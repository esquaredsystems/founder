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handoutMasterIdLst>
    <p:handoutMasterId r:id="rId40"/>
  </p:handoutMasterIdLst>
  <p:sldIdLst>
    <p:sldId id="2503" r:id="rId5"/>
    <p:sldId id="2462" r:id="rId6"/>
    <p:sldId id="2557" r:id="rId7"/>
    <p:sldId id="2558" r:id="rId8"/>
    <p:sldId id="2573" r:id="rId9"/>
    <p:sldId id="2574" r:id="rId10"/>
    <p:sldId id="2575" r:id="rId11"/>
    <p:sldId id="2576" r:id="rId12"/>
    <p:sldId id="2577" r:id="rId13"/>
    <p:sldId id="2578" r:id="rId14"/>
    <p:sldId id="2579" r:id="rId15"/>
    <p:sldId id="2580" r:id="rId16"/>
    <p:sldId id="2581" r:id="rId17"/>
    <p:sldId id="2559" r:id="rId18"/>
    <p:sldId id="2582" r:id="rId19"/>
    <p:sldId id="2562" r:id="rId20"/>
    <p:sldId id="2583" r:id="rId21"/>
    <p:sldId id="2584" r:id="rId22"/>
    <p:sldId id="2589" r:id="rId23"/>
    <p:sldId id="2585" r:id="rId24"/>
    <p:sldId id="2586" r:id="rId25"/>
    <p:sldId id="2593" r:id="rId26"/>
    <p:sldId id="2594" r:id="rId27"/>
    <p:sldId id="2595" r:id="rId28"/>
    <p:sldId id="2601" r:id="rId29"/>
    <p:sldId id="2600" r:id="rId30"/>
    <p:sldId id="2587" r:id="rId31"/>
    <p:sldId id="2588" r:id="rId32"/>
    <p:sldId id="2590" r:id="rId33"/>
    <p:sldId id="2591" r:id="rId34"/>
    <p:sldId id="2602" r:id="rId35"/>
    <p:sldId id="2603" r:id="rId36"/>
    <p:sldId id="2604" r:id="rId37"/>
    <p:sldId id="243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A6FD51-02D8-45A5-972C-CEF9253318D0}" v="9413" dt="2023-12-14T09:50:10.2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92288" autoAdjust="0"/>
  </p:normalViewPr>
  <p:slideViewPr>
    <p:cSldViewPr snapToGrid="0">
      <p:cViewPr varScale="1">
        <p:scale>
          <a:sx n="76" d="100"/>
          <a:sy n="76" d="100"/>
        </p:scale>
        <p:origin x="173"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75EC58F7-4BFE-47B9-AB78-477B48A064C5}"/>
    <pc:docChg chg="delSld">
      <pc:chgData name="Owais Ahmed" userId="6abc7d4556b3b071" providerId="LiveId" clId="{75EC58F7-4BFE-47B9-AB78-477B48A064C5}" dt="2023-10-31T10:51:29.055" v="1" actId="47"/>
      <pc:docMkLst>
        <pc:docMk/>
      </pc:docMkLst>
      <pc:sldChg chg="del">
        <pc:chgData name="Owais Ahmed" userId="6abc7d4556b3b071" providerId="LiveId" clId="{75EC58F7-4BFE-47B9-AB78-477B48A064C5}" dt="2023-10-31T10:51:28.057" v="0" actId="47"/>
        <pc:sldMkLst>
          <pc:docMk/>
          <pc:sldMk cId="1651692435" sldId="2574"/>
        </pc:sldMkLst>
      </pc:sldChg>
      <pc:sldChg chg="del">
        <pc:chgData name="Owais Ahmed" userId="6abc7d4556b3b071" providerId="LiveId" clId="{75EC58F7-4BFE-47B9-AB78-477B48A064C5}" dt="2023-10-31T10:51:29.055" v="1" actId="47"/>
        <pc:sldMkLst>
          <pc:docMk/>
          <pc:sldMk cId="1638662693" sldId="2575"/>
        </pc:sldMkLst>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A73E0D9C-676C-43B7-9A99-875A4AA67F46}"/>
    <pc:docChg chg="undo redo custSel addSld delSld modSld sldOrd">
      <pc:chgData name="Owais Ahmed" userId="6abc7d4556b3b071" providerId="LiveId" clId="{A73E0D9C-676C-43B7-9A99-875A4AA67F46}" dt="2023-11-27T08:53:32.175" v="8787" actId="20577"/>
      <pc:docMkLst>
        <pc:docMk/>
      </pc:docMkLst>
      <pc:sldChg chg="modSp mod">
        <pc:chgData name="Owais Ahmed" userId="6abc7d4556b3b071" providerId="LiveId" clId="{A73E0D9C-676C-43B7-9A99-875A4AA67F46}" dt="2023-11-01T10:36:41.330" v="6107" actId="20577"/>
        <pc:sldMkLst>
          <pc:docMk/>
          <pc:sldMk cId="1649098948" sldId="2462"/>
        </pc:sldMkLst>
        <pc:spChg chg="mod">
          <ac:chgData name="Owais Ahmed" userId="6abc7d4556b3b071" providerId="LiveId" clId="{A73E0D9C-676C-43B7-9A99-875A4AA67F46}" dt="2023-11-01T10:36:41.330" v="6107" actId="20577"/>
          <ac:spMkLst>
            <pc:docMk/>
            <pc:sldMk cId="1649098948" sldId="2462"/>
            <ac:spMk id="6" creationId="{F3C89A40-EEAA-43AB-9A3A-B2CFDE450F1B}"/>
          </ac:spMkLst>
        </pc:spChg>
      </pc:sldChg>
      <pc:sldChg chg="modSp mod modAnim">
        <pc:chgData name="Owais Ahmed" userId="6abc7d4556b3b071" providerId="LiveId" clId="{A73E0D9C-676C-43B7-9A99-875A4AA67F46}" dt="2023-10-31T11:00:49.625" v="219" actId="20577"/>
        <pc:sldMkLst>
          <pc:docMk/>
          <pc:sldMk cId="296501705" sldId="2557"/>
        </pc:sldMkLst>
        <pc:spChg chg="mod">
          <ac:chgData name="Owais Ahmed" userId="6abc7d4556b3b071" providerId="LiveId" clId="{A73E0D9C-676C-43B7-9A99-875A4AA67F46}" dt="2023-10-31T11:00:49.625" v="219" actId="20577"/>
          <ac:spMkLst>
            <pc:docMk/>
            <pc:sldMk cId="296501705" sldId="2557"/>
            <ac:spMk id="3" creationId="{4A1C0383-58FE-E486-295E-B33B8683B938}"/>
          </ac:spMkLst>
        </pc:spChg>
        <pc:spChg chg="mod">
          <ac:chgData name="Owais Ahmed" userId="6abc7d4556b3b071" providerId="LiveId" clId="{A73E0D9C-676C-43B7-9A99-875A4AA67F46}" dt="2023-10-31T10:59:48.407" v="53" actId="20577"/>
          <ac:spMkLst>
            <pc:docMk/>
            <pc:sldMk cId="296501705" sldId="2557"/>
            <ac:spMk id="215" creationId="{00000000-0000-0000-0000-000000000000}"/>
          </ac:spMkLst>
        </pc:spChg>
      </pc:sldChg>
      <pc:sldChg chg="modSp mod modAnim">
        <pc:chgData name="Owais Ahmed" userId="6abc7d4556b3b071" providerId="LiveId" clId="{A73E0D9C-676C-43B7-9A99-875A4AA67F46}" dt="2023-11-02T07:32:13.823" v="6109" actId="20577"/>
        <pc:sldMkLst>
          <pc:docMk/>
          <pc:sldMk cId="1466069214" sldId="2558"/>
        </pc:sldMkLst>
        <pc:spChg chg="mod">
          <ac:chgData name="Owais Ahmed" userId="6abc7d4556b3b071" providerId="LiveId" clId="{A73E0D9C-676C-43B7-9A99-875A4AA67F46}" dt="2023-11-02T07:32:13.823" v="6109" actId="20577"/>
          <ac:spMkLst>
            <pc:docMk/>
            <pc:sldMk cId="1466069214" sldId="2558"/>
            <ac:spMk id="3" creationId="{4A1C0383-58FE-E486-295E-B33B8683B938}"/>
          </ac:spMkLst>
        </pc:spChg>
      </pc:sldChg>
      <pc:sldChg chg="modSp">
        <pc:chgData name="Owais Ahmed" userId="6abc7d4556b3b071" providerId="LiveId" clId="{A73E0D9C-676C-43B7-9A99-875A4AA67F46}" dt="2023-11-02T07:32:22.396" v="6110" actId="20577"/>
        <pc:sldMkLst>
          <pc:docMk/>
          <pc:sldMk cId="3962249788" sldId="2559"/>
        </pc:sldMkLst>
        <pc:spChg chg="mod">
          <ac:chgData name="Owais Ahmed" userId="6abc7d4556b3b071" providerId="LiveId" clId="{A73E0D9C-676C-43B7-9A99-875A4AA67F46}" dt="2023-11-02T07:32:22.396" v="6110" actId="20577"/>
          <ac:spMkLst>
            <pc:docMk/>
            <pc:sldMk cId="3962249788" sldId="2559"/>
            <ac:spMk id="3" creationId="{4A1C0383-58FE-E486-295E-B33B8683B938}"/>
          </ac:spMkLst>
        </pc:spChg>
      </pc:sldChg>
      <pc:sldChg chg="modSp">
        <pc:chgData name="Owais Ahmed" userId="6abc7d4556b3b071" providerId="LiveId" clId="{A73E0D9C-676C-43B7-9A99-875A4AA67F46}" dt="2023-11-02T07:32:54.228" v="6131" actId="20577"/>
        <pc:sldMkLst>
          <pc:docMk/>
          <pc:sldMk cId="2599850084" sldId="2560"/>
        </pc:sldMkLst>
        <pc:spChg chg="mod">
          <ac:chgData name="Owais Ahmed" userId="6abc7d4556b3b071" providerId="LiveId" clId="{A73E0D9C-676C-43B7-9A99-875A4AA67F46}" dt="2023-11-02T07:32:54.228" v="6131" actId="20577"/>
          <ac:spMkLst>
            <pc:docMk/>
            <pc:sldMk cId="2599850084" sldId="2560"/>
            <ac:spMk id="3" creationId="{4A1C0383-58FE-E486-295E-B33B8683B938}"/>
          </ac:spMkLst>
        </pc:spChg>
      </pc:sldChg>
      <pc:sldChg chg="modSp mod modAnim">
        <pc:chgData name="Owais Ahmed" userId="6abc7d4556b3b071" providerId="LiveId" clId="{A73E0D9C-676C-43B7-9A99-875A4AA67F46}" dt="2023-11-01T08:44:23.401" v="1903"/>
        <pc:sldMkLst>
          <pc:docMk/>
          <pc:sldMk cId="1963263386" sldId="2561"/>
        </pc:sldMkLst>
        <pc:spChg chg="mod">
          <ac:chgData name="Owais Ahmed" userId="6abc7d4556b3b071" providerId="LiveId" clId="{A73E0D9C-676C-43B7-9A99-875A4AA67F46}" dt="2023-11-01T06:59:20.319" v="373" actId="27636"/>
          <ac:spMkLst>
            <pc:docMk/>
            <pc:sldMk cId="1963263386" sldId="2561"/>
            <ac:spMk id="3" creationId="{4A1C0383-58FE-E486-295E-B33B8683B938}"/>
          </ac:spMkLst>
        </pc:spChg>
      </pc:sldChg>
      <pc:sldChg chg="modSp modAnim">
        <pc:chgData name="Owais Ahmed" userId="6abc7d4556b3b071" providerId="LiveId" clId="{A73E0D9C-676C-43B7-9A99-875A4AA67F46}" dt="2023-11-01T07:00:22.101" v="546" actId="20577"/>
        <pc:sldMkLst>
          <pc:docMk/>
          <pc:sldMk cId="3931964295" sldId="2562"/>
        </pc:sldMkLst>
        <pc:spChg chg="mod">
          <ac:chgData name="Owais Ahmed" userId="6abc7d4556b3b071" providerId="LiveId" clId="{A73E0D9C-676C-43B7-9A99-875A4AA67F46}" dt="2023-11-01T07:00:22.101" v="546" actId="20577"/>
          <ac:spMkLst>
            <pc:docMk/>
            <pc:sldMk cId="3931964295" sldId="2562"/>
            <ac:spMk id="3" creationId="{4A1C0383-58FE-E486-295E-B33B8683B938}"/>
          </ac:spMkLst>
        </pc:spChg>
      </pc:sldChg>
      <pc:sldChg chg="modSp add mod ord modAnim">
        <pc:chgData name="Owais Ahmed" userId="6abc7d4556b3b071" providerId="LiveId" clId="{A73E0D9C-676C-43B7-9A99-875A4AA67F46}" dt="2023-11-08T10:51:21.154" v="7329"/>
        <pc:sldMkLst>
          <pc:docMk/>
          <pc:sldMk cId="2389114497" sldId="2563"/>
        </pc:sldMkLst>
        <pc:spChg chg="mod">
          <ac:chgData name="Owais Ahmed" userId="6abc7d4556b3b071" providerId="LiveId" clId="{A73E0D9C-676C-43B7-9A99-875A4AA67F46}" dt="2023-11-08T10:51:21.154" v="7329"/>
          <ac:spMkLst>
            <pc:docMk/>
            <pc:sldMk cId="2389114497" sldId="2563"/>
            <ac:spMk id="3" creationId="{4A1C0383-58FE-E486-295E-B33B8683B938}"/>
          </ac:spMkLst>
        </pc:spChg>
        <pc:spChg chg="mod">
          <ac:chgData name="Owais Ahmed" userId="6abc7d4556b3b071" providerId="LiveId" clId="{A73E0D9C-676C-43B7-9A99-875A4AA67F46}" dt="2023-11-01T07:06:40.851" v="566" actId="20577"/>
          <ac:spMkLst>
            <pc:docMk/>
            <pc:sldMk cId="2389114497" sldId="2563"/>
            <ac:spMk id="215" creationId="{00000000-0000-0000-0000-000000000000}"/>
          </ac:spMkLst>
        </pc:spChg>
      </pc:sldChg>
      <pc:sldChg chg="addSp modSp add mod modAnim modNotesTx">
        <pc:chgData name="Owais Ahmed" userId="6abc7d4556b3b071" providerId="LiveId" clId="{A73E0D9C-676C-43B7-9A99-875A4AA67F46}" dt="2023-11-01T09:11:25.859" v="3616" actId="20577"/>
        <pc:sldMkLst>
          <pc:docMk/>
          <pc:sldMk cId="3353402870" sldId="2564"/>
        </pc:sldMkLst>
        <pc:spChg chg="mod">
          <ac:chgData name="Owais Ahmed" userId="6abc7d4556b3b071" providerId="LiveId" clId="{A73E0D9C-676C-43B7-9A99-875A4AA67F46}" dt="2023-11-01T09:10:29.513" v="3594" actId="20577"/>
          <ac:spMkLst>
            <pc:docMk/>
            <pc:sldMk cId="3353402870" sldId="2564"/>
            <ac:spMk id="3" creationId="{4A1C0383-58FE-E486-295E-B33B8683B938}"/>
          </ac:spMkLst>
        </pc:spChg>
        <pc:graphicFrameChg chg="add mod modGraphic">
          <ac:chgData name="Owais Ahmed" userId="6abc7d4556b3b071" providerId="LiveId" clId="{A73E0D9C-676C-43B7-9A99-875A4AA67F46}" dt="2023-11-01T09:11:25.859" v="3616" actId="20577"/>
          <ac:graphicFrameMkLst>
            <pc:docMk/>
            <pc:sldMk cId="3353402870" sldId="2564"/>
            <ac:graphicFrameMk id="4" creationId="{90A278D2-EC83-AE47-5102-39FCC71464CE}"/>
          </ac:graphicFrameMkLst>
        </pc:graphicFrameChg>
      </pc:sldChg>
      <pc:sldChg chg="delSp modSp add mod delAnim modAnim modNotesTx">
        <pc:chgData name="Owais Ahmed" userId="6abc7d4556b3b071" providerId="LiveId" clId="{A73E0D9C-676C-43B7-9A99-875A4AA67F46}" dt="2023-11-01T10:35:10.811" v="6003" actId="20577"/>
        <pc:sldMkLst>
          <pc:docMk/>
          <pc:sldMk cId="503313006" sldId="2565"/>
        </pc:sldMkLst>
        <pc:spChg chg="mod">
          <ac:chgData name="Owais Ahmed" userId="6abc7d4556b3b071" providerId="LiveId" clId="{A73E0D9C-676C-43B7-9A99-875A4AA67F46}" dt="2023-11-01T10:35:10.811" v="6003" actId="20577"/>
          <ac:spMkLst>
            <pc:docMk/>
            <pc:sldMk cId="503313006" sldId="2565"/>
            <ac:spMk id="3" creationId="{4A1C0383-58FE-E486-295E-B33B8683B938}"/>
          </ac:spMkLst>
        </pc:spChg>
        <pc:graphicFrameChg chg="del">
          <ac:chgData name="Owais Ahmed" userId="6abc7d4556b3b071" providerId="LiveId" clId="{A73E0D9C-676C-43B7-9A99-875A4AA67F46}" dt="2023-11-01T08:47:14.182" v="2190" actId="478"/>
          <ac:graphicFrameMkLst>
            <pc:docMk/>
            <pc:sldMk cId="503313006" sldId="2565"/>
            <ac:graphicFrameMk id="4" creationId="{90A278D2-EC83-AE47-5102-39FCC71464CE}"/>
          </ac:graphicFrameMkLst>
        </pc:graphicFrameChg>
      </pc:sldChg>
      <pc:sldChg chg="modSp add mod modAnim">
        <pc:chgData name="Owais Ahmed" userId="6abc7d4556b3b071" providerId="LiveId" clId="{A73E0D9C-676C-43B7-9A99-875A4AA67F46}" dt="2023-11-01T09:03:45.256" v="3321" actId="20577"/>
        <pc:sldMkLst>
          <pc:docMk/>
          <pc:sldMk cId="3854100598" sldId="2566"/>
        </pc:sldMkLst>
        <pc:spChg chg="mod">
          <ac:chgData name="Owais Ahmed" userId="6abc7d4556b3b071" providerId="LiveId" clId="{A73E0D9C-676C-43B7-9A99-875A4AA67F46}" dt="2023-11-01T09:03:45.256" v="3321" actId="20577"/>
          <ac:spMkLst>
            <pc:docMk/>
            <pc:sldMk cId="3854100598" sldId="2566"/>
            <ac:spMk id="3" creationId="{4A1C0383-58FE-E486-295E-B33B8683B938}"/>
          </ac:spMkLst>
        </pc:spChg>
      </pc:sldChg>
      <pc:sldChg chg="add del">
        <pc:chgData name="Owais Ahmed" userId="6abc7d4556b3b071" providerId="LiveId" clId="{A73E0D9C-676C-43B7-9A99-875A4AA67F46}" dt="2023-11-01T09:04:06.567" v="3325" actId="2890"/>
        <pc:sldMkLst>
          <pc:docMk/>
          <pc:sldMk cId="1315436998" sldId="2567"/>
        </pc:sldMkLst>
      </pc:sldChg>
      <pc:sldChg chg="addSp delSp modSp add mod ord addAnim delAnim modAnim">
        <pc:chgData name="Owais Ahmed" userId="6abc7d4556b3b071" providerId="LiveId" clId="{A73E0D9C-676C-43B7-9A99-875A4AA67F46}" dt="2023-11-01T10:18:27.425" v="4674" actId="1076"/>
        <pc:sldMkLst>
          <pc:docMk/>
          <pc:sldMk cId="3011284567" sldId="2567"/>
        </pc:sldMkLst>
        <pc:spChg chg="add del mod">
          <ac:chgData name="Owais Ahmed" userId="6abc7d4556b3b071" providerId="LiveId" clId="{A73E0D9C-676C-43B7-9A99-875A4AA67F46}" dt="2023-11-01T10:18:16.532" v="4670" actId="20577"/>
          <ac:spMkLst>
            <pc:docMk/>
            <pc:sldMk cId="3011284567" sldId="2567"/>
            <ac:spMk id="3" creationId="{4A1C0383-58FE-E486-295E-B33B8683B938}"/>
          </ac:spMkLst>
        </pc:spChg>
        <pc:spChg chg="add del mod">
          <ac:chgData name="Owais Ahmed" userId="6abc7d4556b3b071" providerId="LiveId" clId="{A73E0D9C-676C-43B7-9A99-875A4AA67F46}" dt="2023-11-01T10:17:53.841" v="4637" actId="478"/>
          <ac:spMkLst>
            <pc:docMk/>
            <pc:sldMk cId="3011284567" sldId="2567"/>
            <ac:spMk id="6" creationId="{A37A02BB-2A7C-4A7A-CF92-D4F9A758A1C5}"/>
          </ac:spMkLst>
        </pc:spChg>
        <pc:spChg chg="add del mod">
          <ac:chgData name="Owais Ahmed" userId="6abc7d4556b3b071" providerId="LiveId" clId="{A73E0D9C-676C-43B7-9A99-875A4AA67F46}" dt="2023-11-01T09:29:37.079" v="3956" actId="478"/>
          <ac:spMkLst>
            <pc:docMk/>
            <pc:sldMk cId="3011284567" sldId="2567"/>
            <ac:spMk id="8" creationId="{B51B7434-9668-112D-1DBA-DC27B6C9B120}"/>
          </ac:spMkLst>
        </pc:spChg>
        <pc:spChg chg="add del mod">
          <ac:chgData name="Owais Ahmed" userId="6abc7d4556b3b071" providerId="LiveId" clId="{A73E0D9C-676C-43B7-9A99-875A4AA67F46}" dt="2023-11-01T09:28:52.165" v="3949"/>
          <ac:spMkLst>
            <pc:docMk/>
            <pc:sldMk cId="3011284567" sldId="2567"/>
            <ac:spMk id="9" creationId="{FC85F41C-FB33-6F53-25E4-6F1937BDBDB1}"/>
          </ac:spMkLst>
        </pc:spChg>
        <pc:spChg chg="add del mod">
          <ac:chgData name="Owais Ahmed" userId="6abc7d4556b3b071" providerId="LiveId" clId="{A73E0D9C-676C-43B7-9A99-875A4AA67F46}" dt="2023-11-01T09:31:05.127" v="3978" actId="478"/>
          <ac:spMkLst>
            <pc:docMk/>
            <pc:sldMk cId="3011284567" sldId="2567"/>
            <ac:spMk id="10" creationId="{FCAAA679-2BFE-794F-86E4-5F42736037F2}"/>
          </ac:spMkLst>
        </pc:spChg>
        <pc:spChg chg="add del mod">
          <ac:chgData name="Owais Ahmed" userId="6abc7d4556b3b071" providerId="LiveId" clId="{A73E0D9C-676C-43B7-9A99-875A4AA67F46}" dt="2023-11-01T09:31:05.984" v="3979" actId="478"/>
          <ac:spMkLst>
            <pc:docMk/>
            <pc:sldMk cId="3011284567" sldId="2567"/>
            <ac:spMk id="11" creationId="{B1D57B42-80E4-622B-2163-9D52DD746A94}"/>
          </ac:spMkLst>
        </pc:spChg>
        <pc:spChg chg="add del mod">
          <ac:chgData name="Owais Ahmed" userId="6abc7d4556b3b071" providerId="LiveId" clId="{A73E0D9C-676C-43B7-9A99-875A4AA67F46}" dt="2023-11-01T09:31:03.614" v="3977" actId="478"/>
          <ac:spMkLst>
            <pc:docMk/>
            <pc:sldMk cId="3011284567" sldId="2567"/>
            <ac:spMk id="12" creationId="{2987EBF9-9B25-B8D1-4405-09CC5FB4F4DB}"/>
          </ac:spMkLst>
        </pc:spChg>
        <pc:spChg chg="add del mod">
          <ac:chgData name="Owais Ahmed" userId="6abc7d4556b3b071" providerId="LiveId" clId="{A73E0D9C-676C-43B7-9A99-875A4AA67F46}" dt="2023-11-01T10:17:13.205" v="4633" actId="478"/>
          <ac:spMkLst>
            <pc:docMk/>
            <pc:sldMk cId="3011284567" sldId="2567"/>
            <ac:spMk id="13" creationId="{137EB1FE-81B3-B9CB-0EDF-B81887C87AB1}"/>
          </ac:spMkLst>
        </pc:spChg>
        <pc:spChg chg="add del mod">
          <ac:chgData name="Owais Ahmed" userId="6abc7d4556b3b071" providerId="LiveId" clId="{A73E0D9C-676C-43B7-9A99-875A4AA67F46}" dt="2023-11-01T10:17:13.205" v="4633" actId="478"/>
          <ac:spMkLst>
            <pc:docMk/>
            <pc:sldMk cId="3011284567" sldId="2567"/>
            <ac:spMk id="14" creationId="{A851962C-E198-12CF-C030-35A8920BB83A}"/>
          </ac:spMkLst>
        </pc:spChg>
        <pc:spChg chg="add del mod">
          <ac:chgData name="Owais Ahmed" userId="6abc7d4556b3b071" providerId="LiveId" clId="{A73E0D9C-676C-43B7-9A99-875A4AA67F46}" dt="2023-11-01T10:17:13.205" v="4633" actId="478"/>
          <ac:spMkLst>
            <pc:docMk/>
            <pc:sldMk cId="3011284567" sldId="2567"/>
            <ac:spMk id="15" creationId="{3CAC2DE7-AE19-4C41-4744-4C92B36D78B7}"/>
          </ac:spMkLst>
        </pc:spChg>
        <pc:spChg chg="add del mod">
          <ac:chgData name="Owais Ahmed" userId="6abc7d4556b3b071" providerId="LiveId" clId="{A73E0D9C-676C-43B7-9A99-875A4AA67F46}" dt="2023-11-01T10:17:13.205" v="4633" actId="478"/>
          <ac:spMkLst>
            <pc:docMk/>
            <pc:sldMk cId="3011284567" sldId="2567"/>
            <ac:spMk id="16" creationId="{B0467C12-FEBA-CBB6-A141-AC141960F894}"/>
          </ac:spMkLst>
        </pc:spChg>
        <pc:spChg chg="add del mod">
          <ac:chgData name="Owais Ahmed" userId="6abc7d4556b3b071" providerId="LiveId" clId="{A73E0D9C-676C-43B7-9A99-875A4AA67F46}" dt="2023-11-01T10:17:13.205" v="4633" actId="478"/>
          <ac:spMkLst>
            <pc:docMk/>
            <pc:sldMk cId="3011284567" sldId="2567"/>
            <ac:spMk id="17" creationId="{829BB52B-B7FB-EC35-0AED-E8948B88797B}"/>
          </ac:spMkLst>
        </pc:spChg>
        <pc:spChg chg="add del mod">
          <ac:chgData name="Owais Ahmed" userId="6abc7d4556b3b071" providerId="LiveId" clId="{A73E0D9C-676C-43B7-9A99-875A4AA67F46}" dt="2023-11-01T09:34:57.400" v="4020" actId="478"/>
          <ac:spMkLst>
            <pc:docMk/>
            <pc:sldMk cId="3011284567" sldId="2567"/>
            <ac:spMk id="18" creationId="{BF2F2498-EC66-DEB4-AD83-3D7A194AC3E3}"/>
          </ac:spMkLst>
        </pc:spChg>
        <pc:spChg chg="add del mod">
          <ac:chgData name="Owais Ahmed" userId="6abc7d4556b3b071" providerId="LiveId" clId="{A73E0D9C-676C-43B7-9A99-875A4AA67F46}" dt="2023-11-01T10:17:13.205" v="4633" actId="478"/>
          <ac:spMkLst>
            <pc:docMk/>
            <pc:sldMk cId="3011284567" sldId="2567"/>
            <ac:spMk id="19" creationId="{32B5B6CB-4566-30EA-D922-EDA937D3CB8E}"/>
          </ac:spMkLst>
        </pc:spChg>
        <pc:spChg chg="add del mod">
          <ac:chgData name="Owais Ahmed" userId="6abc7d4556b3b071" providerId="LiveId" clId="{A73E0D9C-676C-43B7-9A99-875A4AA67F46}" dt="2023-11-01T10:17:13.205" v="4633" actId="478"/>
          <ac:spMkLst>
            <pc:docMk/>
            <pc:sldMk cId="3011284567" sldId="2567"/>
            <ac:spMk id="20" creationId="{E1DA110E-59CC-B618-5595-EC4E1FDF2E87}"/>
          </ac:spMkLst>
        </pc:spChg>
        <pc:spChg chg="add del mod">
          <ac:chgData name="Owais Ahmed" userId="6abc7d4556b3b071" providerId="LiveId" clId="{A73E0D9C-676C-43B7-9A99-875A4AA67F46}" dt="2023-11-01T10:17:13.205" v="4633" actId="478"/>
          <ac:spMkLst>
            <pc:docMk/>
            <pc:sldMk cId="3011284567" sldId="2567"/>
            <ac:spMk id="21" creationId="{CB27C5A1-3498-EEAF-66D5-3B5B54E2F595}"/>
          </ac:spMkLst>
        </pc:spChg>
        <pc:spChg chg="add del mod">
          <ac:chgData name="Owais Ahmed" userId="6abc7d4556b3b071" providerId="LiveId" clId="{A73E0D9C-676C-43B7-9A99-875A4AA67F46}" dt="2023-11-01T10:17:13.205" v="4633" actId="478"/>
          <ac:spMkLst>
            <pc:docMk/>
            <pc:sldMk cId="3011284567" sldId="2567"/>
            <ac:spMk id="22" creationId="{2BD4B54D-4E71-AA43-BC4E-E7A106A9D8D9}"/>
          </ac:spMkLst>
        </pc:spChg>
        <pc:spChg chg="add del mod">
          <ac:chgData name="Owais Ahmed" userId="6abc7d4556b3b071" providerId="LiveId" clId="{A73E0D9C-676C-43B7-9A99-875A4AA67F46}" dt="2023-11-01T10:17:13.205" v="4633" actId="478"/>
          <ac:spMkLst>
            <pc:docMk/>
            <pc:sldMk cId="3011284567" sldId="2567"/>
            <ac:spMk id="23" creationId="{ED8DB914-6F6A-39DB-ACA3-3D474ADBA281}"/>
          </ac:spMkLst>
        </pc:spChg>
        <pc:spChg chg="add del mod">
          <ac:chgData name="Owais Ahmed" userId="6abc7d4556b3b071" providerId="LiveId" clId="{A73E0D9C-676C-43B7-9A99-875A4AA67F46}" dt="2023-11-01T10:17:13.205" v="4633" actId="478"/>
          <ac:spMkLst>
            <pc:docMk/>
            <pc:sldMk cId="3011284567" sldId="2567"/>
            <ac:spMk id="24" creationId="{52BF3C11-7E24-E15A-B99B-EA6F162D68C6}"/>
          </ac:spMkLst>
        </pc:spChg>
        <pc:spChg chg="add del mod">
          <ac:chgData name="Owais Ahmed" userId="6abc7d4556b3b071" providerId="LiveId" clId="{A73E0D9C-676C-43B7-9A99-875A4AA67F46}" dt="2023-11-01T10:17:13.205" v="4633" actId="478"/>
          <ac:spMkLst>
            <pc:docMk/>
            <pc:sldMk cId="3011284567" sldId="2567"/>
            <ac:spMk id="29" creationId="{47D5EB1E-707A-E268-1525-8A3E1BDBB262}"/>
          </ac:spMkLst>
        </pc:spChg>
        <pc:spChg chg="add del mod">
          <ac:chgData name="Owais Ahmed" userId="6abc7d4556b3b071" providerId="LiveId" clId="{A73E0D9C-676C-43B7-9A99-875A4AA67F46}" dt="2023-11-01T10:17:13.205" v="4633" actId="478"/>
          <ac:spMkLst>
            <pc:docMk/>
            <pc:sldMk cId="3011284567" sldId="2567"/>
            <ac:spMk id="39" creationId="{35379958-F3C8-D09C-7CA8-CD06F6879574}"/>
          </ac:spMkLst>
        </pc:spChg>
        <pc:spChg chg="add del mod">
          <ac:chgData name="Owais Ahmed" userId="6abc7d4556b3b071" providerId="LiveId" clId="{A73E0D9C-676C-43B7-9A99-875A4AA67F46}" dt="2023-11-01T10:17:13.205" v="4633" actId="478"/>
          <ac:spMkLst>
            <pc:docMk/>
            <pc:sldMk cId="3011284567" sldId="2567"/>
            <ac:spMk id="44" creationId="{E98ECAE0-2231-5E90-E53D-4F5CE6C43A89}"/>
          </ac:spMkLst>
        </pc:spChg>
        <pc:grpChg chg="add mod">
          <ac:chgData name="Owais Ahmed" userId="6abc7d4556b3b071" providerId="LiveId" clId="{A73E0D9C-676C-43B7-9A99-875A4AA67F46}" dt="2023-11-01T10:16:11.187" v="4626" actId="164"/>
          <ac:grpSpMkLst>
            <pc:docMk/>
            <pc:sldMk cId="3011284567" sldId="2567"/>
            <ac:grpSpMk id="60" creationId="{44CA4005-5562-A4A9-4E94-005126EB286A}"/>
          </ac:grpSpMkLst>
        </pc:grpChg>
        <pc:graphicFrameChg chg="add mod modGraphic">
          <ac:chgData name="Owais Ahmed" userId="6abc7d4556b3b071" providerId="LiveId" clId="{A73E0D9C-676C-43B7-9A99-875A4AA67F46}" dt="2023-11-01T10:18:27.425" v="4674" actId="1076"/>
          <ac:graphicFrameMkLst>
            <pc:docMk/>
            <pc:sldMk cId="3011284567" sldId="2567"/>
            <ac:graphicFrameMk id="4" creationId="{57C6CE5B-28E6-3601-53E7-C7DDF4BF5C4B}"/>
          </ac:graphicFrameMkLst>
        </pc:graphicFrameChg>
        <pc:graphicFrameChg chg="add del modGraphic">
          <ac:chgData name="Owais Ahmed" userId="6abc7d4556b3b071" providerId="LiveId" clId="{A73E0D9C-676C-43B7-9A99-875A4AA67F46}" dt="2023-11-01T09:16:28.383" v="3712" actId="1032"/>
          <ac:graphicFrameMkLst>
            <pc:docMk/>
            <pc:sldMk cId="3011284567" sldId="2567"/>
            <ac:graphicFrameMk id="5" creationId="{6552F4A7-3117-563A-3BF1-0F2B35E30783}"/>
          </ac:graphicFrameMkLst>
        </pc:graphicFrameChg>
        <pc:graphicFrameChg chg="add del mod modGraphic">
          <ac:chgData name="Owais Ahmed" userId="6abc7d4556b3b071" providerId="LiveId" clId="{A73E0D9C-676C-43B7-9A99-875A4AA67F46}" dt="2023-11-01T09:28:30.536" v="3945" actId="478"/>
          <ac:graphicFrameMkLst>
            <pc:docMk/>
            <pc:sldMk cId="3011284567" sldId="2567"/>
            <ac:graphicFrameMk id="7" creationId="{D5B5FCF0-57AA-1DA6-160B-46B5CF2C8A43}"/>
          </ac:graphicFrameMkLst>
        </pc:graphicFrameChg>
        <pc:cxnChg chg="add del mod">
          <ac:chgData name="Owais Ahmed" userId="6abc7d4556b3b071" providerId="LiveId" clId="{A73E0D9C-676C-43B7-9A99-875A4AA67F46}" dt="2023-11-01T10:17:13.205" v="4633" actId="478"/>
          <ac:cxnSpMkLst>
            <pc:docMk/>
            <pc:sldMk cId="3011284567" sldId="2567"/>
            <ac:cxnSpMk id="26" creationId="{E4EFFF76-B83C-B0E8-CEBD-F75402658650}"/>
          </ac:cxnSpMkLst>
        </pc:cxnChg>
        <pc:cxnChg chg="add del mod">
          <ac:chgData name="Owais Ahmed" userId="6abc7d4556b3b071" providerId="LiveId" clId="{A73E0D9C-676C-43B7-9A99-875A4AA67F46}" dt="2023-11-01T10:17:13.205" v="4633" actId="478"/>
          <ac:cxnSpMkLst>
            <pc:docMk/>
            <pc:sldMk cId="3011284567" sldId="2567"/>
            <ac:cxnSpMk id="28" creationId="{A07F829E-F840-E581-2363-267280976922}"/>
          </ac:cxnSpMkLst>
        </pc:cxnChg>
        <pc:cxnChg chg="add del mod">
          <ac:chgData name="Owais Ahmed" userId="6abc7d4556b3b071" providerId="LiveId" clId="{A73E0D9C-676C-43B7-9A99-875A4AA67F46}" dt="2023-11-01T10:17:13.205" v="4633" actId="478"/>
          <ac:cxnSpMkLst>
            <pc:docMk/>
            <pc:sldMk cId="3011284567" sldId="2567"/>
            <ac:cxnSpMk id="31" creationId="{14F9AB7C-7C99-E7DA-BD3E-85892AC0B164}"/>
          </ac:cxnSpMkLst>
        </pc:cxnChg>
        <pc:cxnChg chg="add del mod">
          <ac:chgData name="Owais Ahmed" userId="6abc7d4556b3b071" providerId="LiveId" clId="{A73E0D9C-676C-43B7-9A99-875A4AA67F46}" dt="2023-11-01T10:17:13.205" v="4633" actId="478"/>
          <ac:cxnSpMkLst>
            <pc:docMk/>
            <pc:sldMk cId="3011284567" sldId="2567"/>
            <ac:cxnSpMk id="33" creationId="{4AEC6057-6FB8-DD8D-5F96-F9E8BBD7D56E}"/>
          </ac:cxnSpMkLst>
        </pc:cxnChg>
        <pc:cxnChg chg="add del mod">
          <ac:chgData name="Owais Ahmed" userId="6abc7d4556b3b071" providerId="LiveId" clId="{A73E0D9C-676C-43B7-9A99-875A4AA67F46}" dt="2023-11-01T10:17:13.205" v="4633" actId="478"/>
          <ac:cxnSpMkLst>
            <pc:docMk/>
            <pc:sldMk cId="3011284567" sldId="2567"/>
            <ac:cxnSpMk id="41" creationId="{64D76290-5388-F145-C2A8-C4AB58433F6E}"/>
          </ac:cxnSpMkLst>
        </pc:cxnChg>
        <pc:cxnChg chg="add del mod">
          <ac:chgData name="Owais Ahmed" userId="6abc7d4556b3b071" providerId="LiveId" clId="{A73E0D9C-676C-43B7-9A99-875A4AA67F46}" dt="2023-11-01T10:17:13.205" v="4633" actId="478"/>
          <ac:cxnSpMkLst>
            <pc:docMk/>
            <pc:sldMk cId="3011284567" sldId="2567"/>
            <ac:cxnSpMk id="43" creationId="{AF6C53BF-EA22-CE93-0D5C-84F080B231B4}"/>
          </ac:cxnSpMkLst>
        </pc:cxnChg>
        <pc:cxnChg chg="add del mod">
          <ac:chgData name="Owais Ahmed" userId="6abc7d4556b3b071" providerId="LiveId" clId="{A73E0D9C-676C-43B7-9A99-875A4AA67F46}" dt="2023-11-01T10:17:13.205" v="4633" actId="478"/>
          <ac:cxnSpMkLst>
            <pc:docMk/>
            <pc:sldMk cId="3011284567" sldId="2567"/>
            <ac:cxnSpMk id="46" creationId="{57475851-EAEE-8B03-DCB3-673357A57A8D}"/>
          </ac:cxnSpMkLst>
        </pc:cxnChg>
        <pc:cxnChg chg="add del mod">
          <ac:chgData name="Owais Ahmed" userId="6abc7d4556b3b071" providerId="LiveId" clId="{A73E0D9C-676C-43B7-9A99-875A4AA67F46}" dt="2023-11-01T10:17:13.205" v="4633" actId="478"/>
          <ac:cxnSpMkLst>
            <pc:docMk/>
            <pc:sldMk cId="3011284567" sldId="2567"/>
            <ac:cxnSpMk id="48" creationId="{796894D6-8A92-56E0-5DDB-6FAB0BD9E8A9}"/>
          </ac:cxnSpMkLst>
        </pc:cxnChg>
      </pc:sldChg>
      <pc:sldChg chg="add del">
        <pc:chgData name="Owais Ahmed" userId="6abc7d4556b3b071" providerId="LiveId" clId="{A73E0D9C-676C-43B7-9A99-875A4AA67F46}" dt="2023-11-01T09:04:05.455" v="3324" actId="2890"/>
        <pc:sldMkLst>
          <pc:docMk/>
          <pc:sldMk cId="926835550" sldId="2568"/>
        </pc:sldMkLst>
      </pc:sldChg>
      <pc:sldChg chg="addSp delSp modSp add mod delAnim modAnim">
        <pc:chgData name="Owais Ahmed" userId="6abc7d4556b3b071" providerId="LiveId" clId="{A73E0D9C-676C-43B7-9A99-875A4AA67F46}" dt="2023-11-01T10:20:13.808" v="4763"/>
        <pc:sldMkLst>
          <pc:docMk/>
          <pc:sldMk cId="3163091979" sldId="2568"/>
        </pc:sldMkLst>
        <pc:spChg chg="mod">
          <ac:chgData name="Owais Ahmed" userId="6abc7d4556b3b071" providerId="LiveId" clId="{A73E0D9C-676C-43B7-9A99-875A4AA67F46}" dt="2023-11-01T10:20:05.337" v="4762" actId="20577"/>
          <ac:spMkLst>
            <pc:docMk/>
            <pc:sldMk cId="3163091979" sldId="2568"/>
            <ac:spMk id="3" creationId="{4A1C0383-58FE-E486-295E-B33B8683B938}"/>
          </ac:spMkLst>
        </pc:spChg>
        <pc:spChg chg="del">
          <ac:chgData name="Owais Ahmed" userId="6abc7d4556b3b071" providerId="LiveId" clId="{A73E0D9C-676C-43B7-9A99-875A4AA67F46}" dt="2023-11-01T09:44:55.100" v="4244" actId="478"/>
          <ac:spMkLst>
            <pc:docMk/>
            <pc:sldMk cId="3163091979" sldId="2568"/>
            <ac:spMk id="6" creationId="{A37A02BB-2A7C-4A7A-CF92-D4F9A758A1C5}"/>
          </ac:spMkLst>
        </pc:spChg>
        <pc:spChg chg="add del mod">
          <ac:chgData name="Owais Ahmed" userId="6abc7d4556b3b071" providerId="LiveId" clId="{A73E0D9C-676C-43B7-9A99-875A4AA67F46}" dt="2023-11-01T09:51:23.355" v="4359" actId="767"/>
          <ac:spMkLst>
            <pc:docMk/>
            <pc:sldMk cId="3163091979" sldId="2568"/>
            <ac:spMk id="7" creationId="{6BAF7E7F-9F12-00A7-0566-9F93051CB771}"/>
          </ac:spMkLst>
        </pc:spChg>
        <pc:spChg chg="add del mod topLvl">
          <ac:chgData name="Owais Ahmed" userId="6abc7d4556b3b071" providerId="LiveId" clId="{A73E0D9C-676C-43B7-9A99-875A4AA67F46}" dt="2023-11-01T09:57:02.488" v="4451" actId="478"/>
          <ac:spMkLst>
            <pc:docMk/>
            <pc:sldMk cId="3163091979" sldId="2568"/>
            <ac:spMk id="9" creationId="{87CAE9EC-6C1A-D1F3-40FD-89E3C3353256}"/>
          </ac:spMkLst>
        </pc:spChg>
        <pc:spChg chg="del mod topLvl">
          <ac:chgData name="Owais Ahmed" userId="6abc7d4556b3b071" providerId="LiveId" clId="{A73E0D9C-676C-43B7-9A99-875A4AA67F46}" dt="2023-11-01T09:52:22.233" v="4377" actId="478"/>
          <ac:spMkLst>
            <pc:docMk/>
            <pc:sldMk cId="3163091979" sldId="2568"/>
            <ac:spMk id="10" creationId="{C5DD003F-7768-4FB9-13C8-46D7A0BFED8F}"/>
          </ac:spMkLst>
        </pc:spChg>
        <pc:spChg chg="add del mod topLvl">
          <ac:chgData name="Owais Ahmed" userId="6abc7d4556b3b071" providerId="LiveId" clId="{A73E0D9C-676C-43B7-9A99-875A4AA67F46}" dt="2023-11-01T09:57:02.488" v="4451" actId="478"/>
          <ac:spMkLst>
            <pc:docMk/>
            <pc:sldMk cId="3163091979" sldId="2568"/>
            <ac:spMk id="11" creationId="{BBD71F52-67AF-87E8-BBDF-3B5551EB24EF}"/>
          </ac:spMkLst>
        </pc:spChg>
        <pc:spChg chg="del mod topLvl">
          <ac:chgData name="Owais Ahmed" userId="6abc7d4556b3b071" providerId="LiveId" clId="{A73E0D9C-676C-43B7-9A99-875A4AA67F46}" dt="2023-11-01T09:52:20.793" v="4375" actId="478"/>
          <ac:spMkLst>
            <pc:docMk/>
            <pc:sldMk cId="3163091979" sldId="2568"/>
            <ac:spMk id="12" creationId="{D3FCCAD0-385A-EDDB-D99C-B66E71554225}"/>
          </ac:spMkLst>
        </pc:spChg>
        <pc:spChg chg="del">
          <ac:chgData name="Owais Ahmed" userId="6abc7d4556b3b071" providerId="LiveId" clId="{A73E0D9C-676C-43B7-9A99-875A4AA67F46}" dt="2023-11-01T09:49:21.490" v="4354" actId="478"/>
          <ac:spMkLst>
            <pc:docMk/>
            <pc:sldMk cId="3163091979" sldId="2568"/>
            <ac:spMk id="13" creationId="{137EB1FE-81B3-B9CB-0EDF-B81887C87AB1}"/>
          </ac:spMkLst>
        </pc:spChg>
        <pc:spChg chg="del">
          <ac:chgData name="Owais Ahmed" userId="6abc7d4556b3b071" providerId="LiveId" clId="{A73E0D9C-676C-43B7-9A99-875A4AA67F46}" dt="2023-11-01T09:49:19.802" v="4353" actId="478"/>
          <ac:spMkLst>
            <pc:docMk/>
            <pc:sldMk cId="3163091979" sldId="2568"/>
            <ac:spMk id="14" creationId="{A851962C-E198-12CF-C030-35A8920BB83A}"/>
          </ac:spMkLst>
        </pc:spChg>
        <pc:spChg chg="del">
          <ac:chgData name="Owais Ahmed" userId="6abc7d4556b3b071" providerId="LiveId" clId="{A73E0D9C-676C-43B7-9A99-875A4AA67F46}" dt="2023-11-01T09:49:19.802" v="4353" actId="478"/>
          <ac:spMkLst>
            <pc:docMk/>
            <pc:sldMk cId="3163091979" sldId="2568"/>
            <ac:spMk id="15" creationId="{3CAC2DE7-AE19-4C41-4744-4C92B36D78B7}"/>
          </ac:spMkLst>
        </pc:spChg>
        <pc:spChg chg="del">
          <ac:chgData name="Owais Ahmed" userId="6abc7d4556b3b071" providerId="LiveId" clId="{A73E0D9C-676C-43B7-9A99-875A4AA67F46}" dt="2023-11-01T09:49:19.802" v="4353" actId="478"/>
          <ac:spMkLst>
            <pc:docMk/>
            <pc:sldMk cId="3163091979" sldId="2568"/>
            <ac:spMk id="16" creationId="{B0467C12-FEBA-CBB6-A141-AC141960F894}"/>
          </ac:spMkLst>
        </pc:spChg>
        <pc:spChg chg="del">
          <ac:chgData name="Owais Ahmed" userId="6abc7d4556b3b071" providerId="LiveId" clId="{A73E0D9C-676C-43B7-9A99-875A4AA67F46}" dt="2023-11-01T09:49:19.802" v="4353" actId="478"/>
          <ac:spMkLst>
            <pc:docMk/>
            <pc:sldMk cId="3163091979" sldId="2568"/>
            <ac:spMk id="17" creationId="{829BB52B-B7FB-EC35-0AED-E8948B88797B}"/>
          </ac:spMkLst>
        </pc:spChg>
        <pc:spChg chg="add del mod topLvl">
          <ac:chgData name="Owais Ahmed" userId="6abc7d4556b3b071" providerId="LiveId" clId="{A73E0D9C-676C-43B7-9A99-875A4AA67F46}" dt="2023-11-01T09:57:02.488" v="4451" actId="478"/>
          <ac:spMkLst>
            <pc:docMk/>
            <pc:sldMk cId="3163091979" sldId="2568"/>
            <ac:spMk id="18" creationId="{1380ECEA-7D3C-DA64-EAB9-147EB50354F3}"/>
          </ac:spMkLst>
        </pc:spChg>
        <pc:spChg chg="del">
          <ac:chgData name="Owais Ahmed" userId="6abc7d4556b3b071" providerId="LiveId" clId="{A73E0D9C-676C-43B7-9A99-875A4AA67F46}" dt="2023-11-01T09:49:21.490" v="4354" actId="478"/>
          <ac:spMkLst>
            <pc:docMk/>
            <pc:sldMk cId="3163091979" sldId="2568"/>
            <ac:spMk id="19" creationId="{32B5B6CB-4566-30EA-D922-EDA937D3CB8E}"/>
          </ac:spMkLst>
        </pc:spChg>
        <pc:spChg chg="del">
          <ac:chgData name="Owais Ahmed" userId="6abc7d4556b3b071" providerId="LiveId" clId="{A73E0D9C-676C-43B7-9A99-875A4AA67F46}" dt="2023-11-01T09:49:19.802" v="4353" actId="478"/>
          <ac:spMkLst>
            <pc:docMk/>
            <pc:sldMk cId="3163091979" sldId="2568"/>
            <ac:spMk id="20" creationId="{E1DA110E-59CC-B618-5595-EC4E1FDF2E87}"/>
          </ac:spMkLst>
        </pc:spChg>
        <pc:spChg chg="del">
          <ac:chgData name="Owais Ahmed" userId="6abc7d4556b3b071" providerId="LiveId" clId="{A73E0D9C-676C-43B7-9A99-875A4AA67F46}" dt="2023-11-01T09:49:19.802" v="4353" actId="478"/>
          <ac:spMkLst>
            <pc:docMk/>
            <pc:sldMk cId="3163091979" sldId="2568"/>
            <ac:spMk id="21" creationId="{CB27C5A1-3498-EEAF-66D5-3B5B54E2F595}"/>
          </ac:spMkLst>
        </pc:spChg>
        <pc:spChg chg="del">
          <ac:chgData name="Owais Ahmed" userId="6abc7d4556b3b071" providerId="LiveId" clId="{A73E0D9C-676C-43B7-9A99-875A4AA67F46}" dt="2023-11-01T09:49:19.802" v="4353" actId="478"/>
          <ac:spMkLst>
            <pc:docMk/>
            <pc:sldMk cId="3163091979" sldId="2568"/>
            <ac:spMk id="22" creationId="{2BD4B54D-4E71-AA43-BC4E-E7A106A9D8D9}"/>
          </ac:spMkLst>
        </pc:spChg>
        <pc:spChg chg="del">
          <ac:chgData name="Owais Ahmed" userId="6abc7d4556b3b071" providerId="LiveId" clId="{A73E0D9C-676C-43B7-9A99-875A4AA67F46}" dt="2023-11-01T09:49:19.802" v="4353" actId="478"/>
          <ac:spMkLst>
            <pc:docMk/>
            <pc:sldMk cId="3163091979" sldId="2568"/>
            <ac:spMk id="23" creationId="{ED8DB914-6F6A-39DB-ACA3-3D474ADBA281}"/>
          </ac:spMkLst>
        </pc:spChg>
        <pc:spChg chg="del">
          <ac:chgData name="Owais Ahmed" userId="6abc7d4556b3b071" providerId="LiveId" clId="{A73E0D9C-676C-43B7-9A99-875A4AA67F46}" dt="2023-11-01T09:49:19.802" v="4353" actId="478"/>
          <ac:spMkLst>
            <pc:docMk/>
            <pc:sldMk cId="3163091979" sldId="2568"/>
            <ac:spMk id="24" creationId="{52BF3C11-7E24-E15A-B99B-EA6F162D68C6}"/>
          </ac:spMkLst>
        </pc:spChg>
        <pc:spChg chg="del mod topLvl">
          <ac:chgData name="Owais Ahmed" userId="6abc7d4556b3b071" providerId="LiveId" clId="{A73E0D9C-676C-43B7-9A99-875A4AA67F46}" dt="2023-11-01T09:52:15.237" v="4371" actId="478"/>
          <ac:spMkLst>
            <pc:docMk/>
            <pc:sldMk cId="3163091979" sldId="2568"/>
            <ac:spMk id="25" creationId="{902C7B29-244A-1926-4AE3-99D852760D95}"/>
          </ac:spMkLst>
        </pc:spChg>
        <pc:spChg chg="add del mod topLvl">
          <ac:chgData name="Owais Ahmed" userId="6abc7d4556b3b071" providerId="LiveId" clId="{A73E0D9C-676C-43B7-9A99-875A4AA67F46}" dt="2023-11-01T09:57:02.488" v="4451" actId="478"/>
          <ac:spMkLst>
            <pc:docMk/>
            <pc:sldMk cId="3163091979" sldId="2568"/>
            <ac:spMk id="27" creationId="{B6D5F59A-6EF9-60EE-8D1F-1A870FC8E930}"/>
          </ac:spMkLst>
        </pc:spChg>
        <pc:spChg chg="del">
          <ac:chgData name="Owais Ahmed" userId="6abc7d4556b3b071" providerId="LiveId" clId="{A73E0D9C-676C-43B7-9A99-875A4AA67F46}" dt="2023-11-01T09:49:19.802" v="4353" actId="478"/>
          <ac:spMkLst>
            <pc:docMk/>
            <pc:sldMk cId="3163091979" sldId="2568"/>
            <ac:spMk id="29" creationId="{47D5EB1E-707A-E268-1525-8A3E1BDBB262}"/>
          </ac:spMkLst>
        </pc:spChg>
        <pc:spChg chg="del mod topLvl">
          <ac:chgData name="Owais Ahmed" userId="6abc7d4556b3b071" providerId="LiveId" clId="{A73E0D9C-676C-43B7-9A99-875A4AA67F46}" dt="2023-11-01T09:52:19.725" v="4374" actId="478"/>
          <ac:spMkLst>
            <pc:docMk/>
            <pc:sldMk cId="3163091979" sldId="2568"/>
            <ac:spMk id="30" creationId="{D89544BF-6ADE-DE22-032D-8874055F2747}"/>
          </ac:spMkLst>
        </pc:spChg>
        <pc:spChg chg="add del mod topLvl">
          <ac:chgData name="Owais Ahmed" userId="6abc7d4556b3b071" providerId="LiveId" clId="{A73E0D9C-676C-43B7-9A99-875A4AA67F46}" dt="2023-11-01T09:57:02.488" v="4451" actId="478"/>
          <ac:spMkLst>
            <pc:docMk/>
            <pc:sldMk cId="3163091979" sldId="2568"/>
            <ac:spMk id="32" creationId="{863D9BA3-98E8-4801-8459-2FFAEE4BBDEB}"/>
          </ac:spMkLst>
        </pc:spChg>
        <pc:spChg chg="del mod topLvl">
          <ac:chgData name="Owais Ahmed" userId="6abc7d4556b3b071" providerId="LiveId" clId="{A73E0D9C-676C-43B7-9A99-875A4AA67F46}" dt="2023-11-01T09:52:21.367" v="4376" actId="478"/>
          <ac:spMkLst>
            <pc:docMk/>
            <pc:sldMk cId="3163091979" sldId="2568"/>
            <ac:spMk id="34" creationId="{58ABC0E3-7ED0-9387-36F6-62C325D6DBB0}"/>
          </ac:spMkLst>
        </pc:spChg>
        <pc:spChg chg="add del mod topLvl">
          <ac:chgData name="Owais Ahmed" userId="6abc7d4556b3b071" providerId="LiveId" clId="{A73E0D9C-676C-43B7-9A99-875A4AA67F46}" dt="2023-11-01T09:57:02.488" v="4451" actId="478"/>
          <ac:spMkLst>
            <pc:docMk/>
            <pc:sldMk cId="3163091979" sldId="2568"/>
            <ac:spMk id="35" creationId="{9558D0F8-C623-9775-3149-124817711849}"/>
          </ac:spMkLst>
        </pc:spChg>
        <pc:spChg chg="add del mod topLvl">
          <ac:chgData name="Owais Ahmed" userId="6abc7d4556b3b071" providerId="LiveId" clId="{A73E0D9C-676C-43B7-9A99-875A4AA67F46}" dt="2023-11-01T09:52:44.303" v="4386" actId="478"/>
          <ac:spMkLst>
            <pc:docMk/>
            <pc:sldMk cId="3163091979" sldId="2568"/>
            <ac:spMk id="36" creationId="{EAFAA709-51C6-F350-4C43-5C87DBCB2670}"/>
          </ac:spMkLst>
        </pc:spChg>
        <pc:spChg chg="add del mod topLvl">
          <ac:chgData name="Owais Ahmed" userId="6abc7d4556b3b071" providerId="LiveId" clId="{A73E0D9C-676C-43B7-9A99-875A4AA67F46}" dt="2023-11-01T09:57:02.488" v="4451" actId="478"/>
          <ac:spMkLst>
            <pc:docMk/>
            <pc:sldMk cId="3163091979" sldId="2568"/>
            <ac:spMk id="37" creationId="{7CAD3275-A006-C65D-440A-1F69825CC4CF}"/>
          </ac:spMkLst>
        </pc:spChg>
        <pc:spChg chg="del mod">
          <ac:chgData name="Owais Ahmed" userId="6abc7d4556b3b071" providerId="LiveId" clId="{A73E0D9C-676C-43B7-9A99-875A4AA67F46}" dt="2023-11-01T09:52:03.672" v="4366" actId="478"/>
          <ac:spMkLst>
            <pc:docMk/>
            <pc:sldMk cId="3163091979" sldId="2568"/>
            <ac:spMk id="38" creationId="{6C2BFD66-7299-338D-BB99-286852850E98}"/>
          </ac:spMkLst>
        </pc:spChg>
        <pc:spChg chg="del">
          <ac:chgData name="Owais Ahmed" userId="6abc7d4556b3b071" providerId="LiveId" clId="{A73E0D9C-676C-43B7-9A99-875A4AA67F46}" dt="2023-11-01T09:49:19.802" v="4353" actId="478"/>
          <ac:spMkLst>
            <pc:docMk/>
            <pc:sldMk cId="3163091979" sldId="2568"/>
            <ac:spMk id="39" creationId="{35379958-F3C8-D09C-7CA8-CD06F6879574}"/>
          </ac:spMkLst>
        </pc:spChg>
        <pc:spChg chg="add del mod topLvl">
          <ac:chgData name="Owais Ahmed" userId="6abc7d4556b3b071" providerId="LiveId" clId="{A73E0D9C-676C-43B7-9A99-875A4AA67F46}" dt="2023-11-01T09:57:02.488" v="4451" actId="478"/>
          <ac:spMkLst>
            <pc:docMk/>
            <pc:sldMk cId="3163091979" sldId="2568"/>
            <ac:spMk id="40" creationId="{EA6305AC-E134-43C9-0803-DDD95B8516D0}"/>
          </ac:spMkLst>
        </pc:spChg>
        <pc:spChg chg="del mod">
          <ac:chgData name="Owais Ahmed" userId="6abc7d4556b3b071" providerId="LiveId" clId="{A73E0D9C-676C-43B7-9A99-875A4AA67F46}" dt="2023-11-01T09:52:07.930" v="4369" actId="478"/>
          <ac:spMkLst>
            <pc:docMk/>
            <pc:sldMk cId="3163091979" sldId="2568"/>
            <ac:spMk id="42" creationId="{F7F4FA1A-475B-925D-2303-B5BA76AA275E}"/>
          </ac:spMkLst>
        </pc:spChg>
        <pc:spChg chg="del">
          <ac:chgData name="Owais Ahmed" userId="6abc7d4556b3b071" providerId="LiveId" clId="{A73E0D9C-676C-43B7-9A99-875A4AA67F46}" dt="2023-11-01T09:49:17.914" v="4352" actId="478"/>
          <ac:spMkLst>
            <pc:docMk/>
            <pc:sldMk cId="3163091979" sldId="2568"/>
            <ac:spMk id="44" creationId="{E98ECAE0-2231-5E90-E53D-4F5CE6C43A89}"/>
          </ac:spMkLst>
        </pc:spChg>
        <pc:spChg chg="add del mod topLvl">
          <ac:chgData name="Owais Ahmed" userId="6abc7d4556b3b071" providerId="LiveId" clId="{A73E0D9C-676C-43B7-9A99-875A4AA67F46}" dt="2023-11-01T09:57:02.488" v="4451" actId="478"/>
          <ac:spMkLst>
            <pc:docMk/>
            <pc:sldMk cId="3163091979" sldId="2568"/>
            <ac:spMk id="45" creationId="{8EC3416F-7BFE-C6D2-9CDF-673B134BA6EF}"/>
          </ac:spMkLst>
        </pc:spChg>
        <pc:spChg chg="add mod">
          <ac:chgData name="Owais Ahmed" userId="6abc7d4556b3b071" providerId="LiveId" clId="{A73E0D9C-676C-43B7-9A99-875A4AA67F46}" dt="2023-11-01T10:14:45.259" v="4595" actId="164"/>
          <ac:spMkLst>
            <pc:docMk/>
            <pc:sldMk cId="3163091979" sldId="2568"/>
            <ac:spMk id="68" creationId="{BCD82606-ECE5-EFDE-02A5-F6766E95ACDD}"/>
          </ac:spMkLst>
        </pc:spChg>
        <pc:spChg chg="add mod">
          <ac:chgData name="Owais Ahmed" userId="6abc7d4556b3b071" providerId="LiveId" clId="{A73E0D9C-676C-43B7-9A99-875A4AA67F46}" dt="2023-11-01T10:14:29.996" v="4593" actId="164"/>
          <ac:spMkLst>
            <pc:docMk/>
            <pc:sldMk cId="3163091979" sldId="2568"/>
            <ac:spMk id="69" creationId="{006E418D-CBBE-9656-C77B-FE2234F9E2BC}"/>
          </ac:spMkLst>
        </pc:spChg>
        <pc:spChg chg="add mod">
          <ac:chgData name="Owais Ahmed" userId="6abc7d4556b3b071" providerId="LiveId" clId="{A73E0D9C-676C-43B7-9A99-875A4AA67F46}" dt="2023-11-01T10:14:39.786" v="4594" actId="164"/>
          <ac:spMkLst>
            <pc:docMk/>
            <pc:sldMk cId="3163091979" sldId="2568"/>
            <ac:spMk id="70" creationId="{097B7B8A-3E1F-B963-1A2E-C394FCEB0831}"/>
          </ac:spMkLst>
        </pc:spChg>
        <pc:spChg chg="add mod">
          <ac:chgData name="Owais Ahmed" userId="6abc7d4556b3b071" providerId="LiveId" clId="{A73E0D9C-676C-43B7-9A99-875A4AA67F46}" dt="2023-11-01T10:14:21.171" v="4592" actId="164"/>
          <ac:spMkLst>
            <pc:docMk/>
            <pc:sldMk cId="3163091979" sldId="2568"/>
            <ac:spMk id="71" creationId="{564BFC14-DAFC-3D7F-6BD6-F6A61EF7474E}"/>
          </ac:spMkLst>
        </pc:spChg>
        <pc:spChg chg="add mod">
          <ac:chgData name="Owais Ahmed" userId="6abc7d4556b3b071" providerId="LiveId" clId="{A73E0D9C-676C-43B7-9A99-875A4AA67F46}" dt="2023-11-01T10:14:10.422" v="4591" actId="164"/>
          <ac:spMkLst>
            <pc:docMk/>
            <pc:sldMk cId="3163091979" sldId="2568"/>
            <ac:spMk id="72" creationId="{0450214B-5641-3F69-E7F3-664B2EE61DA1}"/>
          </ac:spMkLst>
        </pc:spChg>
        <pc:spChg chg="add mod">
          <ac:chgData name="Owais Ahmed" userId="6abc7d4556b3b071" providerId="LiveId" clId="{A73E0D9C-676C-43B7-9A99-875A4AA67F46}" dt="2023-11-01T10:14:10.422" v="4591" actId="164"/>
          <ac:spMkLst>
            <pc:docMk/>
            <pc:sldMk cId="3163091979" sldId="2568"/>
            <ac:spMk id="73" creationId="{232D2AB6-A896-1FAA-8B06-596DF79EDDB2}"/>
          </ac:spMkLst>
        </pc:spChg>
        <pc:spChg chg="add mod">
          <ac:chgData name="Owais Ahmed" userId="6abc7d4556b3b071" providerId="LiveId" clId="{A73E0D9C-676C-43B7-9A99-875A4AA67F46}" dt="2023-11-01T10:14:10.422" v="4591" actId="164"/>
          <ac:spMkLst>
            <pc:docMk/>
            <pc:sldMk cId="3163091979" sldId="2568"/>
            <ac:spMk id="74" creationId="{E2533949-D559-6B96-BBD7-C8B0FFAF6741}"/>
          </ac:spMkLst>
        </pc:spChg>
        <pc:spChg chg="add del mod">
          <ac:chgData name="Owais Ahmed" userId="6abc7d4556b3b071" providerId="LiveId" clId="{A73E0D9C-676C-43B7-9A99-875A4AA67F46}" dt="2023-11-01T10:04:57.502" v="4491"/>
          <ac:spMkLst>
            <pc:docMk/>
            <pc:sldMk cId="3163091979" sldId="2568"/>
            <ac:spMk id="75" creationId="{721C2D42-AEC3-E0BF-79A6-CF0CBFC4044B}"/>
          </ac:spMkLst>
        </pc:spChg>
        <pc:spChg chg="add mod">
          <ac:chgData name="Owais Ahmed" userId="6abc7d4556b3b071" providerId="LiveId" clId="{A73E0D9C-676C-43B7-9A99-875A4AA67F46}" dt="2023-11-01T10:14:10.422" v="4591" actId="164"/>
          <ac:spMkLst>
            <pc:docMk/>
            <pc:sldMk cId="3163091979" sldId="2568"/>
            <ac:spMk id="76" creationId="{0D71E067-E299-F0C6-8A2E-365720722D31}"/>
          </ac:spMkLst>
        </pc:spChg>
        <pc:spChg chg="add mod">
          <ac:chgData name="Owais Ahmed" userId="6abc7d4556b3b071" providerId="LiveId" clId="{A73E0D9C-676C-43B7-9A99-875A4AA67F46}" dt="2023-11-01T10:14:10.422" v="4591" actId="164"/>
          <ac:spMkLst>
            <pc:docMk/>
            <pc:sldMk cId="3163091979" sldId="2568"/>
            <ac:spMk id="77" creationId="{BAA59CA3-D273-8243-1736-ACA71A37E052}"/>
          </ac:spMkLst>
        </pc:spChg>
        <pc:spChg chg="add mod">
          <ac:chgData name="Owais Ahmed" userId="6abc7d4556b3b071" providerId="LiveId" clId="{A73E0D9C-676C-43B7-9A99-875A4AA67F46}" dt="2023-11-01T10:14:10.422" v="4591" actId="164"/>
          <ac:spMkLst>
            <pc:docMk/>
            <pc:sldMk cId="3163091979" sldId="2568"/>
            <ac:spMk id="99" creationId="{09E7CDE6-D415-97EB-D160-B302547EDCB7}"/>
          </ac:spMkLst>
        </pc:spChg>
        <pc:spChg chg="add mod">
          <ac:chgData name="Owais Ahmed" userId="6abc7d4556b3b071" providerId="LiveId" clId="{A73E0D9C-676C-43B7-9A99-875A4AA67F46}" dt="2023-11-01T10:14:10.422" v="4591" actId="164"/>
          <ac:spMkLst>
            <pc:docMk/>
            <pc:sldMk cId="3163091979" sldId="2568"/>
            <ac:spMk id="100" creationId="{34946177-4449-B88F-B241-697695198134}"/>
          </ac:spMkLst>
        </pc:spChg>
        <pc:spChg chg="add mod">
          <ac:chgData name="Owais Ahmed" userId="6abc7d4556b3b071" providerId="LiveId" clId="{A73E0D9C-676C-43B7-9A99-875A4AA67F46}" dt="2023-11-01T10:14:10.422" v="4591" actId="164"/>
          <ac:spMkLst>
            <pc:docMk/>
            <pc:sldMk cId="3163091979" sldId="2568"/>
            <ac:spMk id="101" creationId="{AB1E37C9-8259-83CB-9D62-9AC29C2B905F}"/>
          </ac:spMkLst>
        </pc:spChg>
        <pc:spChg chg="add mod">
          <ac:chgData name="Owais Ahmed" userId="6abc7d4556b3b071" providerId="LiveId" clId="{A73E0D9C-676C-43B7-9A99-875A4AA67F46}" dt="2023-11-01T10:14:10.422" v="4591" actId="164"/>
          <ac:spMkLst>
            <pc:docMk/>
            <pc:sldMk cId="3163091979" sldId="2568"/>
            <ac:spMk id="102" creationId="{C3E77A41-CCC1-4715-164F-D651A76EE221}"/>
          </ac:spMkLst>
        </pc:spChg>
        <pc:spChg chg="add mod">
          <ac:chgData name="Owais Ahmed" userId="6abc7d4556b3b071" providerId="LiveId" clId="{A73E0D9C-676C-43B7-9A99-875A4AA67F46}" dt="2023-11-01T10:14:10.422" v="4591" actId="164"/>
          <ac:spMkLst>
            <pc:docMk/>
            <pc:sldMk cId="3163091979" sldId="2568"/>
            <ac:spMk id="103" creationId="{B07F6A2C-1510-5454-662F-EA28688C4A79}"/>
          </ac:spMkLst>
        </pc:spChg>
        <pc:spChg chg="add mod">
          <ac:chgData name="Owais Ahmed" userId="6abc7d4556b3b071" providerId="LiveId" clId="{A73E0D9C-676C-43B7-9A99-875A4AA67F46}" dt="2023-11-01T10:14:56.499" v="4596" actId="164"/>
          <ac:spMkLst>
            <pc:docMk/>
            <pc:sldMk cId="3163091979" sldId="2568"/>
            <ac:spMk id="104" creationId="{65CDD666-5E68-4964-3563-72737121A75F}"/>
          </ac:spMkLst>
        </pc:spChg>
        <pc:spChg chg="add mod">
          <ac:chgData name="Owais Ahmed" userId="6abc7d4556b3b071" providerId="LiveId" clId="{A73E0D9C-676C-43B7-9A99-875A4AA67F46}" dt="2023-11-01T10:14:56.499" v="4596" actId="164"/>
          <ac:spMkLst>
            <pc:docMk/>
            <pc:sldMk cId="3163091979" sldId="2568"/>
            <ac:spMk id="105" creationId="{5F79D34A-8321-0B1C-0D26-3FD9DA4A6D90}"/>
          </ac:spMkLst>
        </pc:spChg>
        <pc:spChg chg="add mod">
          <ac:chgData name="Owais Ahmed" userId="6abc7d4556b3b071" providerId="LiveId" clId="{A73E0D9C-676C-43B7-9A99-875A4AA67F46}" dt="2023-11-01T10:14:56.499" v="4596" actId="164"/>
          <ac:spMkLst>
            <pc:docMk/>
            <pc:sldMk cId="3163091979" sldId="2568"/>
            <ac:spMk id="106" creationId="{404BED28-A5FE-C775-38A2-448BEE7B8966}"/>
          </ac:spMkLst>
        </pc:spChg>
        <pc:spChg chg="add mod">
          <ac:chgData name="Owais Ahmed" userId="6abc7d4556b3b071" providerId="LiveId" clId="{A73E0D9C-676C-43B7-9A99-875A4AA67F46}" dt="2023-11-01T10:14:56.499" v="4596" actId="164"/>
          <ac:spMkLst>
            <pc:docMk/>
            <pc:sldMk cId="3163091979" sldId="2568"/>
            <ac:spMk id="111" creationId="{E301F274-F8CE-6C89-BA98-176181D567B2}"/>
          </ac:spMkLst>
        </pc:spChg>
        <pc:spChg chg="add mod">
          <ac:chgData name="Owais Ahmed" userId="6abc7d4556b3b071" providerId="LiveId" clId="{A73E0D9C-676C-43B7-9A99-875A4AA67F46}" dt="2023-11-01T10:14:56.499" v="4596" actId="164"/>
          <ac:spMkLst>
            <pc:docMk/>
            <pc:sldMk cId="3163091979" sldId="2568"/>
            <ac:spMk id="116" creationId="{D335BC02-001B-A57A-2CF8-78F76C0A93DB}"/>
          </ac:spMkLst>
        </pc:spChg>
        <pc:spChg chg="add mod">
          <ac:chgData name="Owais Ahmed" userId="6abc7d4556b3b071" providerId="LiveId" clId="{A73E0D9C-676C-43B7-9A99-875A4AA67F46}" dt="2023-11-01T10:14:56.499" v="4596" actId="164"/>
          <ac:spMkLst>
            <pc:docMk/>
            <pc:sldMk cId="3163091979" sldId="2568"/>
            <ac:spMk id="117" creationId="{933B5C2B-E23D-F965-53D0-E37FCF477F3A}"/>
          </ac:spMkLst>
        </pc:spChg>
        <pc:spChg chg="add mod">
          <ac:chgData name="Owais Ahmed" userId="6abc7d4556b3b071" providerId="LiveId" clId="{A73E0D9C-676C-43B7-9A99-875A4AA67F46}" dt="2023-11-01T10:14:56.499" v="4596" actId="164"/>
          <ac:spMkLst>
            <pc:docMk/>
            <pc:sldMk cId="3163091979" sldId="2568"/>
            <ac:spMk id="118" creationId="{C38D4138-FC0B-206E-7C92-A4AFC92E8317}"/>
          </ac:spMkLst>
        </pc:spChg>
        <pc:spChg chg="add mod">
          <ac:chgData name="Owais Ahmed" userId="6abc7d4556b3b071" providerId="LiveId" clId="{A73E0D9C-676C-43B7-9A99-875A4AA67F46}" dt="2023-11-01T10:14:56.499" v="4596" actId="164"/>
          <ac:spMkLst>
            <pc:docMk/>
            <pc:sldMk cId="3163091979" sldId="2568"/>
            <ac:spMk id="119" creationId="{86242F01-5493-0B4F-3AC3-A6A075845959}"/>
          </ac:spMkLst>
        </pc:spChg>
        <pc:spChg chg="mod">
          <ac:chgData name="Owais Ahmed" userId="6abc7d4556b3b071" providerId="LiveId" clId="{A73E0D9C-676C-43B7-9A99-875A4AA67F46}" dt="2023-11-01T09:46:57.084" v="4315" actId="1076"/>
          <ac:spMkLst>
            <pc:docMk/>
            <pc:sldMk cId="3163091979" sldId="2568"/>
            <ac:spMk id="215" creationId="{00000000-0000-0000-0000-000000000000}"/>
          </ac:spMkLst>
        </pc:spChg>
        <pc:grpChg chg="add del mod">
          <ac:chgData name="Owais Ahmed" userId="6abc7d4556b3b071" providerId="LiveId" clId="{A73E0D9C-676C-43B7-9A99-875A4AA67F46}" dt="2023-11-01T09:52:11.774" v="4370" actId="165"/>
          <ac:grpSpMkLst>
            <pc:docMk/>
            <pc:sldMk cId="3163091979" sldId="2568"/>
            <ac:grpSpMk id="8" creationId="{4D35D4D0-B236-074F-B271-5AA5D0751536}"/>
          </ac:grpSpMkLst>
        </pc:grpChg>
        <pc:grpChg chg="add mod">
          <ac:chgData name="Owais Ahmed" userId="6abc7d4556b3b071" providerId="LiveId" clId="{A73E0D9C-676C-43B7-9A99-875A4AA67F46}" dt="2023-11-01T10:14:10.422" v="4591" actId="164"/>
          <ac:grpSpMkLst>
            <pc:docMk/>
            <pc:sldMk cId="3163091979" sldId="2568"/>
            <ac:grpSpMk id="120" creationId="{37E7F3B0-33CA-A21C-D653-44CADF0A2329}"/>
          </ac:grpSpMkLst>
        </pc:grpChg>
        <pc:grpChg chg="add mod">
          <ac:chgData name="Owais Ahmed" userId="6abc7d4556b3b071" providerId="LiveId" clId="{A73E0D9C-676C-43B7-9A99-875A4AA67F46}" dt="2023-11-01T10:14:10.422" v="4591" actId="164"/>
          <ac:grpSpMkLst>
            <pc:docMk/>
            <pc:sldMk cId="3163091979" sldId="2568"/>
            <ac:grpSpMk id="121" creationId="{F22D7D7D-AC04-0807-250A-ACD8EFC42426}"/>
          </ac:grpSpMkLst>
        </pc:grpChg>
        <pc:grpChg chg="add mod">
          <ac:chgData name="Owais Ahmed" userId="6abc7d4556b3b071" providerId="LiveId" clId="{A73E0D9C-676C-43B7-9A99-875A4AA67F46}" dt="2023-11-01T10:14:21.171" v="4592" actId="164"/>
          <ac:grpSpMkLst>
            <pc:docMk/>
            <pc:sldMk cId="3163091979" sldId="2568"/>
            <ac:grpSpMk id="122" creationId="{776EA610-3B34-8EE3-7CB3-44A6F9407CB8}"/>
          </ac:grpSpMkLst>
        </pc:grpChg>
        <pc:grpChg chg="add mod">
          <ac:chgData name="Owais Ahmed" userId="6abc7d4556b3b071" providerId="LiveId" clId="{A73E0D9C-676C-43B7-9A99-875A4AA67F46}" dt="2023-11-01T10:14:29.996" v="4593" actId="164"/>
          <ac:grpSpMkLst>
            <pc:docMk/>
            <pc:sldMk cId="3163091979" sldId="2568"/>
            <ac:grpSpMk id="123" creationId="{D83AEC27-D780-F55B-1E06-9326615E754A}"/>
          </ac:grpSpMkLst>
        </pc:grpChg>
        <pc:grpChg chg="add mod">
          <ac:chgData name="Owais Ahmed" userId="6abc7d4556b3b071" providerId="LiveId" clId="{A73E0D9C-676C-43B7-9A99-875A4AA67F46}" dt="2023-11-01T10:14:39.786" v="4594" actId="164"/>
          <ac:grpSpMkLst>
            <pc:docMk/>
            <pc:sldMk cId="3163091979" sldId="2568"/>
            <ac:grpSpMk id="124" creationId="{6A886EC0-5493-92D1-5C9B-572DBC1224EA}"/>
          </ac:grpSpMkLst>
        </pc:grpChg>
        <pc:grpChg chg="add mod">
          <ac:chgData name="Owais Ahmed" userId="6abc7d4556b3b071" providerId="LiveId" clId="{A73E0D9C-676C-43B7-9A99-875A4AA67F46}" dt="2023-11-01T10:14:45.259" v="4595" actId="164"/>
          <ac:grpSpMkLst>
            <pc:docMk/>
            <pc:sldMk cId="3163091979" sldId="2568"/>
            <ac:grpSpMk id="125" creationId="{372B1379-3BE9-FB40-629B-44B184F96767}"/>
          </ac:grpSpMkLst>
        </pc:grpChg>
        <pc:grpChg chg="add mod">
          <ac:chgData name="Owais Ahmed" userId="6abc7d4556b3b071" providerId="LiveId" clId="{A73E0D9C-676C-43B7-9A99-875A4AA67F46}" dt="2023-11-01T10:14:56.499" v="4596" actId="164"/>
          <ac:grpSpMkLst>
            <pc:docMk/>
            <pc:sldMk cId="3163091979" sldId="2568"/>
            <ac:grpSpMk id="126" creationId="{DFC75BE8-F648-3FB3-4530-394D2258BC2B}"/>
          </ac:grpSpMkLst>
        </pc:grpChg>
        <pc:graphicFrameChg chg="del">
          <ac:chgData name="Owais Ahmed" userId="6abc7d4556b3b071" providerId="LiveId" clId="{A73E0D9C-676C-43B7-9A99-875A4AA67F46}" dt="2023-11-01T09:44:53.122" v="4243" actId="478"/>
          <ac:graphicFrameMkLst>
            <pc:docMk/>
            <pc:sldMk cId="3163091979" sldId="2568"/>
            <ac:graphicFrameMk id="4" creationId="{57C6CE5B-28E6-3601-53E7-C7DDF4BF5C4B}"/>
          </ac:graphicFrameMkLst>
        </pc:graphicFrameChg>
        <pc:graphicFrameChg chg="add del mod modGraphic">
          <ac:chgData name="Owais Ahmed" userId="6abc7d4556b3b071" providerId="LiveId" clId="{A73E0D9C-676C-43B7-9A99-875A4AA67F46}" dt="2023-11-01T09:51:32.184" v="4360" actId="18245"/>
          <ac:graphicFrameMkLst>
            <pc:docMk/>
            <pc:sldMk cId="3163091979" sldId="2568"/>
            <ac:graphicFrameMk id="5" creationId="{C84D9F91-9B47-8231-AA28-8236118A09DB}"/>
          </ac:graphicFrameMkLst>
        </pc:graphicFrameChg>
        <pc:cxnChg chg="del mod">
          <ac:chgData name="Owais Ahmed" userId="6abc7d4556b3b071" providerId="LiveId" clId="{A73E0D9C-676C-43B7-9A99-875A4AA67F46}" dt="2023-11-01T09:49:21.490" v="4354" actId="478"/>
          <ac:cxnSpMkLst>
            <pc:docMk/>
            <pc:sldMk cId="3163091979" sldId="2568"/>
            <ac:cxnSpMk id="26" creationId="{E4EFFF76-B83C-B0E8-CEBD-F75402658650}"/>
          </ac:cxnSpMkLst>
        </pc:cxnChg>
        <pc:cxnChg chg="del mod">
          <ac:chgData name="Owais Ahmed" userId="6abc7d4556b3b071" providerId="LiveId" clId="{A73E0D9C-676C-43B7-9A99-875A4AA67F46}" dt="2023-11-01T09:49:19.802" v="4353" actId="478"/>
          <ac:cxnSpMkLst>
            <pc:docMk/>
            <pc:sldMk cId="3163091979" sldId="2568"/>
            <ac:cxnSpMk id="28" creationId="{A07F829E-F840-E581-2363-267280976922}"/>
          </ac:cxnSpMkLst>
        </pc:cxnChg>
        <pc:cxnChg chg="del mod">
          <ac:chgData name="Owais Ahmed" userId="6abc7d4556b3b071" providerId="LiveId" clId="{A73E0D9C-676C-43B7-9A99-875A4AA67F46}" dt="2023-11-01T09:49:19.802" v="4353" actId="478"/>
          <ac:cxnSpMkLst>
            <pc:docMk/>
            <pc:sldMk cId="3163091979" sldId="2568"/>
            <ac:cxnSpMk id="31" creationId="{14F9AB7C-7C99-E7DA-BD3E-85892AC0B164}"/>
          </ac:cxnSpMkLst>
        </pc:cxnChg>
        <pc:cxnChg chg="del mod">
          <ac:chgData name="Owais Ahmed" userId="6abc7d4556b3b071" providerId="LiveId" clId="{A73E0D9C-676C-43B7-9A99-875A4AA67F46}" dt="2023-11-01T09:49:19.802" v="4353" actId="478"/>
          <ac:cxnSpMkLst>
            <pc:docMk/>
            <pc:sldMk cId="3163091979" sldId="2568"/>
            <ac:cxnSpMk id="33" creationId="{4AEC6057-6FB8-DD8D-5F96-F9E8BBD7D56E}"/>
          </ac:cxnSpMkLst>
        </pc:cxnChg>
        <pc:cxnChg chg="del mod">
          <ac:chgData name="Owais Ahmed" userId="6abc7d4556b3b071" providerId="LiveId" clId="{A73E0D9C-676C-43B7-9A99-875A4AA67F46}" dt="2023-11-01T09:49:19.802" v="4353" actId="478"/>
          <ac:cxnSpMkLst>
            <pc:docMk/>
            <pc:sldMk cId="3163091979" sldId="2568"/>
            <ac:cxnSpMk id="41" creationId="{64D76290-5388-F145-C2A8-C4AB58433F6E}"/>
          </ac:cxnSpMkLst>
        </pc:cxnChg>
        <pc:cxnChg chg="del mod">
          <ac:chgData name="Owais Ahmed" userId="6abc7d4556b3b071" providerId="LiveId" clId="{A73E0D9C-676C-43B7-9A99-875A4AA67F46}" dt="2023-11-01T09:49:19.802" v="4353" actId="478"/>
          <ac:cxnSpMkLst>
            <pc:docMk/>
            <pc:sldMk cId="3163091979" sldId="2568"/>
            <ac:cxnSpMk id="43" creationId="{AF6C53BF-EA22-CE93-0D5C-84F080B231B4}"/>
          </ac:cxnSpMkLst>
        </pc:cxnChg>
        <pc:cxnChg chg="del mod">
          <ac:chgData name="Owais Ahmed" userId="6abc7d4556b3b071" providerId="LiveId" clId="{A73E0D9C-676C-43B7-9A99-875A4AA67F46}" dt="2023-11-01T09:49:19.802" v="4353" actId="478"/>
          <ac:cxnSpMkLst>
            <pc:docMk/>
            <pc:sldMk cId="3163091979" sldId="2568"/>
            <ac:cxnSpMk id="46" creationId="{57475851-EAEE-8B03-DCB3-673357A57A8D}"/>
          </ac:cxnSpMkLst>
        </pc:cxnChg>
        <pc:cxnChg chg="del mod">
          <ac:chgData name="Owais Ahmed" userId="6abc7d4556b3b071" providerId="LiveId" clId="{A73E0D9C-676C-43B7-9A99-875A4AA67F46}" dt="2023-11-01T09:49:19.802" v="4353" actId="478"/>
          <ac:cxnSpMkLst>
            <pc:docMk/>
            <pc:sldMk cId="3163091979" sldId="2568"/>
            <ac:cxnSpMk id="48" creationId="{796894D6-8A92-56E0-5DDB-6FAB0BD9E8A9}"/>
          </ac:cxnSpMkLst>
        </pc:cxnChg>
        <pc:cxnChg chg="add del mod">
          <ac:chgData name="Owais Ahmed" userId="6abc7d4556b3b071" providerId="LiveId" clId="{A73E0D9C-676C-43B7-9A99-875A4AA67F46}" dt="2023-11-01T09:54:57.883" v="4411" actId="11529"/>
          <ac:cxnSpMkLst>
            <pc:docMk/>
            <pc:sldMk cId="3163091979" sldId="2568"/>
            <ac:cxnSpMk id="49" creationId="{2AE9B71E-5BC5-2702-337B-F89918FDC76D}"/>
          </ac:cxnSpMkLst>
        </pc:cxnChg>
        <pc:cxnChg chg="add del mod">
          <ac:chgData name="Owais Ahmed" userId="6abc7d4556b3b071" providerId="LiveId" clId="{A73E0D9C-676C-43B7-9A99-875A4AA67F46}" dt="2023-11-01T09:55:09.816" v="4413" actId="11529"/>
          <ac:cxnSpMkLst>
            <pc:docMk/>
            <pc:sldMk cId="3163091979" sldId="2568"/>
            <ac:cxnSpMk id="51" creationId="{8DA44400-5B13-6482-0AD9-67256D595B8D}"/>
          </ac:cxnSpMkLst>
        </pc:cxnChg>
        <pc:cxnChg chg="add del mod">
          <ac:chgData name="Owais Ahmed" userId="6abc7d4556b3b071" providerId="LiveId" clId="{A73E0D9C-676C-43B7-9A99-875A4AA67F46}" dt="2023-11-01T09:56:56.526" v="4441" actId="11529"/>
          <ac:cxnSpMkLst>
            <pc:docMk/>
            <pc:sldMk cId="3163091979" sldId="2568"/>
            <ac:cxnSpMk id="53" creationId="{E0A70951-9894-ABFE-611A-36D1AA0C0641}"/>
          </ac:cxnSpMkLst>
        </pc:cxnChg>
        <pc:cxnChg chg="add del">
          <ac:chgData name="Owais Ahmed" userId="6abc7d4556b3b071" providerId="LiveId" clId="{A73E0D9C-676C-43B7-9A99-875A4AA67F46}" dt="2023-11-01T09:55:28.125" v="4418" actId="11529"/>
          <ac:cxnSpMkLst>
            <pc:docMk/>
            <pc:sldMk cId="3163091979" sldId="2568"/>
            <ac:cxnSpMk id="55" creationId="{CD790572-9650-3E1F-3C02-B6EA6316B9BF}"/>
          </ac:cxnSpMkLst>
        </pc:cxnChg>
        <pc:cxnChg chg="add del mod">
          <ac:chgData name="Owais Ahmed" userId="6abc7d4556b3b071" providerId="LiveId" clId="{A73E0D9C-676C-43B7-9A99-875A4AA67F46}" dt="2023-11-01T09:56:41.332" v="4435" actId="11529"/>
          <ac:cxnSpMkLst>
            <pc:docMk/>
            <pc:sldMk cId="3163091979" sldId="2568"/>
            <ac:cxnSpMk id="57" creationId="{6C3C515F-32C2-AB26-89FF-396A75270133}"/>
          </ac:cxnSpMkLst>
        </pc:cxnChg>
        <pc:cxnChg chg="add del mod">
          <ac:chgData name="Owais Ahmed" userId="6abc7d4556b3b071" providerId="LiveId" clId="{A73E0D9C-676C-43B7-9A99-875A4AA67F46}" dt="2023-11-01T09:56:40.557" v="4433" actId="11529"/>
          <ac:cxnSpMkLst>
            <pc:docMk/>
            <pc:sldMk cId="3163091979" sldId="2568"/>
            <ac:cxnSpMk id="59" creationId="{3AB39198-5A04-7350-0AF6-905DB82D7A1A}"/>
          </ac:cxnSpMkLst>
        </pc:cxnChg>
        <pc:cxnChg chg="add del mod">
          <ac:chgData name="Owais Ahmed" userId="6abc7d4556b3b071" providerId="LiveId" clId="{A73E0D9C-676C-43B7-9A99-875A4AA67F46}" dt="2023-11-01T09:56:12.639" v="4425" actId="11529"/>
          <ac:cxnSpMkLst>
            <pc:docMk/>
            <pc:sldMk cId="3163091979" sldId="2568"/>
            <ac:cxnSpMk id="61" creationId="{C61F4320-A3DC-0BCB-057A-A054C1AC4B09}"/>
          </ac:cxnSpMkLst>
        </pc:cxnChg>
        <pc:cxnChg chg="add del mod">
          <ac:chgData name="Owais Ahmed" userId="6abc7d4556b3b071" providerId="LiveId" clId="{A73E0D9C-676C-43B7-9A99-875A4AA67F46}" dt="2023-11-01T09:56:39.890" v="4431" actId="11529"/>
          <ac:cxnSpMkLst>
            <pc:docMk/>
            <pc:sldMk cId="3163091979" sldId="2568"/>
            <ac:cxnSpMk id="63" creationId="{3156C520-6D18-0664-BA19-A08C106665B1}"/>
          </ac:cxnSpMkLst>
        </pc:cxnChg>
        <pc:cxnChg chg="add del mod">
          <ac:chgData name="Owais Ahmed" userId="6abc7d4556b3b071" providerId="LiveId" clId="{A73E0D9C-676C-43B7-9A99-875A4AA67F46}" dt="2023-11-01T09:56:39.640" v="4430" actId="11529"/>
          <ac:cxnSpMkLst>
            <pc:docMk/>
            <pc:sldMk cId="3163091979" sldId="2568"/>
            <ac:cxnSpMk id="65" creationId="{610A26BE-BFB1-A8BE-388B-C112D04EC202}"/>
          </ac:cxnSpMkLst>
        </pc:cxnChg>
        <pc:cxnChg chg="add del mod">
          <ac:chgData name="Owais Ahmed" userId="6abc7d4556b3b071" providerId="LiveId" clId="{A73E0D9C-676C-43B7-9A99-875A4AA67F46}" dt="2023-11-01T09:56:38.526" v="4429" actId="11529"/>
          <ac:cxnSpMkLst>
            <pc:docMk/>
            <pc:sldMk cId="3163091979" sldId="2568"/>
            <ac:cxnSpMk id="67" creationId="{46298143-CD07-D218-6ABA-AC10389577B5}"/>
          </ac:cxnSpMkLst>
        </pc:cxnChg>
        <pc:cxnChg chg="add mod">
          <ac:chgData name="Owais Ahmed" userId="6abc7d4556b3b071" providerId="LiveId" clId="{A73E0D9C-676C-43B7-9A99-875A4AA67F46}" dt="2023-11-01T10:14:21.171" v="4592" actId="164"/>
          <ac:cxnSpMkLst>
            <pc:docMk/>
            <pc:sldMk cId="3163091979" sldId="2568"/>
            <ac:cxnSpMk id="79" creationId="{FD88976C-AF76-30AA-F419-B7BAAA1F03CA}"/>
          </ac:cxnSpMkLst>
        </pc:cxnChg>
        <pc:cxnChg chg="add mod">
          <ac:chgData name="Owais Ahmed" userId="6abc7d4556b3b071" providerId="LiveId" clId="{A73E0D9C-676C-43B7-9A99-875A4AA67F46}" dt="2023-11-01T10:14:21.171" v="4592" actId="164"/>
          <ac:cxnSpMkLst>
            <pc:docMk/>
            <pc:sldMk cId="3163091979" sldId="2568"/>
            <ac:cxnSpMk id="81" creationId="{6B677DD5-DFA8-63C0-3933-3ED2694F0B52}"/>
          </ac:cxnSpMkLst>
        </pc:cxnChg>
        <pc:cxnChg chg="add mod">
          <ac:chgData name="Owais Ahmed" userId="6abc7d4556b3b071" providerId="LiveId" clId="{A73E0D9C-676C-43B7-9A99-875A4AA67F46}" dt="2023-11-01T10:14:29.996" v="4593" actId="164"/>
          <ac:cxnSpMkLst>
            <pc:docMk/>
            <pc:sldMk cId="3163091979" sldId="2568"/>
            <ac:cxnSpMk id="83" creationId="{F2E6B8DA-238F-15A1-A935-2E319B8FA3D1}"/>
          </ac:cxnSpMkLst>
        </pc:cxnChg>
        <pc:cxnChg chg="add mod">
          <ac:chgData name="Owais Ahmed" userId="6abc7d4556b3b071" providerId="LiveId" clId="{A73E0D9C-676C-43B7-9A99-875A4AA67F46}" dt="2023-11-01T10:14:29.996" v="4593" actId="164"/>
          <ac:cxnSpMkLst>
            <pc:docMk/>
            <pc:sldMk cId="3163091979" sldId="2568"/>
            <ac:cxnSpMk id="85" creationId="{6339F942-E619-2B63-EE71-19656A337D64}"/>
          </ac:cxnSpMkLst>
        </pc:cxnChg>
        <pc:cxnChg chg="add mod">
          <ac:chgData name="Owais Ahmed" userId="6abc7d4556b3b071" providerId="LiveId" clId="{A73E0D9C-676C-43B7-9A99-875A4AA67F46}" dt="2023-11-01T10:14:45.259" v="4595" actId="164"/>
          <ac:cxnSpMkLst>
            <pc:docMk/>
            <pc:sldMk cId="3163091979" sldId="2568"/>
            <ac:cxnSpMk id="87" creationId="{0DB551ED-E558-32EE-2D48-239E2734B3D4}"/>
          </ac:cxnSpMkLst>
        </pc:cxnChg>
        <pc:cxnChg chg="add mod">
          <ac:chgData name="Owais Ahmed" userId="6abc7d4556b3b071" providerId="LiveId" clId="{A73E0D9C-676C-43B7-9A99-875A4AA67F46}" dt="2023-11-01T10:14:39.786" v="4594" actId="164"/>
          <ac:cxnSpMkLst>
            <pc:docMk/>
            <pc:sldMk cId="3163091979" sldId="2568"/>
            <ac:cxnSpMk id="90" creationId="{9E9C9FA7-CD7C-DB3B-651F-D17F714E58A5}"/>
          </ac:cxnSpMkLst>
        </pc:cxnChg>
        <pc:cxnChg chg="add mod">
          <ac:chgData name="Owais Ahmed" userId="6abc7d4556b3b071" providerId="LiveId" clId="{A73E0D9C-676C-43B7-9A99-875A4AA67F46}" dt="2023-11-01T10:14:39.786" v="4594" actId="164"/>
          <ac:cxnSpMkLst>
            <pc:docMk/>
            <pc:sldMk cId="3163091979" sldId="2568"/>
            <ac:cxnSpMk id="92" creationId="{E21F82FB-9C82-2B6D-799A-2D6856424F93}"/>
          </ac:cxnSpMkLst>
        </pc:cxnChg>
        <pc:cxnChg chg="add mod">
          <ac:chgData name="Owais Ahmed" userId="6abc7d4556b3b071" providerId="LiveId" clId="{A73E0D9C-676C-43B7-9A99-875A4AA67F46}" dt="2023-11-01T10:14:45.259" v="4595" actId="164"/>
          <ac:cxnSpMkLst>
            <pc:docMk/>
            <pc:sldMk cId="3163091979" sldId="2568"/>
            <ac:cxnSpMk id="94" creationId="{891FC1A9-51B5-063A-3320-8DED74EDC89D}"/>
          </ac:cxnSpMkLst>
        </pc:cxnChg>
      </pc:sldChg>
      <pc:sldChg chg="addSp modSp add mod ord modAnim">
        <pc:chgData name="Owais Ahmed" userId="6abc7d4556b3b071" providerId="LiveId" clId="{A73E0D9C-676C-43B7-9A99-875A4AA67F46}" dt="2023-11-01T10:27:57.830" v="5186" actId="20577"/>
        <pc:sldMkLst>
          <pc:docMk/>
          <pc:sldMk cId="1491632328" sldId="2569"/>
        </pc:sldMkLst>
        <pc:spChg chg="mod">
          <ac:chgData name="Owais Ahmed" userId="6abc7d4556b3b071" providerId="LiveId" clId="{A73E0D9C-676C-43B7-9A99-875A4AA67F46}" dt="2023-11-01T10:27:57.830" v="5186" actId="20577"/>
          <ac:spMkLst>
            <pc:docMk/>
            <pc:sldMk cId="1491632328" sldId="2569"/>
            <ac:spMk id="3" creationId="{4A1C0383-58FE-E486-295E-B33B8683B938}"/>
          </ac:spMkLst>
        </pc:spChg>
        <pc:graphicFrameChg chg="add mod modGraphic">
          <ac:chgData name="Owais Ahmed" userId="6abc7d4556b3b071" providerId="LiveId" clId="{A73E0D9C-676C-43B7-9A99-875A4AA67F46}" dt="2023-11-01T10:24:27.016" v="4931" actId="1076"/>
          <ac:graphicFrameMkLst>
            <pc:docMk/>
            <pc:sldMk cId="1491632328" sldId="2569"/>
            <ac:graphicFrameMk id="4" creationId="{1886179F-B192-0DC6-38FB-8E73C6ECFA83}"/>
          </ac:graphicFrameMkLst>
        </pc:graphicFrameChg>
      </pc:sldChg>
      <pc:sldChg chg="add del replId">
        <pc:chgData name="Owais Ahmed" userId="6abc7d4556b3b071" providerId="LiveId" clId="{A73E0D9C-676C-43B7-9A99-875A4AA67F46}" dt="2023-11-01T09:04:05.455" v="3324" actId="2890"/>
        <pc:sldMkLst>
          <pc:docMk/>
          <pc:sldMk cId="2631501028" sldId="2569"/>
        </pc:sldMkLst>
      </pc:sldChg>
      <pc:sldChg chg="add del replId">
        <pc:chgData name="Owais Ahmed" userId="6abc7d4556b3b071" providerId="LiveId" clId="{A73E0D9C-676C-43B7-9A99-875A4AA67F46}" dt="2023-11-01T09:04:05.455" v="3324" actId="2890"/>
        <pc:sldMkLst>
          <pc:docMk/>
          <pc:sldMk cId="138675736" sldId="2570"/>
        </pc:sldMkLst>
      </pc:sldChg>
      <pc:sldChg chg="modSp add mod ord modAnim">
        <pc:chgData name="Owais Ahmed" userId="6abc7d4556b3b071" providerId="LiveId" clId="{A73E0D9C-676C-43B7-9A99-875A4AA67F46}" dt="2023-11-01T10:35:40.948" v="6025" actId="20577"/>
        <pc:sldMkLst>
          <pc:docMk/>
          <pc:sldMk cId="2792038537" sldId="2570"/>
        </pc:sldMkLst>
        <pc:spChg chg="mod">
          <ac:chgData name="Owais Ahmed" userId="6abc7d4556b3b071" providerId="LiveId" clId="{A73E0D9C-676C-43B7-9A99-875A4AA67F46}" dt="2023-11-01T10:35:40.948" v="6025" actId="20577"/>
          <ac:spMkLst>
            <pc:docMk/>
            <pc:sldMk cId="2792038537" sldId="2570"/>
            <ac:spMk id="3" creationId="{4A1C0383-58FE-E486-295E-B33B8683B938}"/>
          </ac:spMkLst>
        </pc:spChg>
      </pc:sldChg>
      <pc:sldChg chg="add del replId">
        <pc:chgData name="Owais Ahmed" userId="6abc7d4556b3b071" providerId="LiveId" clId="{A73E0D9C-676C-43B7-9A99-875A4AA67F46}" dt="2023-11-01T09:04:05.455" v="3324" actId="2890"/>
        <pc:sldMkLst>
          <pc:docMk/>
          <pc:sldMk cId="374809449" sldId="2571"/>
        </pc:sldMkLst>
      </pc:sldChg>
      <pc:sldChg chg="modSp add mod modAnim">
        <pc:chgData name="Owais Ahmed" userId="6abc7d4556b3b071" providerId="LiveId" clId="{A73E0D9C-676C-43B7-9A99-875A4AA67F46}" dt="2023-11-08T08:21:51.690" v="7312" actId="20577"/>
        <pc:sldMkLst>
          <pc:docMk/>
          <pc:sldMk cId="1305108838" sldId="2571"/>
        </pc:sldMkLst>
        <pc:spChg chg="mod">
          <ac:chgData name="Owais Ahmed" userId="6abc7d4556b3b071" providerId="LiveId" clId="{A73E0D9C-676C-43B7-9A99-875A4AA67F46}" dt="2023-11-08T08:21:51.690" v="7312" actId="20577"/>
          <ac:spMkLst>
            <pc:docMk/>
            <pc:sldMk cId="1305108838" sldId="2571"/>
            <ac:spMk id="3" creationId="{4A1C0383-58FE-E486-295E-B33B8683B938}"/>
          </ac:spMkLst>
        </pc:spChg>
        <pc:spChg chg="mod">
          <ac:chgData name="Owais Ahmed" userId="6abc7d4556b3b071" providerId="LiveId" clId="{A73E0D9C-676C-43B7-9A99-875A4AA67F46}" dt="2023-11-08T08:01:48.371" v="6156" actId="20577"/>
          <ac:spMkLst>
            <pc:docMk/>
            <pc:sldMk cId="1305108838" sldId="2571"/>
            <ac:spMk id="215" creationId="{00000000-0000-0000-0000-000000000000}"/>
          </ac:spMkLst>
        </pc:spChg>
      </pc:sldChg>
      <pc:sldChg chg="add del replId">
        <pc:chgData name="Owais Ahmed" userId="6abc7d4556b3b071" providerId="LiveId" clId="{A73E0D9C-676C-43B7-9A99-875A4AA67F46}" dt="2023-11-01T09:04:05.455" v="3324" actId="2890"/>
        <pc:sldMkLst>
          <pc:docMk/>
          <pc:sldMk cId="1771613767" sldId="2572"/>
        </pc:sldMkLst>
      </pc:sldChg>
      <pc:sldChg chg="addSp modSp add mod modAnim">
        <pc:chgData name="Owais Ahmed" userId="6abc7d4556b3b071" providerId="LiveId" clId="{A73E0D9C-676C-43B7-9A99-875A4AA67F46}" dt="2023-11-27T08:53:32.175" v="8787" actId="20577"/>
        <pc:sldMkLst>
          <pc:docMk/>
          <pc:sldMk cId="2248356840" sldId="2572"/>
        </pc:sldMkLst>
        <pc:spChg chg="mod">
          <ac:chgData name="Owais Ahmed" userId="6abc7d4556b3b071" providerId="LiveId" clId="{A73E0D9C-676C-43B7-9A99-875A4AA67F46}" dt="2023-11-27T08:53:32.175" v="8787" actId="20577"/>
          <ac:spMkLst>
            <pc:docMk/>
            <pc:sldMk cId="2248356840" sldId="2572"/>
            <ac:spMk id="3" creationId="{4A1C0383-58FE-E486-295E-B33B8683B938}"/>
          </ac:spMkLst>
        </pc:spChg>
        <pc:spChg chg="add mod">
          <ac:chgData name="Owais Ahmed" userId="6abc7d4556b3b071" providerId="LiveId" clId="{A73E0D9C-676C-43B7-9A99-875A4AA67F46}" dt="2023-11-27T08:52:00.874" v="8651" actId="27636"/>
          <ac:spMkLst>
            <pc:docMk/>
            <pc:sldMk cId="2248356840" sldId="2572"/>
            <ac:spMk id="4" creationId="{0C092F88-C68E-5338-85F5-48DB7C3F018D}"/>
          </ac:spMkLst>
        </pc:spChg>
      </pc:sldChg>
      <pc:sldChg chg="add del replId">
        <pc:chgData name="Owais Ahmed" userId="6abc7d4556b3b071" providerId="LiveId" clId="{A73E0D9C-676C-43B7-9A99-875A4AA67F46}" dt="2023-11-01T09:04:05.455" v="3324" actId="2890"/>
        <pc:sldMkLst>
          <pc:docMk/>
          <pc:sldMk cId="3391492129" sldId="2573"/>
        </pc:sldMkLst>
      </pc:sldChg>
      <pc:sldChg chg="add del replId">
        <pc:chgData name="Owais Ahmed" userId="6abc7d4556b3b071" providerId="LiveId" clId="{A73E0D9C-676C-43B7-9A99-875A4AA67F46}" dt="2023-11-01T09:04:05.455" v="3324" actId="2890"/>
        <pc:sldMkLst>
          <pc:docMk/>
          <pc:sldMk cId="1860775333" sldId="2574"/>
        </pc:sldMkLst>
      </pc:sldChg>
      <pc:sldChg chg="add del replId">
        <pc:chgData name="Owais Ahmed" userId="6abc7d4556b3b071" providerId="LiveId" clId="{A73E0D9C-676C-43B7-9A99-875A4AA67F46}" dt="2023-11-01T09:04:05.455" v="3324" actId="2890"/>
        <pc:sldMkLst>
          <pc:docMk/>
          <pc:sldMk cId="1100516667" sldId="2575"/>
        </pc:sldMkLst>
      </pc:sldChg>
      <pc:sldChg chg="add del replId">
        <pc:chgData name="Owais Ahmed" userId="6abc7d4556b3b071" providerId="LiveId" clId="{A73E0D9C-676C-43B7-9A99-875A4AA67F46}" dt="2023-11-01T09:04:05.455" v="3324" actId="2890"/>
        <pc:sldMkLst>
          <pc:docMk/>
          <pc:sldMk cId="2334425768" sldId="2576"/>
        </pc:sldMkLst>
      </pc:sldChg>
      <pc:sldChg chg="add del replId">
        <pc:chgData name="Owais Ahmed" userId="6abc7d4556b3b071" providerId="LiveId" clId="{A73E0D9C-676C-43B7-9A99-875A4AA67F46}" dt="2023-11-01T09:04:05.455" v="3324" actId="2890"/>
        <pc:sldMkLst>
          <pc:docMk/>
          <pc:sldMk cId="2987271229" sldId="2577"/>
        </pc:sldMkLst>
      </pc:sldChg>
      <pc:sldChg chg="add del replId">
        <pc:chgData name="Owais Ahmed" userId="6abc7d4556b3b071" providerId="LiveId" clId="{A73E0D9C-676C-43B7-9A99-875A4AA67F46}" dt="2023-11-01T09:04:05.455" v="3324" actId="2890"/>
        <pc:sldMkLst>
          <pc:docMk/>
          <pc:sldMk cId="1529958825" sldId="2578"/>
        </pc:sldMkLst>
      </pc:sldChg>
      <pc:sldChg chg="add del replId">
        <pc:chgData name="Owais Ahmed" userId="6abc7d4556b3b071" providerId="LiveId" clId="{A73E0D9C-676C-43B7-9A99-875A4AA67F46}" dt="2023-11-01T09:04:05.455" v="3324" actId="2890"/>
        <pc:sldMkLst>
          <pc:docMk/>
          <pc:sldMk cId="566144150" sldId="2579"/>
        </pc:sldMkLst>
      </pc:sldChg>
      <pc:sldChg chg="add del replId">
        <pc:chgData name="Owais Ahmed" userId="6abc7d4556b3b071" providerId="LiveId" clId="{A73E0D9C-676C-43B7-9A99-875A4AA67F46}" dt="2023-11-01T09:04:05.455" v="3324" actId="2890"/>
        <pc:sldMkLst>
          <pc:docMk/>
          <pc:sldMk cId="1265411487" sldId="2580"/>
        </pc:sldMkLst>
      </pc:sldChg>
      <pc:sldChg chg="add del replId">
        <pc:chgData name="Owais Ahmed" userId="6abc7d4556b3b071" providerId="LiveId" clId="{A73E0D9C-676C-43B7-9A99-875A4AA67F46}" dt="2023-11-01T09:04:05.455" v="3324" actId="2890"/>
        <pc:sldMkLst>
          <pc:docMk/>
          <pc:sldMk cId="2063931830" sldId="2581"/>
        </pc:sldMkLst>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6FFEF911-251B-49DA-B0A6-87E57D1363F0}"/>
    <pc:docChg chg="undo redo custSel addSld delSld modSld sldOrd">
      <pc:chgData name="Owais Ahmed" userId="6abc7d4556b3b071" providerId="LiveId" clId="{6FFEF911-251B-49DA-B0A6-87E57D1363F0}" dt="2023-11-15T15:10:23.058" v="4257" actId="20577"/>
      <pc:docMkLst>
        <pc:docMk/>
      </pc:docMkLst>
      <pc:sldChg chg="modSp mod">
        <pc:chgData name="Owais Ahmed" userId="6abc7d4556b3b071" providerId="LiveId" clId="{6FFEF911-251B-49DA-B0A6-87E57D1363F0}" dt="2023-10-31T19:33:52.239" v="3241" actId="20577"/>
        <pc:sldMkLst>
          <pc:docMk/>
          <pc:sldMk cId="1649098948" sldId="2462"/>
        </pc:sldMkLst>
        <pc:spChg chg="mod">
          <ac:chgData name="Owais Ahmed" userId="6abc7d4556b3b071" providerId="LiveId" clId="{6FFEF911-251B-49DA-B0A6-87E57D1363F0}" dt="2023-10-31T19:33:52.239" v="3241" actId="20577"/>
          <ac:spMkLst>
            <pc:docMk/>
            <pc:sldMk cId="1649098948" sldId="2462"/>
            <ac:spMk id="6" creationId="{F3C89A40-EEAA-43AB-9A3A-B2CFDE450F1B}"/>
          </ac:spMkLst>
        </pc:spChg>
      </pc:sldChg>
      <pc:sldChg chg="modSp mod modAnim">
        <pc:chgData name="Owais Ahmed" userId="6abc7d4556b3b071" providerId="LiveId" clId="{6FFEF911-251B-49DA-B0A6-87E57D1363F0}" dt="2023-10-31T17:44:42.968" v="265" actId="20577"/>
        <pc:sldMkLst>
          <pc:docMk/>
          <pc:sldMk cId="296501705" sldId="2557"/>
        </pc:sldMkLst>
        <pc:spChg chg="mod">
          <ac:chgData name="Owais Ahmed" userId="6abc7d4556b3b071" providerId="LiveId" clId="{6FFEF911-251B-49DA-B0A6-87E57D1363F0}" dt="2023-10-31T17:44:42.968" v="265" actId="20577"/>
          <ac:spMkLst>
            <pc:docMk/>
            <pc:sldMk cId="296501705" sldId="2557"/>
            <ac:spMk id="3" creationId="{4A1C0383-58FE-E486-295E-B33B8683B938}"/>
          </ac:spMkLst>
        </pc:spChg>
      </pc:sldChg>
      <pc:sldChg chg="modSp add mod modAnim">
        <pc:chgData name="Owais Ahmed" userId="6abc7d4556b3b071" providerId="LiveId" clId="{6FFEF911-251B-49DA-B0A6-87E57D1363F0}" dt="2023-10-31T18:31:36.081" v="1303" actId="20577"/>
        <pc:sldMkLst>
          <pc:docMk/>
          <pc:sldMk cId="1466069214" sldId="2558"/>
        </pc:sldMkLst>
        <pc:spChg chg="mod">
          <ac:chgData name="Owais Ahmed" userId="6abc7d4556b3b071" providerId="LiveId" clId="{6FFEF911-251B-49DA-B0A6-87E57D1363F0}" dt="2023-10-31T18:31:36.081" v="1303" actId="20577"/>
          <ac:spMkLst>
            <pc:docMk/>
            <pc:sldMk cId="1466069214" sldId="2558"/>
            <ac:spMk id="3" creationId="{4A1C0383-58FE-E486-295E-B33B8683B938}"/>
          </ac:spMkLst>
        </pc:spChg>
        <pc:spChg chg="mod">
          <ac:chgData name="Owais Ahmed" userId="6abc7d4556b3b071" providerId="LiveId" clId="{6FFEF911-251B-49DA-B0A6-87E57D1363F0}" dt="2023-10-31T17:45:49.391" v="292" actId="20577"/>
          <ac:spMkLst>
            <pc:docMk/>
            <pc:sldMk cId="1466069214" sldId="2558"/>
            <ac:spMk id="215" creationId="{00000000-0000-0000-0000-000000000000}"/>
          </ac:spMkLst>
        </pc:spChg>
      </pc:sldChg>
      <pc:sldChg chg="add del">
        <pc:chgData name="Owais Ahmed" userId="6abc7d4556b3b071" providerId="LiveId" clId="{6FFEF911-251B-49DA-B0A6-87E57D1363F0}" dt="2023-10-31T18:14:15.120" v="869" actId="2890"/>
        <pc:sldMkLst>
          <pc:docMk/>
          <pc:sldMk cId="1262923380" sldId="2559"/>
        </pc:sldMkLst>
      </pc:sldChg>
      <pc:sldChg chg="modSp add mod modAnim">
        <pc:chgData name="Owais Ahmed" userId="6abc7d4556b3b071" providerId="LiveId" clId="{6FFEF911-251B-49DA-B0A6-87E57D1363F0}" dt="2023-10-31T19:23:41.358" v="2473" actId="27636"/>
        <pc:sldMkLst>
          <pc:docMk/>
          <pc:sldMk cId="3962249788" sldId="2559"/>
        </pc:sldMkLst>
        <pc:spChg chg="mod">
          <ac:chgData name="Owais Ahmed" userId="6abc7d4556b3b071" providerId="LiveId" clId="{6FFEF911-251B-49DA-B0A6-87E57D1363F0}" dt="2023-10-31T19:23:41.358" v="2473" actId="27636"/>
          <ac:spMkLst>
            <pc:docMk/>
            <pc:sldMk cId="3962249788" sldId="2559"/>
            <ac:spMk id="3" creationId="{4A1C0383-58FE-E486-295E-B33B8683B938}"/>
          </ac:spMkLst>
        </pc:spChg>
      </pc:sldChg>
      <pc:sldChg chg="modSp add mod modAnim modNotesTx">
        <pc:chgData name="Owais Ahmed" userId="6abc7d4556b3b071" providerId="LiveId" clId="{6FFEF911-251B-49DA-B0A6-87E57D1363F0}" dt="2023-10-31T19:46:23.719" v="3974" actId="20577"/>
        <pc:sldMkLst>
          <pc:docMk/>
          <pc:sldMk cId="2599850084" sldId="2560"/>
        </pc:sldMkLst>
        <pc:spChg chg="mod">
          <ac:chgData name="Owais Ahmed" userId="6abc7d4556b3b071" providerId="LiveId" clId="{6FFEF911-251B-49DA-B0A6-87E57D1363F0}" dt="2023-10-31T19:46:23.719" v="3974" actId="20577"/>
          <ac:spMkLst>
            <pc:docMk/>
            <pc:sldMk cId="2599850084" sldId="2560"/>
            <ac:spMk id="3" creationId="{4A1C0383-58FE-E486-295E-B33B8683B938}"/>
          </ac:spMkLst>
        </pc:spChg>
      </pc:sldChg>
      <pc:sldChg chg="modSp add del mod modAnim modNotesTx">
        <pc:chgData name="Owais Ahmed" userId="6abc7d4556b3b071" providerId="LiveId" clId="{6FFEF911-251B-49DA-B0A6-87E57D1363F0}" dt="2023-10-31T20:22:00.218" v="4003" actId="20577"/>
        <pc:sldMkLst>
          <pc:docMk/>
          <pc:sldMk cId="1963263386" sldId="2561"/>
        </pc:sldMkLst>
        <pc:spChg chg="mod">
          <ac:chgData name="Owais Ahmed" userId="6abc7d4556b3b071" providerId="LiveId" clId="{6FFEF911-251B-49DA-B0A6-87E57D1363F0}" dt="2023-10-31T20:21:59.418" v="4002" actId="20577"/>
          <ac:spMkLst>
            <pc:docMk/>
            <pc:sldMk cId="1963263386" sldId="2561"/>
            <ac:spMk id="3" creationId="{4A1C0383-58FE-E486-295E-B33B8683B938}"/>
          </ac:spMkLst>
        </pc:spChg>
        <pc:spChg chg="mod">
          <ac:chgData name="Owais Ahmed" userId="6abc7d4556b3b071" providerId="LiveId" clId="{6FFEF911-251B-49DA-B0A6-87E57D1363F0}" dt="2023-10-31T19:33:58.599" v="3242"/>
          <ac:spMkLst>
            <pc:docMk/>
            <pc:sldMk cId="1963263386" sldId="2561"/>
            <ac:spMk id="215" creationId="{00000000-0000-0000-0000-000000000000}"/>
          </ac:spMkLst>
        </pc:spChg>
      </pc:sldChg>
      <pc:sldChg chg="modSp add mod ord modAnim">
        <pc:chgData name="Owais Ahmed" userId="6abc7d4556b3b071" providerId="LiveId" clId="{6FFEF911-251B-49DA-B0A6-87E57D1363F0}" dt="2023-10-31T20:29:35.599" v="4253" actId="20577"/>
        <pc:sldMkLst>
          <pc:docMk/>
          <pc:sldMk cId="3931964295" sldId="2562"/>
        </pc:sldMkLst>
        <pc:spChg chg="mod">
          <ac:chgData name="Owais Ahmed" userId="6abc7d4556b3b071" providerId="LiveId" clId="{6FFEF911-251B-49DA-B0A6-87E57D1363F0}" dt="2023-10-31T20:29:35.599" v="4253" actId="20577"/>
          <ac:spMkLst>
            <pc:docMk/>
            <pc:sldMk cId="3931964295" sldId="2562"/>
            <ac:spMk id="3" creationId="{4A1C0383-58FE-E486-295E-B33B8683B938}"/>
          </ac:spMkLst>
        </pc:spChg>
        <pc:spChg chg="mod">
          <ac:chgData name="Owais Ahmed" userId="6abc7d4556b3b071" providerId="LiveId" clId="{6FFEF911-251B-49DA-B0A6-87E57D1363F0}" dt="2023-10-31T20:22:13.853" v="4018" actId="20577"/>
          <ac:spMkLst>
            <pc:docMk/>
            <pc:sldMk cId="3931964295" sldId="2562"/>
            <ac:spMk id="215" creationId="{00000000-0000-0000-0000-000000000000}"/>
          </ac:spMkLst>
        </pc:spChg>
      </pc:sldChg>
      <pc:sldChg chg="modSp modAnim">
        <pc:chgData name="Owais Ahmed" userId="6abc7d4556b3b071" providerId="LiveId" clId="{6FFEF911-251B-49DA-B0A6-87E57D1363F0}" dt="2023-11-15T15:10:23.058" v="4257" actId="20577"/>
        <pc:sldMkLst>
          <pc:docMk/>
          <pc:sldMk cId="2248356840" sldId="2572"/>
        </pc:sldMkLst>
        <pc:spChg chg="mod">
          <ac:chgData name="Owais Ahmed" userId="6abc7d4556b3b071" providerId="LiveId" clId="{6FFEF911-251B-49DA-B0A6-87E57D1363F0}" dt="2023-11-15T15:10:23.058" v="4257" actId="20577"/>
          <ac:spMkLst>
            <pc:docMk/>
            <pc:sldMk cId="2248356840" sldId="2572"/>
            <ac:spMk id="3" creationId="{4A1C0383-58FE-E486-295E-B33B8683B938}"/>
          </ac:spMkLst>
        </pc:spChg>
      </pc:sldChg>
    </pc:docChg>
  </pc:docChgLst>
  <pc:docChgLst>
    <pc:chgData name="Owais Ahmed" userId="6abc7d4556b3b071" providerId="LiveId" clId="{121F522D-F26C-4013-A2DF-2A6E836927F8}"/>
    <pc:docChg chg="custSel delSld modSld">
      <pc:chgData name="Owais Ahmed" userId="6abc7d4556b3b071" providerId="LiveId" clId="{121F522D-F26C-4013-A2DF-2A6E836927F8}" dt="2023-10-04T10:40:48.401" v="895" actId="47"/>
      <pc:docMkLst>
        <pc:docMk/>
      </pc:docMkLst>
      <pc:sldChg chg="modSp mod">
        <pc:chgData name="Owais Ahmed" userId="6abc7d4556b3b071" providerId="LiveId" clId="{121F522D-F26C-4013-A2DF-2A6E836927F8}" dt="2023-10-04T10:22:52.379" v="31" actId="20577"/>
        <pc:sldMkLst>
          <pc:docMk/>
          <pc:sldMk cId="1649098948" sldId="2462"/>
        </pc:sldMkLst>
        <pc:spChg chg="mod">
          <ac:chgData name="Owais Ahmed" userId="6abc7d4556b3b071" providerId="LiveId" clId="{121F522D-F26C-4013-A2DF-2A6E836927F8}" dt="2023-10-04T10:22:52.379" v="31" actId="20577"/>
          <ac:spMkLst>
            <pc:docMk/>
            <pc:sldMk cId="1649098948" sldId="2462"/>
            <ac:spMk id="6" creationId="{F3C89A40-EEAA-43AB-9A3A-B2CFDE450F1B}"/>
          </ac:spMkLst>
        </pc:spChg>
      </pc:sldChg>
      <pc:sldChg chg="modSp mod modAnim">
        <pc:chgData name="Owais Ahmed" userId="6abc7d4556b3b071" providerId="LiveId" clId="{121F522D-F26C-4013-A2DF-2A6E836927F8}" dt="2023-10-04T10:31:43.246" v="889" actId="20577"/>
        <pc:sldMkLst>
          <pc:docMk/>
          <pc:sldMk cId="296501705" sldId="2557"/>
        </pc:sldMkLst>
        <pc:spChg chg="mod">
          <ac:chgData name="Owais Ahmed" userId="6abc7d4556b3b071" providerId="LiveId" clId="{121F522D-F26C-4013-A2DF-2A6E836927F8}" dt="2023-10-04T10:31:43.246" v="889" actId="20577"/>
          <ac:spMkLst>
            <pc:docMk/>
            <pc:sldMk cId="296501705" sldId="2557"/>
            <ac:spMk id="3" creationId="{4A1C0383-58FE-E486-295E-B33B8683B938}"/>
          </ac:spMkLst>
        </pc:spChg>
        <pc:spChg chg="mod">
          <ac:chgData name="Owais Ahmed" userId="6abc7d4556b3b071" providerId="LiveId" clId="{121F522D-F26C-4013-A2DF-2A6E836927F8}" dt="2023-10-04T10:24:28.472" v="58" actId="20577"/>
          <ac:spMkLst>
            <pc:docMk/>
            <pc:sldMk cId="296501705" sldId="2557"/>
            <ac:spMk id="215" creationId="{00000000-0000-0000-0000-000000000000}"/>
          </ac:spMkLst>
        </pc:spChg>
      </pc:sldChg>
      <pc:sldChg chg="del">
        <pc:chgData name="Owais Ahmed" userId="6abc7d4556b3b071" providerId="LiveId" clId="{121F522D-F26C-4013-A2DF-2A6E836927F8}" dt="2023-10-04T10:40:26.628" v="890" actId="47"/>
        <pc:sldMkLst>
          <pc:docMk/>
          <pc:sldMk cId="434899577" sldId="2558"/>
        </pc:sldMkLst>
      </pc:sldChg>
      <pc:sldChg chg="del">
        <pc:chgData name="Owais Ahmed" userId="6abc7d4556b3b071" providerId="LiveId" clId="{121F522D-F26C-4013-A2DF-2A6E836927F8}" dt="2023-10-04T10:40:26.628" v="890" actId="47"/>
        <pc:sldMkLst>
          <pc:docMk/>
          <pc:sldMk cId="3699905756" sldId="2559"/>
        </pc:sldMkLst>
      </pc:sldChg>
      <pc:sldChg chg="del">
        <pc:chgData name="Owais Ahmed" userId="6abc7d4556b3b071" providerId="LiveId" clId="{121F522D-F26C-4013-A2DF-2A6E836927F8}" dt="2023-10-04T10:40:26.628" v="890" actId="47"/>
        <pc:sldMkLst>
          <pc:docMk/>
          <pc:sldMk cId="2653031371" sldId="2560"/>
        </pc:sldMkLst>
      </pc:sldChg>
      <pc:sldChg chg="del">
        <pc:chgData name="Owais Ahmed" userId="6abc7d4556b3b071" providerId="LiveId" clId="{121F522D-F26C-4013-A2DF-2A6E836927F8}" dt="2023-10-04T10:40:26.628" v="890" actId="47"/>
        <pc:sldMkLst>
          <pc:docMk/>
          <pc:sldMk cId="224988690" sldId="2561"/>
        </pc:sldMkLst>
      </pc:sldChg>
      <pc:sldChg chg="del">
        <pc:chgData name="Owais Ahmed" userId="6abc7d4556b3b071" providerId="LiveId" clId="{121F522D-F26C-4013-A2DF-2A6E836927F8}" dt="2023-10-04T10:40:26.628" v="890" actId="47"/>
        <pc:sldMkLst>
          <pc:docMk/>
          <pc:sldMk cId="3132273384" sldId="2562"/>
        </pc:sldMkLst>
      </pc:sldChg>
      <pc:sldChg chg="del">
        <pc:chgData name="Owais Ahmed" userId="6abc7d4556b3b071" providerId="LiveId" clId="{121F522D-F26C-4013-A2DF-2A6E836927F8}" dt="2023-10-04T10:40:26.628" v="890" actId="47"/>
        <pc:sldMkLst>
          <pc:docMk/>
          <pc:sldMk cId="3330436801" sldId="2563"/>
        </pc:sldMkLst>
      </pc:sldChg>
      <pc:sldChg chg="del">
        <pc:chgData name="Owais Ahmed" userId="6abc7d4556b3b071" providerId="LiveId" clId="{121F522D-F26C-4013-A2DF-2A6E836927F8}" dt="2023-10-04T10:40:30.474" v="891" actId="47"/>
        <pc:sldMkLst>
          <pc:docMk/>
          <pc:sldMk cId="1325755899" sldId="2564"/>
        </pc:sldMkLst>
      </pc:sldChg>
      <pc:sldChg chg="del">
        <pc:chgData name="Owais Ahmed" userId="6abc7d4556b3b071" providerId="LiveId" clId="{121F522D-F26C-4013-A2DF-2A6E836927F8}" dt="2023-10-04T10:40:30.474" v="891" actId="47"/>
        <pc:sldMkLst>
          <pc:docMk/>
          <pc:sldMk cId="2136095335" sldId="2565"/>
        </pc:sldMkLst>
      </pc:sldChg>
      <pc:sldChg chg="del">
        <pc:chgData name="Owais Ahmed" userId="6abc7d4556b3b071" providerId="LiveId" clId="{121F522D-F26C-4013-A2DF-2A6E836927F8}" dt="2023-10-04T10:40:30.474" v="891" actId="47"/>
        <pc:sldMkLst>
          <pc:docMk/>
          <pc:sldMk cId="786819306" sldId="2566"/>
        </pc:sldMkLst>
      </pc:sldChg>
      <pc:sldChg chg="del">
        <pc:chgData name="Owais Ahmed" userId="6abc7d4556b3b071" providerId="LiveId" clId="{121F522D-F26C-4013-A2DF-2A6E836927F8}" dt="2023-10-04T10:40:30.474" v="891" actId="47"/>
        <pc:sldMkLst>
          <pc:docMk/>
          <pc:sldMk cId="1120982729" sldId="2568"/>
        </pc:sldMkLst>
      </pc:sldChg>
      <pc:sldChg chg="del">
        <pc:chgData name="Owais Ahmed" userId="6abc7d4556b3b071" providerId="LiveId" clId="{121F522D-F26C-4013-A2DF-2A6E836927F8}" dt="2023-10-04T10:40:34.565" v="892" actId="47"/>
        <pc:sldMkLst>
          <pc:docMk/>
          <pc:sldMk cId="3259772413" sldId="2569"/>
        </pc:sldMkLst>
      </pc:sldChg>
      <pc:sldChg chg="del">
        <pc:chgData name="Owais Ahmed" userId="6abc7d4556b3b071" providerId="LiveId" clId="{121F522D-F26C-4013-A2DF-2A6E836927F8}" dt="2023-10-04T10:40:34.565" v="892" actId="47"/>
        <pc:sldMkLst>
          <pc:docMk/>
          <pc:sldMk cId="345547534" sldId="2570"/>
        </pc:sldMkLst>
      </pc:sldChg>
      <pc:sldChg chg="del">
        <pc:chgData name="Owais Ahmed" userId="6abc7d4556b3b071" providerId="LiveId" clId="{121F522D-F26C-4013-A2DF-2A6E836927F8}" dt="2023-10-04T10:40:48.401" v="895" actId="47"/>
        <pc:sldMkLst>
          <pc:docMk/>
          <pc:sldMk cId="2705189823" sldId="2571"/>
        </pc:sldMkLst>
      </pc:sldChg>
      <pc:sldChg chg="del">
        <pc:chgData name="Owais Ahmed" userId="6abc7d4556b3b071" providerId="LiveId" clId="{121F522D-F26C-4013-A2DF-2A6E836927F8}" dt="2023-10-04T10:40:45.936" v="894" actId="47"/>
        <pc:sldMkLst>
          <pc:docMk/>
          <pc:sldMk cId="195981011" sldId="2572"/>
        </pc:sldMkLst>
      </pc:sldChg>
      <pc:sldChg chg="del">
        <pc:chgData name="Owais Ahmed" userId="6abc7d4556b3b071" providerId="LiveId" clId="{121F522D-F26C-4013-A2DF-2A6E836927F8}" dt="2023-10-04T10:40:44.784" v="893" actId="47"/>
        <pc:sldMkLst>
          <pc:docMk/>
          <pc:sldMk cId="3050182891" sldId="2573"/>
        </pc:sldMkLst>
      </pc:sldChg>
      <pc:sldChg chg="del">
        <pc:chgData name="Owais Ahmed" userId="6abc7d4556b3b071" providerId="LiveId" clId="{121F522D-F26C-4013-A2DF-2A6E836927F8}" dt="2023-10-04T10:40:30.474" v="891" actId="47"/>
        <pc:sldMkLst>
          <pc:docMk/>
          <pc:sldMk cId="1835063850" sldId="2578"/>
        </pc:sldMkLst>
      </pc:sldChg>
      <pc:sldChg chg="del">
        <pc:chgData name="Owais Ahmed" userId="6abc7d4556b3b071" providerId="LiveId" clId="{121F522D-F26C-4013-A2DF-2A6E836927F8}" dt="2023-10-04T10:40:30.474" v="891" actId="47"/>
        <pc:sldMkLst>
          <pc:docMk/>
          <pc:sldMk cId="150925741" sldId="2579"/>
        </pc:sldMkLst>
      </pc:sldChg>
      <pc:sldChg chg="del">
        <pc:chgData name="Owais Ahmed" userId="6abc7d4556b3b071" providerId="LiveId" clId="{121F522D-F26C-4013-A2DF-2A6E836927F8}" dt="2023-10-04T10:40:30.474" v="891" actId="47"/>
        <pc:sldMkLst>
          <pc:docMk/>
          <pc:sldMk cId="3164841762" sldId="2580"/>
        </pc:sldMkLst>
      </pc:sldChg>
      <pc:sldChg chg="del">
        <pc:chgData name="Owais Ahmed" userId="6abc7d4556b3b071" providerId="LiveId" clId="{121F522D-F26C-4013-A2DF-2A6E836927F8}" dt="2023-10-04T10:40:30.474" v="891" actId="47"/>
        <pc:sldMkLst>
          <pc:docMk/>
          <pc:sldMk cId="4253636147" sldId="2581"/>
        </pc:sldMkLst>
      </pc:sldChg>
      <pc:sldChg chg="del">
        <pc:chgData name="Owais Ahmed" userId="6abc7d4556b3b071" providerId="LiveId" clId="{121F522D-F26C-4013-A2DF-2A6E836927F8}" dt="2023-10-04T10:40:34.565" v="892" actId="47"/>
        <pc:sldMkLst>
          <pc:docMk/>
          <pc:sldMk cId="2684752333" sldId="2582"/>
        </pc:sldMkLst>
      </pc:sldChg>
      <pc:sldChg chg="del">
        <pc:chgData name="Owais Ahmed" userId="6abc7d4556b3b071" providerId="LiveId" clId="{121F522D-F26C-4013-A2DF-2A6E836927F8}" dt="2023-10-04T10:40:34.565" v="892" actId="47"/>
        <pc:sldMkLst>
          <pc:docMk/>
          <pc:sldMk cId="213204764" sldId="2584"/>
        </pc:sldMkLst>
      </pc:sldChg>
      <pc:sldChg chg="del">
        <pc:chgData name="Owais Ahmed" userId="6abc7d4556b3b071" providerId="LiveId" clId="{121F522D-F26C-4013-A2DF-2A6E836927F8}" dt="2023-10-04T10:40:34.565" v="892" actId="47"/>
        <pc:sldMkLst>
          <pc:docMk/>
          <pc:sldMk cId="3970414602" sldId="2585"/>
        </pc:sldMkLst>
      </pc:sldChg>
      <pc:sldChg chg="del">
        <pc:chgData name="Owais Ahmed" userId="6abc7d4556b3b071" providerId="LiveId" clId="{121F522D-F26C-4013-A2DF-2A6E836927F8}" dt="2023-10-04T10:40:34.565" v="892" actId="47"/>
        <pc:sldMkLst>
          <pc:docMk/>
          <pc:sldMk cId="2285914733" sldId="2586"/>
        </pc:sldMkLst>
      </pc:sldChg>
      <pc:sldChg chg="del">
        <pc:chgData name="Owais Ahmed" userId="6abc7d4556b3b071" providerId="LiveId" clId="{121F522D-F26C-4013-A2DF-2A6E836927F8}" dt="2023-10-04T10:40:34.565" v="892" actId="47"/>
        <pc:sldMkLst>
          <pc:docMk/>
          <pc:sldMk cId="1201433262" sldId="2587"/>
        </pc:sldMkLst>
      </pc:sldChg>
      <pc:sldChg chg="del">
        <pc:chgData name="Owais Ahmed" userId="6abc7d4556b3b071" providerId="LiveId" clId="{121F522D-F26C-4013-A2DF-2A6E836927F8}" dt="2023-10-04T10:40:34.565" v="892" actId="47"/>
        <pc:sldMkLst>
          <pc:docMk/>
          <pc:sldMk cId="2208228190" sldId="2588"/>
        </pc:sldMkLst>
      </pc:sldChg>
    </pc:docChg>
  </pc:docChgLst>
  <pc:docChgLst>
    <pc:chgData name="Owais Ahmed" userId="6abc7d4556b3b071" providerId="LiveId" clId="{81CA97F3-07D4-40E2-83B8-88E50E57682F}"/>
    <pc:docChg chg="undo custSel addSld modSld">
      <pc:chgData name="Owais Ahmed" userId="6abc7d4556b3b071" providerId="LiveId" clId="{81CA97F3-07D4-40E2-83B8-88E50E57682F}" dt="2023-12-06T12:06:57.685" v="951" actId="1076"/>
      <pc:docMkLst>
        <pc:docMk/>
      </pc:docMkLst>
      <pc:sldChg chg="modSp mod">
        <pc:chgData name="Owais Ahmed" userId="6abc7d4556b3b071" providerId="LiveId" clId="{81CA97F3-07D4-40E2-83B8-88E50E57682F}" dt="2023-12-06T11:06:14.589" v="82" actId="20577"/>
        <pc:sldMkLst>
          <pc:docMk/>
          <pc:sldMk cId="1649098948" sldId="2462"/>
        </pc:sldMkLst>
        <pc:spChg chg="mod">
          <ac:chgData name="Owais Ahmed" userId="6abc7d4556b3b071" providerId="LiveId" clId="{81CA97F3-07D4-40E2-83B8-88E50E57682F}" dt="2023-12-06T11:06:14.589" v="82" actId="20577"/>
          <ac:spMkLst>
            <pc:docMk/>
            <pc:sldMk cId="1649098948" sldId="2462"/>
            <ac:spMk id="6" creationId="{F3C89A40-EEAA-43AB-9A3A-B2CFDE450F1B}"/>
          </ac:spMkLst>
        </pc:spChg>
      </pc:sldChg>
      <pc:sldChg chg="modSp mod">
        <pc:chgData name="Owais Ahmed" userId="6abc7d4556b3b071" providerId="LiveId" clId="{81CA97F3-07D4-40E2-83B8-88E50E57682F}" dt="2023-12-06T11:03:52.377" v="0"/>
        <pc:sldMkLst>
          <pc:docMk/>
          <pc:sldMk cId="146856052" sldId="2503"/>
        </pc:sldMkLst>
        <pc:spChg chg="mod">
          <ac:chgData name="Owais Ahmed" userId="6abc7d4556b3b071" providerId="LiveId" clId="{81CA97F3-07D4-40E2-83B8-88E50E57682F}" dt="2023-12-06T11:03:52.377" v="0"/>
          <ac:spMkLst>
            <pc:docMk/>
            <pc:sldMk cId="146856052" sldId="2503"/>
            <ac:spMk id="9" creationId="{79DC1498-E692-42BA-B69F-6D37E6CFACA0}"/>
          </ac:spMkLst>
        </pc:spChg>
      </pc:sldChg>
      <pc:sldChg chg="modSp mod modAnim">
        <pc:chgData name="Owais Ahmed" userId="6abc7d4556b3b071" providerId="LiveId" clId="{81CA97F3-07D4-40E2-83B8-88E50E57682F}" dt="2023-12-06T11:12:21.775" v="500" actId="20577"/>
        <pc:sldMkLst>
          <pc:docMk/>
          <pc:sldMk cId="296501705" sldId="2557"/>
        </pc:sldMkLst>
        <pc:spChg chg="mod">
          <ac:chgData name="Owais Ahmed" userId="6abc7d4556b3b071" providerId="LiveId" clId="{81CA97F3-07D4-40E2-83B8-88E50E57682F}" dt="2023-12-06T11:12:21.775" v="500" actId="20577"/>
          <ac:spMkLst>
            <pc:docMk/>
            <pc:sldMk cId="296501705" sldId="2557"/>
            <ac:spMk id="3" creationId="{4A1C0383-58FE-E486-295E-B33B8683B938}"/>
          </ac:spMkLst>
        </pc:spChg>
        <pc:spChg chg="mod">
          <ac:chgData name="Owais Ahmed" userId="6abc7d4556b3b071" providerId="LiveId" clId="{81CA97F3-07D4-40E2-83B8-88E50E57682F}" dt="2023-12-06T11:07:21.277" v="94" actId="20577"/>
          <ac:spMkLst>
            <pc:docMk/>
            <pc:sldMk cId="296501705" sldId="2557"/>
            <ac:spMk id="215" creationId="{00000000-0000-0000-0000-000000000000}"/>
          </ac:spMkLst>
        </pc:spChg>
      </pc:sldChg>
      <pc:sldChg chg="addSp delSp modSp mod modAnim">
        <pc:chgData name="Owais Ahmed" userId="6abc7d4556b3b071" providerId="LiveId" clId="{81CA97F3-07D4-40E2-83B8-88E50E57682F}" dt="2023-12-06T11:58:37.385" v="850" actId="208"/>
        <pc:sldMkLst>
          <pc:docMk/>
          <pc:sldMk cId="1466069214" sldId="2558"/>
        </pc:sldMkLst>
        <pc:spChg chg="mod">
          <ac:chgData name="Owais Ahmed" userId="6abc7d4556b3b071" providerId="LiveId" clId="{81CA97F3-07D4-40E2-83B8-88E50E57682F}" dt="2023-12-06T11:58:19.285" v="848" actId="20577"/>
          <ac:spMkLst>
            <pc:docMk/>
            <pc:sldMk cId="1466069214" sldId="2558"/>
            <ac:spMk id="3" creationId="{4A1C0383-58FE-E486-295E-B33B8683B938}"/>
          </ac:spMkLst>
        </pc:spChg>
        <pc:picChg chg="add del">
          <ac:chgData name="Owais Ahmed" userId="6abc7d4556b3b071" providerId="LiveId" clId="{81CA97F3-07D4-40E2-83B8-88E50E57682F}" dt="2023-12-06T11:57:47.515" v="798"/>
          <ac:picMkLst>
            <pc:docMk/>
            <pc:sldMk cId="1466069214" sldId="2558"/>
            <ac:picMk id="1026" creationId="{378DF756-400E-2765-321C-97D6B5DD6C16}"/>
          </ac:picMkLst>
        </pc:picChg>
        <pc:picChg chg="add mod">
          <ac:chgData name="Owais Ahmed" userId="6abc7d4556b3b071" providerId="LiveId" clId="{81CA97F3-07D4-40E2-83B8-88E50E57682F}" dt="2023-12-06T11:58:37.385" v="850" actId="208"/>
          <ac:picMkLst>
            <pc:docMk/>
            <pc:sldMk cId="1466069214" sldId="2558"/>
            <ac:picMk id="1028" creationId="{A9BAED3D-52DA-71E5-DE89-364D5D8EB2B1}"/>
          </ac:picMkLst>
        </pc:picChg>
      </pc:sldChg>
      <pc:sldChg chg="addSp delSp modSp add mod delAnim modAnim">
        <pc:chgData name="Owais Ahmed" userId="6abc7d4556b3b071" providerId="LiveId" clId="{81CA97F3-07D4-40E2-83B8-88E50E57682F}" dt="2023-12-06T12:06:57.685" v="951" actId="1076"/>
        <pc:sldMkLst>
          <pc:docMk/>
          <pc:sldMk cId="3128610596" sldId="2573"/>
        </pc:sldMkLst>
        <pc:spChg chg="del mod">
          <ac:chgData name="Owais Ahmed" userId="6abc7d4556b3b071" providerId="LiveId" clId="{81CA97F3-07D4-40E2-83B8-88E50E57682F}" dt="2023-12-06T11:59:20.206" v="935" actId="478"/>
          <ac:spMkLst>
            <pc:docMk/>
            <pc:sldMk cId="3128610596" sldId="2573"/>
            <ac:spMk id="3" creationId="{4A1C0383-58FE-E486-295E-B33B8683B938}"/>
          </ac:spMkLst>
        </pc:spChg>
        <pc:picChg chg="add del mod">
          <ac:chgData name="Owais Ahmed" userId="6abc7d4556b3b071" providerId="LiveId" clId="{81CA97F3-07D4-40E2-83B8-88E50E57682F}" dt="2023-12-06T12:06:53.613" v="950" actId="14100"/>
          <ac:picMkLst>
            <pc:docMk/>
            <pc:sldMk cId="3128610596" sldId="2573"/>
            <ac:picMk id="4" creationId="{0036E5AC-22BC-5688-1C64-C772BA1131FF}"/>
          </ac:picMkLst>
        </pc:picChg>
        <pc:picChg chg="add del">
          <ac:chgData name="Owais Ahmed" userId="6abc7d4556b3b071" providerId="LiveId" clId="{81CA97F3-07D4-40E2-83B8-88E50E57682F}" dt="2023-12-06T12:06:19.965" v="942" actId="22"/>
          <ac:picMkLst>
            <pc:docMk/>
            <pc:sldMk cId="3128610596" sldId="2573"/>
            <ac:picMk id="6" creationId="{4FBDB016-35EE-ECD4-73D0-C52C9FBB61E5}"/>
          </ac:picMkLst>
        </pc:picChg>
        <pc:picChg chg="add del mod">
          <ac:chgData name="Owais Ahmed" userId="6abc7d4556b3b071" providerId="LiveId" clId="{81CA97F3-07D4-40E2-83B8-88E50E57682F}" dt="2023-12-06T12:06:19.692" v="941"/>
          <ac:picMkLst>
            <pc:docMk/>
            <pc:sldMk cId="3128610596" sldId="2573"/>
            <ac:picMk id="7" creationId="{69417AB3-7B8E-C1EA-AEA9-4C94185ACBE3}"/>
          </ac:picMkLst>
        </pc:picChg>
        <pc:picChg chg="add del mod">
          <ac:chgData name="Owais Ahmed" userId="6abc7d4556b3b071" providerId="LiveId" clId="{81CA97F3-07D4-40E2-83B8-88E50E57682F}" dt="2023-12-06T12:06:22.448" v="945"/>
          <ac:picMkLst>
            <pc:docMk/>
            <pc:sldMk cId="3128610596" sldId="2573"/>
            <ac:picMk id="8" creationId="{E505A230-BCFD-2762-41C1-FA72F043F03F}"/>
          </ac:picMkLst>
        </pc:picChg>
        <pc:picChg chg="add mod">
          <ac:chgData name="Owais Ahmed" userId="6abc7d4556b3b071" providerId="LiveId" clId="{81CA97F3-07D4-40E2-83B8-88E50E57682F}" dt="2023-12-06T12:06:57.685" v="951" actId="1076"/>
          <ac:picMkLst>
            <pc:docMk/>
            <pc:sldMk cId="3128610596" sldId="2573"/>
            <ac:picMk id="10" creationId="{E0E9F8CD-10F3-03D2-8E86-7940961D62D4}"/>
          </ac:picMkLst>
        </pc:picChg>
        <pc:picChg chg="del">
          <ac:chgData name="Owais Ahmed" userId="6abc7d4556b3b071" providerId="LiveId" clId="{81CA97F3-07D4-40E2-83B8-88E50E57682F}" dt="2023-12-06T11:58:41.457" v="851" actId="478"/>
          <ac:picMkLst>
            <pc:docMk/>
            <pc:sldMk cId="3128610596" sldId="2573"/>
            <ac:picMk id="1028" creationId="{A9BAED3D-52DA-71E5-DE89-364D5D8EB2B1}"/>
          </ac:picMkLst>
        </pc:picChg>
      </pc:sldChg>
    </pc:docChg>
  </pc:docChgLst>
  <pc:docChgLst>
    <pc:chgData name="Owais Ahmed" userId="6abc7d4556b3b071" providerId="LiveId" clId="{C968DFF7-75EA-425C-B744-BCB0C5DAAF5B}"/>
    <pc:docChg chg="undo custSel addSld delSld modSld sldOrd">
      <pc:chgData name="Owais Ahmed" userId="6abc7d4556b3b071" providerId="LiveId" clId="{C968DFF7-75EA-425C-B744-BCB0C5DAAF5B}" dt="2023-08-22T05:24:27.373" v="14616" actId="20577"/>
      <pc:docMkLst>
        <pc:docMk/>
      </pc:docMkLst>
      <pc:sldChg chg="modSp mod">
        <pc:chgData name="Owais Ahmed" userId="6abc7d4556b3b071" providerId="LiveId" clId="{C968DFF7-75EA-425C-B744-BCB0C5DAAF5B}" dt="2023-08-17T09:37:48.385" v="12743" actId="20577"/>
        <pc:sldMkLst>
          <pc:docMk/>
          <pc:sldMk cId="1649098948" sldId="2462"/>
        </pc:sldMkLst>
        <pc:spChg chg="mod">
          <ac:chgData name="Owais Ahmed" userId="6abc7d4556b3b071" providerId="LiveId" clId="{C968DFF7-75EA-425C-B744-BCB0C5DAAF5B}" dt="2023-08-17T09:37:48.385" v="12743" actId="20577"/>
          <ac:spMkLst>
            <pc:docMk/>
            <pc:sldMk cId="1649098948" sldId="2462"/>
            <ac:spMk id="6" creationId="{F3C89A40-EEAA-43AB-9A3A-B2CFDE450F1B}"/>
          </ac:spMkLst>
        </pc:spChg>
      </pc:sldChg>
      <pc:sldChg chg="modSp mod modAnim">
        <pc:chgData name="Owais Ahmed" userId="6abc7d4556b3b071" providerId="LiveId" clId="{C968DFF7-75EA-425C-B744-BCB0C5DAAF5B}" dt="2023-08-10T07:32:45.723" v="812" actId="20577"/>
        <pc:sldMkLst>
          <pc:docMk/>
          <pc:sldMk cId="296501705" sldId="2557"/>
        </pc:sldMkLst>
        <pc:spChg chg="mod">
          <ac:chgData name="Owais Ahmed" userId="6abc7d4556b3b071" providerId="LiveId" clId="{C968DFF7-75EA-425C-B744-BCB0C5DAAF5B}" dt="2023-08-10T07:32:45.723" v="812" actId="20577"/>
          <ac:spMkLst>
            <pc:docMk/>
            <pc:sldMk cId="296501705" sldId="2557"/>
            <ac:spMk id="3" creationId="{4A1C0383-58FE-E486-295E-B33B8683B938}"/>
          </ac:spMkLst>
        </pc:spChg>
        <pc:spChg chg="mod">
          <ac:chgData name="Owais Ahmed" userId="6abc7d4556b3b071" providerId="LiveId" clId="{C968DFF7-75EA-425C-B744-BCB0C5DAAF5B}" dt="2023-08-10T07:12:31.050" v="57" actId="20577"/>
          <ac:spMkLst>
            <pc:docMk/>
            <pc:sldMk cId="296501705" sldId="2557"/>
            <ac:spMk id="215" creationId="{00000000-0000-0000-0000-000000000000}"/>
          </ac:spMkLst>
        </pc:spChg>
      </pc:sldChg>
      <pc:sldChg chg="del">
        <pc:chgData name="Owais Ahmed" userId="6abc7d4556b3b071" providerId="LiveId" clId="{C968DFF7-75EA-425C-B744-BCB0C5DAAF5B}" dt="2023-08-10T07:32:53.252" v="813" actId="47"/>
        <pc:sldMkLst>
          <pc:docMk/>
          <pc:sldMk cId="53512322" sldId="2558"/>
        </pc:sldMkLst>
      </pc:sldChg>
      <pc:sldChg chg="modSp add mod modAnim">
        <pc:chgData name="Owais Ahmed" userId="6abc7d4556b3b071" providerId="LiveId" clId="{C968DFF7-75EA-425C-B744-BCB0C5DAAF5B}" dt="2023-08-12T09:10:33.738" v="9777" actId="20577"/>
        <pc:sldMkLst>
          <pc:docMk/>
          <pc:sldMk cId="434899577" sldId="2558"/>
        </pc:sldMkLst>
        <pc:spChg chg="mod">
          <ac:chgData name="Owais Ahmed" userId="6abc7d4556b3b071" providerId="LiveId" clId="{C968DFF7-75EA-425C-B744-BCB0C5DAAF5B}" dt="2023-08-12T09:10:33.738" v="9777" actId="20577"/>
          <ac:spMkLst>
            <pc:docMk/>
            <pc:sldMk cId="434899577" sldId="2558"/>
            <ac:spMk id="3" creationId="{4A1C0383-58FE-E486-295E-B33B8683B938}"/>
          </ac:spMkLst>
        </pc:spChg>
        <pc:spChg chg="mod">
          <ac:chgData name="Owais Ahmed" userId="6abc7d4556b3b071" providerId="LiveId" clId="{C968DFF7-75EA-425C-B744-BCB0C5DAAF5B}" dt="2023-08-12T04:27:59.021" v="1912" actId="20577"/>
          <ac:spMkLst>
            <pc:docMk/>
            <pc:sldMk cId="434899577" sldId="2558"/>
            <ac:spMk id="215" creationId="{00000000-0000-0000-0000-000000000000}"/>
          </ac:spMkLst>
        </pc:spChg>
      </pc:sldChg>
      <pc:sldChg chg="del">
        <pc:chgData name="Owais Ahmed" userId="6abc7d4556b3b071" providerId="LiveId" clId="{C968DFF7-75EA-425C-B744-BCB0C5DAAF5B}" dt="2023-08-10T07:32:53.252" v="813" actId="47"/>
        <pc:sldMkLst>
          <pc:docMk/>
          <pc:sldMk cId="1566808580" sldId="2559"/>
        </pc:sldMkLst>
      </pc:sldChg>
      <pc:sldChg chg="modSp add mod modAnim">
        <pc:chgData name="Owais Ahmed" userId="6abc7d4556b3b071" providerId="LiveId" clId="{C968DFF7-75EA-425C-B744-BCB0C5DAAF5B}" dt="2023-08-12T09:11:03.452" v="9792" actId="403"/>
        <pc:sldMkLst>
          <pc:docMk/>
          <pc:sldMk cId="3699905756" sldId="2559"/>
        </pc:sldMkLst>
        <pc:spChg chg="mod">
          <ac:chgData name="Owais Ahmed" userId="6abc7d4556b3b071" providerId="LiveId" clId="{C968DFF7-75EA-425C-B744-BCB0C5DAAF5B}" dt="2023-08-12T09:11:03.452" v="9792" actId="403"/>
          <ac:spMkLst>
            <pc:docMk/>
            <pc:sldMk cId="3699905756" sldId="2559"/>
            <ac:spMk id="3" creationId="{4A1C0383-58FE-E486-295E-B33B8683B938}"/>
          </ac:spMkLst>
        </pc:spChg>
        <pc:spChg chg="mod">
          <ac:chgData name="Owais Ahmed" userId="6abc7d4556b3b071" providerId="LiveId" clId="{C968DFF7-75EA-425C-B744-BCB0C5DAAF5B}" dt="2023-08-12T06:36:06.543" v="4752"/>
          <ac:spMkLst>
            <pc:docMk/>
            <pc:sldMk cId="3699905756" sldId="2559"/>
            <ac:spMk id="215" creationId="{00000000-0000-0000-0000-000000000000}"/>
          </ac:spMkLst>
        </pc:spChg>
      </pc:sldChg>
      <pc:sldChg chg="addSp modSp add mod modAnim">
        <pc:chgData name="Owais Ahmed" userId="6abc7d4556b3b071" providerId="LiveId" clId="{C968DFF7-75EA-425C-B744-BCB0C5DAAF5B}" dt="2023-08-12T09:11:28.593" v="9798" actId="20577"/>
        <pc:sldMkLst>
          <pc:docMk/>
          <pc:sldMk cId="2653031371" sldId="2560"/>
        </pc:sldMkLst>
        <pc:spChg chg="mod">
          <ac:chgData name="Owais Ahmed" userId="6abc7d4556b3b071" providerId="LiveId" clId="{C968DFF7-75EA-425C-B744-BCB0C5DAAF5B}" dt="2023-08-12T06:35:10.722" v="4732" actId="20577"/>
          <ac:spMkLst>
            <pc:docMk/>
            <pc:sldMk cId="2653031371" sldId="2560"/>
            <ac:spMk id="3" creationId="{4A1C0383-58FE-E486-295E-B33B8683B938}"/>
          </ac:spMkLst>
        </pc:spChg>
        <pc:spChg chg="add mod">
          <ac:chgData name="Owais Ahmed" userId="6abc7d4556b3b071" providerId="LiveId" clId="{C968DFF7-75EA-425C-B744-BCB0C5DAAF5B}" dt="2023-08-12T09:11:28.593" v="9798" actId="20577"/>
          <ac:spMkLst>
            <pc:docMk/>
            <pc:sldMk cId="2653031371" sldId="2560"/>
            <ac:spMk id="4" creationId="{B7B67BB1-5AC3-71FA-0F19-C2981501A864}"/>
          </ac:spMkLst>
        </pc:spChg>
        <pc:spChg chg="mod">
          <ac:chgData name="Owais Ahmed" userId="6abc7d4556b3b071" providerId="LiveId" clId="{C968DFF7-75EA-425C-B744-BCB0C5DAAF5B}" dt="2023-08-12T06:36:09.588" v="4753"/>
          <ac:spMkLst>
            <pc:docMk/>
            <pc:sldMk cId="2653031371" sldId="2560"/>
            <ac:spMk id="215" creationId="{00000000-0000-0000-0000-000000000000}"/>
          </ac:spMkLst>
        </pc:spChg>
      </pc:sldChg>
      <pc:sldChg chg="del">
        <pc:chgData name="Owais Ahmed" userId="6abc7d4556b3b071" providerId="LiveId" clId="{C968DFF7-75EA-425C-B744-BCB0C5DAAF5B}" dt="2023-08-10T07:32:53.252" v="813" actId="47"/>
        <pc:sldMkLst>
          <pc:docMk/>
          <pc:sldMk cId="3737636412" sldId="2560"/>
        </pc:sldMkLst>
      </pc:sldChg>
      <pc:sldChg chg="modSp add mod modAnim">
        <pc:chgData name="Owais Ahmed" userId="6abc7d4556b3b071" providerId="LiveId" clId="{C968DFF7-75EA-425C-B744-BCB0C5DAAF5B}" dt="2023-08-12T06:36:12.503" v="4754"/>
        <pc:sldMkLst>
          <pc:docMk/>
          <pc:sldMk cId="224988690" sldId="2561"/>
        </pc:sldMkLst>
        <pc:spChg chg="mod">
          <ac:chgData name="Owais Ahmed" userId="6abc7d4556b3b071" providerId="LiveId" clId="{C968DFF7-75EA-425C-B744-BCB0C5DAAF5B}" dt="2023-08-12T06:35:37.622" v="4734" actId="20577"/>
          <ac:spMkLst>
            <pc:docMk/>
            <pc:sldMk cId="224988690" sldId="2561"/>
            <ac:spMk id="3" creationId="{4A1C0383-58FE-E486-295E-B33B8683B938}"/>
          </ac:spMkLst>
        </pc:spChg>
        <pc:spChg chg="mod">
          <ac:chgData name="Owais Ahmed" userId="6abc7d4556b3b071" providerId="LiveId" clId="{C968DFF7-75EA-425C-B744-BCB0C5DAAF5B}" dt="2023-08-12T06:09:00.084" v="4657" actId="20577"/>
          <ac:spMkLst>
            <pc:docMk/>
            <pc:sldMk cId="224988690" sldId="2561"/>
            <ac:spMk id="4" creationId="{B7B67BB1-5AC3-71FA-0F19-C2981501A864}"/>
          </ac:spMkLst>
        </pc:spChg>
        <pc:spChg chg="mod">
          <ac:chgData name="Owais Ahmed" userId="6abc7d4556b3b071" providerId="LiveId" clId="{C968DFF7-75EA-425C-B744-BCB0C5DAAF5B}" dt="2023-08-12T06:36:12.503" v="4754"/>
          <ac:spMkLst>
            <pc:docMk/>
            <pc:sldMk cId="224988690" sldId="2561"/>
            <ac:spMk id="215" creationId="{00000000-0000-0000-0000-000000000000}"/>
          </ac:spMkLst>
        </pc:spChg>
      </pc:sldChg>
      <pc:sldChg chg="del">
        <pc:chgData name="Owais Ahmed" userId="6abc7d4556b3b071" providerId="LiveId" clId="{C968DFF7-75EA-425C-B744-BCB0C5DAAF5B}" dt="2023-08-10T07:32:53.252" v="813" actId="47"/>
        <pc:sldMkLst>
          <pc:docMk/>
          <pc:sldMk cId="1476977656" sldId="2561"/>
        </pc:sldMkLst>
      </pc:sldChg>
      <pc:sldChg chg="del">
        <pc:chgData name="Owais Ahmed" userId="6abc7d4556b3b071" providerId="LiveId" clId="{C968DFF7-75EA-425C-B744-BCB0C5DAAF5B}" dt="2023-08-10T07:32:53.252" v="813" actId="47"/>
        <pc:sldMkLst>
          <pc:docMk/>
          <pc:sldMk cId="1305422422" sldId="2562"/>
        </pc:sldMkLst>
      </pc:sldChg>
      <pc:sldChg chg="modSp add mod ord modAnim">
        <pc:chgData name="Owais Ahmed" userId="6abc7d4556b3b071" providerId="LiveId" clId="{C968DFF7-75EA-425C-B744-BCB0C5DAAF5B}" dt="2023-08-12T09:11:47.294" v="9808" actId="20577"/>
        <pc:sldMkLst>
          <pc:docMk/>
          <pc:sldMk cId="3132273384" sldId="2562"/>
        </pc:sldMkLst>
        <pc:spChg chg="mod">
          <ac:chgData name="Owais Ahmed" userId="6abc7d4556b3b071" providerId="LiveId" clId="{C968DFF7-75EA-425C-B744-BCB0C5DAAF5B}" dt="2023-08-12T09:11:47.294" v="9808" actId="20577"/>
          <ac:spMkLst>
            <pc:docMk/>
            <pc:sldMk cId="3132273384" sldId="2562"/>
            <ac:spMk id="3" creationId="{4A1C0383-58FE-E486-295E-B33B8683B938}"/>
          </ac:spMkLst>
        </pc:spChg>
        <pc:spChg chg="mod">
          <ac:chgData name="Owais Ahmed" userId="6abc7d4556b3b071" providerId="LiveId" clId="{C968DFF7-75EA-425C-B744-BCB0C5DAAF5B}" dt="2023-08-12T06:36:56.583" v="4776" actId="20577"/>
          <ac:spMkLst>
            <pc:docMk/>
            <pc:sldMk cId="3132273384" sldId="2562"/>
            <ac:spMk id="215" creationId="{00000000-0000-0000-0000-000000000000}"/>
          </ac:spMkLst>
        </pc:spChg>
      </pc:sldChg>
      <pc:sldChg chg="add del">
        <pc:chgData name="Owais Ahmed" userId="6abc7d4556b3b071" providerId="LiveId" clId="{C968DFF7-75EA-425C-B744-BCB0C5DAAF5B}" dt="2023-08-12T07:06:03.737" v="5850" actId="2890"/>
        <pc:sldMkLst>
          <pc:docMk/>
          <pc:sldMk cId="1002625637" sldId="2563"/>
        </pc:sldMkLst>
      </pc:sldChg>
      <pc:sldChg chg="delSp modSp add mod ord delAnim modAnim">
        <pc:chgData name="Owais Ahmed" userId="6abc7d4556b3b071" providerId="LiveId" clId="{C968DFF7-75EA-425C-B744-BCB0C5DAAF5B}" dt="2023-08-12T07:11:02.119" v="6177" actId="20577"/>
        <pc:sldMkLst>
          <pc:docMk/>
          <pc:sldMk cId="3330436801" sldId="2563"/>
        </pc:sldMkLst>
        <pc:spChg chg="mod">
          <ac:chgData name="Owais Ahmed" userId="6abc7d4556b3b071" providerId="LiveId" clId="{C968DFF7-75EA-425C-B744-BCB0C5DAAF5B}" dt="2023-08-12T07:11:02.119" v="6177" actId="20577"/>
          <ac:spMkLst>
            <pc:docMk/>
            <pc:sldMk cId="3330436801" sldId="2563"/>
            <ac:spMk id="3" creationId="{4A1C0383-58FE-E486-295E-B33B8683B938}"/>
          </ac:spMkLst>
        </pc:spChg>
        <pc:spChg chg="del">
          <ac:chgData name="Owais Ahmed" userId="6abc7d4556b3b071" providerId="LiveId" clId="{C968DFF7-75EA-425C-B744-BCB0C5DAAF5B}" dt="2023-08-12T07:08:41.884" v="6053" actId="478"/>
          <ac:spMkLst>
            <pc:docMk/>
            <pc:sldMk cId="3330436801" sldId="2563"/>
            <ac:spMk id="4" creationId="{B7B67BB1-5AC3-71FA-0F19-C2981501A864}"/>
          </ac:spMkLst>
        </pc:spChg>
        <pc:spChg chg="mod">
          <ac:chgData name="Owais Ahmed" userId="6abc7d4556b3b071" providerId="LiveId" clId="{C968DFF7-75EA-425C-B744-BCB0C5DAAF5B}" dt="2023-08-12T07:06:11.255" v="5854"/>
          <ac:spMkLst>
            <pc:docMk/>
            <pc:sldMk cId="3330436801" sldId="2563"/>
            <ac:spMk id="215" creationId="{00000000-0000-0000-0000-000000000000}"/>
          </ac:spMkLst>
        </pc:spChg>
      </pc:sldChg>
      <pc:sldChg chg="del">
        <pc:chgData name="Owais Ahmed" userId="6abc7d4556b3b071" providerId="LiveId" clId="{C968DFF7-75EA-425C-B744-BCB0C5DAAF5B}" dt="2023-08-10T07:32:53.252" v="813" actId="47"/>
        <pc:sldMkLst>
          <pc:docMk/>
          <pc:sldMk cId="4071666753" sldId="2563"/>
        </pc:sldMkLst>
      </pc:sldChg>
      <pc:sldChg chg="addSp modSp add mod ord modAnim">
        <pc:chgData name="Owais Ahmed" userId="6abc7d4556b3b071" providerId="LiveId" clId="{C968DFF7-75EA-425C-B744-BCB0C5DAAF5B}" dt="2023-08-12T07:24:48.262" v="6978"/>
        <pc:sldMkLst>
          <pc:docMk/>
          <pc:sldMk cId="1325755899" sldId="2564"/>
        </pc:sldMkLst>
        <pc:spChg chg="mod">
          <ac:chgData name="Owais Ahmed" userId="6abc7d4556b3b071" providerId="LiveId" clId="{C968DFF7-75EA-425C-B744-BCB0C5DAAF5B}" dt="2023-08-12T07:23:57.929" v="6972" actId="27636"/>
          <ac:spMkLst>
            <pc:docMk/>
            <pc:sldMk cId="1325755899" sldId="2564"/>
            <ac:spMk id="3" creationId="{4A1C0383-58FE-E486-295E-B33B8683B938}"/>
          </ac:spMkLst>
        </pc:spChg>
        <pc:graphicFrameChg chg="add mod modGraphic">
          <ac:chgData name="Owais Ahmed" userId="6abc7d4556b3b071" providerId="LiveId" clId="{C968DFF7-75EA-425C-B744-BCB0C5DAAF5B}" dt="2023-08-12T07:22:24.582" v="6820" actId="20577"/>
          <ac:graphicFrameMkLst>
            <pc:docMk/>
            <pc:sldMk cId="1325755899" sldId="2564"/>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2526141006" sldId="2564"/>
        </pc:sldMkLst>
      </pc:sldChg>
      <pc:sldChg chg="modSp add mod ord modAnim">
        <pc:chgData name="Owais Ahmed" userId="6abc7d4556b3b071" providerId="LiveId" clId="{C968DFF7-75EA-425C-B744-BCB0C5DAAF5B}" dt="2023-08-12T09:14:41.906" v="10182" actId="20577"/>
        <pc:sldMkLst>
          <pc:docMk/>
          <pc:sldMk cId="2136095335" sldId="2565"/>
        </pc:sldMkLst>
        <pc:spChg chg="mod">
          <ac:chgData name="Owais Ahmed" userId="6abc7d4556b3b071" providerId="LiveId" clId="{C968DFF7-75EA-425C-B744-BCB0C5DAAF5B}" dt="2023-08-12T09:14:41.906" v="10182" actId="20577"/>
          <ac:spMkLst>
            <pc:docMk/>
            <pc:sldMk cId="2136095335" sldId="2565"/>
            <ac:spMk id="3" creationId="{4A1C0383-58FE-E486-295E-B33B8683B938}"/>
          </ac:spMkLst>
        </pc:spChg>
      </pc:sldChg>
      <pc:sldChg chg="del">
        <pc:chgData name="Owais Ahmed" userId="6abc7d4556b3b071" providerId="LiveId" clId="{C968DFF7-75EA-425C-B744-BCB0C5DAAF5B}" dt="2023-08-10T07:32:53.252" v="813" actId="47"/>
        <pc:sldMkLst>
          <pc:docMk/>
          <pc:sldMk cId="2724244378" sldId="2565"/>
        </pc:sldMkLst>
      </pc:sldChg>
      <pc:sldChg chg="modSp add mod modAnim">
        <pc:chgData name="Owais Ahmed" userId="6abc7d4556b3b071" providerId="LiveId" clId="{C968DFF7-75EA-425C-B744-BCB0C5DAAF5B}" dt="2023-08-22T05:24:27.373" v="14616" actId="20577"/>
        <pc:sldMkLst>
          <pc:docMk/>
          <pc:sldMk cId="786819306" sldId="2566"/>
        </pc:sldMkLst>
        <pc:spChg chg="mod">
          <ac:chgData name="Owais Ahmed" userId="6abc7d4556b3b071" providerId="LiveId" clId="{C968DFF7-75EA-425C-B744-BCB0C5DAAF5B}" dt="2023-08-22T05:24:27.373" v="14616" actId="20577"/>
          <ac:spMkLst>
            <pc:docMk/>
            <pc:sldMk cId="786819306" sldId="2566"/>
            <ac:spMk id="3" creationId="{4A1C0383-58FE-E486-295E-B33B8683B938}"/>
          </ac:spMkLst>
        </pc:spChg>
        <pc:spChg chg="mod">
          <ac:chgData name="Owais Ahmed" userId="6abc7d4556b3b071" providerId="LiveId" clId="{C968DFF7-75EA-425C-B744-BCB0C5DAAF5B}" dt="2023-08-12T07:46:30.069" v="7642"/>
          <ac:spMkLst>
            <pc:docMk/>
            <pc:sldMk cId="786819306" sldId="2566"/>
            <ac:spMk id="215" creationId="{00000000-0000-0000-0000-000000000000}"/>
          </ac:spMkLst>
        </pc:spChg>
        <pc:graphicFrameChg chg="mod">
          <ac:chgData name="Owais Ahmed" userId="6abc7d4556b3b071" providerId="LiveId" clId="{C968DFF7-75EA-425C-B744-BCB0C5DAAF5B}" dt="2023-08-12T08:59:04.793" v="9284" actId="14100"/>
          <ac:graphicFrameMkLst>
            <pc:docMk/>
            <pc:sldMk cId="786819306" sldId="2566"/>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1651103511" sldId="2566"/>
        </pc:sldMkLst>
      </pc:sldChg>
      <pc:sldChg chg="addSp delSp modSp add del mod delAnim modAnim">
        <pc:chgData name="Owais Ahmed" userId="6abc7d4556b3b071" providerId="LiveId" clId="{C968DFF7-75EA-425C-B744-BCB0C5DAAF5B}" dt="2023-08-12T09:14:27.406" v="10159" actId="47"/>
        <pc:sldMkLst>
          <pc:docMk/>
          <pc:sldMk cId="3245370810" sldId="2567"/>
        </pc:sldMkLst>
        <pc:spChg chg="del mod">
          <ac:chgData name="Owais Ahmed" userId="6abc7d4556b3b071" providerId="LiveId" clId="{C968DFF7-75EA-425C-B744-BCB0C5DAAF5B}" dt="2023-08-12T08:20:05.309" v="8839" actId="478"/>
          <ac:spMkLst>
            <pc:docMk/>
            <pc:sldMk cId="3245370810" sldId="2567"/>
            <ac:spMk id="3" creationId="{4A1C0383-58FE-E486-295E-B33B8683B938}"/>
          </ac:spMkLst>
        </pc:spChg>
        <pc:graphicFrameChg chg="del">
          <ac:chgData name="Owais Ahmed" userId="6abc7d4556b3b071" providerId="LiveId" clId="{C968DFF7-75EA-425C-B744-BCB0C5DAAF5B}" dt="2023-08-12T08:08:55.843" v="8402" actId="478"/>
          <ac:graphicFrameMkLst>
            <pc:docMk/>
            <pc:sldMk cId="3245370810" sldId="2567"/>
            <ac:graphicFrameMk id="4" creationId="{470FE530-96B6-F32D-DB03-8A3AD4A9FC11}"/>
          </ac:graphicFrameMkLst>
        </pc:graphicFrameChg>
        <pc:graphicFrameChg chg="add mod modGraphic">
          <ac:chgData name="Owais Ahmed" userId="6abc7d4556b3b071" providerId="LiveId" clId="{C968DFF7-75EA-425C-B744-BCB0C5DAAF5B}" dt="2023-08-12T08:35:22.659" v="8994" actId="20577"/>
          <ac:graphicFrameMkLst>
            <pc:docMk/>
            <pc:sldMk cId="3245370810" sldId="2567"/>
            <ac:graphicFrameMk id="5" creationId="{36965A2B-CEE7-7D30-D082-EC333F06B3C1}"/>
          </ac:graphicFrameMkLst>
        </pc:graphicFrameChg>
      </pc:sldChg>
      <pc:sldChg chg="addSp delSp modSp add mod ord delAnim modAnim">
        <pc:chgData name="Owais Ahmed" userId="6abc7d4556b3b071" providerId="LiveId" clId="{C968DFF7-75EA-425C-B744-BCB0C5DAAF5B}" dt="2023-08-22T05:20:01.020" v="14599" actId="20577"/>
        <pc:sldMkLst>
          <pc:docMk/>
          <pc:sldMk cId="1120982729" sldId="2568"/>
        </pc:sldMkLst>
        <pc:spChg chg="mod">
          <ac:chgData name="Owais Ahmed" userId="6abc7d4556b3b071" providerId="LiveId" clId="{C968DFF7-75EA-425C-B744-BCB0C5DAAF5B}" dt="2023-08-22T05:20:01.020" v="14599" actId="20577"/>
          <ac:spMkLst>
            <pc:docMk/>
            <pc:sldMk cId="1120982729" sldId="2568"/>
            <ac:spMk id="3" creationId="{4A1C0383-58FE-E486-295E-B33B8683B938}"/>
          </ac:spMkLst>
        </pc:spChg>
        <pc:graphicFrameChg chg="del">
          <ac:chgData name="Owais Ahmed" userId="6abc7d4556b3b071" providerId="LiveId" clId="{C968DFF7-75EA-425C-B744-BCB0C5DAAF5B}" dt="2023-08-12T09:00:31.696" v="9379" actId="478"/>
          <ac:graphicFrameMkLst>
            <pc:docMk/>
            <pc:sldMk cId="1120982729" sldId="2568"/>
            <ac:graphicFrameMk id="4" creationId="{470FE530-96B6-F32D-DB03-8A3AD4A9FC11}"/>
          </ac:graphicFrameMkLst>
        </pc:graphicFrameChg>
        <pc:graphicFrameChg chg="add mod modGraphic">
          <ac:chgData name="Owais Ahmed" userId="6abc7d4556b3b071" providerId="LiveId" clId="{C968DFF7-75EA-425C-B744-BCB0C5DAAF5B}" dt="2023-08-22T05:19:14.829" v="14584" actId="20577"/>
          <ac:graphicFrameMkLst>
            <pc:docMk/>
            <pc:sldMk cId="1120982729" sldId="2568"/>
            <ac:graphicFrameMk id="5" creationId="{BFA60DA0-D07A-C618-2EA1-A0FF7834D862}"/>
          </ac:graphicFrameMkLst>
        </pc:graphicFrameChg>
      </pc:sldChg>
      <pc:sldChg chg="addSp modSp add mod modAnim">
        <pc:chgData name="Owais Ahmed" userId="6abc7d4556b3b071" providerId="LiveId" clId="{C968DFF7-75EA-425C-B744-BCB0C5DAAF5B}" dt="2023-08-12T09:45:33.135" v="10763"/>
        <pc:sldMkLst>
          <pc:docMk/>
          <pc:sldMk cId="3259772413" sldId="2569"/>
        </pc:sldMkLst>
        <pc:spChg chg="mod">
          <ac:chgData name="Owais Ahmed" userId="6abc7d4556b3b071" providerId="LiveId" clId="{C968DFF7-75EA-425C-B744-BCB0C5DAAF5B}" dt="2023-08-12T09:44:03.586" v="10762" actId="20577"/>
          <ac:spMkLst>
            <pc:docMk/>
            <pc:sldMk cId="3259772413" sldId="2569"/>
            <ac:spMk id="3" creationId="{4A1C0383-58FE-E486-295E-B33B8683B938}"/>
          </ac:spMkLst>
        </pc:spChg>
        <pc:spChg chg="mod">
          <ac:chgData name="Owais Ahmed" userId="6abc7d4556b3b071" providerId="LiveId" clId="{C968DFF7-75EA-425C-B744-BCB0C5DAAF5B}" dt="2023-08-12T09:34:38.280" v="10372" actId="20577"/>
          <ac:spMkLst>
            <pc:docMk/>
            <pc:sldMk cId="3259772413" sldId="2569"/>
            <ac:spMk id="215" creationId="{00000000-0000-0000-0000-000000000000}"/>
          </ac:spMkLst>
        </pc:spChg>
        <pc:picChg chg="add mod">
          <ac:chgData name="Owais Ahmed" userId="6abc7d4556b3b071" providerId="LiveId" clId="{C968DFF7-75EA-425C-B744-BCB0C5DAAF5B}" dt="2023-08-12T09:40:39.156" v="10383" actId="1076"/>
          <ac:picMkLst>
            <pc:docMk/>
            <pc:sldMk cId="3259772413" sldId="2569"/>
            <ac:picMk id="1026" creationId="{42AF2C7F-91B5-0078-348B-344199808F7C}"/>
          </ac:picMkLst>
        </pc:picChg>
      </pc:sldChg>
      <pc:sldChg chg="modSp add mod ord modAnim">
        <pc:chgData name="Owais Ahmed" userId="6abc7d4556b3b071" providerId="LiveId" clId="{C968DFF7-75EA-425C-B744-BCB0C5DAAF5B}" dt="2023-08-15T09:51:48.117" v="11063" actId="14"/>
        <pc:sldMkLst>
          <pc:docMk/>
          <pc:sldMk cId="345547534" sldId="2570"/>
        </pc:sldMkLst>
        <pc:spChg chg="mod">
          <ac:chgData name="Owais Ahmed" userId="6abc7d4556b3b071" providerId="LiveId" clId="{C968DFF7-75EA-425C-B744-BCB0C5DAAF5B}" dt="2023-08-15T09:51:48.117" v="11063" actId="14"/>
          <ac:spMkLst>
            <pc:docMk/>
            <pc:sldMk cId="345547534" sldId="2570"/>
            <ac:spMk id="3" creationId="{4A1C0383-58FE-E486-295E-B33B8683B938}"/>
          </ac:spMkLst>
        </pc:spChg>
        <pc:spChg chg="mod">
          <ac:chgData name="Owais Ahmed" userId="6abc7d4556b3b071" providerId="LiveId" clId="{C968DFF7-75EA-425C-B744-BCB0C5DAAF5B}" dt="2023-08-15T09:44:34.348" v="10767"/>
          <ac:spMkLst>
            <pc:docMk/>
            <pc:sldMk cId="345547534" sldId="2570"/>
            <ac:spMk id="215" creationId="{00000000-0000-0000-0000-000000000000}"/>
          </ac:spMkLst>
        </pc:spChg>
      </pc:sldChg>
      <pc:sldChg chg="modSp add mod modAnim">
        <pc:chgData name="Owais Ahmed" userId="6abc7d4556b3b071" providerId="LiveId" clId="{C968DFF7-75EA-425C-B744-BCB0C5DAAF5B}" dt="2023-08-15T10:00:46.572" v="11700" actId="20577"/>
        <pc:sldMkLst>
          <pc:docMk/>
          <pc:sldMk cId="2705189823" sldId="2571"/>
        </pc:sldMkLst>
        <pc:spChg chg="mod">
          <ac:chgData name="Owais Ahmed" userId="6abc7d4556b3b071" providerId="LiveId" clId="{C968DFF7-75EA-425C-B744-BCB0C5DAAF5B}" dt="2023-08-15T10:00:46.572" v="11700" actId="20577"/>
          <ac:spMkLst>
            <pc:docMk/>
            <pc:sldMk cId="2705189823" sldId="2571"/>
            <ac:spMk id="3" creationId="{4A1C0383-58FE-E486-295E-B33B8683B938}"/>
          </ac:spMkLst>
        </pc:spChg>
      </pc:sldChg>
      <pc:sldChg chg="modSp add mod modAnim">
        <pc:chgData name="Owais Ahmed" userId="6abc7d4556b3b071" providerId="LiveId" clId="{C968DFF7-75EA-425C-B744-BCB0C5DAAF5B}" dt="2023-08-15T10:05:01.351" v="11970" actId="20577"/>
        <pc:sldMkLst>
          <pc:docMk/>
          <pc:sldMk cId="195981011" sldId="2572"/>
        </pc:sldMkLst>
        <pc:spChg chg="mod">
          <ac:chgData name="Owais Ahmed" userId="6abc7d4556b3b071" providerId="LiveId" clId="{C968DFF7-75EA-425C-B744-BCB0C5DAAF5B}" dt="2023-08-15T10:05:01.351" v="11970" actId="20577"/>
          <ac:spMkLst>
            <pc:docMk/>
            <pc:sldMk cId="195981011" sldId="2572"/>
            <ac:spMk id="3" creationId="{4A1C0383-58FE-E486-295E-B33B8683B938}"/>
          </ac:spMkLst>
        </pc:spChg>
      </pc:sldChg>
      <pc:sldChg chg="addSp modSp add mod modAnim">
        <pc:chgData name="Owais Ahmed" userId="6abc7d4556b3b071" providerId="LiveId" clId="{C968DFF7-75EA-425C-B744-BCB0C5DAAF5B}" dt="2023-08-15T10:13:04.845" v="12283" actId="20577"/>
        <pc:sldMkLst>
          <pc:docMk/>
          <pc:sldMk cId="3050182891" sldId="2573"/>
        </pc:sldMkLst>
        <pc:spChg chg="mod">
          <ac:chgData name="Owais Ahmed" userId="6abc7d4556b3b071" providerId="LiveId" clId="{C968DFF7-75EA-425C-B744-BCB0C5DAAF5B}" dt="2023-08-15T10:13:04.845" v="12283" actId="20577"/>
          <ac:spMkLst>
            <pc:docMk/>
            <pc:sldMk cId="3050182891" sldId="2573"/>
            <ac:spMk id="3" creationId="{4A1C0383-58FE-E486-295E-B33B8683B938}"/>
          </ac:spMkLst>
        </pc:spChg>
        <pc:graphicFrameChg chg="add mod">
          <ac:chgData name="Owais Ahmed" userId="6abc7d4556b3b071" providerId="LiveId" clId="{C968DFF7-75EA-425C-B744-BCB0C5DAAF5B}" dt="2023-08-15T10:11:55.153" v="12136" actId="20577"/>
          <ac:graphicFrameMkLst>
            <pc:docMk/>
            <pc:sldMk cId="3050182891" sldId="2573"/>
            <ac:graphicFrameMk id="4" creationId="{C81BC664-E37E-13F8-234B-D249AAD10D5C}"/>
          </ac:graphicFrameMkLst>
        </pc:graphicFrameChg>
      </pc:sldChg>
      <pc:sldChg chg="modSp add mod modAnim">
        <pc:chgData name="Owais Ahmed" userId="6abc7d4556b3b071" providerId="LiveId" clId="{C968DFF7-75EA-425C-B744-BCB0C5DAAF5B}" dt="2023-08-15T10:17:13.250" v="12496" actId="20577"/>
        <pc:sldMkLst>
          <pc:docMk/>
          <pc:sldMk cId="1651692435" sldId="2574"/>
        </pc:sldMkLst>
        <pc:spChg chg="mod">
          <ac:chgData name="Owais Ahmed" userId="6abc7d4556b3b071" providerId="LiveId" clId="{C968DFF7-75EA-425C-B744-BCB0C5DAAF5B}" dt="2023-08-15T10:17:13.250" v="12496" actId="20577"/>
          <ac:spMkLst>
            <pc:docMk/>
            <pc:sldMk cId="1651692435" sldId="2574"/>
            <ac:spMk id="3" creationId="{4A1C0383-58FE-E486-295E-B33B8683B938}"/>
          </ac:spMkLst>
        </pc:spChg>
        <pc:graphicFrameChg chg="mod">
          <ac:chgData name="Owais Ahmed" userId="6abc7d4556b3b071" providerId="LiveId" clId="{C968DFF7-75EA-425C-B744-BCB0C5DAAF5B}" dt="2023-08-15T10:16:56.236" v="12441" actId="14100"/>
          <ac:graphicFrameMkLst>
            <pc:docMk/>
            <pc:sldMk cId="1651692435" sldId="2574"/>
            <ac:graphicFrameMk id="4" creationId="{C81BC664-E37E-13F8-234B-D249AAD10D5C}"/>
          </ac:graphicFrameMkLst>
        </pc:graphicFrameChg>
      </pc:sldChg>
      <pc:sldChg chg="modSp add ord modAnim">
        <pc:chgData name="Owais Ahmed" userId="6abc7d4556b3b071" providerId="LiveId" clId="{C968DFF7-75EA-425C-B744-BCB0C5DAAF5B}" dt="2023-08-15T10:32:26.894" v="12723" actId="20577"/>
        <pc:sldMkLst>
          <pc:docMk/>
          <pc:sldMk cId="1638662693" sldId="2575"/>
        </pc:sldMkLst>
        <pc:spChg chg="mod">
          <ac:chgData name="Owais Ahmed" userId="6abc7d4556b3b071" providerId="LiveId" clId="{C968DFF7-75EA-425C-B744-BCB0C5DAAF5B}" dt="2023-08-15T10:32:26.894" v="12723" actId="20577"/>
          <ac:spMkLst>
            <pc:docMk/>
            <pc:sldMk cId="1638662693" sldId="2575"/>
            <ac:spMk id="3" creationId="{4A1C0383-58FE-E486-295E-B33B8683B938}"/>
          </ac:spMkLst>
        </pc:spChg>
      </pc:sldChg>
      <pc:sldChg chg="modSp add mod ord modAnim">
        <pc:chgData name="Owais Ahmed" userId="6abc7d4556b3b071" providerId="LiveId" clId="{C968DFF7-75EA-425C-B744-BCB0C5DAAF5B}" dt="2023-08-17T09:45:10.401" v="13371" actId="20577"/>
        <pc:sldMkLst>
          <pc:docMk/>
          <pc:sldMk cId="3849819283" sldId="2576"/>
        </pc:sldMkLst>
        <pc:spChg chg="mod">
          <ac:chgData name="Owais Ahmed" userId="6abc7d4556b3b071" providerId="LiveId" clId="{C968DFF7-75EA-425C-B744-BCB0C5DAAF5B}" dt="2023-08-17T09:45:10.401" v="13371" actId="20577"/>
          <ac:spMkLst>
            <pc:docMk/>
            <pc:sldMk cId="3849819283" sldId="2576"/>
            <ac:spMk id="3" creationId="{4A1C0383-58FE-E486-295E-B33B8683B938}"/>
          </ac:spMkLst>
        </pc:spChg>
        <pc:spChg chg="mod">
          <ac:chgData name="Owais Ahmed" userId="6abc7d4556b3b071" providerId="LiveId" clId="{C968DFF7-75EA-425C-B744-BCB0C5DAAF5B}" dt="2023-08-17T09:38:10.288" v="12765" actId="20577"/>
          <ac:spMkLst>
            <pc:docMk/>
            <pc:sldMk cId="3849819283" sldId="2576"/>
            <ac:spMk id="215" creationId="{00000000-0000-0000-0000-000000000000}"/>
          </ac:spMkLst>
        </pc:spChg>
      </pc:sldChg>
      <pc:sldChg chg="modSp add mod modAnim modNotesTx">
        <pc:chgData name="Owais Ahmed" userId="6abc7d4556b3b071" providerId="LiveId" clId="{C968DFF7-75EA-425C-B744-BCB0C5DAAF5B}" dt="2023-08-17T10:37:47.631" v="14482" actId="20577"/>
        <pc:sldMkLst>
          <pc:docMk/>
          <pc:sldMk cId="2362627110" sldId="2577"/>
        </pc:sldMkLst>
        <pc:spChg chg="mod">
          <ac:chgData name="Owais Ahmed" userId="6abc7d4556b3b071" providerId="LiveId" clId="{C968DFF7-75EA-425C-B744-BCB0C5DAAF5B}" dt="2023-08-17T10:37:10.830" v="14373" actId="20577"/>
          <ac:spMkLst>
            <pc:docMk/>
            <pc:sldMk cId="2362627110" sldId="2577"/>
            <ac:spMk id="3" creationId="{4A1C0383-58FE-E486-295E-B33B8683B938}"/>
          </ac:spMkLst>
        </pc:spChg>
      </pc:sldChg>
      <pc:sldChg chg="modSp add del mod ord modAnim">
        <pc:chgData name="Owais Ahmed" userId="6abc7d4556b3b071" providerId="LiveId" clId="{C968DFF7-75EA-425C-B744-BCB0C5DAAF5B}" dt="2023-08-17T10:52:29.991" v="14501" actId="47"/>
        <pc:sldMkLst>
          <pc:docMk/>
          <pc:sldMk cId="4012157935" sldId="2578"/>
        </pc:sldMkLst>
        <pc:spChg chg="mod">
          <ac:chgData name="Owais Ahmed" userId="6abc7d4556b3b071" providerId="LiveId" clId="{C968DFF7-75EA-425C-B744-BCB0C5DAAF5B}" dt="2023-08-17T10:38:24.602" v="14500" actId="20577"/>
          <ac:spMkLst>
            <pc:docMk/>
            <pc:sldMk cId="4012157935" sldId="2578"/>
            <ac:spMk id="3" creationId="{4A1C0383-58FE-E486-295E-B33B8683B938}"/>
          </ac:spMkLst>
        </pc:spChg>
        <pc:spChg chg="mod">
          <ac:chgData name="Owais Ahmed" userId="6abc7d4556b3b071" providerId="LiveId" clId="{C968DFF7-75EA-425C-B744-BCB0C5DAAF5B}" dt="2023-08-17T10:38:20.557" v="14497" actId="20577"/>
          <ac:spMkLst>
            <pc:docMk/>
            <pc:sldMk cId="4012157935" sldId="2578"/>
            <ac:spMk id="215" creationId="{00000000-0000-0000-0000-000000000000}"/>
          </ac:spMkLst>
        </pc:spChg>
      </pc:sldChg>
    </pc:docChg>
  </pc:docChgLst>
  <pc:docChgLst>
    <pc:chgData name="Owais Ahmed" userId="6abc7d4556b3b071" providerId="LiveId" clId="{0577D98B-C5DD-421E-AB63-1BC2B2B46ADA}"/>
    <pc:docChg chg="undo custSel addSld delSld modSld sldOrd">
      <pc:chgData name="Owais Ahmed" userId="6abc7d4556b3b071" providerId="LiveId" clId="{0577D98B-C5DD-421E-AB63-1BC2B2B46ADA}" dt="2023-08-08T06:57:58.019" v="8482" actId="20577"/>
      <pc:docMkLst>
        <pc:docMk/>
      </pc:docMkLst>
      <pc:sldChg chg="modSp mod">
        <pc:chgData name="Owais Ahmed" userId="6abc7d4556b3b071" providerId="LiveId" clId="{0577D98B-C5DD-421E-AB63-1BC2B2B46ADA}" dt="2023-08-08T06:57:58.019" v="8482" actId="20577"/>
        <pc:sldMkLst>
          <pc:docMk/>
          <pc:sldMk cId="1649098948" sldId="2462"/>
        </pc:sldMkLst>
        <pc:spChg chg="mod">
          <ac:chgData name="Owais Ahmed" userId="6abc7d4556b3b071" providerId="LiveId" clId="{0577D98B-C5DD-421E-AB63-1BC2B2B46ADA}" dt="2023-08-08T06:57:58.019" v="8482" actId="20577"/>
          <ac:spMkLst>
            <pc:docMk/>
            <pc:sldMk cId="1649098948" sldId="2462"/>
            <ac:spMk id="6" creationId="{F3C89A40-EEAA-43AB-9A3A-B2CFDE450F1B}"/>
          </ac:spMkLst>
        </pc:spChg>
      </pc:sldChg>
      <pc:sldChg chg="modSp mod modAnim">
        <pc:chgData name="Owais Ahmed" userId="6abc7d4556b3b071" providerId="LiveId" clId="{0577D98B-C5DD-421E-AB63-1BC2B2B46ADA}" dt="2023-08-08T04:53:48.719" v="1544" actId="20577"/>
        <pc:sldMkLst>
          <pc:docMk/>
          <pc:sldMk cId="296501705" sldId="2557"/>
        </pc:sldMkLst>
        <pc:spChg chg="mod">
          <ac:chgData name="Owais Ahmed" userId="6abc7d4556b3b071" providerId="LiveId" clId="{0577D98B-C5DD-421E-AB63-1BC2B2B46ADA}" dt="2023-08-08T04:53:48.719" v="1544" actId="20577"/>
          <ac:spMkLst>
            <pc:docMk/>
            <pc:sldMk cId="296501705" sldId="2557"/>
            <ac:spMk id="3" creationId="{4A1C0383-58FE-E486-295E-B33B8683B938}"/>
          </ac:spMkLst>
        </pc:spChg>
        <pc:spChg chg="mod">
          <ac:chgData name="Owais Ahmed" userId="6abc7d4556b3b071" providerId="LiveId" clId="{0577D98B-C5DD-421E-AB63-1BC2B2B46ADA}" dt="2023-08-08T04:30:12.140" v="248" actId="20577"/>
          <ac:spMkLst>
            <pc:docMk/>
            <pc:sldMk cId="296501705" sldId="2557"/>
            <ac:spMk id="215" creationId="{00000000-0000-0000-0000-000000000000}"/>
          </ac:spMkLst>
        </pc:spChg>
      </pc:sldChg>
      <pc:sldChg chg="modSp add mod modAnim">
        <pc:chgData name="Owais Ahmed" userId="6abc7d4556b3b071" providerId="LiveId" clId="{0577D98B-C5DD-421E-AB63-1BC2B2B46ADA}" dt="2023-08-08T06:09:17.859" v="5437" actId="20577"/>
        <pc:sldMkLst>
          <pc:docMk/>
          <pc:sldMk cId="53512322" sldId="2558"/>
        </pc:sldMkLst>
        <pc:spChg chg="mod">
          <ac:chgData name="Owais Ahmed" userId="6abc7d4556b3b071" providerId="LiveId" clId="{0577D98B-C5DD-421E-AB63-1BC2B2B46ADA}" dt="2023-08-08T06:09:17.859" v="5437" actId="20577"/>
          <ac:spMkLst>
            <pc:docMk/>
            <pc:sldMk cId="53512322" sldId="2558"/>
            <ac:spMk id="3" creationId="{4A1C0383-58FE-E486-295E-B33B8683B938}"/>
          </ac:spMkLst>
        </pc:spChg>
      </pc:sldChg>
      <pc:sldChg chg="del">
        <pc:chgData name="Owais Ahmed" userId="6abc7d4556b3b071" providerId="LiveId" clId="{0577D98B-C5DD-421E-AB63-1BC2B2B46ADA}" dt="2023-08-08T04:30:01.815" v="224" actId="47"/>
        <pc:sldMkLst>
          <pc:docMk/>
          <pc:sldMk cId="3909667495" sldId="2558"/>
        </pc:sldMkLst>
      </pc:sldChg>
      <pc:sldChg chg="addSp modSp add mod ord modAnim modNotesTx">
        <pc:chgData name="Owais Ahmed" userId="6abc7d4556b3b071" providerId="LiveId" clId="{0577D98B-C5DD-421E-AB63-1BC2B2B46ADA}" dt="2023-08-08T06:04:48.445" v="5079"/>
        <pc:sldMkLst>
          <pc:docMk/>
          <pc:sldMk cId="1566808580" sldId="2559"/>
        </pc:sldMkLst>
        <pc:spChg chg="mod">
          <ac:chgData name="Owais Ahmed" userId="6abc7d4556b3b071" providerId="LiveId" clId="{0577D98B-C5DD-421E-AB63-1BC2B2B46ADA}" dt="2023-08-08T05:48:34.035" v="4439" actId="20577"/>
          <ac:spMkLst>
            <pc:docMk/>
            <pc:sldMk cId="1566808580" sldId="2559"/>
            <ac:spMk id="3" creationId="{4A1C0383-58FE-E486-295E-B33B8683B938}"/>
          </ac:spMkLst>
        </pc:spChg>
        <pc:graphicFrameChg chg="add mod modGraphic">
          <ac:chgData name="Owais Ahmed" userId="6abc7d4556b3b071" providerId="LiveId" clId="{0577D98B-C5DD-421E-AB63-1BC2B2B46ADA}" dt="2023-08-08T05:28:00.811" v="3618" actId="404"/>
          <ac:graphicFrameMkLst>
            <pc:docMk/>
            <pc:sldMk cId="1566808580" sldId="2559"/>
            <ac:graphicFrameMk id="4" creationId="{3BD80CFA-71B3-B1D4-C38D-511EF67DF039}"/>
          </ac:graphicFrameMkLst>
        </pc:graphicFrameChg>
      </pc:sldChg>
      <pc:sldChg chg="del">
        <pc:chgData name="Owais Ahmed" userId="6abc7d4556b3b071" providerId="LiveId" clId="{0577D98B-C5DD-421E-AB63-1BC2B2B46ADA}" dt="2023-08-08T04:30:01.815" v="224" actId="47"/>
        <pc:sldMkLst>
          <pc:docMk/>
          <pc:sldMk cId="3856755703" sldId="2559"/>
        </pc:sldMkLst>
      </pc:sldChg>
      <pc:sldChg chg="modSp add mod ord modAnim">
        <pc:chgData name="Owais Ahmed" userId="6abc7d4556b3b071" providerId="LiveId" clId="{0577D98B-C5DD-421E-AB63-1BC2B2B46ADA}" dt="2023-08-08T06:09:13.417" v="5433" actId="20577"/>
        <pc:sldMkLst>
          <pc:docMk/>
          <pc:sldMk cId="3737636412" sldId="2560"/>
        </pc:sldMkLst>
        <pc:spChg chg="mod">
          <ac:chgData name="Owais Ahmed" userId="6abc7d4556b3b071" providerId="LiveId" clId="{0577D98B-C5DD-421E-AB63-1BC2B2B46ADA}" dt="2023-08-08T06:09:13.417" v="5433" actId="20577"/>
          <ac:spMkLst>
            <pc:docMk/>
            <pc:sldMk cId="3737636412" sldId="2560"/>
            <ac:spMk id="3" creationId="{4A1C0383-58FE-E486-295E-B33B8683B938}"/>
          </ac:spMkLst>
        </pc:spChg>
      </pc:sldChg>
      <pc:sldChg chg="del">
        <pc:chgData name="Owais Ahmed" userId="6abc7d4556b3b071" providerId="LiveId" clId="{0577D98B-C5DD-421E-AB63-1BC2B2B46ADA}" dt="2023-08-08T04:30:01.815" v="224" actId="47"/>
        <pc:sldMkLst>
          <pc:docMk/>
          <pc:sldMk cId="3846338403" sldId="2560"/>
        </pc:sldMkLst>
      </pc:sldChg>
      <pc:sldChg chg="modSp add mod modAnim">
        <pc:chgData name="Owais Ahmed" userId="6abc7d4556b3b071" providerId="LiveId" clId="{0577D98B-C5DD-421E-AB63-1BC2B2B46ADA}" dt="2023-08-08T06:28:01.622" v="6269" actId="20577"/>
        <pc:sldMkLst>
          <pc:docMk/>
          <pc:sldMk cId="1476977656" sldId="2561"/>
        </pc:sldMkLst>
        <pc:spChg chg="mod">
          <ac:chgData name="Owais Ahmed" userId="6abc7d4556b3b071" providerId="LiveId" clId="{0577D98B-C5DD-421E-AB63-1BC2B2B46ADA}" dt="2023-08-08T06:28:01.622" v="6269" actId="20577"/>
          <ac:spMkLst>
            <pc:docMk/>
            <pc:sldMk cId="1476977656" sldId="2561"/>
            <ac:spMk id="3" creationId="{4A1C0383-58FE-E486-295E-B33B8683B938}"/>
          </ac:spMkLst>
        </pc:spChg>
      </pc:sldChg>
      <pc:sldChg chg="modSp add mod modAnim">
        <pc:chgData name="Owais Ahmed" userId="6abc7d4556b3b071" providerId="LiveId" clId="{0577D98B-C5DD-421E-AB63-1BC2B2B46ADA}" dt="2023-08-08T06:19:08.356" v="5786" actId="27636"/>
        <pc:sldMkLst>
          <pc:docMk/>
          <pc:sldMk cId="1305422422" sldId="2562"/>
        </pc:sldMkLst>
        <pc:spChg chg="mod">
          <ac:chgData name="Owais Ahmed" userId="6abc7d4556b3b071" providerId="LiveId" clId="{0577D98B-C5DD-421E-AB63-1BC2B2B46ADA}" dt="2023-08-08T06:19:08.356" v="5786" actId="27636"/>
          <ac:spMkLst>
            <pc:docMk/>
            <pc:sldMk cId="1305422422" sldId="2562"/>
            <ac:spMk id="3" creationId="{4A1C0383-58FE-E486-295E-B33B8683B938}"/>
          </ac:spMkLst>
        </pc:spChg>
      </pc:sldChg>
      <pc:sldChg chg="del">
        <pc:chgData name="Owais Ahmed" userId="6abc7d4556b3b071" providerId="LiveId" clId="{0577D98B-C5DD-421E-AB63-1BC2B2B46ADA}" dt="2023-08-08T04:30:01.815" v="224" actId="47"/>
        <pc:sldMkLst>
          <pc:docMk/>
          <pc:sldMk cId="1835063850" sldId="2562"/>
        </pc:sldMkLst>
      </pc:sldChg>
      <pc:sldChg chg="del">
        <pc:chgData name="Owais Ahmed" userId="6abc7d4556b3b071" providerId="LiveId" clId="{0577D98B-C5DD-421E-AB63-1BC2B2B46ADA}" dt="2023-08-08T04:30:01.815" v="224" actId="47"/>
        <pc:sldMkLst>
          <pc:docMk/>
          <pc:sldMk cId="150925741" sldId="2563"/>
        </pc:sldMkLst>
      </pc:sldChg>
      <pc:sldChg chg="modSp add mod modAnim">
        <pc:chgData name="Owais Ahmed" userId="6abc7d4556b3b071" providerId="LiveId" clId="{0577D98B-C5DD-421E-AB63-1BC2B2B46ADA}" dt="2023-08-08T06:51:56.531" v="8086" actId="20577"/>
        <pc:sldMkLst>
          <pc:docMk/>
          <pc:sldMk cId="4071666753" sldId="2563"/>
        </pc:sldMkLst>
        <pc:spChg chg="mod">
          <ac:chgData name="Owais Ahmed" userId="6abc7d4556b3b071" providerId="LiveId" clId="{0577D98B-C5DD-421E-AB63-1BC2B2B46ADA}" dt="2023-08-08T06:51:54.049" v="8085" actId="20577"/>
          <ac:spMkLst>
            <pc:docMk/>
            <pc:sldMk cId="4071666753" sldId="2563"/>
            <ac:spMk id="3" creationId="{4A1C0383-58FE-E486-295E-B33B8683B938}"/>
          </ac:spMkLst>
        </pc:spChg>
        <pc:spChg chg="mod">
          <ac:chgData name="Owais Ahmed" userId="6abc7d4556b3b071" providerId="LiveId" clId="{0577D98B-C5DD-421E-AB63-1BC2B2B46ADA}" dt="2023-08-08T06:42:29.550" v="7538" actId="20577"/>
          <ac:spMkLst>
            <pc:docMk/>
            <pc:sldMk cId="4071666753" sldId="2563"/>
            <ac:spMk id="215" creationId="{00000000-0000-0000-0000-000000000000}"/>
          </ac:spMkLst>
        </pc:spChg>
      </pc:sldChg>
      <pc:sldChg chg="modSp add ord modAnim">
        <pc:chgData name="Owais Ahmed" userId="6abc7d4556b3b071" providerId="LiveId" clId="{0577D98B-C5DD-421E-AB63-1BC2B2B46ADA}" dt="2023-08-08T06:42:16.212" v="7530"/>
        <pc:sldMkLst>
          <pc:docMk/>
          <pc:sldMk cId="2526141006" sldId="2564"/>
        </pc:sldMkLst>
        <pc:spChg chg="mod">
          <ac:chgData name="Owais Ahmed" userId="6abc7d4556b3b071" providerId="LiveId" clId="{0577D98B-C5DD-421E-AB63-1BC2B2B46ADA}" dt="2023-08-08T06:41:39.010" v="7528" actId="20577"/>
          <ac:spMkLst>
            <pc:docMk/>
            <pc:sldMk cId="2526141006" sldId="2564"/>
            <ac:spMk id="3" creationId="{4A1C0383-58FE-E486-295E-B33B8683B938}"/>
          </ac:spMkLst>
        </pc:spChg>
      </pc:sldChg>
      <pc:sldChg chg="del">
        <pc:chgData name="Owais Ahmed" userId="6abc7d4556b3b071" providerId="LiveId" clId="{0577D98B-C5DD-421E-AB63-1BC2B2B46ADA}" dt="2023-08-08T04:30:01.815" v="224" actId="47"/>
        <pc:sldMkLst>
          <pc:docMk/>
          <pc:sldMk cId="3164841762" sldId="2564"/>
        </pc:sldMkLst>
      </pc:sldChg>
      <pc:sldChg chg="modSp add mod modAnim">
        <pc:chgData name="Owais Ahmed" userId="6abc7d4556b3b071" providerId="LiveId" clId="{0577D98B-C5DD-421E-AB63-1BC2B2B46ADA}" dt="2023-08-08T06:57:21.686" v="8443" actId="20577"/>
        <pc:sldMkLst>
          <pc:docMk/>
          <pc:sldMk cId="2724244378" sldId="2565"/>
        </pc:sldMkLst>
        <pc:spChg chg="mod">
          <ac:chgData name="Owais Ahmed" userId="6abc7d4556b3b071" providerId="LiveId" clId="{0577D98B-C5DD-421E-AB63-1BC2B2B46ADA}" dt="2023-08-08T06:57:21.686" v="8443" actId="20577"/>
          <ac:spMkLst>
            <pc:docMk/>
            <pc:sldMk cId="2724244378" sldId="2565"/>
            <ac:spMk id="3" creationId="{4A1C0383-58FE-E486-295E-B33B8683B938}"/>
          </ac:spMkLst>
        </pc:spChg>
        <pc:spChg chg="mod">
          <ac:chgData name="Owais Ahmed" userId="6abc7d4556b3b071" providerId="LiveId" clId="{0577D98B-C5DD-421E-AB63-1BC2B2B46ADA}" dt="2023-08-08T06:52:04.193" v="8093" actId="20577"/>
          <ac:spMkLst>
            <pc:docMk/>
            <pc:sldMk cId="2724244378" sldId="2565"/>
            <ac:spMk id="215" creationId="{00000000-0000-0000-0000-000000000000}"/>
          </ac:spMkLst>
        </pc:spChg>
      </pc:sldChg>
      <pc:sldChg chg="del">
        <pc:chgData name="Owais Ahmed" userId="6abc7d4556b3b071" providerId="LiveId" clId="{0577D98B-C5DD-421E-AB63-1BC2B2B46ADA}" dt="2023-08-08T04:30:01.815" v="224" actId="47"/>
        <pc:sldMkLst>
          <pc:docMk/>
          <pc:sldMk cId="4253636147" sldId="2565"/>
        </pc:sldMkLst>
      </pc:sldChg>
      <pc:sldChg chg="add">
        <pc:chgData name="Owais Ahmed" userId="6abc7d4556b3b071" providerId="LiveId" clId="{0577D98B-C5DD-421E-AB63-1BC2B2B46ADA}" dt="2023-08-08T06:57:46.412" v="8444" actId="2890"/>
        <pc:sldMkLst>
          <pc:docMk/>
          <pc:sldMk cId="1651103511" sldId="2566"/>
        </pc:sldMkLst>
      </pc:sldChg>
      <pc:sldChg chg="del">
        <pc:chgData name="Owais Ahmed" userId="6abc7d4556b3b071" providerId="LiveId" clId="{0577D98B-C5DD-421E-AB63-1BC2B2B46ADA}" dt="2023-08-08T04:30:01.815" v="224" actId="47"/>
        <pc:sldMkLst>
          <pc:docMk/>
          <pc:sldMk cId="2684752333" sldId="2566"/>
        </pc:sldMkLst>
      </pc:sldChg>
      <pc:sldChg chg="del">
        <pc:chgData name="Owais Ahmed" userId="6abc7d4556b3b071" providerId="LiveId" clId="{0577D98B-C5DD-421E-AB63-1BC2B2B46ADA}" dt="2023-08-08T04:30:01.815" v="224" actId="47"/>
        <pc:sldMkLst>
          <pc:docMk/>
          <pc:sldMk cId="138900574" sldId="2567"/>
        </pc:sldMkLst>
      </pc:sldChg>
      <pc:sldChg chg="del">
        <pc:chgData name="Owais Ahmed" userId="6abc7d4556b3b071" providerId="LiveId" clId="{0577D98B-C5DD-421E-AB63-1BC2B2B46ADA}" dt="2023-08-08T04:30:01.815" v="224" actId="47"/>
        <pc:sldMkLst>
          <pc:docMk/>
          <pc:sldMk cId="1329531230" sldId="2568"/>
        </pc:sldMkLst>
      </pc:sldChg>
      <pc:sldChg chg="del">
        <pc:chgData name="Owais Ahmed" userId="6abc7d4556b3b071" providerId="LiveId" clId="{0577D98B-C5DD-421E-AB63-1BC2B2B46ADA}" dt="2023-08-08T04:30:01.815" v="224" actId="47"/>
        <pc:sldMkLst>
          <pc:docMk/>
          <pc:sldMk cId="213204764" sldId="2569"/>
        </pc:sldMkLst>
      </pc:sldChg>
      <pc:sldChg chg="del">
        <pc:chgData name="Owais Ahmed" userId="6abc7d4556b3b071" providerId="LiveId" clId="{0577D98B-C5DD-421E-AB63-1BC2B2B46ADA}" dt="2023-08-08T04:30:01.815" v="224" actId="47"/>
        <pc:sldMkLst>
          <pc:docMk/>
          <pc:sldMk cId="3970414602" sldId="2570"/>
        </pc:sldMkLst>
      </pc:sldChg>
      <pc:sldChg chg="del">
        <pc:chgData name="Owais Ahmed" userId="6abc7d4556b3b071" providerId="LiveId" clId="{0577D98B-C5DD-421E-AB63-1BC2B2B46ADA}" dt="2023-08-08T04:30:01.815" v="224" actId="47"/>
        <pc:sldMkLst>
          <pc:docMk/>
          <pc:sldMk cId="1201433262" sldId="2571"/>
        </pc:sldMkLst>
      </pc:sldChg>
      <pc:sldChg chg="del">
        <pc:chgData name="Owais Ahmed" userId="6abc7d4556b3b071" providerId="LiveId" clId="{0577D98B-C5DD-421E-AB63-1BC2B2B46ADA}" dt="2023-08-08T04:30:01.815" v="224" actId="47"/>
        <pc:sldMkLst>
          <pc:docMk/>
          <pc:sldMk cId="2285914733" sldId="2573"/>
        </pc:sldMkLst>
      </pc:sldChg>
      <pc:sldChg chg="del">
        <pc:chgData name="Owais Ahmed" userId="6abc7d4556b3b071" providerId="LiveId" clId="{0577D98B-C5DD-421E-AB63-1BC2B2B46ADA}" dt="2023-08-08T04:30:01.815" v="224" actId="47"/>
        <pc:sldMkLst>
          <pc:docMk/>
          <pc:sldMk cId="1728240852" sldId="2574"/>
        </pc:sldMkLst>
      </pc:sldChg>
      <pc:sldChg chg="del">
        <pc:chgData name="Owais Ahmed" userId="6abc7d4556b3b071" providerId="LiveId" clId="{0577D98B-C5DD-421E-AB63-1BC2B2B46ADA}" dt="2023-08-08T04:30:01.815" v="224" actId="47"/>
        <pc:sldMkLst>
          <pc:docMk/>
          <pc:sldMk cId="3271818871" sldId="2575"/>
        </pc:sldMkLst>
      </pc:sldChg>
      <pc:sldChg chg="del">
        <pc:chgData name="Owais Ahmed" userId="6abc7d4556b3b071" providerId="LiveId" clId="{0577D98B-C5DD-421E-AB63-1BC2B2B46ADA}" dt="2023-08-08T04:30:01.815" v="224" actId="47"/>
        <pc:sldMkLst>
          <pc:docMk/>
          <pc:sldMk cId="1747158155" sldId="2576"/>
        </pc:sldMkLst>
      </pc:sldChg>
    </pc:docChg>
  </pc:docChgLst>
  <pc:docChgLst>
    <pc:chgData name="Owais Ahmed" userId="6abc7d4556b3b071" providerId="LiveId" clId="{53383B45-B17A-4806-BA45-0D31F109C868}"/>
    <pc:docChg chg="undo custSel addSld delSld modSld sldOrd">
      <pc:chgData name="Owais Ahmed" userId="6abc7d4556b3b071" providerId="LiveId" clId="{53383B45-B17A-4806-BA45-0D31F109C868}" dt="2023-09-27T09:56:42.272" v="2584" actId="20577"/>
      <pc:docMkLst>
        <pc:docMk/>
      </pc:docMkLst>
      <pc:sldChg chg="modSp mod">
        <pc:chgData name="Owais Ahmed" userId="6abc7d4556b3b071" providerId="LiveId" clId="{53383B45-B17A-4806-BA45-0D31F109C868}" dt="2023-09-27T05:07:46.636" v="32"/>
        <pc:sldMkLst>
          <pc:docMk/>
          <pc:sldMk cId="1649098948" sldId="2462"/>
        </pc:sldMkLst>
        <pc:spChg chg="mod">
          <ac:chgData name="Owais Ahmed" userId="6abc7d4556b3b071" providerId="LiveId" clId="{53383B45-B17A-4806-BA45-0D31F109C868}" dt="2023-09-27T05:07:46.636" v="32"/>
          <ac:spMkLst>
            <pc:docMk/>
            <pc:sldMk cId="1649098948" sldId="2462"/>
            <ac:spMk id="6" creationId="{F3C89A40-EEAA-43AB-9A3A-B2CFDE450F1B}"/>
          </ac:spMkLst>
        </pc:spChg>
      </pc:sldChg>
      <pc:sldChg chg="addSp delSp modSp">
        <pc:chgData name="Owais Ahmed" userId="6abc7d4556b3b071" providerId="LiveId" clId="{53383B45-B17A-4806-BA45-0D31F109C868}" dt="2023-09-27T05:06:36.031" v="1"/>
        <pc:sldMkLst>
          <pc:docMk/>
          <pc:sldMk cId="2136095335" sldId="2565"/>
        </pc:sldMkLst>
        <pc:graphicFrameChg chg="add del mod">
          <ac:chgData name="Owais Ahmed" userId="6abc7d4556b3b071" providerId="LiveId" clId="{53383B45-B17A-4806-BA45-0D31F109C868}" dt="2023-09-27T05:06:36.031" v="1"/>
          <ac:graphicFrameMkLst>
            <pc:docMk/>
            <pc:sldMk cId="2136095335" sldId="2565"/>
            <ac:graphicFrameMk id="4" creationId="{0343B9A1-D7FE-33A9-FC1E-D43F1EB7F87D}"/>
          </ac:graphicFrameMkLst>
        </pc:graphicFrameChg>
      </pc:sldChg>
      <pc:sldChg chg="modSp mod">
        <pc:chgData name="Owais Ahmed" userId="6abc7d4556b3b071" providerId="LiveId" clId="{53383B45-B17A-4806-BA45-0D31F109C868}" dt="2023-09-27T05:22:45.827" v="124" actId="20577"/>
        <pc:sldMkLst>
          <pc:docMk/>
          <pc:sldMk cId="786819306" sldId="2566"/>
        </pc:sldMkLst>
        <pc:spChg chg="mod">
          <ac:chgData name="Owais Ahmed" userId="6abc7d4556b3b071" providerId="LiveId" clId="{53383B45-B17A-4806-BA45-0D31F109C868}" dt="2023-09-27T05:22:45.827" v="124" actId="20577"/>
          <ac:spMkLst>
            <pc:docMk/>
            <pc:sldMk cId="786819306" sldId="2566"/>
            <ac:spMk id="215" creationId="{00000000-0000-0000-0000-000000000000}"/>
          </ac:spMkLst>
        </pc:spChg>
      </pc:sldChg>
      <pc:sldChg chg="add del">
        <pc:chgData name="Owais Ahmed" userId="6abc7d4556b3b071" providerId="LiveId" clId="{53383B45-B17A-4806-BA45-0D31F109C868}" dt="2023-09-27T05:23:15.731" v="125" actId="47"/>
        <pc:sldMkLst>
          <pc:docMk/>
          <pc:sldMk cId="138900574" sldId="2567"/>
        </pc:sldMkLst>
      </pc:sldChg>
      <pc:sldChg chg="modSp modAnim">
        <pc:chgData name="Owais Ahmed" userId="6abc7d4556b3b071" providerId="LiveId" clId="{53383B45-B17A-4806-BA45-0D31F109C868}" dt="2023-09-27T05:49:40.333" v="1297" actId="20577"/>
        <pc:sldMkLst>
          <pc:docMk/>
          <pc:sldMk cId="1120982729" sldId="2568"/>
        </pc:sldMkLst>
        <pc:spChg chg="mod">
          <ac:chgData name="Owais Ahmed" userId="6abc7d4556b3b071" providerId="LiveId" clId="{53383B45-B17A-4806-BA45-0D31F109C868}" dt="2023-09-27T05:49:40.333" v="1297" actId="20577"/>
          <ac:spMkLst>
            <pc:docMk/>
            <pc:sldMk cId="1120982729" sldId="2568"/>
            <ac:spMk id="3" creationId="{4A1C0383-58FE-E486-295E-B33B8683B938}"/>
          </ac:spMkLst>
        </pc:spChg>
      </pc:sldChg>
      <pc:sldChg chg="del">
        <pc:chgData name="Owais Ahmed" userId="6abc7d4556b3b071" providerId="LiveId" clId="{53383B45-B17A-4806-BA45-0D31F109C868}" dt="2023-09-27T09:20:42.985" v="1298" actId="47"/>
        <pc:sldMkLst>
          <pc:docMk/>
          <pc:sldMk cId="3849819283" sldId="2576"/>
        </pc:sldMkLst>
      </pc:sldChg>
      <pc:sldChg chg="del">
        <pc:chgData name="Owais Ahmed" userId="6abc7d4556b3b071" providerId="LiveId" clId="{53383B45-B17A-4806-BA45-0D31F109C868}" dt="2023-09-27T09:20:43.749" v="1299" actId="47"/>
        <pc:sldMkLst>
          <pc:docMk/>
          <pc:sldMk cId="2362627110" sldId="2577"/>
        </pc:sldMkLst>
      </pc:sldChg>
      <pc:sldChg chg="modSp add mod modAnim">
        <pc:chgData name="Owais Ahmed" userId="6abc7d4556b3b071" providerId="LiveId" clId="{53383B45-B17A-4806-BA45-0D31F109C868}" dt="2023-09-27T05:10:11.070" v="79" actId="27636"/>
        <pc:sldMkLst>
          <pc:docMk/>
          <pc:sldMk cId="1835063850" sldId="2578"/>
        </pc:sldMkLst>
        <pc:spChg chg="mod">
          <ac:chgData name="Owais Ahmed" userId="6abc7d4556b3b071" providerId="LiveId" clId="{53383B45-B17A-4806-BA45-0D31F109C868}" dt="2023-09-27T05:10:11.070" v="79" actId="27636"/>
          <ac:spMkLst>
            <pc:docMk/>
            <pc:sldMk cId="1835063850" sldId="2578"/>
            <ac:spMk id="3" creationId="{4A1C0383-58FE-E486-295E-B33B8683B938}"/>
          </ac:spMkLst>
        </pc:spChg>
        <pc:spChg chg="mod">
          <ac:chgData name="Owais Ahmed" userId="6abc7d4556b3b071" providerId="LiveId" clId="{53383B45-B17A-4806-BA45-0D31F109C868}" dt="2023-09-27T05:08:03.843" v="45" actId="20577"/>
          <ac:spMkLst>
            <pc:docMk/>
            <pc:sldMk cId="1835063850" sldId="2578"/>
            <ac:spMk id="215" creationId="{00000000-0000-0000-0000-000000000000}"/>
          </ac:spMkLst>
        </pc:spChg>
      </pc:sldChg>
      <pc:sldChg chg="modSp add mod">
        <pc:chgData name="Owais Ahmed" userId="6abc7d4556b3b071" providerId="LiveId" clId="{53383B45-B17A-4806-BA45-0D31F109C868}" dt="2023-09-27T05:20:27.514" v="95" actId="20577"/>
        <pc:sldMkLst>
          <pc:docMk/>
          <pc:sldMk cId="150925741" sldId="2579"/>
        </pc:sldMkLst>
        <pc:spChg chg="mod">
          <ac:chgData name="Owais Ahmed" userId="6abc7d4556b3b071" providerId="LiveId" clId="{53383B45-B17A-4806-BA45-0D31F109C868}" dt="2023-09-27T05:20:27.514" v="95" actId="20577"/>
          <ac:spMkLst>
            <pc:docMk/>
            <pc:sldMk cId="150925741" sldId="2579"/>
            <ac:spMk id="215" creationId="{00000000-0000-0000-0000-000000000000}"/>
          </ac:spMkLst>
        </pc:spChg>
      </pc:sldChg>
      <pc:sldChg chg="modSp add mod">
        <pc:chgData name="Owais Ahmed" userId="6abc7d4556b3b071" providerId="LiveId" clId="{53383B45-B17A-4806-BA45-0D31F109C868}" dt="2023-09-27T05:20:45.634" v="97"/>
        <pc:sldMkLst>
          <pc:docMk/>
          <pc:sldMk cId="3164841762" sldId="2580"/>
        </pc:sldMkLst>
        <pc:spChg chg="mod">
          <ac:chgData name="Owais Ahmed" userId="6abc7d4556b3b071" providerId="LiveId" clId="{53383B45-B17A-4806-BA45-0D31F109C868}" dt="2023-09-27T05:20:45.634" v="97"/>
          <ac:spMkLst>
            <pc:docMk/>
            <pc:sldMk cId="3164841762" sldId="2580"/>
            <ac:spMk id="215" creationId="{00000000-0000-0000-0000-000000000000}"/>
          </ac:spMkLst>
        </pc:spChg>
      </pc:sldChg>
      <pc:sldChg chg="modSp add mod">
        <pc:chgData name="Owais Ahmed" userId="6abc7d4556b3b071" providerId="LiveId" clId="{53383B45-B17A-4806-BA45-0D31F109C868}" dt="2023-09-27T05:21:33.310" v="99" actId="20577"/>
        <pc:sldMkLst>
          <pc:docMk/>
          <pc:sldMk cId="4253636147" sldId="2581"/>
        </pc:sldMkLst>
        <pc:spChg chg="mod">
          <ac:chgData name="Owais Ahmed" userId="6abc7d4556b3b071" providerId="LiveId" clId="{53383B45-B17A-4806-BA45-0D31F109C868}" dt="2023-09-27T05:21:33.310" v="99" actId="20577"/>
          <ac:spMkLst>
            <pc:docMk/>
            <pc:sldMk cId="4253636147" sldId="2581"/>
            <ac:spMk id="3" creationId="{4A1C0383-58FE-E486-295E-B33B8683B938}"/>
          </ac:spMkLst>
        </pc:spChg>
        <pc:spChg chg="mod">
          <ac:chgData name="Owais Ahmed" userId="6abc7d4556b3b071" providerId="LiveId" clId="{53383B45-B17A-4806-BA45-0D31F109C868}" dt="2023-09-27T05:20:50.696" v="98"/>
          <ac:spMkLst>
            <pc:docMk/>
            <pc:sldMk cId="4253636147" sldId="2581"/>
            <ac:spMk id="215" creationId="{00000000-0000-0000-0000-000000000000}"/>
          </ac:spMkLst>
        </pc:spChg>
      </pc:sldChg>
      <pc:sldChg chg="modSp add">
        <pc:chgData name="Owais Ahmed" userId="6abc7d4556b3b071" providerId="LiveId" clId="{53383B45-B17A-4806-BA45-0D31F109C868}" dt="2023-09-27T05:21:40.553" v="102" actId="20577"/>
        <pc:sldMkLst>
          <pc:docMk/>
          <pc:sldMk cId="2684752333" sldId="2582"/>
        </pc:sldMkLst>
        <pc:spChg chg="mod">
          <ac:chgData name="Owais Ahmed" userId="6abc7d4556b3b071" providerId="LiveId" clId="{53383B45-B17A-4806-BA45-0D31F109C868}" dt="2023-09-27T05:21:40.553" v="102" actId="20577"/>
          <ac:spMkLst>
            <pc:docMk/>
            <pc:sldMk cId="2684752333" sldId="2582"/>
            <ac:spMk id="3" creationId="{4A1C0383-58FE-E486-295E-B33B8683B938}"/>
          </ac:spMkLst>
        </pc:spChg>
      </pc:sldChg>
      <pc:sldChg chg="add del">
        <pc:chgData name="Owais Ahmed" userId="6abc7d4556b3b071" providerId="LiveId" clId="{53383B45-B17A-4806-BA45-0D31F109C868}" dt="2023-09-27T05:23:17.819" v="126" actId="47"/>
        <pc:sldMkLst>
          <pc:docMk/>
          <pc:sldMk cId="1329531230" sldId="2583"/>
        </pc:sldMkLst>
      </pc:sldChg>
      <pc:sldChg chg="modSp add mod">
        <pc:chgData name="Owais Ahmed" userId="6abc7d4556b3b071" providerId="LiveId" clId="{53383B45-B17A-4806-BA45-0D31F109C868}" dt="2023-09-27T05:25:24.412" v="165" actId="20577"/>
        <pc:sldMkLst>
          <pc:docMk/>
          <pc:sldMk cId="213204764" sldId="2584"/>
        </pc:sldMkLst>
        <pc:spChg chg="mod">
          <ac:chgData name="Owais Ahmed" userId="6abc7d4556b3b071" providerId="LiveId" clId="{53383B45-B17A-4806-BA45-0D31F109C868}" dt="2023-09-27T05:25:24.412" v="165" actId="20577"/>
          <ac:spMkLst>
            <pc:docMk/>
            <pc:sldMk cId="213204764" sldId="2584"/>
            <ac:spMk id="215" creationId="{00000000-0000-0000-0000-000000000000}"/>
          </ac:spMkLst>
        </pc:spChg>
      </pc:sldChg>
      <pc:sldChg chg="add">
        <pc:chgData name="Owais Ahmed" userId="6abc7d4556b3b071" providerId="LiveId" clId="{53383B45-B17A-4806-BA45-0D31F109C868}" dt="2023-09-27T05:06:44.656" v="2"/>
        <pc:sldMkLst>
          <pc:docMk/>
          <pc:sldMk cId="3970414602" sldId="2585"/>
        </pc:sldMkLst>
      </pc:sldChg>
      <pc:sldChg chg="modSp add mod modAnim">
        <pc:chgData name="Owais Ahmed" userId="6abc7d4556b3b071" providerId="LiveId" clId="{53383B45-B17A-4806-BA45-0D31F109C868}" dt="2023-09-27T05:36:05.275" v="1295" actId="20577"/>
        <pc:sldMkLst>
          <pc:docMk/>
          <pc:sldMk cId="2285914733" sldId="2586"/>
        </pc:sldMkLst>
        <pc:spChg chg="mod">
          <ac:chgData name="Owais Ahmed" userId="6abc7d4556b3b071" providerId="LiveId" clId="{53383B45-B17A-4806-BA45-0D31F109C868}" dt="2023-09-27T05:36:05.275" v="1295" actId="20577"/>
          <ac:spMkLst>
            <pc:docMk/>
            <pc:sldMk cId="2285914733" sldId="2586"/>
            <ac:spMk id="3" creationId="{4A1C0383-58FE-E486-295E-B33B8683B938}"/>
          </ac:spMkLst>
        </pc:spChg>
        <pc:spChg chg="mod">
          <ac:chgData name="Owais Ahmed" userId="6abc7d4556b3b071" providerId="LiveId" clId="{53383B45-B17A-4806-BA45-0D31F109C868}" dt="2023-09-27T05:27:15.262" v="304" actId="20577"/>
          <ac:spMkLst>
            <pc:docMk/>
            <pc:sldMk cId="2285914733" sldId="2586"/>
            <ac:spMk id="215" creationId="{00000000-0000-0000-0000-000000000000}"/>
          </ac:spMkLst>
        </pc:spChg>
      </pc:sldChg>
      <pc:sldChg chg="modSp add modAnim">
        <pc:chgData name="Owais Ahmed" userId="6abc7d4556b3b071" providerId="LiveId" clId="{53383B45-B17A-4806-BA45-0D31F109C868}" dt="2023-09-27T09:21:26.814" v="1301" actId="14"/>
        <pc:sldMkLst>
          <pc:docMk/>
          <pc:sldMk cId="1201433262" sldId="2587"/>
        </pc:sldMkLst>
        <pc:spChg chg="mod">
          <ac:chgData name="Owais Ahmed" userId="6abc7d4556b3b071" providerId="LiveId" clId="{53383B45-B17A-4806-BA45-0D31F109C868}" dt="2023-09-27T09:21:26.814" v="1301" actId="14"/>
          <ac:spMkLst>
            <pc:docMk/>
            <pc:sldMk cId="1201433262" sldId="2587"/>
            <ac:spMk id="3" creationId="{4A1C0383-58FE-E486-295E-B33B8683B938}"/>
          </ac:spMkLst>
        </pc:spChg>
      </pc:sldChg>
      <pc:sldChg chg="addSp modSp add mod ord modAnim modNotesTx">
        <pc:chgData name="Owais Ahmed" userId="6abc7d4556b3b071" providerId="LiveId" clId="{53383B45-B17A-4806-BA45-0D31F109C868}" dt="2023-09-27T09:56:42.272" v="2584" actId="20577"/>
        <pc:sldMkLst>
          <pc:docMk/>
          <pc:sldMk cId="2208228190" sldId="2588"/>
        </pc:sldMkLst>
        <pc:spChg chg="mod">
          <ac:chgData name="Owais Ahmed" userId="6abc7d4556b3b071" providerId="LiveId" clId="{53383B45-B17A-4806-BA45-0D31F109C868}" dt="2023-09-27T09:34:45.843" v="1447" actId="27636"/>
          <ac:spMkLst>
            <pc:docMk/>
            <pc:sldMk cId="2208228190" sldId="2588"/>
            <ac:spMk id="3" creationId="{4A1C0383-58FE-E486-295E-B33B8683B938}"/>
          </ac:spMkLst>
        </pc:spChg>
        <pc:spChg chg="add mod">
          <ac:chgData name="Owais Ahmed" userId="6abc7d4556b3b071" providerId="LiveId" clId="{53383B45-B17A-4806-BA45-0D31F109C868}" dt="2023-09-27T09:56:42.272" v="2584" actId="20577"/>
          <ac:spMkLst>
            <pc:docMk/>
            <pc:sldMk cId="2208228190" sldId="2588"/>
            <ac:spMk id="4" creationId="{94726610-A2E3-1316-07F6-F3E15154A6A9}"/>
          </ac:spMkLst>
        </pc:spChg>
        <pc:spChg chg="mod">
          <ac:chgData name="Owais Ahmed" userId="6abc7d4556b3b071" providerId="LiveId" clId="{53383B45-B17A-4806-BA45-0D31F109C868}" dt="2023-09-27T09:23:20.702" v="1328" actId="20577"/>
          <ac:spMkLst>
            <pc:docMk/>
            <pc:sldMk cId="2208228190" sldId="2588"/>
            <ac:spMk id="215" creationId="{00000000-0000-0000-0000-000000000000}"/>
          </ac:spMkLst>
        </pc:spChg>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69A6FD51-02D8-45A5-972C-CEF9253318D0}"/>
    <pc:docChg chg="undo redo custSel addSld delSld modSld sldOrd">
      <pc:chgData name="Owais Ahmed" userId="6abc7d4556b3b071" providerId="LiveId" clId="{69A6FD51-02D8-45A5-972C-CEF9253318D0}" dt="2023-12-14T09:50:10.201" v="10680"/>
      <pc:docMkLst>
        <pc:docMk/>
      </pc:docMkLst>
      <pc:sldChg chg="modSp mod">
        <pc:chgData name="Owais Ahmed" userId="6abc7d4556b3b071" providerId="LiveId" clId="{69A6FD51-02D8-45A5-972C-CEF9253318D0}" dt="2023-12-13T15:01:23.963" v="9515" actId="20577"/>
        <pc:sldMkLst>
          <pc:docMk/>
          <pc:sldMk cId="1649098948" sldId="2462"/>
        </pc:sldMkLst>
        <pc:spChg chg="mod">
          <ac:chgData name="Owais Ahmed" userId="6abc7d4556b3b071" providerId="LiveId" clId="{69A6FD51-02D8-45A5-972C-CEF9253318D0}" dt="2023-12-13T15:01:23.963" v="9515" actId="20577"/>
          <ac:spMkLst>
            <pc:docMk/>
            <pc:sldMk cId="1649098948" sldId="2462"/>
            <ac:spMk id="6" creationId="{F3C89A40-EEAA-43AB-9A3A-B2CFDE450F1B}"/>
          </ac:spMkLst>
        </pc:spChg>
      </pc:sldChg>
      <pc:sldChg chg="modSp">
        <pc:chgData name="Owais Ahmed" userId="6abc7d4556b3b071" providerId="LiveId" clId="{69A6FD51-02D8-45A5-972C-CEF9253318D0}" dt="2023-12-13T10:37:25.365" v="5867" actId="115"/>
        <pc:sldMkLst>
          <pc:docMk/>
          <pc:sldMk cId="296501705" sldId="2557"/>
        </pc:sldMkLst>
        <pc:spChg chg="mod">
          <ac:chgData name="Owais Ahmed" userId="6abc7d4556b3b071" providerId="LiveId" clId="{69A6FD51-02D8-45A5-972C-CEF9253318D0}" dt="2023-12-13T10:37:25.365" v="5867" actId="115"/>
          <ac:spMkLst>
            <pc:docMk/>
            <pc:sldMk cId="296501705" sldId="2557"/>
            <ac:spMk id="3" creationId="{4A1C0383-58FE-E486-295E-B33B8683B938}"/>
          </ac:spMkLst>
        </pc:spChg>
      </pc:sldChg>
      <pc:sldChg chg="addSp delSp modSp mod">
        <pc:chgData name="Owais Ahmed" userId="6abc7d4556b3b071" providerId="LiveId" clId="{69A6FD51-02D8-45A5-972C-CEF9253318D0}" dt="2023-12-07T05:34:37.150" v="51" actId="20577"/>
        <pc:sldMkLst>
          <pc:docMk/>
          <pc:sldMk cId="1466069214" sldId="2558"/>
        </pc:sldMkLst>
        <pc:spChg chg="mod">
          <ac:chgData name="Owais Ahmed" userId="6abc7d4556b3b071" providerId="LiveId" clId="{69A6FD51-02D8-45A5-972C-CEF9253318D0}" dt="2023-12-07T05:34:37.150" v="51" actId="20577"/>
          <ac:spMkLst>
            <pc:docMk/>
            <pc:sldMk cId="1466069214" sldId="2558"/>
            <ac:spMk id="3" creationId="{4A1C0383-58FE-E486-295E-B33B8683B938}"/>
          </ac:spMkLst>
        </pc:spChg>
        <pc:graphicFrameChg chg="add del mod">
          <ac:chgData name="Owais Ahmed" userId="6abc7d4556b3b071" providerId="LiveId" clId="{69A6FD51-02D8-45A5-972C-CEF9253318D0}" dt="2023-12-07T05:31:13.315" v="4"/>
          <ac:graphicFrameMkLst>
            <pc:docMk/>
            <pc:sldMk cId="1466069214" sldId="2558"/>
            <ac:graphicFrameMk id="4" creationId="{D4B6EC4A-58A7-0226-D177-80806A2674E9}"/>
          </ac:graphicFrameMkLst>
        </pc:graphicFrameChg>
        <pc:graphicFrameChg chg="add del mod">
          <ac:chgData name="Owais Ahmed" userId="6abc7d4556b3b071" providerId="LiveId" clId="{69A6FD51-02D8-45A5-972C-CEF9253318D0}" dt="2023-12-07T05:32:08.612" v="10"/>
          <ac:graphicFrameMkLst>
            <pc:docMk/>
            <pc:sldMk cId="1466069214" sldId="2558"/>
            <ac:graphicFrameMk id="7" creationId="{82BB582C-FA39-7905-2A92-B9363B40714F}"/>
          </ac:graphicFrameMkLst>
        </pc:graphicFrameChg>
        <pc:picChg chg="del">
          <ac:chgData name="Owais Ahmed" userId="6abc7d4556b3b071" providerId="LiveId" clId="{69A6FD51-02D8-45A5-972C-CEF9253318D0}" dt="2023-12-07T05:31:21.430" v="5"/>
          <ac:picMkLst>
            <pc:docMk/>
            <pc:sldMk cId="1466069214" sldId="2558"/>
            <ac:picMk id="5" creationId="{D9FE8C76-4EC1-CE7E-3069-EB43DA9AD199}"/>
          </ac:picMkLst>
        </pc:picChg>
        <pc:picChg chg="del">
          <ac:chgData name="Owais Ahmed" userId="6abc7d4556b3b071" providerId="LiveId" clId="{69A6FD51-02D8-45A5-972C-CEF9253318D0}" dt="2023-12-07T05:31:25.262" v="6"/>
          <ac:picMkLst>
            <pc:docMk/>
            <pc:sldMk cId="1466069214" sldId="2558"/>
            <ac:picMk id="6" creationId="{53A0C4F4-CD7B-69A0-1D46-11BFAEAA156D}"/>
          </ac:picMkLst>
        </pc:picChg>
        <pc:picChg chg="del mod">
          <ac:chgData name="Owais Ahmed" userId="6abc7d4556b3b071" providerId="LiveId" clId="{69A6FD51-02D8-45A5-972C-CEF9253318D0}" dt="2023-12-07T05:32:33.324" v="15"/>
          <ac:picMkLst>
            <pc:docMk/>
            <pc:sldMk cId="1466069214" sldId="2558"/>
            <ac:picMk id="8" creationId="{A3036178-7945-33C6-B583-CD9DAEC250AB}"/>
          </ac:picMkLst>
        </pc:picChg>
        <pc:picChg chg="add mod">
          <ac:chgData name="Owais Ahmed" userId="6abc7d4556b3b071" providerId="LiveId" clId="{69A6FD51-02D8-45A5-972C-CEF9253318D0}" dt="2023-12-07T05:34:15.950" v="18" actId="1076"/>
          <ac:picMkLst>
            <pc:docMk/>
            <pc:sldMk cId="1466069214" sldId="2558"/>
            <ac:picMk id="10" creationId="{31F6E7E2-9051-5EE1-71CA-860F5AA0EE9F}"/>
          </ac:picMkLst>
        </pc:picChg>
        <pc:picChg chg="add del">
          <ac:chgData name="Owais Ahmed" userId="6abc7d4556b3b071" providerId="LiveId" clId="{69A6FD51-02D8-45A5-972C-CEF9253318D0}" dt="2023-12-07T05:32:05.195" v="8" actId="478"/>
          <ac:picMkLst>
            <pc:docMk/>
            <pc:sldMk cId="1466069214" sldId="2558"/>
            <ac:picMk id="1028" creationId="{A9BAED3D-52DA-71E5-DE89-364D5D8EB2B1}"/>
          </ac:picMkLst>
        </pc:picChg>
      </pc:sldChg>
      <pc:sldChg chg="addSp modSp mod modAnim">
        <pc:chgData name="Owais Ahmed" userId="6abc7d4556b3b071" providerId="LiveId" clId="{69A6FD51-02D8-45A5-972C-CEF9253318D0}" dt="2023-12-07T06:14:24.098" v="2064" actId="20577"/>
        <pc:sldMkLst>
          <pc:docMk/>
          <pc:sldMk cId="3962249788" sldId="2559"/>
        </pc:sldMkLst>
        <pc:spChg chg="mod">
          <ac:chgData name="Owais Ahmed" userId="6abc7d4556b3b071" providerId="LiveId" clId="{69A6FD51-02D8-45A5-972C-CEF9253318D0}" dt="2023-12-07T06:14:24.098" v="2064" actId="20577"/>
          <ac:spMkLst>
            <pc:docMk/>
            <pc:sldMk cId="3962249788" sldId="2559"/>
            <ac:spMk id="3" creationId="{4A1C0383-58FE-E486-295E-B33B8683B938}"/>
          </ac:spMkLst>
        </pc:spChg>
        <pc:graphicFrameChg chg="add mod modGraphic">
          <ac:chgData name="Owais Ahmed" userId="6abc7d4556b3b071" providerId="LiveId" clId="{69A6FD51-02D8-45A5-972C-CEF9253318D0}" dt="2023-12-07T06:12:40.161" v="1879" actId="14100"/>
          <ac:graphicFrameMkLst>
            <pc:docMk/>
            <pc:sldMk cId="3962249788" sldId="2559"/>
            <ac:graphicFrameMk id="4" creationId="{DEEB0BB9-18E0-C28E-DD06-9225E84BA934}"/>
          </ac:graphicFrameMkLst>
        </pc:graphicFrameChg>
      </pc:sldChg>
      <pc:sldChg chg="del">
        <pc:chgData name="Owais Ahmed" userId="6abc7d4556b3b071" providerId="LiveId" clId="{69A6FD51-02D8-45A5-972C-CEF9253318D0}" dt="2023-12-07T06:14:36.806" v="2066" actId="47"/>
        <pc:sldMkLst>
          <pc:docMk/>
          <pc:sldMk cId="2599850084" sldId="2560"/>
        </pc:sldMkLst>
      </pc:sldChg>
      <pc:sldChg chg="del">
        <pc:chgData name="Owais Ahmed" userId="6abc7d4556b3b071" providerId="LiveId" clId="{69A6FD51-02D8-45A5-972C-CEF9253318D0}" dt="2023-12-07T06:14:34.892" v="2065" actId="47"/>
        <pc:sldMkLst>
          <pc:docMk/>
          <pc:sldMk cId="1963263386" sldId="2561"/>
        </pc:sldMkLst>
      </pc:sldChg>
      <pc:sldChg chg="addSp modSp mod ord modAnim">
        <pc:chgData name="Owais Ahmed" userId="6abc7d4556b3b071" providerId="LiveId" clId="{69A6FD51-02D8-45A5-972C-CEF9253318D0}" dt="2023-12-13T10:12:41.397" v="5064"/>
        <pc:sldMkLst>
          <pc:docMk/>
          <pc:sldMk cId="3931964295" sldId="2562"/>
        </pc:sldMkLst>
        <pc:spChg chg="mod">
          <ac:chgData name="Owais Ahmed" userId="6abc7d4556b3b071" providerId="LiveId" clId="{69A6FD51-02D8-45A5-972C-CEF9253318D0}" dt="2023-12-07T06:43:46.823" v="2638" actId="20577"/>
          <ac:spMkLst>
            <pc:docMk/>
            <pc:sldMk cId="3931964295" sldId="2562"/>
            <ac:spMk id="3" creationId="{4A1C0383-58FE-E486-295E-B33B8683B938}"/>
          </ac:spMkLst>
        </pc:spChg>
        <pc:picChg chg="add mod">
          <ac:chgData name="Owais Ahmed" userId="6abc7d4556b3b071" providerId="LiveId" clId="{69A6FD51-02D8-45A5-972C-CEF9253318D0}" dt="2023-12-07T06:40:36.889" v="2391" actId="1076"/>
          <ac:picMkLst>
            <pc:docMk/>
            <pc:sldMk cId="3931964295" sldId="2562"/>
            <ac:picMk id="5" creationId="{557D8AC8-BBE1-DDA9-CBA5-F15350B658D3}"/>
          </ac:picMkLst>
        </pc:picChg>
      </pc:sldChg>
      <pc:sldChg chg="del">
        <pc:chgData name="Owais Ahmed" userId="6abc7d4556b3b071" providerId="LiveId" clId="{69A6FD51-02D8-45A5-972C-CEF9253318D0}" dt="2023-12-07T06:50:57.663" v="2939" actId="47"/>
        <pc:sldMkLst>
          <pc:docMk/>
          <pc:sldMk cId="2389114497" sldId="2563"/>
        </pc:sldMkLst>
      </pc:sldChg>
      <pc:sldChg chg="del">
        <pc:chgData name="Owais Ahmed" userId="6abc7d4556b3b071" providerId="LiveId" clId="{69A6FD51-02D8-45A5-972C-CEF9253318D0}" dt="2023-12-07T06:50:57.663" v="2939" actId="47"/>
        <pc:sldMkLst>
          <pc:docMk/>
          <pc:sldMk cId="3353402870" sldId="2564"/>
        </pc:sldMkLst>
      </pc:sldChg>
      <pc:sldChg chg="del">
        <pc:chgData name="Owais Ahmed" userId="6abc7d4556b3b071" providerId="LiveId" clId="{69A6FD51-02D8-45A5-972C-CEF9253318D0}" dt="2023-12-07T06:50:57.663" v="2939" actId="47"/>
        <pc:sldMkLst>
          <pc:docMk/>
          <pc:sldMk cId="503313006" sldId="2565"/>
        </pc:sldMkLst>
      </pc:sldChg>
      <pc:sldChg chg="del">
        <pc:chgData name="Owais Ahmed" userId="6abc7d4556b3b071" providerId="LiveId" clId="{69A6FD51-02D8-45A5-972C-CEF9253318D0}" dt="2023-12-07T06:50:57.663" v="2939" actId="47"/>
        <pc:sldMkLst>
          <pc:docMk/>
          <pc:sldMk cId="3854100598" sldId="2566"/>
        </pc:sldMkLst>
      </pc:sldChg>
      <pc:sldChg chg="del">
        <pc:chgData name="Owais Ahmed" userId="6abc7d4556b3b071" providerId="LiveId" clId="{69A6FD51-02D8-45A5-972C-CEF9253318D0}" dt="2023-12-07T06:50:57.663" v="2939" actId="47"/>
        <pc:sldMkLst>
          <pc:docMk/>
          <pc:sldMk cId="3011284567" sldId="2567"/>
        </pc:sldMkLst>
      </pc:sldChg>
      <pc:sldChg chg="del">
        <pc:chgData name="Owais Ahmed" userId="6abc7d4556b3b071" providerId="LiveId" clId="{69A6FD51-02D8-45A5-972C-CEF9253318D0}" dt="2023-12-07T06:50:57.663" v="2939" actId="47"/>
        <pc:sldMkLst>
          <pc:docMk/>
          <pc:sldMk cId="3163091979" sldId="2568"/>
        </pc:sldMkLst>
      </pc:sldChg>
      <pc:sldChg chg="del">
        <pc:chgData name="Owais Ahmed" userId="6abc7d4556b3b071" providerId="LiveId" clId="{69A6FD51-02D8-45A5-972C-CEF9253318D0}" dt="2023-12-07T06:50:57.663" v="2939" actId="47"/>
        <pc:sldMkLst>
          <pc:docMk/>
          <pc:sldMk cId="1491632328" sldId="2569"/>
        </pc:sldMkLst>
      </pc:sldChg>
      <pc:sldChg chg="del">
        <pc:chgData name="Owais Ahmed" userId="6abc7d4556b3b071" providerId="LiveId" clId="{69A6FD51-02D8-45A5-972C-CEF9253318D0}" dt="2023-12-07T06:50:57.663" v="2939" actId="47"/>
        <pc:sldMkLst>
          <pc:docMk/>
          <pc:sldMk cId="2792038537" sldId="2570"/>
        </pc:sldMkLst>
      </pc:sldChg>
      <pc:sldChg chg="del">
        <pc:chgData name="Owais Ahmed" userId="6abc7d4556b3b071" providerId="LiveId" clId="{69A6FD51-02D8-45A5-972C-CEF9253318D0}" dt="2023-12-07T06:50:57.663" v="2939" actId="47"/>
        <pc:sldMkLst>
          <pc:docMk/>
          <pc:sldMk cId="1305108838" sldId="2571"/>
        </pc:sldMkLst>
      </pc:sldChg>
      <pc:sldChg chg="del">
        <pc:chgData name="Owais Ahmed" userId="6abc7d4556b3b071" providerId="LiveId" clId="{69A6FD51-02D8-45A5-972C-CEF9253318D0}" dt="2023-12-07T06:50:57.663" v="2939" actId="47"/>
        <pc:sldMkLst>
          <pc:docMk/>
          <pc:sldMk cId="2248356840" sldId="2572"/>
        </pc:sldMkLst>
      </pc:sldChg>
      <pc:sldChg chg="addSp delSp modSp mod modAnim">
        <pc:chgData name="Owais Ahmed" userId="6abc7d4556b3b071" providerId="LiveId" clId="{69A6FD51-02D8-45A5-972C-CEF9253318D0}" dt="2023-12-07T05:39:02.102" v="251" actId="1076"/>
        <pc:sldMkLst>
          <pc:docMk/>
          <pc:sldMk cId="3128610596" sldId="2573"/>
        </pc:sldMkLst>
        <pc:spChg chg="add mod">
          <ac:chgData name="Owais Ahmed" userId="6abc7d4556b3b071" providerId="LiveId" clId="{69A6FD51-02D8-45A5-972C-CEF9253318D0}" dt="2023-12-07T05:38:46.579" v="246" actId="27636"/>
          <ac:spMkLst>
            <pc:docMk/>
            <pc:sldMk cId="3128610596" sldId="2573"/>
            <ac:spMk id="8" creationId="{80F9FA8D-D3E9-85D9-7650-497AC6ECFAEE}"/>
          </ac:spMkLst>
        </pc:spChg>
        <pc:graphicFrameChg chg="add del mod">
          <ac:chgData name="Owais Ahmed" userId="6abc7d4556b3b071" providerId="LiveId" clId="{69A6FD51-02D8-45A5-972C-CEF9253318D0}" dt="2023-12-07T05:35:24.123" v="53"/>
          <ac:graphicFrameMkLst>
            <pc:docMk/>
            <pc:sldMk cId="3128610596" sldId="2573"/>
            <ac:graphicFrameMk id="3" creationId="{2588A930-6BCF-6F59-5E01-BEFBF0AD7B36}"/>
          </ac:graphicFrameMkLst>
        </pc:graphicFrameChg>
        <pc:picChg chg="del">
          <ac:chgData name="Owais Ahmed" userId="6abc7d4556b3b071" providerId="LiveId" clId="{69A6FD51-02D8-45A5-972C-CEF9253318D0}" dt="2023-12-07T05:31:05.115" v="0" actId="478"/>
          <ac:picMkLst>
            <pc:docMk/>
            <pc:sldMk cId="3128610596" sldId="2573"/>
            <ac:picMk id="4" creationId="{0036E5AC-22BC-5688-1C64-C772BA1131FF}"/>
          </ac:picMkLst>
        </pc:picChg>
        <pc:picChg chg="del">
          <ac:chgData name="Owais Ahmed" userId="6abc7d4556b3b071" providerId="LiveId" clId="{69A6FD51-02D8-45A5-972C-CEF9253318D0}" dt="2023-12-07T05:35:29.448" v="54"/>
          <ac:picMkLst>
            <pc:docMk/>
            <pc:sldMk cId="3128610596" sldId="2573"/>
            <ac:picMk id="5" creationId="{53C64B63-BD8A-FACF-C36D-F7E7E68ADF80}"/>
          </ac:picMkLst>
        </pc:picChg>
        <pc:picChg chg="add mod">
          <ac:chgData name="Owais Ahmed" userId="6abc7d4556b3b071" providerId="LiveId" clId="{69A6FD51-02D8-45A5-972C-CEF9253318D0}" dt="2023-12-07T05:39:02.102" v="251" actId="1076"/>
          <ac:picMkLst>
            <pc:docMk/>
            <pc:sldMk cId="3128610596" sldId="2573"/>
            <ac:picMk id="7" creationId="{7EFA5F50-8596-CBEC-D3E3-0EF26EF12EF1}"/>
          </ac:picMkLst>
        </pc:picChg>
        <pc:picChg chg="del">
          <ac:chgData name="Owais Ahmed" userId="6abc7d4556b3b071" providerId="LiveId" clId="{69A6FD51-02D8-45A5-972C-CEF9253318D0}" dt="2023-12-07T05:31:05.782" v="1" actId="478"/>
          <ac:picMkLst>
            <pc:docMk/>
            <pc:sldMk cId="3128610596" sldId="2573"/>
            <ac:picMk id="10" creationId="{E0E9F8CD-10F3-03D2-8E86-7940961D62D4}"/>
          </ac:picMkLst>
        </pc:picChg>
        <pc:picChg chg="add mod">
          <ac:chgData name="Owais Ahmed" userId="6abc7d4556b3b071" providerId="LiveId" clId="{69A6FD51-02D8-45A5-972C-CEF9253318D0}" dt="2023-12-07T05:38:57.816" v="250" actId="1076"/>
          <ac:picMkLst>
            <pc:docMk/>
            <pc:sldMk cId="3128610596" sldId="2573"/>
            <ac:picMk id="11" creationId="{868D31FF-5C39-3856-31A4-288B621B6600}"/>
          </ac:picMkLst>
        </pc:picChg>
      </pc:sldChg>
      <pc:sldChg chg="addSp delSp modSp add del mod">
        <pc:chgData name="Owais Ahmed" userId="6abc7d4556b3b071" providerId="LiveId" clId="{69A6FD51-02D8-45A5-972C-CEF9253318D0}" dt="2023-12-07T05:39:12.878" v="252" actId="47"/>
        <pc:sldMkLst>
          <pc:docMk/>
          <pc:sldMk cId="1198226644" sldId="2574"/>
        </pc:sldMkLst>
        <pc:picChg chg="add mod">
          <ac:chgData name="Owais Ahmed" userId="6abc7d4556b3b071" providerId="LiveId" clId="{69A6FD51-02D8-45A5-972C-CEF9253318D0}" dt="2023-12-07T05:37:46.762" v="220" actId="1076"/>
          <ac:picMkLst>
            <pc:docMk/>
            <pc:sldMk cId="1198226644" sldId="2574"/>
            <ac:picMk id="4" creationId="{9E630CE6-DAA6-943B-71C4-8D9B7DC7C41D}"/>
          </ac:picMkLst>
        </pc:picChg>
        <pc:picChg chg="del">
          <ac:chgData name="Owais Ahmed" userId="6abc7d4556b3b071" providerId="LiveId" clId="{69A6FD51-02D8-45A5-972C-CEF9253318D0}" dt="2023-12-07T05:37:37.352" v="218" actId="478"/>
          <ac:picMkLst>
            <pc:docMk/>
            <pc:sldMk cId="1198226644" sldId="2574"/>
            <ac:picMk id="7" creationId="{7EFA5F50-8596-CBEC-D3E3-0EF26EF12EF1}"/>
          </ac:picMkLst>
        </pc:picChg>
      </pc:sldChg>
      <pc:sldChg chg="addSp delSp modSp add mod">
        <pc:chgData name="Owais Ahmed" userId="6abc7d4556b3b071" providerId="LiveId" clId="{69A6FD51-02D8-45A5-972C-CEF9253318D0}" dt="2023-12-07T05:42:26.058" v="432" actId="1076"/>
        <pc:sldMkLst>
          <pc:docMk/>
          <pc:sldMk cId="2021931584" sldId="2574"/>
        </pc:sldMkLst>
        <pc:spChg chg="mod">
          <ac:chgData name="Owais Ahmed" userId="6abc7d4556b3b071" providerId="LiveId" clId="{69A6FD51-02D8-45A5-972C-CEF9253318D0}" dt="2023-12-07T05:40:45.068" v="422" actId="20577"/>
          <ac:spMkLst>
            <pc:docMk/>
            <pc:sldMk cId="2021931584" sldId="2574"/>
            <ac:spMk id="8" creationId="{80F9FA8D-D3E9-85D9-7650-497AC6ECFAEE}"/>
          </ac:spMkLst>
        </pc:spChg>
        <pc:graphicFrameChg chg="add del mod">
          <ac:chgData name="Owais Ahmed" userId="6abc7d4556b3b071" providerId="LiveId" clId="{69A6FD51-02D8-45A5-972C-CEF9253318D0}" dt="2023-12-07T05:41:32.683" v="425"/>
          <ac:graphicFrameMkLst>
            <pc:docMk/>
            <pc:sldMk cId="2021931584" sldId="2574"/>
            <ac:graphicFrameMk id="3" creationId="{06BA9100-8A8D-C158-F476-A0AB4A9304D7}"/>
          </ac:graphicFrameMkLst>
        </pc:graphicFrameChg>
        <pc:picChg chg="add mod">
          <ac:chgData name="Owais Ahmed" userId="6abc7d4556b3b071" providerId="LiveId" clId="{69A6FD51-02D8-45A5-972C-CEF9253318D0}" dt="2023-12-07T05:42:23.244" v="431" actId="1076"/>
          <ac:picMkLst>
            <pc:docMk/>
            <pc:sldMk cId="2021931584" sldId="2574"/>
            <ac:picMk id="5" creationId="{DA4579CE-CACB-564B-35DE-A75F2311478E}"/>
          </ac:picMkLst>
        </pc:picChg>
        <pc:picChg chg="add mod">
          <ac:chgData name="Owais Ahmed" userId="6abc7d4556b3b071" providerId="LiveId" clId="{69A6FD51-02D8-45A5-972C-CEF9253318D0}" dt="2023-12-07T05:42:26.058" v="432" actId="1076"/>
          <ac:picMkLst>
            <pc:docMk/>
            <pc:sldMk cId="2021931584" sldId="2574"/>
            <ac:picMk id="6" creationId="{389158BF-0047-3CAB-71B5-92C97E2518CA}"/>
          </ac:picMkLst>
        </pc:picChg>
        <pc:picChg chg="del">
          <ac:chgData name="Owais Ahmed" userId="6abc7d4556b3b071" providerId="LiveId" clId="{69A6FD51-02D8-45A5-972C-CEF9253318D0}" dt="2023-12-07T05:41:29.850" v="423" actId="478"/>
          <ac:picMkLst>
            <pc:docMk/>
            <pc:sldMk cId="2021931584" sldId="2574"/>
            <ac:picMk id="7" creationId="{7EFA5F50-8596-CBEC-D3E3-0EF26EF12EF1}"/>
          </ac:picMkLst>
        </pc:picChg>
        <pc:picChg chg="del">
          <ac:chgData name="Owais Ahmed" userId="6abc7d4556b3b071" providerId="LiveId" clId="{69A6FD51-02D8-45A5-972C-CEF9253318D0}" dt="2023-12-07T05:42:18.537" v="430" actId="478"/>
          <ac:picMkLst>
            <pc:docMk/>
            <pc:sldMk cId="2021931584" sldId="2574"/>
            <ac:picMk id="11" creationId="{868D31FF-5C39-3856-31A4-288B621B6600}"/>
          </ac:picMkLst>
        </pc:picChg>
      </pc:sldChg>
      <pc:sldChg chg="addSp delSp modSp add mod">
        <pc:chgData name="Owais Ahmed" userId="6abc7d4556b3b071" providerId="LiveId" clId="{69A6FD51-02D8-45A5-972C-CEF9253318D0}" dt="2023-12-07T05:44:42.187" v="559" actId="1076"/>
        <pc:sldMkLst>
          <pc:docMk/>
          <pc:sldMk cId="1754660575" sldId="2575"/>
        </pc:sldMkLst>
        <pc:spChg chg="mod">
          <ac:chgData name="Owais Ahmed" userId="6abc7d4556b3b071" providerId="LiveId" clId="{69A6FD51-02D8-45A5-972C-CEF9253318D0}" dt="2023-12-07T05:43:26.473" v="557" actId="20577"/>
          <ac:spMkLst>
            <pc:docMk/>
            <pc:sldMk cId="1754660575" sldId="2575"/>
            <ac:spMk id="8" creationId="{80F9FA8D-D3E9-85D9-7650-497AC6ECFAEE}"/>
          </ac:spMkLst>
        </pc:spChg>
        <pc:picChg chg="add mod">
          <ac:chgData name="Owais Ahmed" userId="6abc7d4556b3b071" providerId="LiveId" clId="{69A6FD51-02D8-45A5-972C-CEF9253318D0}" dt="2023-12-07T05:44:42.187" v="559" actId="1076"/>
          <ac:picMkLst>
            <pc:docMk/>
            <pc:sldMk cId="1754660575" sldId="2575"/>
            <ac:picMk id="4" creationId="{770C1951-113C-4326-459F-E17537D675C9}"/>
          </ac:picMkLst>
        </pc:picChg>
        <pc:picChg chg="mod">
          <ac:chgData name="Owais Ahmed" userId="6abc7d4556b3b071" providerId="LiveId" clId="{69A6FD51-02D8-45A5-972C-CEF9253318D0}" dt="2023-12-07T05:42:48.857" v="438" actId="1076"/>
          <ac:picMkLst>
            <pc:docMk/>
            <pc:sldMk cId="1754660575" sldId="2575"/>
            <ac:picMk id="5" creationId="{DA4579CE-CACB-564B-35DE-A75F2311478E}"/>
          </ac:picMkLst>
        </pc:picChg>
        <pc:picChg chg="add del">
          <ac:chgData name="Owais Ahmed" userId="6abc7d4556b3b071" providerId="LiveId" clId="{69A6FD51-02D8-45A5-972C-CEF9253318D0}" dt="2023-12-07T05:42:51.770" v="439" actId="478"/>
          <ac:picMkLst>
            <pc:docMk/>
            <pc:sldMk cId="1754660575" sldId="2575"/>
            <ac:picMk id="6" creationId="{389158BF-0047-3CAB-71B5-92C97E2518CA}"/>
          </ac:picMkLst>
        </pc:picChg>
      </pc:sldChg>
      <pc:sldChg chg="addSp delSp modSp add mod modAnim">
        <pc:chgData name="Owais Ahmed" userId="6abc7d4556b3b071" providerId="LiveId" clId="{69A6FD51-02D8-45A5-972C-CEF9253318D0}" dt="2023-12-07T05:50:28.868" v="748" actId="20577"/>
        <pc:sldMkLst>
          <pc:docMk/>
          <pc:sldMk cId="2633584551" sldId="2576"/>
        </pc:sldMkLst>
        <pc:spChg chg="mod">
          <ac:chgData name="Owais Ahmed" userId="6abc7d4556b3b071" providerId="LiveId" clId="{69A6FD51-02D8-45A5-972C-CEF9253318D0}" dt="2023-12-07T05:50:28.868" v="748" actId="20577"/>
          <ac:spMkLst>
            <pc:docMk/>
            <pc:sldMk cId="2633584551" sldId="2576"/>
            <ac:spMk id="8" creationId="{80F9FA8D-D3E9-85D9-7650-497AC6ECFAEE}"/>
          </ac:spMkLst>
        </pc:spChg>
        <pc:graphicFrameChg chg="add del mod">
          <ac:chgData name="Owais Ahmed" userId="6abc7d4556b3b071" providerId="LiveId" clId="{69A6FD51-02D8-45A5-972C-CEF9253318D0}" dt="2023-12-07T05:48:44.582" v="697"/>
          <ac:graphicFrameMkLst>
            <pc:docMk/>
            <pc:sldMk cId="2633584551" sldId="2576"/>
            <ac:graphicFrameMk id="3" creationId="{0AAF4CDB-326E-B580-8D24-9F949CDD3C02}"/>
          </ac:graphicFrameMkLst>
        </pc:graphicFrameChg>
        <pc:picChg chg="add del mod ord">
          <ac:chgData name="Owais Ahmed" userId="6abc7d4556b3b071" providerId="LiveId" clId="{69A6FD51-02D8-45A5-972C-CEF9253318D0}" dt="2023-12-07T05:50:14.812" v="734" actId="1076"/>
          <ac:picMkLst>
            <pc:docMk/>
            <pc:sldMk cId="2633584551" sldId="2576"/>
            <ac:picMk id="4" creationId="{770C1951-113C-4326-459F-E17537D675C9}"/>
          </ac:picMkLst>
        </pc:picChg>
        <pc:picChg chg="del">
          <ac:chgData name="Owais Ahmed" userId="6abc7d4556b3b071" providerId="LiveId" clId="{69A6FD51-02D8-45A5-972C-CEF9253318D0}" dt="2023-12-07T05:46:14.649" v="665" actId="478"/>
          <ac:picMkLst>
            <pc:docMk/>
            <pc:sldMk cId="2633584551" sldId="2576"/>
            <ac:picMk id="5" creationId="{DA4579CE-CACB-564B-35DE-A75F2311478E}"/>
          </ac:picMkLst>
        </pc:picChg>
        <pc:picChg chg="add del mod">
          <ac:chgData name="Owais Ahmed" userId="6abc7d4556b3b071" providerId="LiveId" clId="{69A6FD51-02D8-45A5-972C-CEF9253318D0}" dt="2023-12-07T05:50:21.034" v="735" actId="1076"/>
          <ac:picMkLst>
            <pc:docMk/>
            <pc:sldMk cId="2633584551" sldId="2576"/>
            <ac:picMk id="7" creationId="{9310FCFE-17EE-A5DD-B9DB-20911B5E7F0C}"/>
          </ac:picMkLst>
        </pc:picChg>
        <pc:picChg chg="add del mod">
          <ac:chgData name="Owais Ahmed" userId="6abc7d4556b3b071" providerId="LiveId" clId="{69A6FD51-02D8-45A5-972C-CEF9253318D0}" dt="2023-12-07T05:50:08.398" v="727" actId="22"/>
          <ac:picMkLst>
            <pc:docMk/>
            <pc:sldMk cId="2633584551" sldId="2576"/>
            <ac:picMk id="10" creationId="{75FAD296-0ADF-14D6-9EA4-7C251706B760}"/>
          </ac:picMkLst>
        </pc:picChg>
      </pc:sldChg>
      <pc:sldChg chg="addSp delSp modSp add mod">
        <pc:chgData name="Owais Ahmed" userId="6abc7d4556b3b071" providerId="LiveId" clId="{69A6FD51-02D8-45A5-972C-CEF9253318D0}" dt="2023-12-07T05:52:37.458" v="894" actId="1076"/>
        <pc:sldMkLst>
          <pc:docMk/>
          <pc:sldMk cId="2430398858" sldId="2577"/>
        </pc:sldMkLst>
        <pc:spChg chg="mod">
          <ac:chgData name="Owais Ahmed" userId="6abc7d4556b3b071" providerId="LiveId" clId="{69A6FD51-02D8-45A5-972C-CEF9253318D0}" dt="2023-12-07T05:51:10.100" v="888" actId="20577"/>
          <ac:spMkLst>
            <pc:docMk/>
            <pc:sldMk cId="2430398858" sldId="2577"/>
            <ac:spMk id="8" creationId="{80F9FA8D-D3E9-85D9-7650-497AC6ECFAEE}"/>
          </ac:spMkLst>
        </pc:spChg>
        <pc:picChg chg="del">
          <ac:chgData name="Owais Ahmed" userId="6abc7d4556b3b071" providerId="LiveId" clId="{69A6FD51-02D8-45A5-972C-CEF9253318D0}" dt="2023-12-07T05:51:26.079" v="889" actId="478"/>
          <ac:picMkLst>
            <pc:docMk/>
            <pc:sldMk cId="2430398858" sldId="2577"/>
            <ac:picMk id="4" creationId="{770C1951-113C-4326-459F-E17537D675C9}"/>
          </ac:picMkLst>
        </pc:picChg>
        <pc:picChg chg="add mod">
          <ac:chgData name="Owais Ahmed" userId="6abc7d4556b3b071" providerId="LiveId" clId="{69A6FD51-02D8-45A5-972C-CEF9253318D0}" dt="2023-12-07T05:51:30.765" v="891" actId="1076"/>
          <ac:picMkLst>
            <pc:docMk/>
            <pc:sldMk cId="2430398858" sldId="2577"/>
            <ac:picMk id="5" creationId="{712E8780-3FC7-0C7D-A1D2-3EDCCAB5421A}"/>
          </ac:picMkLst>
        </pc:picChg>
        <pc:picChg chg="del">
          <ac:chgData name="Owais Ahmed" userId="6abc7d4556b3b071" providerId="LiveId" clId="{69A6FD51-02D8-45A5-972C-CEF9253318D0}" dt="2023-12-07T05:51:43.529" v="892" actId="478"/>
          <ac:picMkLst>
            <pc:docMk/>
            <pc:sldMk cId="2430398858" sldId="2577"/>
            <ac:picMk id="7" creationId="{9310FCFE-17EE-A5DD-B9DB-20911B5E7F0C}"/>
          </ac:picMkLst>
        </pc:picChg>
        <pc:picChg chg="add mod">
          <ac:chgData name="Owais Ahmed" userId="6abc7d4556b3b071" providerId="LiveId" clId="{69A6FD51-02D8-45A5-972C-CEF9253318D0}" dt="2023-12-07T05:52:37.458" v="894" actId="1076"/>
          <ac:picMkLst>
            <pc:docMk/>
            <pc:sldMk cId="2430398858" sldId="2577"/>
            <ac:picMk id="9" creationId="{134C81A3-B788-7D1F-0051-D579B7265924}"/>
          </ac:picMkLst>
        </pc:picChg>
      </pc:sldChg>
      <pc:sldChg chg="addSp delSp modSp add mod modAnim">
        <pc:chgData name="Owais Ahmed" userId="6abc7d4556b3b071" providerId="LiveId" clId="{69A6FD51-02D8-45A5-972C-CEF9253318D0}" dt="2023-12-07T05:54:42.435" v="1120" actId="1076"/>
        <pc:sldMkLst>
          <pc:docMk/>
          <pc:sldMk cId="2637187332" sldId="2578"/>
        </pc:sldMkLst>
        <pc:spChg chg="mod">
          <ac:chgData name="Owais Ahmed" userId="6abc7d4556b3b071" providerId="LiveId" clId="{69A6FD51-02D8-45A5-972C-CEF9253318D0}" dt="2023-12-07T05:54:08.305" v="1118" actId="20577"/>
          <ac:spMkLst>
            <pc:docMk/>
            <pc:sldMk cId="2637187332" sldId="2578"/>
            <ac:spMk id="8" creationId="{80F9FA8D-D3E9-85D9-7650-497AC6ECFAEE}"/>
          </ac:spMkLst>
        </pc:spChg>
        <pc:picChg chg="add mod">
          <ac:chgData name="Owais Ahmed" userId="6abc7d4556b3b071" providerId="LiveId" clId="{69A6FD51-02D8-45A5-972C-CEF9253318D0}" dt="2023-12-07T05:54:42.435" v="1120" actId="1076"/>
          <ac:picMkLst>
            <pc:docMk/>
            <pc:sldMk cId="2637187332" sldId="2578"/>
            <ac:picMk id="4" creationId="{8073E023-4CD4-2D5F-A9E2-6D76C67C5A89}"/>
          </ac:picMkLst>
        </pc:picChg>
        <pc:picChg chg="del">
          <ac:chgData name="Owais Ahmed" userId="6abc7d4556b3b071" providerId="LiveId" clId="{69A6FD51-02D8-45A5-972C-CEF9253318D0}" dt="2023-12-07T05:52:57.802" v="898" actId="478"/>
          <ac:picMkLst>
            <pc:docMk/>
            <pc:sldMk cId="2637187332" sldId="2578"/>
            <ac:picMk id="5" creationId="{712E8780-3FC7-0C7D-A1D2-3EDCCAB5421A}"/>
          </ac:picMkLst>
        </pc:picChg>
        <pc:picChg chg="mod ord">
          <ac:chgData name="Owais Ahmed" userId="6abc7d4556b3b071" providerId="LiveId" clId="{69A6FD51-02D8-45A5-972C-CEF9253318D0}" dt="2023-12-07T05:52:56.112" v="897" actId="1076"/>
          <ac:picMkLst>
            <pc:docMk/>
            <pc:sldMk cId="2637187332" sldId="2578"/>
            <ac:picMk id="9" creationId="{134C81A3-B788-7D1F-0051-D579B7265924}"/>
          </ac:picMkLst>
        </pc:picChg>
      </pc:sldChg>
      <pc:sldChg chg="addSp delSp modSp add mod modAnim">
        <pc:chgData name="Owais Ahmed" userId="6abc7d4556b3b071" providerId="LiveId" clId="{69A6FD51-02D8-45A5-972C-CEF9253318D0}" dt="2023-12-07T05:56:17.697" v="1278" actId="1076"/>
        <pc:sldMkLst>
          <pc:docMk/>
          <pc:sldMk cId="3037872955" sldId="2579"/>
        </pc:sldMkLst>
        <pc:spChg chg="mod">
          <ac:chgData name="Owais Ahmed" userId="6abc7d4556b3b071" providerId="LiveId" clId="{69A6FD51-02D8-45A5-972C-CEF9253318D0}" dt="2023-12-07T05:55:49.828" v="1274" actId="20577"/>
          <ac:spMkLst>
            <pc:docMk/>
            <pc:sldMk cId="3037872955" sldId="2579"/>
            <ac:spMk id="8" creationId="{80F9FA8D-D3E9-85D9-7650-497AC6ECFAEE}"/>
          </ac:spMkLst>
        </pc:spChg>
        <pc:graphicFrameChg chg="add del mod">
          <ac:chgData name="Owais Ahmed" userId="6abc7d4556b3b071" providerId="LiveId" clId="{69A6FD51-02D8-45A5-972C-CEF9253318D0}" dt="2023-12-07T05:56:06.914" v="1276"/>
          <ac:graphicFrameMkLst>
            <pc:docMk/>
            <pc:sldMk cId="3037872955" sldId="2579"/>
            <ac:graphicFrameMk id="3" creationId="{3BCC459E-07C9-24E1-2144-72E27B9E7D84}"/>
          </ac:graphicFrameMkLst>
        </pc:graphicFrameChg>
        <pc:picChg chg="mod ord">
          <ac:chgData name="Owais Ahmed" userId="6abc7d4556b3b071" providerId="LiveId" clId="{69A6FD51-02D8-45A5-972C-CEF9253318D0}" dt="2023-12-07T05:54:58.128" v="1123" actId="1076"/>
          <ac:picMkLst>
            <pc:docMk/>
            <pc:sldMk cId="3037872955" sldId="2579"/>
            <ac:picMk id="4" creationId="{8073E023-4CD4-2D5F-A9E2-6D76C67C5A89}"/>
          </ac:picMkLst>
        </pc:picChg>
        <pc:picChg chg="add mod">
          <ac:chgData name="Owais Ahmed" userId="6abc7d4556b3b071" providerId="LiveId" clId="{69A6FD51-02D8-45A5-972C-CEF9253318D0}" dt="2023-12-07T05:56:17.697" v="1278" actId="1076"/>
          <ac:picMkLst>
            <pc:docMk/>
            <pc:sldMk cId="3037872955" sldId="2579"/>
            <ac:picMk id="6" creationId="{D96B364E-E9D6-B692-0E53-B8848A4F99EB}"/>
          </ac:picMkLst>
        </pc:picChg>
        <pc:picChg chg="del">
          <ac:chgData name="Owais Ahmed" userId="6abc7d4556b3b071" providerId="LiveId" clId="{69A6FD51-02D8-45A5-972C-CEF9253318D0}" dt="2023-12-07T05:54:59.970" v="1124" actId="478"/>
          <ac:picMkLst>
            <pc:docMk/>
            <pc:sldMk cId="3037872955" sldId="2579"/>
            <ac:picMk id="9" creationId="{134C81A3-B788-7D1F-0051-D579B7265924}"/>
          </ac:picMkLst>
        </pc:picChg>
      </pc:sldChg>
      <pc:sldChg chg="addSp delSp modSp add mod">
        <pc:chgData name="Owais Ahmed" userId="6abc7d4556b3b071" providerId="LiveId" clId="{69A6FD51-02D8-45A5-972C-CEF9253318D0}" dt="2023-12-07T05:58:46.248" v="1438" actId="1076"/>
        <pc:sldMkLst>
          <pc:docMk/>
          <pc:sldMk cId="3749350364" sldId="2580"/>
        </pc:sldMkLst>
        <pc:spChg chg="mod">
          <ac:chgData name="Owais Ahmed" userId="6abc7d4556b3b071" providerId="LiveId" clId="{69A6FD51-02D8-45A5-972C-CEF9253318D0}" dt="2023-12-07T05:58:16.703" v="1436" actId="20577"/>
          <ac:spMkLst>
            <pc:docMk/>
            <pc:sldMk cId="3749350364" sldId="2580"/>
            <ac:spMk id="8" creationId="{80F9FA8D-D3E9-85D9-7650-497AC6ECFAEE}"/>
          </ac:spMkLst>
        </pc:spChg>
        <pc:picChg chg="del">
          <ac:chgData name="Owais Ahmed" userId="6abc7d4556b3b071" providerId="LiveId" clId="{69A6FD51-02D8-45A5-972C-CEF9253318D0}" dt="2023-12-07T05:57:25.565" v="1282" actId="478"/>
          <ac:picMkLst>
            <pc:docMk/>
            <pc:sldMk cId="3749350364" sldId="2580"/>
            <ac:picMk id="4" creationId="{8073E023-4CD4-2D5F-A9E2-6D76C67C5A89}"/>
          </ac:picMkLst>
        </pc:picChg>
        <pc:picChg chg="add mod">
          <ac:chgData name="Owais Ahmed" userId="6abc7d4556b3b071" providerId="LiveId" clId="{69A6FD51-02D8-45A5-972C-CEF9253318D0}" dt="2023-12-07T05:58:46.248" v="1438" actId="1076"/>
          <ac:picMkLst>
            <pc:docMk/>
            <pc:sldMk cId="3749350364" sldId="2580"/>
            <ac:picMk id="5" creationId="{98622035-67E0-C70B-361F-544F49F19B03}"/>
          </ac:picMkLst>
        </pc:picChg>
        <pc:picChg chg="mod ord">
          <ac:chgData name="Owais Ahmed" userId="6abc7d4556b3b071" providerId="LiveId" clId="{69A6FD51-02D8-45A5-972C-CEF9253318D0}" dt="2023-12-07T05:57:23.490" v="1281" actId="1076"/>
          <ac:picMkLst>
            <pc:docMk/>
            <pc:sldMk cId="3749350364" sldId="2580"/>
            <ac:picMk id="6" creationId="{D96B364E-E9D6-B692-0E53-B8848A4F99EB}"/>
          </ac:picMkLst>
        </pc:picChg>
      </pc:sldChg>
      <pc:sldChg chg="addSp delSp modSp add mod">
        <pc:chgData name="Owais Ahmed" userId="6abc7d4556b3b071" providerId="LiveId" clId="{69A6FD51-02D8-45A5-972C-CEF9253318D0}" dt="2023-12-07T06:00:24.449" v="1526" actId="20577"/>
        <pc:sldMkLst>
          <pc:docMk/>
          <pc:sldMk cId="2050723358" sldId="2581"/>
        </pc:sldMkLst>
        <pc:spChg chg="mod">
          <ac:chgData name="Owais Ahmed" userId="6abc7d4556b3b071" providerId="LiveId" clId="{69A6FD51-02D8-45A5-972C-CEF9253318D0}" dt="2023-12-07T06:00:24.449" v="1526" actId="20577"/>
          <ac:spMkLst>
            <pc:docMk/>
            <pc:sldMk cId="2050723358" sldId="2581"/>
            <ac:spMk id="8" creationId="{80F9FA8D-D3E9-85D9-7650-497AC6ECFAEE}"/>
          </ac:spMkLst>
        </pc:spChg>
        <pc:graphicFrameChg chg="add del mod">
          <ac:chgData name="Owais Ahmed" userId="6abc7d4556b3b071" providerId="LiveId" clId="{69A6FD51-02D8-45A5-972C-CEF9253318D0}" dt="2023-12-07T06:00:00.235" v="1476"/>
          <ac:graphicFrameMkLst>
            <pc:docMk/>
            <pc:sldMk cId="2050723358" sldId="2581"/>
            <ac:graphicFrameMk id="3" creationId="{9333D4EC-2C94-C9D6-38CE-FADFE6DAB56F}"/>
          </ac:graphicFrameMkLst>
        </pc:graphicFrameChg>
        <pc:picChg chg="mod ord">
          <ac:chgData name="Owais Ahmed" userId="6abc7d4556b3b071" providerId="LiveId" clId="{69A6FD51-02D8-45A5-972C-CEF9253318D0}" dt="2023-12-07T05:59:07.451" v="1441" actId="1076"/>
          <ac:picMkLst>
            <pc:docMk/>
            <pc:sldMk cId="2050723358" sldId="2581"/>
            <ac:picMk id="5" creationId="{98622035-67E0-C70B-361F-544F49F19B03}"/>
          </ac:picMkLst>
        </pc:picChg>
        <pc:picChg chg="del">
          <ac:chgData name="Owais Ahmed" userId="6abc7d4556b3b071" providerId="LiveId" clId="{69A6FD51-02D8-45A5-972C-CEF9253318D0}" dt="2023-12-07T05:59:09.142" v="1442" actId="478"/>
          <ac:picMkLst>
            <pc:docMk/>
            <pc:sldMk cId="2050723358" sldId="2581"/>
            <ac:picMk id="6" creationId="{D96B364E-E9D6-B692-0E53-B8848A4F99EB}"/>
          </ac:picMkLst>
        </pc:picChg>
        <pc:picChg chg="add mod">
          <ac:chgData name="Owais Ahmed" userId="6abc7d4556b3b071" providerId="LiveId" clId="{69A6FD51-02D8-45A5-972C-CEF9253318D0}" dt="2023-12-07T06:00:11.451" v="1478" actId="1076"/>
          <ac:picMkLst>
            <pc:docMk/>
            <pc:sldMk cId="2050723358" sldId="2581"/>
            <ac:picMk id="7" creationId="{3CF1299B-3E48-BCA1-52F6-71327E4A8A84}"/>
          </ac:picMkLst>
        </pc:picChg>
      </pc:sldChg>
      <pc:sldChg chg="modSp add mod">
        <pc:chgData name="Owais Ahmed" userId="6abc7d4556b3b071" providerId="LiveId" clId="{69A6FD51-02D8-45A5-972C-CEF9253318D0}" dt="2023-12-13T10:38:02.688" v="5899" actId="20577"/>
        <pc:sldMkLst>
          <pc:docMk/>
          <pc:sldMk cId="2398146419" sldId="2582"/>
        </pc:sldMkLst>
        <pc:spChg chg="mod">
          <ac:chgData name="Owais Ahmed" userId="6abc7d4556b3b071" providerId="LiveId" clId="{69A6FD51-02D8-45A5-972C-CEF9253318D0}" dt="2023-12-13T10:38:02.688" v="5899" actId="20577"/>
          <ac:spMkLst>
            <pc:docMk/>
            <pc:sldMk cId="2398146419" sldId="2582"/>
            <ac:spMk id="3" creationId="{4A1C0383-58FE-E486-295E-B33B8683B938}"/>
          </ac:spMkLst>
        </pc:spChg>
        <pc:graphicFrameChg chg="mod">
          <ac:chgData name="Owais Ahmed" userId="6abc7d4556b3b071" providerId="LiveId" clId="{69A6FD51-02D8-45A5-972C-CEF9253318D0}" dt="2023-12-07T06:35:06.568" v="2223" actId="207"/>
          <ac:graphicFrameMkLst>
            <pc:docMk/>
            <pc:sldMk cId="2398146419" sldId="2582"/>
            <ac:graphicFrameMk id="4" creationId="{DEEB0BB9-18E0-C28E-DD06-9225E84BA934}"/>
          </ac:graphicFrameMkLst>
        </pc:graphicFrameChg>
      </pc:sldChg>
      <pc:sldChg chg="addSp delSp modSp add mod ord modAnim">
        <pc:chgData name="Owais Ahmed" userId="6abc7d4556b3b071" providerId="LiveId" clId="{69A6FD51-02D8-45A5-972C-CEF9253318D0}" dt="2023-12-13T10:12:41.397" v="5064"/>
        <pc:sldMkLst>
          <pc:docMk/>
          <pc:sldMk cId="238849399" sldId="2583"/>
        </pc:sldMkLst>
        <pc:spChg chg="mod">
          <ac:chgData name="Owais Ahmed" userId="6abc7d4556b3b071" providerId="LiveId" clId="{69A6FD51-02D8-45A5-972C-CEF9253318D0}" dt="2023-12-07T06:50:51.838" v="2938" actId="20577"/>
          <ac:spMkLst>
            <pc:docMk/>
            <pc:sldMk cId="238849399" sldId="2583"/>
            <ac:spMk id="3" creationId="{4A1C0383-58FE-E486-295E-B33B8683B938}"/>
          </ac:spMkLst>
        </pc:spChg>
        <pc:spChg chg="del">
          <ac:chgData name="Owais Ahmed" userId="6abc7d4556b3b071" providerId="LiveId" clId="{69A6FD51-02D8-45A5-972C-CEF9253318D0}" dt="2023-12-07T06:49:28.851" v="2647" actId="478"/>
          <ac:spMkLst>
            <pc:docMk/>
            <pc:sldMk cId="238849399" sldId="2583"/>
            <ac:spMk id="89" creationId="{00000000-0000-0000-0000-000000000000}"/>
          </ac:spMkLst>
        </pc:spChg>
        <pc:spChg chg="del">
          <ac:chgData name="Owais Ahmed" userId="6abc7d4556b3b071" providerId="LiveId" clId="{69A6FD51-02D8-45A5-972C-CEF9253318D0}" dt="2023-12-07T06:49:29.861" v="2648" actId="478"/>
          <ac:spMkLst>
            <pc:docMk/>
            <pc:sldMk cId="238849399" sldId="2583"/>
            <ac:spMk id="215" creationId="{00000000-0000-0000-0000-000000000000}"/>
          </ac:spMkLst>
        </pc:spChg>
        <pc:spChg chg="del">
          <ac:chgData name="Owais Ahmed" userId="6abc7d4556b3b071" providerId="LiveId" clId="{69A6FD51-02D8-45A5-972C-CEF9253318D0}" dt="2023-12-07T06:49:30.853" v="2649" actId="478"/>
          <ac:spMkLst>
            <pc:docMk/>
            <pc:sldMk cId="238849399" sldId="2583"/>
            <ac:spMk id="216" creationId="{00000000-0000-0000-0000-000000000000}"/>
          </ac:spMkLst>
        </pc:spChg>
        <pc:picChg chg="del">
          <ac:chgData name="Owais Ahmed" userId="6abc7d4556b3b071" providerId="LiveId" clId="{69A6FD51-02D8-45A5-972C-CEF9253318D0}" dt="2023-12-07T06:49:04.174" v="2642" actId="478"/>
          <ac:picMkLst>
            <pc:docMk/>
            <pc:sldMk cId="238849399" sldId="2583"/>
            <ac:picMk id="5" creationId="{557D8AC8-BBE1-DDA9-CBA5-F15350B658D3}"/>
          </ac:picMkLst>
        </pc:picChg>
        <pc:picChg chg="add mod">
          <ac:chgData name="Owais Ahmed" userId="6abc7d4556b3b071" providerId="LiveId" clId="{69A6FD51-02D8-45A5-972C-CEF9253318D0}" dt="2023-12-07T06:49:36.076" v="2651" actId="14100"/>
          <ac:picMkLst>
            <pc:docMk/>
            <pc:sldMk cId="238849399" sldId="2583"/>
            <ac:picMk id="6" creationId="{5C1ABEE7-5F78-8E9F-7DA3-7EDBB9CF7669}"/>
          </ac:picMkLst>
        </pc:picChg>
      </pc:sldChg>
      <pc:sldChg chg="new del">
        <pc:chgData name="Owais Ahmed" userId="6abc7d4556b3b071" providerId="LiveId" clId="{69A6FD51-02D8-45A5-972C-CEF9253318D0}" dt="2023-12-07T06:48:56.330" v="2640" actId="680"/>
        <pc:sldMkLst>
          <pc:docMk/>
          <pc:sldMk cId="3656799702" sldId="2583"/>
        </pc:sldMkLst>
      </pc:sldChg>
      <pc:sldChg chg="addSp delSp modSp add mod ord delAnim modAnim">
        <pc:chgData name="Owais Ahmed" userId="6abc7d4556b3b071" providerId="LiveId" clId="{69A6FD51-02D8-45A5-972C-CEF9253318D0}" dt="2023-12-13T10:40:15.871" v="6302" actId="20577"/>
        <pc:sldMkLst>
          <pc:docMk/>
          <pc:sldMk cId="210802253" sldId="2584"/>
        </pc:sldMkLst>
        <pc:spChg chg="mod">
          <ac:chgData name="Owais Ahmed" userId="6abc7d4556b3b071" providerId="LiveId" clId="{69A6FD51-02D8-45A5-972C-CEF9253318D0}" dt="2023-12-13T10:40:15.871" v="6302" actId="20577"/>
          <ac:spMkLst>
            <pc:docMk/>
            <pc:sldMk cId="210802253" sldId="2584"/>
            <ac:spMk id="3" creationId="{4A1C0383-58FE-E486-295E-B33B8683B938}"/>
          </ac:spMkLst>
        </pc:spChg>
        <pc:spChg chg="mod">
          <ac:chgData name="Owais Ahmed" userId="6abc7d4556b3b071" providerId="LiveId" clId="{69A6FD51-02D8-45A5-972C-CEF9253318D0}" dt="2023-12-13T10:38:23.582" v="5906" actId="20577"/>
          <ac:spMkLst>
            <pc:docMk/>
            <pc:sldMk cId="210802253" sldId="2584"/>
            <ac:spMk id="215" creationId="{00000000-0000-0000-0000-000000000000}"/>
          </ac:spMkLst>
        </pc:spChg>
        <pc:graphicFrameChg chg="add del mod modGraphic">
          <ac:chgData name="Owais Ahmed" userId="6abc7d4556b3b071" providerId="LiveId" clId="{69A6FD51-02D8-45A5-972C-CEF9253318D0}" dt="2023-12-13T10:38:26.378" v="5907" actId="478"/>
          <ac:graphicFrameMkLst>
            <pc:docMk/>
            <pc:sldMk cId="210802253" sldId="2584"/>
            <ac:graphicFrameMk id="4" creationId="{D80B78C4-B288-25B8-B66D-92DACFE8F475}"/>
          </ac:graphicFrameMkLst>
        </pc:graphicFrameChg>
        <pc:graphicFrameChg chg="add del mod">
          <ac:chgData name="Owais Ahmed" userId="6abc7d4556b3b071" providerId="LiveId" clId="{69A6FD51-02D8-45A5-972C-CEF9253318D0}" dt="2023-12-13T09:23:20.880" v="3421"/>
          <ac:graphicFrameMkLst>
            <pc:docMk/>
            <pc:sldMk cId="210802253" sldId="2584"/>
            <ac:graphicFrameMk id="5" creationId="{A5B5F4FC-E9AF-4637-96B8-66569F2F07BE}"/>
          </ac:graphicFrameMkLst>
        </pc:graphicFrameChg>
      </pc:sldChg>
      <pc:sldChg chg="addSp delSp modSp add del mod delAnim modAnim">
        <pc:chgData name="Owais Ahmed" userId="6abc7d4556b3b071" providerId="LiveId" clId="{69A6FD51-02D8-45A5-972C-CEF9253318D0}" dt="2023-12-13T10:10:49.400" v="5008" actId="20577"/>
        <pc:sldMkLst>
          <pc:docMk/>
          <pc:sldMk cId="942234132" sldId="2585"/>
        </pc:sldMkLst>
        <pc:spChg chg="mod">
          <ac:chgData name="Owais Ahmed" userId="6abc7d4556b3b071" providerId="LiveId" clId="{69A6FD51-02D8-45A5-972C-CEF9253318D0}" dt="2023-12-13T10:10:49.400" v="5008" actId="20577"/>
          <ac:spMkLst>
            <pc:docMk/>
            <pc:sldMk cId="942234132" sldId="2585"/>
            <ac:spMk id="3" creationId="{4A1C0383-58FE-E486-295E-B33B8683B938}"/>
          </ac:spMkLst>
        </pc:spChg>
        <pc:spChg chg="add del">
          <ac:chgData name="Owais Ahmed" userId="6abc7d4556b3b071" providerId="LiveId" clId="{69A6FD51-02D8-45A5-972C-CEF9253318D0}" dt="2023-12-13T09:35:05.307" v="3769"/>
          <ac:spMkLst>
            <pc:docMk/>
            <pc:sldMk cId="942234132" sldId="2585"/>
            <ac:spMk id="5" creationId="{6E1C6180-A0AA-3452-E76D-9C69849A8F8A}"/>
          </ac:spMkLst>
        </pc:spChg>
        <pc:spChg chg="add mod">
          <ac:chgData name="Owais Ahmed" userId="6abc7d4556b3b071" providerId="LiveId" clId="{69A6FD51-02D8-45A5-972C-CEF9253318D0}" dt="2023-12-13T10:04:07.330" v="4659" actId="20577"/>
          <ac:spMkLst>
            <pc:docMk/>
            <pc:sldMk cId="942234132" sldId="2585"/>
            <ac:spMk id="6" creationId="{308CFE83-61A5-66B0-2255-AEC9311FF83A}"/>
          </ac:spMkLst>
        </pc:spChg>
        <pc:graphicFrameChg chg="del">
          <ac:chgData name="Owais Ahmed" userId="6abc7d4556b3b071" providerId="LiveId" clId="{69A6FD51-02D8-45A5-972C-CEF9253318D0}" dt="2023-12-13T09:25:29.775" v="3657" actId="478"/>
          <ac:graphicFrameMkLst>
            <pc:docMk/>
            <pc:sldMk cId="942234132" sldId="2585"/>
            <ac:graphicFrameMk id="4" creationId="{D80B78C4-B288-25B8-B66D-92DACFE8F475}"/>
          </ac:graphicFrameMkLst>
        </pc:graphicFrameChg>
      </pc:sldChg>
      <pc:sldChg chg="delSp modSp add mod">
        <pc:chgData name="Owais Ahmed" userId="6abc7d4556b3b071" providerId="LiveId" clId="{69A6FD51-02D8-45A5-972C-CEF9253318D0}" dt="2023-12-13T10:36:14.263" v="5718" actId="20577"/>
        <pc:sldMkLst>
          <pc:docMk/>
          <pc:sldMk cId="3841703636" sldId="2586"/>
        </pc:sldMkLst>
        <pc:spChg chg="del">
          <ac:chgData name="Owais Ahmed" userId="6abc7d4556b3b071" providerId="LiveId" clId="{69A6FD51-02D8-45A5-972C-CEF9253318D0}" dt="2023-12-13T10:04:30.872" v="4661" actId="478"/>
          <ac:spMkLst>
            <pc:docMk/>
            <pc:sldMk cId="3841703636" sldId="2586"/>
            <ac:spMk id="3" creationId="{4A1C0383-58FE-E486-295E-B33B8683B938}"/>
          </ac:spMkLst>
        </pc:spChg>
        <pc:spChg chg="mod">
          <ac:chgData name="Owais Ahmed" userId="6abc7d4556b3b071" providerId="LiveId" clId="{69A6FD51-02D8-45A5-972C-CEF9253318D0}" dt="2023-12-13T10:36:14.263" v="5718" actId="20577"/>
          <ac:spMkLst>
            <pc:docMk/>
            <pc:sldMk cId="3841703636" sldId="2586"/>
            <ac:spMk id="6" creationId="{308CFE83-61A5-66B0-2255-AEC9311FF83A}"/>
          </ac:spMkLst>
        </pc:spChg>
      </pc:sldChg>
      <pc:sldChg chg="modSp add del mod ord addAnim delAnim modAnim">
        <pc:chgData name="Owais Ahmed" userId="6abc7d4556b3b071" providerId="LiveId" clId="{69A6FD51-02D8-45A5-972C-CEF9253318D0}" dt="2023-12-13T15:01:11.093" v="9511" actId="2696"/>
        <pc:sldMkLst>
          <pc:docMk/>
          <pc:sldMk cId="929486763" sldId="2587"/>
        </pc:sldMkLst>
        <pc:spChg chg="mod">
          <ac:chgData name="Owais Ahmed" userId="6abc7d4556b3b071" providerId="LiveId" clId="{69A6FD51-02D8-45A5-972C-CEF9253318D0}" dt="2023-12-13T10:54:39.770" v="6703" actId="20577"/>
          <ac:spMkLst>
            <pc:docMk/>
            <pc:sldMk cId="929486763" sldId="2587"/>
            <ac:spMk id="3" creationId="{4A1C0383-58FE-E486-295E-B33B8683B938}"/>
          </ac:spMkLst>
        </pc:spChg>
        <pc:spChg chg="mod">
          <ac:chgData name="Owais Ahmed" userId="6abc7d4556b3b071" providerId="LiveId" clId="{69A6FD51-02D8-45A5-972C-CEF9253318D0}" dt="2023-12-13T10:13:54.286" v="5091" actId="20577"/>
          <ac:spMkLst>
            <pc:docMk/>
            <pc:sldMk cId="929486763" sldId="2587"/>
            <ac:spMk id="215" creationId="{00000000-0000-0000-0000-000000000000}"/>
          </ac:spMkLst>
        </pc:spChg>
        <pc:graphicFrameChg chg="mod modGraphic">
          <ac:chgData name="Owais Ahmed" userId="6abc7d4556b3b071" providerId="LiveId" clId="{69A6FD51-02D8-45A5-972C-CEF9253318D0}" dt="2023-12-13T10:31:45.970" v="5232" actId="6549"/>
          <ac:graphicFrameMkLst>
            <pc:docMk/>
            <pc:sldMk cId="929486763" sldId="2587"/>
            <ac:graphicFrameMk id="4" creationId="{D80B78C4-B288-25B8-B66D-92DACFE8F475}"/>
          </ac:graphicFrameMkLst>
        </pc:graphicFrameChg>
      </pc:sldChg>
      <pc:sldChg chg="add">
        <pc:chgData name="Owais Ahmed" userId="6abc7d4556b3b071" providerId="LiveId" clId="{69A6FD51-02D8-45A5-972C-CEF9253318D0}" dt="2023-12-13T15:01:15.965" v="9512"/>
        <pc:sldMkLst>
          <pc:docMk/>
          <pc:sldMk cId="3378497321" sldId="2587"/>
        </pc:sldMkLst>
      </pc:sldChg>
      <pc:sldChg chg="add">
        <pc:chgData name="Owais Ahmed" userId="6abc7d4556b3b071" providerId="LiveId" clId="{69A6FD51-02D8-45A5-972C-CEF9253318D0}" dt="2023-12-13T15:01:15.965" v="9512"/>
        <pc:sldMkLst>
          <pc:docMk/>
          <pc:sldMk cId="2002841446" sldId="2588"/>
        </pc:sldMkLst>
      </pc:sldChg>
      <pc:sldChg chg="addSp delSp modSp add del mod delAnim modAnim">
        <pc:chgData name="Owais Ahmed" userId="6abc7d4556b3b071" providerId="LiveId" clId="{69A6FD51-02D8-45A5-972C-CEF9253318D0}" dt="2023-12-13T15:01:11.093" v="9511" actId="2696"/>
        <pc:sldMkLst>
          <pc:docMk/>
          <pc:sldMk cId="3620919296" sldId="2588"/>
        </pc:sldMkLst>
        <pc:spChg chg="del mod">
          <ac:chgData name="Owais Ahmed" userId="6abc7d4556b3b071" providerId="LiveId" clId="{69A6FD51-02D8-45A5-972C-CEF9253318D0}" dt="2023-12-13T10:41:46.608" v="6334" actId="478"/>
          <ac:spMkLst>
            <pc:docMk/>
            <pc:sldMk cId="3620919296" sldId="2588"/>
            <ac:spMk id="3" creationId="{4A1C0383-58FE-E486-295E-B33B8683B938}"/>
          </ac:spMkLst>
        </pc:spChg>
        <pc:spChg chg="add mod">
          <ac:chgData name="Owais Ahmed" userId="6abc7d4556b3b071" providerId="LiveId" clId="{69A6FD51-02D8-45A5-972C-CEF9253318D0}" dt="2023-12-13T11:19:25.918" v="7508" actId="20577"/>
          <ac:spMkLst>
            <pc:docMk/>
            <pc:sldMk cId="3620919296" sldId="2588"/>
            <ac:spMk id="8" creationId="{81EF7EEF-D65F-9AFD-6D36-741AEEAC8AC9}"/>
          </ac:spMkLst>
        </pc:spChg>
        <pc:spChg chg="mod">
          <ac:chgData name="Owais Ahmed" userId="6abc7d4556b3b071" providerId="LiveId" clId="{69A6FD51-02D8-45A5-972C-CEF9253318D0}" dt="2023-12-13T10:41:38.972" v="6331" actId="1076"/>
          <ac:spMkLst>
            <pc:docMk/>
            <pc:sldMk cId="3620919296" sldId="2588"/>
            <ac:spMk id="215" creationId="{00000000-0000-0000-0000-000000000000}"/>
          </ac:spMkLst>
        </pc:spChg>
        <pc:graphicFrameChg chg="del">
          <ac:chgData name="Owais Ahmed" userId="6abc7d4556b3b071" providerId="LiveId" clId="{69A6FD51-02D8-45A5-972C-CEF9253318D0}" dt="2023-12-13T11:18:21.457" v="7437" actId="478"/>
          <ac:graphicFrameMkLst>
            <pc:docMk/>
            <pc:sldMk cId="3620919296" sldId="2588"/>
            <ac:graphicFrameMk id="4" creationId="{D80B78C4-B288-25B8-B66D-92DACFE8F475}"/>
          </ac:graphicFrameMkLst>
        </pc:graphicFrameChg>
        <pc:graphicFrameChg chg="add mod modGraphic">
          <ac:chgData name="Owais Ahmed" userId="6abc7d4556b3b071" providerId="LiveId" clId="{69A6FD51-02D8-45A5-972C-CEF9253318D0}" dt="2023-12-13T11:19:43.286" v="7530" actId="5793"/>
          <ac:graphicFrameMkLst>
            <pc:docMk/>
            <pc:sldMk cId="3620919296" sldId="2588"/>
            <ac:graphicFrameMk id="7" creationId="{177A2DCF-B95A-C5ED-54B7-1F967D56E7A8}"/>
          </ac:graphicFrameMkLst>
        </pc:graphicFrameChg>
      </pc:sldChg>
      <pc:sldChg chg="add">
        <pc:chgData name="Owais Ahmed" userId="6abc7d4556b3b071" providerId="LiveId" clId="{69A6FD51-02D8-45A5-972C-CEF9253318D0}" dt="2023-12-13T10:38:13.508" v="5900" actId="2890"/>
        <pc:sldMkLst>
          <pc:docMk/>
          <pc:sldMk cId="2560828611" sldId="2589"/>
        </pc:sldMkLst>
      </pc:sldChg>
      <pc:sldChg chg="add">
        <pc:chgData name="Owais Ahmed" userId="6abc7d4556b3b071" providerId="LiveId" clId="{69A6FD51-02D8-45A5-972C-CEF9253318D0}" dt="2023-12-13T15:01:15.965" v="9512"/>
        <pc:sldMkLst>
          <pc:docMk/>
          <pc:sldMk cId="784379583" sldId="2590"/>
        </pc:sldMkLst>
      </pc:sldChg>
      <pc:sldChg chg="delSp modSp add del mod delAnim modAnim">
        <pc:chgData name="Owais Ahmed" userId="6abc7d4556b3b071" providerId="LiveId" clId="{69A6FD51-02D8-45A5-972C-CEF9253318D0}" dt="2023-12-13T15:01:11.093" v="9511" actId="2696"/>
        <pc:sldMkLst>
          <pc:docMk/>
          <pc:sldMk cId="2621982120" sldId="2590"/>
        </pc:sldMkLst>
        <pc:spChg chg="mod">
          <ac:chgData name="Owais Ahmed" userId="6abc7d4556b3b071" providerId="LiveId" clId="{69A6FD51-02D8-45A5-972C-CEF9253318D0}" dt="2023-12-13T11:20:59.584" v="7707" actId="20577"/>
          <ac:spMkLst>
            <pc:docMk/>
            <pc:sldMk cId="2621982120" sldId="2590"/>
            <ac:spMk id="8" creationId="{81EF7EEF-D65F-9AFD-6D36-741AEEAC8AC9}"/>
          </ac:spMkLst>
        </pc:spChg>
        <pc:graphicFrameChg chg="del mod">
          <ac:chgData name="Owais Ahmed" userId="6abc7d4556b3b071" providerId="LiveId" clId="{69A6FD51-02D8-45A5-972C-CEF9253318D0}" dt="2023-12-13T11:19:59.962" v="7534" actId="478"/>
          <ac:graphicFrameMkLst>
            <pc:docMk/>
            <pc:sldMk cId="2621982120" sldId="2590"/>
            <ac:graphicFrameMk id="4" creationId="{D80B78C4-B288-25B8-B66D-92DACFE8F475}"/>
          </ac:graphicFrameMkLst>
        </pc:graphicFrameChg>
        <pc:graphicFrameChg chg="del">
          <ac:chgData name="Owais Ahmed" userId="6abc7d4556b3b071" providerId="LiveId" clId="{69A6FD51-02D8-45A5-972C-CEF9253318D0}" dt="2023-12-13T10:59:51.042" v="6927" actId="478"/>
          <ac:graphicFrameMkLst>
            <pc:docMk/>
            <pc:sldMk cId="2621982120" sldId="2590"/>
            <ac:graphicFrameMk id="7" creationId="{177A2DCF-B95A-C5ED-54B7-1F967D56E7A8}"/>
          </ac:graphicFrameMkLst>
        </pc:graphicFrameChg>
      </pc:sldChg>
      <pc:sldChg chg="modSp add mod modAnim">
        <pc:chgData name="Owais Ahmed" userId="6abc7d4556b3b071" providerId="LiveId" clId="{69A6FD51-02D8-45A5-972C-CEF9253318D0}" dt="2023-12-13T15:04:51.637" v="9596" actId="20577"/>
        <pc:sldMkLst>
          <pc:docMk/>
          <pc:sldMk cId="1731761612" sldId="2591"/>
        </pc:sldMkLst>
        <pc:spChg chg="mod">
          <ac:chgData name="Owais Ahmed" userId="6abc7d4556b3b071" providerId="LiveId" clId="{69A6FD51-02D8-45A5-972C-CEF9253318D0}" dt="2023-12-13T15:04:51.637" v="9596" actId="20577"/>
          <ac:spMkLst>
            <pc:docMk/>
            <pc:sldMk cId="1731761612" sldId="2591"/>
            <ac:spMk id="8" creationId="{81EF7EEF-D65F-9AFD-6D36-741AEEAC8AC9}"/>
          </ac:spMkLst>
        </pc:spChg>
        <pc:graphicFrameChg chg="mod modGraphic">
          <ac:chgData name="Owais Ahmed" userId="6abc7d4556b3b071" providerId="LiveId" clId="{69A6FD51-02D8-45A5-972C-CEF9253318D0}" dt="2023-12-13T15:04:13.436" v="9547" actId="1076"/>
          <ac:graphicFrameMkLst>
            <pc:docMk/>
            <pc:sldMk cId="1731761612" sldId="2591"/>
            <ac:graphicFrameMk id="3" creationId="{DC2D88F0-F313-4C1E-F298-FF203093E9C0}"/>
          </ac:graphicFrameMkLst>
        </pc:graphicFrameChg>
        <pc:graphicFrameChg chg="mod">
          <ac:chgData name="Owais Ahmed" userId="6abc7d4556b3b071" providerId="LiveId" clId="{69A6FD51-02D8-45A5-972C-CEF9253318D0}" dt="2023-12-13T15:03:47.772" v="9541" actId="14100"/>
          <ac:graphicFrameMkLst>
            <pc:docMk/>
            <pc:sldMk cId="1731761612" sldId="2591"/>
            <ac:graphicFrameMk id="7" creationId="{177A2DCF-B95A-C5ED-54B7-1F967D56E7A8}"/>
          </ac:graphicFrameMkLst>
        </pc:graphicFrameChg>
      </pc:sldChg>
      <pc:sldChg chg="addSp modSp add del mod ord modAnim">
        <pc:chgData name="Owais Ahmed" userId="6abc7d4556b3b071" providerId="LiveId" clId="{69A6FD51-02D8-45A5-972C-CEF9253318D0}" dt="2023-12-13T15:01:11.093" v="9511" actId="2696"/>
        <pc:sldMkLst>
          <pc:docMk/>
          <pc:sldMk cId="3361293322" sldId="2591"/>
        </pc:sldMkLst>
        <pc:spChg chg="mod">
          <ac:chgData name="Owais Ahmed" userId="6abc7d4556b3b071" providerId="LiveId" clId="{69A6FD51-02D8-45A5-972C-CEF9253318D0}" dt="2023-12-13T11:28:20.223" v="8017" actId="27636"/>
          <ac:spMkLst>
            <pc:docMk/>
            <pc:sldMk cId="3361293322" sldId="2591"/>
            <ac:spMk id="8" creationId="{81EF7EEF-D65F-9AFD-6D36-741AEEAC8AC9}"/>
          </ac:spMkLst>
        </pc:spChg>
        <pc:graphicFrameChg chg="add mod modGraphic">
          <ac:chgData name="Owais Ahmed" userId="6abc7d4556b3b071" providerId="LiveId" clId="{69A6FD51-02D8-45A5-972C-CEF9253318D0}" dt="2023-12-13T11:28:30.411" v="8021" actId="20577"/>
          <ac:graphicFrameMkLst>
            <pc:docMk/>
            <pc:sldMk cId="3361293322" sldId="2591"/>
            <ac:graphicFrameMk id="3" creationId="{DC2D88F0-F313-4C1E-F298-FF203093E9C0}"/>
          </ac:graphicFrameMkLst>
        </pc:graphicFrameChg>
        <pc:graphicFrameChg chg="mod modGraphic">
          <ac:chgData name="Owais Ahmed" userId="6abc7d4556b3b071" providerId="LiveId" clId="{69A6FD51-02D8-45A5-972C-CEF9253318D0}" dt="2023-12-13T11:27:33.776" v="7932" actId="207"/>
          <ac:graphicFrameMkLst>
            <pc:docMk/>
            <pc:sldMk cId="3361293322" sldId="2591"/>
            <ac:graphicFrameMk id="7" creationId="{177A2DCF-B95A-C5ED-54B7-1F967D56E7A8}"/>
          </ac:graphicFrameMkLst>
        </pc:graphicFrameChg>
      </pc:sldChg>
      <pc:sldChg chg="modSp add del mod">
        <pc:chgData name="Owais Ahmed" userId="6abc7d4556b3b071" providerId="LiveId" clId="{69A6FD51-02D8-45A5-972C-CEF9253318D0}" dt="2023-12-13T15:01:11.093" v="9511" actId="2696"/>
        <pc:sldMkLst>
          <pc:docMk/>
          <pc:sldMk cId="289149646" sldId="2592"/>
        </pc:sldMkLst>
        <pc:spChg chg="mod">
          <ac:chgData name="Owais Ahmed" userId="6abc7d4556b3b071" providerId="LiveId" clId="{69A6FD51-02D8-45A5-972C-CEF9253318D0}" dt="2023-12-13T11:33:39.467" v="8146" actId="20577"/>
          <ac:spMkLst>
            <pc:docMk/>
            <pc:sldMk cId="289149646" sldId="2592"/>
            <ac:spMk id="8" creationId="{81EF7EEF-D65F-9AFD-6D36-741AEEAC8AC9}"/>
          </ac:spMkLst>
        </pc:spChg>
        <pc:graphicFrameChg chg="mod modGraphic">
          <ac:chgData name="Owais Ahmed" userId="6abc7d4556b3b071" providerId="LiveId" clId="{69A6FD51-02D8-45A5-972C-CEF9253318D0}" dt="2023-12-13T11:32:03.470" v="8126"/>
          <ac:graphicFrameMkLst>
            <pc:docMk/>
            <pc:sldMk cId="289149646" sldId="2592"/>
            <ac:graphicFrameMk id="3" creationId="{DC2D88F0-F313-4C1E-F298-FF203093E9C0}"/>
          </ac:graphicFrameMkLst>
        </pc:graphicFrameChg>
        <pc:graphicFrameChg chg="mod">
          <ac:chgData name="Owais Ahmed" userId="6abc7d4556b3b071" providerId="LiveId" clId="{69A6FD51-02D8-45A5-972C-CEF9253318D0}" dt="2023-12-13T11:33:21.398" v="8138" actId="207"/>
          <ac:graphicFrameMkLst>
            <pc:docMk/>
            <pc:sldMk cId="289149646" sldId="2592"/>
            <ac:graphicFrameMk id="7" creationId="{177A2DCF-B95A-C5ED-54B7-1F967D56E7A8}"/>
          </ac:graphicFrameMkLst>
        </pc:graphicFrameChg>
      </pc:sldChg>
      <pc:sldChg chg="delSp add del mod delAnim">
        <pc:chgData name="Owais Ahmed" userId="6abc7d4556b3b071" providerId="LiveId" clId="{69A6FD51-02D8-45A5-972C-CEF9253318D0}" dt="2023-12-13T15:05:25.772" v="9600" actId="47"/>
        <pc:sldMkLst>
          <pc:docMk/>
          <pc:sldMk cId="2153717059" sldId="2592"/>
        </pc:sldMkLst>
        <pc:graphicFrameChg chg="del">
          <ac:chgData name="Owais Ahmed" userId="6abc7d4556b3b071" providerId="LiveId" clId="{69A6FD51-02D8-45A5-972C-CEF9253318D0}" dt="2023-12-13T15:05:06.232" v="9597" actId="478"/>
          <ac:graphicFrameMkLst>
            <pc:docMk/>
            <pc:sldMk cId="2153717059" sldId="2592"/>
            <ac:graphicFrameMk id="7" creationId="{177A2DCF-B95A-C5ED-54B7-1F967D56E7A8}"/>
          </ac:graphicFrameMkLst>
        </pc:graphicFrameChg>
      </pc:sldChg>
      <pc:sldChg chg="add">
        <pc:chgData name="Owais Ahmed" userId="6abc7d4556b3b071" providerId="LiveId" clId="{69A6FD51-02D8-45A5-972C-CEF9253318D0}" dt="2023-12-13T11:35:15.593" v="8165"/>
        <pc:sldMkLst>
          <pc:docMk/>
          <pc:sldMk cId="818247331" sldId="2593"/>
        </pc:sldMkLst>
      </pc:sldChg>
      <pc:sldChg chg="add">
        <pc:chgData name="Owais Ahmed" userId="6abc7d4556b3b071" providerId="LiveId" clId="{69A6FD51-02D8-45A5-972C-CEF9253318D0}" dt="2023-12-13T11:35:36.582" v="8166"/>
        <pc:sldMkLst>
          <pc:docMk/>
          <pc:sldMk cId="3204197998" sldId="2594"/>
        </pc:sldMkLst>
      </pc:sldChg>
      <pc:sldChg chg="add">
        <pc:chgData name="Owais Ahmed" userId="6abc7d4556b3b071" providerId="LiveId" clId="{69A6FD51-02D8-45A5-972C-CEF9253318D0}" dt="2023-12-13T11:35:36.582" v="8166"/>
        <pc:sldMkLst>
          <pc:docMk/>
          <pc:sldMk cId="1748941122" sldId="2595"/>
        </pc:sldMkLst>
      </pc:sldChg>
      <pc:sldChg chg="modSp add mod">
        <pc:chgData name="Owais Ahmed" userId="6abc7d4556b3b071" providerId="LiveId" clId="{69A6FD51-02D8-45A5-972C-CEF9253318D0}" dt="2023-12-13T15:16:08.304" v="9728" actId="20577"/>
        <pc:sldMkLst>
          <pc:docMk/>
          <pc:sldMk cId="3872441387" sldId="2600"/>
        </pc:sldMkLst>
        <pc:spChg chg="mod">
          <ac:chgData name="Owais Ahmed" userId="6abc7d4556b3b071" providerId="LiveId" clId="{69A6FD51-02D8-45A5-972C-CEF9253318D0}" dt="2023-12-13T15:16:08.304" v="9728" actId="20577"/>
          <ac:spMkLst>
            <pc:docMk/>
            <pc:sldMk cId="3872441387" sldId="2600"/>
            <ac:spMk id="6" creationId="{36332C98-C5E5-CF55-0295-E21FCA3141F5}"/>
          </ac:spMkLst>
        </pc:spChg>
        <pc:spChg chg="mod">
          <ac:chgData name="Owais Ahmed" userId="6abc7d4556b3b071" providerId="LiveId" clId="{69A6FD51-02D8-45A5-972C-CEF9253318D0}" dt="2023-12-13T11:39:27.119" v="8211"/>
          <ac:spMkLst>
            <pc:docMk/>
            <pc:sldMk cId="3872441387" sldId="2600"/>
            <ac:spMk id="215" creationId="{00000000-0000-0000-0000-000000000000}"/>
          </ac:spMkLst>
        </pc:spChg>
      </pc:sldChg>
      <pc:sldChg chg="modSp add mod ord modAnim">
        <pc:chgData name="Owais Ahmed" userId="6abc7d4556b3b071" providerId="LiveId" clId="{69A6FD51-02D8-45A5-972C-CEF9253318D0}" dt="2023-12-13T14:40:48.440" v="9056"/>
        <pc:sldMkLst>
          <pc:docMk/>
          <pc:sldMk cId="1970709770" sldId="2601"/>
        </pc:sldMkLst>
        <pc:spChg chg="mod">
          <ac:chgData name="Owais Ahmed" userId="6abc7d4556b3b071" providerId="LiveId" clId="{69A6FD51-02D8-45A5-972C-CEF9253318D0}" dt="2023-12-13T11:38:46.976" v="8209" actId="27636"/>
          <ac:spMkLst>
            <pc:docMk/>
            <pc:sldMk cId="1970709770" sldId="2601"/>
            <ac:spMk id="3" creationId="{4A1C0383-58FE-E486-295E-B33B8683B938}"/>
          </ac:spMkLst>
        </pc:spChg>
        <pc:spChg chg="mod">
          <ac:chgData name="Owais Ahmed" userId="6abc7d4556b3b071" providerId="LiveId" clId="{69A6FD51-02D8-45A5-972C-CEF9253318D0}" dt="2023-12-13T11:37:22.622" v="8189" actId="20577"/>
          <ac:spMkLst>
            <pc:docMk/>
            <pc:sldMk cId="1970709770" sldId="2601"/>
            <ac:spMk id="215" creationId="{00000000-0000-0000-0000-000000000000}"/>
          </ac:spMkLst>
        </pc:spChg>
      </pc:sldChg>
      <pc:sldChg chg="add del">
        <pc:chgData name="Owais Ahmed" userId="6abc7d4556b3b071" providerId="LiveId" clId="{69A6FD51-02D8-45A5-972C-CEF9253318D0}" dt="2023-12-13T11:39:29.677" v="8212" actId="47"/>
        <pc:sldMkLst>
          <pc:docMk/>
          <pc:sldMk cId="3063644903" sldId="2602"/>
        </pc:sldMkLst>
      </pc:sldChg>
      <pc:sldChg chg="addSp delSp modSp add mod ord delAnim modAnim">
        <pc:chgData name="Owais Ahmed" userId="6abc7d4556b3b071" providerId="LiveId" clId="{69A6FD51-02D8-45A5-972C-CEF9253318D0}" dt="2023-12-13T15:15:43.010" v="9720" actId="20577"/>
        <pc:sldMkLst>
          <pc:docMk/>
          <pc:sldMk cId="4026886309" sldId="2602"/>
        </pc:sldMkLst>
        <pc:spChg chg="add mod">
          <ac:chgData name="Owais Ahmed" userId="6abc7d4556b3b071" providerId="LiveId" clId="{69A6FD51-02D8-45A5-972C-CEF9253318D0}" dt="2023-12-13T15:15:43.010" v="9720" actId="20577"/>
          <ac:spMkLst>
            <pc:docMk/>
            <pc:sldMk cId="4026886309" sldId="2602"/>
            <ac:spMk id="6" creationId="{CAA9EC9E-522E-AFED-40BB-B84BCCEC5B0F}"/>
          </ac:spMkLst>
        </pc:spChg>
        <pc:spChg chg="del mod">
          <ac:chgData name="Owais Ahmed" userId="6abc7d4556b3b071" providerId="LiveId" clId="{69A6FD51-02D8-45A5-972C-CEF9253318D0}" dt="2023-12-13T14:53:34.319" v="9332" actId="478"/>
          <ac:spMkLst>
            <pc:docMk/>
            <pc:sldMk cId="4026886309" sldId="2602"/>
            <ac:spMk id="8" creationId="{81EF7EEF-D65F-9AFD-6D36-741AEEAC8AC9}"/>
          </ac:spMkLst>
        </pc:spChg>
        <pc:spChg chg="del">
          <ac:chgData name="Owais Ahmed" userId="6abc7d4556b3b071" providerId="LiveId" clId="{69A6FD51-02D8-45A5-972C-CEF9253318D0}" dt="2023-12-13T14:53:41.269" v="9334" actId="478"/>
          <ac:spMkLst>
            <pc:docMk/>
            <pc:sldMk cId="4026886309" sldId="2602"/>
            <ac:spMk id="89" creationId="{00000000-0000-0000-0000-000000000000}"/>
          </ac:spMkLst>
        </pc:spChg>
        <pc:spChg chg="del">
          <ac:chgData name="Owais Ahmed" userId="6abc7d4556b3b071" providerId="LiveId" clId="{69A6FD51-02D8-45A5-972C-CEF9253318D0}" dt="2023-12-13T14:53:44.686" v="9336" actId="478"/>
          <ac:spMkLst>
            <pc:docMk/>
            <pc:sldMk cId="4026886309" sldId="2602"/>
            <ac:spMk id="214" creationId="{00000000-0000-0000-0000-000000000000}"/>
          </ac:spMkLst>
        </pc:spChg>
        <pc:spChg chg="mod">
          <ac:chgData name="Owais Ahmed" userId="6abc7d4556b3b071" providerId="LiveId" clId="{69A6FD51-02D8-45A5-972C-CEF9253318D0}" dt="2023-12-13T14:40:45.272" v="9054" actId="20577"/>
          <ac:spMkLst>
            <pc:docMk/>
            <pc:sldMk cId="4026886309" sldId="2602"/>
            <ac:spMk id="215" creationId="{00000000-0000-0000-0000-000000000000}"/>
          </ac:spMkLst>
        </pc:spChg>
        <pc:spChg chg="del">
          <ac:chgData name="Owais Ahmed" userId="6abc7d4556b3b071" providerId="LiveId" clId="{69A6FD51-02D8-45A5-972C-CEF9253318D0}" dt="2023-12-13T14:53:43.290" v="9335" actId="478"/>
          <ac:spMkLst>
            <pc:docMk/>
            <pc:sldMk cId="4026886309" sldId="2602"/>
            <ac:spMk id="216" creationId="{00000000-0000-0000-0000-000000000000}"/>
          </ac:spMkLst>
        </pc:spChg>
        <pc:graphicFrameChg chg="del">
          <ac:chgData name="Owais Ahmed" userId="6abc7d4556b3b071" providerId="LiveId" clId="{69A6FD51-02D8-45A5-972C-CEF9253318D0}" dt="2023-12-13T14:29:12.043" v="8215" actId="478"/>
          <ac:graphicFrameMkLst>
            <pc:docMk/>
            <pc:sldMk cId="4026886309" sldId="2602"/>
            <ac:graphicFrameMk id="3" creationId="{DC2D88F0-F313-4C1E-F298-FF203093E9C0}"/>
          </ac:graphicFrameMkLst>
        </pc:graphicFrameChg>
        <pc:graphicFrameChg chg="del mod">
          <ac:chgData name="Owais Ahmed" userId="6abc7d4556b3b071" providerId="LiveId" clId="{69A6FD51-02D8-45A5-972C-CEF9253318D0}" dt="2023-12-13T14:53:10.640" v="9327" actId="478"/>
          <ac:graphicFrameMkLst>
            <pc:docMk/>
            <pc:sldMk cId="4026886309" sldId="2602"/>
            <ac:graphicFrameMk id="7" creationId="{177A2DCF-B95A-C5ED-54B7-1F967D56E7A8}"/>
          </ac:graphicFrameMkLst>
        </pc:graphicFrameChg>
        <pc:picChg chg="add del mod">
          <ac:chgData name="Owais Ahmed" userId="6abc7d4556b3b071" providerId="LiveId" clId="{69A6FD51-02D8-45A5-972C-CEF9253318D0}" dt="2023-12-13T14:57:33.212" v="9343" actId="478"/>
          <ac:picMkLst>
            <pc:docMk/>
            <pc:sldMk cId="4026886309" sldId="2602"/>
            <ac:picMk id="4" creationId="{4922AAE8-AA2E-6A9F-7DAF-326733C6A874}"/>
          </ac:picMkLst>
        </pc:picChg>
        <pc:picChg chg="add mod">
          <ac:chgData name="Owais Ahmed" userId="6abc7d4556b3b071" providerId="LiveId" clId="{69A6FD51-02D8-45A5-972C-CEF9253318D0}" dt="2023-12-13T14:57:30.870" v="9342" actId="571"/>
          <ac:picMkLst>
            <pc:docMk/>
            <pc:sldMk cId="4026886309" sldId="2602"/>
            <ac:picMk id="5" creationId="{9158C062-3074-58AE-77F2-FD8016C38323}"/>
          </ac:picMkLst>
        </pc:picChg>
        <pc:picChg chg="add del mod">
          <ac:chgData name="Owais Ahmed" userId="6abc7d4556b3b071" providerId="LiveId" clId="{69A6FD51-02D8-45A5-972C-CEF9253318D0}" dt="2023-12-13T14:57:37.100" v="9344" actId="478"/>
          <ac:picMkLst>
            <pc:docMk/>
            <pc:sldMk cId="4026886309" sldId="2602"/>
            <ac:picMk id="1026" creationId="{A3D42A3D-C6A0-8D99-22F6-407ACAEAD833}"/>
          </ac:picMkLst>
        </pc:picChg>
      </pc:sldChg>
      <pc:sldChg chg="delSp modSp add mod ord delAnim modAnim">
        <pc:chgData name="Owais Ahmed" userId="6abc7d4556b3b071" providerId="LiveId" clId="{69A6FD51-02D8-45A5-972C-CEF9253318D0}" dt="2023-12-14T09:50:10.201" v="10680"/>
        <pc:sldMkLst>
          <pc:docMk/>
          <pc:sldMk cId="212115703" sldId="2603"/>
        </pc:sldMkLst>
        <pc:spChg chg="mod">
          <ac:chgData name="Owais Ahmed" userId="6abc7d4556b3b071" providerId="LiveId" clId="{69A6FD51-02D8-45A5-972C-CEF9253318D0}" dt="2023-12-13T15:38:08.371" v="10428" actId="20577"/>
          <ac:spMkLst>
            <pc:docMk/>
            <pc:sldMk cId="212115703" sldId="2603"/>
            <ac:spMk id="8" creationId="{81EF7EEF-D65F-9AFD-6D36-741AEEAC8AC9}"/>
          </ac:spMkLst>
        </pc:spChg>
        <pc:graphicFrameChg chg="del">
          <ac:chgData name="Owais Ahmed" userId="6abc7d4556b3b071" providerId="LiveId" clId="{69A6FD51-02D8-45A5-972C-CEF9253318D0}" dt="2023-12-13T15:17:03.202" v="9732" actId="478"/>
          <ac:graphicFrameMkLst>
            <pc:docMk/>
            <pc:sldMk cId="212115703" sldId="2603"/>
            <ac:graphicFrameMk id="3" creationId="{DC2D88F0-F313-4C1E-F298-FF203093E9C0}"/>
          </ac:graphicFrameMkLst>
        </pc:graphicFrameChg>
        <pc:graphicFrameChg chg="mod">
          <ac:chgData name="Owais Ahmed" userId="6abc7d4556b3b071" providerId="LiveId" clId="{69A6FD51-02D8-45A5-972C-CEF9253318D0}" dt="2023-12-13T15:33:30.611" v="10158" actId="14100"/>
          <ac:graphicFrameMkLst>
            <pc:docMk/>
            <pc:sldMk cId="212115703" sldId="2603"/>
            <ac:graphicFrameMk id="7" creationId="{177A2DCF-B95A-C5ED-54B7-1F967D56E7A8}"/>
          </ac:graphicFrameMkLst>
        </pc:graphicFrameChg>
      </pc:sldChg>
      <pc:sldChg chg="addSp modSp add mod ord modAnim">
        <pc:chgData name="Owais Ahmed" userId="6abc7d4556b3b071" providerId="LiveId" clId="{69A6FD51-02D8-45A5-972C-CEF9253318D0}" dt="2023-12-13T15:47:23.042" v="10679"/>
        <pc:sldMkLst>
          <pc:docMk/>
          <pc:sldMk cId="2626432937" sldId="2604"/>
        </pc:sldMkLst>
        <pc:spChg chg="mod">
          <ac:chgData name="Owais Ahmed" userId="6abc7d4556b3b071" providerId="LiveId" clId="{69A6FD51-02D8-45A5-972C-CEF9253318D0}" dt="2023-12-13T15:47:05.619" v="10678" actId="20577"/>
          <ac:spMkLst>
            <pc:docMk/>
            <pc:sldMk cId="2626432937" sldId="2604"/>
            <ac:spMk id="8" creationId="{81EF7EEF-D65F-9AFD-6D36-741AEEAC8AC9}"/>
          </ac:spMkLst>
        </pc:spChg>
        <pc:spChg chg="mod">
          <ac:chgData name="Owais Ahmed" userId="6abc7d4556b3b071" providerId="LiveId" clId="{69A6FD51-02D8-45A5-972C-CEF9253318D0}" dt="2023-12-13T15:40:01.998" v="10449" actId="20577"/>
          <ac:spMkLst>
            <pc:docMk/>
            <pc:sldMk cId="2626432937" sldId="2604"/>
            <ac:spMk id="215" creationId="{00000000-0000-0000-0000-000000000000}"/>
          </ac:spMkLst>
        </pc:spChg>
        <pc:graphicFrameChg chg="add mod modGraphic">
          <ac:chgData name="Owais Ahmed" userId="6abc7d4556b3b071" providerId="LiveId" clId="{69A6FD51-02D8-45A5-972C-CEF9253318D0}" dt="2023-12-13T15:45:35.070" v="10517" actId="1076"/>
          <ac:graphicFrameMkLst>
            <pc:docMk/>
            <pc:sldMk cId="2626432937" sldId="2604"/>
            <ac:graphicFrameMk id="3" creationId="{58DDD372-08FB-EC2D-25C9-24C4AE371F55}"/>
          </ac:graphicFrameMkLst>
        </pc:graphicFrame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E4A8B8-F636-4E9F-B657-7EB6BC0AEEE0}"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US"/>
        </a:p>
      </dgm:t>
    </dgm:pt>
    <dgm:pt modelId="{E92442FD-2ACE-448A-A4CF-A4D98D8D4B1C}">
      <dgm:prSet phldrT="[Text]"/>
      <dgm:spPr/>
      <dgm:t>
        <a:bodyPr/>
        <a:lstStyle/>
        <a:p>
          <a:r>
            <a:rPr lang="en-US" dirty="0"/>
            <a:t>Start</a:t>
          </a:r>
        </a:p>
      </dgm:t>
    </dgm:pt>
    <dgm:pt modelId="{327C9478-A62F-4899-9DA0-B45AB4AE02D1}" type="parTrans" cxnId="{E98EC8B7-B423-47FA-8453-FD72A542F1C2}">
      <dgm:prSet/>
      <dgm:spPr/>
      <dgm:t>
        <a:bodyPr/>
        <a:lstStyle/>
        <a:p>
          <a:endParaRPr lang="en-US"/>
        </a:p>
      </dgm:t>
    </dgm:pt>
    <dgm:pt modelId="{A208916A-04F5-42F2-905D-0F1FA8CFFA5A}" type="sibTrans" cxnId="{E98EC8B7-B423-47FA-8453-FD72A542F1C2}">
      <dgm:prSet/>
      <dgm:spPr/>
      <dgm:t>
        <a:bodyPr/>
        <a:lstStyle/>
        <a:p>
          <a:endParaRPr lang="en-US"/>
        </a:p>
      </dgm:t>
    </dgm:pt>
    <dgm:pt modelId="{11BC31E2-A728-42DC-8C72-B0D58E65180F}">
      <dgm:prSet phldrT="[Text]"/>
      <dgm:spPr/>
      <dgm:t>
        <a:bodyPr/>
        <a:lstStyle/>
        <a:p>
          <a:r>
            <a:rPr lang="en-US" dirty="0"/>
            <a:t>R</a:t>
          </a:r>
        </a:p>
      </dgm:t>
    </dgm:pt>
    <dgm:pt modelId="{E71F119C-1F93-4BCA-9C30-C8B3905C75C0}" type="parTrans" cxnId="{A6CFC853-174D-4F17-A5AD-1911D9BCCB28}">
      <dgm:prSet/>
      <dgm:spPr/>
      <dgm:t>
        <a:bodyPr/>
        <a:lstStyle/>
        <a:p>
          <a:endParaRPr lang="en-US"/>
        </a:p>
      </dgm:t>
    </dgm:pt>
    <dgm:pt modelId="{E1CC0BB2-E20F-4A41-A8EB-6B2C333C4D4F}" type="sibTrans" cxnId="{A6CFC853-174D-4F17-A5AD-1911D9BCCB28}">
      <dgm:prSet/>
      <dgm:spPr/>
      <dgm:t>
        <a:bodyPr/>
        <a:lstStyle/>
        <a:p>
          <a:endParaRPr lang="en-US"/>
        </a:p>
      </dgm:t>
    </dgm:pt>
    <dgm:pt modelId="{FB1FCE23-C5EE-4380-B971-57F94BB3A7D1}">
      <dgm:prSet phldrT="[Text]"/>
      <dgm:spPr/>
      <dgm:t>
        <a:bodyPr/>
        <a:lstStyle/>
        <a:p>
          <a:r>
            <a:rPr lang="en-US" dirty="0"/>
            <a:t>L</a:t>
          </a:r>
        </a:p>
      </dgm:t>
    </dgm:pt>
    <dgm:pt modelId="{491F97FD-98D4-40AB-9D61-16F313573C66}" type="parTrans" cxnId="{17D140D1-1D25-401F-9F82-7D6E007AE7A4}">
      <dgm:prSet/>
      <dgm:spPr/>
      <dgm:t>
        <a:bodyPr/>
        <a:lstStyle/>
        <a:p>
          <a:endParaRPr lang="en-US"/>
        </a:p>
      </dgm:t>
    </dgm:pt>
    <dgm:pt modelId="{D8B5E834-6AF1-43CB-B1A0-6D44F4735A08}" type="sibTrans" cxnId="{17D140D1-1D25-401F-9F82-7D6E007AE7A4}">
      <dgm:prSet/>
      <dgm:spPr/>
      <dgm:t>
        <a:bodyPr/>
        <a:lstStyle/>
        <a:p>
          <a:endParaRPr lang="en-US"/>
        </a:p>
      </dgm:t>
    </dgm:pt>
    <dgm:pt modelId="{E3A12F7F-1966-4612-8FED-A67BF5102A34}">
      <dgm:prSet phldrT="[Text]"/>
      <dgm:spPr/>
      <dgm:t>
        <a:bodyPr/>
        <a:lstStyle/>
        <a:p>
          <a:r>
            <a:rPr lang="en-US" dirty="0"/>
            <a:t>R</a:t>
          </a:r>
        </a:p>
      </dgm:t>
    </dgm:pt>
    <dgm:pt modelId="{97AAF60E-E7BC-4E57-91F1-690C2ADF02C9}" type="parTrans" cxnId="{0AD172D5-F1D3-4C5F-9014-BFEB3FFC0BCD}">
      <dgm:prSet/>
      <dgm:spPr/>
      <dgm:t>
        <a:bodyPr/>
        <a:lstStyle/>
        <a:p>
          <a:endParaRPr lang="en-US"/>
        </a:p>
      </dgm:t>
    </dgm:pt>
    <dgm:pt modelId="{8697E017-AFE5-4AD7-B62B-368341FA06A5}" type="sibTrans" cxnId="{0AD172D5-F1D3-4C5F-9014-BFEB3FFC0BCD}">
      <dgm:prSet/>
      <dgm:spPr/>
      <dgm:t>
        <a:bodyPr/>
        <a:lstStyle/>
        <a:p>
          <a:endParaRPr lang="en-US"/>
        </a:p>
      </dgm:t>
    </dgm:pt>
    <dgm:pt modelId="{09B476AE-3476-43F6-AFB0-ACEDA1F0EFC2}">
      <dgm:prSet phldrT="[Text]"/>
      <dgm:spPr/>
      <dgm:t>
        <a:bodyPr/>
        <a:lstStyle/>
        <a:p>
          <a:r>
            <a:rPr lang="en-US" dirty="0"/>
            <a:t>L</a:t>
          </a:r>
        </a:p>
      </dgm:t>
    </dgm:pt>
    <dgm:pt modelId="{92ADD581-E994-4210-92FB-5D376654E87C}" type="parTrans" cxnId="{A2EC0EDA-F4AF-44C2-8C6E-49ABA4664BDD}">
      <dgm:prSet/>
      <dgm:spPr/>
      <dgm:t>
        <a:bodyPr/>
        <a:lstStyle/>
        <a:p>
          <a:endParaRPr lang="en-US"/>
        </a:p>
      </dgm:t>
    </dgm:pt>
    <dgm:pt modelId="{C36D3655-7A54-4E4B-8701-B6DBF399F455}" type="sibTrans" cxnId="{A2EC0EDA-F4AF-44C2-8C6E-49ABA4664BDD}">
      <dgm:prSet/>
      <dgm:spPr/>
      <dgm:t>
        <a:bodyPr/>
        <a:lstStyle/>
        <a:p>
          <a:endParaRPr lang="en-US"/>
        </a:p>
      </dgm:t>
    </dgm:pt>
    <dgm:pt modelId="{010E06F3-D14F-4009-8C00-E1C02FDB1756}">
      <dgm:prSet phldrT="[Text]"/>
      <dgm:spPr/>
      <dgm:t>
        <a:bodyPr/>
        <a:lstStyle/>
        <a:p>
          <a:r>
            <a:rPr lang="en-US" dirty="0"/>
            <a:t>R</a:t>
          </a:r>
        </a:p>
      </dgm:t>
    </dgm:pt>
    <dgm:pt modelId="{C6611A42-816C-4C37-A393-C715658E8FF6}" type="parTrans" cxnId="{571BD558-7476-42AB-A064-1D3965FC31D6}">
      <dgm:prSet/>
      <dgm:spPr/>
      <dgm:t>
        <a:bodyPr/>
        <a:lstStyle/>
        <a:p>
          <a:endParaRPr lang="en-US"/>
        </a:p>
      </dgm:t>
    </dgm:pt>
    <dgm:pt modelId="{D40DE187-BE13-4437-942D-C3DA6C7F3D2A}" type="sibTrans" cxnId="{571BD558-7476-42AB-A064-1D3965FC31D6}">
      <dgm:prSet/>
      <dgm:spPr/>
      <dgm:t>
        <a:bodyPr/>
        <a:lstStyle/>
        <a:p>
          <a:endParaRPr lang="en-US"/>
        </a:p>
      </dgm:t>
    </dgm:pt>
    <dgm:pt modelId="{CE527801-7586-466E-A092-E9ADDCBC633C}">
      <dgm:prSet phldrT="[Text]"/>
      <dgm:spPr/>
      <dgm:t>
        <a:bodyPr/>
        <a:lstStyle/>
        <a:p>
          <a:r>
            <a:rPr lang="en-US" dirty="0"/>
            <a:t>L</a:t>
          </a:r>
        </a:p>
      </dgm:t>
    </dgm:pt>
    <dgm:pt modelId="{18ACCB61-B928-4B0F-949D-E63234BA6821}" type="parTrans" cxnId="{742B8C5B-313E-42C4-BC56-537FD76B9189}">
      <dgm:prSet/>
      <dgm:spPr/>
      <dgm:t>
        <a:bodyPr/>
        <a:lstStyle/>
        <a:p>
          <a:endParaRPr lang="en-US"/>
        </a:p>
      </dgm:t>
    </dgm:pt>
    <dgm:pt modelId="{01A4F718-1180-4AB5-8DA2-7FFDADB32A9B}" type="sibTrans" cxnId="{742B8C5B-313E-42C4-BC56-537FD76B9189}">
      <dgm:prSet/>
      <dgm:spPr/>
      <dgm:t>
        <a:bodyPr/>
        <a:lstStyle/>
        <a:p>
          <a:endParaRPr lang="en-US"/>
        </a:p>
      </dgm:t>
    </dgm:pt>
    <dgm:pt modelId="{A7609375-B08B-4E91-9AD9-699738BA480B}">
      <dgm:prSet phldrT="[Text]"/>
      <dgm:spPr/>
      <dgm:t>
        <a:bodyPr/>
        <a:lstStyle/>
        <a:p>
          <a:r>
            <a:rPr lang="en-US" dirty="0"/>
            <a:t>R</a:t>
          </a:r>
        </a:p>
      </dgm:t>
    </dgm:pt>
    <dgm:pt modelId="{5FF03AA8-305A-4BF8-B07B-5A8AFE75DE62}" type="parTrans" cxnId="{DB52245A-CBFF-4D53-9376-D1ED1434D3FB}">
      <dgm:prSet/>
      <dgm:spPr/>
      <dgm:t>
        <a:bodyPr/>
        <a:lstStyle/>
        <a:p>
          <a:endParaRPr lang="en-US"/>
        </a:p>
      </dgm:t>
    </dgm:pt>
    <dgm:pt modelId="{EE1BA13E-3BB8-4877-B229-C8D7D90F16B2}" type="sibTrans" cxnId="{DB52245A-CBFF-4D53-9376-D1ED1434D3FB}">
      <dgm:prSet/>
      <dgm:spPr/>
      <dgm:t>
        <a:bodyPr/>
        <a:lstStyle/>
        <a:p>
          <a:endParaRPr lang="en-US"/>
        </a:p>
      </dgm:t>
    </dgm:pt>
    <dgm:pt modelId="{4F2B2ABE-028D-4AA9-8C3F-F0923B1D913A}">
      <dgm:prSet phldrT="[Text]"/>
      <dgm:spPr/>
      <dgm:t>
        <a:bodyPr/>
        <a:lstStyle/>
        <a:p>
          <a:r>
            <a:rPr lang="en-US" dirty="0"/>
            <a:t>R</a:t>
          </a:r>
        </a:p>
      </dgm:t>
    </dgm:pt>
    <dgm:pt modelId="{E1D83989-7EC8-47A0-985E-02DD216D5A5C}" type="parTrans" cxnId="{91EED5A5-4CCE-4396-8681-0FDC362A74DB}">
      <dgm:prSet/>
      <dgm:spPr/>
      <dgm:t>
        <a:bodyPr/>
        <a:lstStyle/>
        <a:p>
          <a:endParaRPr lang="en-US"/>
        </a:p>
      </dgm:t>
    </dgm:pt>
    <dgm:pt modelId="{D9F8018F-A1F7-451B-A53A-2361FFFE9E2F}" type="sibTrans" cxnId="{91EED5A5-4CCE-4396-8681-0FDC362A74DB}">
      <dgm:prSet/>
      <dgm:spPr/>
      <dgm:t>
        <a:bodyPr/>
        <a:lstStyle/>
        <a:p>
          <a:endParaRPr lang="en-US"/>
        </a:p>
      </dgm:t>
    </dgm:pt>
    <dgm:pt modelId="{96E29060-71AB-46DA-B08D-B8EED6434DF9}">
      <dgm:prSet phldrT="[Text]"/>
      <dgm:spPr/>
      <dgm:t>
        <a:bodyPr/>
        <a:lstStyle/>
        <a:p>
          <a:r>
            <a:rPr lang="en-US" dirty="0"/>
            <a:t>L</a:t>
          </a:r>
        </a:p>
      </dgm:t>
    </dgm:pt>
    <dgm:pt modelId="{C1D25A18-7954-44CC-975D-1E82AE383C13}" type="parTrans" cxnId="{4C860B2A-2B74-4967-9CE6-7135D086F000}">
      <dgm:prSet/>
      <dgm:spPr/>
      <dgm:t>
        <a:bodyPr/>
        <a:lstStyle/>
        <a:p>
          <a:endParaRPr lang="en-US"/>
        </a:p>
      </dgm:t>
    </dgm:pt>
    <dgm:pt modelId="{5EEFA871-2727-4F0C-85C6-C6558367051F}" type="sibTrans" cxnId="{4C860B2A-2B74-4967-9CE6-7135D086F000}">
      <dgm:prSet/>
      <dgm:spPr/>
      <dgm:t>
        <a:bodyPr/>
        <a:lstStyle/>
        <a:p>
          <a:endParaRPr lang="en-US"/>
        </a:p>
      </dgm:t>
    </dgm:pt>
    <dgm:pt modelId="{C9F56B78-BDC8-4FD5-97A6-57BD1DC211C1}">
      <dgm:prSet phldrT="[Text]"/>
      <dgm:spPr/>
      <dgm:t>
        <a:bodyPr/>
        <a:lstStyle/>
        <a:p>
          <a:r>
            <a:rPr lang="en-US" dirty="0"/>
            <a:t>L</a:t>
          </a:r>
        </a:p>
      </dgm:t>
    </dgm:pt>
    <dgm:pt modelId="{38DE1C58-7C43-4F64-8A6A-B19230C2548E}" type="parTrans" cxnId="{25C53B4A-8FCF-41F6-99B6-02E57C59BD81}">
      <dgm:prSet/>
      <dgm:spPr/>
      <dgm:t>
        <a:bodyPr/>
        <a:lstStyle/>
        <a:p>
          <a:endParaRPr lang="en-US"/>
        </a:p>
      </dgm:t>
    </dgm:pt>
    <dgm:pt modelId="{BEA772D0-8C47-4DF9-8F90-0AE86656BBA2}" type="sibTrans" cxnId="{25C53B4A-8FCF-41F6-99B6-02E57C59BD81}">
      <dgm:prSet/>
      <dgm:spPr/>
      <dgm:t>
        <a:bodyPr/>
        <a:lstStyle/>
        <a:p>
          <a:endParaRPr lang="en-US"/>
        </a:p>
      </dgm:t>
    </dgm:pt>
    <dgm:pt modelId="{63FA2BBD-80FF-4B9E-88DF-CEAC20D605E5}">
      <dgm:prSet phldrT="[Text]"/>
      <dgm:spPr/>
      <dgm:t>
        <a:bodyPr/>
        <a:lstStyle/>
        <a:p>
          <a:r>
            <a:rPr lang="en-US" dirty="0"/>
            <a:t>R</a:t>
          </a:r>
        </a:p>
      </dgm:t>
    </dgm:pt>
    <dgm:pt modelId="{79E27A69-5610-4AB7-B456-174F6F2318A4}" type="parTrans" cxnId="{ED8ADADA-FE71-4ABC-91C3-055005D84224}">
      <dgm:prSet/>
      <dgm:spPr/>
      <dgm:t>
        <a:bodyPr/>
        <a:lstStyle/>
        <a:p>
          <a:endParaRPr lang="en-US"/>
        </a:p>
      </dgm:t>
    </dgm:pt>
    <dgm:pt modelId="{F886A4F1-C32F-4926-9F8D-06AF8EC5E212}" type="sibTrans" cxnId="{ED8ADADA-FE71-4ABC-91C3-055005D84224}">
      <dgm:prSet/>
      <dgm:spPr/>
      <dgm:t>
        <a:bodyPr/>
        <a:lstStyle/>
        <a:p>
          <a:endParaRPr lang="en-US"/>
        </a:p>
      </dgm:t>
    </dgm:pt>
    <dgm:pt modelId="{356073BC-9F2F-4898-AA27-FED1E6BFF039}">
      <dgm:prSet phldrT="[Text]"/>
      <dgm:spPr/>
      <dgm:t>
        <a:bodyPr/>
        <a:lstStyle/>
        <a:p>
          <a:r>
            <a:rPr lang="en-US" dirty="0"/>
            <a:t>L</a:t>
          </a:r>
        </a:p>
      </dgm:t>
    </dgm:pt>
    <dgm:pt modelId="{B212C243-1943-4575-8BAA-A5986283AF26}" type="parTrans" cxnId="{E7346CB4-F35C-47BC-9AA4-B1BA3D8D7CF1}">
      <dgm:prSet/>
      <dgm:spPr/>
      <dgm:t>
        <a:bodyPr/>
        <a:lstStyle/>
        <a:p>
          <a:endParaRPr lang="en-US"/>
        </a:p>
      </dgm:t>
    </dgm:pt>
    <dgm:pt modelId="{26C37DE9-5B2F-4B63-A249-A80800592C96}" type="sibTrans" cxnId="{E7346CB4-F35C-47BC-9AA4-B1BA3D8D7CF1}">
      <dgm:prSet/>
      <dgm:spPr/>
      <dgm:t>
        <a:bodyPr/>
        <a:lstStyle/>
        <a:p>
          <a:endParaRPr lang="en-US"/>
        </a:p>
      </dgm:t>
    </dgm:pt>
    <dgm:pt modelId="{3C3EEEB0-10D8-42BE-A228-1FB54831924E}">
      <dgm:prSet phldrT="[Text]"/>
      <dgm:spPr/>
      <dgm:t>
        <a:bodyPr/>
        <a:lstStyle/>
        <a:p>
          <a:r>
            <a:rPr lang="en-US" dirty="0"/>
            <a:t>R</a:t>
          </a:r>
        </a:p>
      </dgm:t>
    </dgm:pt>
    <dgm:pt modelId="{2C1FD6B8-9EDF-46FF-9608-79B4D37C56E0}" type="parTrans" cxnId="{03AFC5B6-8A90-47B7-9B7D-1AD7F5704FCD}">
      <dgm:prSet/>
      <dgm:spPr/>
      <dgm:t>
        <a:bodyPr/>
        <a:lstStyle/>
        <a:p>
          <a:endParaRPr lang="en-US"/>
        </a:p>
      </dgm:t>
    </dgm:pt>
    <dgm:pt modelId="{3EF2E722-AEF5-4E69-9A1C-103CFA76DB4C}" type="sibTrans" cxnId="{03AFC5B6-8A90-47B7-9B7D-1AD7F5704FCD}">
      <dgm:prSet/>
      <dgm:spPr/>
      <dgm:t>
        <a:bodyPr/>
        <a:lstStyle/>
        <a:p>
          <a:endParaRPr lang="en-US"/>
        </a:p>
      </dgm:t>
    </dgm:pt>
    <dgm:pt modelId="{4A87A073-4D04-4134-A43A-FB7D0D158CCC}">
      <dgm:prSet phldrT="[Text]"/>
      <dgm:spPr/>
      <dgm:t>
        <a:bodyPr/>
        <a:lstStyle/>
        <a:p>
          <a:r>
            <a:rPr lang="en-US" dirty="0"/>
            <a:t>L</a:t>
          </a:r>
        </a:p>
      </dgm:t>
    </dgm:pt>
    <dgm:pt modelId="{5BF15B60-F9EC-4B9C-BA08-137CE1666C83}" type="parTrans" cxnId="{F1ECFDCE-88F4-4146-9985-2A0269E4FFE5}">
      <dgm:prSet/>
      <dgm:spPr/>
      <dgm:t>
        <a:bodyPr/>
        <a:lstStyle/>
        <a:p>
          <a:endParaRPr lang="en-US"/>
        </a:p>
      </dgm:t>
    </dgm:pt>
    <dgm:pt modelId="{D0AB29ED-A1B5-4102-ABE3-B73E4002862A}" type="sibTrans" cxnId="{F1ECFDCE-88F4-4146-9985-2A0269E4FFE5}">
      <dgm:prSet/>
      <dgm:spPr/>
      <dgm:t>
        <a:bodyPr/>
        <a:lstStyle/>
        <a:p>
          <a:endParaRPr lang="en-US"/>
        </a:p>
      </dgm:t>
    </dgm:pt>
    <dgm:pt modelId="{54E98570-8660-4E28-B688-697BAEFBEF5A}">
      <dgm:prSet phldrT="[Text]"/>
      <dgm:spPr/>
      <dgm:t>
        <a:bodyPr/>
        <a:lstStyle/>
        <a:p>
          <a:r>
            <a:rPr lang="en-US" dirty="0"/>
            <a:t>R</a:t>
          </a:r>
        </a:p>
      </dgm:t>
    </dgm:pt>
    <dgm:pt modelId="{4BCAA4D4-08A6-40E0-B646-9762530E5F87}" type="parTrans" cxnId="{12799915-F5E9-4D53-8EAE-F97E2BE01B52}">
      <dgm:prSet/>
      <dgm:spPr/>
      <dgm:t>
        <a:bodyPr/>
        <a:lstStyle/>
        <a:p>
          <a:endParaRPr lang="en-US"/>
        </a:p>
      </dgm:t>
    </dgm:pt>
    <dgm:pt modelId="{1E86EC5C-AFA7-4E75-AFD5-8D7324D8D2AC}" type="sibTrans" cxnId="{12799915-F5E9-4D53-8EAE-F97E2BE01B52}">
      <dgm:prSet/>
      <dgm:spPr/>
      <dgm:t>
        <a:bodyPr/>
        <a:lstStyle/>
        <a:p>
          <a:endParaRPr lang="en-US"/>
        </a:p>
      </dgm:t>
    </dgm:pt>
    <dgm:pt modelId="{925314DC-6148-4B4F-B096-B3D58DF7CDA8}">
      <dgm:prSet phldrT="[Text]"/>
      <dgm:spPr/>
      <dgm:t>
        <a:bodyPr/>
        <a:lstStyle/>
        <a:p>
          <a:r>
            <a:rPr lang="en-US" dirty="0"/>
            <a:t>L</a:t>
          </a:r>
        </a:p>
      </dgm:t>
    </dgm:pt>
    <dgm:pt modelId="{427DDA1C-9780-4B21-B562-219030CA99AC}" type="parTrans" cxnId="{374DBD4E-73A5-4A04-AD3A-79DA0AE2DBCA}">
      <dgm:prSet/>
      <dgm:spPr/>
      <dgm:t>
        <a:bodyPr/>
        <a:lstStyle/>
        <a:p>
          <a:endParaRPr lang="en-US"/>
        </a:p>
      </dgm:t>
    </dgm:pt>
    <dgm:pt modelId="{E9C8941D-2E7A-4D5B-8EC0-94C5E05D6680}" type="sibTrans" cxnId="{374DBD4E-73A5-4A04-AD3A-79DA0AE2DBCA}">
      <dgm:prSet/>
      <dgm:spPr/>
      <dgm:t>
        <a:bodyPr/>
        <a:lstStyle/>
        <a:p>
          <a:endParaRPr lang="en-US"/>
        </a:p>
      </dgm:t>
    </dgm:pt>
    <dgm:pt modelId="{4683DD91-F43B-4A8B-A481-B71BB82892F3}">
      <dgm:prSet phldrT="[Text]"/>
      <dgm:spPr/>
      <dgm:t>
        <a:bodyPr/>
        <a:lstStyle/>
        <a:p>
          <a:r>
            <a:rPr lang="en-US" dirty="0"/>
            <a:t>R</a:t>
          </a:r>
        </a:p>
      </dgm:t>
    </dgm:pt>
    <dgm:pt modelId="{15D8218A-2902-4B25-9DA3-E52444433A22}" type="parTrans" cxnId="{DEF80E08-139D-461E-9FB7-5CBC22930EE7}">
      <dgm:prSet/>
      <dgm:spPr/>
      <dgm:t>
        <a:bodyPr/>
        <a:lstStyle/>
        <a:p>
          <a:endParaRPr lang="en-US"/>
        </a:p>
      </dgm:t>
    </dgm:pt>
    <dgm:pt modelId="{0B3DB2E2-3E7F-4F80-9258-54F1E210025E}" type="sibTrans" cxnId="{DEF80E08-139D-461E-9FB7-5CBC22930EE7}">
      <dgm:prSet/>
      <dgm:spPr/>
      <dgm:t>
        <a:bodyPr/>
        <a:lstStyle/>
        <a:p>
          <a:endParaRPr lang="en-US"/>
        </a:p>
      </dgm:t>
    </dgm:pt>
    <dgm:pt modelId="{A541CE23-D008-44EA-8DB7-227EA78EC81B}">
      <dgm:prSet phldrT="[Text]"/>
      <dgm:spPr/>
      <dgm:t>
        <a:bodyPr/>
        <a:lstStyle/>
        <a:p>
          <a:r>
            <a:rPr lang="en-US" dirty="0"/>
            <a:t>L</a:t>
          </a:r>
        </a:p>
      </dgm:t>
    </dgm:pt>
    <dgm:pt modelId="{4C8BBD0F-7C1A-4916-853D-2A93C30C606E}" type="parTrans" cxnId="{EE6F9A25-2E6F-49AD-BD49-CA85B852BA25}">
      <dgm:prSet/>
      <dgm:spPr/>
      <dgm:t>
        <a:bodyPr/>
        <a:lstStyle/>
        <a:p>
          <a:endParaRPr lang="en-US"/>
        </a:p>
      </dgm:t>
    </dgm:pt>
    <dgm:pt modelId="{80C0B4DC-FF16-4DED-94E4-53DA3CA5B1CF}" type="sibTrans" cxnId="{EE6F9A25-2E6F-49AD-BD49-CA85B852BA25}">
      <dgm:prSet/>
      <dgm:spPr/>
      <dgm:t>
        <a:bodyPr/>
        <a:lstStyle/>
        <a:p>
          <a:endParaRPr lang="en-US"/>
        </a:p>
      </dgm:t>
    </dgm:pt>
    <dgm:pt modelId="{A9B95861-C914-4935-9490-D3909604E260}">
      <dgm:prSet phldrT="[Text]"/>
      <dgm:spPr/>
      <dgm:t>
        <a:bodyPr/>
        <a:lstStyle/>
        <a:p>
          <a:r>
            <a:rPr lang="en-US" dirty="0"/>
            <a:t>R</a:t>
          </a:r>
        </a:p>
      </dgm:t>
    </dgm:pt>
    <dgm:pt modelId="{76B6C45D-33FF-4FED-8FCC-C112E690D3B3}" type="parTrans" cxnId="{026A2D8B-1ECF-4CDC-BA7E-29A0865BEC27}">
      <dgm:prSet/>
      <dgm:spPr/>
      <dgm:t>
        <a:bodyPr/>
        <a:lstStyle/>
        <a:p>
          <a:endParaRPr lang="en-US"/>
        </a:p>
      </dgm:t>
    </dgm:pt>
    <dgm:pt modelId="{B67DF3C0-0AF6-4E5B-BD9D-D6E81D27FCE1}" type="sibTrans" cxnId="{026A2D8B-1ECF-4CDC-BA7E-29A0865BEC27}">
      <dgm:prSet/>
      <dgm:spPr/>
      <dgm:t>
        <a:bodyPr/>
        <a:lstStyle/>
        <a:p>
          <a:endParaRPr lang="en-US"/>
        </a:p>
      </dgm:t>
    </dgm:pt>
    <dgm:pt modelId="{1433A6F6-4AF4-4F63-8216-EC250C701B67}">
      <dgm:prSet phldrT="[Text]"/>
      <dgm:spPr/>
      <dgm:t>
        <a:bodyPr/>
        <a:lstStyle/>
        <a:p>
          <a:r>
            <a:rPr lang="en-US" dirty="0"/>
            <a:t>L</a:t>
          </a:r>
        </a:p>
      </dgm:t>
    </dgm:pt>
    <dgm:pt modelId="{9403E420-D801-4B90-B1B6-6E3AE7CF9110}" type="parTrans" cxnId="{85BEF564-F099-48C7-94D9-51DAE1AF3647}">
      <dgm:prSet/>
      <dgm:spPr/>
      <dgm:t>
        <a:bodyPr/>
        <a:lstStyle/>
        <a:p>
          <a:endParaRPr lang="en-US"/>
        </a:p>
      </dgm:t>
    </dgm:pt>
    <dgm:pt modelId="{39CB6360-AEC3-4B3C-B0C1-8FE7A9422CF9}" type="sibTrans" cxnId="{85BEF564-F099-48C7-94D9-51DAE1AF3647}">
      <dgm:prSet/>
      <dgm:spPr/>
      <dgm:t>
        <a:bodyPr/>
        <a:lstStyle/>
        <a:p>
          <a:endParaRPr lang="en-US"/>
        </a:p>
      </dgm:t>
    </dgm:pt>
    <dgm:pt modelId="{20C4D797-93E3-48B3-A176-210CB30D0410}">
      <dgm:prSet phldrT="[Text]"/>
      <dgm:spPr/>
      <dgm:t>
        <a:bodyPr/>
        <a:lstStyle/>
        <a:p>
          <a:r>
            <a:rPr lang="en-US" dirty="0"/>
            <a:t>R</a:t>
          </a:r>
        </a:p>
      </dgm:t>
    </dgm:pt>
    <dgm:pt modelId="{DE160042-CFC0-4DB7-AA50-C48EAC2AE7BE}" type="parTrans" cxnId="{9A468EC0-BF01-4893-8D8B-CA2C3AFBD51B}">
      <dgm:prSet/>
      <dgm:spPr/>
      <dgm:t>
        <a:bodyPr/>
        <a:lstStyle/>
        <a:p>
          <a:endParaRPr lang="en-US"/>
        </a:p>
      </dgm:t>
    </dgm:pt>
    <dgm:pt modelId="{E18D43FA-8317-4B15-AF80-C8F8A78AD0A2}" type="sibTrans" cxnId="{9A468EC0-BF01-4893-8D8B-CA2C3AFBD51B}">
      <dgm:prSet/>
      <dgm:spPr/>
      <dgm:t>
        <a:bodyPr/>
        <a:lstStyle/>
        <a:p>
          <a:endParaRPr lang="en-US"/>
        </a:p>
      </dgm:t>
    </dgm:pt>
    <dgm:pt modelId="{FDC74FC0-868E-42D3-953B-E2D8007109D6}">
      <dgm:prSet phldrT="[Text]"/>
      <dgm:spPr/>
      <dgm:t>
        <a:bodyPr/>
        <a:lstStyle/>
        <a:p>
          <a:r>
            <a:rPr lang="en-US" dirty="0"/>
            <a:t>L</a:t>
          </a:r>
        </a:p>
      </dgm:t>
    </dgm:pt>
    <dgm:pt modelId="{35DDC4CE-E3DB-45CF-9286-1BEA9B781CDA}" type="parTrans" cxnId="{1C1F02C4-3119-449C-ADF7-AAA5BADBEAC4}">
      <dgm:prSet/>
      <dgm:spPr/>
      <dgm:t>
        <a:bodyPr/>
        <a:lstStyle/>
        <a:p>
          <a:endParaRPr lang="en-US"/>
        </a:p>
      </dgm:t>
    </dgm:pt>
    <dgm:pt modelId="{E044BA91-88E7-4063-9497-E88A345724AB}" type="sibTrans" cxnId="{1C1F02C4-3119-449C-ADF7-AAA5BADBEAC4}">
      <dgm:prSet/>
      <dgm:spPr/>
      <dgm:t>
        <a:bodyPr/>
        <a:lstStyle/>
        <a:p>
          <a:endParaRPr lang="en-US"/>
        </a:p>
      </dgm:t>
    </dgm:pt>
    <dgm:pt modelId="{99BC4ECF-49AD-4FE3-8F9C-285F5DFDBB27}">
      <dgm:prSet phldrT="[Text]"/>
      <dgm:spPr/>
      <dgm:t>
        <a:bodyPr/>
        <a:lstStyle/>
        <a:p>
          <a:r>
            <a:rPr lang="en-US" dirty="0"/>
            <a:t>R</a:t>
          </a:r>
        </a:p>
      </dgm:t>
    </dgm:pt>
    <dgm:pt modelId="{404A1780-4821-4AE6-9A2B-2A7D2B681A40}" type="parTrans" cxnId="{6C5B1604-9664-4551-AF87-8D01E6B5A7BC}">
      <dgm:prSet/>
      <dgm:spPr/>
      <dgm:t>
        <a:bodyPr/>
        <a:lstStyle/>
        <a:p>
          <a:endParaRPr lang="en-US"/>
        </a:p>
      </dgm:t>
    </dgm:pt>
    <dgm:pt modelId="{99132229-6DE0-460F-950E-7924FC3DB9E2}" type="sibTrans" cxnId="{6C5B1604-9664-4551-AF87-8D01E6B5A7BC}">
      <dgm:prSet/>
      <dgm:spPr/>
      <dgm:t>
        <a:bodyPr/>
        <a:lstStyle/>
        <a:p>
          <a:endParaRPr lang="en-US"/>
        </a:p>
      </dgm:t>
    </dgm:pt>
    <dgm:pt modelId="{2B4E6D3C-33AA-47AC-8C47-CDA0CF0BA27D}">
      <dgm:prSet phldrT="[Text]"/>
      <dgm:spPr/>
      <dgm:t>
        <a:bodyPr/>
        <a:lstStyle/>
        <a:p>
          <a:r>
            <a:rPr lang="en-US" dirty="0"/>
            <a:t>L</a:t>
          </a:r>
        </a:p>
      </dgm:t>
    </dgm:pt>
    <dgm:pt modelId="{F29ABA78-4D35-4E0E-A4C5-8199104EEB02}" type="parTrans" cxnId="{D75F6301-29E2-4BD6-8073-3EFF83D5D38B}">
      <dgm:prSet/>
      <dgm:spPr/>
      <dgm:t>
        <a:bodyPr/>
        <a:lstStyle/>
        <a:p>
          <a:endParaRPr lang="en-US"/>
        </a:p>
      </dgm:t>
    </dgm:pt>
    <dgm:pt modelId="{37CD8A18-20D0-4A3D-8AC9-4983F9606141}" type="sibTrans" cxnId="{D75F6301-29E2-4BD6-8073-3EFF83D5D38B}">
      <dgm:prSet/>
      <dgm:spPr/>
      <dgm:t>
        <a:bodyPr/>
        <a:lstStyle/>
        <a:p>
          <a:endParaRPr lang="en-US"/>
        </a:p>
      </dgm:t>
    </dgm:pt>
    <dgm:pt modelId="{FB65AC3C-6766-4E75-9563-95B26291C0B4}">
      <dgm:prSet phldrT="[Text]"/>
      <dgm:spPr/>
      <dgm:t>
        <a:bodyPr/>
        <a:lstStyle/>
        <a:p>
          <a:r>
            <a:rPr lang="en-US" dirty="0"/>
            <a:t>R</a:t>
          </a:r>
        </a:p>
      </dgm:t>
    </dgm:pt>
    <dgm:pt modelId="{5D97C76B-C73C-421C-B9BE-74A99CE39DC4}" type="parTrans" cxnId="{9984A23F-D594-465D-A627-BB5AE4761378}">
      <dgm:prSet/>
      <dgm:spPr/>
      <dgm:t>
        <a:bodyPr/>
        <a:lstStyle/>
        <a:p>
          <a:endParaRPr lang="en-US"/>
        </a:p>
      </dgm:t>
    </dgm:pt>
    <dgm:pt modelId="{CCA78FF6-DFF5-41E6-BBAD-95301829AC6D}" type="sibTrans" cxnId="{9984A23F-D594-465D-A627-BB5AE4761378}">
      <dgm:prSet/>
      <dgm:spPr/>
      <dgm:t>
        <a:bodyPr/>
        <a:lstStyle/>
        <a:p>
          <a:endParaRPr lang="en-US"/>
        </a:p>
      </dgm:t>
    </dgm:pt>
    <dgm:pt modelId="{FBBE276E-F27B-42C9-B177-1CBE1C32626A}">
      <dgm:prSet phldrT="[Text]"/>
      <dgm:spPr/>
      <dgm:t>
        <a:bodyPr/>
        <a:lstStyle/>
        <a:p>
          <a:r>
            <a:rPr lang="en-US" dirty="0"/>
            <a:t>L</a:t>
          </a:r>
        </a:p>
      </dgm:t>
    </dgm:pt>
    <dgm:pt modelId="{AE259589-5FA5-4B0C-B574-FE411F465DC0}" type="parTrans" cxnId="{7869C492-1D42-4407-9219-FEF9C07E449D}">
      <dgm:prSet/>
      <dgm:spPr/>
      <dgm:t>
        <a:bodyPr/>
        <a:lstStyle/>
        <a:p>
          <a:endParaRPr lang="en-US"/>
        </a:p>
      </dgm:t>
    </dgm:pt>
    <dgm:pt modelId="{56EA1C19-BB41-4A5F-AF4B-1B7B0C568BBE}" type="sibTrans" cxnId="{7869C492-1D42-4407-9219-FEF9C07E449D}">
      <dgm:prSet/>
      <dgm:spPr/>
      <dgm:t>
        <a:bodyPr/>
        <a:lstStyle/>
        <a:p>
          <a:endParaRPr lang="en-US"/>
        </a:p>
      </dgm:t>
    </dgm:pt>
    <dgm:pt modelId="{CF9FAD85-0127-41D9-95B0-7475F012F2AD}">
      <dgm:prSet phldrT="[Text]"/>
      <dgm:spPr/>
      <dgm:t>
        <a:bodyPr/>
        <a:lstStyle/>
        <a:p>
          <a:r>
            <a:rPr lang="en-US" dirty="0"/>
            <a:t>R</a:t>
          </a:r>
        </a:p>
      </dgm:t>
    </dgm:pt>
    <dgm:pt modelId="{9FB9A5F2-76AF-498A-A8D0-F00E0AC41FB3}" type="parTrans" cxnId="{A1569189-7715-4921-B7D8-1354D8E81C7C}">
      <dgm:prSet/>
      <dgm:spPr/>
      <dgm:t>
        <a:bodyPr/>
        <a:lstStyle/>
        <a:p>
          <a:endParaRPr lang="en-US"/>
        </a:p>
      </dgm:t>
    </dgm:pt>
    <dgm:pt modelId="{AFE84C77-2A27-420D-910E-90356EED3A06}" type="sibTrans" cxnId="{A1569189-7715-4921-B7D8-1354D8E81C7C}">
      <dgm:prSet/>
      <dgm:spPr/>
      <dgm:t>
        <a:bodyPr/>
        <a:lstStyle/>
        <a:p>
          <a:endParaRPr lang="en-US"/>
        </a:p>
      </dgm:t>
    </dgm:pt>
    <dgm:pt modelId="{7224054A-1D33-4E45-AD37-955C9351438F}">
      <dgm:prSet phldrT="[Text]"/>
      <dgm:spPr/>
      <dgm:t>
        <a:bodyPr/>
        <a:lstStyle/>
        <a:p>
          <a:r>
            <a:rPr lang="en-US" dirty="0"/>
            <a:t>L</a:t>
          </a:r>
        </a:p>
      </dgm:t>
    </dgm:pt>
    <dgm:pt modelId="{248FA077-F9C5-4830-BE70-267B90EAF3A0}" type="parTrans" cxnId="{A33B1C52-B199-4A3B-9BDF-773202421E2D}">
      <dgm:prSet/>
      <dgm:spPr/>
      <dgm:t>
        <a:bodyPr/>
        <a:lstStyle/>
        <a:p>
          <a:endParaRPr lang="en-US"/>
        </a:p>
      </dgm:t>
    </dgm:pt>
    <dgm:pt modelId="{C52F6010-7D22-41F8-895F-D7B795409173}" type="sibTrans" cxnId="{A33B1C52-B199-4A3B-9BDF-773202421E2D}">
      <dgm:prSet/>
      <dgm:spPr/>
      <dgm:t>
        <a:bodyPr/>
        <a:lstStyle/>
        <a:p>
          <a:endParaRPr lang="en-US"/>
        </a:p>
      </dgm:t>
    </dgm:pt>
    <dgm:pt modelId="{F89EE146-027E-4636-B049-0C884101BDB2}">
      <dgm:prSet phldrT="[Text]"/>
      <dgm:spPr/>
      <dgm:t>
        <a:bodyPr/>
        <a:lstStyle/>
        <a:p>
          <a:r>
            <a:rPr lang="en-US" dirty="0"/>
            <a:t>R</a:t>
          </a:r>
        </a:p>
      </dgm:t>
    </dgm:pt>
    <dgm:pt modelId="{86051D5E-E567-484D-AE59-88F949D9D7B7}" type="parTrans" cxnId="{1A5F3862-7C1B-4E33-B71C-B1226F3D3F5B}">
      <dgm:prSet/>
      <dgm:spPr/>
      <dgm:t>
        <a:bodyPr/>
        <a:lstStyle/>
        <a:p>
          <a:endParaRPr lang="en-US"/>
        </a:p>
      </dgm:t>
    </dgm:pt>
    <dgm:pt modelId="{72B8AFCD-80EE-4347-BF25-E12E672EFC7E}" type="sibTrans" cxnId="{1A5F3862-7C1B-4E33-B71C-B1226F3D3F5B}">
      <dgm:prSet/>
      <dgm:spPr/>
      <dgm:t>
        <a:bodyPr/>
        <a:lstStyle/>
        <a:p>
          <a:endParaRPr lang="en-US"/>
        </a:p>
      </dgm:t>
    </dgm:pt>
    <dgm:pt modelId="{1F78D954-F352-4EB1-9A52-5330123C9C0B}">
      <dgm:prSet phldrT="[Text]"/>
      <dgm:spPr/>
      <dgm:t>
        <a:bodyPr/>
        <a:lstStyle/>
        <a:p>
          <a:r>
            <a:rPr lang="en-US" dirty="0"/>
            <a:t>L</a:t>
          </a:r>
        </a:p>
      </dgm:t>
    </dgm:pt>
    <dgm:pt modelId="{4F5F3D57-F484-43DB-B9B6-284359C17089}" type="parTrans" cxnId="{68CF4C73-2124-4953-B02D-FFF600FAEEF6}">
      <dgm:prSet/>
      <dgm:spPr/>
      <dgm:t>
        <a:bodyPr/>
        <a:lstStyle/>
        <a:p>
          <a:endParaRPr lang="en-US"/>
        </a:p>
      </dgm:t>
    </dgm:pt>
    <dgm:pt modelId="{6A4F3E83-30E5-4005-A900-2B16ED84A737}" type="sibTrans" cxnId="{68CF4C73-2124-4953-B02D-FFF600FAEEF6}">
      <dgm:prSet/>
      <dgm:spPr/>
      <dgm:t>
        <a:bodyPr/>
        <a:lstStyle/>
        <a:p>
          <a:endParaRPr lang="en-US"/>
        </a:p>
      </dgm:t>
    </dgm:pt>
    <dgm:pt modelId="{C6698AF2-2BD7-416A-8C24-60AF8BCC48E3}">
      <dgm:prSet phldrT="[Text]"/>
      <dgm:spPr/>
      <dgm:t>
        <a:bodyPr/>
        <a:lstStyle/>
        <a:p>
          <a:r>
            <a:rPr lang="en-US" dirty="0"/>
            <a:t>R</a:t>
          </a:r>
        </a:p>
      </dgm:t>
    </dgm:pt>
    <dgm:pt modelId="{65457995-62A8-4C33-8606-538F480E455E}" type="parTrans" cxnId="{093B095D-2D38-4D7C-ACFB-59BC740DAE78}">
      <dgm:prSet/>
      <dgm:spPr/>
      <dgm:t>
        <a:bodyPr/>
        <a:lstStyle/>
        <a:p>
          <a:endParaRPr lang="en-US"/>
        </a:p>
      </dgm:t>
    </dgm:pt>
    <dgm:pt modelId="{E7F0501B-B8DA-43E1-ADA6-DAED94ECA9B9}" type="sibTrans" cxnId="{093B095D-2D38-4D7C-ACFB-59BC740DAE78}">
      <dgm:prSet/>
      <dgm:spPr/>
      <dgm:t>
        <a:bodyPr/>
        <a:lstStyle/>
        <a:p>
          <a:endParaRPr lang="en-US"/>
        </a:p>
      </dgm:t>
    </dgm:pt>
    <dgm:pt modelId="{57171984-DAC5-45E1-9E8A-6F64BBE6B1C8}">
      <dgm:prSet phldrT="[Text]"/>
      <dgm:spPr/>
      <dgm:t>
        <a:bodyPr/>
        <a:lstStyle/>
        <a:p>
          <a:r>
            <a:rPr lang="en-US" dirty="0"/>
            <a:t>L</a:t>
          </a:r>
        </a:p>
      </dgm:t>
    </dgm:pt>
    <dgm:pt modelId="{881225E4-C1CA-44AB-9749-2C1AD745E914}" type="parTrans" cxnId="{FE87CCC1-4795-42AE-8868-D6F14E8B592B}">
      <dgm:prSet/>
      <dgm:spPr/>
      <dgm:t>
        <a:bodyPr/>
        <a:lstStyle/>
        <a:p>
          <a:endParaRPr lang="en-US"/>
        </a:p>
      </dgm:t>
    </dgm:pt>
    <dgm:pt modelId="{1302F292-766E-43FF-9AF1-A50D67188633}" type="sibTrans" cxnId="{FE87CCC1-4795-42AE-8868-D6F14E8B592B}">
      <dgm:prSet/>
      <dgm:spPr/>
      <dgm:t>
        <a:bodyPr/>
        <a:lstStyle/>
        <a:p>
          <a:endParaRPr lang="en-US"/>
        </a:p>
      </dgm:t>
    </dgm:pt>
    <dgm:pt modelId="{8CCFD40D-4851-4DFF-89F5-991DA006B654}">
      <dgm:prSet phldrT="[Text]"/>
      <dgm:spPr/>
      <dgm:t>
        <a:bodyPr/>
        <a:lstStyle/>
        <a:p>
          <a:r>
            <a:rPr lang="en-US" dirty="0"/>
            <a:t>R</a:t>
          </a:r>
        </a:p>
      </dgm:t>
    </dgm:pt>
    <dgm:pt modelId="{17860AEF-A23D-4794-BF27-24FB2249B4EF}" type="parTrans" cxnId="{5C73CD03-CE9E-4D8C-A2FA-12CEC4B4E8C7}">
      <dgm:prSet/>
      <dgm:spPr/>
      <dgm:t>
        <a:bodyPr/>
        <a:lstStyle/>
        <a:p>
          <a:endParaRPr lang="en-US"/>
        </a:p>
      </dgm:t>
    </dgm:pt>
    <dgm:pt modelId="{932DF024-1D6F-4319-8F51-D385E5744CDB}" type="sibTrans" cxnId="{5C73CD03-CE9E-4D8C-A2FA-12CEC4B4E8C7}">
      <dgm:prSet/>
      <dgm:spPr/>
      <dgm:t>
        <a:bodyPr/>
        <a:lstStyle/>
        <a:p>
          <a:endParaRPr lang="en-US"/>
        </a:p>
      </dgm:t>
    </dgm:pt>
    <dgm:pt modelId="{63C34F21-EFD5-4BB2-8DCB-3C15AC524178}">
      <dgm:prSet phldrT="[Text]"/>
      <dgm:spPr/>
      <dgm:t>
        <a:bodyPr/>
        <a:lstStyle/>
        <a:p>
          <a:r>
            <a:rPr lang="en-US" dirty="0"/>
            <a:t>L</a:t>
          </a:r>
        </a:p>
      </dgm:t>
    </dgm:pt>
    <dgm:pt modelId="{4188F347-8215-40F1-947D-8E5EA67E4098}" type="parTrans" cxnId="{90D3DFBF-14BB-4F9F-9F0C-EA8392CF7258}">
      <dgm:prSet/>
      <dgm:spPr/>
      <dgm:t>
        <a:bodyPr/>
        <a:lstStyle/>
        <a:p>
          <a:endParaRPr lang="en-US"/>
        </a:p>
      </dgm:t>
    </dgm:pt>
    <dgm:pt modelId="{00F2344C-4867-4B60-9C63-6276C32AF016}" type="sibTrans" cxnId="{90D3DFBF-14BB-4F9F-9F0C-EA8392CF7258}">
      <dgm:prSet/>
      <dgm:spPr/>
      <dgm:t>
        <a:bodyPr/>
        <a:lstStyle/>
        <a:p>
          <a:endParaRPr lang="en-US"/>
        </a:p>
      </dgm:t>
    </dgm:pt>
    <dgm:pt modelId="{990D6332-2960-4F54-BA2B-74422B7074A1}">
      <dgm:prSet phldrT="[Text]"/>
      <dgm:spPr/>
      <dgm:t>
        <a:bodyPr/>
        <a:lstStyle/>
        <a:p>
          <a:r>
            <a:rPr lang="en-US" dirty="0"/>
            <a:t>R</a:t>
          </a:r>
        </a:p>
      </dgm:t>
    </dgm:pt>
    <dgm:pt modelId="{AF7F3C7B-F9DA-41A4-B44F-B5451DEC97B3}" type="parTrans" cxnId="{B3DE4484-4BFA-4038-AC3D-F0A736822531}">
      <dgm:prSet/>
      <dgm:spPr/>
      <dgm:t>
        <a:bodyPr/>
        <a:lstStyle/>
        <a:p>
          <a:endParaRPr lang="en-US"/>
        </a:p>
      </dgm:t>
    </dgm:pt>
    <dgm:pt modelId="{CFD7FB69-C52B-48D1-B2E3-26957F6E7997}" type="sibTrans" cxnId="{B3DE4484-4BFA-4038-AC3D-F0A736822531}">
      <dgm:prSet/>
      <dgm:spPr/>
      <dgm:t>
        <a:bodyPr/>
        <a:lstStyle/>
        <a:p>
          <a:endParaRPr lang="en-US"/>
        </a:p>
      </dgm:t>
    </dgm:pt>
    <dgm:pt modelId="{77768F13-2553-4F78-9221-913BAF14C22A}">
      <dgm:prSet phldrT="[Text]"/>
      <dgm:spPr/>
      <dgm:t>
        <a:bodyPr/>
        <a:lstStyle/>
        <a:p>
          <a:r>
            <a:rPr lang="en-US" dirty="0"/>
            <a:t>L</a:t>
          </a:r>
        </a:p>
      </dgm:t>
    </dgm:pt>
    <dgm:pt modelId="{0C362FA1-A5DA-4179-903B-2A2974A271E3}" type="parTrans" cxnId="{CFC78F51-79D6-4895-AC62-700FF45B4E3C}">
      <dgm:prSet/>
      <dgm:spPr/>
      <dgm:t>
        <a:bodyPr/>
        <a:lstStyle/>
        <a:p>
          <a:endParaRPr lang="en-US"/>
        </a:p>
      </dgm:t>
    </dgm:pt>
    <dgm:pt modelId="{8E1A2F36-3A1C-4FF5-99D1-E61A81E71766}" type="sibTrans" cxnId="{CFC78F51-79D6-4895-AC62-700FF45B4E3C}">
      <dgm:prSet/>
      <dgm:spPr/>
      <dgm:t>
        <a:bodyPr/>
        <a:lstStyle/>
        <a:p>
          <a:endParaRPr lang="en-US"/>
        </a:p>
      </dgm:t>
    </dgm:pt>
    <dgm:pt modelId="{2E9F678F-23E5-4ABF-83B4-6DA654B68C4F}">
      <dgm:prSet phldrT="[Text]"/>
      <dgm:spPr/>
      <dgm:t>
        <a:bodyPr/>
        <a:lstStyle/>
        <a:p>
          <a:r>
            <a:rPr lang="en-US" dirty="0"/>
            <a:t>R</a:t>
          </a:r>
        </a:p>
      </dgm:t>
    </dgm:pt>
    <dgm:pt modelId="{E7A394B6-52D8-4DBC-B0A0-D0F4AB04DC5B}" type="parTrans" cxnId="{215C55CE-0361-48DF-8F80-0B8DA3C9DEFB}">
      <dgm:prSet/>
      <dgm:spPr/>
      <dgm:t>
        <a:bodyPr/>
        <a:lstStyle/>
        <a:p>
          <a:endParaRPr lang="en-US"/>
        </a:p>
      </dgm:t>
    </dgm:pt>
    <dgm:pt modelId="{A26A0B68-8557-4C45-AD96-E9BF8AB377BB}" type="sibTrans" cxnId="{215C55CE-0361-48DF-8F80-0B8DA3C9DEFB}">
      <dgm:prSet/>
      <dgm:spPr/>
      <dgm:t>
        <a:bodyPr/>
        <a:lstStyle/>
        <a:p>
          <a:endParaRPr lang="en-US"/>
        </a:p>
      </dgm:t>
    </dgm:pt>
    <dgm:pt modelId="{2F43EC46-D695-4F5F-ADB8-4FF2B2A1104A}">
      <dgm:prSet phldrT="[Text]"/>
      <dgm:spPr/>
      <dgm:t>
        <a:bodyPr/>
        <a:lstStyle/>
        <a:p>
          <a:r>
            <a:rPr lang="en-US" dirty="0"/>
            <a:t>L</a:t>
          </a:r>
        </a:p>
      </dgm:t>
    </dgm:pt>
    <dgm:pt modelId="{09F52921-B06F-447B-911B-B20EA3BD88ED}" type="parTrans" cxnId="{149344FB-FEA9-4462-9668-E5D422772F8E}">
      <dgm:prSet/>
      <dgm:spPr/>
      <dgm:t>
        <a:bodyPr/>
        <a:lstStyle/>
        <a:p>
          <a:endParaRPr lang="en-US"/>
        </a:p>
      </dgm:t>
    </dgm:pt>
    <dgm:pt modelId="{40AEE3EB-0062-475B-9629-C30DCFE0AC31}" type="sibTrans" cxnId="{149344FB-FEA9-4462-9668-E5D422772F8E}">
      <dgm:prSet/>
      <dgm:spPr/>
      <dgm:t>
        <a:bodyPr/>
        <a:lstStyle/>
        <a:p>
          <a:endParaRPr lang="en-US"/>
        </a:p>
      </dgm:t>
    </dgm:pt>
    <dgm:pt modelId="{552088BA-DDCE-4110-8CFA-83366E709DE1}">
      <dgm:prSet phldrT="[Text]"/>
      <dgm:spPr/>
      <dgm:t>
        <a:bodyPr/>
        <a:lstStyle/>
        <a:p>
          <a:r>
            <a:rPr lang="en-US" dirty="0"/>
            <a:t>R</a:t>
          </a:r>
        </a:p>
      </dgm:t>
    </dgm:pt>
    <dgm:pt modelId="{00EF6BE7-E628-49F7-8310-919DD7FA489B}" type="parTrans" cxnId="{0EF37CF3-12B4-4826-8063-7B5A6C5AE6B7}">
      <dgm:prSet/>
      <dgm:spPr/>
      <dgm:t>
        <a:bodyPr/>
        <a:lstStyle/>
        <a:p>
          <a:endParaRPr lang="en-US"/>
        </a:p>
      </dgm:t>
    </dgm:pt>
    <dgm:pt modelId="{F8B6F5AE-BF8A-4CAF-B3CA-ABF1DF0C0903}" type="sibTrans" cxnId="{0EF37CF3-12B4-4826-8063-7B5A6C5AE6B7}">
      <dgm:prSet/>
      <dgm:spPr/>
      <dgm:t>
        <a:bodyPr/>
        <a:lstStyle/>
        <a:p>
          <a:endParaRPr lang="en-US"/>
        </a:p>
      </dgm:t>
    </dgm:pt>
    <dgm:pt modelId="{0A9E8851-2B0B-465F-BD9D-916FC6F65CC0}">
      <dgm:prSet phldrT="[Text]"/>
      <dgm:spPr/>
      <dgm:t>
        <a:bodyPr/>
        <a:lstStyle/>
        <a:p>
          <a:r>
            <a:rPr lang="en-US" dirty="0"/>
            <a:t>L</a:t>
          </a:r>
        </a:p>
      </dgm:t>
    </dgm:pt>
    <dgm:pt modelId="{0F353F8C-AD3B-423D-883C-130E281480F0}" type="parTrans" cxnId="{A40C16CA-AA13-4FDB-A527-CBB7D1191A8A}">
      <dgm:prSet/>
      <dgm:spPr/>
      <dgm:t>
        <a:bodyPr/>
        <a:lstStyle/>
        <a:p>
          <a:endParaRPr lang="en-US"/>
        </a:p>
      </dgm:t>
    </dgm:pt>
    <dgm:pt modelId="{1DE734A5-CD78-4927-A3B3-DE6693C842C9}" type="sibTrans" cxnId="{A40C16CA-AA13-4FDB-A527-CBB7D1191A8A}">
      <dgm:prSet/>
      <dgm:spPr/>
      <dgm:t>
        <a:bodyPr/>
        <a:lstStyle/>
        <a:p>
          <a:endParaRPr lang="en-US"/>
        </a:p>
      </dgm:t>
    </dgm:pt>
    <dgm:pt modelId="{99498B94-82B0-4C9E-85A7-A25171D618D0}">
      <dgm:prSet phldrT="[Text]"/>
      <dgm:spPr/>
      <dgm:t>
        <a:bodyPr/>
        <a:lstStyle/>
        <a:p>
          <a:r>
            <a:rPr lang="en-US" dirty="0"/>
            <a:t>R</a:t>
          </a:r>
        </a:p>
      </dgm:t>
    </dgm:pt>
    <dgm:pt modelId="{169FC86B-6E36-4849-B97D-0D8355D05AD1}" type="parTrans" cxnId="{F678A101-F6B7-4CA4-871E-144A74795100}">
      <dgm:prSet/>
      <dgm:spPr/>
      <dgm:t>
        <a:bodyPr/>
        <a:lstStyle/>
        <a:p>
          <a:endParaRPr lang="en-US"/>
        </a:p>
      </dgm:t>
    </dgm:pt>
    <dgm:pt modelId="{25E1D319-B253-418B-967A-CBB8629A5BF5}" type="sibTrans" cxnId="{F678A101-F6B7-4CA4-871E-144A74795100}">
      <dgm:prSet/>
      <dgm:spPr/>
      <dgm:t>
        <a:bodyPr/>
        <a:lstStyle/>
        <a:p>
          <a:endParaRPr lang="en-US"/>
        </a:p>
      </dgm:t>
    </dgm:pt>
    <dgm:pt modelId="{F2310ED2-BE20-4DB9-A8ED-B0851CE7702C}">
      <dgm:prSet phldrT="[Text]"/>
      <dgm:spPr/>
      <dgm:t>
        <a:bodyPr/>
        <a:lstStyle/>
        <a:p>
          <a:r>
            <a:rPr lang="en-US" dirty="0"/>
            <a:t>L</a:t>
          </a:r>
        </a:p>
      </dgm:t>
    </dgm:pt>
    <dgm:pt modelId="{8025B1D9-49B7-4DE0-87AA-EC2C6C327C9D}" type="parTrans" cxnId="{9583F14B-4810-456B-9A71-0572E4FD1BAD}">
      <dgm:prSet/>
      <dgm:spPr/>
      <dgm:t>
        <a:bodyPr/>
        <a:lstStyle/>
        <a:p>
          <a:endParaRPr lang="en-US"/>
        </a:p>
      </dgm:t>
    </dgm:pt>
    <dgm:pt modelId="{572107A1-828C-43B6-B74D-08565A54B650}" type="sibTrans" cxnId="{9583F14B-4810-456B-9A71-0572E4FD1BAD}">
      <dgm:prSet/>
      <dgm:spPr/>
      <dgm:t>
        <a:bodyPr/>
        <a:lstStyle/>
        <a:p>
          <a:endParaRPr lang="en-US"/>
        </a:p>
      </dgm:t>
    </dgm:pt>
    <dgm:pt modelId="{D5A8C7F5-9E4E-4168-9768-1CA79AADD144}">
      <dgm:prSet phldrT="[Text]"/>
      <dgm:spPr/>
      <dgm:t>
        <a:bodyPr/>
        <a:lstStyle/>
        <a:p>
          <a:r>
            <a:rPr lang="en-US" dirty="0"/>
            <a:t>R</a:t>
          </a:r>
        </a:p>
      </dgm:t>
    </dgm:pt>
    <dgm:pt modelId="{BFB8A316-04AD-4433-B20C-BD447C077D46}" type="parTrans" cxnId="{842004D8-A2E2-491F-BF01-19EAFD824CB6}">
      <dgm:prSet/>
      <dgm:spPr/>
      <dgm:t>
        <a:bodyPr/>
        <a:lstStyle/>
        <a:p>
          <a:endParaRPr lang="en-US"/>
        </a:p>
      </dgm:t>
    </dgm:pt>
    <dgm:pt modelId="{7DF8B513-8343-413F-83FC-7D69D92E2E87}" type="sibTrans" cxnId="{842004D8-A2E2-491F-BF01-19EAFD824CB6}">
      <dgm:prSet/>
      <dgm:spPr/>
      <dgm:t>
        <a:bodyPr/>
        <a:lstStyle/>
        <a:p>
          <a:endParaRPr lang="en-US"/>
        </a:p>
      </dgm:t>
    </dgm:pt>
    <dgm:pt modelId="{3F911611-72B5-4828-90CF-16AA6E2602AC}">
      <dgm:prSet phldrT="[Text]"/>
      <dgm:spPr/>
      <dgm:t>
        <a:bodyPr/>
        <a:lstStyle/>
        <a:p>
          <a:r>
            <a:rPr lang="en-US" dirty="0"/>
            <a:t>L</a:t>
          </a:r>
        </a:p>
      </dgm:t>
    </dgm:pt>
    <dgm:pt modelId="{6457BB44-EB04-4D30-AFD5-FC66710D87C0}" type="parTrans" cxnId="{57445DB8-FD9D-4DE7-8A07-5673C630286E}">
      <dgm:prSet/>
      <dgm:spPr/>
      <dgm:t>
        <a:bodyPr/>
        <a:lstStyle/>
        <a:p>
          <a:endParaRPr lang="en-US"/>
        </a:p>
      </dgm:t>
    </dgm:pt>
    <dgm:pt modelId="{1C6588F1-1571-4A45-AF8C-10DC7B8DDC38}" type="sibTrans" cxnId="{57445DB8-FD9D-4DE7-8A07-5673C630286E}">
      <dgm:prSet/>
      <dgm:spPr/>
      <dgm:t>
        <a:bodyPr/>
        <a:lstStyle/>
        <a:p>
          <a:endParaRPr lang="en-US"/>
        </a:p>
      </dgm:t>
    </dgm:pt>
    <dgm:pt modelId="{1E6788D2-113D-46BD-9B94-ACE782A57BB2}">
      <dgm:prSet phldrT="[Text]"/>
      <dgm:spPr/>
      <dgm:t>
        <a:bodyPr/>
        <a:lstStyle/>
        <a:p>
          <a:r>
            <a:rPr lang="en-US" dirty="0"/>
            <a:t>R</a:t>
          </a:r>
        </a:p>
      </dgm:t>
    </dgm:pt>
    <dgm:pt modelId="{13774E0A-C695-443B-A662-576C78D5544E}" type="parTrans" cxnId="{FF6D509A-428D-4986-AC6F-A1FD8C5C53A5}">
      <dgm:prSet/>
      <dgm:spPr/>
      <dgm:t>
        <a:bodyPr/>
        <a:lstStyle/>
        <a:p>
          <a:endParaRPr lang="en-US"/>
        </a:p>
      </dgm:t>
    </dgm:pt>
    <dgm:pt modelId="{28B6DA8F-08F3-4081-8F29-6179BC45B658}" type="sibTrans" cxnId="{FF6D509A-428D-4986-AC6F-A1FD8C5C53A5}">
      <dgm:prSet/>
      <dgm:spPr/>
      <dgm:t>
        <a:bodyPr/>
        <a:lstStyle/>
        <a:p>
          <a:endParaRPr lang="en-US"/>
        </a:p>
      </dgm:t>
    </dgm:pt>
    <dgm:pt modelId="{4301D959-4006-41CD-BA36-C9BFF696E535}">
      <dgm:prSet phldrT="[Text]"/>
      <dgm:spPr/>
      <dgm:t>
        <a:bodyPr/>
        <a:lstStyle/>
        <a:p>
          <a:r>
            <a:rPr lang="en-US" dirty="0"/>
            <a:t>L</a:t>
          </a:r>
        </a:p>
      </dgm:t>
    </dgm:pt>
    <dgm:pt modelId="{21FC9697-73F5-475E-92CF-48FD01A209AB}" type="parTrans" cxnId="{09F3440A-69F5-43F5-AFD1-E35EF1335002}">
      <dgm:prSet/>
      <dgm:spPr/>
      <dgm:t>
        <a:bodyPr/>
        <a:lstStyle/>
        <a:p>
          <a:endParaRPr lang="en-US"/>
        </a:p>
      </dgm:t>
    </dgm:pt>
    <dgm:pt modelId="{1F4D3102-3830-4890-A1D9-A3903685BDA7}" type="sibTrans" cxnId="{09F3440A-69F5-43F5-AFD1-E35EF1335002}">
      <dgm:prSet/>
      <dgm:spPr/>
      <dgm:t>
        <a:bodyPr/>
        <a:lstStyle/>
        <a:p>
          <a:endParaRPr lang="en-US"/>
        </a:p>
      </dgm:t>
    </dgm:pt>
    <dgm:pt modelId="{3A21C679-05C0-4C6E-B466-47B056542A37}">
      <dgm:prSet phldrT="[Text]"/>
      <dgm:spPr/>
      <dgm:t>
        <a:bodyPr/>
        <a:lstStyle/>
        <a:p>
          <a:r>
            <a:rPr lang="en-US" dirty="0"/>
            <a:t>R</a:t>
          </a:r>
        </a:p>
      </dgm:t>
    </dgm:pt>
    <dgm:pt modelId="{41C863DD-B888-4B09-9741-99830A857479}" type="parTrans" cxnId="{51DA589C-223F-4B9D-84EC-BBB6B31E49C2}">
      <dgm:prSet/>
      <dgm:spPr/>
      <dgm:t>
        <a:bodyPr/>
        <a:lstStyle/>
        <a:p>
          <a:endParaRPr lang="en-US"/>
        </a:p>
      </dgm:t>
    </dgm:pt>
    <dgm:pt modelId="{876F7740-FDC0-4182-9C5D-E53ADADA11D0}" type="sibTrans" cxnId="{51DA589C-223F-4B9D-84EC-BBB6B31E49C2}">
      <dgm:prSet/>
      <dgm:spPr/>
      <dgm:t>
        <a:bodyPr/>
        <a:lstStyle/>
        <a:p>
          <a:endParaRPr lang="en-US"/>
        </a:p>
      </dgm:t>
    </dgm:pt>
    <dgm:pt modelId="{3C03ECB9-D57B-477B-9E83-EDE0B846BDD6}">
      <dgm:prSet phldrT="[Text]"/>
      <dgm:spPr/>
      <dgm:t>
        <a:bodyPr/>
        <a:lstStyle/>
        <a:p>
          <a:r>
            <a:rPr lang="en-US" dirty="0"/>
            <a:t>L</a:t>
          </a:r>
        </a:p>
      </dgm:t>
    </dgm:pt>
    <dgm:pt modelId="{B313D4EA-FA8D-4310-B850-24BDD3B4D82F}" type="parTrans" cxnId="{6B62C209-4E3E-4A1B-9F77-07869AAD88EE}">
      <dgm:prSet/>
      <dgm:spPr/>
      <dgm:t>
        <a:bodyPr/>
        <a:lstStyle/>
        <a:p>
          <a:endParaRPr lang="en-US"/>
        </a:p>
      </dgm:t>
    </dgm:pt>
    <dgm:pt modelId="{282042B2-A01B-4007-A35C-135F0F94F725}" type="sibTrans" cxnId="{6B62C209-4E3E-4A1B-9F77-07869AAD88EE}">
      <dgm:prSet/>
      <dgm:spPr/>
      <dgm:t>
        <a:bodyPr/>
        <a:lstStyle/>
        <a:p>
          <a:endParaRPr lang="en-US"/>
        </a:p>
      </dgm:t>
    </dgm:pt>
    <dgm:pt modelId="{DB8B75D1-EA8E-4485-AF5A-221D5097C555}">
      <dgm:prSet phldrT="[Text]"/>
      <dgm:spPr/>
      <dgm:t>
        <a:bodyPr/>
        <a:lstStyle/>
        <a:p>
          <a:r>
            <a:rPr lang="en-US" dirty="0"/>
            <a:t>R</a:t>
          </a:r>
        </a:p>
      </dgm:t>
    </dgm:pt>
    <dgm:pt modelId="{958FCA34-B7FF-413E-82F6-7DFCE2C1BC6E}" type="parTrans" cxnId="{F5AD6187-3FF4-4165-AB1A-F69025BD6E1E}">
      <dgm:prSet/>
      <dgm:spPr/>
      <dgm:t>
        <a:bodyPr/>
        <a:lstStyle/>
        <a:p>
          <a:endParaRPr lang="en-US"/>
        </a:p>
      </dgm:t>
    </dgm:pt>
    <dgm:pt modelId="{7246D399-6712-4124-9828-EF569F09C0C9}" type="sibTrans" cxnId="{F5AD6187-3FF4-4165-AB1A-F69025BD6E1E}">
      <dgm:prSet/>
      <dgm:spPr/>
      <dgm:t>
        <a:bodyPr/>
        <a:lstStyle/>
        <a:p>
          <a:endParaRPr lang="en-US"/>
        </a:p>
      </dgm:t>
    </dgm:pt>
    <dgm:pt modelId="{1FE6B13B-E94F-483B-ACE9-5CB07F4A97F5}">
      <dgm:prSet phldrT="[Text]"/>
      <dgm:spPr/>
      <dgm:t>
        <a:bodyPr/>
        <a:lstStyle/>
        <a:p>
          <a:r>
            <a:rPr lang="en-US" dirty="0"/>
            <a:t>L</a:t>
          </a:r>
        </a:p>
      </dgm:t>
    </dgm:pt>
    <dgm:pt modelId="{F44DF2CB-7EA1-40EA-9183-73920ECD9D2D}" type="parTrans" cxnId="{1930B6E4-B83F-4B3C-B224-59AC3D301AFC}">
      <dgm:prSet/>
      <dgm:spPr/>
      <dgm:t>
        <a:bodyPr/>
        <a:lstStyle/>
        <a:p>
          <a:endParaRPr lang="en-US"/>
        </a:p>
      </dgm:t>
    </dgm:pt>
    <dgm:pt modelId="{CABAA0CE-47F5-4692-B380-2145C3F4B22D}" type="sibTrans" cxnId="{1930B6E4-B83F-4B3C-B224-59AC3D301AFC}">
      <dgm:prSet/>
      <dgm:spPr/>
      <dgm:t>
        <a:bodyPr/>
        <a:lstStyle/>
        <a:p>
          <a:endParaRPr lang="en-US"/>
        </a:p>
      </dgm:t>
    </dgm:pt>
    <dgm:pt modelId="{DFCBE403-9467-4313-927D-573764DA646F}">
      <dgm:prSet phldrT="[Text]"/>
      <dgm:spPr/>
      <dgm:t>
        <a:bodyPr/>
        <a:lstStyle/>
        <a:p>
          <a:r>
            <a:rPr lang="en-US" dirty="0"/>
            <a:t>R</a:t>
          </a:r>
        </a:p>
      </dgm:t>
    </dgm:pt>
    <dgm:pt modelId="{F8A7B8D6-2C0F-4588-9B07-234339753505}" type="parTrans" cxnId="{8962C573-3578-4478-AA57-DFB9FFBEADE7}">
      <dgm:prSet/>
      <dgm:spPr/>
      <dgm:t>
        <a:bodyPr/>
        <a:lstStyle/>
        <a:p>
          <a:endParaRPr lang="en-US"/>
        </a:p>
      </dgm:t>
    </dgm:pt>
    <dgm:pt modelId="{303B9949-7822-4587-83B0-4A78CA494895}" type="sibTrans" cxnId="{8962C573-3578-4478-AA57-DFB9FFBEADE7}">
      <dgm:prSet/>
      <dgm:spPr/>
      <dgm:t>
        <a:bodyPr/>
        <a:lstStyle/>
        <a:p>
          <a:endParaRPr lang="en-US"/>
        </a:p>
      </dgm:t>
    </dgm:pt>
    <dgm:pt modelId="{2A11CA4D-7DC8-4F06-802A-A47BE65B278E}">
      <dgm:prSet phldrT="[Text]"/>
      <dgm:spPr/>
      <dgm:t>
        <a:bodyPr/>
        <a:lstStyle/>
        <a:p>
          <a:r>
            <a:rPr lang="en-US" dirty="0"/>
            <a:t>L</a:t>
          </a:r>
        </a:p>
      </dgm:t>
    </dgm:pt>
    <dgm:pt modelId="{AEB853E0-5B8B-4D9F-9094-71399B2E4E78}" type="parTrans" cxnId="{F1B46F76-2512-45E1-A140-AFAFF3245759}">
      <dgm:prSet/>
      <dgm:spPr/>
      <dgm:t>
        <a:bodyPr/>
        <a:lstStyle/>
        <a:p>
          <a:endParaRPr lang="en-US"/>
        </a:p>
      </dgm:t>
    </dgm:pt>
    <dgm:pt modelId="{0114FDC8-D262-44DC-ACF8-FA2528EE9A33}" type="sibTrans" cxnId="{F1B46F76-2512-45E1-A140-AFAFF3245759}">
      <dgm:prSet/>
      <dgm:spPr/>
      <dgm:t>
        <a:bodyPr/>
        <a:lstStyle/>
        <a:p>
          <a:endParaRPr lang="en-US"/>
        </a:p>
      </dgm:t>
    </dgm:pt>
    <dgm:pt modelId="{55C78616-5992-4CD0-BB8F-E36F4412C96E}">
      <dgm:prSet phldrT="[Text]"/>
      <dgm:spPr/>
      <dgm:t>
        <a:bodyPr/>
        <a:lstStyle/>
        <a:p>
          <a:r>
            <a:rPr lang="en-US" dirty="0"/>
            <a:t>R</a:t>
          </a:r>
        </a:p>
      </dgm:t>
    </dgm:pt>
    <dgm:pt modelId="{17B4589C-3BC7-4765-9677-C9E3FA5D14E8}" type="parTrans" cxnId="{CB5C1FAC-E01B-4C58-963C-DBFEDCB62EE0}">
      <dgm:prSet/>
      <dgm:spPr/>
      <dgm:t>
        <a:bodyPr/>
        <a:lstStyle/>
        <a:p>
          <a:endParaRPr lang="en-US"/>
        </a:p>
      </dgm:t>
    </dgm:pt>
    <dgm:pt modelId="{BB0F80CD-3FE9-49E4-9A29-4885F2CE8B27}" type="sibTrans" cxnId="{CB5C1FAC-E01B-4C58-963C-DBFEDCB62EE0}">
      <dgm:prSet/>
      <dgm:spPr/>
      <dgm:t>
        <a:bodyPr/>
        <a:lstStyle/>
        <a:p>
          <a:endParaRPr lang="en-US"/>
        </a:p>
      </dgm:t>
    </dgm:pt>
    <dgm:pt modelId="{ADDBAA14-6BEA-402A-A5C3-1BE54255E279}">
      <dgm:prSet phldrT="[Text]"/>
      <dgm:spPr/>
      <dgm:t>
        <a:bodyPr/>
        <a:lstStyle/>
        <a:p>
          <a:r>
            <a:rPr lang="en-US" dirty="0"/>
            <a:t>L</a:t>
          </a:r>
        </a:p>
      </dgm:t>
    </dgm:pt>
    <dgm:pt modelId="{B70C3604-3052-4D98-848A-122B65A4130C}" type="parTrans" cxnId="{A2E03E66-DAB7-4217-872F-04DA1BB5D0F4}">
      <dgm:prSet/>
      <dgm:spPr/>
      <dgm:t>
        <a:bodyPr/>
        <a:lstStyle/>
        <a:p>
          <a:endParaRPr lang="en-US"/>
        </a:p>
      </dgm:t>
    </dgm:pt>
    <dgm:pt modelId="{79B0025C-0EF3-4975-9DD9-CA7930A62DF1}" type="sibTrans" cxnId="{A2E03E66-DAB7-4217-872F-04DA1BB5D0F4}">
      <dgm:prSet/>
      <dgm:spPr/>
      <dgm:t>
        <a:bodyPr/>
        <a:lstStyle/>
        <a:p>
          <a:endParaRPr lang="en-US"/>
        </a:p>
      </dgm:t>
    </dgm:pt>
    <dgm:pt modelId="{37C68975-24C1-48D2-A833-732D0FA0A135}">
      <dgm:prSet phldrT="[Text]"/>
      <dgm:spPr/>
      <dgm:t>
        <a:bodyPr/>
        <a:lstStyle/>
        <a:p>
          <a:r>
            <a:rPr lang="en-US" dirty="0"/>
            <a:t>R</a:t>
          </a:r>
        </a:p>
      </dgm:t>
    </dgm:pt>
    <dgm:pt modelId="{336F8BFC-797B-4AEC-BCAD-A5ABA6EACA56}" type="parTrans" cxnId="{754CB33F-39C7-4D9A-B1BE-8F7486D2B3F6}">
      <dgm:prSet/>
      <dgm:spPr/>
      <dgm:t>
        <a:bodyPr/>
        <a:lstStyle/>
        <a:p>
          <a:endParaRPr lang="en-US"/>
        </a:p>
      </dgm:t>
    </dgm:pt>
    <dgm:pt modelId="{B98B740F-558B-46C1-B17B-610BEB95C67E}" type="sibTrans" cxnId="{754CB33F-39C7-4D9A-B1BE-8F7486D2B3F6}">
      <dgm:prSet/>
      <dgm:spPr/>
      <dgm:t>
        <a:bodyPr/>
        <a:lstStyle/>
        <a:p>
          <a:endParaRPr lang="en-US"/>
        </a:p>
      </dgm:t>
    </dgm:pt>
    <dgm:pt modelId="{E724123D-5E83-4BAD-9D54-58E02661EDA8}">
      <dgm:prSet phldrT="[Text]"/>
      <dgm:spPr/>
      <dgm:t>
        <a:bodyPr/>
        <a:lstStyle/>
        <a:p>
          <a:r>
            <a:rPr lang="en-US" dirty="0"/>
            <a:t>L</a:t>
          </a:r>
        </a:p>
      </dgm:t>
    </dgm:pt>
    <dgm:pt modelId="{50F5C6D2-81E2-4397-9EF2-733B3698A7C7}" type="parTrans" cxnId="{3A297E2C-5F4E-42B4-8A78-4028155B4228}">
      <dgm:prSet/>
      <dgm:spPr/>
      <dgm:t>
        <a:bodyPr/>
        <a:lstStyle/>
        <a:p>
          <a:endParaRPr lang="en-US"/>
        </a:p>
      </dgm:t>
    </dgm:pt>
    <dgm:pt modelId="{AFF4C7BD-CD5D-43AB-9A05-735C92643F12}" type="sibTrans" cxnId="{3A297E2C-5F4E-42B4-8A78-4028155B4228}">
      <dgm:prSet/>
      <dgm:spPr/>
      <dgm:t>
        <a:bodyPr/>
        <a:lstStyle/>
        <a:p>
          <a:endParaRPr lang="en-US"/>
        </a:p>
      </dgm:t>
    </dgm:pt>
    <dgm:pt modelId="{E9C65A0D-8CC0-4E75-B1E3-00A41D700DE6}">
      <dgm:prSet phldrT="[Text]"/>
      <dgm:spPr/>
      <dgm:t>
        <a:bodyPr/>
        <a:lstStyle/>
        <a:p>
          <a:r>
            <a:rPr lang="en-US" dirty="0"/>
            <a:t>R</a:t>
          </a:r>
        </a:p>
      </dgm:t>
    </dgm:pt>
    <dgm:pt modelId="{C316CB18-976C-4C75-81B7-6FCBE32E0C67}" type="parTrans" cxnId="{B66FE3AB-FC99-46AB-A2D6-7021FD22676A}">
      <dgm:prSet/>
      <dgm:spPr/>
      <dgm:t>
        <a:bodyPr/>
        <a:lstStyle/>
        <a:p>
          <a:endParaRPr lang="en-US"/>
        </a:p>
      </dgm:t>
    </dgm:pt>
    <dgm:pt modelId="{D02A4264-FBFE-4A3A-93F4-F934BC7D3026}" type="sibTrans" cxnId="{B66FE3AB-FC99-46AB-A2D6-7021FD22676A}">
      <dgm:prSet/>
      <dgm:spPr/>
      <dgm:t>
        <a:bodyPr/>
        <a:lstStyle/>
        <a:p>
          <a:endParaRPr lang="en-US"/>
        </a:p>
      </dgm:t>
    </dgm:pt>
    <dgm:pt modelId="{DDF87394-9B96-4A1A-9950-4085EFDA2432}">
      <dgm:prSet phldrT="[Text]"/>
      <dgm:spPr/>
      <dgm:t>
        <a:bodyPr/>
        <a:lstStyle/>
        <a:p>
          <a:r>
            <a:rPr lang="en-US" dirty="0"/>
            <a:t>L</a:t>
          </a:r>
        </a:p>
      </dgm:t>
    </dgm:pt>
    <dgm:pt modelId="{D305A3B8-B147-4C0C-9CB7-19A449531426}" type="parTrans" cxnId="{6149598F-E2F5-4049-8BEA-ECD83DD7C6FC}">
      <dgm:prSet/>
      <dgm:spPr/>
      <dgm:t>
        <a:bodyPr/>
        <a:lstStyle/>
        <a:p>
          <a:endParaRPr lang="en-US"/>
        </a:p>
      </dgm:t>
    </dgm:pt>
    <dgm:pt modelId="{E6F62808-88F1-4E63-B195-5E0BC1AC5DE0}" type="sibTrans" cxnId="{6149598F-E2F5-4049-8BEA-ECD83DD7C6FC}">
      <dgm:prSet/>
      <dgm:spPr/>
      <dgm:t>
        <a:bodyPr/>
        <a:lstStyle/>
        <a:p>
          <a:endParaRPr lang="en-US"/>
        </a:p>
      </dgm:t>
    </dgm:pt>
    <dgm:pt modelId="{B989537C-4E45-4749-9E25-E7062C5F775D}">
      <dgm:prSet phldrT="[Text]"/>
      <dgm:spPr/>
      <dgm:t>
        <a:bodyPr/>
        <a:lstStyle/>
        <a:p>
          <a:r>
            <a:rPr lang="en-US" dirty="0"/>
            <a:t>R</a:t>
          </a:r>
        </a:p>
      </dgm:t>
    </dgm:pt>
    <dgm:pt modelId="{95A231A4-526A-4984-B6B4-D43C4DE9E294}" type="parTrans" cxnId="{FF05A23B-4431-4CB2-8337-24E436B69BF3}">
      <dgm:prSet/>
      <dgm:spPr/>
      <dgm:t>
        <a:bodyPr/>
        <a:lstStyle/>
        <a:p>
          <a:endParaRPr lang="en-US"/>
        </a:p>
      </dgm:t>
    </dgm:pt>
    <dgm:pt modelId="{0B4A6391-04C4-46D5-8039-F677250C2750}" type="sibTrans" cxnId="{FF05A23B-4431-4CB2-8337-24E436B69BF3}">
      <dgm:prSet/>
      <dgm:spPr/>
      <dgm:t>
        <a:bodyPr/>
        <a:lstStyle/>
        <a:p>
          <a:endParaRPr lang="en-US"/>
        </a:p>
      </dgm:t>
    </dgm:pt>
    <dgm:pt modelId="{10E3848C-0265-45A2-8DE8-F52933DA78CD}">
      <dgm:prSet phldrT="[Text]"/>
      <dgm:spPr/>
      <dgm:t>
        <a:bodyPr/>
        <a:lstStyle/>
        <a:p>
          <a:r>
            <a:rPr lang="en-US" dirty="0"/>
            <a:t>L</a:t>
          </a:r>
        </a:p>
      </dgm:t>
    </dgm:pt>
    <dgm:pt modelId="{2CADC6D5-EA7C-4906-AF77-F1538C5A469A}" type="parTrans" cxnId="{32C31FC7-F2AF-4B17-9826-B0B50C371F6C}">
      <dgm:prSet/>
      <dgm:spPr/>
      <dgm:t>
        <a:bodyPr/>
        <a:lstStyle/>
        <a:p>
          <a:endParaRPr lang="en-US"/>
        </a:p>
      </dgm:t>
    </dgm:pt>
    <dgm:pt modelId="{C3EC5559-5C93-48A5-B335-48CC8616F27C}" type="sibTrans" cxnId="{32C31FC7-F2AF-4B17-9826-B0B50C371F6C}">
      <dgm:prSet/>
      <dgm:spPr/>
      <dgm:t>
        <a:bodyPr/>
        <a:lstStyle/>
        <a:p>
          <a:endParaRPr lang="en-US"/>
        </a:p>
      </dgm:t>
    </dgm:pt>
    <dgm:pt modelId="{5AE2564E-E6F6-4D03-9407-5B6BDE643983}">
      <dgm:prSet phldrT="[Text]"/>
      <dgm:spPr/>
      <dgm:t>
        <a:bodyPr/>
        <a:lstStyle/>
        <a:p>
          <a:r>
            <a:rPr lang="en-US" dirty="0"/>
            <a:t>R</a:t>
          </a:r>
        </a:p>
      </dgm:t>
    </dgm:pt>
    <dgm:pt modelId="{1321C4E1-E14B-4EBC-AAAE-CE7F6C0CCC88}" type="parTrans" cxnId="{2F550CD1-307C-4DF8-88ED-F14D3CBE6013}">
      <dgm:prSet/>
      <dgm:spPr/>
      <dgm:t>
        <a:bodyPr/>
        <a:lstStyle/>
        <a:p>
          <a:endParaRPr lang="en-US"/>
        </a:p>
      </dgm:t>
    </dgm:pt>
    <dgm:pt modelId="{9ECD19D2-CC67-497E-B001-CA5326908E58}" type="sibTrans" cxnId="{2F550CD1-307C-4DF8-88ED-F14D3CBE6013}">
      <dgm:prSet/>
      <dgm:spPr/>
      <dgm:t>
        <a:bodyPr/>
        <a:lstStyle/>
        <a:p>
          <a:endParaRPr lang="en-US"/>
        </a:p>
      </dgm:t>
    </dgm:pt>
    <dgm:pt modelId="{2D40305A-00C1-4592-940B-ACE5E7B168A9}">
      <dgm:prSet phldrT="[Text]"/>
      <dgm:spPr/>
      <dgm:t>
        <a:bodyPr/>
        <a:lstStyle/>
        <a:p>
          <a:r>
            <a:rPr lang="en-US" dirty="0"/>
            <a:t>L</a:t>
          </a:r>
        </a:p>
      </dgm:t>
    </dgm:pt>
    <dgm:pt modelId="{1C591CB3-80EE-4533-9CCD-1DF8CB5C6F2C}" type="parTrans" cxnId="{1076FA5D-3870-4FA7-9D46-A3E605BD9A7D}">
      <dgm:prSet/>
      <dgm:spPr/>
      <dgm:t>
        <a:bodyPr/>
        <a:lstStyle/>
        <a:p>
          <a:endParaRPr lang="en-US"/>
        </a:p>
      </dgm:t>
    </dgm:pt>
    <dgm:pt modelId="{C820EFB4-3470-4A66-8339-4C3C6F377565}" type="sibTrans" cxnId="{1076FA5D-3870-4FA7-9D46-A3E605BD9A7D}">
      <dgm:prSet/>
      <dgm:spPr/>
      <dgm:t>
        <a:bodyPr/>
        <a:lstStyle/>
        <a:p>
          <a:endParaRPr lang="en-US"/>
        </a:p>
      </dgm:t>
    </dgm:pt>
    <dgm:pt modelId="{CB12145E-D9B8-47E6-AFD3-D3A998645847}" type="pres">
      <dgm:prSet presAssocID="{B4E4A8B8-F636-4E9F-B657-7EB6BC0AEEE0}" presName="hierChild1" presStyleCnt="0">
        <dgm:presLayoutVars>
          <dgm:orgChart val="1"/>
          <dgm:chPref val="1"/>
          <dgm:dir/>
          <dgm:animOne val="branch"/>
          <dgm:animLvl val="lvl"/>
          <dgm:resizeHandles/>
        </dgm:presLayoutVars>
      </dgm:prSet>
      <dgm:spPr/>
    </dgm:pt>
    <dgm:pt modelId="{F8EC14D5-8AD7-4BD2-B3AC-D48E9820818D}" type="pres">
      <dgm:prSet presAssocID="{E92442FD-2ACE-448A-A4CF-A4D98D8D4B1C}" presName="hierRoot1" presStyleCnt="0">
        <dgm:presLayoutVars>
          <dgm:hierBranch val="init"/>
        </dgm:presLayoutVars>
      </dgm:prSet>
      <dgm:spPr/>
    </dgm:pt>
    <dgm:pt modelId="{3C05E817-FE1B-458B-AECE-FD91995CA1A0}" type="pres">
      <dgm:prSet presAssocID="{E92442FD-2ACE-448A-A4CF-A4D98D8D4B1C}" presName="rootComposite1" presStyleCnt="0"/>
      <dgm:spPr/>
    </dgm:pt>
    <dgm:pt modelId="{9716B6D7-C5FD-4C90-A6CC-E6D62CE51A0F}" type="pres">
      <dgm:prSet presAssocID="{E92442FD-2ACE-448A-A4CF-A4D98D8D4B1C}" presName="rootText1" presStyleLbl="node0" presStyleIdx="0" presStyleCnt="1">
        <dgm:presLayoutVars>
          <dgm:chPref val="3"/>
        </dgm:presLayoutVars>
      </dgm:prSet>
      <dgm:spPr/>
    </dgm:pt>
    <dgm:pt modelId="{521AA79C-2196-4C55-943B-FD1E9564362E}" type="pres">
      <dgm:prSet presAssocID="{E92442FD-2ACE-448A-A4CF-A4D98D8D4B1C}" presName="rootConnector1" presStyleLbl="node1" presStyleIdx="0" presStyleCnt="0"/>
      <dgm:spPr/>
    </dgm:pt>
    <dgm:pt modelId="{665B9A68-E4DE-4F8D-A5D6-1329E090EC31}" type="pres">
      <dgm:prSet presAssocID="{E92442FD-2ACE-448A-A4CF-A4D98D8D4B1C}" presName="hierChild2" presStyleCnt="0"/>
      <dgm:spPr/>
    </dgm:pt>
    <dgm:pt modelId="{4F720F44-AD9D-4257-ABD3-8EDA3943504C}" type="pres">
      <dgm:prSet presAssocID="{E71F119C-1F93-4BCA-9C30-C8B3905C75C0}" presName="Name37" presStyleLbl="parChTrans1D2" presStyleIdx="0" presStyleCnt="2"/>
      <dgm:spPr/>
    </dgm:pt>
    <dgm:pt modelId="{B0EA15A9-3531-4209-BE82-74BC58170762}" type="pres">
      <dgm:prSet presAssocID="{11BC31E2-A728-42DC-8C72-B0D58E65180F}" presName="hierRoot2" presStyleCnt="0">
        <dgm:presLayoutVars>
          <dgm:hierBranch val="init"/>
        </dgm:presLayoutVars>
      </dgm:prSet>
      <dgm:spPr/>
    </dgm:pt>
    <dgm:pt modelId="{C3F9FACD-0209-45DE-BD1D-125F0055361A}" type="pres">
      <dgm:prSet presAssocID="{11BC31E2-A728-42DC-8C72-B0D58E65180F}" presName="rootComposite" presStyleCnt="0"/>
      <dgm:spPr/>
    </dgm:pt>
    <dgm:pt modelId="{5DF92FED-196E-4B50-98B2-77F75AD04745}" type="pres">
      <dgm:prSet presAssocID="{11BC31E2-A728-42DC-8C72-B0D58E65180F}" presName="rootText" presStyleLbl="node2" presStyleIdx="0" presStyleCnt="2">
        <dgm:presLayoutVars>
          <dgm:chPref val="3"/>
        </dgm:presLayoutVars>
      </dgm:prSet>
      <dgm:spPr/>
    </dgm:pt>
    <dgm:pt modelId="{9A160C19-51B4-4FEC-8983-BD9E2B56FA15}" type="pres">
      <dgm:prSet presAssocID="{11BC31E2-A728-42DC-8C72-B0D58E65180F}" presName="rootConnector" presStyleLbl="node2" presStyleIdx="0" presStyleCnt="2"/>
      <dgm:spPr/>
    </dgm:pt>
    <dgm:pt modelId="{B89E2C89-7BE9-403B-8B90-F193D127B70B}" type="pres">
      <dgm:prSet presAssocID="{11BC31E2-A728-42DC-8C72-B0D58E65180F}" presName="hierChild4" presStyleCnt="0"/>
      <dgm:spPr/>
    </dgm:pt>
    <dgm:pt modelId="{B327CA84-CC55-4575-9271-B649BBA48A51}" type="pres">
      <dgm:prSet presAssocID="{97AAF60E-E7BC-4E57-91F1-690C2ADF02C9}" presName="Name37" presStyleLbl="parChTrans1D3" presStyleIdx="0" presStyleCnt="4"/>
      <dgm:spPr/>
    </dgm:pt>
    <dgm:pt modelId="{456DB968-E509-4B63-BEAF-15F6DE343F4A}" type="pres">
      <dgm:prSet presAssocID="{E3A12F7F-1966-4612-8FED-A67BF5102A34}" presName="hierRoot2" presStyleCnt="0">
        <dgm:presLayoutVars>
          <dgm:hierBranch val="init"/>
        </dgm:presLayoutVars>
      </dgm:prSet>
      <dgm:spPr/>
    </dgm:pt>
    <dgm:pt modelId="{C9B2F55D-53C7-4467-BE44-EC4392BC3AE8}" type="pres">
      <dgm:prSet presAssocID="{E3A12F7F-1966-4612-8FED-A67BF5102A34}" presName="rootComposite" presStyleCnt="0"/>
      <dgm:spPr/>
    </dgm:pt>
    <dgm:pt modelId="{909AA3E2-492C-4141-93CD-97EF29013F73}" type="pres">
      <dgm:prSet presAssocID="{E3A12F7F-1966-4612-8FED-A67BF5102A34}" presName="rootText" presStyleLbl="node3" presStyleIdx="0" presStyleCnt="4">
        <dgm:presLayoutVars>
          <dgm:chPref val="3"/>
        </dgm:presLayoutVars>
      </dgm:prSet>
      <dgm:spPr/>
    </dgm:pt>
    <dgm:pt modelId="{819C706F-0A6D-44FF-878B-2BF54514B5A0}" type="pres">
      <dgm:prSet presAssocID="{E3A12F7F-1966-4612-8FED-A67BF5102A34}" presName="rootConnector" presStyleLbl="node3" presStyleIdx="0" presStyleCnt="4"/>
      <dgm:spPr/>
    </dgm:pt>
    <dgm:pt modelId="{372D7B91-CC18-4039-A0D7-3231B49289B0}" type="pres">
      <dgm:prSet presAssocID="{E3A12F7F-1966-4612-8FED-A67BF5102A34}" presName="hierChild4" presStyleCnt="0"/>
      <dgm:spPr/>
    </dgm:pt>
    <dgm:pt modelId="{E5C92E2D-B093-4EAE-948C-FC461EFBD5B7}" type="pres">
      <dgm:prSet presAssocID="{5FF03AA8-305A-4BF8-B07B-5A8AFE75DE62}" presName="Name37" presStyleLbl="parChTrans1D4" presStyleIdx="0" presStyleCnt="56"/>
      <dgm:spPr/>
    </dgm:pt>
    <dgm:pt modelId="{62167CAD-B01E-4FFD-B381-65F75A691D93}" type="pres">
      <dgm:prSet presAssocID="{A7609375-B08B-4E91-9AD9-699738BA480B}" presName="hierRoot2" presStyleCnt="0">
        <dgm:presLayoutVars>
          <dgm:hierBranch val="init"/>
        </dgm:presLayoutVars>
      </dgm:prSet>
      <dgm:spPr/>
    </dgm:pt>
    <dgm:pt modelId="{6CE76D5A-438C-4F7E-8807-D89A66534DBB}" type="pres">
      <dgm:prSet presAssocID="{A7609375-B08B-4E91-9AD9-699738BA480B}" presName="rootComposite" presStyleCnt="0"/>
      <dgm:spPr/>
    </dgm:pt>
    <dgm:pt modelId="{9B41B9F6-9506-4A79-80AE-A8572D907876}" type="pres">
      <dgm:prSet presAssocID="{A7609375-B08B-4E91-9AD9-699738BA480B}" presName="rootText" presStyleLbl="node4" presStyleIdx="0" presStyleCnt="56">
        <dgm:presLayoutVars>
          <dgm:chPref val="3"/>
        </dgm:presLayoutVars>
      </dgm:prSet>
      <dgm:spPr/>
    </dgm:pt>
    <dgm:pt modelId="{3B5427DD-A955-4ED4-BA3C-9D2DF72246C6}" type="pres">
      <dgm:prSet presAssocID="{A7609375-B08B-4E91-9AD9-699738BA480B}" presName="rootConnector" presStyleLbl="node4" presStyleIdx="0" presStyleCnt="56"/>
      <dgm:spPr/>
    </dgm:pt>
    <dgm:pt modelId="{275253FF-CB68-4DC5-B5A3-CCBDFBBADBFB}" type="pres">
      <dgm:prSet presAssocID="{A7609375-B08B-4E91-9AD9-699738BA480B}" presName="hierChild4" presStyleCnt="0"/>
      <dgm:spPr/>
    </dgm:pt>
    <dgm:pt modelId="{83140FCB-474A-409A-95C4-D1B7C0506D88}" type="pres">
      <dgm:prSet presAssocID="{4BCAA4D4-08A6-40E0-B646-9762530E5F87}" presName="Name37" presStyleLbl="parChTrans1D4" presStyleIdx="1" presStyleCnt="56"/>
      <dgm:spPr/>
    </dgm:pt>
    <dgm:pt modelId="{E7ED4996-793B-47EC-A129-99D6E92A1FA7}" type="pres">
      <dgm:prSet presAssocID="{54E98570-8660-4E28-B688-697BAEFBEF5A}" presName="hierRoot2" presStyleCnt="0">
        <dgm:presLayoutVars>
          <dgm:hierBranch val="init"/>
        </dgm:presLayoutVars>
      </dgm:prSet>
      <dgm:spPr/>
    </dgm:pt>
    <dgm:pt modelId="{19EF67BD-225B-4692-AEF3-0E030D924113}" type="pres">
      <dgm:prSet presAssocID="{54E98570-8660-4E28-B688-697BAEFBEF5A}" presName="rootComposite" presStyleCnt="0"/>
      <dgm:spPr/>
    </dgm:pt>
    <dgm:pt modelId="{98D0749E-58B2-40AC-BEBD-F0615CC2FC3A}" type="pres">
      <dgm:prSet presAssocID="{54E98570-8660-4E28-B688-697BAEFBEF5A}" presName="rootText" presStyleLbl="node4" presStyleIdx="1" presStyleCnt="56">
        <dgm:presLayoutVars>
          <dgm:chPref val="3"/>
        </dgm:presLayoutVars>
      </dgm:prSet>
      <dgm:spPr/>
    </dgm:pt>
    <dgm:pt modelId="{B168C0FF-F6AC-4886-8E40-C23E6D31D875}" type="pres">
      <dgm:prSet presAssocID="{54E98570-8660-4E28-B688-697BAEFBEF5A}" presName="rootConnector" presStyleLbl="node4" presStyleIdx="1" presStyleCnt="56"/>
      <dgm:spPr/>
    </dgm:pt>
    <dgm:pt modelId="{E9B8BE45-5820-4E62-AB91-515E4E5CF7DF}" type="pres">
      <dgm:prSet presAssocID="{54E98570-8660-4E28-B688-697BAEFBEF5A}" presName="hierChild4" presStyleCnt="0"/>
      <dgm:spPr/>
    </dgm:pt>
    <dgm:pt modelId="{25957EDC-4DD7-4B1D-B3E5-F6143FC89C23}" type="pres">
      <dgm:prSet presAssocID="{1321C4E1-E14B-4EBC-AAAE-CE7F6C0CCC88}" presName="Name37" presStyleLbl="parChTrans1D4" presStyleIdx="2" presStyleCnt="56"/>
      <dgm:spPr/>
    </dgm:pt>
    <dgm:pt modelId="{38BCF65B-084A-4771-B96F-3CCCA9429EA6}" type="pres">
      <dgm:prSet presAssocID="{5AE2564E-E6F6-4D03-9407-5B6BDE643983}" presName="hierRoot2" presStyleCnt="0">
        <dgm:presLayoutVars>
          <dgm:hierBranch val="init"/>
        </dgm:presLayoutVars>
      </dgm:prSet>
      <dgm:spPr/>
    </dgm:pt>
    <dgm:pt modelId="{73E2BB6B-D08D-42F5-AF06-3818387166A8}" type="pres">
      <dgm:prSet presAssocID="{5AE2564E-E6F6-4D03-9407-5B6BDE643983}" presName="rootComposite" presStyleCnt="0"/>
      <dgm:spPr/>
    </dgm:pt>
    <dgm:pt modelId="{86EFB004-9E1C-4097-9FB3-6B1DDCBA02FF}" type="pres">
      <dgm:prSet presAssocID="{5AE2564E-E6F6-4D03-9407-5B6BDE643983}" presName="rootText" presStyleLbl="node4" presStyleIdx="2" presStyleCnt="56">
        <dgm:presLayoutVars>
          <dgm:chPref val="3"/>
        </dgm:presLayoutVars>
      </dgm:prSet>
      <dgm:spPr/>
    </dgm:pt>
    <dgm:pt modelId="{C8D05FD6-0954-41E3-981E-F4326C14C50B}" type="pres">
      <dgm:prSet presAssocID="{5AE2564E-E6F6-4D03-9407-5B6BDE643983}" presName="rootConnector" presStyleLbl="node4" presStyleIdx="2" presStyleCnt="56"/>
      <dgm:spPr/>
    </dgm:pt>
    <dgm:pt modelId="{0EF1F98D-4917-4AB9-85AB-C3753F047001}" type="pres">
      <dgm:prSet presAssocID="{5AE2564E-E6F6-4D03-9407-5B6BDE643983}" presName="hierChild4" presStyleCnt="0"/>
      <dgm:spPr/>
    </dgm:pt>
    <dgm:pt modelId="{5D56D459-5BF3-403A-921B-5BD51D794BCB}" type="pres">
      <dgm:prSet presAssocID="{5AE2564E-E6F6-4D03-9407-5B6BDE643983}" presName="hierChild5" presStyleCnt="0"/>
      <dgm:spPr/>
    </dgm:pt>
    <dgm:pt modelId="{190DE24B-EC12-4ABA-B3DC-4BF0DF8A23A0}" type="pres">
      <dgm:prSet presAssocID="{1C591CB3-80EE-4533-9CCD-1DF8CB5C6F2C}" presName="Name37" presStyleLbl="parChTrans1D4" presStyleIdx="3" presStyleCnt="56"/>
      <dgm:spPr/>
    </dgm:pt>
    <dgm:pt modelId="{1D14AE96-E30F-42A8-9676-45C8C0C3700A}" type="pres">
      <dgm:prSet presAssocID="{2D40305A-00C1-4592-940B-ACE5E7B168A9}" presName="hierRoot2" presStyleCnt="0">
        <dgm:presLayoutVars>
          <dgm:hierBranch val="init"/>
        </dgm:presLayoutVars>
      </dgm:prSet>
      <dgm:spPr/>
    </dgm:pt>
    <dgm:pt modelId="{9B2332B6-76AC-4C2B-A929-9388673814B1}" type="pres">
      <dgm:prSet presAssocID="{2D40305A-00C1-4592-940B-ACE5E7B168A9}" presName="rootComposite" presStyleCnt="0"/>
      <dgm:spPr/>
    </dgm:pt>
    <dgm:pt modelId="{EDCDD078-7D7C-4CFC-B238-B241E7396291}" type="pres">
      <dgm:prSet presAssocID="{2D40305A-00C1-4592-940B-ACE5E7B168A9}" presName="rootText" presStyleLbl="node4" presStyleIdx="3" presStyleCnt="56">
        <dgm:presLayoutVars>
          <dgm:chPref val="3"/>
        </dgm:presLayoutVars>
      </dgm:prSet>
      <dgm:spPr/>
    </dgm:pt>
    <dgm:pt modelId="{4C3F7174-F464-4E1F-BEF5-0135535A5468}" type="pres">
      <dgm:prSet presAssocID="{2D40305A-00C1-4592-940B-ACE5E7B168A9}" presName="rootConnector" presStyleLbl="node4" presStyleIdx="3" presStyleCnt="56"/>
      <dgm:spPr/>
    </dgm:pt>
    <dgm:pt modelId="{7EF53414-5DE2-4D63-9354-13C73AC4629B}" type="pres">
      <dgm:prSet presAssocID="{2D40305A-00C1-4592-940B-ACE5E7B168A9}" presName="hierChild4" presStyleCnt="0"/>
      <dgm:spPr/>
    </dgm:pt>
    <dgm:pt modelId="{46F1A13A-EE67-46EA-BA83-33DAAFC75E00}" type="pres">
      <dgm:prSet presAssocID="{2D40305A-00C1-4592-940B-ACE5E7B168A9}" presName="hierChild5" presStyleCnt="0"/>
      <dgm:spPr/>
    </dgm:pt>
    <dgm:pt modelId="{0754284F-4B5A-4364-9674-1DB788CCDD82}" type="pres">
      <dgm:prSet presAssocID="{54E98570-8660-4E28-B688-697BAEFBEF5A}" presName="hierChild5" presStyleCnt="0"/>
      <dgm:spPr/>
    </dgm:pt>
    <dgm:pt modelId="{990B3A68-CACA-4771-9C32-7C477E15FEB6}" type="pres">
      <dgm:prSet presAssocID="{427DDA1C-9780-4B21-B562-219030CA99AC}" presName="Name37" presStyleLbl="parChTrans1D4" presStyleIdx="4" presStyleCnt="56"/>
      <dgm:spPr/>
    </dgm:pt>
    <dgm:pt modelId="{818E1803-883B-44AA-AA86-D3BA2E0FEC50}" type="pres">
      <dgm:prSet presAssocID="{925314DC-6148-4B4F-B096-B3D58DF7CDA8}" presName="hierRoot2" presStyleCnt="0">
        <dgm:presLayoutVars>
          <dgm:hierBranch val="init"/>
        </dgm:presLayoutVars>
      </dgm:prSet>
      <dgm:spPr/>
    </dgm:pt>
    <dgm:pt modelId="{A6DCF14F-6861-4B48-BA18-32D98534EFAF}" type="pres">
      <dgm:prSet presAssocID="{925314DC-6148-4B4F-B096-B3D58DF7CDA8}" presName="rootComposite" presStyleCnt="0"/>
      <dgm:spPr/>
    </dgm:pt>
    <dgm:pt modelId="{224B73B3-F153-4EA2-9E90-0A2B5CE1CE71}" type="pres">
      <dgm:prSet presAssocID="{925314DC-6148-4B4F-B096-B3D58DF7CDA8}" presName="rootText" presStyleLbl="node4" presStyleIdx="4" presStyleCnt="56">
        <dgm:presLayoutVars>
          <dgm:chPref val="3"/>
        </dgm:presLayoutVars>
      </dgm:prSet>
      <dgm:spPr/>
    </dgm:pt>
    <dgm:pt modelId="{62FB21EA-14E3-46B0-A83B-4719FCE80413}" type="pres">
      <dgm:prSet presAssocID="{925314DC-6148-4B4F-B096-B3D58DF7CDA8}" presName="rootConnector" presStyleLbl="node4" presStyleIdx="4" presStyleCnt="56"/>
      <dgm:spPr/>
    </dgm:pt>
    <dgm:pt modelId="{142696A2-E4D8-4082-8CEB-EBC2660F94B9}" type="pres">
      <dgm:prSet presAssocID="{925314DC-6148-4B4F-B096-B3D58DF7CDA8}" presName="hierChild4" presStyleCnt="0"/>
      <dgm:spPr/>
    </dgm:pt>
    <dgm:pt modelId="{8002B18D-1F25-4F2D-85FC-27FA4B47FFC5}" type="pres">
      <dgm:prSet presAssocID="{95A231A4-526A-4984-B6B4-D43C4DE9E294}" presName="Name37" presStyleLbl="parChTrans1D4" presStyleIdx="5" presStyleCnt="56"/>
      <dgm:spPr/>
    </dgm:pt>
    <dgm:pt modelId="{B082909F-13D9-4582-A83B-775BF9F5C694}" type="pres">
      <dgm:prSet presAssocID="{B989537C-4E45-4749-9E25-E7062C5F775D}" presName="hierRoot2" presStyleCnt="0">
        <dgm:presLayoutVars>
          <dgm:hierBranch val="init"/>
        </dgm:presLayoutVars>
      </dgm:prSet>
      <dgm:spPr/>
    </dgm:pt>
    <dgm:pt modelId="{8ED9054B-07CD-45C7-9016-8A8BB54B0A0A}" type="pres">
      <dgm:prSet presAssocID="{B989537C-4E45-4749-9E25-E7062C5F775D}" presName="rootComposite" presStyleCnt="0"/>
      <dgm:spPr/>
    </dgm:pt>
    <dgm:pt modelId="{C3F2E8B3-A89E-43C3-B3D7-7E1D575E91B3}" type="pres">
      <dgm:prSet presAssocID="{B989537C-4E45-4749-9E25-E7062C5F775D}" presName="rootText" presStyleLbl="node4" presStyleIdx="5" presStyleCnt="56">
        <dgm:presLayoutVars>
          <dgm:chPref val="3"/>
        </dgm:presLayoutVars>
      </dgm:prSet>
      <dgm:spPr/>
    </dgm:pt>
    <dgm:pt modelId="{0A97477F-58CD-4517-8786-C5CD0269DF98}" type="pres">
      <dgm:prSet presAssocID="{B989537C-4E45-4749-9E25-E7062C5F775D}" presName="rootConnector" presStyleLbl="node4" presStyleIdx="5" presStyleCnt="56"/>
      <dgm:spPr/>
    </dgm:pt>
    <dgm:pt modelId="{C46F66D3-9C9D-467F-8E5C-86C85B4EE518}" type="pres">
      <dgm:prSet presAssocID="{B989537C-4E45-4749-9E25-E7062C5F775D}" presName="hierChild4" presStyleCnt="0"/>
      <dgm:spPr/>
    </dgm:pt>
    <dgm:pt modelId="{78CD135D-8A82-4DEE-B98D-E1CCF6A0451A}" type="pres">
      <dgm:prSet presAssocID="{B989537C-4E45-4749-9E25-E7062C5F775D}" presName="hierChild5" presStyleCnt="0"/>
      <dgm:spPr/>
    </dgm:pt>
    <dgm:pt modelId="{07EDC052-51DA-4C72-8B86-B852E9769632}" type="pres">
      <dgm:prSet presAssocID="{2CADC6D5-EA7C-4906-AF77-F1538C5A469A}" presName="Name37" presStyleLbl="parChTrans1D4" presStyleIdx="6" presStyleCnt="56"/>
      <dgm:spPr/>
    </dgm:pt>
    <dgm:pt modelId="{DD2A89CD-1E8B-4AC6-81ED-A8240DDA01BC}" type="pres">
      <dgm:prSet presAssocID="{10E3848C-0265-45A2-8DE8-F52933DA78CD}" presName="hierRoot2" presStyleCnt="0">
        <dgm:presLayoutVars>
          <dgm:hierBranch val="init"/>
        </dgm:presLayoutVars>
      </dgm:prSet>
      <dgm:spPr/>
    </dgm:pt>
    <dgm:pt modelId="{688BE5C9-0E9F-49C6-9556-6EF121B5B624}" type="pres">
      <dgm:prSet presAssocID="{10E3848C-0265-45A2-8DE8-F52933DA78CD}" presName="rootComposite" presStyleCnt="0"/>
      <dgm:spPr/>
    </dgm:pt>
    <dgm:pt modelId="{F4324A06-5342-47ED-A7E1-5C5972038FE8}" type="pres">
      <dgm:prSet presAssocID="{10E3848C-0265-45A2-8DE8-F52933DA78CD}" presName="rootText" presStyleLbl="node4" presStyleIdx="6" presStyleCnt="56">
        <dgm:presLayoutVars>
          <dgm:chPref val="3"/>
        </dgm:presLayoutVars>
      </dgm:prSet>
      <dgm:spPr/>
    </dgm:pt>
    <dgm:pt modelId="{99F500CE-9C14-4E14-82F6-6D6A16108664}" type="pres">
      <dgm:prSet presAssocID="{10E3848C-0265-45A2-8DE8-F52933DA78CD}" presName="rootConnector" presStyleLbl="node4" presStyleIdx="6" presStyleCnt="56"/>
      <dgm:spPr/>
    </dgm:pt>
    <dgm:pt modelId="{1BDCC9B9-6674-4460-BF5D-716B613B1BE1}" type="pres">
      <dgm:prSet presAssocID="{10E3848C-0265-45A2-8DE8-F52933DA78CD}" presName="hierChild4" presStyleCnt="0"/>
      <dgm:spPr/>
    </dgm:pt>
    <dgm:pt modelId="{FBE0F610-446D-4EAB-92C6-CBFE27658FF2}" type="pres">
      <dgm:prSet presAssocID="{10E3848C-0265-45A2-8DE8-F52933DA78CD}" presName="hierChild5" presStyleCnt="0"/>
      <dgm:spPr/>
    </dgm:pt>
    <dgm:pt modelId="{BEC64C84-7AB7-4C92-92DA-76C52083915D}" type="pres">
      <dgm:prSet presAssocID="{925314DC-6148-4B4F-B096-B3D58DF7CDA8}" presName="hierChild5" presStyleCnt="0"/>
      <dgm:spPr/>
    </dgm:pt>
    <dgm:pt modelId="{70ADC0E4-7363-4EFF-8547-FE8C976DFBE7}" type="pres">
      <dgm:prSet presAssocID="{A7609375-B08B-4E91-9AD9-699738BA480B}" presName="hierChild5" presStyleCnt="0"/>
      <dgm:spPr/>
    </dgm:pt>
    <dgm:pt modelId="{AB097BCD-CDD8-4CD9-A0A8-E5EA17E266FF}" type="pres">
      <dgm:prSet presAssocID="{38DE1C58-7C43-4F64-8A6A-B19230C2548E}" presName="Name37" presStyleLbl="parChTrans1D4" presStyleIdx="7" presStyleCnt="56"/>
      <dgm:spPr/>
    </dgm:pt>
    <dgm:pt modelId="{485BA730-40F6-438A-9FBD-665DB290B508}" type="pres">
      <dgm:prSet presAssocID="{C9F56B78-BDC8-4FD5-97A6-57BD1DC211C1}" presName="hierRoot2" presStyleCnt="0">
        <dgm:presLayoutVars>
          <dgm:hierBranch val="init"/>
        </dgm:presLayoutVars>
      </dgm:prSet>
      <dgm:spPr/>
    </dgm:pt>
    <dgm:pt modelId="{ACBC857F-6DD4-4E0C-9502-82573B85B2D0}" type="pres">
      <dgm:prSet presAssocID="{C9F56B78-BDC8-4FD5-97A6-57BD1DC211C1}" presName="rootComposite" presStyleCnt="0"/>
      <dgm:spPr/>
    </dgm:pt>
    <dgm:pt modelId="{20685906-0927-4727-AA90-33159CF6592F}" type="pres">
      <dgm:prSet presAssocID="{C9F56B78-BDC8-4FD5-97A6-57BD1DC211C1}" presName="rootText" presStyleLbl="node4" presStyleIdx="7" presStyleCnt="56">
        <dgm:presLayoutVars>
          <dgm:chPref val="3"/>
        </dgm:presLayoutVars>
      </dgm:prSet>
      <dgm:spPr/>
    </dgm:pt>
    <dgm:pt modelId="{AAE4BC04-03F9-4A44-A989-7934BAC44B5F}" type="pres">
      <dgm:prSet presAssocID="{C9F56B78-BDC8-4FD5-97A6-57BD1DC211C1}" presName="rootConnector" presStyleLbl="node4" presStyleIdx="7" presStyleCnt="56"/>
      <dgm:spPr/>
    </dgm:pt>
    <dgm:pt modelId="{7D0B2C46-D4F1-4277-9D01-3BCA0EAE5C10}" type="pres">
      <dgm:prSet presAssocID="{C9F56B78-BDC8-4FD5-97A6-57BD1DC211C1}" presName="hierChild4" presStyleCnt="0"/>
      <dgm:spPr/>
    </dgm:pt>
    <dgm:pt modelId="{770D606C-A208-4E37-9A51-DB188081944A}" type="pres">
      <dgm:prSet presAssocID="{15D8218A-2902-4B25-9DA3-E52444433A22}" presName="Name37" presStyleLbl="parChTrans1D4" presStyleIdx="8" presStyleCnt="56"/>
      <dgm:spPr/>
    </dgm:pt>
    <dgm:pt modelId="{7BB9651A-1B7A-4FAB-BBAD-5CF6246B6BD0}" type="pres">
      <dgm:prSet presAssocID="{4683DD91-F43B-4A8B-A481-B71BB82892F3}" presName="hierRoot2" presStyleCnt="0">
        <dgm:presLayoutVars>
          <dgm:hierBranch val="init"/>
        </dgm:presLayoutVars>
      </dgm:prSet>
      <dgm:spPr/>
    </dgm:pt>
    <dgm:pt modelId="{194AE338-CFD1-4F64-9FE5-A27B16F24160}" type="pres">
      <dgm:prSet presAssocID="{4683DD91-F43B-4A8B-A481-B71BB82892F3}" presName="rootComposite" presStyleCnt="0"/>
      <dgm:spPr/>
    </dgm:pt>
    <dgm:pt modelId="{E3D54AE4-5357-4CBA-9A09-B317BE80618F}" type="pres">
      <dgm:prSet presAssocID="{4683DD91-F43B-4A8B-A481-B71BB82892F3}" presName="rootText" presStyleLbl="node4" presStyleIdx="8" presStyleCnt="56">
        <dgm:presLayoutVars>
          <dgm:chPref val="3"/>
        </dgm:presLayoutVars>
      </dgm:prSet>
      <dgm:spPr/>
    </dgm:pt>
    <dgm:pt modelId="{99B2556B-EA6E-40C4-9D52-AC9138A8D828}" type="pres">
      <dgm:prSet presAssocID="{4683DD91-F43B-4A8B-A481-B71BB82892F3}" presName="rootConnector" presStyleLbl="node4" presStyleIdx="8" presStyleCnt="56"/>
      <dgm:spPr/>
    </dgm:pt>
    <dgm:pt modelId="{0C7CDEB6-F1C3-421C-A57B-3786909B0987}" type="pres">
      <dgm:prSet presAssocID="{4683DD91-F43B-4A8B-A481-B71BB82892F3}" presName="hierChild4" presStyleCnt="0"/>
      <dgm:spPr/>
    </dgm:pt>
    <dgm:pt modelId="{93875230-E020-47E6-BB9C-638CA03BA1C9}" type="pres">
      <dgm:prSet presAssocID="{C316CB18-976C-4C75-81B7-6FCBE32E0C67}" presName="Name37" presStyleLbl="parChTrans1D4" presStyleIdx="9" presStyleCnt="56"/>
      <dgm:spPr/>
    </dgm:pt>
    <dgm:pt modelId="{F6AEAFF6-30E3-4F83-87D2-B631B35B8866}" type="pres">
      <dgm:prSet presAssocID="{E9C65A0D-8CC0-4E75-B1E3-00A41D700DE6}" presName="hierRoot2" presStyleCnt="0">
        <dgm:presLayoutVars>
          <dgm:hierBranch val="init"/>
        </dgm:presLayoutVars>
      </dgm:prSet>
      <dgm:spPr/>
    </dgm:pt>
    <dgm:pt modelId="{84741D08-6956-4A4D-9403-C937945AD4A2}" type="pres">
      <dgm:prSet presAssocID="{E9C65A0D-8CC0-4E75-B1E3-00A41D700DE6}" presName="rootComposite" presStyleCnt="0"/>
      <dgm:spPr/>
    </dgm:pt>
    <dgm:pt modelId="{17B4360E-684F-478E-A636-81538B1465B4}" type="pres">
      <dgm:prSet presAssocID="{E9C65A0D-8CC0-4E75-B1E3-00A41D700DE6}" presName="rootText" presStyleLbl="node4" presStyleIdx="9" presStyleCnt="56">
        <dgm:presLayoutVars>
          <dgm:chPref val="3"/>
        </dgm:presLayoutVars>
      </dgm:prSet>
      <dgm:spPr/>
    </dgm:pt>
    <dgm:pt modelId="{2F2834E1-51F9-4606-9374-EE6FC5A35570}" type="pres">
      <dgm:prSet presAssocID="{E9C65A0D-8CC0-4E75-B1E3-00A41D700DE6}" presName="rootConnector" presStyleLbl="node4" presStyleIdx="9" presStyleCnt="56"/>
      <dgm:spPr/>
    </dgm:pt>
    <dgm:pt modelId="{68187005-0D2A-4F80-9C7E-6ECFC54FF99C}" type="pres">
      <dgm:prSet presAssocID="{E9C65A0D-8CC0-4E75-B1E3-00A41D700DE6}" presName="hierChild4" presStyleCnt="0"/>
      <dgm:spPr/>
    </dgm:pt>
    <dgm:pt modelId="{51B52AF1-85BE-40E5-8FA7-2858639DA98B}" type="pres">
      <dgm:prSet presAssocID="{E9C65A0D-8CC0-4E75-B1E3-00A41D700DE6}" presName="hierChild5" presStyleCnt="0"/>
      <dgm:spPr/>
    </dgm:pt>
    <dgm:pt modelId="{C09E6CAE-286A-4E9F-86FB-75C9BE741E33}" type="pres">
      <dgm:prSet presAssocID="{D305A3B8-B147-4C0C-9CB7-19A449531426}" presName="Name37" presStyleLbl="parChTrans1D4" presStyleIdx="10" presStyleCnt="56"/>
      <dgm:spPr/>
    </dgm:pt>
    <dgm:pt modelId="{E2CCCCA0-F74F-4076-B17C-6E3142785827}" type="pres">
      <dgm:prSet presAssocID="{DDF87394-9B96-4A1A-9950-4085EFDA2432}" presName="hierRoot2" presStyleCnt="0">
        <dgm:presLayoutVars>
          <dgm:hierBranch val="init"/>
        </dgm:presLayoutVars>
      </dgm:prSet>
      <dgm:spPr/>
    </dgm:pt>
    <dgm:pt modelId="{10B8DD36-A816-4854-9679-5660367DF319}" type="pres">
      <dgm:prSet presAssocID="{DDF87394-9B96-4A1A-9950-4085EFDA2432}" presName="rootComposite" presStyleCnt="0"/>
      <dgm:spPr/>
    </dgm:pt>
    <dgm:pt modelId="{B070DC0C-FC95-4680-AE54-F9D7D93FFBB9}" type="pres">
      <dgm:prSet presAssocID="{DDF87394-9B96-4A1A-9950-4085EFDA2432}" presName="rootText" presStyleLbl="node4" presStyleIdx="10" presStyleCnt="56">
        <dgm:presLayoutVars>
          <dgm:chPref val="3"/>
        </dgm:presLayoutVars>
      </dgm:prSet>
      <dgm:spPr/>
    </dgm:pt>
    <dgm:pt modelId="{C2B33DFF-BBA7-4115-A484-3E0688BD2B19}" type="pres">
      <dgm:prSet presAssocID="{DDF87394-9B96-4A1A-9950-4085EFDA2432}" presName="rootConnector" presStyleLbl="node4" presStyleIdx="10" presStyleCnt="56"/>
      <dgm:spPr/>
    </dgm:pt>
    <dgm:pt modelId="{228D469B-8EFF-4057-B97A-9BD70ECC24A0}" type="pres">
      <dgm:prSet presAssocID="{DDF87394-9B96-4A1A-9950-4085EFDA2432}" presName="hierChild4" presStyleCnt="0"/>
      <dgm:spPr/>
    </dgm:pt>
    <dgm:pt modelId="{4FF84FBC-D284-4DD3-A6AD-1083534C1132}" type="pres">
      <dgm:prSet presAssocID="{DDF87394-9B96-4A1A-9950-4085EFDA2432}" presName="hierChild5" presStyleCnt="0"/>
      <dgm:spPr/>
    </dgm:pt>
    <dgm:pt modelId="{F1E52D5B-0BDD-44CD-99D5-BFC726CD05D3}" type="pres">
      <dgm:prSet presAssocID="{4683DD91-F43B-4A8B-A481-B71BB82892F3}" presName="hierChild5" presStyleCnt="0"/>
      <dgm:spPr/>
    </dgm:pt>
    <dgm:pt modelId="{AD701FBA-4FA7-44C2-8BD2-5C77B28C0598}" type="pres">
      <dgm:prSet presAssocID="{4C8BBD0F-7C1A-4916-853D-2A93C30C606E}" presName="Name37" presStyleLbl="parChTrans1D4" presStyleIdx="11" presStyleCnt="56"/>
      <dgm:spPr/>
    </dgm:pt>
    <dgm:pt modelId="{428071FA-A3ED-4736-8AFB-E249714FDC4E}" type="pres">
      <dgm:prSet presAssocID="{A541CE23-D008-44EA-8DB7-227EA78EC81B}" presName="hierRoot2" presStyleCnt="0">
        <dgm:presLayoutVars>
          <dgm:hierBranch val="init"/>
        </dgm:presLayoutVars>
      </dgm:prSet>
      <dgm:spPr/>
    </dgm:pt>
    <dgm:pt modelId="{849A6BDF-6200-4CB2-9DCA-41A4BA4CA935}" type="pres">
      <dgm:prSet presAssocID="{A541CE23-D008-44EA-8DB7-227EA78EC81B}" presName="rootComposite" presStyleCnt="0"/>
      <dgm:spPr/>
    </dgm:pt>
    <dgm:pt modelId="{63F0F48D-BAA5-4D39-874A-5DE7D499BB2E}" type="pres">
      <dgm:prSet presAssocID="{A541CE23-D008-44EA-8DB7-227EA78EC81B}" presName="rootText" presStyleLbl="node4" presStyleIdx="11" presStyleCnt="56">
        <dgm:presLayoutVars>
          <dgm:chPref val="3"/>
        </dgm:presLayoutVars>
      </dgm:prSet>
      <dgm:spPr/>
    </dgm:pt>
    <dgm:pt modelId="{016FD3E6-4BC6-45C2-B26E-1B246D8C4080}" type="pres">
      <dgm:prSet presAssocID="{A541CE23-D008-44EA-8DB7-227EA78EC81B}" presName="rootConnector" presStyleLbl="node4" presStyleIdx="11" presStyleCnt="56"/>
      <dgm:spPr/>
    </dgm:pt>
    <dgm:pt modelId="{BF5EE551-203B-4CF9-B654-8D28BD636F85}" type="pres">
      <dgm:prSet presAssocID="{A541CE23-D008-44EA-8DB7-227EA78EC81B}" presName="hierChild4" presStyleCnt="0"/>
      <dgm:spPr/>
    </dgm:pt>
    <dgm:pt modelId="{BD89FE39-F843-4360-981F-14360C63E968}" type="pres">
      <dgm:prSet presAssocID="{336F8BFC-797B-4AEC-BCAD-A5ABA6EACA56}" presName="Name37" presStyleLbl="parChTrans1D4" presStyleIdx="12" presStyleCnt="56"/>
      <dgm:spPr/>
    </dgm:pt>
    <dgm:pt modelId="{E0722A4F-C811-40B6-80E0-1597157BF1E9}" type="pres">
      <dgm:prSet presAssocID="{37C68975-24C1-48D2-A833-732D0FA0A135}" presName="hierRoot2" presStyleCnt="0">
        <dgm:presLayoutVars>
          <dgm:hierBranch val="init"/>
        </dgm:presLayoutVars>
      </dgm:prSet>
      <dgm:spPr/>
    </dgm:pt>
    <dgm:pt modelId="{4C11098A-C650-4A54-B6CD-1DA4A1EB67B8}" type="pres">
      <dgm:prSet presAssocID="{37C68975-24C1-48D2-A833-732D0FA0A135}" presName="rootComposite" presStyleCnt="0"/>
      <dgm:spPr/>
    </dgm:pt>
    <dgm:pt modelId="{41DB9B04-FF09-4903-9EEC-FA7C913FAFA8}" type="pres">
      <dgm:prSet presAssocID="{37C68975-24C1-48D2-A833-732D0FA0A135}" presName="rootText" presStyleLbl="node4" presStyleIdx="12" presStyleCnt="56">
        <dgm:presLayoutVars>
          <dgm:chPref val="3"/>
        </dgm:presLayoutVars>
      </dgm:prSet>
      <dgm:spPr/>
    </dgm:pt>
    <dgm:pt modelId="{FC345ADD-0F10-4E3B-9178-860854CBC9E7}" type="pres">
      <dgm:prSet presAssocID="{37C68975-24C1-48D2-A833-732D0FA0A135}" presName="rootConnector" presStyleLbl="node4" presStyleIdx="12" presStyleCnt="56"/>
      <dgm:spPr/>
    </dgm:pt>
    <dgm:pt modelId="{9C0752C8-5CA5-4F8B-8C24-F8CAECC95EB3}" type="pres">
      <dgm:prSet presAssocID="{37C68975-24C1-48D2-A833-732D0FA0A135}" presName="hierChild4" presStyleCnt="0"/>
      <dgm:spPr/>
    </dgm:pt>
    <dgm:pt modelId="{6764C019-A118-4499-807A-4BCAFCD572E0}" type="pres">
      <dgm:prSet presAssocID="{37C68975-24C1-48D2-A833-732D0FA0A135}" presName="hierChild5" presStyleCnt="0"/>
      <dgm:spPr/>
    </dgm:pt>
    <dgm:pt modelId="{5BEB3D4A-CEC7-435C-A9BD-8AAAAFBC7DF8}" type="pres">
      <dgm:prSet presAssocID="{50F5C6D2-81E2-4397-9EF2-733B3698A7C7}" presName="Name37" presStyleLbl="parChTrans1D4" presStyleIdx="13" presStyleCnt="56"/>
      <dgm:spPr/>
    </dgm:pt>
    <dgm:pt modelId="{B6DE903C-D217-402B-AB39-5C531F5DD610}" type="pres">
      <dgm:prSet presAssocID="{E724123D-5E83-4BAD-9D54-58E02661EDA8}" presName="hierRoot2" presStyleCnt="0">
        <dgm:presLayoutVars>
          <dgm:hierBranch val="init"/>
        </dgm:presLayoutVars>
      </dgm:prSet>
      <dgm:spPr/>
    </dgm:pt>
    <dgm:pt modelId="{3CB6FB56-980D-4B1F-B26A-1D03154C9980}" type="pres">
      <dgm:prSet presAssocID="{E724123D-5E83-4BAD-9D54-58E02661EDA8}" presName="rootComposite" presStyleCnt="0"/>
      <dgm:spPr/>
    </dgm:pt>
    <dgm:pt modelId="{31645EC6-F1B4-4D35-B9F2-7477956CD06D}" type="pres">
      <dgm:prSet presAssocID="{E724123D-5E83-4BAD-9D54-58E02661EDA8}" presName="rootText" presStyleLbl="node4" presStyleIdx="13" presStyleCnt="56">
        <dgm:presLayoutVars>
          <dgm:chPref val="3"/>
        </dgm:presLayoutVars>
      </dgm:prSet>
      <dgm:spPr/>
    </dgm:pt>
    <dgm:pt modelId="{25198D12-9267-45B4-B77A-8D2776C0EA31}" type="pres">
      <dgm:prSet presAssocID="{E724123D-5E83-4BAD-9D54-58E02661EDA8}" presName="rootConnector" presStyleLbl="node4" presStyleIdx="13" presStyleCnt="56"/>
      <dgm:spPr/>
    </dgm:pt>
    <dgm:pt modelId="{A0318099-A2ED-4475-B842-41B19E3533D9}" type="pres">
      <dgm:prSet presAssocID="{E724123D-5E83-4BAD-9D54-58E02661EDA8}" presName="hierChild4" presStyleCnt="0"/>
      <dgm:spPr/>
    </dgm:pt>
    <dgm:pt modelId="{8C4E6931-9BB4-4890-BD3C-D28BE101291C}" type="pres">
      <dgm:prSet presAssocID="{E724123D-5E83-4BAD-9D54-58E02661EDA8}" presName="hierChild5" presStyleCnt="0"/>
      <dgm:spPr/>
    </dgm:pt>
    <dgm:pt modelId="{16F60A7C-45B2-4E2B-9F65-36120231C8A8}" type="pres">
      <dgm:prSet presAssocID="{A541CE23-D008-44EA-8DB7-227EA78EC81B}" presName="hierChild5" presStyleCnt="0"/>
      <dgm:spPr/>
    </dgm:pt>
    <dgm:pt modelId="{F6EDA9D3-898B-4FAC-941F-BF536C5EC03F}" type="pres">
      <dgm:prSet presAssocID="{C9F56B78-BDC8-4FD5-97A6-57BD1DC211C1}" presName="hierChild5" presStyleCnt="0"/>
      <dgm:spPr/>
    </dgm:pt>
    <dgm:pt modelId="{D6E5824F-58F0-4AA6-808E-A8C3310F7578}" type="pres">
      <dgm:prSet presAssocID="{E3A12F7F-1966-4612-8FED-A67BF5102A34}" presName="hierChild5" presStyleCnt="0"/>
      <dgm:spPr/>
    </dgm:pt>
    <dgm:pt modelId="{A832D17B-06C0-447E-ACFE-57D65379358B}" type="pres">
      <dgm:prSet presAssocID="{92ADD581-E994-4210-92FB-5D376654E87C}" presName="Name37" presStyleLbl="parChTrans1D3" presStyleIdx="1" presStyleCnt="4"/>
      <dgm:spPr/>
    </dgm:pt>
    <dgm:pt modelId="{2CDC4924-30CB-4F69-A74C-DA930E5C7EEB}" type="pres">
      <dgm:prSet presAssocID="{09B476AE-3476-43F6-AFB0-ACEDA1F0EFC2}" presName="hierRoot2" presStyleCnt="0">
        <dgm:presLayoutVars>
          <dgm:hierBranch val="init"/>
        </dgm:presLayoutVars>
      </dgm:prSet>
      <dgm:spPr/>
    </dgm:pt>
    <dgm:pt modelId="{84AFDAF2-DBB0-4D59-8204-B4F22B19AC9C}" type="pres">
      <dgm:prSet presAssocID="{09B476AE-3476-43F6-AFB0-ACEDA1F0EFC2}" presName="rootComposite" presStyleCnt="0"/>
      <dgm:spPr/>
    </dgm:pt>
    <dgm:pt modelId="{32BB45B7-CBCB-4518-BBE4-C7515709EB2F}" type="pres">
      <dgm:prSet presAssocID="{09B476AE-3476-43F6-AFB0-ACEDA1F0EFC2}" presName="rootText" presStyleLbl="node3" presStyleIdx="1" presStyleCnt="4">
        <dgm:presLayoutVars>
          <dgm:chPref val="3"/>
        </dgm:presLayoutVars>
      </dgm:prSet>
      <dgm:spPr/>
    </dgm:pt>
    <dgm:pt modelId="{9A33180D-0736-4335-AE43-646444544531}" type="pres">
      <dgm:prSet presAssocID="{09B476AE-3476-43F6-AFB0-ACEDA1F0EFC2}" presName="rootConnector" presStyleLbl="node3" presStyleIdx="1" presStyleCnt="4"/>
      <dgm:spPr/>
    </dgm:pt>
    <dgm:pt modelId="{BAB915C5-897B-413C-A22B-08C4BD49A948}" type="pres">
      <dgm:prSet presAssocID="{09B476AE-3476-43F6-AFB0-ACEDA1F0EFC2}" presName="hierChild4" presStyleCnt="0"/>
      <dgm:spPr/>
    </dgm:pt>
    <dgm:pt modelId="{715BD821-A126-4F49-81ED-975D5DF50A92}" type="pres">
      <dgm:prSet presAssocID="{E1D83989-7EC8-47A0-985E-02DD216D5A5C}" presName="Name37" presStyleLbl="parChTrans1D4" presStyleIdx="14" presStyleCnt="56"/>
      <dgm:spPr/>
    </dgm:pt>
    <dgm:pt modelId="{DFB876A4-E0F1-46B7-8BD4-383FB16614E3}" type="pres">
      <dgm:prSet presAssocID="{4F2B2ABE-028D-4AA9-8C3F-F0923B1D913A}" presName="hierRoot2" presStyleCnt="0">
        <dgm:presLayoutVars>
          <dgm:hierBranch val="init"/>
        </dgm:presLayoutVars>
      </dgm:prSet>
      <dgm:spPr/>
    </dgm:pt>
    <dgm:pt modelId="{0B35A548-039E-4402-BA1F-A3C36545C658}" type="pres">
      <dgm:prSet presAssocID="{4F2B2ABE-028D-4AA9-8C3F-F0923B1D913A}" presName="rootComposite" presStyleCnt="0"/>
      <dgm:spPr/>
    </dgm:pt>
    <dgm:pt modelId="{C350A76F-7E2E-4ADA-A345-3F2F8F733AF3}" type="pres">
      <dgm:prSet presAssocID="{4F2B2ABE-028D-4AA9-8C3F-F0923B1D913A}" presName="rootText" presStyleLbl="node4" presStyleIdx="14" presStyleCnt="56">
        <dgm:presLayoutVars>
          <dgm:chPref val="3"/>
        </dgm:presLayoutVars>
      </dgm:prSet>
      <dgm:spPr/>
    </dgm:pt>
    <dgm:pt modelId="{AB62C54D-EF3E-4E03-A205-C792EB3298EF}" type="pres">
      <dgm:prSet presAssocID="{4F2B2ABE-028D-4AA9-8C3F-F0923B1D913A}" presName="rootConnector" presStyleLbl="node4" presStyleIdx="14" presStyleCnt="56"/>
      <dgm:spPr/>
    </dgm:pt>
    <dgm:pt modelId="{2B772CF7-B37E-4B4F-B6EF-34A401AF8936}" type="pres">
      <dgm:prSet presAssocID="{4F2B2ABE-028D-4AA9-8C3F-F0923B1D913A}" presName="hierChild4" presStyleCnt="0"/>
      <dgm:spPr/>
    </dgm:pt>
    <dgm:pt modelId="{121111DD-7861-466E-A9D4-4A3EAA2751A2}" type="pres">
      <dgm:prSet presAssocID="{76B6C45D-33FF-4FED-8FCC-C112E690D3B3}" presName="Name37" presStyleLbl="parChTrans1D4" presStyleIdx="15" presStyleCnt="56"/>
      <dgm:spPr/>
    </dgm:pt>
    <dgm:pt modelId="{12132D79-058B-472C-B998-750CA185DF26}" type="pres">
      <dgm:prSet presAssocID="{A9B95861-C914-4935-9490-D3909604E260}" presName="hierRoot2" presStyleCnt="0">
        <dgm:presLayoutVars>
          <dgm:hierBranch val="init"/>
        </dgm:presLayoutVars>
      </dgm:prSet>
      <dgm:spPr/>
    </dgm:pt>
    <dgm:pt modelId="{6F9163CC-B1A9-4620-A636-D14BB0258AE6}" type="pres">
      <dgm:prSet presAssocID="{A9B95861-C914-4935-9490-D3909604E260}" presName="rootComposite" presStyleCnt="0"/>
      <dgm:spPr/>
    </dgm:pt>
    <dgm:pt modelId="{C82F0FAC-58C4-4810-A1B1-EDA5156E8E08}" type="pres">
      <dgm:prSet presAssocID="{A9B95861-C914-4935-9490-D3909604E260}" presName="rootText" presStyleLbl="node4" presStyleIdx="15" presStyleCnt="56">
        <dgm:presLayoutVars>
          <dgm:chPref val="3"/>
        </dgm:presLayoutVars>
      </dgm:prSet>
      <dgm:spPr/>
    </dgm:pt>
    <dgm:pt modelId="{6C6DCA7E-E199-4043-A3E3-B028BA83F44D}" type="pres">
      <dgm:prSet presAssocID="{A9B95861-C914-4935-9490-D3909604E260}" presName="rootConnector" presStyleLbl="node4" presStyleIdx="15" presStyleCnt="56"/>
      <dgm:spPr/>
    </dgm:pt>
    <dgm:pt modelId="{D79B4C21-20CD-41B3-89F9-A0C5C28AD49A}" type="pres">
      <dgm:prSet presAssocID="{A9B95861-C914-4935-9490-D3909604E260}" presName="hierChild4" presStyleCnt="0"/>
      <dgm:spPr/>
    </dgm:pt>
    <dgm:pt modelId="{F05BB570-C14F-448F-A497-08653C4DDF07}" type="pres">
      <dgm:prSet presAssocID="{17B4589C-3BC7-4765-9677-C9E3FA5D14E8}" presName="Name37" presStyleLbl="parChTrans1D4" presStyleIdx="16" presStyleCnt="56"/>
      <dgm:spPr/>
    </dgm:pt>
    <dgm:pt modelId="{FB41FD83-D895-46A8-8F4F-90BB84E7DD08}" type="pres">
      <dgm:prSet presAssocID="{55C78616-5992-4CD0-BB8F-E36F4412C96E}" presName="hierRoot2" presStyleCnt="0">
        <dgm:presLayoutVars>
          <dgm:hierBranch val="init"/>
        </dgm:presLayoutVars>
      </dgm:prSet>
      <dgm:spPr/>
    </dgm:pt>
    <dgm:pt modelId="{932EBE2B-D8D9-4F6F-BAB9-745B3452B2A9}" type="pres">
      <dgm:prSet presAssocID="{55C78616-5992-4CD0-BB8F-E36F4412C96E}" presName="rootComposite" presStyleCnt="0"/>
      <dgm:spPr/>
    </dgm:pt>
    <dgm:pt modelId="{E9104875-515E-4449-9E96-8C21191FF9AA}" type="pres">
      <dgm:prSet presAssocID="{55C78616-5992-4CD0-BB8F-E36F4412C96E}" presName="rootText" presStyleLbl="node4" presStyleIdx="16" presStyleCnt="56">
        <dgm:presLayoutVars>
          <dgm:chPref val="3"/>
        </dgm:presLayoutVars>
      </dgm:prSet>
      <dgm:spPr/>
    </dgm:pt>
    <dgm:pt modelId="{38CBFE26-58FD-4D2D-8347-4049FB7D93F5}" type="pres">
      <dgm:prSet presAssocID="{55C78616-5992-4CD0-BB8F-E36F4412C96E}" presName="rootConnector" presStyleLbl="node4" presStyleIdx="16" presStyleCnt="56"/>
      <dgm:spPr/>
    </dgm:pt>
    <dgm:pt modelId="{E7383888-10AE-4D30-9973-CC904591A11B}" type="pres">
      <dgm:prSet presAssocID="{55C78616-5992-4CD0-BB8F-E36F4412C96E}" presName="hierChild4" presStyleCnt="0"/>
      <dgm:spPr/>
    </dgm:pt>
    <dgm:pt modelId="{8A56DB62-6C32-4EBC-BA2A-8A566437619B}" type="pres">
      <dgm:prSet presAssocID="{55C78616-5992-4CD0-BB8F-E36F4412C96E}" presName="hierChild5" presStyleCnt="0"/>
      <dgm:spPr/>
    </dgm:pt>
    <dgm:pt modelId="{7815F976-AE86-415B-AF75-6D298090D0EF}" type="pres">
      <dgm:prSet presAssocID="{B70C3604-3052-4D98-848A-122B65A4130C}" presName="Name37" presStyleLbl="parChTrans1D4" presStyleIdx="17" presStyleCnt="56"/>
      <dgm:spPr/>
    </dgm:pt>
    <dgm:pt modelId="{61E28989-E9A7-4C00-968B-107A707B83CF}" type="pres">
      <dgm:prSet presAssocID="{ADDBAA14-6BEA-402A-A5C3-1BE54255E279}" presName="hierRoot2" presStyleCnt="0">
        <dgm:presLayoutVars>
          <dgm:hierBranch val="init"/>
        </dgm:presLayoutVars>
      </dgm:prSet>
      <dgm:spPr/>
    </dgm:pt>
    <dgm:pt modelId="{3065DE0D-2436-4529-BA03-09401C126EA5}" type="pres">
      <dgm:prSet presAssocID="{ADDBAA14-6BEA-402A-A5C3-1BE54255E279}" presName="rootComposite" presStyleCnt="0"/>
      <dgm:spPr/>
    </dgm:pt>
    <dgm:pt modelId="{B552BF38-60B2-47B7-98C7-AB1C00C99BA1}" type="pres">
      <dgm:prSet presAssocID="{ADDBAA14-6BEA-402A-A5C3-1BE54255E279}" presName="rootText" presStyleLbl="node4" presStyleIdx="17" presStyleCnt="56">
        <dgm:presLayoutVars>
          <dgm:chPref val="3"/>
        </dgm:presLayoutVars>
      </dgm:prSet>
      <dgm:spPr/>
    </dgm:pt>
    <dgm:pt modelId="{D6FEFBD0-DEA6-4113-9FC2-F60C7A0D492F}" type="pres">
      <dgm:prSet presAssocID="{ADDBAA14-6BEA-402A-A5C3-1BE54255E279}" presName="rootConnector" presStyleLbl="node4" presStyleIdx="17" presStyleCnt="56"/>
      <dgm:spPr/>
    </dgm:pt>
    <dgm:pt modelId="{FA0EE066-BF29-4B7C-A502-E347722E694D}" type="pres">
      <dgm:prSet presAssocID="{ADDBAA14-6BEA-402A-A5C3-1BE54255E279}" presName="hierChild4" presStyleCnt="0"/>
      <dgm:spPr/>
    </dgm:pt>
    <dgm:pt modelId="{C5B7B3BD-5443-4F70-8A52-86420D685501}" type="pres">
      <dgm:prSet presAssocID="{ADDBAA14-6BEA-402A-A5C3-1BE54255E279}" presName="hierChild5" presStyleCnt="0"/>
      <dgm:spPr/>
    </dgm:pt>
    <dgm:pt modelId="{A0BEC3A7-0E15-4CB9-B728-18B7BE1D3E7A}" type="pres">
      <dgm:prSet presAssocID="{A9B95861-C914-4935-9490-D3909604E260}" presName="hierChild5" presStyleCnt="0"/>
      <dgm:spPr/>
    </dgm:pt>
    <dgm:pt modelId="{E380B7D2-8F7F-427A-9D6B-7759E811338C}" type="pres">
      <dgm:prSet presAssocID="{9403E420-D801-4B90-B1B6-6E3AE7CF9110}" presName="Name37" presStyleLbl="parChTrans1D4" presStyleIdx="18" presStyleCnt="56"/>
      <dgm:spPr/>
    </dgm:pt>
    <dgm:pt modelId="{1C0D06F3-16B2-4542-A7E3-17B8EE49F1AD}" type="pres">
      <dgm:prSet presAssocID="{1433A6F6-4AF4-4F63-8216-EC250C701B67}" presName="hierRoot2" presStyleCnt="0">
        <dgm:presLayoutVars>
          <dgm:hierBranch val="init"/>
        </dgm:presLayoutVars>
      </dgm:prSet>
      <dgm:spPr/>
    </dgm:pt>
    <dgm:pt modelId="{65B1B26F-D0A9-4127-A39A-58C856D50560}" type="pres">
      <dgm:prSet presAssocID="{1433A6F6-4AF4-4F63-8216-EC250C701B67}" presName="rootComposite" presStyleCnt="0"/>
      <dgm:spPr/>
    </dgm:pt>
    <dgm:pt modelId="{9394CD65-B6F7-4AFE-8ED6-9BEDAE41F4B9}" type="pres">
      <dgm:prSet presAssocID="{1433A6F6-4AF4-4F63-8216-EC250C701B67}" presName="rootText" presStyleLbl="node4" presStyleIdx="18" presStyleCnt="56">
        <dgm:presLayoutVars>
          <dgm:chPref val="3"/>
        </dgm:presLayoutVars>
      </dgm:prSet>
      <dgm:spPr/>
    </dgm:pt>
    <dgm:pt modelId="{91FE2E34-FFD3-4725-BA36-A4E3D0FB55B2}" type="pres">
      <dgm:prSet presAssocID="{1433A6F6-4AF4-4F63-8216-EC250C701B67}" presName="rootConnector" presStyleLbl="node4" presStyleIdx="18" presStyleCnt="56"/>
      <dgm:spPr/>
    </dgm:pt>
    <dgm:pt modelId="{770A4279-7684-4F52-98C7-BFDD825E3CF7}" type="pres">
      <dgm:prSet presAssocID="{1433A6F6-4AF4-4F63-8216-EC250C701B67}" presName="hierChild4" presStyleCnt="0"/>
      <dgm:spPr/>
    </dgm:pt>
    <dgm:pt modelId="{7595AC22-F1BB-4CBC-80AD-9F333472618A}" type="pres">
      <dgm:prSet presAssocID="{F8A7B8D6-2C0F-4588-9B07-234339753505}" presName="Name37" presStyleLbl="parChTrans1D4" presStyleIdx="19" presStyleCnt="56"/>
      <dgm:spPr/>
    </dgm:pt>
    <dgm:pt modelId="{6DD0778C-B276-4CEE-8872-8EA7981DB36B}" type="pres">
      <dgm:prSet presAssocID="{DFCBE403-9467-4313-927D-573764DA646F}" presName="hierRoot2" presStyleCnt="0">
        <dgm:presLayoutVars>
          <dgm:hierBranch val="init"/>
        </dgm:presLayoutVars>
      </dgm:prSet>
      <dgm:spPr/>
    </dgm:pt>
    <dgm:pt modelId="{0181BB28-FF61-47FA-AAC6-79204F45DFBA}" type="pres">
      <dgm:prSet presAssocID="{DFCBE403-9467-4313-927D-573764DA646F}" presName="rootComposite" presStyleCnt="0"/>
      <dgm:spPr/>
    </dgm:pt>
    <dgm:pt modelId="{722F6BDA-75A2-4CD1-88C1-099A352B524B}" type="pres">
      <dgm:prSet presAssocID="{DFCBE403-9467-4313-927D-573764DA646F}" presName="rootText" presStyleLbl="node4" presStyleIdx="19" presStyleCnt="56">
        <dgm:presLayoutVars>
          <dgm:chPref val="3"/>
        </dgm:presLayoutVars>
      </dgm:prSet>
      <dgm:spPr/>
    </dgm:pt>
    <dgm:pt modelId="{64A860A9-024E-4E62-BD9D-167285A31A16}" type="pres">
      <dgm:prSet presAssocID="{DFCBE403-9467-4313-927D-573764DA646F}" presName="rootConnector" presStyleLbl="node4" presStyleIdx="19" presStyleCnt="56"/>
      <dgm:spPr/>
    </dgm:pt>
    <dgm:pt modelId="{909CFE9F-85B0-46EF-A7E4-24CF319074F8}" type="pres">
      <dgm:prSet presAssocID="{DFCBE403-9467-4313-927D-573764DA646F}" presName="hierChild4" presStyleCnt="0"/>
      <dgm:spPr/>
    </dgm:pt>
    <dgm:pt modelId="{43B0D2F5-C757-44A5-BD0D-73BF9F29BF9A}" type="pres">
      <dgm:prSet presAssocID="{DFCBE403-9467-4313-927D-573764DA646F}" presName="hierChild5" presStyleCnt="0"/>
      <dgm:spPr/>
    </dgm:pt>
    <dgm:pt modelId="{DE5499F6-EC61-407D-AC71-DB87F141B37E}" type="pres">
      <dgm:prSet presAssocID="{AEB853E0-5B8B-4D9F-9094-71399B2E4E78}" presName="Name37" presStyleLbl="parChTrans1D4" presStyleIdx="20" presStyleCnt="56"/>
      <dgm:spPr/>
    </dgm:pt>
    <dgm:pt modelId="{E13E54C7-FAC8-4DA1-9677-F3DCDDAE7C10}" type="pres">
      <dgm:prSet presAssocID="{2A11CA4D-7DC8-4F06-802A-A47BE65B278E}" presName="hierRoot2" presStyleCnt="0">
        <dgm:presLayoutVars>
          <dgm:hierBranch val="init"/>
        </dgm:presLayoutVars>
      </dgm:prSet>
      <dgm:spPr/>
    </dgm:pt>
    <dgm:pt modelId="{CE34907B-53A8-42DE-992B-4FBF90B5DC1B}" type="pres">
      <dgm:prSet presAssocID="{2A11CA4D-7DC8-4F06-802A-A47BE65B278E}" presName="rootComposite" presStyleCnt="0"/>
      <dgm:spPr/>
    </dgm:pt>
    <dgm:pt modelId="{979AF92C-184F-47C5-825C-F00E4D34757F}" type="pres">
      <dgm:prSet presAssocID="{2A11CA4D-7DC8-4F06-802A-A47BE65B278E}" presName="rootText" presStyleLbl="node4" presStyleIdx="20" presStyleCnt="56">
        <dgm:presLayoutVars>
          <dgm:chPref val="3"/>
        </dgm:presLayoutVars>
      </dgm:prSet>
      <dgm:spPr/>
    </dgm:pt>
    <dgm:pt modelId="{97DFC6CB-1A79-4CB8-92FB-0D7BF341DE37}" type="pres">
      <dgm:prSet presAssocID="{2A11CA4D-7DC8-4F06-802A-A47BE65B278E}" presName="rootConnector" presStyleLbl="node4" presStyleIdx="20" presStyleCnt="56"/>
      <dgm:spPr/>
    </dgm:pt>
    <dgm:pt modelId="{D22D15B2-6C36-4711-A6D3-858AD156093F}" type="pres">
      <dgm:prSet presAssocID="{2A11CA4D-7DC8-4F06-802A-A47BE65B278E}" presName="hierChild4" presStyleCnt="0"/>
      <dgm:spPr/>
    </dgm:pt>
    <dgm:pt modelId="{77F7DF4F-A645-43B0-B619-8B4E4475149B}" type="pres">
      <dgm:prSet presAssocID="{2A11CA4D-7DC8-4F06-802A-A47BE65B278E}" presName="hierChild5" presStyleCnt="0"/>
      <dgm:spPr/>
    </dgm:pt>
    <dgm:pt modelId="{6ACE0E4F-63CA-4D84-B8E6-A9822E3A76F7}" type="pres">
      <dgm:prSet presAssocID="{1433A6F6-4AF4-4F63-8216-EC250C701B67}" presName="hierChild5" presStyleCnt="0"/>
      <dgm:spPr/>
    </dgm:pt>
    <dgm:pt modelId="{24474E92-A53A-4732-8358-E75F206A086B}" type="pres">
      <dgm:prSet presAssocID="{4F2B2ABE-028D-4AA9-8C3F-F0923B1D913A}" presName="hierChild5" presStyleCnt="0"/>
      <dgm:spPr/>
    </dgm:pt>
    <dgm:pt modelId="{80433487-8150-4097-883A-86660512D5B8}" type="pres">
      <dgm:prSet presAssocID="{C1D25A18-7954-44CC-975D-1E82AE383C13}" presName="Name37" presStyleLbl="parChTrans1D4" presStyleIdx="21" presStyleCnt="56"/>
      <dgm:spPr/>
    </dgm:pt>
    <dgm:pt modelId="{A3A98F7C-7814-4361-9FAE-278A67718396}" type="pres">
      <dgm:prSet presAssocID="{96E29060-71AB-46DA-B08D-B8EED6434DF9}" presName="hierRoot2" presStyleCnt="0">
        <dgm:presLayoutVars>
          <dgm:hierBranch val="init"/>
        </dgm:presLayoutVars>
      </dgm:prSet>
      <dgm:spPr/>
    </dgm:pt>
    <dgm:pt modelId="{86DEEFDD-00FD-4B3C-BFE7-BA00AD093B76}" type="pres">
      <dgm:prSet presAssocID="{96E29060-71AB-46DA-B08D-B8EED6434DF9}" presName="rootComposite" presStyleCnt="0"/>
      <dgm:spPr/>
    </dgm:pt>
    <dgm:pt modelId="{0C017FAF-AF31-4EE1-8D66-D1005DB97CF9}" type="pres">
      <dgm:prSet presAssocID="{96E29060-71AB-46DA-B08D-B8EED6434DF9}" presName="rootText" presStyleLbl="node4" presStyleIdx="21" presStyleCnt="56">
        <dgm:presLayoutVars>
          <dgm:chPref val="3"/>
        </dgm:presLayoutVars>
      </dgm:prSet>
      <dgm:spPr/>
    </dgm:pt>
    <dgm:pt modelId="{68D5FFAF-8A33-4F32-BD98-82DAB5A08706}" type="pres">
      <dgm:prSet presAssocID="{96E29060-71AB-46DA-B08D-B8EED6434DF9}" presName="rootConnector" presStyleLbl="node4" presStyleIdx="21" presStyleCnt="56"/>
      <dgm:spPr/>
    </dgm:pt>
    <dgm:pt modelId="{FD016E26-2D79-43C8-9585-30452FFEBEC7}" type="pres">
      <dgm:prSet presAssocID="{96E29060-71AB-46DA-B08D-B8EED6434DF9}" presName="hierChild4" presStyleCnt="0"/>
      <dgm:spPr/>
    </dgm:pt>
    <dgm:pt modelId="{BE86711B-869D-4038-882D-7DA23162FDEF}" type="pres">
      <dgm:prSet presAssocID="{DE160042-CFC0-4DB7-AA50-C48EAC2AE7BE}" presName="Name37" presStyleLbl="parChTrans1D4" presStyleIdx="22" presStyleCnt="56"/>
      <dgm:spPr/>
    </dgm:pt>
    <dgm:pt modelId="{2444D620-E10C-4907-862C-21ADFC4EE797}" type="pres">
      <dgm:prSet presAssocID="{20C4D797-93E3-48B3-A176-210CB30D0410}" presName="hierRoot2" presStyleCnt="0">
        <dgm:presLayoutVars>
          <dgm:hierBranch val="init"/>
        </dgm:presLayoutVars>
      </dgm:prSet>
      <dgm:spPr/>
    </dgm:pt>
    <dgm:pt modelId="{2404C553-D129-4840-90FC-291845EB310E}" type="pres">
      <dgm:prSet presAssocID="{20C4D797-93E3-48B3-A176-210CB30D0410}" presName="rootComposite" presStyleCnt="0"/>
      <dgm:spPr/>
    </dgm:pt>
    <dgm:pt modelId="{6314183A-E942-4351-866D-5BD80210C69F}" type="pres">
      <dgm:prSet presAssocID="{20C4D797-93E3-48B3-A176-210CB30D0410}" presName="rootText" presStyleLbl="node4" presStyleIdx="22" presStyleCnt="56">
        <dgm:presLayoutVars>
          <dgm:chPref val="3"/>
        </dgm:presLayoutVars>
      </dgm:prSet>
      <dgm:spPr/>
    </dgm:pt>
    <dgm:pt modelId="{6C32A5CD-9113-4C25-A93F-F948A19C818E}" type="pres">
      <dgm:prSet presAssocID="{20C4D797-93E3-48B3-A176-210CB30D0410}" presName="rootConnector" presStyleLbl="node4" presStyleIdx="22" presStyleCnt="56"/>
      <dgm:spPr/>
    </dgm:pt>
    <dgm:pt modelId="{9D3A06C5-8EAE-4681-A4C7-998128517875}" type="pres">
      <dgm:prSet presAssocID="{20C4D797-93E3-48B3-A176-210CB30D0410}" presName="hierChild4" presStyleCnt="0"/>
      <dgm:spPr/>
    </dgm:pt>
    <dgm:pt modelId="{BBF80781-7029-4124-BE1C-679A921D04E6}" type="pres">
      <dgm:prSet presAssocID="{958FCA34-B7FF-413E-82F6-7DFCE2C1BC6E}" presName="Name37" presStyleLbl="parChTrans1D4" presStyleIdx="23" presStyleCnt="56"/>
      <dgm:spPr/>
    </dgm:pt>
    <dgm:pt modelId="{2965C508-96A3-45C5-94DA-3124B9B0C178}" type="pres">
      <dgm:prSet presAssocID="{DB8B75D1-EA8E-4485-AF5A-221D5097C555}" presName="hierRoot2" presStyleCnt="0">
        <dgm:presLayoutVars>
          <dgm:hierBranch val="init"/>
        </dgm:presLayoutVars>
      </dgm:prSet>
      <dgm:spPr/>
    </dgm:pt>
    <dgm:pt modelId="{6504FE7C-A6BF-4AF1-9CCB-95C3555745EA}" type="pres">
      <dgm:prSet presAssocID="{DB8B75D1-EA8E-4485-AF5A-221D5097C555}" presName="rootComposite" presStyleCnt="0"/>
      <dgm:spPr/>
    </dgm:pt>
    <dgm:pt modelId="{248AF14E-4655-4727-8F3C-54DEC40E799B}" type="pres">
      <dgm:prSet presAssocID="{DB8B75D1-EA8E-4485-AF5A-221D5097C555}" presName="rootText" presStyleLbl="node4" presStyleIdx="23" presStyleCnt="56">
        <dgm:presLayoutVars>
          <dgm:chPref val="3"/>
        </dgm:presLayoutVars>
      </dgm:prSet>
      <dgm:spPr/>
    </dgm:pt>
    <dgm:pt modelId="{643CC7F2-23E1-476B-9884-E6C6A919D69B}" type="pres">
      <dgm:prSet presAssocID="{DB8B75D1-EA8E-4485-AF5A-221D5097C555}" presName="rootConnector" presStyleLbl="node4" presStyleIdx="23" presStyleCnt="56"/>
      <dgm:spPr/>
    </dgm:pt>
    <dgm:pt modelId="{3E817707-D5CA-4F9C-9FB5-99A2191E0507}" type="pres">
      <dgm:prSet presAssocID="{DB8B75D1-EA8E-4485-AF5A-221D5097C555}" presName="hierChild4" presStyleCnt="0"/>
      <dgm:spPr/>
    </dgm:pt>
    <dgm:pt modelId="{144CBD09-20CD-4058-9183-592CE9C1097E}" type="pres">
      <dgm:prSet presAssocID="{DB8B75D1-EA8E-4485-AF5A-221D5097C555}" presName="hierChild5" presStyleCnt="0"/>
      <dgm:spPr/>
    </dgm:pt>
    <dgm:pt modelId="{B8611B04-B1F1-41D3-BD92-9ABBEE3EF898}" type="pres">
      <dgm:prSet presAssocID="{F44DF2CB-7EA1-40EA-9183-73920ECD9D2D}" presName="Name37" presStyleLbl="parChTrans1D4" presStyleIdx="24" presStyleCnt="56"/>
      <dgm:spPr/>
    </dgm:pt>
    <dgm:pt modelId="{ADC0A91E-6DEF-479C-A95B-A6F9BC1CBA1A}" type="pres">
      <dgm:prSet presAssocID="{1FE6B13B-E94F-483B-ACE9-5CB07F4A97F5}" presName="hierRoot2" presStyleCnt="0">
        <dgm:presLayoutVars>
          <dgm:hierBranch val="init"/>
        </dgm:presLayoutVars>
      </dgm:prSet>
      <dgm:spPr/>
    </dgm:pt>
    <dgm:pt modelId="{0CB5CAC9-B31E-4E02-899A-00444E488911}" type="pres">
      <dgm:prSet presAssocID="{1FE6B13B-E94F-483B-ACE9-5CB07F4A97F5}" presName="rootComposite" presStyleCnt="0"/>
      <dgm:spPr/>
    </dgm:pt>
    <dgm:pt modelId="{03007056-5018-4E2B-B8D7-E15D94E54418}" type="pres">
      <dgm:prSet presAssocID="{1FE6B13B-E94F-483B-ACE9-5CB07F4A97F5}" presName="rootText" presStyleLbl="node4" presStyleIdx="24" presStyleCnt="56">
        <dgm:presLayoutVars>
          <dgm:chPref val="3"/>
        </dgm:presLayoutVars>
      </dgm:prSet>
      <dgm:spPr/>
    </dgm:pt>
    <dgm:pt modelId="{8DE0BE53-3030-4CC4-80FE-F975DFE1251A}" type="pres">
      <dgm:prSet presAssocID="{1FE6B13B-E94F-483B-ACE9-5CB07F4A97F5}" presName="rootConnector" presStyleLbl="node4" presStyleIdx="24" presStyleCnt="56"/>
      <dgm:spPr/>
    </dgm:pt>
    <dgm:pt modelId="{1FC54322-EDEE-489B-8F1D-FBC3A4BA6FC3}" type="pres">
      <dgm:prSet presAssocID="{1FE6B13B-E94F-483B-ACE9-5CB07F4A97F5}" presName="hierChild4" presStyleCnt="0"/>
      <dgm:spPr/>
    </dgm:pt>
    <dgm:pt modelId="{E7D11334-DB32-4464-BA56-69882A62118A}" type="pres">
      <dgm:prSet presAssocID="{1FE6B13B-E94F-483B-ACE9-5CB07F4A97F5}" presName="hierChild5" presStyleCnt="0"/>
      <dgm:spPr/>
    </dgm:pt>
    <dgm:pt modelId="{318CA3DA-7376-46CB-8EFB-2A028B842BA7}" type="pres">
      <dgm:prSet presAssocID="{20C4D797-93E3-48B3-A176-210CB30D0410}" presName="hierChild5" presStyleCnt="0"/>
      <dgm:spPr/>
    </dgm:pt>
    <dgm:pt modelId="{FAFD82B5-AC5A-463B-9781-835FA09BC95E}" type="pres">
      <dgm:prSet presAssocID="{35DDC4CE-E3DB-45CF-9286-1BEA9B781CDA}" presName="Name37" presStyleLbl="parChTrans1D4" presStyleIdx="25" presStyleCnt="56"/>
      <dgm:spPr/>
    </dgm:pt>
    <dgm:pt modelId="{7078319E-981F-4CB9-AE69-8C3A3196144E}" type="pres">
      <dgm:prSet presAssocID="{FDC74FC0-868E-42D3-953B-E2D8007109D6}" presName="hierRoot2" presStyleCnt="0">
        <dgm:presLayoutVars>
          <dgm:hierBranch val="init"/>
        </dgm:presLayoutVars>
      </dgm:prSet>
      <dgm:spPr/>
    </dgm:pt>
    <dgm:pt modelId="{ED70C3D6-1E24-4B36-AAC1-926AB752375C}" type="pres">
      <dgm:prSet presAssocID="{FDC74FC0-868E-42D3-953B-E2D8007109D6}" presName="rootComposite" presStyleCnt="0"/>
      <dgm:spPr/>
    </dgm:pt>
    <dgm:pt modelId="{1003BAD9-5F2F-4823-AAF9-E84BE7EF163D}" type="pres">
      <dgm:prSet presAssocID="{FDC74FC0-868E-42D3-953B-E2D8007109D6}" presName="rootText" presStyleLbl="node4" presStyleIdx="25" presStyleCnt="56">
        <dgm:presLayoutVars>
          <dgm:chPref val="3"/>
        </dgm:presLayoutVars>
      </dgm:prSet>
      <dgm:spPr/>
    </dgm:pt>
    <dgm:pt modelId="{1258F09B-C23B-49D4-895E-2042F1F6FD46}" type="pres">
      <dgm:prSet presAssocID="{FDC74FC0-868E-42D3-953B-E2D8007109D6}" presName="rootConnector" presStyleLbl="node4" presStyleIdx="25" presStyleCnt="56"/>
      <dgm:spPr/>
    </dgm:pt>
    <dgm:pt modelId="{F03F05FD-8315-41FA-8AE7-1D149BFC9783}" type="pres">
      <dgm:prSet presAssocID="{FDC74FC0-868E-42D3-953B-E2D8007109D6}" presName="hierChild4" presStyleCnt="0"/>
      <dgm:spPr/>
    </dgm:pt>
    <dgm:pt modelId="{41CEC6C7-408D-4065-AE8C-EA55E950134E}" type="pres">
      <dgm:prSet presAssocID="{41C863DD-B888-4B09-9741-99830A857479}" presName="Name37" presStyleLbl="parChTrans1D4" presStyleIdx="26" presStyleCnt="56"/>
      <dgm:spPr/>
    </dgm:pt>
    <dgm:pt modelId="{A35ED416-0774-415E-AC56-EDE65C4AABE8}" type="pres">
      <dgm:prSet presAssocID="{3A21C679-05C0-4C6E-B466-47B056542A37}" presName="hierRoot2" presStyleCnt="0">
        <dgm:presLayoutVars>
          <dgm:hierBranch val="init"/>
        </dgm:presLayoutVars>
      </dgm:prSet>
      <dgm:spPr/>
    </dgm:pt>
    <dgm:pt modelId="{41D6F2FE-6E59-4CF4-81EB-1A99DE1A20F2}" type="pres">
      <dgm:prSet presAssocID="{3A21C679-05C0-4C6E-B466-47B056542A37}" presName="rootComposite" presStyleCnt="0"/>
      <dgm:spPr/>
    </dgm:pt>
    <dgm:pt modelId="{8DE5F529-DAC0-4AB3-8023-6AEBC8152EE1}" type="pres">
      <dgm:prSet presAssocID="{3A21C679-05C0-4C6E-B466-47B056542A37}" presName="rootText" presStyleLbl="node4" presStyleIdx="26" presStyleCnt="56">
        <dgm:presLayoutVars>
          <dgm:chPref val="3"/>
        </dgm:presLayoutVars>
      </dgm:prSet>
      <dgm:spPr/>
    </dgm:pt>
    <dgm:pt modelId="{677E6109-9E5D-4106-94C5-AE0969301D29}" type="pres">
      <dgm:prSet presAssocID="{3A21C679-05C0-4C6E-B466-47B056542A37}" presName="rootConnector" presStyleLbl="node4" presStyleIdx="26" presStyleCnt="56"/>
      <dgm:spPr/>
    </dgm:pt>
    <dgm:pt modelId="{CF7FED31-8C96-43D6-AC99-BB51112DD598}" type="pres">
      <dgm:prSet presAssocID="{3A21C679-05C0-4C6E-B466-47B056542A37}" presName="hierChild4" presStyleCnt="0"/>
      <dgm:spPr/>
    </dgm:pt>
    <dgm:pt modelId="{31C1DDD2-CE73-46BE-94E7-9D6029176942}" type="pres">
      <dgm:prSet presAssocID="{3A21C679-05C0-4C6E-B466-47B056542A37}" presName="hierChild5" presStyleCnt="0"/>
      <dgm:spPr/>
    </dgm:pt>
    <dgm:pt modelId="{4E20BB87-7544-40FC-9837-2B77ABE71694}" type="pres">
      <dgm:prSet presAssocID="{B313D4EA-FA8D-4310-B850-24BDD3B4D82F}" presName="Name37" presStyleLbl="parChTrans1D4" presStyleIdx="27" presStyleCnt="56"/>
      <dgm:spPr/>
    </dgm:pt>
    <dgm:pt modelId="{1B192197-1202-4806-B372-3E0CEB31B95D}" type="pres">
      <dgm:prSet presAssocID="{3C03ECB9-D57B-477B-9E83-EDE0B846BDD6}" presName="hierRoot2" presStyleCnt="0">
        <dgm:presLayoutVars>
          <dgm:hierBranch val="init"/>
        </dgm:presLayoutVars>
      </dgm:prSet>
      <dgm:spPr/>
    </dgm:pt>
    <dgm:pt modelId="{B015B4C4-98E7-40F5-A68E-DF292622597D}" type="pres">
      <dgm:prSet presAssocID="{3C03ECB9-D57B-477B-9E83-EDE0B846BDD6}" presName="rootComposite" presStyleCnt="0"/>
      <dgm:spPr/>
    </dgm:pt>
    <dgm:pt modelId="{10B0CC48-5F6B-415B-9CC9-B377DC284E65}" type="pres">
      <dgm:prSet presAssocID="{3C03ECB9-D57B-477B-9E83-EDE0B846BDD6}" presName="rootText" presStyleLbl="node4" presStyleIdx="27" presStyleCnt="56">
        <dgm:presLayoutVars>
          <dgm:chPref val="3"/>
        </dgm:presLayoutVars>
      </dgm:prSet>
      <dgm:spPr/>
    </dgm:pt>
    <dgm:pt modelId="{045A35F9-8E8D-4EAF-A63D-3633D617AEF7}" type="pres">
      <dgm:prSet presAssocID="{3C03ECB9-D57B-477B-9E83-EDE0B846BDD6}" presName="rootConnector" presStyleLbl="node4" presStyleIdx="27" presStyleCnt="56"/>
      <dgm:spPr/>
    </dgm:pt>
    <dgm:pt modelId="{96592CF0-A5EC-4623-ADB4-49E7178203FE}" type="pres">
      <dgm:prSet presAssocID="{3C03ECB9-D57B-477B-9E83-EDE0B846BDD6}" presName="hierChild4" presStyleCnt="0"/>
      <dgm:spPr/>
    </dgm:pt>
    <dgm:pt modelId="{72A59CA8-4A6C-4973-BA79-B1FFE647C648}" type="pres">
      <dgm:prSet presAssocID="{3C03ECB9-D57B-477B-9E83-EDE0B846BDD6}" presName="hierChild5" presStyleCnt="0"/>
      <dgm:spPr/>
    </dgm:pt>
    <dgm:pt modelId="{9442073F-DD4C-456A-AD96-E01E0A322829}" type="pres">
      <dgm:prSet presAssocID="{FDC74FC0-868E-42D3-953B-E2D8007109D6}" presName="hierChild5" presStyleCnt="0"/>
      <dgm:spPr/>
    </dgm:pt>
    <dgm:pt modelId="{284DF7AC-9494-455E-A338-1517A94C1DD9}" type="pres">
      <dgm:prSet presAssocID="{96E29060-71AB-46DA-B08D-B8EED6434DF9}" presName="hierChild5" presStyleCnt="0"/>
      <dgm:spPr/>
    </dgm:pt>
    <dgm:pt modelId="{C79254D5-ECB2-4641-B5B8-7F2184C1071F}" type="pres">
      <dgm:prSet presAssocID="{09B476AE-3476-43F6-AFB0-ACEDA1F0EFC2}" presName="hierChild5" presStyleCnt="0"/>
      <dgm:spPr/>
    </dgm:pt>
    <dgm:pt modelId="{73B81893-FF0F-46D6-88FB-D53A123B53BE}" type="pres">
      <dgm:prSet presAssocID="{11BC31E2-A728-42DC-8C72-B0D58E65180F}" presName="hierChild5" presStyleCnt="0"/>
      <dgm:spPr/>
    </dgm:pt>
    <dgm:pt modelId="{D72D1D29-5D76-489A-AA68-86B1E7797A74}" type="pres">
      <dgm:prSet presAssocID="{491F97FD-98D4-40AB-9D61-16F313573C66}" presName="Name37" presStyleLbl="parChTrans1D2" presStyleIdx="1" presStyleCnt="2"/>
      <dgm:spPr/>
    </dgm:pt>
    <dgm:pt modelId="{4E840FA8-4E3A-4604-BCEC-B843E2A4E35C}" type="pres">
      <dgm:prSet presAssocID="{FB1FCE23-C5EE-4380-B971-57F94BB3A7D1}" presName="hierRoot2" presStyleCnt="0">
        <dgm:presLayoutVars>
          <dgm:hierBranch val="init"/>
        </dgm:presLayoutVars>
      </dgm:prSet>
      <dgm:spPr/>
    </dgm:pt>
    <dgm:pt modelId="{CC640E27-9121-491B-B49E-7E0EF46D8DD0}" type="pres">
      <dgm:prSet presAssocID="{FB1FCE23-C5EE-4380-B971-57F94BB3A7D1}" presName="rootComposite" presStyleCnt="0"/>
      <dgm:spPr/>
    </dgm:pt>
    <dgm:pt modelId="{812429EA-76AB-4057-909E-589F74553EEB}" type="pres">
      <dgm:prSet presAssocID="{FB1FCE23-C5EE-4380-B971-57F94BB3A7D1}" presName="rootText" presStyleLbl="node2" presStyleIdx="1" presStyleCnt="2">
        <dgm:presLayoutVars>
          <dgm:chPref val="3"/>
        </dgm:presLayoutVars>
      </dgm:prSet>
      <dgm:spPr/>
    </dgm:pt>
    <dgm:pt modelId="{01260309-148E-458D-BCF6-5E96359C8464}" type="pres">
      <dgm:prSet presAssocID="{FB1FCE23-C5EE-4380-B971-57F94BB3A7D1}" presName="rootConnector" presStyleLbl="node2" presStyleIdx="1" presStyleCnt="2"/>
      <dgm:spPr/>
    </dgm:pt>
    <dgm:pt modelId="{299DB62E-252D-4BB7-8A8F-846CACBDC6C3}" type="pres">
      <dgm:prSet presAssocID="{FB1FCE23-C5EE-4380-B971-57F94BB3A7D1}" presName="hierChild4" presStyleCnt="0"/>
      <dgm:spPr/>
    </dgm:pt>
    <dgm:pt modelId="{17A050E6-8C80-40B6-8253-57C7E6610665}" type="pres">
      <dgm:prSet presAssocID="{C6611A42-816C-4C37-A393-C715658E8FF6}" presName="Name37" presStyleLbl="parChTrans1D3" presStyleIdx="2" presStyleCnt="4"/>
      <dgm:spPr/>
    </dgm:pt>
    <dgm:pt modelId="{336F36E9-D0AE-47BB-822C-C63319EA5B95}" type="pres">
      <dgm:prSet presAssocID="{010E06F3-D14F-4009-8C00-E1C02FDB1756}" presName="hierRoot2" presStyleCnt="0">
        <dgm:presLayoutVars>
          <dgm:hierBranch val="init"/>
        </dgm:presLayoutVars>
      </dgm:prSet>
      <dgm:spPr/>
    </dgm:pt>
    <dgm:pt modelId="{9EF948C9-E261-484C-B5AB-4A0E8227B65C}" type="pres">
      <dgm:prSet presAssocID="{010E06F3-D14F-4009-8C00-E1C02FDB1756}" presName="rootComposite" presStyleCnt="0"/>
      <dgm:spPr/>
    </dgm:pt>
    <dgm:pt modelId="{34C935BD-96E3-4A76-8354-5D06F9378306}" type="pres">
      <dgm:prSet presAssocID="{010E06F3-D14F-4009-8C00-E1C02FDB1756}" presName="rootText" presStyleLbl="node3" presStyleIdx="2" presStyleCnt="4">
        <dgm:presLayoutVars>
          <dgm:chPref val="3"/>
        </dgm:presLayoutVars>
      </dgm:prSet>
      <dgm:spPr/>
    </dgm:pt>
    <dgm:pt modelId="{C9F305FD-A6BD-4698-82AA-3A737490EDE9}" type="pres">
      <dgm:prSet presAssocID="{010E06F3-D14F-4009-8C00-E1C02FDB1756}" presName="rootConnector" presStyleLbl="node3" presStyleIdx="2" presStyleCnt="4"/>
      <dgm:spPr/>
    </dgm:pt>
    <dgm:pt modelId="{73796ADA-641F-4192-9BB1-AD3562FA13AA}" type="pres">
      <dgm:prSet presAssocID="{010E06F3-D14F-4009-8C00-E1C02FDB1756}" presName="hierChild4" presStyleCnt="0"/>
      <dgm:spPr/>
    </dgm:pt>
    <dgm:pt modelId="{3202DF5B-76AA-4AFB-A857-269C65D66ADE}" type="pres">
      <dgm:prSet presAssocID="{79E27A69-5610-4AB7-B456-174F6F2318A4}" presName="Name37" presStyleLbl="parChTrans1D4" presStyleIdx="28" presStyleCnt="56"/>
      <dgm:spPr/>
    </dgm:pt>
    <dgm:pt modelId="{C33F6AD9-3E60-4107-BFA5-79F846E03D34}" type="pres">
      <dgm:prSet presAssocID="{63FA2BBD-80FF-4B9E-88DF-CEAC20D605E5}" presName="hierRoot2" presStyleCnt="0">
        <dgm:presLayoutVars>
          <dgm:hierBranch val="init"/>
        </dgm:presLayoutVars>
      </dgm:prSet>
      <dgm:spPr/>
    </dgm:pt>
    <dgm:pt modelId="{760C1316-8C3E-4B7C-A037-9176AB627BFF}" type="pres">
      <dgm:prSet presAssocID="{63FA2BBD-80FF-4B9E-88DF-CEAC20D605E5}" presName="rootComposite" presStyleCnt="0"/>
      <dgm:spPr/>
    </dgm:pt>
    <dgm:pt modelId="{D0E5BCB9-7F17-4550-A6A2-81273841E3AA}" type="pres">
      <dgm:prSet presAssocID="{63FA2BBD-80FF-4B9E-88DF-CEAC20D605E5}" presName="rootText" presStyleLbl="node4" presStyleIdx="28" presStyleCnt="56">
        <dgm:presLayoutVars>
          <dgm:chPref val="3"/>
        </dgm:presLayoutVars>
      </dgm:prSet>
      <dgm:spPr/>
    </dgm:pt>
    <dgm:pt modelId="{D831BF4A-5AE2-4DA1-AB11-F291DA397860}" type="pres">
      <dgm:prSet presAssocID="{63FA2BBD-80FF-4B9E-88DF-CEAC20D605E5}" presName="rootConnector" presStyleLbl="node4" presStyleIdx="28" presStyleCnt="56"/>
      <dgm:spPr/>
    </dgm:pt>
    <dgm:pt modelId="{A48BB902-96C0-4CFD-8100-9DC528C94694}" type="pres">
      <dgm:prSet presAssocID="{63FA2BBD-80FF-4B9E-88DF-CEAC20D605E5}" presName="hierChild4" presStyleCnt="0"/>
      <dgm:spPr/>
    </dgm:pt>
    <dgm:pt modelId="{8C15C331-7EAE-403D-97BA-2ABF4A9D7AFF}" type="pres">
      <dgm:prSet presAssocID="{86051D5E-E567-484D-AE59-88F949D9D7B7}" presName="Name37" presStyleLbl="parChTrans1D4" presStyleIdx="29" presStyleCnt="56"/>
      <dgm:spPr/>
    </dgm:pt>
    <dgm:pt modelId="{6DC5DF2A-4764-400A-8C16-62A3E3E52B07}" type="pres">
      <dgm:prSet presAssocID="{F89EE146-027E-4636-B049-0C884101BDB2}" presName="hierRoot2" presStyleCnt="0">
        <dgm:presLayoutVars>
          <dgm:hierBranch val="init"/>
        </dgm:presLayoutVars>
      </dgm:prSet>
      <dgm:spPr/>
    </dgm:pt>
    <dgm:pt modelId="{324E55FA-43D9-4B6D-BC31-55C5BD52D6E8}" type="pres">
      <dgm:prSet presAssocID="{F89EE146-027E-4636-B049-0C884101BDB2}" presName="rootComposite" presStyleCnt="0"/>
      <dgm:spPr/>
    </dgm:pt>
    <dgm:pt modelId="{DC5893F3-4495-417F-AB83-07FBD6B63A45}" type="pres">
      <dgm:prSet presAssocID="{F89EE146-027E-4636-B049-0C884101BDB2}" presName="rootText" presStyleLbl="node4" presStyleIdx="29" presStyleCnt="56">
        <dgm:presLayoutVars>
          <dgm:chPref val="3"/>
        </dgm:presLayoutVars>
      </dgm:prSet>
      <dgm:spPr/>
    </dgm:pt>
    <dgm:pt modelId="{EEFE3206-37B0-43A8-BC7C-089576B93E5E}" type="pres">
      <dgm:prSet presAssocID="{F89EE146-027E-4636-B049-0C884101BDB2}" presName="rootConnector" presStyleLbl="node4" presStyleIdx="29" presStyleCnt="56"/>
      <dgm:spPr/>
    </dgm:pt>
    <dgm:pt modelId="{E02FEECF-CA31-409B-85DC-CF297A4421E8}" type="pres">
      <dgm:prSet presAssocID="{F89EE146-027E-4636-B049-0C884101BDB2}" presName="hierChild4" presStyleCnt="0"/>
      <dgm:spPr/>
    </dgm:pt>
    <dgm:pt modelId="{474551C6-2CCC-4C6D-A804-A1E889156ACE}" type="pres">
      <dgm:prSet presAssocID="{13774E0A-C695-443B-A662-576C78D5544E}" presName="Name37" presStyleLbl="parChTrans1D4" presStyleIdx="30" presStyleCnt="56"/>
      <dgm:spPr/>
    </dgm:pt>
    <dgm:pt modelId="{C9E2995B-D265-4F25-950E-2B47F64D53F0}" type="pres">
      <dgm:prSet presAssocID="{1E6788D2-113D-46BD-9B94-ACE782A57BB2}" presName="hierRoot2" presStyleCnt="0">
        <dgm:presLayoutVars>
          <dgm:hierBranch val="init"/>
        </dgm:presLayoutVars>
      </dgm:prSet>
      <dgm:spPr/>
    </dgm:pt>
    <dgm:pt modelId="{9120C7A7-454C-40CF-9732-334F0C97D249}" type="pres">
      <dgm:prSet presAssocID="{1E6788D2-113D-46BD-9B94-ACE782A57BB2}" presName="rootComposite" presStyleCnt="0"/>
      <dgm:spPr/>
    </dgm:pt>
    <dgm:pt modelId="{45C61001-9692-4033-9647-F44E9328B7FA}" type="pres">
      <dgm:prSet presAssocID="{1E6788D2-113D-46BD-9B94-ACE782A57BB2}" presName="rootText" presStyleLbl="node4" presStyleIdx="30" presStyleCnt="56">
        <dgm:presLayoutVars>
          <dgm:chPref val="3"/>
        </dgm:presLayoutVars>
      </dgm:prSet>
      <dgm:spPr/>
    </dgm:pt>
    <dgm:pt modelId="{CD4C99FD-2757-44C3-A916-A84FFFB04195}" type="pres">
      <dgm:prSet presAssocID="{1E6788D2-113D-46BD-9B94-ACE782A57BB2}" presName="rootConnector" presStyleLbl="node4" presStyleIdx="30" presStyleCnt="56"/>
      <dgm:spPr/>
    </dgm:pt>
    <dgm:pt modelId="{7C1D89E4-86EB-46D4-A015-980F676BC650}" type="pres">
      <dgm:prSet presAssocID="{1E6788D2-113D-46BD-9B94-ACE782A57BB2}" presName="hierChild4" presStyleCnt="0"/>
      <dgm:spPr/>
    </dgm:pt>
    <dgm:pt modelId="{7BF0A969-1466-470B-8DA0-5B2449EAF803}" type="pres">
      <dgm:prSet presAssocID="{1E6788D2-113D-46BD-9B94-ACE782A57BB2}" presName="hierChild5" presStyleCnt="0"/>
      <dgm:spPr/>
    </dgm:pt>
    <dgm:pt modelId="{F1FE920B-3AA2-475D-805E-FC22B94E0527}" type="pres">
      <dgm:prSet presAssocID="{21FC9697-73F5-475E-92CF-48FD01A209AB}" presName="Name37" presStyleLbl="parChTrans1D4" presStyleIdx="31" presStyleCnt="56"/>
      <dgm:spPr/>
    </dgm:pt>
    <dgm:pt modelId="{A726AA7A-9A86-4942-BAE3-8F72546B68F1}" type="pres">
      <dgm:prSet presAssocID="{4301D959-4006-41CD-BA36-C9BFF696E535}" presName="hierRoot2" presStyleCnt="0">
        <dgm:presLayoutVars>
          <dgm:hierBranch val="init"/>
        </dgm:presLayoutVars>
      </dgm:prSet>
      <dgm:spPr/>
    </dgm:pt>
    <dgm:pt modelId="{003719C4-F628-44D8-A49B-15D7B4C72D0E}" type="pres">
      <dgm:prSet presAssocID="{4301D959-4006-41CD-BA36-C9BFF696E535}" presName="rootComposite" presStyleCnt="0"/>
      <dgm:spPr/>
    </dgm:pt>
    <dgm:pt modelId="{2EA205DE-2850-434F-9DCE-F7BBD45C5296}" type="pres">
      <dgm:prSet presAssocID="{4301D959-4006-41CD-BA36-C9BFF696E535}" presName="rootText" presStyleLbl="node4" presStyleIdx="31" presStyleCnt="56">
        <dgm:presLayoutVars>
          <dgm:chPref val="3"/>
        </dgm:presLayoutVars>
      </dgm:prSet>
      <dgm:spPr/>
    </dgm:pt>
    <dgm:pt modelId="{9A54629D-8BBB-4F85-B202-8A2E6AA2348D}" type="pres">
      <dgm:prSet presAssocID="{4301D959-4006-41CD-BA36-C9BFF696E535}" presName="rootConnector" presStyleLbl="node4" presStyleIdx="31" presStyleCnt="56"/>
      <dgm:spPr/>
    </dgm:pt>
    <dgm:pt modelId="{04064605-DC63-415F-8A62-EC4B5F5458FD}" type="pres">
      <dgm:prSet presAssocID="{4301D959-4006-41CD-BA36-C9BFF696E535}" presName="hierChild4" presStyleCnt="0"/>
      <dgm:spPr/>
    </dgm:pt>
    <dgm:pt modelId="{BC952954-8626-499A-964C-B7A83B7862A1}" type="pres">
      <dgm:prSet presAssocID="{4301D959-4006-41CD-BA36-C9BFF696E535}" presName="hierChild5" presStyleCnt="0"/>
      <dgm:spPr/>
    </dgm:pt>
    <dgm:pt modelId="{5D8947CE-24AD-4A7D-B580-F422B6360381}" type="pres">
      <dgm:prSet presAssocID="{F89EE146-027E-4636-B049-0C884101BDB2}" presName="hierChild5" presStyleCnt="0"/>
      <dgm:spPr/>
    </dgm:pt>
    <dgm:pt modelId="{76EB8F56-71C0-4B8A-B739-20D1C53828A3}" type="pres">
      <dgm:prSet presAssocID="{4F5F3D57-F484-43DB-B9B6-284359C17089}" presName="Name37" presStyleLbl="parChTrans1D4" presStyleIdx="32" presStyleCnt="56"/>
      <dgm:spPr/>
    </dgm:pt>
    <dgm:pt modelId="{6F16D401-44C6-42BB-B61F-61AA3BB310D6}" type="pres">
      <dgm:prSet presAssocID="{1F78D954-F352-4EB1-9A52-5330123C9C0B}" presName="hierRoot2" presStyleCnt="0">
        <dgm:presLayoutVars>
          <dgm:hierBranch val="init"/>
        </dgm:presLayoutVars>
      </dgm:prSet>
      <dgm:spPr/>
    </dgm:pt>
    <dgm:pt modelId="{DF59DC09-26A5-4872-8A17-FE1042350F63}" type="pres">
      <dgm:prSet presAssocID="{1F78D954-F352-4EB1-9A52-5330123C9C0B}" presName="rootComposite" presStyleCnt="0"/>
      <dgm:spPr/>
    </dgm:pt>
    <dgm:pt modelId="{4896A3A6-C494-475B-8A5C-FD5485CB433A}" type="pres">
      <dgm:prSet presAssocID="{1F78D954-F352-4EB1-9A52-5330123C9C0B}" presName="rootText" presStyleLbl="node4" presStyleIdx="32" presStyleCnt="56">
        <dgm:presLayoutVars>
          <dgm:chPref val="3"/>
        </dgm:presLayoutVars>
      </dgm:prSet>
      <dgm:spPr/>
    </dgm:pt>
    <dgm:pt modelId="{8467BB03-8AFA-41CB-A204-F96AC604CAFF}" type="pres">
      <dgm:prSet presAssocID="{1F78D954-F352-4EB1-9A52-5330123C9C0B}" presName="rootConnector" presStyleLbl="node4" presStyleIdx="32" presStyleCnt="56"/>
      <dgm:spPr/>
    </dgm:pt>
    <dgm:pt modelId="{B8AE428F-5057-4D26-AAA2-A785962B662E}" type="pres">
      <dgm:prSet presAssocID="{1F78D954-F352-4EB1-9A52-5330123C9C0B}" presName="hierChild4" presStyleCnt="0"/>
      <dgm:spPr/>
    </dgm:pt>
    <dgm:pt modelId="{11EABE32-0811-457F-8645-5C05F6ED89F8}" type="pres">
      <dgm:prSet presAssocID="{BFB8A316-04AD-4433-B20C-BD447C077D46}" presName="Name37" presStyleLbl="parChTrans1D4" presStyleIdx="33" presStyleCnt="56"/>
      <dgm:spPr/>
    </dgm:pt>
    <dgm:pt modelId="{F3DBDDE1-EB39-495F-A732-FD709D27C815}" type="pres">
      <dgm:prSet presAssocID="{D5A8C7F5-9E4E-4168-9768-1CA79AADD144}" presName="hierRoot2" presStyleCnt="0">
        <dgm:presLayoutVars>
          <dgm:hierBranch val="init"/>
        </dgm:presLayoutVars>
      </dgm:prSet>
      <dgm:spPr/>
    </dgm:pt>
    <dgm:pt modelId="{3561A1D6-3C49-4707-B315-FF63FF9F2571}" type="pres">
      <dgm:prSet presAssocID="{D5A8C7F5-9E4E-4168-9768-1CA79AADD144}" presName="rootComposite" presStyleCnt="0"/>
      <dgm:spPr/>
    </dgm:pt>
    <dgm:pt modelId="{B8F8DB5F-AFDC-45D7-8D2B-875D356B5FE9}" type="pres">
      <dgm:prSet presAssocID="{D5A8C7F5-9E4E-4168-9768-1CA79AADD144}" presName="rootText" presStyleLbl="node4" presStyleIdx="33" presStyleCnt="56">
        <dgm:presLayoutVars>
          <dgm:chPref val="3"/>
        </dgm:presLayoutVars>
      </dgm:prSet>
      <dgm:spPr/>
    </dgm:pt>
    <dgm:pt modelId="{17D683C7-CB45-42FF-ACE8-6EB475A17DB1}" type="pres">
      <dgm:prSet presAssocID="{D5A8C7F5-9E4E-4168-9768-1CA79AADD144}" presName="rootConnector" presStyleLbl="node4" presStyleIdx="33" presStyleCnt="56"/>
      <dgm:spPr/>
    </dgm:pt>
    <dgm:pt modelId="{F714F0DA-2063-4F5A-B1AD-8859018C7CA7}" type="pres">
      <dgm:prSet presAssocID="{D5A8C7F5-9E4E-4168-9768-1CA79AADD144}" presName="hierChild4" presStyleCnt="0"/>
      <dgm:spPr/>
    </dgm:pt>
    <dgm:pt modelId="{AE0C820A-2170-4E99-A728-C0591ADD8F6D}" type="pres">
      <dgm:prSet presAssocID="{D5A8C7F5-9E4E-4168-9768-1CA79AADD144}" presName="hierChild5" presStyleCnt="0"/>
      <dgm:spPr/>
    </dgm:pt>
    <dgm:pt modelId="{168FA171-359A-4057-B08D-8F120EECAD62}" type="pres">
      <dgm:prSet presAssocID="{6457BB44-EB04-4D30-AFD5-FC66710D87C0}" presName="Name37" presStyleLbl="parChTrans1D4" presStyleIdx="34" presStyleCnt="56"/>
      <dgm:spPr/>
    </dgm:pt>
    <dgm:pt modelId="{2A31EC1A-0E86-46E7-ACC3-D96599A6C442}" type="pres">
      <dgm:prSet presAssocID="{3F911611-72B5-4828-90CF-16AA6E2602AC}" presName="hierRoot2" presStyleCnt="0">
        <dgm:presLayoutVars>
          <dgm:hierBranch val="init"/>
        </dgm:presLayoutVars>
      </dgm:prSet>
      <dgm:spPr/>
    </dgm:pt>
    <dgm:pt modelId="{EC00861C-F485-4863-9B45-1F5E0533E946}" type="pres">
      <dgm:prSet presAssocID="{3F911611-72B5-4828-90CF-16AA6E2602AC}" presName="rootComposite" presStyleCnt="0"/>
      <dgm:spPr/>
    </dgm:pt>
    <dgm:pt modelId="{53625243-8155-4CD2-BF87-79F7005A71CA}" type="pres">
      <dgm:prSet presAssocID="{3F911611-72B5-4828-90CF-16AA6E2602AC}" presName="rootText" presStyleLbl="node4" presStyleIdx="34" presStyleCnt="56">
        <dgm:presLayoutVars>
          <dgm:chPref val="3"/>
        </dgm:presLayoutVars>
      </dgm:prSet>
      <dgm:spPr/>
    </dgm:pt>
    <dgm:pt modelId="{D3BD603A-70FF-4D85-B939-09D3C5815721}" type="pres">
      <dgm:prSet presAssocID="{3F911611-72B5-4828-90CF-16AA6E2602AC}" presName="rootConnector" presStyleLbl="node4" presStyleIdx="34" presStyleCnt="56"/>
      <dgm:spPr/>
    </dgm:pt>
    <dgm:pt modelId="{E7F8AAEB-5EA3-4975-809B-9A6845E1C8B6}" type="pres">
      <dgm:prSet presAssocID="{3F911611-72B5-4828-90CF-16AA6E2602AC}" presName="hierChild4" presStyleCnt="0"/>
      <dgm:spPr/>
    </dgm:pt>
    <dgm:pt modelId="{E9EFBC41-0E35-431E-B92C-5D3DD71C60D1}" type="pres">
      <dgm:prSet presAssocID="{3F911611-72B5-4828-90CF-16AA6E2602AC}" presName="hierChild5" presStyleCnt="0"/>
      <dgm:spPr/>
    </dgm:pt>
    <dgm:pt modelId="{6948B879-486E-425F-A93D-00631E65DF5B}" type="pres">
      <dgm:prSet presAssocID="{1F78D954-F352-4EB1-9A52-5330123C9C0B}" presName="hierChild5" presStyleCnt="0"/>
      <dgm:spPr/>
    </dgm:pt>
    <dgm:pt modelId="{E7B6A5E7-A87E-476D-8F71-1712A8C0FF5D}" type="pres">
      <dgm:prSet presAssocID="{63FA2BBD-80FF-4B9E-88DF-CEAC20D605E5}" presName="hierChild5" presStyleCnt="0"/>
      <dgm:spPr/>
    </dgm:pt>
    <dgm:pt modelId="{DD035075-3DB3-4842-BE24-9130DEE4D91D}" type="pres">
      <dgm:prSet presAssocID="{B212C243-1943-4575-8BAA-A5986283AF26}" presName="Name37" presStyleLbl="parChTrans1D4" presStyleIdx="35" presStyleCnt="56"/>
      <dgm:spPr/>
    </dgm:pt>
    <dgm:pt modelId="{DF1DFF5F-BAA3-4816-9CA4-247D0A1A9376}" type="pres">
      <dgm:prSet presAssocID="{356073BC-9F2F-4898-AA27-FED1E6BFF039}" presName="hierRoot2" presStyleCnt="0">
        <dgm:presLayoutVars>
          <dgm:hierBranch val="init"/>
        </dgm:presLayoutVars>
      </dgm:prSet>
      <dgm:spPr/>
    </dgm:pt>
    <dgm:pt modelId="{398B0B81-8D45-4E7C-ACFB-30556BFF927A}" type="pres">
      <dgm:prSet presAssocID="{356073BC-9F2F-4898-AA27-FED1E6BFF039}" presName="rootComposite" presStyleCnt="0"/>
      <dgm:spPr/>
    </dgm:pt>
    <dgm:pt modelId="{1F612F04-ED3B-4FBB-A2C3-8D0810F1C11A}" type="pres">
      <dgm:prSet presAssocID="{356073BC-9F2F-4898-AA27-FED1E6BFF039}" presName="rootText" presStyleLbl="node4" presStyleIdx="35" presStyleCnt="56">
        <dgm:presLayoutVars>
          <dgm:chPref val="3"/>
        </dgm:presLayoutVars>
      </dgm:prSet>
      <dgm:spPr/>
    </dgm:pt>
    <dgm:pt modelId="{DB8A46E0-8E1B-448D-AA75-077535C7E503}" type="pres">
      <dgm:prSet presAssocID="{356073BC-9F2F-4898-AA27-FED1E6BFF039}" presName="rootConnector" presStyleLbl="node4" presStyleIdx="35" presStyleCnt="56"/>
      <dgm:spPr/>
    </dgm:pt>
    <dgm:pt modelId="{5B981D9F-BEFE-42E0-BEF2-B078A2DDEF30}" type="pres">
      <dgm:prSet presAssocID="{356073BC-9F2F-4898-AA27-FED1E6BFF039}" presName="hierChild4" presStyleCnt="0"/>
      <dgm:spPr/>
    </dgm:pt>
    <dgm:pt modelId="{1A2C16F9-D66D-41FC-957A-CAEF5A832E55}" type="pres">
      <dgm:prSet presAssocID="{9FB9A5F2-76AF-498A-A8D0-F00E0AC41FB3}" presName="Name37" presStyleLbl="parChTrans1D4" presStyleIdx="36" presStyleCnt="56"/>
      <dgm:spPr/>
    </dgm:pt>
    <dgm:pt modelId="{0B9CFEB4-5AE0-46B2-97B6-6D5E976C260B}" type="pres">
      <dgm:prSet presAssocID="{CF9FAD85-0127-41D9-95B0-7475F012F2AD}" presName="hierRoot2" presStyleCnt="0">
        <dgm:presLayoutVars>
          <dgm:hierBranch val="init"/>
        </dgm:presLayoutVars>
      </dgm:prSet>
      <dgm:spPr/>
    </dgm:pt>
    <dgm:pt modelId="{F3796E1A-533E-435A-9421-4C8726CDAE0B}" type="pres">
      <dgm:prSet presAssocID="{CF9FAD85-0127-41D9-95B0-7475F012F2AD}" presName="rootComposite" presStyleCnt="0"/>
      <dgm:spPr/>
    </dgm:pt>
    <dgm:pt modelId="{67740D5B-DB2E-47A5-8F99-58C27D811E40}" type="pres">
      <dgm:prSet presAssocID="{CF9FAD85-0127-41D9-95B0-7475F012F2AD}" presName="rootText" presStyleLbl="node4" presStyleIdx="36" presStyleCnt="56">
        <dgm:presLayoutVars>
          <dgm:chPref val="3"/>
        </dgm:presLayoutVars>
      </dgm:prSet>
      <dgm:spPr/>
    </dgm:pt>
    <dgm:pt modelId="{F5C9BBB9-4354-40C5-85A4-13D9C5065F46}" type="pres">
      <dgm:prSet presAssocID="{CF9FAD85-0127-41D9-95B0-7475F012F2AD}" presName="rootConnector" presStyleLbl="node4" presStyleIdx="36" presStyleCnt="56"/>
      <dgm:spPr/>
    </dgm:pt>
    <dgm:pt modelId="{CD46ABB3-3CB2-40C9-AFB4-D4685465A6E2}" type="pres">
      <dgm:prSet presAssocID="{CF9FAD85-0127-41D9-95B0-7475F012F2AD}" presName="hierChild4" presStyleCnt="0"/>
      <dgm:spPr/>
    </dgm:pt>
    <dgm:pt modelId="{772E129A-8AF1-4245-AA91-DE3E79E788A7}" type="pres">
      <dgm:prSet presAssocID="{169FC86B-6E36-4849-B97D-0D8355D05AD1}" presName="Name37" presStyleLbl="parChTrans1D4" presStyleIdx="37" presStyleCnt="56"/>
      <dgm:spPr/>
    </dgm:pt>
    <dgm:pt modelId="{CEBDB99E-7E0C-47D3-9BC7-06FAF082C909}" type="pres">
      <dgm:prSet presAssocID="{99498B94-82B0-4C9E-85A7-A25171D618D0}" presName="hierRoot2" presStyleCnt="0">
        <dgm:presLayoutVars>
          <dgm:hierBranch val="init"/>
        </dgm:presLayoutVars>
      </dgm:prSet>
      <dgm:spPr/>
    </dgm:pt>
    <dgm:pt modelId="{264D80E3-8AB5-46DD-A075-756BC78BC005}" type="pres">
      <dgm:prSet presAssocID="{99498B94-82B0-4C9E-85A7-A25171D618D0}" presName="rootComposite" presStyleCnt="0"/>
      <dgm:spPr/>
    </dgm:pt>
    <dgm:pt modelId="{0ED0A472-9FA6-4AC6-832B-CF4BDD9C6638}" type="pres">
      <dgm:prSet presAssocID="{99498B94-82B0-4C9E-85A7-A25171D618D0}" presName="rootText" presStyleLbl="node4" presStyleIdx="37" presStyleCnt="56">
        <dgm:presLayoutVars>
          <dgm:chPref val="3"/>
        </dgm:presLayoutVars>
      </dgm:prSet>
      <dgm:spPr/>
    </dgm:pt>
    <dgm:pt modelId="{CA1488A9-89E3-4C5C-BD57-D8F9B6008528}" type="pres">
      <dgm:prSet presAssocID="{99498B94-82B0-4C9E-85A7-A25171D618D0}" presName="rootConnector" presStyleLbl="node4" presStyleIdx="37" presStyleCnt="56"/>
      <dgm:spPr/>
    </dgm:pt>
    <dgm:pt modelId="{5A9EDA78-53F7-41A8-9A67-C83750E82E84}" type="pres">
      <dgm:prSet presAssocID="{99498B94-82B0-4C9E-85A7-A25171D618D0}" presName="hierChild4" presStyleCnt="0"/>
      <dgm:spPr/>
    </dgm:pt>
    <dgm:pt modelId="{9AACD82F-C2B3-4A79-BFC8-2A008FAF11BF}" type="pres">
      <dgm:prSet presAssocID="{99498B94-82B0-4C9E-85A7-A25171D618D0}" presName="hierChild5" presStyleCnt="0"/>
      <dgm:spPr/>
    </dgm:pt>
    <dgm:pt modelId="{696E8115-CEBD-49D5-8A5A-16A02597002D}" type="pres">
      <dgm:prSet presAssocID="{8025B1D9-49B7-4DE0-87AA-EC2C6C327C9D}" presName="Name37" presStyleLbl="parChTrans1D4" presStyleIdx="38" presStyleCnt="56"/>
      <dgm:spPr/>
    </dgm:pt>
    <dgm:pt modelId="{55D2D3A9-16AC-4BAC-A830-30959531FEE8}" type="pres">
      <dgm:prSet presAssocID="{F2310ED2-BE20-4DB9-A8ED-B0851CE7702C}" presName="hierRoot2" presStyleCnt="0">
        <dgm:presLayoutVars>
          <dgm:hierBranch val="init"/>
        </dgm:presLayoutVars>
      </dgm:prSet>
      <dgm:spPr/>
    </dgm:pt>
    <dgm:pt modelId="{450FF690-0D56-4866-A5EA-D1086A37F331}" type="pres">
      <dgm:prSet presAssocID="{F2310ED2-BE20-4DB9-A8ED-B0851CE7702C}" presName="rootComposite" presStyleCnt="0"/>
      <dgm:spPr/>
    </dgm:pt>
    <dgm:pt modelId="{447B0FEC-BE73-43D7-8FE3-F020EB7C8314}" type="pres">
      <dgm:prSet presAssocID="{F2310ED2-BE20-4DB9-A8ED-B0851CE7702C}" presName="rootText" presStyleLbl="node4" presStyleIdx="38" presStyleCnt="56">
        <dgm:presLayoutVars>
          <dgm:chPref val="3"/>
        </dgm:presLayoutVars>
      </dgm:prSet>
      <dgm:spPr/>
    </dgm:pt>
    <dgm:pt modelId="{7B29C6BA-DA70-4117-8B10-617EE37274B5}" type="pres">
      <dgm:prSet presAssocID="{F2310ED2-BE20-4DB9-A8ED-B0851CE7702C}" presName="rootConnector" presStyleLbl="node4" presStyleIdx="38" presStyleCnt="56"/>
      <dgm:spPr/>
    </dgm:pt>
    <dgm:pt modelId="{56ED1D9B-24DE-44AC-BB89-7EEC5A87BC7B}" type="pres">
      <dgm:prSet presAssocID="{F2310ED2-BE20-4DB9-A8ED-B0851CE7702C}" presName="hierChild4" presStyleCnt="0"/>
      <dgm:spPr/>
    </dgm:pt>
    <dgm:pt modelId="{E0934872-828B-4A60-BCC7-A08F78D6F291}" type="pres">
      <dgm:prSet presAssocID="{F2310ED2-BE20-4DB9-A8ED-B0851CE7702C}" presName="hierChild5" presStyleCnt="0"/>
      <dgm:spPr/>
    </dgm:pt>
    <dgm:pt modelId="{D8A27F1A-5CCE-42E2-9529-3A77D9D78378}" type="pres">
      <dgm:prSet presAssocID="{CF9FAD85-0127-41D9-95B0-7475F012F2AD}" presName="hierChild5" presStyleCnt="0"/>
      <dgm:spPr/>
    </dgm:pt>
    <dgm:pt modelId="{405D4E12-57A6-4923-96FD-889844260D36}" type="pres">
      <dgm:prSet presAssocID="{248FA077-F9C5-4830-BE70-267B90EAF3A0}" presName="Name37" presStyleLbl="parChTrans1D4" presStyleIdx="39" presStyleCnt="56"/>
      <dgm:spPr/>
    </dgm:pt>
    <dgm:pt modelId="{534BBBFF-BC6C-45AF-91E5-6DEA076FD332}" type="pres">
      <dgm:prSet presAssocID="{7224054A-1D33-4E45-AD37-955C9351438F}" presName="hierRoot2" presStyleCnt="0">
        <dgm:presLayoutVars>
          <dgm:hierBranch val="init"/>
        </dgm:presLayoutVars>
      </dgm:prSet>
      <dgm:spPr/>
    </dgm:pt>
    <dgm:pt modelId="{D0BA877F-A99E-4876-BA99-4106842D601D}" type="pres">
      <dgm:prSet presAssocID="{7224054A-1D33-4E45-AD37-955C9351438F}" presName="rootComposite" presStyleCnt="0"/>
      <dgm:spPr/>
    </dgm:pt>
    <dgm:pt modelId="{4C1B5CE0-4E3A-4E63-B80C-9B65059AE664}" type="pres">
      <dgm:prSet presAssocID="{7224054A-1D33-4E45-AD37-955C9351438F}" presName="rootText" presStyleLbl="node4" presStyleIdx="39" presStyleCnt="56">
        <dgm:presLayoutVars>
          <dgm:chPref val="3"/>
        </dgm:presLayoutVars>
      </dgm:prSet>
      <dgm:spPr/>
    </dgm:pt>
    <dgm:pt modelId="{69214D0B-A7BD-4C9B-B0F2-1BD3623FA5B6}" type="pres">
      <dgm:prSet presAssocID="{7224054A-1D33-4E45-AD37-955C9351438F}" presName="rootConnector" presStyleLbl="node4" presStyleIdx="39" presStyleCnt="56"/>
      <dgm:spPr/>
    </dgm:pt>
    <dgm:pt modelId="{6CA92100-532B-4F95-B981-2699662E0B31}" type="pres">
      <dgm:prSet presAssocID="{7224054A-1D33-4E45-AD37-955C9351438F}" presName="hierChild4" presStyleCnt="0"/>
      <dgm:spPr/>
    </dgm:pt>
    <dgm:pt modelId="{DF1FC5B7-27DA-4A1F-A382-1594BC4446F6}" type="pres">
      <dgm:prSet presAssocID="{00EF6BE7-E628-49F7-8310-919DD7FA489B}" presName="Name37" presStyleLbl="parChTrans1D4" presStyleIdx="40" presStyleCnt="56"/>
      <dgm:spPr/>
    </dgm:pt>
    <dgm:pt modelId="{AEB1A2EB-2265-4713-A2D2-9545DB577AD6}" type="pres">
      <dgm:prSet presAssocID="{552088BA-DDCE-4110-8CFA-83366E709DE1}" presName="hierRoot2" presStyleCnt="0">
        <dgm:presLayoutVars>
          <dgm:hierBranch val="init"/>
        </dgm:presLayoutVars>
      </dgm:prSet>
      <dgm:spPr/>
    </dgm:pt>
    <dgm:pt modelId="{C1903891-1B82-47B5-A89E-90F9CEA9D738}" type="pres">
      <dgm:prSet presAssocID="{552088BA-DDCE-4110-8CFA-83366E709DE1}" presName="rootComposite" presStyleCnt="0"/>
      <dgm:spPr/>
    </dgm:pt>
    <dgm:pt modelId="{F4A4CCB3-7856-4315-8F0B-B676C416DB8D}" type="pres">
      <dgm:prSet presAssocID="{552088BA-DDCE-4110-8CFA-83366E709DE1}" presName="rootText" presStyleLbl="node4" presStyleIdx="40" presStyleCnt="56">
        <dgm:presLayoutVars>
          <dgm:chPref val="3"/>
        </dgm:presLayoutVars>
      </dgm:prSet>
      <dgm:spPr/>
    </dgm:pt>
    <dgm:pt modelId="{4A47C7EB-F31A-4D65-AC47-F4A928437CFD}" type="pres">
      <dgm:prSet presAssocID="{552088BA-DDCE-4110-8CFA-83366E709DE1}" presName="rootConnector" presStyleLbl="node4" presStyleIdx="40" presStyleCnt="56"/>
      <dgm:spPr/>
    </dgm:pt>
    <dgm:pt modelId="{5FD4EFA9-0E3F-45E8-B9B1-2774E0EA344D}" type="pres">
      <dgm:prSet presAssocID="{552088BA-DDCE-4110-8CFA-83366E709DE1}" presName="hierChild4" presStyleCnt="0"/>
      <dgm:spPr/>
    </dgm:pt>
    <dgm:pt modelId="{AA53D8B5-235A-4FE8-8FE0-9411E7BCE48A}" type="pres">
      <dgm:prSet presAssocID="{552088BA-DDCE-4110-8CFA-83366E709DE1}" presName="hierChild5" presStyleCnt="0"/>
      <dgm:spPr/>
    </dgm:pt>
    <dgm:pt modelId="{569CBC11-8200-4BBA-9AD0-1B0A95124085}" type="pres">
      <dgm:prSet presAssocID="{0F353F8C-AD3B-423D-883C-130E281480F0}" presName="Name37" presStyleLbl="parChTrans1D4" presStyleIdx="41" presStyleCnt="56"/>
      <dgm:spPr/>
    </dgm:pt>
    <dgm:pt modelId="{635F2D6B-F657-44ED-9D45-A1E6B852781C}" type="pres">
      <dgm:prSet presAssocID="{0A9E8851-2B0B-465F-BD9D-916FC6F65CC0}" presName="hierRoot2" presStyleCnt="0">
        <dgm:presLayoutVars>
          <dgm:hierBranch val="init"/>
        </dgm:presLayoutVars>
      </dgm:prSet>
      <dgm:spPr/>
    </dgm:pt>
    <dgm:pt modelId="{7F2FD320-060F-498D-9F55-C1A74E6860E2}" type="pres">
      <dgm:prSet presAssocID="{0A9E8851-2B0B-465F-BD9D-916FC6F65CC0}" presName="rootComposite" presStyleCnt="0"/>
      <dgm:spPr/>
    </dgm:pt>
    <dgm:pt modelId="{CD3CB240-35AF-448B-92EB-32B0568D678C}" type="pres">
      <dgm:prSet presAssocID="{0A9E8851-2B0B-465F-BD9D-916FC6F65CC0}" presName="rootText" presStyleLbl="node4" presStyleIdx="41" presStyleCnt="56">
        <dgm:presLayoutVars>
          <dgm:chPref val="3"/>
        </dgm:presLayoutVars>
      </dgm:prSet>
      <dgm:spPr/>
    </dgm:pt>
    <dgm:pt modelId="{3E9267DD-F735-4825-899D-2BCB549E0117}" type="pres">
      <dgm:prSet presAssocID="{0A9E8851-2B0B-465F-BD9D-916FC6F65CC0}" presName="rootConnector" presStyleLbl="node4" presStyleIdx="41" presStyleCnt="56"/>
      <dgm:spPr/>
    </dgm:pt>
    <dgm:pt modelId="{1895DF9F-40CC-438D-9618-EFEAE861868F}" type="pres">
      <dgm:prSet presAssocID="{0A9E8851-2B0B-465F-BD9D-916FC6F65CC0}" presName="hierChild4" presStyleCnt="0"/>
      <dgm:spPr/>
    </dgm:pt>
    <dgm:pt modelId="{15195738-2032-48FF-B8A9-27D4A817F169}" type="pres">
      <dgm:prSet presAssocID="{0A9E8851-2B0B-465F-BD9D-916FC6F65CC0}" presName="hierChild5" presStyleCnt="0"/>
      <dgm:spPr/>
    </dgm:pt>
    <dgm:pt modelId="{FA33E4E1-86AE-4477-A16A-83F71CCBD3BC}" type="pres">
      <dgm:prSet presAssocID="{7224054A-1D33-4E45-AD37-955C9351438F}" presName="hierChild5" presStyleCnt="0"/>
      <dgm:spPr/>
    </dgm:pt>
    <dgm:pt modelId="{44548B83-5D24-4F76-90DC-EE8CA0677788}" type="pres">
      <dgm:prSet presAssocID="{356073BC-9F2F-4898-AA27-FED1E6BFF039}" presName="hierChild5" presStyleCnt="0"/>
      <dgm:spPr/>
    </dgm:pt>
    <dgm:pt modelId="{5BEF65B3-B22B-489A-A618-6F2B0087F233}" type="pres">
      <dgm:prSet presAssocID="{010E06F3-D14F-4009-8C00-E1C02FDB1756}" presName="hierChild5" presStyleCnt="0"/>
      <dgm:spPr/>
    </dgm:pt>
    <dgm:pt modelId="{0996015A-67B7-4E43-BE54-53679AD9CD7D}" type="pres">
      <dgm:prSet presAssocID="{18ACCB61-B928-4B0F-949D-E63234BA6821}" presName="Name37" presStyleLbl="parChTrans1D3" presStyleIdx="3" presStyleCnt="4"/>
      <dgm:spPr/>
    </dgm:pt>
    <dgm:pt modelId="{9E938D73-C132-42AB-BF68-C8997CA571EE}" type="pres">
      <dgm:prSet presAssocID="{CE527801-7586-466E-A092-E9ADDCBC633C}" presName="hierRoot2" presStyleCnt="0">
        <dgm:presLayoutVars>
          <dgm:hierBranch val="init"/>
        </dgm:presLayoutVars>
      </dgm:prSet>
      <dgm:spPr/>
    </dgm:pt>
    <dgm:pt modelId="{331FCC6A-AB53-4FD0-BFBC-CD0247DCE34F}" type="pres">
      <dgm:prSet presAssocID="{CE527801-7586-466E-A092-E9ADDCBC633C}" presName="rootComposite" presStyleCnt="0"/>
      <dgm:spPr/>
    </dgm:pt>
    <dgm:pt modelId="{C010E59D-5733-4FE5-898B-4362B63AB610}" type="pres">
      <dgm:prSet presAssocID="{CE527801-7586-466E-A092-E9ADDCBC633C}" presName="rootText" presStyleLbl="node3" presStyleIdx="3" presStyleCnt="4">
        <dgm:presLayoutVars>
          <dgm:chPref val="3"/>
        </dgm:presLayoutVars>
      </dgm:prSet>
      <dgm:spPr/>
    </dgm:pt>
    <dgm:pt modelId="{8DB760A9-8DFE-432E-82DB-71C6B823AEB6}" type="pres">
      <dgm:prSet presAssocID="{CE527801-7586-466E-A092-E9ADDCBC633C}" presName="rootConnector" presStyleLbl="node3" presStyleIdx="3" presStyleCnt="4"/>
      <dgm:spPr/>
    </dgm:pt>
    <dgm:pt modelId="{498D338A-B318-4C1A-AC59-5606895A562B}" type="pres">
      <dgm:prSet presAssocID="{CE527801-7586-466E-A092-E9ADDCBC633C}" presName="hierChild4" presStyleCnt="0"/>
      <dgm:spPr/>
    </dgm:pt>
    <dgm:pt modelId="{0B0E0EE8-EF87-482A-8E63-16BFC69605FC}" type="pres">
      <dgm:prSet presAssocID="{2C1FD6B8-9EDF-46FF-9608-79B4D37C56E0}" presName="Name37" presStyleLbl="parChTrans1D4" presStyleIdx="42" presStyleCnt="56"/>
      <dgm:spPr/>
    </dgm:pt>
    <dgm:pt modelId="{7ED45C7E-2729-44AA-A5C5-38A3133FAA52}" type="pres">
      <dgm:prSet presAssocID="{3C3EEEB0-10D8-42BE-A228-1FB54831924E}" presName="hierRoot2" presStyleCnt="0">
        <dgm:presLayoutVars>
          <dgm:hierBranch val="init"/>
        </dgm:presLayoutVars>
      </dgm:prSet>
      <dgm:spPr/>
    </dgm:pt>
    <dgm:pt modelId="{EE947B38-F7B1-461F-A728-B25C46F15982}" type="pres">
      <dgm:prSet presAssocID="{3C3EEEB0-10D8-42BE-A228-1FB54831924E}" presName="rootComposite" presStyleCnt="0"/>
      <dgm:spPr/>
    </dgm:pt>
    <dgm:pt modelId="{44FBA0F8-F3F5-49B9-8A73-E194D0B553C3}" type="pres">
      <dgm:prSet presAssocID="{3C3EEEB0-10D8-42BE-A228-1FB54831924E}" presName="rootText" presStyleLbl="node4" presStyleIdx="42" presStyleCnt="56">
        <dgm:presLayoutVars>
          <dgm:chPref val="3"/>
        </dgm:presLayoutVars>
      </dgm:prSet>
      <dgm:spPr/>
    </dgm:pt>
    <dgm:pt modelId="{52F6E1A6-4868-41FF-B7AB-70D4FEAD41AE}" type="pres">
      <dgm:prSet presAssocID="{3C3EEEB0-10D8-42BE-A228-1FB54831924E}" presName="rootConnector" presStyleLbl="node4" presStyleIdx="42" presStyleCnt="56"/>
      <dgm:spPr/>
    </dgm:pt>
    <dgm:pt modelId="{E65186C8-B863-4295-8BD0-FDE607FBEA00}" type="pres">
      <dgm:prSet presAssocID="{3C3EEEB0-10D8-42BE-A228-1FB54831924E}" presName="hierChild4" presStyleCnt="0"/>
      <dgm:spPr/>
    </dgm:pt>
    <dgm:pt modelId="{DEE99B57-E117-4B15-832D-94A82E19BC17}" type="pres">
      <dgm:prSet presAssocID="{5D97C76B-C73C-421C-B9BE-74A99CE39DC4}" presName="Name37" presStyleLbl="parChTrans1D4" presStyleIdx="43" presStyleCnt="56"/>
      <dgm:spPr/>
    </dgm:pt>
    <dgm:pt modelId="{0CF43E10-4498-40C3-8E1D-EE3B223A5EC6}" type="pres">
      <dgm:prSet presAssocID="{FB65AC3C-6766-4E75-9563-95B26291C0B4}" presName="hierRoot2" presStyleCnt="0">
        <dgm:presLayoutVars>
          <dgm:hierBranch val="init"/>
        </dgm:presLayoutVars>
      </dgm:prSet>
      <dgm:spPr/>
    </dgm:pt>
    <dgm:pt modelId="{583E409D-AADE-4450-89BC-85ADF1BF6663}" type="pres">
      <dgm:prSet presAssocID="{FB65AC3C-6766-4E75-9563-95B26291C0B4}" presName="rootComposite" presStyleCnt="0"/>
      <dgm:spPr/>
    </dgm:pt>
    <dgm:pt modelId="{446987E4-8893-47F5-9728-28615023F8F2}" type="pres">
      <dgm:prSet presAssocID="{FB65AC3C-6766-4E75-9563-95B26291C0B4}" presName="rootText" presStyleLbl="node4" presStyleIdx="43" presStyleCnt="56">
        <dgm:presLayoutVars>
          <dgm:chPref val="3"/>
        </dgm:presLayoutVars>
      </dgm:prSet>
      <dgm:spPr/>
    </dgm:pt>
    <dgm:pt modelId="{29CBAE63-8AC9-4DE3-BF08-B56F5A812DCA}" type="pres">
      <dgm:prSet presAssocID="{FB65AC3C-6766-4E75-9563-95B26291C0B4}" presName="rootConnector" presStyleLbl="node4" presStyleIdx="43" presStyleCnt="56"/>
      <dgm:spPr/>
    </dgm:pt>
    <dgm:pt modelId="{26447E7A-57D5-402F-AB82-F886618915FC}" type="pres">
      <dgm:prSet presAssocID="{FB65AC3C-6766-4E75-9563-95B26291C0B4}" presName="hierChild4" presStyleCnt="0"/>
      <dgm:spPr/>
    </dgm:pt>
    <dgm:pt modelId="{B2B2C557-E711-47D7-BF89-0C741937B1E1}" type="pres">
      <dgm:prSet presAssocID="{E7A394B6-52D8-4DBC-B0A0-D0F4AB04DC5B}" presName="Name37" presStyleLbl="parChTrans1D4" presStyleIdx="44" presStyleCnt="56"/>
      <dgm:spPr/>
    </dgm:pt>
    <dgm:pt modelId="{F1811B2E-9C84-4DC8-B140-2D30C6C849D3}" type="pres">
      <dgm:prSet presAssocID="{2E9F678F-23E5-4ABF-83B4-6DA654B68C4F}" presName="hierRoot2" presStyleCnt="0">
        <dgm:presLayoutVars>
          <dgm:hierBranch val="init"/>
        </dgm:presLayoutVars>
      </dgm:prSet>
      <dgm:spPr/>
    </dgm:pt>
    <dgm:pt modelId="{72B5E665-8CC3-4DE0-8260-E14FEA3EE035}" type="pres">
      <dgm:prSet presAssocID="{2E9F678F-23E5-4ABF-83B4-6DA654B68C4F}" presName="rootComposite" presStyleCnt="0"/>
      <dgm:spPr/>
    </dgm:pt>
    <dgm:pt modelId="{3DBD5E47-2A77-4B2C-86F8-683C6B4A7333}" type="pres">
      <dgm:prSet presAssocID="{2E9F678F-23E5-4ABF-83B4-6DA654B68C4F}" presName="rootText" presStyleLbl="node4" presStyleIdx="44" presStyleCnt="56">
        <dgm:presLayoutVars>
          <dgm:chPref val="3"/>
        </dgm:presLayoutVars>
      </dgm:prSet>
      <dgm:spPr/>
    </dgm:pt>
    <dgm:pt modelId="{52E4E141-509C-4539-ACA3-691A63B83100}" type="pres">
      <dgm:prSet presAssocID="{2E9F678F-23E5-4ABF-83B4-6DA654B68C4F}" presName="rootConnector" presStyleLbl="node4" presStyleIdx="44" presStyleCnt="56"/>
      <dgm:spPr/>
    </dgm:pt>
    <dgm:pt modelId="{19056837-75A8-42D1-9A7E-17952EB97ABB}" type="pres">
      <dgm:prSet presAssocID="{2E9F678F-23E5-4ABF-83B4-6DA654B68C4F}" presName="hierChild4" presStyleCnt="0"/>
      <dgm:spPr/>
    </dgm:pt>
    <dgm:pt modelId="{B00152F6-9A33-4A8F-B1C2-FA07BEDD9D3B}" type="pres">
      <dgm:prSet presAssocID="{2E9F678F-23E5-4ABF-83B4-6DA654B68C4F}" presName="hierChild5" presStyleCnt="0"/>
      <dgm:spPr/>
    </dgm:pt>
    <dgm:pt modelId="{41B0B3D2-B775-41BE-B2B5-6E70A6AD355C}" type="pres">
      <dgm:prSet presAssocID="{09F52921-B06F-447B-911B-B20EA3BD88ED}" presName="Name37" presStyleLbl="parChTrans1D4" presStyleIdx="45" presStyleCnt="56"/>
      <dgm:spPr/>
    </dgm:pt>
    <dgm:pt modelId="{F55AF8F2-C07A-403B-B34C-594113C7E443}" type="pres">
      <dgm:prSet presAssocID="{2F43EC46-D695-4F5F-ADB8-4FF2B2A1104A}" presName="hierRoot2" presStyleCnt="0">
        <dgm:presLayoutVars>
          <dgm:hierBranch val="init"/>
        </dgm:presLayoutVars>
      </dgm:prSet>
      <dgm:spPr/>
    </dgm:pt>
    <dgm:pt modelId="{3686F057-3922-4160-A540-04152B3D0DAB}" type="pres">
      <dgm:prSet presAssocID="{2F43EC46-D695-4F5F-ADB8-4FF2B2A1104A}" presName="rootComposite" presStyleCnt="0"/>
      <dgm:spPr/>
    </dgm:pt>
    <dgm:pt modelId="{615D0634-FBFD-4BFF-9338-BB6F2547F282}" type="pres">
      <dgm:prSet presAssocID="{2F43EC46-D695-4F5F-ADB8-4FF2B2A1104A}" presName="rootText" presStyleLbl="node4" presStyleIdx="45" presStyleCnt="56">
        <dgm:presLayoutVars>
          <dgm:chPref val="3"/>
        </dgm:presLayoutVars>
      </dgm:prSet>
      <dgm:spPr/>
    </dgm:pt>
    <dgm:pt modelId="{4FE1F997-F228-4A27-9568-1F9B7548FA50}" type="pres">
      <dgm:prSet presAssocID="{2F43EC46-D695-4F5F-ADB8-4FF2B2A1104A}" presName="rootConnector" presStyleLbl="node4" presStyleIdx="45" presStyleCnt="56"/>
      <dgm:spPr/>
    </dgm:pt>
    <dgm:pt modelId="{3AF4E8C3-A63E-479E-AD8D-31BDA987A2C9}" type="pres">
      <dgm:prSet presAssocID="{2F43EC46-D695-4F5F-ADB8-4FF2B2A1104A}" presName="hierChild4" presStyleCnt="0"/>
      <dgm:spPr/>
    </dgm:pt>
    <dgm:pt modelId="{AA458790-18B9-4E94-BC5A-4F2BF4B4C494}" type="pres">
      <dgm:prSet presAssocID="{2F43EC46-D695-4F5F-ADB8-4FF2B2A1104A}" presName="hierChild5" presStyleCnt="0"/>
      <dgm:spPr/>
    </dgm:pt>
    <dgm:pt modelId="{9A42960B-1296-4718-90C3-82E28BB19C24}" type="pres">
      <dgm:prSet presAssocID="{FB65AC3C-6766-4E75-9563-95B26291C0B4}" presName="hierChild5" presStyleCnt="0"/>
      <dgm:spPr/>
    </dgm:pt>
    <dgm:pt modelId="{CFEF2F36-C38E-4869-98F6-0BC0503B01F5}" type="pres">
      <dgm:prSet presAssocID="{AE259589-5FA5-4B0C-B574-FE411F465DC0}" presName="Name37" presStyleLbl="parChTrans1D4" presStyleIdx="46" presStyleCnt="56"/>
      <dgm:spPr/>
    </dgm:pt>
    <dgm:pt modelId="{40AA6305-87B5-446C-A0D7-F20B7061EB32}" type="pres">
      <dgm:prSet presAssocID="{FBBE276E-F27B-42C9-B177-1CBE1C32626A}" presName="hierRoot2" presStyleCnt="0">
        <dgm:presLayoutVars>
          <dgm:hierBranch val="init"/>
        </dgm:presLayoutVars>
      </dgm:prSet>
      <dgm:spPr/>
    </dgm:pt>
    <dgm:pt modelId="{DF313E65-37E0-47A2-BADF-4A1345D39F2F}" type="pres">
      <dgm:prSet presAssocID="{FBBE276E-F27B-42C9-B177-1CBE1C32626A}" presName="rootComposite" presStyleCnt="0"/>
      <dgm:spPr/>
    </dgm:pt>
    <dgm:pt modelId="{235D8822-39D0-4808-8AFB-C4FE895C7339}" type="pres">
      <dgm:prSet presAssocID="{FBBE276E-F27B-42C9-B177-1CBE1C32626A}" presName="rootText" presStyleLbl="node4" presStyleIdx="46" presStyleCnt="56">
        <dgm:presLayoutVars>
          <dgm:chPref val="3"/>
        </dgm:presLayoutVars>
      </dgm:prSet>
      <dgm:spPr/>
    </dgm:pt>
    <dgm:pt modelId="{380466E8-1DF7-4A2B-9F7D-7B411589C9CA}" type="pres">
      <dgm:prSet presAssocID="{FBBE276E-F27B-42C9-B177-1CBE1C32626A}" presName="rootConnector" presStyleLbl="node4" presStyleIdx="46" presStyleCnt="56"/>
      <dgm:spPr/>
    </dgm:pt>
    <dgm:pt modelId="{0C07C76C-E77C-474B-9099-AA844F9FCB9B}" type="pres">
      <dgm:prSet presAssocID="{FBBE276E-F27B-42C9-B177-1CBE1C32626A}" presName="hierChild4" presStyleCnt="0"/>
      <dgm:spPr/>
    </dgm:pt>
    <dgm:pt modelId="{E2792D7C-4CCA-4F7C-B585-03458BCA3CC4}" type="pres">
      <dgm:prSet presAssocID="{AF7F3C7B-F9DA-41A4-B44F-B5451DEC97B3}" presName="Name37" presStyleLbl="parChTrans1D4" presStyleIdx="47" presStyleCnt="56"/>
      <dgm:spPr/>
    </dgm:pt>
    <dgm:pt modelId="{91EDAEA5-D3E2-4C3D-B126-FEFF9BF64647}" type="pres">
      <dgm:prSet presAssocID="{990D6332-2960-4F54-BA2B-74422B7074A1}" presName="hierRoot2" presStyleCnt="0">
        <dgm:presLayoutVars>
          <dgm:hierBranch val="init"/>
        </dgm:presLayoutVars>
      </dgm:prSet>
      <dgm:spPr/>
    </dgm:pt>
    <dgm:pt modelId="{96FF3094-50DA-411D-99AC-B9ED17C255E5}" type="pres">
      <dgm:prSet presAssocID="{990D6332-2960-4F54-BA2B-74422B7074A1}" presName="rootComposite" presStyleCnt="0"/>
      <dgm:spPr/>
    </dgm:pt>
    <dgm:pt modelId="{B4BC8DDA-5ACE-40B5-B743-6005B747D512}" type="pres">
      <dgm:prSet presAssocID="{990D6332-2960-4F54-BA2B-74422B7074A1}" presName="rootText" presStyleLbl="node4" presStyleIdx="47" presStyleCnt="56">
        <dgm:presLayoutVars>
          <dgm:chPref val="3"/>
        </dgm:presLayoutVars>
      </dgm:prSet>
      <dgm:spPr/>
    </dgm:pt>
    <dgm:pt modelId="{9CC13974-927F-46FF-99EE-11ABC79CDC39}" type="pres">
      <dgm:prSet presAssocID="{990D6332-2960-4F54-BA2B-74422B7074A1}" presName="rootConnector" presStyleLbl="node4" presStyleIdx="47" presStyleCnt="56"/>
      <dgm:spPr/>
    </dgm:pt>
    <dgm:pt modelId="{200203D0-E97F-4CD1-9246-A6DAAB6DF9A5}" type="pres">
      <dgm:prSet presAssocID="{990D6332-2960-4F54-BA2B-74422B7074A1}" presName="hierChild4" presStyleCnt="0"/>
      <dgm:spPr/>
    </dgm:pt>
    <dgm:pt modelId="{A2D9408C-B183-430B-895D-A720E84DE3FE}" type="pres">
      <dgm:prSet presAssocID="{990D6332-2960-4F54-BA2B-74422B7074A1}" presName="hierChild5" presStyleCnt="0"/>
      <dgm:spPr/>
    </dgm:pt>
    <dgm:pt modelId="{51D0D58F-B18E-4593-8CBE-1AEF3404E73E}" type="pres">
      <dgm:prSet presAssocID="{0C362FA1-A5DA-4179-903B-2A2974A271E3}" presName="Name37" presStyleLbl="parChTrans1D4" presStyleIdx="48" presStyleCnt="56"/>
      <dgm:spPr/>
    </dgm:pt>
    <dgm:pt modelId="{C4E01FFC-F518-4C78-ABCF-3F3F82323F7F}" type="pres">
      <dgm:prSet presAssocID="{77768F13-2553-4F78-9221-913BAF14C22A}" presName="hierRoot2" presStyleCnt="0">
        <dgm:presLayoutVars>
          <dgm:hierBranch val="init"/>
        </dgm:presLayoutVars>
      </dgm:prSet>
      <dgm:spPr/>
    </dgm:pt>
    <dgm:pt modelId="{98914B1A-C1AF-4A5C-BE81-CC19885E6520}" type="pres">
      <dgm:prSet presAssocID="{77768F13-2553-4F78-9221-913BAF14C22A}" presName="rootComposite" presStyleCnt="0"/>
      <dgm:spPr/>
    </dgm:pt>
    <dgm:pt modelId="{E4995FC4-5B92-43C2-A5BB-EF3FD41BF85F}" type="pres">
      <dgm:prSet presAssocID="{77768F13-2553-4F78-9221-913BAF14C22A}" presName="rootText" presStyleLbl="node4" presStyleIdx="48" presStyleCnt="56">
        <dgm:presLayoutVars>
          <dgm:chPref val="3"/>
        </dgm:presLayoutVars>
      </dgm:prSet>
      <dgm:spPr/>
    </dgm:pt>
    <dgm:pt modelId="{11B9CD11-9423-4931-97B2-72A2002E42CC}" type="pres">
      <dgm:prSet presAssocID="{77768F13-2553-4F78-9221-913BAF14C22A}" presName="rootConnector" presStyleLbl="node4" presStyleIdx="48" presStyleCnt="56"/>
      <dgm:spPr/>
    </dgm:pt>
    <dgm:pt modelId="{597E8BEC-835A-46A5-8C24-601242766BE0}" type="pres">
      <dgm:prSet presAssocID="{77768F13-2553-4F78-9221-913BAF14C22A}" presName="hierChild4" presStyleCnt="0"/>
      <dgm:spPr/>
    </dgm:pt>
    <dgm:pt modelId="{F77140D2-422C-4375-B0A2-1A256E194627}" type="pres">
      <dgm:prSet presAssocID="{77768F13-2553-4F78-9221-913BAF14C22A}" presName="hierChild5" presStyleCnt="0"/>
      <dgm:spPr/>
    </dgm:pt>
    <dgm:pt modelId="{B175EB68-9861-4E34-BF4A-388245BD0E38}" type="pres">
      <dgm:prSet presAssocID="{FBBE276E-F27B-42C9-B177-1CBE1C32626A}" presName="hierChild5" presStyleCnt="0"/>
      <dgm:spPr/>
    </dgm:pt>
    <dgm:pt modelId="{989EDF75-46CE-4954-9455-47392A100280}" type="pres">
      <dgm:prSet presAssocID="{3C3EEEB0-10D8-42BE-A228-1FB54831924E}" presName="hierChild5" presStyleCnt="0"/>
      <dgm:spPr/>
    </dgm:pt>
    <dgm:pt modelId="{948D09F9-22CF-4576-8947-8492636FC24E}" type="pres">
      <dgm:prSet presAssocID="{5BF15B60-F9EC-4B9C-BA08-137CE1666C83}" presName="Name37" presStyleLbl="parChTrans1D4" presStyleIdx="49" presStyleCnt="56"/>
      <dgm:spPr/>
    </dgm:pt>
    <dgm:pt modelId="{004BA204-992E-47D4-ADFB-3DE23924AF8D}" type="pres">
      <dgm:prSet presAssocID="{4A87A073-4D04-4134-A43A-FB7D0D158CCC}" presName="hierRoot2" presStyleCnt="0">
        <dgm:presLayoutVars>
          <dgm:hierBranch val="init"/>
        </dgm:presLayoutVars>
      </dgm:prSet>
      <dgm:spPr/>
    </dgm:pt>
    <dgm:pt modelId="{026F56DC-5A29-4942-A546-21F9544F9262}" type="pres">
      <dgm:prSet presAssocID="{4A87A073-4D04-4134-A43A-FB7D0D158CCC}" presName="rootComposite" presStyleCnt="0"/>
      <dgm:spPr/>
    </dgm:pt>
    <dgm:pt modelId="{0989219C-C314-4D2F-87B5-8F3AED4A5731}" type="pres">
      <dgm:prSet presAssocID="{4A87A073-4D04-4134-A43A-FB7D0D158CCC}" presName="rootText" presStyleLbl="node4" presStyleIdx="49" presStyleCnt="56">
        <dgm:presLayoutVars>
          <dgm:chPref val="3"/>
        </dgm:presLayoutVars>
      </dgm:prSet>
      <dgm:spPr/>
    </dgm:pt>
    <dgm:pt modelId="{0CDFAA29-3CF4-4AF1-AF0A-53E2A73E024A}" type="pres">
      <dgm:prSet presAssocID="{4A87A073-4D04-4134-A43A-FB7D0D158CCC}" presName="rootConnector" presStyleLbl="node4" presStyleIdx="49" presStyleCnt="56"/>
      <dgm:spPr/>
    </dgm:pt>
    <dgm:pt modelId="{B72DBF20-9A8B-42D0-AFB5-D9B95968E3F9}" type="pres">
      <dgm:prSet presAssocID="{4A87A073-4D04-4134-A43A-FB7D0D158CCC}" presName="hierChild4" presStyleCnt="0"/>
      <dgm:spPr/>
    </dgm:pt>
    <dgm:pt modelId="{227A6273-B834-456D-9C15-C0C77BEFBFD7}" type="pres">
      <dgm:prSet presAssocID="{404A1780-4821-4AE6-9A2B-2A7D2B681A40}" presName="Name37" presStyleLbl="parChTrans1D4" presStyleIdx="50" presStyleCnt="56"/>
      <dgm:spPr/>
    </dgm:pt>
    <dgm:pt modelId="{89390C25-F5B7-4D75-8F72-237CA5A99C8E}" type="pres">
      <dgm:prSet presAssocID="{99BC4ECF-49AD-4FE3-8F9C-285F5DFDBB27}" presName="hierRoot2" presStyleCnt="0">
        <dgm:presLayoutVars>
          <dgm:hierBranch val="init"/>
        </dgm:presLayoutVars>
      </dgm:prSet>
      <dgm:spPr/>
    </dgm:pt>
    <dgm:pt modelId="{87A78D67-FA6A-47B3-A016-A23074737A8E}" type="pres">
      <dgm:prSet presAssocID="{99BC4ECF-49AD-4FE3-8F9C-285F5DFDBB27}" presName="rootComposite" presStyleCnt="0"/>
      <dgm:spPr/>
    </dgm:pt>
    <dgm:pt modelId="{7945EF7D-D79B-43DF-9DC8-FF1F5D70A987}" type="pres">
      <dgm:prSet presAssocID="{99BC4ECF-49AD-4FE3-8F9C-285F5DFDBB27}" presName="rootText" presStyleLbl="node4" presStyleIdx="50" presStyleCnt="56">
        <dgm:presLayoutVars>
          <dgm:chPref val="3"/>
        </dgm:presLayoutVars>
      </dgm:prSet>
      <dgm:spPr/>
    </dgm:pt>
    <dgm:pt modelId="{A88F9582-DA85-4C11-9866-4ABB7151151C}" type="pres">
      <dgm:prSet presAssocID="{99BC4ECF-49AD-4FE3-8F9C-285F5DFDBB27}" presName="rootConnector" presStyleLbl="node4" presStyleIdx="50" presStyleCnt="56"/>
      <dgm:spPr/>
    </dgm:pt>
    <dgm:pt modelId="{E770EAA6-F3BF-4C53-8922-806E072D47B3}" type="pres">
      <dgm:prSet presAssocID="{99BC4ECF-49AD-4FE3-8F9C-285F5DFDBB27}" presName="hierChild4" presStyleCnt="0"/>
      <dgm:spPr/>
    </dgm:pt>
    <dgm:pt modelId="{724E1DD2-4FA9-44EB-8400-831C6CB72DF8}" type="pres">
      <dgm:prSet presAssocID="{17860AEF-A23D-4794-BF27-24FB2249B4EF}" presName="Name37" presStyleLbl="parChTrans1D4" presStyleIdx="51" presStyleCnt="56"/>
      <dgm:spPr/>
    </dgm:pt>
    <dgm:pt modelId="{AA6BBC79-F5D5-465E-952F-DC4F2C10558C}" type="pres">
      <dgm:prSet presAssocID="{8CCFD40D-4851-4DFF-89F5-991DA006B654}" presName="hierRoot2" presStyleCnt="0">
        <dgm:presLayoutVars>
          <dgm:hierBranch val="init"/>
        </dgm:presLayoutVars>
      </dgm:prSet>
      <dgm:spPr/>
    </dgm:pt>
    <dgm:pt modelId="{AF1AAC2B-FD34-4D02-9D58-31609BDC97E1}" type="pres">
      <dgm:prSet presAssocID="{8CCFD40D-4851-4DFF-89F5-991DA006B654}" presName="rootComposite" presStyleCnt="0"/>
      <dgm:spPr/>
    </dgm:pt>
    <dgm:pt modelId="{1D6BE0AD-8EF6-4F98-819B-4A61CF44654D}" type="pres">
      <dgm:prSet presAssocID="{8CCFD40D-4851-4DFF-89F5-991DA006B654}" presName="rootText" presStyleLbl="node4" presStyleIdx="51" presStyleCnt="56">
        <dgm:presLayoutVars>
          <dgm:chPref val="3"/>
        </dgm:presLayoutVars>
      </dgm:prSet>
      <dgm:spPr/>
    </dgm:pt>
    <dgm:pt modelId="{559931FA-E487-4C9F-93DE-F5EB69716A7D}" type="pres">
      <dgm:prSet presAssocID="{8CCFD40D-4851-4DFF-89F5-991DA006B654}" presName="rootConnector" presStyleLbl="node4" presStyleIdx="51" presStyleCnt="56"/>
      <dgm:spPr/>
    </dgm:pt>
    <dgm:pt modelId="{734AEF71-00EB-483F-91FB-111FD4159DF9}" type="pres">
      <dgm:prSet presAssocID="{8CCFD40D-4851-4DFF-89F5-991DA006B654}" presName="hierChild4" presStyleCnt="0"/>
      <dgm:spPr/>
    </dgm:pt>
    <dgm:pt modelId="{7C6B47C5-01B2-43D2-AB02-FB12D4A29668}" type="pres">
      <dgm:prSet presAssocID="{8CCFD40D-4851-4DFF-89F5-991DA006B654}" presName="hierChild5" presStyleCnt="0"/>
      <dgm:spPr/>
    </dgm:pt>
    <dgm:pt modelId="{6AEE5C51-E4F8-493E-BB1D-2DAE57FDDACF}" type="pres">
      <dgm:prSet presAssocID="{4188F347-8215-40F1-947D-8E5EA67E4098}" presName="Name37" presStyleLbl="parChTrans1D4" presStyleIdx="52" presStyleCnt="56"/>
      <dgm:spPr/>
    </dgm:pt>
    <dgm:pt modelId="{183F59B7-CFD7-4884-BE9B-CF0366C01118}" type="pres">
      <dgm:prSet presAssocID="{63C34F21-EFD5-4BB2-8DCB-3C15AC524178}" presName="hierRoot2" presStyleCnt="0">
        <dgm:presLayoutVars>
          <dgm:hierBranch val="init"/>
        </dgm:presLayoutVars>
      </dgm:prSet>
      <dgm:spPr/>
    </dgm:pt>
    <dgm:pt modelId="{110AC2A1-B6D0-4FFA-8848-097AACDBD9AE}" type="pres">
      <dgm:prSet presAssocID="{63C34F21-EFD5-4BB2-8DCB-3C15AC524178}" presName="rootComposite" presStyleCnt="0"/>
      <dgm:spPr/>
    </dgm:pt>
    <dgm:pt modelId="{EFB62E51-2FBD-4FE6-8570-558D6588DCA9}" type="pres">
      <dgm:prSet presAssocID="{63C34F21-EFD5-4BB2-8DCB-3C15AC524178}" presName="rootText" presStyleLbl="node4" presStyleIdx="52" presStyleCnt="56">
        <dgm:presLayoutVars>
          <dgm:chPref val="3"/>
        </dgm:presLayoutVars>
      </dgm:prSet>
      <dgm:spPr/>
    </dgm:pt>
    <dgm:pt modelId="{CA6EAABA-F45C-428C-A9B9-1F13141E8855}" type="pres">
      <dgm:prSet presAssocID="{63C34F21-EFD5-4BB2-8DCB-3C15AC524178}" presName="rootConnector" presStyleLbl="node4" presStyleIdx="52" presStyleCnt="56"/>
      <dgm:spPr/>
    </dgm:pt>
    <dgm:pt modelId="{D27B96E0-489E-4188-9550-889D7613627D}" type="pres">
      <dgm:prSet presAssocID="{63C34F21-EFD5-4BB2-8DCB-3C15AC524178}" presName="hierChild4" presStyleCnt="0"/>
      <dgm:spPr/>
    </dgm:pt>
    <dgm:pt modelId="{424B14EB-F695-492D-86A8-C1D3B5B7F031}" type="pres">
      <dgm:prSet presAssocID="{63C34F21-EFD5-4BB2-8DCB-3C15AC524178}" presName="hierChild5" presStyleCnt="0"/>
      <dgm:spPr/>
    </dgm:pt>
    <dgm:pt modelId="{3031988C-6CD0-4693-AB2B-EB18AA148835}" type="pres">
      <dgm:prSet presAssocID="{99BC4ECF-49AD-4FE3-8F9C-285F5DFDBB27}" presName="hierChild5" presStyleCnt="0"/>
      <dgm:spPr/>
    </dgm:pt>
    <dgm:pt modelId="{EAD3C0B2-4DA1-423C-B6D5-5FD1C5A42A3F}" type="pres">
      <dgm:prSet presAssocID="{F29ABA78-4D35-4E0E-A4C5-8199104EEB02}" presName="Name37" presStyleLbl="parChTrans1D4" presStyleIdx="53" presStyleCnt="56"/>
      <dgm:spPr/>
    </dgm:pt>
    <dgm:pt modelId="{422D2BDA-E391-4DBE-9B81-3CA3FED38BB6}" type="pres">
      <dgm:prSet presAssocID="{2B4E6D3C-33AA-47AC-8C47-CDA0CF0BA27D}" presName="hierRoot2" presStyleCnt="0">
        <dgm:presLayoutVars>
          <dgm:hierBranch val="init"/>
        </dgm:presLayoutVars>
      </dgm:prSet>
      <dgm:spPr/>
    </dgm:pt>
    <dgm:pt modelId="{17B8D5A7-907D-4902-8C8F-B5718A3C52BC}" type="pres">
      <dgm:prSet presAssocID="{2B4E6D3C-33AA-47AC-8C47-CDA0CF0BA27D}" presName="rootComposite" presStyleCnt="0"/>
      <dgm:spPr/>
    </dgm:pt>
    <dgm:pt modelId="{34C046C2-E372-489C-9E41-F151C1F961C3}" type="pres">
      <dgm:prSet presAssocID="{2B4E6D3C-33AA-47AC-8C47-CDA0CF0BA27D}" presName="rootText" presStyleLbl="node4" presStyleIdx="53" presStyleCnt="56">
        <dgm:presLayoutVars>
          <dgm:chPref val="3"/>
        </dgm:presLayoutVars>
      </dgm:prSet>
      <dgm:spPr/>
    </dgm:pt>
    <dgm:pt modelId="{FD1C8CF4-1413-4C45-AB54-961A5715C5AF}" type="pres">
      <dgm:prSet presAssocID="{2B4E6D3C-33AA-47AC-8C47-CDA0CF0BA27D}" presName="rootConnector" presStyleLbl="node4" presStyleIdx="53" presStyleCnt="56"/>
      <dgm:spPr/>
    </dgm:pt>
    <dgm:pt modelId="{CE72ED2D-F687-4451-9D7F-F14C0742218C}" type="pres">
      <dgm:prSet presAssocID="{2B4E6D3C-33AA-47AC-8C47-CDA0CF0BA27D}" presName="hierChild4" presStyleCnt="0"/>
      <dgm:spPr/>
    </dgm:pt>
    <dgm:pt modelId="{CB0F243D-1049-4541-99B8-4DA3F4D2955D}" type="pres">
      <dgm:prSet presAssocID="{65457995-62A8-4C33-8606-538F480E455E}" presName="Name37" presStyleLbl="parChTrans1D4" presStyleIdx="54" presStyleCnt="56"/>
      <dgm:spPr/>
    </dgm:pt>
    <dgm:pt modelId="{EB4C4C85-3C96-4538-9B45-3FC7D2F4E824}" type="pres">
      <dgm:prSet presAssocID="{C6698AF2-2BD7-416A-8C24-60AF8BCC48E3}" presName="hierRoot2" presStyleCnt="0">
        <dgm:presLayoutVars>
          <dgm:hierBranch val="init"/>
        </dgm:presLayoutVars>
      </dgm:prSet>
      <dgm:spPr/>
    </dgm:pt>
    <dgm:pt modelId="{52B3E4A5-192D-455B-9231-D628796386E1}" type="pres">
      <dgm:prSet presAssocID="{C6698AF2-2BD7-416A-8C24-60AF8BCC48E3}" presName="rootComposite" presStyleCnt="0"/>
      <dgm:spPr/>
    </dgm:pt>
    <dgm:pt modelId="{AF36AE36-F64C-4B62-9D11-00EB58CA1024}" type="pres">
      <dgm:prSet presAssocID="{C6698AF2-2BD7-416A-8C24-60AF8BCC48E3}" presName="rootText" presStyleLbl="node4" presStyleIdx="54" presStyleCnt="56">
        <dgm:presLayoutVars>
          <dgm:chPref val="3"/>
        </dgm:presLayoutVars>
      </dgm:prSet>
      <dgm:spPr/>
    </dgm:pt>
    <dgm:pt modelId="{BBBF4D60-FA8C-43ED-B5A2-DE21054030F7}" type="pres">
      <dgm:prSet presAssocID="{C6698AF2-2BD7-416A-8C24-60AF8BCC48E3}" presName="rootConnector" presStyleLbl="node4" presStyleIdx="54" presStyleCnt="56"/>
      <dgm:spPr/>
    </dgm:pt>
    <dgm:pt modelId="{12B90AEC-5505-43AB-9473-A645336DBA3C}" type="pres">
      <dgm:prSet presAssocID="{C6698AF2-2BD7-416A-8C24-60AF8BCC48E3}" presName="hierChild4" presStyleCnt="0"/>
      <dgm:spPr/>
    </dgm:pt>
    <dgm:pt modelId="{0B6F2EB3-9E1E-47AD-AD43-73C0D7A35218}" type="pres">
      <dgm:prSet presAssocID="{C6698AF2-2BD7-416A-8C24-60AF8BCC48E3}" presName="hierChild5" presStyleCnt="0"/>
      <dgm:spPr/>
    </dgm:pt>
    <dgm:pt modelId="{1109DAD5-B0FD-4643-84E5-BA46BA1014DC}" type="pres">
      <dgm:prSet presAssocID="{881225E4-C1CA-44AB-9749-2C1AD745E914}" presName="Name37" presStyleLbl="parChTrans1D4" presStyleIdx="55" presStyleCnt="56"/>
      <dgm:spPr/>
    </dgm:pt>
    <dgm:pt modelId="{1FD6D80C-180F-4E72-8A41-2BBAF406ECA7}" type="pres">
      <dgm:prSet presAssocID="{57171984-DAC5-45E1-9E8A-6F64BBE6B1C8}" presName="hierRoot2" presStyleCnt="0">
        <dgm:presLayoutVars>
          <dgm:hierBranch val="init"/>
        </dgm:presLayoutVars>
      </dgm:prSet>
      <dgm:spPr/>
    </dgm:pt>
    <dgm:pt modelId="{DFDB94F2-C3A7-4D1B-B838-3C194362446D}" type="pres">
      <dgm:prSet presAssocID="{57171984-DAC5-45E1-9E8A-6F64BBE6B1C8}" presName="rootComposite" presStyleCnt="0"/>
      <dgm:spPr/>
    </dgm:pt>
    <dgm:pt modelId="{EA900CBB-0A2C-44DF-A9C7-49A442EA0B3E}" type="pres">
      <dgm:prSet presAssocID="{57171984-DAC5-45E1-9E8A-6F64BBE6B1C8}" presName="rootText" presStyleLbl="node4" presStyleIdx="55" presStyleCnt="56">
        <dgm:presLayoutVars>
          <dgm:chPref val="3"/>
        </dgm:presLayoutVars>
      </dgm:prSet>
      <dgm:spPr/>
    </dgm:pt>
    <dgm:pt modelId="{73642799-E38A-40B6-B604-CC530BB71680}" type="pres">
      <dgm:prSet presAssocID="{57171984-DAC5-45E1-9E8A-6F64BBE6B1C8}" presName="rootConnector" presStyleLbl="node4" presStyleIdx="55" presStyleCnt="56"/>
      <dgm:spPr/>
    </dgm:pt>
    <dgm:pt modelId="{3E2162AE-0B82-400A-84E9-E366B42F04C7}" type="pres">
      <dgm:prSet presAssocID="{57171984-DAC5-45E1-9E8A-6F64BBE6B1C8}" presName="hierChild4" presStyleCnt="0"/>
      <dgm:spPr/>
    </dgm:pt>
    <dgm:pt modelId="{DAF78D5C-B3BA-45BC-98D6-56AD681898BC}" type="pres">
      <dgm:prSet presAssocID="{57171984-DAC5-45E1-9E8A-6F64BBE6B1C8}" presName="hierChild5" presStyleCnt="0"/>
      <dgm:spPr/>
    </dgm:pt>
    <dgm:pt modelId="{4B23F4BB-1271-4D8D-899E-8EADD7607294}" type="pres">
      <dgm:prSet presAssocID="{2B4E6D3C-33AA-47AC-8C47-CDA0CF0BA27D}" presName="hierChild5" presStyleCnt="0"/>
      <dgm:spPr/>
    </dgm:pt>
    <dgm:pt modelId="{807BAA40-9730-47B4-B197-0F9DEA02C879}" type="pres">
      <dgm:prSet presAssocID="{4A87A073-4D04-4134-A43A-FB7D0D158CCC}" presName="hierChild5" presStyleCnt="0"/>
      <dgm:spPr/>
    </dgm:pt>
    <dgm:pt modelId="{693DEC09-B62E-4A25-9221-DE846C01F4F2}" type="pres">
      <dgm:prSet presAssocID="{CE527801-7586-466E-A092-E9ADDCBC633C}" presName="hierChild5" presStyleCnt="0"/>
      <dgm:spPr/>
    </dgm:pt>
    <dgm:pt modelId="{9F76752A-25B4-49D9-A349-CD7B3978C9A4}" type="pres">
      <dgm:prSet presAssocID="{FB1FCE23-C5EE-4380-B971-57F94BB3A7D1}" presName="hierChild5" presStyleCnt="0"/>
      <dgm:spPr/>
    </dgm:pt>
    <dgm:pt modelId="{9CCB7342-FAE2-497B-AEB0-07DF8BC2C34A}" type="pres">
      <dgm:prSet presAssocID="{E92442FD-2ACE-448A-A4CF-A4D98D8D4B1C}" presName="hierChild3" presStyleCnt="0"/>
      <dgm:spPr/>
    </dgm:pt>
  </dgm:ptLst>
  <dgm:cxnLst>
    <dgm:cxn modelId="{D75F6301-29E2-4BD6-8073-3EFF83D5D38B}" srcId="{4A87A073-4D04-4134-A43A-FB7D0D158CCC}" destId="{2B4E6D3C-33AA-47AC-8C47-CDA0CF0BA27D}" srcOrd="1" destOrd="0" parTransId="{F29ABA78-4D35-4E0E-A4C5-8199104EEB02}" sibTransId="{37CD8A18-20D0-4A3D-8AC9-4983F9606141}"/>
    <dgm:cxn modelId="{F678A101-F6B7-4CA4-871E-144A74795100}" srcId="{CF9FAD85-0127-41D9-95B0-7475F012F2AD}" destId="{99498B94-82B0-4C9E-85A7-A25171D618D0}" srcOrd="0" destOrd="0" parTransId="{169FC86B-6E36-4849-B97D-0D8355D05AD1}" sibTransId="{25E1D319-B253-418B-967A-CBB8629A5BF5}"/>
    <dgm:cxn modelId="{45B1B001-3C50-4E45-AB98-AD82E92EACA3}" type="presOf" srcId="{4F5F3D57-F484-43DB-B9B6-284359C17089}" destId="{76EB8F56-71C0-4B8A-B739-20D1C53828A3}" srcOrd="0" destOrd="0" presId="urn:microsoft.com/office/officeart/2005/8/layout/orgChart1"/>
    <dgm:cxn modelId="{00C2DD01-F7AB-405C-AFB2-E0C06EE27B5F}" type="presOf" srcId="{3A21C679-05C0-4C6E-B466-47B056542A37}" destId="{677E6109-9E5D-4106-94C5-AE0969301D29}" srcOrd="1" destOrd="0" presId="urn:microsoft.com/office/officeart/2005/8/layout/orgChart1"/>
    <dgm:cxn modelId="{7B95B802-4EF4-44BD-AE10-D673BEB5C392}" type="presOf" srcId="{54E98570-8660-4E28-B688-697BAEFBEF5A}" destId="{B168C0FF-F6AC-4886-8E40-C23E6D31D875}" srcOrd="1" destOrd="0" presId="urn:microsoft.com/office/officeart/2005/8/layout/orgChart1"/>
    <dgm:cxn modelId="{F449CB02-206D-46D2-AF14-0A786A0F2786}" type="presOf" srcId="{C6698AF2-2BD7-416A-8C24-60AF8BCC48E3}" destId="{AF36AE36-F64C-4B62-9D11-00EB58CA1024}" srcOrd="0" destOrd="0" presId="urn:microsoft.com/office/officeart/2005/8/layout/orgChart1"/>
    <dgm:cxn modelId="{5C73CD03-CE9E-4D8C-A2FA-12CEC4B4E8C7}" srcId="{99BC4ECF-49AD-4FE3-8F9C-285F5DFDBB27}" destId="{8CCFD40D-4851-4DFF-89F5-991DA006B654}" srcOrd="0" destOrd="0" parTransId="{17860AEF-A23D-4794-BF27-24FB2249B4EF}" sibTransId="{932DF024-1D6F-4319-8F51-D385E5744CDB}"/>
    <dgm:cxn modelId="{6C5B1604-9664-4551-AF87-8D01E6B5A7BC}" srcId="{4A87A073-4D04-4134-A43A-FB7D0D158CCC}" destId="{99BC4ECF-49AD-4FE3-8F9C-285F5DFDBB27}" srcOrd="0" destOrd="0" parTransId="{404A1780-4821-4AE6-9A2B-2A7D2B681A40}" sibTransId="{99132229-6DE0-460F-950E-7924FC3DB9E2}"/>
    <dgm:cxn modelId="{C7971C04-F432-4FFA-A667-51979EA172A1}" type="presOf" srcId="{6457BB44-EB04-4D30-AFD5-FC66710D87C0}" destId="{168FA171-359A-4057-B08D-8F120EECAD62}" srcOrd="0" destOrd="0" presId="urn:microsoft.com/office/officeart/2005/8/layout/orgChart1"/>
    <dgm:cxn modelId="{DE2F2C04-2909-4CCA-81EC-ED967E87E9B8}" type="presOf" srcId="{AEB853E0-5B8B-4D9F-9094-71399B2E4E78}" destId="{DE5499F6-EC61-407D-AC71-DB87F141B37E}" srcOrd="0" destOrd="0" presId="urn:microsoft.com/office/officeart/2005/8/layout/orgChart1"/>
    <dgm:cxn modelId="{5E401A07-8949-4BFF-9D3B-86577741AD93}" type="presOf" srcId="{169FC86B-6E36-4849-B97D-0D8355D05AD1}" destId="{772E129A-8AF1-4245-AA91-DE3E79E788A7}" srcOrd="0" destOrd="0" presId="urn:microsoft.com/office/officeart/2005/8/layout/orgChart1"/>
    <dgm:cxn modelId="{62CFED07-3AE9-4713-9D01-819A0D088A15}" type="presOf" srcId="{990D6332-2960-4F54-BA2B-74422B7074A1}" destId="{9CC13974-927F-46FF-99EE-11ABC79CDC39}" srcOrd="1" destOrd="0" presId="urn:microsoft.com/office/officeart/2005/8/layout/orgChart1"/>
    <dgm:cxn modelId="{DEF80E08-139D-461E-9FB7-5CBC22930EE7}" srcId="{C9F56B78-BDC8-4FD5-97A6-57BD1DC211C1}" destId="{4683DD91-F43B-4A8B-A481-B71BB82892F3}" srcOrd="0" destOrd="0" parTransId="{15D8218A-2902-4B25-9DA3-E52444433A22}" sibTransId="{0B3DB2E2-3E7F-4F80-9258-54F1E210025E}"/>
    <dgm:cxn modelId="{6B62C209-4E3E-4A1B-9F77-07869AAD88EE}" srcId="{FDC74FC0-868E-42D3-953B-E2D8007109D6}" destId="{3C03ECB9-D57B-477B-9E83-EDE0B846BDD6}" srcOrd="1" destOrd="0" parTransId="{B313D4EA-FA8D-4310-B850-24BDD3B4D82F}" sibTransId="{282042B2-A01B-4007-A35C-135F0F94F725}"/>
    <dgm:cxn modelId="{3CD4200A-1D87-41EC-93B2-B65FC6FE9F86}" type="presOf" srcId="{E724123D-5E83-4BAD-9D54-58E02661EDA8}" destId="{25198D12-9267-45B4-B77A-8D2776C0EA31}" srcOrd="1" destOrd="0" presId="urn:microsoft.com/office/officeart/2005/8/layout/orgChart1"/>
    <dgm:cxn modelId="{09F3440A-69F5-43F5-AFD1-E35EF1335002}" srcId="{F89EE146-027E-4636-B049-0C884101BDB2}" destId="{4301D959-4006-41CD-BA36-C9BFF696E535}" srcOrd="1" destOrd="0" parTransId="{21FC9697-73F5-475E-92CF-48FD01A209AB}" sibTransId="{1F4D3102-3830-4890-A1D9-A3903685BDA7}"/>
    <dgm:cxn modelId="{2016DD0B-FAD7-4A63-8F1E-C4A882FE38CD}" type="presOf" srcId="{95A231A4-526A-4984-B6B4-D43C4DE9E294}" destId="{8002B18D-1F25-4F2D-85FC-27FA4B47FFC5}" srcOrd="0" destOrd="0" presId="urn:microsoft.com/office/officeart/2005/8/layout/orgChart1"/>
    <dgm:cxn modelId="{FF0D320C-D739-480A-A718-3848EB4B41A5}" type="presOf" srcId="{77768F13-2553-4F78-9221-913BAF14C22A}" destId="{11B9CD11-9423-4931-97B2-72A2002E42CC}" srcOrd="1" destOrd="0" presId="urn:microsoft.com/office/officeart/2005/8/layout/orgChart1"/>
    <dgm:cxn modelId="{2207530C-49F5-412C-ADA8-113C5E1D784C}" type="presOf" srcId="{4301D959-4006-41CD-BA36-C9BFF696E535}" destId="{9A54629D-8BBB-4F85-B202-8A2E6AA2348D}" srcOrd="1" destOrd="0" presId="urn:microsoft.com/office/officeart/2005/8/layout/orgChart1"/>
    <dgm:cxn modelId="{F007280D-0E8D-4889-B403-8789F8CF365A}" type="presOf" srcId="{10E3848C-0265-45A2-8DE8-F52933DA78CD}" destId="{F4324A06-5342-47ED-A7E1-5C5972038FE8}" srcOrd="0" destOrd="0" presId="urn:microsoft.com/office/officeart/2005/8/layout/orgChart1"/>
    <dgm:cxn modelId="{CABCEA0F-0DBB-44F0-8B32-AF048E8B7668}" type="presOf" srcId="{925314DC-6148-4B4F-B096-B3D58DF7CDA8}" destId="{224B73B3-F153-4EA2-9E90-0A2B5CE1CE71}" srcOrd="0" destOrd="0" presId="urn:microsoft.com/office/officeart/2005/8/layout/orgChart1"/>
    <dgm:cxn modelId="{D9FDCD11-2B0C-424B-9E95-A739D6D4CD00}" type="presOf" srcId="{5BF15B60-F9EC-4B9C-BA08-137CE1666C83}" destId="{948D09F9-22CF-4576-8947-8492636FC24E}" srcOrd="0" destOrd="0" presId="urn:microsoft.com/office/officeart/2005/8/layout/orgChart1"/>
    <dgm:cxn modelId="{8B19D811-9D80-4079-80E2-55E32FDEE7C6}" type="presOf" srcId="{54E98570-8660-4E28-B688-697BAEFBEF5A}" destId="{98D0749E-58B2-40AC-BEBD-F0615CC2FC3A}" srcOrd="0" destOrd="0" presId="urn:microsoft.com/office/officeart/2005/8/layout/orgChart1"/>
    <dgm:cxn modelId="{556FEA12-0B91-41F8-A4FA-5F68D2B01BC8}" type="presOf" srcId="{86051D5E-E567-484D-AE59-88F949D9D7B7}" destId="{8C15C331-7EAE-403D-97BA-2ABF4A9D7AFF}" srcOrd="0" destOrd="0" presId="urn:microsoft.com/office/officeart/2005/8/layout/orgChart1"/>
    <dgm:cxn modelId="{F1D60613-0A72-4526-AB09-26EDA6B006BA}" type="presOf" srcId="{E724123D-5E83-4BAD-9D54-58E02661EDA8}" destId="{31645EC6-F1B4-4D35-B9F2-7477956CD06D}" srcOrd="0" destOrd="0" presId="urn:microsoft.com/office/officeart/2005/8/layout/orgChart1"/>
    <dgm:cxn modelId="{12799915-F5E9-4D53-8EAE-F97E2BE01B52}" srcId="{A7609375-B08B-4E91-9AD9-699738BA480B}" destId="{54E98570-8660-4E28-B688-697BAEFBEF5A}" srcOrd="0" destOrd="0" parTransId="{4BCAA4D4-08A6-40E0-B646-9762530E5F87}" sibTransId="{1E86EC5C-AFA7-4E75-AFD5-8D7324D8D2AC}"/>
    <dgm:cxn modelId="{3BB14319-1866-4E04-9CCD-11515B185C00}" type="presOf" srcId="{C9F56B78-BDC8-4FD5-97A6-57BD1DC211C1}" destId="{AAE4BC04-03F9-4A44-A989-7934BAC44B5F}" srcOrd="1" destOrd="0" presId="urn:microsoft.com/office/officeart/2005/8/layout/orgChart1"/>
    <dgm:cxn modelId="{890D4C1A-2F23-4699-9F44-22D3FCECFFB0}" type="presOf" srcId="{958FCA34-B7FF-413E-82F6-7DFCE2C1BC6E}" destId="{BBF80781-7029-4124-BE1C-679A921D04E6}" srcOrd="0" destOrd="0" presId="urn:microsoft.com/office/officeart/2005/8/layout/orgChart1"/>
    <dgm:cxn modelId="{4BB1BA1A-1412-4AB7-BAB4-EC5938A1D8C6}" type="presOf" srcId="{57171984-DAC5-45E1-9E8A-6F64BBE6B1C8}" destId="{EA900CBB-0A2C-44DF-A9C7-49A442EA0B3E}" srcOrd="0" destOrd="0" presId="urn:microsoft.com/office/officeart/2005/8/layout/orgChart1"/>
    <dgm:cxn modelId="{2210C41A-1895-4A02-ABAD-A56B0E6B47A1}" type="presOf" srcId="{D305A3B8-B147-4C0C-9CB7-19A449531426}" destId="{C09E6CAE-286A-4E9F-86FB-75C9BE741E33}" srcOrd="0" destOrd="0" presId="urn:microsoft.com/office/officeart/2005/8/layout/orgChart1"/>
    <dgm:cxn modelId="{9E10271C-81FB-4F16-A74F-92146CCF8497}" type="presOf" srcId="{FBBE276E-F27B-42C9-B177-1CBE1C32626A}" destId="{380466E8-1DF7-4A2B-9F7D-7B411589C9CA}" srcOrd="1" destOrd="0" presId="urn:microsoft.com/office/officeart/2005/8/layout/orgChart1"/>
    <dgm:cxn modelId="{482C4B1C-D8AD-4FD9-82B3-388023C98FBF}" type="presOf" srcId="{010E06F3-D14F-4009-8C00-E1C02FDB1756}" destId="{C9F305FD-A6BD-4698-82AA-3A737490EDE9}" srcOrd="1" destOrd="0" presId="urn:microsoft.com/office/officeart/2005/8/layout/orgChart1"/>
    <dgm:cxn modelId="{C2E37D20-AD6A-40C1-B5FE-45CD6D3B2886}" type="presOf" srcId="{A541CE23-D008-44EA-8DB7-227EA78EC81B}" destId="{016FD3E6-4BC6-45C2-B26E-1B246D8C4080}" srcOrd="1" destOrd="0" presId="urn:microsoft.com/office/officeart/2005/8/layout/orgChart1"/>
    <dgm:cxn modelId="{25780321-1A81-4319-98EA-719D9E651424}" type="presOf" srcId="{57171984-DAC5-45E1-9E8A-6F64BBE6B1C8}" destId="{73642799-E38A-40B6-B604-CC530BB71680}" srcOrd="1" destOrd="0" presId="urn:microsoft.com/office/officeart/2005/8/layout/orgChart1"/>
    <dgm:cxn modelId="{D5DA7F24-C35E-4D53-9DEB-B955E0478E44}" type="presOf" srcId="{2E9F678F-23E5-4ABF-83B4-6DA654B68C4F}" destId="{52E4E141-509C-4539-ACA3-691A63B83100}" srcOrd="1" destOrd="0" presId="urn:microsoft.com/office/officeart/2005/8/layout/orgChart1"/>
    <dgm:cxn modelId="{CCC4BA24-5FA9-492B-B384-BE950541884F}" type="presOf" srcId="{35DDC4CE-E3DB-45CF-9286-1BEA9B781CDA}" destId="{FAFD82B5-AC5A-463B-9781-835FA09BC95E}" srcOrd="0" destOrd="0" presId="urn:microsoft.com/office/officeart/2005/8/layout/orgChart1"/>
    <dgm:cxn modelId="{EE6F9A25-2E6F-49AD-BD49-CA85B852BA25}" srcId="{C9F56B78-BDC8-4FD5-97A6-57BD1DC211C1}" destId="{A541CE23-D008-44EA-8DB7-227EA78EC81B}" srcOrd="1" destOrd="0" parTransId="{4C8BBD0F-7C1A-4916-853D-2A93C30C606E}" sibTransId="{80C0B4DC-FF16-4DED-94E4-53DA3CA5B1CF}"/>
    <dgm:cxn modelId="{66961826-7C6A-48A7-82C3-F87753C3534C}" type="presOf" srcId="{63C34F21-EFD5-4BB2-8DCB-3C15AC524178}" destId="{EFB62E51-2FBD-4FE6-8570-558D6588DCA9}" srcOrd="0" destOrd="0" presId="urn:microsoft.com/office/officeart/2005/8/layout/orgChart1"/>
    <dgm:cxn modelId="{127CA726-2707-49B7-AE2A-14542F38DC81}" type="presOf" srcId="{4A87A073-4D04-4134-A43A-FB7D0D158CCC}" destId="{0989219C-C314-4D2F-87B5-8F3AED4A5731}" srcOrd="0" destOrd="0" presId="urn:microsoft.com/office/officeart/2005/8/layout/orgChart1"/>
    <dgm:cxn modelId="{0DD4C427-3C59-48E3-A112-19937E938AB4}" type="presOf" srcId="{925314DC-6148-4B4F-B096-B3D58DF7CDA8}" destId="{62FB21EA-14E3-46B0-A83B-4719FCE80413}" srcOrd="1" destOrd="0" presId="urn:microsoft.com/office/officeart/2005/8/layout/orgChart1"/>
    <dgm:cxn modelId="{945B2629-AC56-4711-AF58-B8A2F37CBF12}" type="presOf" srcId="{99BC4ECF-49AD-4FE3-8F9C-285F5DFDBB27}" destId="{A88F9582-DA85-4C11-9866-4ABB7151151C}" srcOrd="1" destOrd="0" presId="urn:microsoft.com/office/officeart/2005/8/layout/orgChart1"/>
    <dgm:cxn modelId="{5D719929-1DEC-4730-A3DC-74041FDEA72E}" type="presOf" srcId="{2CADC6D5-EA7C-4906-AF77-F1538C5A469A}" destId="{07EDC052-51DA-4C72-8B86-B852E9769632}" srcOrd="0" destOrd="0" presId="urn:microsoft.com/office/officeart/2005/8/layout/orgChart1"/>
    <dgm:cxn modelId="{D7D6F729-ADE8-4C33-8BEA-2F4C39F2E065}" type="presOf" srcId="{F29ABA78-4D35-4E0E-A4C5-8199104EEB02}" destId="{EAD3C0B2-4DA1-423C-B6D5-5FD1C5A42A3F}" srcOrd="0" destOrd="0" presId="urn:microsoft.com/office/officeart/2005/8/layout/orgChart1"/>
    <dgm:cxn modelId="{4C860B2A-2B74-4967-9CE6-7135D086F000}" srcId="{09B476AE-3476-43F6-AFB0-ACEDA1F0EFC2}" destId="{96E29060-71AB-46DA-B08D-B8EED6434DF9}" srcOrd="1" destOrd="0" parTransId="{C1D25A18-7954-44CC-975D-1E82AE383C13}" sibTransId="{5EEFA871-2727-4F0C-85C6-C6558367051F}"/>
    <dgm:cxn modelId="{671E8A2A-00A6-4A7D-BA78-13E635B2B03C}" type="presOf" srcId="{0A9E8851-2B0B-465F-BD9D-916FC6F65CC0}" destId="{3E9267DD-F735-4825-899D-2BCB549E0117}" srcOrd="1" destOrd="0" presId="urn:microsoft.com/office/officeart/2005/8/layout/orgChart1"/>
    <dgm:cxn modelId="{73A71E2B-B664-4AC1-9D5C-D28871BCB8E0}" type="presOf" srcId="{63C34F21-EFD5-4BB2-8DCB-3C15AC524178}" destId="{CA6EAABA-F45C-428C-A9B9-1F13141E8855}" srcOrd="1" destOrd="0" presId="urn:microsoft.com/office/officeart/2005/8/layout/orgChart1"/>
    <dgm:cxn modelId="{53351B2C-67D5-4863-8B5F-7387FAA6809B}" type="presOf" srcId="{336F8BFC-797B-4AEC-BCAD-A5ABA6EACA56}" destId="{BD89FE39-F843-4360-981F-14360C63E968}" srcOrd="0" destOrd="0" presId="urn:microsoft.com/office/officeart/2005/8/layout/orgChart1"/>
    <dgm:cxn modelId="{4827642C-81B3-4DDF-9927-8BB02379E7EF}" type="presOf" srcId="{0A9E8851-2B0B-465F-BD9D-916FC6F65CC0}" destId="{CD3CB240-35AF-448B-92EB-32B0568D678C}" srcOrd="0" destOrd="0" presId="urn:microsoft.com/office/officeart/2005/8/layout/orgChart1"/>
    <dgm:cxn modelId="{3A297E2C-5F4E-42B4-8A78-4028155B4228}" srcId="{A541CE23-D008-44EA-8DB7-227EA78EC81B}" destId="{E724123D-5E83-4BAD-9D54-58E02661EDA8}" srcOrd="1" destOrd="0" parTransId="{50F5C6D2-81E2-4397-9EF2-733B3698A7C7}" sibTransId="{AFF4C7BD-CD5D-43AB-9A05-735C92643F12}"/>
    <dgm:cxn modelId="{28607D2D-E75C-401A-8FE5-CDD45B1F7CB9}" type="presOf" srcId="{F89EE146-027E-4636-B049-0C884101BDB2}" destId="{EEFE3206-37B0-43A8-BC7C-089576B93E5E}" srcOrd="1" destOrd="0" presId="urn:microsoft.com/office/officeart/2005/8/layout/orgChart1"/>
    <dgm:cxn modelId="{A4ABEE30-39D3-4923-A450-171848860463}" type="presOf" srcId="{C316CB18-976C-4C75-81B7-6FCBE32E0C67}" destId="{93875230-E020-47E6-BB9C-638CA03BA1C9}" srcOrd="0" destOrd="0" presId="urn:microsoft.com/office/officeart/2005/8/layout/orgChart1"/>
    <dgm:cxn modelId="{06AE4A31-CF2F-43F8-A98C-2047FBB98B0E}" type="presOf" srcId="{B313D4EA-FA8D-4310-B850-24BDD3B4D82F}" destId="{4E20BB87-7544-40FC-9837-2B77ABE71694}" srcOrd="0" destOrd="0" presId="urn:microsoft.com/office/officeart/2005/8/layout/orgChart1"/>
    <dgm:cxn modelId="{48CED731-C1F2-49E2-A81F-69C07778E94E}" type="presOf" srcId="{E1D83989-7EC8-47A0-985E-02DD216D5A5C}" destId="{715BD821-A126-4F49-81ED-975D5DF50A92}" srcOrd="0" destOrd="0" presId="urn:microsoft.com/office/officeart/2005/8/layout/orgChart1"/>
    <dgm:cxn modelId="{E660E633-B6A3-45A4-97E5-E74C317CC527}" type="presOf" srcId="{7224054A-1D33-4E45-AD37-955C9351438F}" destId="{4C1B5CE0-4E3A-4E63-B80C-9B65059AE664}" srcOrd="0" destOrd="0" presId="urn:microsoft.com/office/officeart/2005/8/layout/orgChart1"/>
    <dgm:cxn modelId="{513A6B34-3D5C-4C28-82B6-1EE07DC76B22}" type="presOf" srcId="{356073BC-9F2F-4898-AA27-FED1E6BFF039}" destId="{1F612F04-ED3B-4FBB-A2C3-8D0810F1C11A}" srcOrd="0" destOrd="0" presId="urn:microsoft.com/office/officeart/2005/8/layout/orgChart1"/>
    <dgm:cxn modelId="{CF5DAD34-0528-473B-9F99-8D64096D689A}" type="presOf" srcId="{DE160042-CFC0-4DB7-AA50-C48EAC2AE7BE}" destId="{BE86711B-869D-4038-882D-7DA23162FDEF}" srcOrd="0" destOrd="0" presId="urn:microsoft.com/office/officeart/2005/8/layout/orgChart1"/>
    <dgm:cxn modelId="{C28FB634-47CA-46E6-B78A-ED44167F57D3}" type="presOf" srcId="{1433A6F6-4AF4-4F63-8216-EC250C701B67}" destId="{9394CD65-B6F7-4AFE-8ED6-9BEDAE41F4B9}" srcOrd="0" destOrd="0" presId="urn:microsoft.com/office/officeart/2005/8/layout/orgChart1"/>
    <dgm:cxn modelId="{58ADE634-FF17-48C0-9A31-6BC7ECFCDDD4}" type="presOf" srcId="{248FA077-F9C5-4830-BE70-267B90EAF3A0}" destId="{405D4E12-57A6-4923-96FD-889844260D36}" srcOrd="0" destOrd="0" presId="urn:microsoft.com/office/officeart/2005/8/layout/orgChart1"/>
    <dgm:cxn modelId="{59EF7936-926E-436D-8475-F04FDE2F893E}" type="presOf" srcId="{3C3EEEB0-10D8-42BE-A228-1FB54831924E}" destId="{44FBA0F8-F3F5-49B9-8A73-E194D0B553C3}" srcOrd="0" destOrd="0" presId="urn:microsoft.com/office/officeart/2005/8/layout/orgChart1"/>
    <dgm:cxn modelId="{2AA89336-413E-41A3-BDF6-517448E115A9}" type="presOf" srcId="{65457995-62A8-4C33-8606-538F480E455E}" destId="{CB0F243D-1049-4541-99B8-4DA3F4D2955D}" srcOrd="0" destOrd="0" presId="urn:microsoft.com/office/officeart/2005/8/layout/orgChart1"/>
    <dgm:cxn modelId="{65FA7037-1D5A-4BE7-805D-EB7477E24E7B}" type="presOf" srcId="{1FE6B13B-E94F-483B-ACE9-5CB07F4A97F5}" destId="{03007056-5018-4E2B-B8D7-E15D94E54418}" srcOrd="0" destOrd="0" presId="urn:microsoft.com/office/officeart/2005/8/layout/orgChart1"/>
    <dgm:cxn modelId="{85BE5C38-575A-4AB1-91DB-DDA228AD7DAC}" type="presOf" srcId="{17860AEF-A23D-4794-BF27-24FB2249B4EF}" destId="{724E1DD2-4FA9-44EB-8400-831C6CB72DF8}" srcOrd="0" destOrd="0" presId="urn:microsoft.com/office/officeart/2005/8/layout/orgChart1"/>
    <dgm:cxn modelId="{00B3643A-F965-4C5F-A5F1-F3A42FC744CD}" type="presOf" srcId="{3F911611-72B5-4828-90CF-16AA6E2602AC}" destId="{53625243-8155-4CD2-BF87-79F7005A71CA}" srcOrd="0" destOrd="0" presId="urn:microsoft.com/office/officeart/2005/8/layout/orgChart1"/>
    <dgm:cxn modelId="{FF05A23B-4431-4CB2-8337-24E436B69BF3}" srcId="{925314DC-6148-4B4F-B096-B3D58DF7CDA8}" destId="{B989537C-4E45-4749-9E25-E7062C5F775D}" srcOrd="0" destOrd="0" parTransId="{95A231A4-526A-4984-B6B4-D43C4DE9E294}" sibTransId="{0B4A6391-04C4-46D5-8039-F677250C2750}"/>
    <dgm:cxn modelId="{9984A23F-D594-465D-A627-BB5AE4761378}" srcId="{3C3EEEB0-10D8-42BE-A228-1FB54831924E}" destId="{FB65AC3C-6766-4E75-9563-95B26291C0B4}" srcOrd="0" destOrd="0" parTransId="{5D97C76B-C73C-421C-B9BE-74A99CE39DC4}" sibTransId="{CCA78FF6-DFF5-41E6-BBAD-95301829AC6D}"/>
    <dgm:cxn modelId="{754CB33F-39C7-4D9A-B1BE-8F7486D2B3F6}" srcId="{A541CE23-D008-44EA-8DB7-227EA78EC81B}" destId="{37C68975-24C1-48D2-A833-732D0FA0A135}" srcOrd="0" destOrd="0" parTransId="{336F8BFC-797B-4AEC-BCAD-A5ABA6EACA56}" sibTransId="{B98B740F-558B-46C1-B17B-610BEB95C67E}"/>
    <dgm:cxn modelId="{742B8C5B-313E-42C4-BC56-537FD76B9189}" srcId="{FB1FCE23-C5EE-4380-B971-57F94BB3A7D1}" destId="{CE527801-7586-466E-A092-E9ADDCBC633C}" srcOrd="1" destOrd="0" parTransId="{18ACCB61-B928-4B0F-949D-E63234BA6821}" sibTransId="{01A4F718-1180-4AB5-8DA2-7FFDADB32A9B}"/>
    <dgm:cxn modelId="{093B095D-2D38-4D7C-ACFB-59BC740DAE78}" srcId="{2B4E6D3C-33AA-47AC-8C47-CDA0CF0BA27D}" destId="{C6698AF2-2BD7-416A-8C24-60AF8BCC48E3}" srcOrd="0" destOrd="0" parTransId="{65457995-62A8-4C33-8606-538F480E455E}" sibTransId="{E7F0501B-B8DA-43E1-ADA6-DAED94ECA9B9}"/>
    <dgm:cxn modelId="{DCB1A05D-7ED6-4D47-B2CB-D59E0F913B4B}" type="presOf" srcId="{E9C65A0D-8CC0-4E75-B1E3-00A41D700DE6}" destId="{2F2834E1-51F9-4606-9374-EE6FC5A35570}" srcOrd="1" destOrd="0" presId="urn:microsoft.com/office/officeart/2005/8/layout/orgChart1"/>
    <dgm:cxn modelId="{1076FA5D-3870-4FA7-9D46-A3E605BD9A7D}" srcId="{54E98570-8660-4E28-B688-697BAEFBEF5A}" destId="{2D40305A-00C1-4592-940B-ACE5E7B168A9}" srcOrd="1" destOrd="0" parTransId="{1C591CB3-80EE-4533-9CCD-1DF8CB5C6F2C}" sibTransId="{C820EFB4-3470-4A66-8339-4C3C6F377565}"/>
    <dgm:cxn modelId="{A326015F-A69A-462F-ABB8-FB52A890CFC5}" type="presOf" srcId="{92ADD581-E994-4210-92FB-5D376654E87C}" destId="{A832D17B-06C0-447E-ACFE-57D65379358B}" srcOrd="0" destOrd="0" presId="urn:microsoft.com/office/officeart/2005/8/layout/orgChart1"/>
    <dgm:cxn modelId="{9EDB9F41-A2CF-4623-AF37-747CE39F35F6}" type="presOf" srcId="{4F2B2ABE-028D-4AA9-8C3F-F0923B1D913A}" destId="{C350A76F-7E2E-4ADA-A345-3F2F8F733AF3}" srcOrd="0" destOrd="0" presId="urn:microsoft.com/office/officeart/2005/8/layout/orgChart1"/>
    <dgm:cxn modelId="{1A5F3862-7C1B-4E33-B71C-B1226F3D3F5B}" srcId="{63FA2BBD-80FF-4B9E-88DF-CEAC20D605E5}" destId="{F89EE146-027E-4636-B049-0C884101BDB2}" srcOrd="0" destOrd="0" parTransId="{86051D5E-E567-484D-AE59-88F949D9D7B7}" sibTransId="{72B8AFCD-80EE-4347-BF25-E12E672EFC7E}"/>
    <dgm:cxn modelId="{E4FE7942-215F-4D28-90EB-D844E61F5F56}" type="presOf" srcId="{DDF87394-9B96-4A1A-9950-4085EFDA2432}" destId="{B070DC0C-FC95-4680-AE54-F9D7D93FFBB9}" srcOrd="0" destOrd="0" presId="urn:microsoft.com/office/officeart/2005/8/layout/orgChart1"/>
    <dgm:cxn modelId="{AA633744-7D7B-4471-B87E-71FD3BCA94FD}" type="presOf" srcId="{CF9FAD85-0127-41D9-95B0-7475F012F2AD}" destId="{67740D5B-DB2E-47A5-8F99-58C27D811E40}" srcOrd="0" destOrd="0" presId="urn:microsoft.com/office/officeart/2005/8/layout/orgChart1"/>
    <dgm:cxn modelId="{DEA65444-D769-46BE-89F8-FEA211A4BE86}" type="presOf" srcId="{A7609375-B08B-4E91-9AD9-699738BA480B}" destId="{9B41B9F6-9506-4A79-80AE-A8572D907876}" srcOrd="0" destOrd="0" presId="urn:microsoft.com/office/officeart/2005/8/layout/orgChart1"/>
    <dgm:cxn modelId="{85BEF564-F099-48C7-94D9-51DAE1AF3647}" srcId="{4F2B2ABE-028D-4AA9-8C3F-F0923B1D913A}" destId="{1433A6F6-4AF4-4F63-8216-EC250C701B67}" srcOrd="1" destOrd="0" parTransId="{9403E420-D801-4B90-B1B6-6E3AE7CF9110}" sibTransId="{39CB6360-AEC3-4B3C-B0C1-8FE7A9422CF9}"/>
    <dgm:cxn modelId="{E4FD8745-9D36-46FF-BFA8-A35228C06E16}" type="presOf" srcId="{F44DF2CB-7EA1-40EA-9183-73920ECD9D2D}" destId="{B8611B04-B1F1-41D3-BD92-9ABBEE3EF898}" srcOrd="0" destOrd="0" presId="urn:microsoft.com/office/officeart/2005/8/layout/orgChart1"/>
    <dgm:cxn modelId="{4F12F865-09AA-40F6-9861-30CAD00514BD}" type="presOf" srcId="{491F97FD-98D4-40AB-9D61-16F313573C66}" destId="{D72D1D29-5D76-489A-AA68-86B1E7797A74}" srcOrd="0" destOrd="0" presId="urn:microsoft.com/office/officeart/2005/8/layout/orgChart1"/>
    <dgm:cxn modelId="{A2E03E66-DAB7-4217-872F-04DA1BB5D0F4}" srcId="{A9B95861-C914-4935-9490-D3909604E260}" destId="{ADDBAA14-6BEA-402A-A5C3-1BE54255E279}" srcOrd="1" destOrd="0" parTransId="{B70C3604-3052-4D98-848A-122B65A4130C}" sibTransId="{79B0025C-0EF3-4975-9DD9-CA7930A62DF1}"/>
    <dgm:cxn modelId="{6CBD7F46-677B-4593-8722-2EE0E15DA4FC}" type="presOf" srcId="{3C03ECB9-D57B-477B-9E83-EDE0B846BDD6}" destId="{10B0CC48-5F6B-415B-9CC9-B377DC284E65}" srcOrd="0" destOrd="0" presId="urn:microsoft.com/office/officeart/2005/8/layout/orgChart1"/>
    <dgm:cxn modelId="{07E23848-6D51-41AF-B600-4F8FBE5C9F31}" type="presOf" srcId="{79E27A69-5610-4AB7-B456-174F6F2318A4}" destId="{3202DF5B-76AA-4AFB-A857-269C65D66ADE}" srcOrd="0" destOrd="0" presId="urn:microsoft.com/office/officeart/2005/8/layout/orgChart1"/>
    <dgm:cxn modelId="{91FDBF68-D773-4A7C-BFC6-B6C6EAD15EE8}" type="presOf" srcId="{F2310ED2-BE20-4DB9-A8ED-B0851CE7702C}" destId="{447B0FEC-BE73-43D7-8FE3-F020EB7C8314}" srcOrd="0" destOrd="0" presId="urn:microsoft.com/office/officeart/2005/8/layout/orgChart1"/>
    <dgm:cxn modelId="{25C53B4A-8FCF-41F6-99B6-02E57C59BD81}" srcId="{E3A12F7F-1966-4612-8FED-A67BF5102A34}" destId="{C9F56B78-BDC8-4FD5-97A6-57BD1DC211C1}" srcOrd="1" destOrd="0" parTransId="{38DE1C58-7C43-4F64-8A6A-B19230C2548E}" sibTransId="{BEA772D0-8C47-4DF9-8F90-0AE86656BBA2}"/>
    <dgm:cxn modelId="{31D25E4A-1558-4C2E-8044-9CDFF47C7769}" type="presOf" srcId="{4A87A073-4D04-4134-A43A-FB7D0D158CCC}" destId="{0CDFAA29-3CF4-4AF1-AF0A-53E2A73E024A}" srcOrd="1" destOrd="0" presId="urn:microsoft.com/office/officeart/2005/8/layout/orgChart1"/>
    <dgm:cxn modelId="{2FBAE24A-1821-4F6F-AD22-EEE7586A6988}" type="presOf" srcId="{1321C4E1-E14B-4EBC-AAAE-CE7F6C0CCC88}" destId="{25957EDC-4DD7-4B1D-B3E5-F6143FC89C23}" srcOrd="0" destOrd="0" presId="urn:microsoft.com/office/officeart/2005/8/layout/orgChart1"/>
    <dgm:cxn modelId="{783EAB6B-DC7E-4FFE-8FAE-D4CD57760C9E}" type="presOf" srcId="{E3A12F7F-1966-4612-8FED-A67BF5102A34}" destId="{819C706F-0A6D-44FF-878B-2BF54514B5A0}" srcOrd="1" destOrd="0" presId="urn:microsoft.com/office/officeart/2005/8/layout/orgChart1"/>
    <dgm:cxn modelId="{EB44D86B-3CE3-4011-96CD-41C3C7E20AF0}" type="presOf" srcId="{A9B95861-C914-4935-9490-D3909604E260}" destId="{C82F0FAC-58C4-4810-A1B1-EDA5156E8E08}" srcOrd="0" destOrd="0" presId="urn:microsoft.com/office/officeart/2005/8/layout/orgChart1"/>
    <dgm:cxn modelId="{9583F14B-4810-456B-9A71-0572E4FD1BAD}" srcId="{CF9FAD85-0127-41D9-95B0-7475F012F2AD}" destId="{F2310ED2-BE20-4DB9-A8ED-B0851CE7702C}" srcOrd="1" destOrd="0" parTransId="{8025B1D9-49B7-4DE0-87AA-EC2C6C327C9D}" sibTransId="{572107A1-828C-43B6-B74D-08565A54B650}"/>
    <dgm:cxn modelId="{2AAB306D-DD30-405F-ABAE-7A39BDD494BA}" type="presOf" srcId="{2F43EC46-D695-4F5F-ADB8-4FF2B2A1104A}" destId="{4FE1F997-F228-4A27-9568-1F9B7548FA50}" srcOrd="1" destOrd="0" presId="urn:microsoft.com/office/officeart/2005/8/layout/orgChart1"/>
    <dgm:cxn modelId="{374DBD4E-73A5-4A04-AD3A-79DA0AE2DBCA}" srcId="{A7609375-B08B-4E91-9AD9-699738BA480B}" destId="{925314DC-6148-4B4F-B096-B3D58DF7CDA8}" srcOrd="1" destOrd="0" parTransId="{427DDA1C-9780-4B21-B562-219030CA99AC}" sibTransId="{E9C8941D-2E7A-4D5B-8EC0-94C5E05D6680}"/>
    <dgm:cxn modelId="{5006E44E-03ED-49AB-A8D1-27F85EF5BA4F}" type="presOf" srcId="{3A21C679-05C0-4C6E-B466-47B056542A37}" destId="{8DE5F529-DAC0-4AB3-8023-6AEBC8152EE1}" srcOrd="0" destOrd="0" presId="urn:microsoft.com/office/officeart/2005/8/layout/orgChart1"/>
    <dgm:cxn modelId="{CDC53A6F-09A6-4F49-8F4A-9C515D31F3C3}" type="presOf" srcId="{3F911611-72B5-4828-90CF-16AA6E2602AC}" destId="{D3BD603A-70FF-4D85-B939-09D3C5815721}" srcOrd="1" destOrd="0" presId="urn:microsoft.com/office/officeart/2005/8/layout/orgChart1"/>
    <dgm:cxn modelId="{E7C9AE4F-59EF-47BD-B633-C4678E822165}" type="presOf" srcId="{4683DD91-F43B-4A8B-A481-B71BB82892F3}" destId="{E3D54AE4-5357-4CBA-9A09-B317BE80618F}" srcOrd="0" destOrd="0" presId="urn:microsoft.com/office/officeart/2005/8/layout/orgChart1"/>
    <dgm:cxn modelId="{37181650-AE12-44CA-B63E-57275A0CA72D}" type="presOf" srcId="{8025B1D9-49B7-4DE0-87AA-EC2C6C327C9D}" destId="{696E8115-CEBD-49D5-8A5A-16A02597002D}" srcOrd="0" destOrd="0" presId="urn:microsoft.com/office/officeart/2005/8/layout/orgChart1"/>
    <dgm:cxn modelId="{17438D50-EE01-4DB1-8D1E-E44D94ED51CA}" type="presOf" srcId="{76B6C45D-33FF-4FED-8FCC-C112E690D3B3}" destId="{121111DD-7861-466E-A9D4-4A3EAA2751A2}" srcOrd="0" destOrd="0" presId="urn:microsoft.com/office/officeart/2005/8/layout/orgChart1"/>
    <dgm:cxn modelId="{E40FC670-9D68-442E-A9F9-7BB59718E010}" type="presOf" srcId="{0F353F8C-AD3B-423D-883C-130E281480F0}" destId="{569CBC11-8200-4BBA-9AD0-1B0A95124085}" srcOrd="0" destOrd="0" presId="urn:microsoft.com/office/officeart/2005/8/layout/orgChart1"/>
    <dgm:cxn modelId="{CFC78F51-79D6-4895-AC62-700FF45B4E3C}" srcId="{FBBE276E-F27B-42C9-B177-1CBE1C32626A}" destId="{77768F13-2553-4F78-9221-913BAF14C22A}" srcOrd="1" destOrd="0" parTransId="{0C362FA1-A5DA-4179-903B-2A2974A271E3}" sibTransId="{8E1A2F36-3A1C-4FF5-99D1-E61A81E71766}"/>
    <dgm:cxn modelId="{D764CF71-C417-45C1-928A-49B68E223022}" type="presOf" srcId="{2D40305A-00C1-4592-940B-ACE5E7B168A9}" destId="{4C3F7174-F464-4E1F-BEF5-0135535A5468}" srcOrd="1" destOrd="0" presId="urn:microsoft.com/office/officeart/2005/8/layout/orgChart1"/>
    <dgm:cxn modelId="{69881972-30D0-4D26-B2C7-EF0259B272ED}" type="presOf" srcId="{37C68975-24C1-48D2-A833-732D0FA0A135}" destId="{FC345ADD-0F10-4E3B-9178-860854CBC9E7}" srcOrd="1" destOrd="0" presId="urn:microsoft.com/office/officeart/2005/8/layout/orgChart1"/>
    <dgm:cxn modelId="{A33B1C52-B199-4A3B-9BDF-773202421E2D}" srcId="{356073BC-9F2F-4898-AA27-FED1E6BFF039}" destId="{7224054A-1D33-4E45-AD37-955C9351438F}" srcOrd="1" destOrd="0" parTransId="{248FA077-F9C5-4830-BE70-267B90EAF3A0}" sibTransId="{C52F6010-7D22-41F8-895F-D7B795409173}"/>
    <dgm:cxn modelId="{AB44C672-506D-4CD3-9671-A51D51DF1CE5}" type="presOf" srcId="{AF7F3C7B-F9DA-41A4-B44F-B5451DEC97B3}" destId="{E2792D7C-4CCA-4F7C-B585-03458BCA3CC4}" srcOrd="0" destOrd="0" presId="urn:microsoft.com/office/officeart/2005/8/layout/orgChart1"/>
    <dgm:cxn modelId="{68CF4C73-2124-4953-B02D-FFF600FAEEF6}" srcId="{63FA2BBD-80FF-4B9E-88DF-CEAC20D605E5}" destId="{1F78D954-F352-4EB1-9A52-5330123C9C0B}" srcOrd="1" destOrd="0" parTransId="{4F5F3D57-F484-43DB-B9B6-284359C17089}" sibTransId="{6A4F3E83-30E5-4005-A900-2B16ED84A737}"/>
    <dgm:cxn modelId="{8962C573-3578-4478-AA57-DFB9FFBEADE7}" srcId="{1433A6F6-4AF4-4F63-8216-EC250C701B67}" destId="{DFCBE403-9467-4313-927D-573764DA646F}" srcOrd="0" destOrd="0" parTransId="{F8A7B8D6-2C0F-4588-9B07-234339753505}" sibTransId="{303B9949-7822-4587-83B0-4A78CA494895}"/>
    <dgm:cxn modelId="{A6CFC853-174D-4F17-A5AD-1911D9BCCB28}" srcId="{E92442FD-2ACE-448A-A4CF-A4D98D8D4B1C}" destId="{11BC31E2-A728-42DC-8C72-B0D58E65180F}" srcOrd="0" destOrd="0" parTransId="{E71F119C-1F93-4BCA-9C30-C8B3905C75C0}" sibTransId="{E1CC0BB2-E20F-4A41-A8EB-6B2C333C4D4F}"/>
    <dgm:cxn modelId="{F7351B54-4DA7-4935-9985-C4BF513441AC}" type="presOf" srcId="{96E29060-71AB-46DA-B08D-B8EED6434DF9}" destId="{68D5FFAF-8A33-4F32-BD98-82DAB5A08706}" srcOrd="1" destOrd="0" presId="urn:microsoft.com/office/officeart/2005/8/layout/orgChart1"/>
    <dgm:cxn modelId="{0A028A74-5D8F-4F59-A79C-3C6059157047}" type="presOf" srcId="{FB65AC3C-6766-4E75-9563-95B26291C0B4}" destId="{446987E4-8893-47F5-9728-28615023F8F2}" srcOrd="0" destOrd="0" presId="urn:microsoft.com/office/officeart/2005/8/layout/orgChart1"/>
    <dgm:cxn modelId="{E22A0175-47DE-469C-97ED-7CA7ED92E19A}" type="presOf" srcId="{2B4E6D3C-33AA-47AC-8C47-CDA0CF0BA27D}" destId="{34C046C2-E372-489C-9E41-F151C1F961C3}" srcOrd="0" destOrd="0" presId="urn:microsoft.com/office/officeart/2005/8/layout/orgChart1"/>
    <dgm:cxn modelId="{929FA175-F09D-43BB-B646-990133DB1571}" type="presOf" srcId="{4188F347-8215-40F1-947D-8E5EA67E4098}" destId="{6AEE5C51-E4F8-493E-BB1D-2DAE57FDDACF}" srcOrd="0" destOrd="0" presId="urn:microsoft.com/office/officeart/2005/8/layout/orgChart1"/>
    <dgm:cxn modelId="{A284CC55-DA1E-44DA-B0A8-4E340A068FE1}" type="presOf" srcId="{9FB9A5F2-76AF-498A-A8D0-F00E0AC41FB3}" destId="{1A2C16F9-D66D-41FC-957A-CAEF5A832E55}" srcOrd="0" destOrd="0" presId="urn:microsoft.com/office/officeart/2005/8/layout/orgChart1"/>
    <dgm:cxn modelId="{48584176-32C6-43CE-AC75-5CE946B96E7C}" type="presOf" srcId="{1F78D954-F352-4EB1-9A52-5330123C9C0B}" destId="{4896A3A6-C494-475B-8A5C-FD5485CB433A}" srcOrd="0" destOrd="0" presId="urn:microsoft.com/office/officeart/2005/8/layout/orgChart1"/>
    <dgm:cxn modelId="{08066D56-9FC9-4755-BCDB-8CDC52A548D3}" type="presOf" srcId="{A541CE23-D008-44EA-8DB7-227EA78EC81B}" destId="{63F0F48D-BAA5-4D39-874A-5DE7D499BB2E}" srcOrd="0" destOrd="0" presId="urn:microsoft.com/office/officeart/2005/8/layout/orgChart1"/>
    <dgm:cxn modelId="{F1B46F76-2512-45E1-A140-AFAFF3245759}" srcId="{1433A6F6-4AF4-4F63-8216-EC250C701B67}" destId="{2A11CA4D-7DC8-4F06-802A-A47BE65B278E}" srcOrd="1" destOrd="0" parTransId="{AEB853E0-5B8B-4D9F-9094-71399B2E4E78}" sibTransId="{0114FDC8-D262-44DC-ACF8-FA2528EE9A33}"/>
    <dgm:cxn modelId="{3D70F776-64F4-4B29-A99A-F19BE262459A}" type="presOf" srcId="{4301D959-4006-41CD-BA36-C9BFF696E535}" destId="{2EA205DE-2850-434F-9DCE-F7BBD45C5296}" srcOrd="0" destOrd="0" presId="urn:microsoft.com/office/officeart/2005/8/layout/orgChart1"/>
    <dgm:cxn modelId="{00C55777-2F71-469B-A604-5BCD39AC29D3}" type="presOf" srcId="{DFCBE403-9467-4313-927D-573764DA646F}" destId="{722F6BDA-75A2-4CD1-88C1-099A352B524B}" srcOrd="0" destOrd="0" presId="urn:microsoft.com/office/officeart/2005/8/layout/orgChart1"/>
    <dgm:cxn modelId="{63C18478-5545-4667-9DA4-CC8C5751B2BD}" type="presOf" srcId="{A9B95861-C914-4935-9490-D3909604E260}" destId="{6C6DCA7E-E199-4043-A3E3-B028BA83F44D}" srcOrd="1" destOrd="0" presId="urn:microsoft.com/office/officeart/2005/8/layout/orgChart1"/>
    <dgm:cxn modelId="{571BD558-7476-42AB-A064-1D3965FC31D6}" srcId="{FB1FCE23-C5EE-4380-B971-57F94BB3A7D1}" destId="{010E06F3-D14F-4009-8C00-E1C02FDB1756}" srcOrd="0" destOrd="0" parTransId="{C6611A42-816C-4C37-A393-C715658E8FF6}" sibTransId="{D40DE187-BE13-4437-942D-C3DA6C7F3D2A}"/>
    <dgm:cxn modelId="{40609D59-6C60-462F-A1FD-65158E5F935B}" type="presOf" srcId="{99BC4ECF-49AD-4FE3-8F9C-285F5DFDBB27}" destId="{7945EF7D-D79B-43DF-9DC8-FF1F5D70A987}" srcOrd="0" destOrd="0" presId="urn:microsoft.com/office/officeart/2005/8/layout/orgChart1"/>
    <dgm:cxn modelId="{33C4ED59-5BFC-4288-93CB-B7C7512F961A}" type="presOf" srcId="{96E29060-71AB-46DA-B08D-B8EED6434DF9}" destId="{0C017FAF-AF31-4EE1-8D66-D1005DB97CF9}" srcOrd="0" destOrd="0" presId="urn:microsoft.com/office/officeart/2005/8/layout/orgChart1"/>
    <dgm:cxn modelId="{DB52245A-CBFF-4D53-9376-D1ED1434D3FB}" srcId="{E3A12F7F-1966-4612-8FED-A67BF5102A34}" destId="{A7609375-B08B-4E91-9AD9-699738BA480B}" srcOrd="0" destOrd="0" parTransId="{5FF03AA8-305A-4BF8-B07B-5A8AFE75DE62}" sibTransId="{EE1BA13E-3BB8-4877-B229-C8D7D90F16B2}"/>
    <dgm:cxn modelId="{4DBE8E5A-E6C0-46C2-A67D-ADB21741F8D5}" type="presOf" srcId="{63FA2BBD-80FF-4B9E-88DF-CEAC20D605E5}" destId="{D831BF4A-5AE2-4DA1-AB11-F291DA397860}" srcOrd="1" destOrd="0" presId="urn:microsoft.com/office/officeart/2005/8/layout/orgChart1"/>
    <dgm:cxn modelId="{704DAD5A-2E89-47F2-88E6-FA4A16C1E452}" type="presOf" srcId="{E92442FD-2ACE-448A-A4CF-A4D98D8D4B1C}" destId="{521AA79C-2196-4C55-943B-FD1E9564362E}" srcOrd="1" destOrd="0" presId="urn:microsoft.com/office/officeart/2005/8/layout/orgChart1"/>
    <dgm:cxn modelId="{F89C307B-8C9B-4888-A3B2-F456CF032166}" type="presOf" srcId="{D5A8C7F5-9E4E-4168-9768-1CA79AADD144}" destId="{B8F8DB5F-AFDC-45D7-8D2B-875D356B5FE9}" srcOrd="0" destOrd="0" presId="urn:microsoft.com/office/officeart/2005/8/layout/orgChart1"/>
    <dgm:cxn modelId="{EF50EC7D-3C57-4C9A-AF40-8B1F9B614BFF}" type="presOf" srcId="{B989537C-4E45-4749-9E25-E7062C5F775D}" destId="{C3F2E8B3-A89E-43C3-B3D7-7E1D575E91B3}" srcOrd="0" destOrd="0" presId="urn:microsoft.com/office/officeart/2005/8/layout/orgChart1"/>
    <dgm:cxn modelId="{578ACF7E-16CE-4544-A100-E46B59D3ADA6}" type="presOf" srcId="{55C78616-5992-4CD0-BB8F-E36F4412C96E}" destId="{38CBFE26-58FD-4D2D-8347-4049FB7D93F5}" srcOrd="1" destOrd="0" presId="urn:microsoft.com/office/officeart/2005/8/layout/orgChart1"/>
    <dgm:cxn modelId="{4C069D7F-80C1-41C5-AB6B-2D345580D461}" type="presOf" srcId="{4F2B2ABE-028D-4AA9-8C3F-F0923B1D913A}" destId="{AB62C54D-EF3E-4E03-A205-C792EB3298EF}" srcOrd="1" destOrd="0" presId="urn:microsoft.com/office/officeart/2005/8/layout/orgChart1"/>
    <dgm:cxn modelId="{DF758580-2C46-4B71-B521-39BB7CA1E999}" type="presOf" srcId="{E7A394B6-52D8-4DBC-B0A0-D0F4AB04DC5B}" destId="{B2B2C557-E711-47D7-BF89-0C741937B1E1}" srcOrd="0" destOrd="0" presId="urn:microsoft.com/office/officeart/2005/8/layout/orgChart1"/>
    <dgm:cxn modelId="{53C1F382-48FF-4C1E-8AB5-F1FDB514B8D9}" type="presOf" srcId="{5AE2564E-E6F6-4D03-9407-5B6BDE643983}" destId="{C8D05FD6-0954-41E3-981E-F4326C14C50B}" srcOrd="1" destOrd="0" presId="urn:microsoft.com/office/officeart/2005/8/layout/orgChart1"/>
    <dgm:cxn modelId="{3F302C83-C7AA-41BB-B867-CC057AC2B68C}" type="presOf" srcId="{21FC9697-73F5-475E-92CF-48FD01A209AB}" destId="{F1FE920B-3AA2-475D-805E-FC22B94E0527}" srcOrd="0" destOrd="0" presId="urn:microsoft.com/office/officeart/2005/8/layout/orgChart1"/>
    <dgm:cxn modelId="{B3DE4484-4BFA-4038-AC3D-F0A736822531}" srcId="{FBBE276E-F27B-42C9-B177-1CBE1C32626A}" destId="{990D6332-2960-4F54-BA2B-74422B7074A1}" srcOrd="0" destOrd="0" parTransId="{AF7F3C7B-F9DA-41A4-B44F-B5451DEC97B3}" sibTransId="{CFD7FB69-C52B-48D1-B2E3-26957F6E7997}"/>
    <dgm:cxn modelId="{0B023386-2868-45A3-821B-1713DDF8A5D5}" type="presOf" srcId="{63FA2BBD-80FF-4B9E-88DF-CEAC20D605E5}" destId="{D0E5BCB9-7F17-4550-A6A2-81273841E3AA}" srcOrd="0" destOrd="0" presId="urn:microsoft.com/office/officeart/2005/8/layout/orgChart1"/>
    <dgm:cxn modelId="{C6C4A586-F48A-48F6-881C-C415340D8410}" type="presOf" srcId="{F2310ED2-BE20-4DB9-A8ED-B0851CE7702C}" destId="{7B29C6BA-DA70-4117-8B10-617EE37274B5}" srcOrd="1" destOrd="0" presId="urn:microsoft.com/office/officeart/2005/8/layout/orgChart1"/>
    <dgm:cxn modelId="{5D472587-2294-464F-A448-7D91B20CC79B}" type="presOf" srcId="{C6611A42-816C-4C37-A393-C715658E8FF6}" destId="{17A050E6-8C80-40B6-8253-57C7E6610665}" srcOrd="0" destOrd="0" presId="urn:microsoft.com/office/officeart/2005/8/layout/orgChart1"/>
    <dgm:cxn modelId="{F5AD6187-3FF4-4165-AB1A-F69025BD6E1E}" srcId="{20C4D797-93E3-48B3-A176-210CB30D0410}" destId="{DB8B75D1-EA8E-4485-AF5A-221D5097C555}" srcOrd="0" destOrd="0" parTransId="{958FCA34-B7FF-413E-82F6-7DFCE2C1BC6E}" sibTransId="{7246D399-6712-4124-9828-EF569F09C0C9}"/>
    <dgm:cxn modelId="{22E00E88-C50D-4E08-920C-482C826705A9}" type="presOf" srcId="{2B4E6D3C-33AA-47AC-8C47-CDA0CF0BA27D}" destId="{FD1C8CF4-1413-4C45-AB54-961A5715C5AF}" srcOrd="1" destOrd="0" presId="urn:microsoft.com/office/officeart/2005/8/layout/orgChart1"/>
    <dgm:cxn modelId="{16070889-9D6B-4009-8173-EC5FFB601577}" type="presOf" srcId="{20C4D797-93E3-48B3-A176-210CB30D0410}" destId="{6C32A5CD-9113-4C25-A93F-F948A19C818E}" srcOrd="1" destOrd="0" presId="urn:microsoft.com/office/officeart/2005/8/layout/orgChart1"/>
    <dgm:cxn modelId="{77258089-CBA2-4E43-B66C-3DE9699E3790}" type="presOf" srcId="{BFB8A316-04AD-4433-B20C-BD447C077D46}" destId="{11EABE32-0811-457F-8645-5C05F6ED89F8}" srcOrd="0" destOrd="0" presId="urn:microsoft.com/office/officeart/2005/8/layout/orgChart1"/>
    <dgm:cxn modelId="{A1569189-7715-4921-B7D8-1354D8E81C7C}" srcId="{356073BC-9F2F-4898-AA27-FED1E6BFF039}" destId="{CF9FAD85-0127-41D9-95B0-7475F012F2AD}" srcOrd="0" destOrd="0" parTransId="{9FB9A5F2-76AF-498A-A8D0-F00E0AC41FB3}" sibTransId="{AFE84C77-2A27-420D-910E-90356EED3A06}"/>
    <dgm:cxn modelId="{026A2D8B-1ECF-4CDC-BA7E-29A0865BEC27}" srcId="{4F2B2ABE-028D-4AA9-8C3F-F0923B1D913A}" destId="{A9B95861-C914-4935-9490-D3909604E260}" srcOrd="0" destOrd="0" parTransId="{76B6C45D-33FF-4FED-8FCC-C112E690D3B3}" sibTransId="{B67DF3C0-0AF6-4E5B-BD9D-D6E81D27FCE1}"/>
    <dgm:cxn modelId="{8E92288D-C6C6-4B0E-A966-765799A7A511}" type="presOf" srcId="{09B476AE-3476-43F6-AFB0-ACEDA1F0EFC2}" destId="{32BB45B7-CBCB-4518-BBE4-C7515709EB2F}" srcOrd="0" destOrd="0" presId="urn:microsoft.com/office/officeart/2005/8/layout/orgChart1"/>
    <dgm:cxn modelId="{43AB718F-C7F7-48F1-B63A-4E367A170CC1}" type="presOf" srcId="{09F52921-B06F-447B-911B-B20EA3BD88ED}" destId="{41B0B3D2-B775-41BE-B2B5-6E70A6AD355C}" srcOrd="0" destOrd="0" presId="urn:microsoft.com/office/officeart/2005/8/layout/orgChart1"/>
    <dgm:cxn modelId="{6149598F-E2F5-4049-8BEA-ECD83DD7C6FC}" srcId="{4683DD91-F43B-4A8B-A481-B71BB82892F3}" destId="{DDF87394-9B96-4A1A-9950-4085EFDA2432}" srcOrd="1" destOrd="0" parTransId="{D305A3B8-B147-4C0C-9CB7-19A449531426}" sibTransId="{E6F62808-88F1-4E63-B195-5E0BC1AC5DE0}"/>
    <dgm:cxn modelId="{194F4A92-E6EB-452A-A946-95368BB28D06}" type="presOf" srcId="{2C1FD6B8-9EDF-46FF-9608-79B4D37C56E0}" destId="{0B0E0EE8-EF87-482A-8E63-16BFC69605FC}" srcOrd="0" destOrd="0" presId="urn:microsoft.com/office/officeart/2005/8/layout/orgChart1"/>
    <dgm:cxn modelId="{1CD87F92-6318-4C17-88E3-62F542D93CE8}" type="presOf" srcId="{1E6788D2-113D-46BD-9B94-ACE782A57BB2}" destId="{45C61001-9692-4033-9647-F44E9328B7FA}" srcOrd="0" destOrd="0" presId="urn:microsoft.com/office/officeart/2005/8/layout/orgChart1"/>
    <dgm:cxn modelId="{7869C492-1D42-4407-9219-FEF9C07E449D}" srcId="{3C3EEEB0-10D8-42BE-A228-1FB54831924E}" destId="{FBBE276E-F27B-42C9-B177-1CBE1C32626A}" srcOrd="1" destOrd="0" parTransId="{AE259589-5FA5-4B0C-B574-FE411F465DC0}" sibTransId="{56EA1C19-BB41-4A5F-AF4B-1B7B0C568BBE}"/>
    <dgm:cxn modelId="{03D83A93-8CE9-411A-A0ED-A91A0082E02B}" type="presOf" srcId="{15D8218A-2902-4B25-9DA3-E52444433A22}" destId="{770D606C-A208-4E37-9A51-DB188081944A}" srcOrd="0" destOrd="0" presId="urn:microsoft.com/office/officeart/2005/8/layout/orgChart1"/>
    <dgm:cxn modelId="{A379BF98-428A-4AB3-8A09-050849FB4D72}" type="presOf" srcId="{2A11CA4D-7DC8-4F06-802A-A47BE65B278E}" destId="{97DFC6CB-1A79-4CB8-92FB-0D7BF341DE37}" srcOrd="1" destOrd="0" presId="urn:microsoft.com/office/officeart/2005/8/layout/orgChart1"/>
    <dgm:cxn modelId="{6449C199-58F9-44BE-8B0B-372096752746}" type="presOf" srcId="{38DE1C58-7C43-4F64-8A6A-B19230C2548E}" destId="{AB097BCD-CDD8-4CD9-A0A8-E5EA17E266FF}" srcOrd="0" destOrd="0" presId="urn:microsoft.com/office/officeart/2005/8/layout/orgChart1"/>
    <dgm:cxn modelId="{FF6D509A-428D-4986-AC6F-A1FD8C5C53A5}" srcId="{F89EE146-027E-4636-B049-0C884101BDB2}" destId="{1E6788D2-113D-46BD-9B94-ACE782A57BB2}" srcOrd="0" destOrd="0" parTransId="{13774E0A-C695-443B-A662-576C78D5544E}" sibTransId="{28B6DA8F-08F3-4081-8F29-6179BC45B658}"/>
    <dgm:cxn modelId="{CEA2869B-067A-4F75-8E2B-C00FF1CA410B}" type="presOf" srcId="{17B4589C-3BC7-4765-9677-C9E3FA5D14E8}" destId="{F05BB570-C14F-448F-A497-08653C4DDF07}" srcOrd="0" destOrd="0" presId="urn:microsoft.com/office/officeart/2005/8/layout/orgChart1"/>
    <dgm:cxn modelId="{51DA589C-223F-4B9D-84EC-BBB6B31E49C2}" srcId="{FDC74FC0-868E-42D3-953B-E2D8007109D6}" destId="{3A21C679-05C0-4C6E-B466-47B056542A37}" srcOrd="0" destOrd="0" parTransId="{41C863DD-B888-4B09-9741-99830A857479}" sibTransId="{876F7740-FDC0-4182-9C5D-E53ADADA11D0}"/>
    <dgm:cxn modelId="{4CEF5EA0-26A1-4187-BB68-AED29D91B49C}" type="presOf" srcId="{B4E4A8B8-F636-4E9F-B657-7EB6BC0AEEE0}" destId="{CB12145E-D9B8-47E6-AFD3-D3A998645847}" srcOrd="0" destOrd="0" presId="urn:microsoft.com/office/officeart/2005/8/layout/orgChart1"/>
    <dgm:cxn modelId="{BD6E87A0-B21B-4A62-9F81-843509F7326B}" type="presOf" srcId="{E3A12F7F-1966-4612-8FED-A67BF5102A34}" destId="{909AA3E2-492C-4141-93CD-97EF29013F73}" srcOrd="0" destOrd="0" presId="urn:microsoft.com/office/officeart/2005/8/layout/orgChart1"/>
    <dgm:cxn modelId="{92C0F4A0-C245-4CE0-BADD-7011B4BEEA10}" type="presOf" srcId="{37C68975-24C1-48D2-A833-732D0FA0A135}" destId="{41DB9B04-FF09-4903-9EEC-FA7C913FAFA8}" srcOrd="0" destOrd="0" presId="urn:microsoft.com/office/officeart/2005/8/layout/orgChart1"/>
    <dgm:cxn modelId="{8F6284A1-4A36-49F9-8C72-3431406CC7DB}" type="presOf" srcId="{CE527801-7586-466E-A092-E9ADDCBC633C}" destId="{C010E59D-5733-4FE5-898B-4362B63AB610}" srcOrd="0" destOrd="0" presId="urn:microsoft.com/office/officeart/2005/8/layout/orgChart1"/>
    <dgm:cxn modelId="{73CE86A1-20E5-49EA-BFBA-EF79A80D6D63}" type="presOf" srcId="{B70C3604-3052-4D98-848A-122B65A4130C}" destId="{7815F976-AE86-415B-AF75-6D298090D0EF}" srcOrd="0" destOrd="0" presId="urn:microsoft.com/office/officeart/2005/8/layout/orgChart1"/>
    <dgm:cxn modelId="{5E62FAA1-B0C9-454C-8F62-8CA930E38204}" type="presOf" srcId="{A7609375-B08B-4E91-9AD9-699738BA480B}" destId="{3B5427DD-A955-4ED4-BA3C-9D2DF72246C6}" srcOrd="1" destOrd="0" presId="urn:microsoft.com/office/officeart/2005/8/layout/orgChart1"/>
    <dgm:cxn modelId="{82CFFBA2-9C67-49DB-837C-67EE36194D2E}" type="presOf" srcId="{99498B94-82B0-4C9E-85A7-A25171D618D0}" destId="{0ED0A472-9FA6-4AC6-832B-CF4BDD9C6638}" srcOrd="0" destOrd="0" presId="urn:microsoft.com/office/officeart/2005/8/layout/orgChart1"/>
    <dgm:cxn modelId="{F92DCAA4-3B99-4812-B39D-1BE5C706B5D4}" type="presOf" srcId="{4683DD91-F43B-4A8B-A481-B71BB82892F3}" destId="{99B2556B-EA6E-40C4-9D52-AC9138A8D828}" srcOrd="1" destOrd="0" presId="urn:microsoft.com/office/officeart/2005/8/layout/orgChart1"/>
    <dgm:cxn modelId="{91EED5A5-4CCE-4396-8681-0FDC362A74DB}" srcId="{09B476AE-3476-43F6-AFB0-ACEDA1F0EFC2}" destId="{4F2B2ABE-028D-4AA9-8C3F-F0923B1D913A}" srcOrd="0" destOrd="0" parTransId="{E1D83989-7EC8-47A0-985E-02DD216D5A5C}" sibTransId="{D9F8018F-A1F7-451B-A53A-2361FFFE9E2F}"/>
    <dgm:cxn modelId="{D7E0A8A6-AA81-4A9D-9919-4CE431D334DB}" type="presOf" srcId="{D5A8C7F5-9E4E-4168-9768-1CA79AADD144}" destId="{17D683C7-CB45-42FF-ACE8-6EB475A17DB1}" srcOrd="1" destOrd="0" presId="urn:microsoft.com/office/officeart/2005/8/layout/orgChart1"/>
    <dgm:cxn modelId="{36616EA9-438A-422E-9DB4-26568AD46055}" type="presOf" srcId="{B212C243-1943-4575-8BAA-A5986283AF26}" destId="{DD035075-3DB3-4842-BE24-9130DEE4D91D}" srcOrd="0" destOrd="0" presId="urn:microsoft.com/office/officeart/2005/8/layout/orgChart1"/>
    <dgm:cxn modelId="{4B0764AB-6CF7-43DC-A9C6-F3CB201DBAD5}" type="presOf" srcId="{FB65AC3C-6766-4E75-9563-95B26291C0B4}" destId="{29CBAE63-8AC9-4DE3-BF08-B56F5A812DCA}" srcOrd="1" destOrd="0" presId="urn:microsoft.com/office/officeart/2005/8/layout/orgChart1"/>
    <dgm:cxn modelId="{B66FE3AB-FC99-46AB-A2D6-7021FD22676A}" srcId="{4683DD91-F43B-4A8B-A481-B71BB82892F3}" destId="{E9C65A0D-8CC0-4E75-B1E3-00A41D700DE6}" srcOrd="0" destOrd="0" parTransId="{C316CB18-976C-4C75-81B7-6FCBE32E0C67}" sibTransId="{D02A4264-FBFE-4A3A-93F4-F934BC7D3026}"/>
    <dgm:cxn modelId="{B181F2AB-F9F0-4803-926D-28EEDC12A5E9}" type="presOf" srcId="{C1D25A18-7954-44CC-975D-1E82AE383C13}" destId="{80433487-8150-4097-883A-86660512D5B8}" srcOrd="0" destOrd="0" presId="urn:microsoft.com/office/officeart/2005/8/layout/orgChart1"/>
    <dgm:cxn modelId="{CB5C1FAC-E01B-4C58-963C-DBFEDCB62EE0}" srcId="{A9B95861-C914-4935-9490-D3909604E260}" destId="{55C78616-5992-4CD0-BB8F-E36F4412C96E}" srcOrd="0" destOrd="0" parTransId="{17B4589C-3BC7-4765-9677-C9E3FA5D14E8}" sibTransId="{BB0F80CD-3FE9-49E4-9A29-4885F2CE8B27}"/>
    <dgm:cxn modelId="{16F578AC-1018-4124-B593-6FF8A9F67582}" type="presOf" srcId="{FB1FCE23-C5EE-4380-B971-57F94BB3A7D1}" destId="{812429EA-76AB-4057-909E-589F74553EEB}" srcOrd="0" destOrd="0" presId="urn:microsoft.com/office/officeart/2005/8/layout/orgChart1"/>
    <dgm:cxn modelId="{F9A737B3-310A-4939-B585-908AB4C8B097}" type="presOf" srcId="{E92442FD-2ACE-448A-A4CF-A4D98D8D4B1C}" destId="{9716B6D7-C5FD-4C90-A6CC-E6D62CE51A0F}" srcOrd="0" destOrd="0" presId="urn:microsoft.com/office/officeart/2005/8/layout/orgChart1"/>
    <dgm:cxn modelId="{D848C4B3-D108-4818-A761-AC66A9092414}" type="presOf" srcId="{4C8BBD0F-7C1A-4916-853D-2A93C30C606E}" destId="{AD701FBA-4FA7-44C2-8BD2-5C77B28C0598}" srcOrd="0" destOrd="0" presId="urn:microsoft.com/office/officeart/2005/8/layout/orgChart1"/>
    <dgm:cxn modelId="{E7346CB4-F35C-47BC-9AA4-B1BA3D8D7CF1}" srcId="{010E06F3-D14F-4009-8C00-E1C02FDB1756}" destId="{356073BC-9F2F-4898-AA27-FED1E6BFF039}" srcOrd="1" destOrd="0" parTransId="{B212C243-1943-4575-8BAA-A5986283AF26}" sibTransId="{26C37DE9-5B2F-4B63-A249-A80800592C96}"/>
    <dgm:cxn modelId="{78183AB5-5EE3-4047-9A1D-97DEF86BC4A7}" type="presOf" srcId="{5AE2564E-E6F6-4D03-9407-5B6BDE643983}" destId="{86EFB004-9E1C-4097-9FB3-6B1DDCBA02FF}" srcOrd="0" destOrd="0" presId="urn:microsoft.com/office/officeart/2005/8/layout/orgChart1"/>
    <dgm:cxn modelId="{14D864B5-DE5B-41B9-A9D6-9CF32BCF4BD0}" type="presOf" srcId="{5FF03AA8-305A-4BF8-B07B-5A8AFE75DE62}" destId="{E5C92E2D-B093-4EAE-948C-FC461EFBD5B7}" srcOrd="0" destOrd="0" presId="urn:microsoft.com/office/officeart/2005/8/layout/orgChart1"/>
    <dgm:cxn modelId="{786F64B6-4339-4A09-B50F-C1133C963335}" type="presOf" srcId="{CE527801-7586-466E-A092-E9ADDCBC633C}" destId="{8DB760A9-8DFE-432E-82DB-71C6B823AEB6}" srcOrd="1" destOrd="0" presId="urn:microsoft.com/office/officeart/2005/8/layout/orgChart1"/>
    <dgm:cxn modelId="{03AFC5B6-8A90-47B7-9B7D-1AD7F5704FCD}" srcId="{CE527801-7586-466E-A092-E9ADDCBC633C}" destId="{3C3EEEB0-10D8-42BE-A228-1FB54831924E}" srcOrd="0" destOrd="0" parTransId="{2C1FD6B8-9EDF-46FF-9608-79B4D37C56E0}" sibTransId="{3EF2E722-AEF5-4E69-9A1C-103CFA76DB4C}"/>
    <dgm:cxn modelId="{E98EC8B7-B423-47FA-8453-FD72A542F1C2}" srcId="{B4E4A8B8-F636-4E9F-B657-7EB6BC0AEEE0}" destId="{E92442FD-2ACE-448A-A4CF-A4D98D8D4B1C}" srcOrd="0" destOrd="0" parTransId="{327C9478-A62F-4899-9DA0-B45AB4AE02D1}" sibTransId="{A208916A-04F5-42F2-905D-0F1FA8CFFA5A}"/>
    <dgm:cxn modelId="{57445DB8-FD9D-4DE7-8A07-5673C630286E}" srcId="{1F78D954-F352-4EB1-9A52-5330123C9C0B}" destId="{3F911611-72B5-4828-90CF-16AA6E2602AC}" srcOrd="1" destOrd="0" parTransId="{6457BB44-EB04-4D30-AFD5-FC66710D87C0}" sibTransId="{1C6588F1-1571-4A45-AF8C-10DC7B8DDC38}"/>
    <dgm:cxn modelId="{DFFC68B9-3804-423B-8222-10F40FACD724}" type="presOf" srcId="{881225E4-C1CA-44AB-9749-2C1AD745E914}" destId="{1109DAD5-B0FD-4643-84E5-BA46BA1014DC}" srcOrd="0" destOrd="0" presId="urn:microsoft.com/office/officeart/2005/8/layout/orgChart1"/>
    <dgm:cxn modelId="{DD4994BA-EBE3-44AA-8BB6-BC4AA07CEAEA}" type="presOf" srcId="{77768F13-2553-4F78-9221-913BAF14C22A}" destId="{E4995FC4-5B92-43C2-A5BB-EF3FD41BF85F}" srcOrd="0" destOrd="0" presId="urn:microsoft.com/office/officeart/2005/8/layout/orgChart1"/>
    <dgm:cxn modelId="{E1843EBB-AF10-4613-A2EE-9F0591147023}" type="presOf" srcId="{2A11CA4D-7DC8-4F06-802A-A47BE65B278E}" destId="{979AF92C-184F-47C5-825C-F00E4D34757F}" srcOrd="0" destOrd="0" presId="urn:microsoft.com/office/officeart/2005/8/layout/orgChart1"/>
    <dgm:cxn modelId="{D8D0A1BB-0D71-40A3-9A13-094DDDC9A7A0}" type="presOf" srcId="{404A1780-4821-4AE6-9A2B-2A7D2B681A40}" destId="{227A6273-B834-456D-9C15-C0C77BEFBFD7}" srcOrd="0" destOrd="0" presId="urn:microsoft.com/office/officeart/2005/8/layout/orgChart1"/>
    <dgm:cxn modelId="{FC0CA0BC-001F-4B9E-A69F-B69135C4AF4D}" type="presOf" srcId="{2E9F678F-23E5-4ABF-83B4-6DA654B68C4F}" destId="{3DBD5E47-2A77-4B2C-86F8-683C6B4A7333}" srcOrd="0" destOrd="0" presId="urn:microsoft.com/office/officeart/2005/8/layout/orgChart1"/>
    <dgm:cxn modelId="{D2247FBE-10DB-492C-8DB1-950497422DD9}" type="presOf" srcId="{DB8B75D1-EA8E-4485-AF5A-221D5097C555}" destId="{643CC7F2-23E1-476B-9884-E6C6A919D69B}" srcOrd="1" destOrd="0" presId="urn:microsoft.com/office/officeart/2005/8/layout/orgChart1"/>
    <dgm:cxn modelId="{173F64BF-724F-491F-8C13-FBAFCA7EDB92}" type="presOf" srcId="{C6698AF2-2BD7-416A-8C24-60AF8BCC48E3}" destId="{BBBF4D60-FA8C-43ED-B5A2-DE21054030F7}" srcOrd="1" destOrd="0" presId="urn:microsoft.com/office/officeart/2005/8/layout/orgChart1"/>
    <dgm:cxn modelId="{A99890BF-74C6-4423-9115-184BBAF2997E}" type="presOf" srcId="{E71F119C-1F93-4BCA-9C30-C8B3905C75C0}" destId="{4F720F44-AD9D-4257-ABD3-8EDA3943504C}" srcOrd="0" destOrd="0" presId="urn:microsoft.com/office/officeart/2005/8/layout/orgChart1"/>
    <dgm:cxn modelId="{90D3DFBF-14BB-4F9F-9F0C-EA8392CF7258}" srcId="{99BC4ECF-49AD-4FE3-8F9C-285F5DFDBB27}" destId="{63C34F21-EFD5-4BB2-8DCB-3C15AC524178}" srcOrd="1" destOrd="0" parTransId="{4188F347-8215-40F1-947D-8E5EA67E4098}" sibTransId="{00F2344C-4867-4B60-9C63-6276C32AF016}"/>
    <dgm:cxn modelId="{9A468EC0-BF01-4893-8D8B-CA2C3AFBD51B}" srcId="{96E29060-71AB-46DA-B08D-B8EED6434DF9}" destId="{20C4D797-93E3-48B3-A176-210CB30D0410}" srcOrd="0" destOrd="0" parTransId="{DE160042-CFC0-4DB7-AA50-C48EAC2AE7BE}" sibTransId="{E18D43FA-8317-4B15-AF80-C8F8A78AD0A2}"/>
    <dgm:cxn modelId="{3F61DBC0-E5AA-48C3-989B-81E41F3C1A80}" type="presOf" srcId="{2D40305A-00C1-4592-940B-ACE5E7B168A9}" destId="{EDCDD078-7D7C-4CFC-B238-B241E7396291}" srcOrd="0" destOrd="0" presId="urn:microsoft.com/office/officeart/2005/8/layout/orgChart1"/>
    <dgm:cxn modelId="{424500C1-5362-41C6-B819-E6D1384A9C24}" type="presOf" srcId="{8CCFD40D-4851-4DFF-89F5-991DA006B654}" destId="{559931FA-E487-4C9F-93DE-F5EB69716A7D}" srcOrd="1" destOrd="0" presId="urn:microsoft.com/office/officeart/2005/8/layout/orgChart1"/>
    <dgm:cxn modelId="{FE87CCC1-4795-42AE-8868-D6F14E8B592B}" srcId="{2B4E6D3C-33AA-47AC-8C47-CDA0CF0BA27D}" destId="{57171984-DAC5-45E1-9E8A-6F64BBE6B1C8}" srcOrd="1" destOrd="0" parTransId="{881225E4-C1CA-44AB-9749-2C1AD745E914}" sibTransId="{1302F292-766E-43FF-9AF1-A50D67188633}"/>
    <dgm:cxn modelId="{2D391FC3-E0E2-4F7F-B011-5F64B9857F71}" type="presOf" srcId="{5D97C76B-C73C-421C-B9BE-74A99CE39DC4}" destId="{DEE99B57-E117-4B15-832D-94A82E19BC17}" srcOrd="0" destOrd="0" presId="urn:microsoft.com/office/officeart/2005/8/layout/orgChart1"/>
    <dgm:cxn modelId="{1C1F02C4-3119-449C-ADF7-AAA5BADBEAC4}" srcId="{96E29060-71AB-46DA-B08D-B8EED6434DF9}" destId="{FDC74FC0-868E-42D3-953B-E2D8007109D6}" srcOrd="1" destOrd="0" parTransId="{35DDC4CE-E3DB-45CF-9286-1BEA9B781CDA}" sibTransId="{E044BA91-88E7-4063-9497-E88A345724AB}"/>
    <dgm:cxn modelId="{8BC2FEC4-F103-4D11-8F83-31D7AA2F07DD}" type="presOf" srcId="{F89EE146-027E-4636-B049-0C884101BDB2}" destId="{DC5893F3-4495-417F-AB83-07FBD6B63A45}" srcOrd="0" destOrd="0" presId="urn:microsoft.com/office/officeart/2005/8/layout/orgChart1"/>
    <dgm:cxn modelId="{32C31FC7-F2AF-4B17-9826-B0B50C371F6C}" srcId="{925314DC-6148-4B4F-B096-B3D58DF7CDA8}" destId="{10E3848C-0265-45A2-8DE8-F52933DA78CD}" srcOrd="1" destOrd="0" parTransId="{2CADC6D5-EA7C-4906-AF77-F1538C5A469A}" sibTransId="{C3EC5559-5C93-48A5-B335-48CC8616F27C}"/>
    <dgm:cxn modelId="{F611FAC7-4455-486C-B3EF-C81E95C062AD}" type="presOf" srcId="{18ACCB61-B928-4B0F-949D-E63234BA6821}" destId="{0996015A-67B7-4E43-BE54-53679AD9CD7D}" srcOrd="0" destOrd="0" presId="urn:microsoft.com/office/officeart/2005/8/layout/orgChart1"/>
    <dgm:cxn modelId="{91D5FAC7-E3B7-4CDA-8174-58109445361E}" type="presOf" srcId="{1433A6F6-4AF4-4F63-8216-EC250C701B67}" destId="{91FE2E34-FFD3-4725-BA36-A4E3D0FB55B2}" srcOrd="1" destOrd="0" presId="urn:microsoft.com/office/officeart/2005/8/layout/orgChart1"/>
    <dgm:cxn modelId="{A40C16CA-AA13-4FDB-A527-CBB7D1191A8A}" srcId="{7224054A-1D33-4E45-AD37-955C9351438F}" destId="{0A9E8851-2B0B-465F-BD9D-916FC6F65CC0}" srcOrd="1" destOrd="0" parTransId="{0F353F8C-AD3B-423D-883C-130E281480F0}" sibTransId="{1DE734A5-CD78-4927-A3B3-DE6693C842C9}"/>
    <dgm:cxn modelId="{220DE7CA-15C7-4C45-9129-2829CFE7FB2E}" type="presOf" srcId="{B989537C-4E45-4749-9E25-E7062C5F775D}" destId="{0A97477F-58CD-4517-8786-C5CD0269DF98}" srcOrd="1" destOrd="0" presId="urn:microsoft.com/office/officeart/2005/8/layout/orgChart1"/>
    <dgm:cxn modelId="{04FA64CB-B9F6-4966-81DA-CD0E7A1CCC05}" type="presOf" srcId="{11BC31E2-A728-42DC-8C72-B0D58E65180F}" destId="{9A160C19-51B4-4FEC-8983-BD9E2B56FA15}" srcOrd="1" destOrd="0" presId="urn:microsoft.com/office/officeart/2005/8/layout/orgChart1"/>
    <dgm:cxn modelId="{9BDD71CD-2503-4461-A28B-24817F2C3DC1}" type="presOf" srcId="{7224054A-1D33-4E45-AD37-955C9351438F}" destId="{69214D0B-A7BD-4C9B-B0F2-1BD3623FA5B6}" srcOrd="1" destOrd="0" presId="urn:microsoft.com/office/officeart/2005/8/layout/orgChart1"/>
    <dgm:cxn modelId="{215C55CE-0361-48DF-8F80-0B8DA3C9DEFB}" srcId="{FB65AC3C-6766-4E75-9563-95B26291C0B4}" destId="{2E9F678F-23E5-4ABF-83B4-6DA654B68C4F}" srcOrd="0" destOrd="0" parTransId="{E7A394B6-52D8-4DBC-B0A0-D0F4AB04DC5B}" sibTransId="{A26A0B68-8557-4C45-AD96-E9BF8AB377BB}"/>
    <dgm:cxn modelId="{F1ECFDCE-88F4-4146-9985-2A0269E4FFE5}" srcId="{CE527801-7586-466E-A092-E9ADDCBC633C}" destId="{4A87A073-4D04-4134-A43A-FB7D0D158CCC}" srcOrd="1" destOrd="0" parTransId="{5BF15B60-F9EC-4B9C-BA08-137CE1666C83}" sibTransId="{D0AB29ED-A1B5-4102-ABE3-B73E4002862A}"/>
    <dgm:cxn modelId="{E5B464D0-33ED-4710-8960-DAF0FC8F7A73}" type="presOf" srcId="{4BCAA4D4-08A6-40E0-B646-9762530E5F87}" destId="{83140FCB-474A-409A-95C4-D1B7C0506D88}" srcOrd="0" destOrd="0" presId="urn:microsoft.com/office/officeart/2005/8/layout/orgChart1"/>
    <dgm:cxn modelId="{6F3070D0-147D-4092-B71D-8D574CEA47B5}" type="presOf" srcId="{DB8B75D1-EA8E-4485-AF5A-221D5097C555}" destId="{248AF14E-4655-4727-8F3C-54DEC40E799B}" srcOrd="0" destOrd="0" presId="urn:microsoft.com/office/officeart/2005/8/layout/orgChart1"/>
    <dgm:cxn modelId="{562308D1-B6F9-4997-BD5F-93F8D00EECDC}" type="presOf" srcId="{8CCFD40D-4851-4DFF-89F5-991DA006B654}" destId="{1D6BE0AD-8EF6-4F98-819B-4A61CF44654D}" srcOrd="0" destOrd="0" presId="urn:microsoft.com/office/officeart/2005/8/layout/orgChart1"/>
    <dgm:cxn modelId="{2F550CD1-307C-4DF8-88ED-F14D3CBE6013}" srcId="{54E98570-8660-4E28-B688-697BAEFBEF5A}" destId="{5AE2564E-E6F6-4D03-9407-5B6BDE643983}" srcOrd="0" destOrd="0" parTransId="{1321C4E1-E14B-4EBC-AAAE-CE7F6C0CCC88}" sibTransId="{9ECD19D2-CC67-497E-B001-CA5326908E58}"/>
    <dgm:cxn modelId="{17D140D1-1D25-401F-9F82-7D6E007AE7A4}" srcId="{E92442FD-2ACE-448A-A4CF-A4D98D8D4B1C}" destId="{FB1FCE23-C5EE-4380-B971-57F94BB3A7D1}" srcOrd="1" destOrd="0" parTransId="{491F97FD-98D4-40AB-9D61-16F313573C66}" sibTransId="{D8B5E834-6AF1-43CB-B1A0-6D44F4735A08}"/>
    <dgm:cxn modelId="{FEA871D1-85AE-4E1E-82F6-AFD1CB0898D9}" type="presOf" srcId="{FDC74FC0-868E-42D3-953B-E2D8007109D6}" destId="{1003BAD9-5F2F-4823-AAF9-E84BE7EF163D}" srcOrd="0" destOrd="0" presId="urn:microsoft.com/office/officeart/2005/8/layout/orgChart1"/>
    <dgm:cxn modelId="{C63A95D1-0AC9-4CF9-906F-9C68199D1A8E}" type="presOf" srcId="{990D6332-2960-4F54-BA2B-74422B7074A1}" destId="{B4BC8DDA-5ACE-40B5-B743-6005B747D512}" srcOrd="0" destOrd="0" presId="urn:microsoft.com/office/officeart/2005/8/layout/orgChart1"/>
    <dgm:cxn modelId="{B8022FD2-A789-44AA-9687-118415E55F7C}" type="presOf" srcId="{FB1FCE23-C5EE-4380-B971-57F94BB3A7D1}" destId="{01260309-148E-458D-BCF6-5E96359C8464}" srcOrd="1" destOrd="0" presId="urn:microsoft.com/office/officeart/2005/8/layout/orgChart1"/>
    <dgm:cxn modelId="{023730D3-3793-435F-BC06-739B35D85823}" type="presOf" srcId="{2F43EC46-D695-4F5F-ADB8-4FF2B2A1104A}" destId="{615D0634-FBFD-4BFF-9338-BB6F2547F282}" srcOrd="0" destOrd="0" presId="urn:microsoft.com/office/officeart/2005/8/layout/orgChart1"/>
    <dgm:cxn modelId="{EE74A6D4-C90C-4AC8-A41A-D184B68A383E}" type="presOf" srcId="{13774E0A-C695-443B-A662-576C78D5544E}" destId="{474551C6-2CCC-4C6D-A804-A1E889156ACE}" srcOrd="0" destOrd="0" presId="urn:microsoft.com/office/officeart/2005/8/layout/orgChart1"/>
    <dgm:cxn modelId="{0AD172D5-F1D3-4C5F-9014-BFEB3FFC0BCD}" srcId="{11BC31E2-A728-42DC-8C72-B0D58E65180F}" destId="{E3A12F7F-1966-4612-8FED-A67BF5102A34}" srcOrd="0" destOrd="0" parTransId="{97AAF60E-E7BC-4E57-91F1-690C2ADF02C9}" sibTransId="{8697E017-AFE5-4AD7-B62B-368341FA06A5}"/>
    <dgm:cxn modelId="{CE0477D5-BE74-4CE0-A023-7CB0F73659E8}" type="presOf" srcId="{552088BA-DDCE-4110-8CFA-83366E709DE1}" destId="{F4A4CCB3-7856-4315-8F0B-B676C416DB8D}" srcOrd="0" destOrd="0" presId="urn:microsoft.com/office/officeart/2005/8/layout/orgChart1"/>
    <dgm:cxn modelId="{842004D8-A2E2-491F-BF01-19EAFD824CB6}" srcId="{1F78D954-F352-4EB1-9A52-5330123C9C0B}" destId="{D5A8C7F5-9E4E-4168-9768-1CA79AADD144}" srcOrd="0" destOrd="0" parTransId="{BFB8A316-04AD-4433-B20C-BD447C077D46}" sibTransId="{7DF8B513-8343-413F-83FC-7D69D92E2E87}"/>
    <dgm:cxn modelId="{1A9434D8-BB5F-489C-A767-C2683DDE526B}" type="presOf" srcId="{55C78616-5992-4CD0-BB8F-E36F4412C96E}" destId="{E9104875-515E-4449-9E96-8C21191FF9AA}" srcOrd="0" destOrd="0" presId="urn:microsoft.com/office/officeart/2005/8/layout/orgChart1"/>
    <dgm:cxn modelId="{9E3DC8D9-8922-4F37-AFCF-1E8E58412783}" type="presOf" srcId="{552088BA-DDCE-4110-8CFA-83366E709DE1}" destId="{4A47C7EB-F31A-4D65-AC47-F4A928437CFD}" srcOrd="1" destOrd="0" presId="urn:microsoft.com/office/officeart/2005/8/layout/orgChart1"/>
    <dgm:cxn modelId="{A2EC0EDA-F4AF-44C2-8C6E-49ABA4664BDD}" srcId="{11BC31E2-A728-42DC-8C72-B0D58E65180F}" destId="{09B476AE-3476-43F6-AFB0-ACEDA1F0EFC2}" srcOrd="1" destOrd="0" parTransId="{92ADD581-E994-4210-92FB-5D376654E87C}" sibTransId="{C36D3655-7A54-4E4B-8701-B6DBF399F455}"/>
    <dgm:cxn modelId="{F08223DA-52AE-4E25-B659-FE8DFF826985}" type="presOf" srcId="{97AAF60E-E7BC-4E57-91F1-690C2ADF02C9}" destId="{B327CA84-CC55-4575-9271-B649BBA48A51}" srcOrd="0" destOrd="0" presId="urn:microsoft.com/office/officeart/2005/8/layout/orgChart1"/>
    <dgm:cxn modelId="{C36471DA-0691-473E-A218-B5278F381408}" type="presOf" srcId="{CF9FAD85-0127-41D9-95B0-7475F012F2AD}" destId="{F5C9BBB9-4354-40C5-85A4-13D9C5065F46}" srcOrd="1" destOrd="0" presId="urn:microsoft.com/office/officeart/2005/8/layout/orgChart1"/>
    <dgm:cxn modelId="{ED8ADADA-FE71-4ABC-91C3-055005D84224}" srcId="{010E06F3-D14F-4009-8C00-E1C02FDB1756}" destId="{63FA2BBD-80FF-4B9E-88DF-CEAC20D605E5}" srcOrd="0" destOrd="0" parTransId="{79E27A69-5610-4AB7-B456-174F6F2318A4}" sibTransId="{F886A4F1-C32F-4926-9F8D-06AF8EC5E212}"/>
    <dgm:cxn modelId="{88BFFBDC-9B97-485F-B00F-D67EB78AD7FD}" type="presOf" srcId="{0C362FA1-A5DA-4179-903B-2A2974A271E3}" destId="{51D0D58F-B18E-4593-8CBE-1AEF3404E73E}" srcOrd="0" destOrd="0" presId="urn:microsoft.com/office/officeart/2005/8/layout/orgChart1"/>
    <dgm:cxn modelId="{2100AADF-65E8-4CE1-9010-E78BB31C6821}" type="presOf" srcId="{356073BC-9F2F-4898-AA27-FED1E6BFF039}" destId="{DB8A46E0-8E1B-448D-AA75-077535C7E503}" srcOrd="1" destOrd="0" presId="urn:microsoft.com/office/officeart/2005/8/layout/orgChart1"/>
    <dgm:cxn modelId="{842472E0-BB95-45A5-9BEA-0191B875B580}" type="presOf" srcId="{1C591CB3-80EE-4533-9CCD-1DF8CB5C6F2C}" destId="{190DE24B-EC12-4ABA-B3DC-4BF0DF8A23A0}" srcOrd="0" destOrd="0" presId="urn:microsoft.com/office/officeart/2005/8/layout/orgChart1"/>
    <dgm:cxn modelId="{1E65D1E2-9FA9-4C9D-A555-6A48B921CC35}" type="presOf" srcId="{DDF87394-9B96-4A1A-9950-4085EFDA2432}" destId="{C2B33DFF-BBA7-4115-A484-3E0688BD2B19}" srcOrd="1" destOrd="0" presId="urn:microsoft.com/office/officeart/2005/8/layout/orgChart1"/>
    <dgm:cxn modelId="{5652ECE2-0A93-4D9B-A483-6B327ECBE8A5}" type="presOf" srcId="{50F5C6D2-81E2-4397-9EF2-733B3698A7C7}" destId="{5BEB3D4A-CEC7-435C-A9BD-8AAAAFBC7DF8}" srcOrd="0" destOrd="0" presId="urn:microsoft.com/office/officeart/2005/8/layout/orgChart1"/>
    <dgm:cxn modelId="{1930B6E4-B83F-4B3C-B224-59AC3D301AFC}" srcId="{20C4D797-93E3-48B3-A176-210CB30D0410}" destId="{1FE6B13B-E94F-483B-ACE9-5CB07F4A97F5}" srcOrd="1" destOrd="0" parTransId="{F44DF2CB-7EA1-40EA-9183-73920ECD9D2D}" sibTransId="{CABAA0CE-47F5-4692-B380-2145C3F4B22D}"/>
    <dgm:cxn modelId="{31CD03E5-82B3-4858-B9D1-E57FB118544E}" type="presOf" srcId="{3C03ECB9-D57B-477B-9E83-EDE0B846BDD6}" destId="{045A35F9-8E8D-4EAF-A63D-3633D617AEF7}" srcOrd="1" destOrd="0" presId="urn:microsoft.com/office/officeart/2005/8/layout/orgChart1"/>
    <dgm:cxn modelId="{F14B7AE6-ECBA-452F-8DA6-EAC03A650173}" type="presOf" srcId="{010E06F3-D14F-4009-8C00-E1C02FDB1756}" destId="{34C935BD-96E3-4A76-8354-5D06F9378306}" srcOrd="0" destOrd="0" presId="urn:microsoft.com/office/officeart/2005/8/layout/orgChart1"/>
    <dgm:cxn modelId="{71E107E8-9565-4EC5-9E05-BC354202D690}" type="presOf" srcId="{ADDBAA14-6BEA-402A-A5C3-1BE54255E279}" destId="{D6FEFBD0-DEA6-4113-9FC2-F60C7A0D492F}" srcOrd="1" destOrd="0" presId="urn:microsoft.com/office/officeart/2005/8/layout/orgChart1"/>
    <dgm:cxn modelId="{52BD34E8-2555-4AC6-A569-109F97278043}" type="presOf" srcId="{FBBE276E-F27B-42C9-B177-1CBE1C32626A}" destId="{235D8822-39D0-4808-8AFB-C4FE895C7339}" srcOrd="0" destOrd="0" presId="urn:microsoft.com/office/officeart/2005/8/layout/orgChart1"/>
    <dgm:cxn modelId="{E9ABB6E9-2263-4A70-AD08-EF5BD79CDC52}" type="presOf" srcId="{10E3848C-0265-45A2-8DE8-F52933DA78CD}" destId="{99F500CE-9C14-4E14-82F6-6D6A16108664}" srcOrd="1" destOrd="0" presId="urn:microsoft.com/office/officeart/2005/8/layout/orgChart1"/>
    <dgm:cxn modelId="{4A129CEA-018B-406A-A873-4AD4B541B82F}" type="presOf" srcId="{DFCBE403-9467-4313-927D-573764DA646F}" destId="{64A860A9-024E-4E62-BD9D-167285A31A16}" srcOrd="1" destOrd="0" presId="urn:microsoft.com/office/officeart/2005/8/layout/orgChart1"/>
    <dgm:cxn modelId="{2BB23DEB-075B-4FB1-A21D-BDC8337C9E37}" type="presOf" srcId="{9403E420-D801-4B90-B1B6-6E3AE7CF9110}" destId="{E380B7D2-8F7F-427A-9D6B-7759E811338C}" srcOrd="0" destOrd="0" presId="urn:microsoft.com/office/officeart/2005/8/layout/orgChart1"/>
    <dgm:cxn modelId="{121E9AEB-4943-4EC0-B48F-BD2E2E3DA629}" type="presOf" srcId="{AE259589-5FA5-4B0C-B574-FE411F465DC0}" destId="{CFEF2F36-C38E-4869-98F6-0BC0503B01F5}" srcOrd="0" destOrd="0" presId="urn:microsoft.com/office/officeart/2005/8/layout/orgChart1"/>
    <dgm:cxn modelId="{FA85C6EE-5305-4E66-8845-0397A121DB72}" type="presOf" srcId="{20C4D797-93E3-48B3-A176-210CB30D0410}" destId="{6314183A-E942-4351-866D-5BD80210C69F}" srcOrd="0" destOrd="0" presId="urn:microsoft.com/office/officeart/2005/8/layout/orgChart1"/>
    <dgm:cxn modelId="{D13AEAEE-93C5-40D6-88EF-1879E1E9545B}" type="presOf" srcId="{1E6788D2-113D-46BD-9B94-ACE782A57BB2}" destId="{CD4C99FD-2757-44C3-A916-A84FFFB04195}" srcOrd="1" destOrd="0" presId="urn:microsoft.com/office/officeart/2005/8/layout/orgChart1"/>
    <dgm:cxn modelId="{1F75F6EE-C407-42F1-8591-201182BD3A4F}" type="presOf" srcId="{F8A7B8D6-2C0F-4588-9B07-234339753505}" destId="{7595AC22-F1BB-4CBC-80AD-9F333472618A}" srcOrd="0" destOrd="0" presId="urn:microsoft.com/office/officeart/2005/8/layout/orgChart1"/>
    <dgm:cxn modelId="{C23132F1-728E-49A1-9E08-F4CFE54A14FD}" type="presOf" srcId="{09B476AE-3476-43F6-AFB0-ACEDA1F0EFC2}" destId="{9A33180D-0736-4335-AE43-646444544531}" srcOrd="1" destOrd="0" presId="urn:microsoft.com/office/officeart/2005/8/layout/orgChart1"/>
    <dgm:cxn modelId="{C6BE6EF1-80D8-4E57-B45B-CDE9B4D65B28}" type="presOf" srcId="{C9F56B78-BDC8-4FD5-97A6-57BD1DC211C1}" destId="{20685906-0927-4727-AA90-33159CF6592F}" srcOrd="0" destOrd="0" presId="urn:microsoft.com/office/officeart/2005/8/layout/orgChart1"/>
    <dgm:cxn modelId="{533A92F2-9F3E-4F45-A4C2-6D4477885FA2}" type="presOf" srcId="{1FE6B13B-E94F-483B-ACE9-5CB07F4A97F5}" destId="{8DE0BE53-3030-4CC4-80FE-F975DFE1251A}" srcOrd="1" destOrd="0" presId="urn:microsoft.com/office/officeart/2005/8/layout/orgChart1"/>
    <dgm:cxn modelId="{CD309CF2-709F-4D9D-97D0-B90B076969E6}" type="presOf" srcId="{FDC74FC0-868E-42D3-953B-E2D8007109D6}" destId="{1258F09B-C23B-49D4-895E-2042F1F6FD46}" srcOrd="1" destOrd="0" presId="urn:microsoft.com/office/officeart/2005/8/layout/orgChart1"/>
    <dgm:cxn modelId="{0EF37CF3-12B4-4826-8063-7B5A6C5AE6B7}" srcId="{7224054A-1D33-4E45-AD37-955C9351438F}" destId="{552088BA-DDCE-4110-8CFA-83366E709DE1}" srcOrd="0" destOrd="0" parTransId="{00EF6BE7-E628-49F7-8310-919DD7FA489B}" sibTransId="{F8B6F5AE-BF8A-4CAF-B3CA-ABF1DF0C0903}"/>
    <dgm:cxn modelId="{AA7D9EF5-D134-4DCD-AF90-31879B40328C}" type="presOf" srcId="{E9C65A0D-8CC0-4E75-B1E3-00A41D700DE6}" destId="{17B4360E-684F-478E-A636-81538B1465B4}" srcOrd="0" destOrd="0" presId="urn:microsoft.com/office/officeart/2005/8/layout/orgChart1"/>
    <dgm:cxn modelId="{B2A2CFF5-7CEB-4C2D-8A15-A6AF1DBAAAF0}" type="presOf" srcId="{1F78D954-F352-4EB1-9A52-5330123C9C0B}" destId="{8467BB03-8AFA-41CB-A204-F96AC604CAFF}" srcOrd="1" destOrd="0" presId="urn:microsoft.com/office/officeart/2005/8/layout/orgChart1"/>
    <dgm:cxn modelId="{946EC3F7-AD43-4399-BD22-BCADEF7B514A}" type="presOf" srcId="{ADDBAA14-6BEA-402A-A5C3-1BE54255E279}" destId="{B552BF38-60B2-47B7-98C7-AB1C00C99BA1}" srcOrd="0" destOrd="0" presId="urn:microsoft.com/office/officeart/2005/8/layout/orgChart1"/>
    <dgm:cxn modelId="{5720DBFA-028B-475E-85CE-CCD73A6AF2DB}" type="presOf" srcId="{427DDA1C-9780-4B21-B562-219030CA99AC}" destId="{990B3A68-CACA-4771-9C32-7C477E15FEB6}" srcOrd="0" destOrd="0" presId="urn:microsoft.com/office/officeart/2005/8/layout/orgChart1"/>
    <dgm:cxn modelId="{149344FB-FEA9-4462-9668-E5D422772F8E}" srcId="{FB65AC3C-6766-4E75-9563-95B26291C0B4}" destId="{2F43EC46-D695-4F5F-ADB8-4FF2B2A1104A}" srcOrd="1" destOrd="0" parTransId="{09F52921-B06F-447B-911B-B20EA3BD88ED}" sibTransId="{40AEE3EB-0062-475B-9629-C30DCFE0AC31}"/>
    <dgm:cxn modelId="{91C7D6FB-02BF-4E0D-878A-A19AB4EE83F1}" type="presOf" srcId="{11BC31E2-A728-42DC-8C72-B0D58E65180F}" destId="{5DF92FED-196E-4B50-98B2-77F75AD04745}" srcOrd="0" destOrd="0" presId="urn:microsoft.com/office/officeart/2005/8/layout/orgChart1"/>
    <dgm:cxn modelId="{8A934EFD-789D-4174-82C9-AAD10A5F4002}" type="presOf" srcId="{00EF6BE7-E628-49F7-8310-919DD7FA489B}" destId="{DF1FC5B7-27DA-4A1F-A382-1594BC4446F6}" srcOrd="0" destOrd="0" presId="urn:microsoft.com/office/officeart/2005/8/layout/orgChart1"/>
    <dgm:cxn modelId="{550EBFFD-70FA-402B-8AF3-91D5E446E86E}" type="presOf" srcId="{99498B94-82B0-4C9E-85A7-A25171D618D0}" destId="{CA1488A9-89E3-4C5C-BD57-D8F9B6008528}" srcOrd="1" destOrd="0" presId="urn:microsoft.com/office/officeart/2005/8/layout/orgChart1"/>
    <dgm:cxn modelId="{8DEF3CFE-8810-4FC3-B159-31D58FCA0F90}" type="presOf" srcId="{41C863DD-B888-4B09-9741-99830A857479}" destId="{41CEC6C7-408D-4065-AE8C-EA55E950134E}" srcOrd="0" destOrd="0" presId="urn:microsoft.com/office/officeart/2005/8/layout/orgChart1"/>
    <dgm:cxn modelId="{91BB4CFF-1329-44D1-AE0D-065BF00DA878}" type="presOf" srcId="{3C3EEEB0-10D8-42BE-A228-1FB54831924E}" destId="{52F6E1A6-4868-41FF-B7AB-70D4FEAD41AE}" srcOrd="1" destOrd="0" presId="urn:microsoft.com/office/officeart/2005/8/layout/orgChart1"/>
    <dgm:cxn modelId="{ECD2E8CE-9067-4C3D-B221-C21EA7FBA65C}" type="presParOf" srcId="{CB12145E-D9B8-47E6-AFD3-D3A998645847}" destId="{F8EC14D5-8AD7-4BD2-B3AC-D48E9820818D}" srcOrd="0" destOrd="0" presId="urn:microsoft.com/office/officeart/2005/8/layout/orgChart1"/>
    <dgm:cxn modelId="{EEC994FE-1CC4-4285-96C5-D4F1FEBFB601}" type="presParOf" srcId="{F8EC14D5-8AD7-4BD2-B3AC-D48E9820818D}" destId="{3C05E817-FE1B-458B-AECE-FD91995CA1A0}" srcOrd="0" destOrd="0" presId="urn:microsoft.com/office/officeart/2005/8/layout/orgChart1"/>
    <dgm:cxn modelId="{8A43ADA7-ED6E-443A-95E8-BCBC6B2E8C43}" type="presParOf" srcId="{3C05E817-FE1B-458B-AECE-FD91995CA1A0}" destId="{9716B6D7-C5FD-4C90-A6CC-E6D62CE51A0F}" srcOrd="0" destOrd="0" presId="urn:microsoft.com/office/officeart/2005/8/layout/orgChart1"/>
    <dgm:cxn modelId="{8AA37F7D-AEC3-4633-8B84-9C31B2AB5AC6}" type="presParOf" srcId="{3C05E817-FE1B-458B-AECE-FD91995CA1A0}" destId="{521AA79C-2196-4C55-943B-FD1E9564362E}" srcOrd="1" destOrd="0" presId="urn:microsoft.com/office/officeart/2005/8/layout/orgChart1"/>
    <dgm:cxn modelId="{60C7D014-D6F6-443D-BE0B-3078BAD93B76}" type="presParOf" srcId="{F8EC14D5-8AD7-4BD2-B3AC-D48E9820818D}" destId="{665B9A68-E4DE-4F8D-A5D6-1329E090EC31}" srcOrd="1" destOrd="0" presId="urn:microsoft.com/office/officeart/2005/8/layout/orgChart1"/>
    <dgm:cxn modelId="{5CAAD46C-D296-45C9-96A8-590289E2B475}" type="presParOf" srcId="{665B9A68-E4DE-4F8D-A5D6-1329E090EC31}" destId="{4F720F44-AD9D-4257-ABD3-8EDA3943504C}" srcOrd="0" destOrd="0" presId="urn:microsoft.com/office/officeart/2005/8/layout/orgChart1"/>
    <dgm:cxn modelId="{F51788E2-492F-4186-8F38-C7A7541E50D9}" type="presParOf" srcId="{665B9A68-E4DE-4F8D-A5D6-1329E090EC31}" destId="{B0EA15A9-3531-4209-BE82-74BC58170762}" srcOrd="1" destOrd="0" presId="urn:microsoft.com/office/officeart/2005/8/layout/orgChart1"/>
    <dgm:cxn modelId="{B7EFA78C-0807-404B-AFE7-7C6578BA97F4}" type="presParOf" srcId="{B0EA15A9-3531-4209-BE82-74BC58170762}" destId="{C3F9FACD-0209-45DE-BD1D-125F0055361A}" srcOrd="0" destOrd="0" presId="urn:microsoft.com/office/officeart/2005/8/layout/orgChart1"/>
    <dgm:cxn modelId="{B4E64873-0D87-4AFF-B23A-6FADDE1BF249}" type="presParOf" srcId="{C3F9FACD-0209-45DE-BD1D-125F0055361A}" destId="{5DF92FED-196E-4B50-98B2-77F75AD04745}" srcOrd="0" destOrd="0" presId="urn:microsoft.com/office/officeart/2005/8/layout/orgChart1"/>
    <dgm:cxn modelId="{169E8545-BDE8-4112-AD23-4AC0084C820B}" type="presParOf" srcId="{C3F9FACD-0209-45DE-BD1D-125F0055361A}" destId="{9A160C19-51B4-4FEC-8983-BD9E2B56FA15}" srcOrd="1" destOrd="0" presId="urn:microsoft.com/office/officeart/2005/8/layout/orgChart1"/>
    <dgm:cxn modelId="{68A05B86-E99D-4141-A0E1-43CCF6E7599B}" type="presParOf" srcId="{B0EA15A9-3531-4209-BE82-74BC58170762}" destId="{B89E2C89-7BE9-403B-8B90-F193D127B70B}" srcOrd="1" destOrd="0" presId="urn:microsoft.com/office/officeart/2005/8/layout/orgChart1"/>
    <dgm:cxn modelId="{C894A6AF-E7D9-442E-8F93-6A9616735C3F}" type="presParOf" srcId="{B89E2C89-7BE9-403B-8B90-F193D127B70B}" destId="{B327CA84-CC55-4575-9271-B649BBA48A51}" srcOrd="0" destOrd="0" presId="urn:microsoft.com/office/officeart/2005/8/layout/orgChart1"/>
    <dgm:cxn modelId="{046A668F-3370-4816-9589-F1692415228C}" type="presParOf" srcId="{B89E2C89-7BE9-403B-8B90-F193D127B70B}" destId="{456DB968-E509-4B63-BEAF-15F6DE343F4A}" srcOrd="1" destOrd="0" presId="urn:microsoft.com/office/officeart/2005/8/layout/orgChart1"/>
    <dgm:cxn modelId="{1D586D4D-3471-4998-83DE-66BDDC8C3F0A}" type="presParOf" srcId="{456DB968-E509-4B63-BEAF-15F6DE343F4A}" destId="{C9B2F55D-53C7-4467-BE44-EC4392BC3AE8}" srcOrd="0" destOrd="0" presId="urn:microsoft.com/office/officeart/2005/8/layout/orgChart1"/>
    <dgm:cxn modelId="{EEEE9223-23C5-4ED1-BDA4-0AE337B08F6A}" type="presParOf" srcId="{C9B2F55D-53C7-4467-BE44-EC4392BC3AE8}" destId="{909AA3E2-492C-4141-93CD-97EF29013F73}" srcOrd="0" destOrd="0" presId="urn:microsoft.com/office/officeart/2005/8/layout/orgChart1"/>
    <dgm:cxn modelId="{A0DFC35B-1395-4627-83FB-202D424C8706}" type="presParOf" srcId="{C9B2F55D-53C7-4467-BE44-EC4392BC3AE8}" destId="{819C706F-0A6D-44FF-878B-2BF54514B5A0}" srcOrd="1" destOrd="0" presId="urn:microsoft.com/office/officeart/2005/8/layout/orgChart1"/>
    <dgm:cxn modelId="{99BEA1B0-05D5-44B1-8DE0-614D773C2EBB}" type="presParOf" srcId="{456DB968-E509-4B63-BEAF-15F6DE343F4A}" destId="{372D7B91-CC18-4039-A0D7-3231B49289B0}" srcOrd="1" destOrd="0" presId="urn:microsoft.com/office/officeart/2005/8/layout/orgChart1"/>
    <dgm:cxn modelId="{3CBA9B43-2C01-4AE0-8CA5-8D3E991FFC60}" type="presParOf" srcId="{372D7B91-CC18-4039-A0D7-3231B49289B0}" destId="{E5C92E2D-B093-4EAE-948C-FC461EFBD5B7}" srcOrd="0" destOrd="0" presId="urn:microsoft.com/office/officeart/2005/8/layout/orgChart1"/>
    <dgm:cxn modelId="{80FAC704-FF84-4182-AC24-37CAA67FE620}" type="presParOf" srcId="{372D7B91-CC18-4039-A0D7-3231B49289B0}" destId="{62167CAD-B01E-4FFD-B381-65F75A691D93}" srcOrd="1" destOrd="0" presId="urn:microsoft.com/office/officeart/2005/8/layout/orgChart1"/>
    <dgm:cxn modelId="{AEE6A618-F0E9-4542-8B12-1FACDA4A7828}" type="presParOf" srcId="{62167CAD-B01E-4FFD-B381-65F75A691D93}" destId="{6CE76D5A-438C-4F7E-8807-D89A66534DBB}" srcOrd="0" destOrd="0" presId="urn:microsoft.com/office/officeart/2005/8/layout/orgChart1"/>
    <dgm:cxn modelId="{A5D02A92-A228-428B-8343-E25E59B7AA48}" type="presParOf" srcId="{6CE76D5A-438C-4F7E-8807-D89A66534DBB}" destId="{9B41B9F6-9506-4A79-80AE-A8572D907876}" srcOrd="0" destOrd="0" presId="urn:microsoft.com/office/officeart/2005/8/layout/orgChart1"/>
    <dgm:cxn modelId="{EAB878F4-65E3-4CE9-AC5D-14B280DCE76B}" type="presParOf" srcId="{6CE76D5A-438C-4F7E-8807-D89A66534DBB}" destId="{3B5427DD-A955-4ED4-BA3C-9D2DF72246C6}" srcOrd="1" destOrd="0" presId="urn:microsoft.com/office/officeart/2005/8/layout/orgChart1"/>
    <dgm:cxn modelId="{42ABD96F-6CA2-415B-A2A5-3317B2218F8E}" type="presParOf" srcId="{62167CAD-B01E-4FFD-B381-65F75A691D93}" destId="{275253FF-CB68-4DC5-B5A3-CCBDFBBADBFB}" srcOrd="1" destOrd="0" presId="urn:microsoft.com/office/officeart/2005/8/layout/orgChart1"/>
    <dgm:cxn modelId="{9C8AD10A-ED75-4FE4-A456-165473C4C516}" type="presParOf" srcId="{275253FF-CB68-4DC5-B5A3-CCBDFBBADBFB}" destId="{83140FCB-474A-409A-95C4-D1B7C0506D88}" srcOrd="0" destOrd="0" presId="urn:microsoft.com/office/officeart/2005/8/layout/orgChart1"/>
    <dgm:cxn modelId="{C336D417-9DA0-4819-9769-BDE38737253D}" type="presParOf" srcId="{275253FF-CB68-4DC5-B5A3-CCBDFBBADBFB}" destId="{E7ED4996-793B-47EC-A129-99D6E92A1FA7}" srcOrd="1" destOrd="0" presId="urn:microsoft.com/office/officeart/2005/8/layout/orgChart1"/>
    <dgm:cxn modelId="{5FBF32D3-BAD4-40DE-9CF0-B32869796353}" type="presParOf" srcId="{E7ED4996-793B-47EC-A129-99D6E92A1FA7}" destId="{19EF67BD-225B-4692-AEF3-0E030D924113}" srcOrd="0" destOrd="0" presId="urn:microsoft.com/office/officeart/2005/8/layout/orgChart1"/>
    <dgm:cxn modelId="{2C6DD80E-F23A-47D8-8FC5-0BC24A522CF5}" type="presParOf" srcId="{19EF67BD-225B-4692-AEF3-0E030D924113}" destId="{98D0749E-58B2-40AC-BEBD-F0615CC2FC3A}" srcOrd="0" destOrd="0" presId="urn:microsoft.com/office/officeart/2005/8/layout/orgChart1"/>
    <dgm:cxn modelId="{443983AF-FA32-41EE-B5D6-F825BF7BEC0B}" type="presParOf" srcId="{19EF67BD-225B-4692-AEF3-0E030D924113}" destId="{B168C0FF-F6AC-4886-8E40-C23E6D31D875}" srcOrd="1" destOrd="0" presId="urn:microsoft.com/office/officeart/2005/8/layout/orgChart1"/>
    <dgm:cxn modelId="{1FE40061-CB00-45C9-8446-523F288E55AF}" type="presParOf" srcId="{E7ED4996-793B-47EC-A129-99D6E92A1FA7}" destId="{E9B8BE45-5820-4E62-AB91-515E4E5CF7DF}" srcOrd="1" destOrd="0" presId="urn:microsoft.com/office/officeart/2005/8/layout/orgChart1"/>
    <dgm:cxn modelId="{D2C3B072-228D-4B23-82A4-ADB65F3BF125}" type="presParOf" srcId="{E9B8BE45-5820-4E62-AB91-515E4E5CF7DF}" destId="{25957EDC-4DD7-4B1D-B3E5-F6143FC89C23}" srcOrd="0" destOrd="0" presId="urn:microsoft.com/office/officeart/2005/8/layout/orgChart1"/>
    <dgm:cxn modelId="{35DCA8B9-D868-4083-9206-0459736BC248}" type="presParOf" srcId="{E9B8BE45-5820-4E62-AB91-515E4E5CF7DF}" destId="{38BCF65B-084A-4771-B96F-3CCCA9429EA6}" srcOrd="1" destOrd="0" presId="urn:microsoft.com/office/officeart/2005/8/layout/orgChart1"/>
    <dgm:cxn modelId="{433A4E0C-75AD-4DD9-B572-60F49E4A448F}" type="presParOf" srcId="{38BCF65B-084A-4771-B96F-3CCCA9429EA6}" destId="{73E2BB6B-D08D-42F5-AF06-3818387166A8}" srcOrd="0" destOrd="0" presId="urn:microsoft.com/office/officeart/2005/8/layout/orgChart1"/>
    <dgm:cxn modelId="{0FA9DCA4-9171-416C-AA18-F73577E291EA}" type="presParOf" srcId="{73E2BB6B-D08D-42F5-AF06-3818387166A8}" destId="{86EFB004-9E1C-4097-9FB3-6B1DDCBA02FF}" srcOrd="0" destOrd="0" presId="urn:microsoft.com/office/officeart/2005/8/layout/orgChart1"/>
    <dgm:cxn modelId="{FAB74112-AFA7-4EA4-87BF-89A43DD140A7}" type="presParOf" srcId="{73E2BB6B-D08D-42F5-AF06-3818387166A8}" destId="{C8D05FD6-0954-41E3-981E-F4326C14C50B}" srcOrd="1" destOrd="0" presId="urn:microsoft.com/office/officeart/2005/8/layout/orgChart1"/>
    <dgm:cxn modelId="{55026207-ECD0-4DC5-9208-DE178726DE73}" type="presParOf" srcId="{38BCF65B-084A-4771-B96F-3CCCA9429EA6}" destId="{0EF1F98D-4917-4AB9-85AB-C3753F047001}" srcOrd="1" destOrd="0" presId="urn:microsoft.com/office/officeart/2005/8/layout/orgChart1"/>
    <dgm:cxn modelId="{67AA8BBE-AECE-44D6-90A9-31AEEA531A25}" type="presParOf" srcId="{38BCF65B-084A-4771-B96F-3CCCA9429EA6}" destId="{5D56D459-5BF3-403A-921B-5BD51D794BCB}" srcOrd="2" destOrd="0" presId="urn:microsoft.com/office/officeart/2005/8/layout/orgChart1"/>
    <dgm:cxn modelId="{EA614975-B39C-4C51-BFF9-3748456AF97F}" type="presParOf" srcId="{E9B8BE45-5820-4E62-AB91-515E4E5CF7DF}" destId="{190DE24B-EC12-4ABA-B3DC-4BF0DF8A23A0}" srcOrd="2" destOrd="0" presId="urn:microsoft.com/office/officeart/2005/8/layout/orgChart1"/>
    <dgm:cxn modelId="{8D5304F1-1675-4660-92B5-CFF4A502BA26}" type="presParOf" srcId="{E9B8BE45-5820-4E62-AB91-515E4E5CF7DF}" destId="{1D14AE96-E30F-42A8-9676-45C8C0C3700A}" srcOrd="3" destOrd="0" presId="urn:microsoft.com/office/officeart/2005/8/layout/orgChart1"/>
    <dgm:cxn modelId="{EACE7F37-8289-448A-B573-886900AA2F34}" type="presParOf" srcId="{1D14AE96-E30F-42A8-9676-45C8C0C3700A}" destId="{9B2332B6-76AC-4C2B-A929-9388673814B1}" srcOrd="0" destOrd="0" presId="urn:microsoft.com/office/officeart/2005/8/layout/orgChart1"/>
    <dgm:cxn modelId="{D7F67A06-FD15-494A-A5EC-934DBF012CCB}" type="presParOf" srcId="{9B2332B6-76AC-4C2B-A929-9388673814B1}" destId="{EDCDD078-7D7C-4CFC-B238-B241E7396291}" srcOrd="0" destOrd="0" presId="urn:microsoft.com/office/officeart/2005/8/layout/orgChart1"/>
    <dgm:cxn modelId="{BDC84B22-E67E-43B2-A005-D7096CF391DF}" type="presParOf" srcId="{9B2332B6-76AC-4C2B-A929-9388673814B1}" destId="{4C3F7174-F464-4E1F-BEF5-0135535A5468}" srcOrd="1" destOrd="0" presId="urn:microsoft.com/office/officeart/2005/8/layout/orgChart1"/>
    <dgm:cxn modelId="{7EE20901-E864-4F83-B1F6-B5D89051EE9E}" type="presParOf" srcId="{1D14AE96-E30F-42A8-9676-45C8C0C3700A}" destId="{7EF53414-5DE2-4D63-9354-13C73AC4629B}" srcOrd="1" destOrd="0" presId="urn:microsoft.com/office/officeart/2005/8/layout/orgChart1"/>
    <dgm:cxn modelId="{10675160-F6D4-4F9D-9412-97B48BBD37CF}" type="presParOf" srcId="{1D14AE96-E30F-42A8-9676-45C8C0C3700A}" destId="{46F1A13A-EE67-46EA-BA83-33DAAFC75E00}" srcOrd="2" destOrd="0" presId="urn:microsoft.com/office/officeart/2005/8/layout/orgChart1"/>
    <dgm:cxn modelId="{E7E5DC18-6386-4118-9922-6D40273E3076}" type="presParOf" srcId="{E7ED4996-793B-47EC-A129-99D6E92A1FA7}" destId="{0754284F-4B5A-4364-9674-1DB788CCDD82}" srcOrd="2" destOrd="0" presId="urn:microsoft.com/office/officeart/2005/8/layout/orgChart1"/>
    <dgm:cxn modelId="{2D6C857D-AF31-4BDF-9DF3-B16B1A8C50BE}" type="presParOf" srcId="{275253FF-CB68-4DC5-B5A3-CCBDFBBADBFB}" destId="{990B3A68-CACA-4771-9C32-7C477E15FEB6}" srcOrd="2" destOrd="0" presId="urn:microsoft.com/office/officeart/2005/8/layout/orgChart1"/>
    <dgm:cxn modelId="{8F185FDA-64CB-4897-B0D4-2736179ACA10}" type="presParOf" srcId="{275253FF-CB68-4DC5-B5A3-CCBDFBBADBFB}" destId="{818E1803-883B-44AA-AA86-D3BA2E0FEC50}" srcOrd="3" destOrd="0" presId="urn:microsoft.com/office/officeart/2005/8/layout/orgChart1"/>
    <dgm:cxn modelId="{27791FB7-D1D3-4795-ACD4-50529E17AB90}" type="presParOf" srcId="{818E1803-883B-44AA-AA86-D3BA2E0FEC50}" destId="{A6DCF14F-6861-4B48-BA18-32D98534EFAF}" srcOrd="0" destOrd="0" presId="urn:microsoft.com/office/officeart/2005/8/layout/orgChart1"/>
    <dgm:cxn modelId="{DB2EE184-F2AE-42CB-AC05-61F2285B3C6C}" type="presParOf" srcId="{A6DCF14F-6861-4B48-BA18-32D98534EFAF}" destId="{224B73B3-F153-4EA2-9E90-0A2B5CE1CE71}" srcOrd="0" destOrd="0" presId="urn:microsoft.com/office/officeart/2005/8/layout/orgChart1"/>
    <dgm:cxn modelId="{DE9EE5E8-20EA-4640-A9FA-AD23DA81D5B8}" type="presParOf" srcId="{A6DCF14F-6861-4B48-BA18-32D98534EFAF}" destId="{62FB21EA-14E3-46B0-A83B-4719FCE80413}" srcOrd="1" destOrd="0" presId="urn:microsoft.com/office/officeart/2005/8/layout/orgChart1"/>
    <dgm:cxn modelId="{A096408A-D256-4879-BE86-F25BBAB7A4B7}" type="presParOf" srcId="{818E1803-883B-44AA-AA86-D3BA2E0FEC50}" destId="{142696A2-E4D8-4082-8CEB-EBC2660F94B9}" srcOrd="1" destOrd="0" presId="urn:microsoft.com/office/officeart/2005/8/layout/orgChart1"/>
    <dgm:cxn modelId="{91827798-029D-4CE3-910B-4C1E1A26F366}" type="presParOf" srcId="{142696A2-E4D8-4082-8CEB-EBC2660F94B9}" destId="{8002B18D-1F25-4F2D-85FC-27FA4B47FFC5}" srcOrd="0" destOrd="0" presId="urn:microsoft.com/office/officeart/2005/8/layout/orgChart1"/>
    <dgm:cxn modelId="{BFE4ACFC-BE62-4CF0-A140-1799980A55A0}" type="presParOf" srcId="{142696A2-E4D8-4082-8CEB-EBC2660F94B9}" destId="{B082909F-13D9-4582-A83B-775BF9F5C694}" srcOrd="1" destOrd="0" presId="urn:microsoft.com/office/officeart/2005/8/layout/orgChart1"/>
    <dgm:cxn modelId="{81010A3C-3D47-485C-BBAE-9E1D12C44704}" type="presParOf" srcId="{B082909F-13D9-4582-A83B-775BF9F5C694}" destId="{8ED9054B-07CD-45C7-9016-8A8BB54B0A0A}" srcOrd="0" destOrd="0" presId="urn:microsoft.com/office/officeart/2005/8/layout/orgChart1"/>
    <dgm:cxn modelId="{A09534F4-1D5E-4DBA-B806-CD0FB3FFFA9A}" type="presParOf" srcId="{8ED9054B-07CD-45C7-9016-8A8BB54B0A0A}" destId="{C3F2E8B3-A89E-43C3-B3D7-7E1D575E91B3}" srcOrd="0" destOrd="0" presId="urn:microsoft.com/office/officeart/2005/8/layout/orgChart1"/>
    <dgm:cxn modelId="{8405F969-1295-4409-8921-3ED53AF93A6A}" type="presParOf" srcId="{8ED9054B-07CD-45C7-9016-8A8BB54B0A0A}" destId="{0A97477F-58CD-4517-8786-C5CD0269DF98}" srcOrd="1" destOrd="0" presId="urn:microsoft.com/office/officeart/2005/8/layout/orgChart1"/>
    <dgm:cxn modelId="{EDF68C18-3D0B-4BDC-B17E-E581CD568A86}" type="presParOf" srcId="{B082909F-13D9-4582-A83B-775BF9F5C694}" destId="{C46F66D3-9C9D-467F-8E5C-86C85B4EE518}" srcOrd="1" destOrd="0" presId="urn:microsoft.com/office/officeart/2005/8/layout/orgChart1"/>
    <dgm:cxn modelId="{11F086C6-D6FE-473C-8ADD-53E6CE51F9DC}" type="presParOf" srcId="{B082909F-13D9-4582-A83B-775BF9F5C694}" destId="{78CD135D-8A82-4DEE-B98D-E1CCF6A0451A}" srcOrd="2" destOrd="0" presId="urn:microsoft.com/office/officeart/2005/8/layout/orgChart1"/>
    <dgm:cxn modelId="{24D0ED48-3028-48A6-9F78-0960F1D8848D}" type="presParOf" srcId="{142696A2-E4D8-4082-8CEB-EBC2660F94B9}" destId="{07EDC052-51DA-4C72-8B86-B852E9769632}" srcOrd="2" destOrd="0" presId="urn:microsoft.com/office/officeart/2005/8/layout/orgChart1"/>
    <dgm:cxn modelId="{50D1E2F1-0138-46EF-B21E-133B89C98CB8}" type="presParOf" srcId="{142696A2-E4D8-4082-8CEB-EBC2660F94B9}" destId="{DD2A89CD-1E8B-4AC6-81ED-A8240DDA01BC}" srcOrd="3" destOrd="0" presId="urn:microsoft.com/office/officeart/2005/8/layout/orgChart1"/>
    <dgm:cxn modelId="{91854568-6E4C-42D6-9E9C-E77BCADF3BEB}" type="presParOf" srcId="{DD2A89CD-1E8B-4AC6-81ED-A8240DDA01BC}" destId="{688BE5C9-0E9F-49C6-9556-6EF121B5B624}" srcOrd="0" destOrd="0" presId="urn:microsoft.com/office/officeart/2005/8/layout/orgChart1"/>
    <dgm:cxn modelId="{9E6C43AC-912E-4620-9E59-0FA3E0F92530}" type="presParOf" srcId="{688BE5C9-0E9F-49C6-9556-6EF121B5B624}" destId="{F4324A06-5342-47ED-A7E1-5C5972038FE8}" srcOrd="0" destOrd="0" presId="urn:microsoft.com/office/officeart/2005/8/layout/orgChart1"/>
    <dgm:cxn modelId="{382F92E2-5846-4EE2-8C65-643495842189}" type="presParOf" srcId="{688BE5C9-0E9F-49C6-9556-6EF121B5B624}" destId="{99F500CE-9C14-4E14-82F6-6D6A16108664}" srcOrd="1" destOrd="0" presId="urn:microsoft.com/office/officeart/2005/8/layout/orgChart1"/>
    <dgm:cxn modelId="{1904384F-CE2B-4FAE-B776-A5EB678424DD}" type="presParOf" srcId="{DD2A89CD-1E8B-4AC6-81ED-A8240DDA01BC}" destId="{1BDCC9B9-6674-4460-BF5D-716B613B1BE1}" srcOrd="1" destOrd="0" presId="urn:microsoft.com/office/officeart/2005/8/layout/orgChart1"/>
    <dgm:cxn modelId="{01E11EF5-F227-4FDE-A530-3CB982B28E2E}" type="presParOf" srcId="{DD2A89CD-1E8B-4AC6-81ED-A8240DDA01BC}" destId="{FBE0F610-446D-4EAB-92C6-CBFE27658FF2}" srcOrd="2" destOrd="0" presId="urn:microsoft.com/office/officeart/2005/8/layout/orgChart1"/>
    <dgm:cxn modelId="{89FA6543-8B2D-4481-A0A2-DCEAAE53860D}" type="presParOf" srcId="{818E1803-883B-44AA-AA86-D3BA2E0FEC50}" destId="{BEC64C84-7AB7-4C92-92DA-76C52083915D}" srcOrd="2" destOrd="0" presId="urn:microsoft.com/office/officeart/2005/8/layout/orgChart1"/>
    <dgm:cxn modelId="{48C72EEB-3C6B-4DE2-B330-54D39A907599}" type="presParOf" srcId="{62167CAD-B01E-4FFD-B381-65F75A691D93}" destId="{70ADC0E4-7363-4EFF-8547-FE8C976DFBE7}" srcOrd="2" destOrd="0" presId="urn:microsoft.com/office/officeart/2005/8/layout/orgChart1"/>
    <dgm:cxn modelId="{6D0819D2-0582-49D4-B04A-D963A4DD911D}" type="presParOf" srcId="{372D7B91-CC18-4039-A0D7-3231B49289B0}" destId="{AB097BCD-CDD8-4CD9-A0A8-E5EA17E266FF}" srcOrd="2" destOrd="0" presId="urn:microsoft.com/office/officeart/2005/8/layout/orgChart1"/>
    <dgm:cxn modelId="{04B62BD1-D389-4245-9457-50E7B1547BDE}" type="presParOf" srcId="{372D7B91-CC18-4039-A0D7-3231B49289B0}" destId="{485BA730-40F6-438A-9FBD-665DB290B508}" srcOrd="3" destOrd="0" presId="urn:microsoft.com/office/officeart/2005/8/layout/orgChart1"/>
    <dgm:cxn modelId="{F3D15698-E9B2-456D-8122-53C235D8D1F1}" type="presParOf" srcId="{485BA730-40F6-438A-9FBD-665DB290B508}" destId="{ACBC857F-6DD4-4E0C-9502-82573B85B2D0}" srcOrd="0" destOrd="0" presId="urn:microsoft.com/office/officeart/2005/8/layout/orgChart1"/>
    <dgm:cxn modelId="{CFA6A6F5-7838-4A36-A892-F9429C215805}" type="presParOf" srcId="{ACBC857F-6DD4-4E0C-9502-82573B85B2D0}" destId="{20685906-0927-4727-AA90-33159CF6592F}" srcOrd="0" destOrd="0" presId="urn:microsoft.com/office/officeart/2005/8/layout/orgChart1"/>
    <dgm:cxn modelId="{80B6BDAF-183D-4300-B370-FE2DF0683C69}" type="presParOf" srcId="{ACBC857F-6DD4-4E0C-9502-82573B85B2D0}" destId="{AAE4BC04-03F9-4A44-A989-7934BAC44B5F}" srcOrd="1" destOrd="0" presId="urn:microsoft.com/office/officeart/2005/8/layout/orgChart1"/>
    <dgm:cxn modelId="{110444F4-A237-477D-8163-5464970C8038}" type="presParOf" srcId="{485BA730-40F6-438A-9FBD-665DB290B508}" destId="{7D0B2C46-D4F1-4277-9D01-3BCA0EAE5C10}" srcOrd="1" destOrd="0" presId="urn:microsoft.com/office/officeart/2005/8/layout/orgChart1"/>
    <dgm:cxn modelId="{C828DBC7-FF4B-445A-ABBB-22AA17115310}" type="presParOf" srcId="{7D0B2C46-D4F1-4277-9D01-3BCA0EAE5C10}" destId="{770D606C-A208-4E37-9A51-DB188081944A}" srcOrd="0" destOrd="0" presId="urn:microsoft.com/office/officeart/2005/8/layout/orgChart1"/>
    <dgm:cxn modelId="{ED9D7188-463C-48FF-8AA8-2E387803F304}" type="presParOf" srcId="{7D0B2C46-D4F1-4277-9D01-3BCA0EAE5C10}" destId="{7BB9651A-1B7A-4FAB-BBAD-5CF6246B6BD0}" srcOrd="1" destOrd="0" presId="urn:microsoft.com/office/officeart/2005/8/layout/orgChart1"/>
    <dgm:cxn modelId="{37E86A3C-B706-487C-AB20-4131C9088F27}" type="presParOf" srcId="{7BB9651A-1B7A-4FAB-BBAD-5CF6246B6BD0}" destId="{194AE338-CFD1-4F64-9FE5-A27B16F24160}" srcOrd="0" destOrd="0" presId="urn:microsoft.com/office/officeart/2005/8/layout/orgChart1"/>
    <dgm:cxn modelId="{84A2461D-FBEE-435F-83A6-AD8CAA75A05B}" type="presParOf" srcId="{194AE338-CFD1-4F64-9FE5-A27B16F24160}" destId="{E3D54AE4-5357-4CBA-9A09-B317BE80618F}" srcOrd="0" destOrd="0" presId="urn:microsoft.com/office/officeart/2005/8/layout/orgChart1"/>
    <dgm:cxn modelId="{F069DA9D-D4AB-43F1-8190-4827761CEEE9}" type="presParOf" srcId="{194AE338-CFD1-4F64-9FE5-A27B16F24160}" destId="{99B2556B-EA6E-40C4-9D52-AC9138A8D828}" srcOrd="1" destOrd="0" presId="urn:microsoft.com/office/officeart/2005/8/layout/orgChart1"/>
    <dgm:cxn modelId="{84322945-B4A0-457B-B9CB-7A5DFE16FF53}" type="presParOf" srcId="{7BB9651A-1B7A-4FAB-BBAD-5CF6246B6BD0}" destId="{0C7CDEB6-F1C3-421C-A57B-3786909B0987}" srcOrd="1" destOrd="0" presId="urn:microsoft.com/office/officeart/2005/8/layout/orgChart1"/>
    <dgm:cxn modelId="{9F7C1400-90BD-437B-A72C-67F8051055FA}" type="presParOf" srcId="{0C7CDEB6-F1C3-421C-A57B-3786909B0987}" destId="{93875230-E020-47E6-BB9C-638CA03BA1C9}" srcOrd="0" destOrd="0" presId="urn:microsoft.com/office/officeart/2005/8/layout/orgChart1"/>
    <dgm:cxn modelId="{BA3D241C-68EC-4233-A673-0D9ADFFBA6AB}" type="presParOf" srcId="{0C7CDEB6-F1C3-421C-A57B-3786909B0987}" destId="{F6AEAFF6-30E3-4F83-87D2-B631B35B8866}" srcOrd="1" destOrd="0" presId="urn:microsoft.com/office/officeart/2005/8/layout/orgChart1"/>
    <dgm:cxn modelId="{DFB95978-3A24-4A70-AB1A-6141C6E6AEE0}" type="presParOf" srcId="{F6AEAFF6-30E3-4F83-87D2-B631B35B8866}" destId="{84741D08-6956-4A4D-9403-C937945AD4A2}" srcOrd="0" destOrd="0" presId="urn:microsoft.com/office/officeart/2005/8/layout/orgChart1"/>
    <dgm:cxn modelId="{F9C035AD-8778-4702-8F63-4780BB66D27E}" type="presParOf" srcId="{84741D08-6956-4A4D-9403-C937945AD4A2}" destId="{17B4360E-684F-478E-A636-81538B1465B4}" srcOrd="0" destOrd="0" presId="urn:microsoft.com/office/officeart/2005/8/layout/orgChart1"/>
    <dgm:cxn modelId="{B84E4418-5FED-4BD7-9B16-235C1ECDA603}" type="presParOf" srcId="{84741D08-6956-4A4D-9403-C937945AD4A2}" destId="{2F2834E1-51F9-4606-9374-EE6FC5A35570}" srcOrd="1" destOrd="0" presId="urn:microsoft.com/office/officeart/2005/8/layout/orgChart1"/>
    <dgm:cxn modelId="{B93D24DC-492B-4D36-80FC-4FB0E53FD990}" type="presParOf" srcId="{F6AEAFF6-30E3-4F83-87D2-B631B35B8866}" destId="{68187005-0D2A-4F80-9C7E-6ECFC54FF99C}" srcOrd="1" destOrd="0" presId="urn:microsoft.com/office/officeart/2005/8/layout/orgChart1"/>
    <dgm:cxn modelId="{64F27FEF-CFD5-4AA9-A21A-B3C6C48A0D41}" type="presParOf" srcId="{F6AEAFF6-30E3-4F83-87D2-B631B35B8866}" destId="{51B52AF1-85BE-40E5-8FA7-2858639DA98B}" srcOrd="2" destOrd="0" presId="urn:microsoft.com/office/officeart/2005/8/layout/orgChart1"/>
    <dgm:cxn modelId="{65ACCCFD-788D-4276-8CF8-DF4AC5B9630C}" type="presParOf" srcId="{0C7CDEB6-F1C3-421C-A57B-3786909B0987}" destId="{C09E6CAE-286A-4E9F-86FB-75C9BE741E33}" srcOrd="2" destOrd="0" presId="urn:microsoft.com/office/officeart/2005/8/layout/orgChart1"/>
    <dgm:cxn modelId="{31A37D02-6AF3-4827-99FC-510FE9DB7D02}" type="presParOf" srcId="{0C7CDEB6-F1C3-421C-A57B-3786909B0987}" destId="{E2CCCCA0-F74F-4076-B17C-6E3142785827}" srcOrd="3" destOrd="0" presId="urn:microsoft.com/office/officeart/2005/8/layout/orgChart1"/>
    <dgm:cxn modelId="{CC5CD9AF-8EFD-4735-AB1A-F22FF5B69371}" type="presParOf" srcId="{E2CCCCA0-F74F-4076-B17C-6E3142785827}" destId="{10B8DD36-A816-4854-9679-5660367DF319}" srcOrd="0" destOrd="0" presId="urn:microsoft.com/office/officeart/2005/8/layout/orgChart1"/>
    <dgm:cxn modelId="{20D5BC40-D213-4D0C-85EE-005BECCA59DE}" type="presParOf" srcId="{10B8DD36-A816-4854-9679-5660367DF319}" destId="{B070DC0C-FC95-4680-AE54-F9D7D93FFBB9}" srcOrd="0" destOrd="0" presId="urn:microsoft.com/office/officeart/2005/8/layout/orgChart1"/>
    <dgm:cxn modelId="{5CEF4C2C-F56A-403C-A656-856D67E57D08}" type="presParOf" srcId="{10B8DD36-A816-4854-9679-5660367DF319}" destId="{C2B33DFF-BBA7-4115-A484-3E0688BD2B19}" srcOrd="1" destOrd="0" presId="urn:microsoft.com/office/officeart/2005/8/layout/orgChart1"/>
    <dgm:cxn modelId="{8ECA4971-E72B-4149-BB85-72F0DB711E6D}" type="presParOf" srcId="{E2CCCCA0-F74F-4076-B17C-6E3142785827}" destId="{228D469B-8EFF-4057-B97A-9BD70ECC24A0}" srcOrd="1" destOrd="0" presId="urn:microsoft.com/office/officeart/2005/8/layout/orgChart1"/>
    <dgm:cxn modelId="{FE2B6213-864C-4FC2-9F40-1B754E23A783}" type="presParOf" srcId="{E2CCCCA0-F74F-4076-B17C-6E3142785827}" destId="{4FF84FBC-D284-4DD3-A6AD-1083534C1132}" srcOrd="2" destOrd="0" presId="urn:microsoft.com/office/officeart/2005/8/layout/orgChart1"/>
    <dgm:cxn modelId="{D8DDD24A-5B9A-405A-A8D1-40772E4692AC}" type="presParOf" srcId="{7BB9651A-1B7A-4FAB-BBAD-5CF6246B6BD0}" destId="{F1E52D5B-0BDD-44CD-99D5-BFC726CD05D3}" srcOrd="2" destOrd="0" presId="urn:microsoft.com/office/officeart/2005/8/layout/orgChart1"/>
    <dgm:cxn modelId="{3EF4BF53-B6D1-47CC-BEC6-99711329D293}" type="presParOf" srcId="{7D0B2C46-D4F1-4277-9D01-3BCA0EAE5C10}" destId="{AD701FBA-4FA7-44C2-8BD2-5C77B28C0598}" srcOrd="2" destOrd="0" presId="urn:microsoft.com/office/officeart/2005/8/layout/orgChart1"/>
    <dgm:cxn modelId="{673209AE-EE22-46A7-B06F-3090AD605D62}" type="presParOf" srcId="{7D0B2C46-D4F1-4277-9D01-3BCA0EAE5C10}" destId="{428071FA-A3ED-4736-8AFB-E249714FDC4E}" srcOrd="3" destOrd="0" presId="urn:microsoft.com/office/officeart/2005/8/layout/orgChart1"/>
    <dgm:cxn modelId="{0B63A0DE-0AC0-4B51-8E7B-740A8AB988C2}" type="presParOf" srcId="{428071FA-A3ED-4736-8AFB-E249714FDC4E}" destId="{849A6BDF-6200-4CB2-9DCA-41A4BA4CA935}" srcOrd="0" destOrd="0" presId="urn:microsoft.com/office/officeart/2005/8/layout/orgChart1"/>
    <dgm:cxn modelId="{CEDAC999-47B1-46BE-9AEF-5A1775206DAF}" type="presParOf" srcId="{849A6BDF-6200-4CB2-9DCA-41A4BA4CA935}" destId="{63F0F48D-BAA5-4D39-874A-5DE7D499BB2E}" srcOrd="0" destOrd="0" presId="urn:microsoft.com/office/officeart/2005/8/layout/orgChart1"/>
    <dgm:cxn modelId="{4860EB28-C74C-4E2F-A435-EB01D03659A1}" type="presParOf" srcId="{849A6BDF-6200-4CB2-9DCA-41A4BA4CA935}" destId="{016FD3E6-4BC6-45C2-B26E-1B246D8C4080}" srcOrd="1" destOrd="0" presId="urn:microsoft.com/office/officeart/2005/8/layout/orgChart1"/>
    <dgm:cxn modelId="{72F5C392-B57D-4603-9B4A-6DEE9FBD331E}" type="presParOf" srcId="{428071FA-A3ED-4736-8AFB-E249714FDC4E}" destId="{BF5EE551-203B-4CF9-B654-8D28BD636F85}" srcOrd="1" destOrd="0" presId="urn:microsoft.com/office/officeart/2005/8/layout/orgChart1"/>
    <dgm:cxn modelId="{AA15DEF8-1A07-4857-AC3B-D567ECFE76A7}" type="presParOf" srcId="{BF5EE551-203B-4CF9-B654-8D28BD636F85}" destId="{BD89FE39-F843-4360-981F-14360C63E968}" srcOrd="0" destOrd="0" presId="urn:microsoft.com/office/officeart/2005/8/layout/orgChart1"/>
    <dgm:cxn modelId="{40B290B8-1704-4DAB-8BB3-2E9B19BDA9E1}" type="presParOf" srcId="{BF5EE551-203B-4CF9-B654-8D28BD636F85}" destId="{E0722A4F-C811-40B6-80E0-1597157BF1E9}" srcOrd="1" destOrd="0" presId="urn:microsoft.com/office/officeart/2005/8/layout/orgChart1"/>
    <dgm:cxn modelId="{A0EB4D66-E087-41DF-95C0-A79647737EFD}" type="presParOf" srcId="{E0722A4F-C811-40B6-80E0-1597157BF1E9}" destId="{4C11098A-C650-4A54-B6CD-1DA4A1EB67B8}" srcOrd="0" destOrd="0" presId="urn:microsoft.com/office/officeart/2005/8/layout/orgChart1"/>
    <dgm:cxn modelId="{CA2711DF-4EC5-45E3-BE63-B5D9F8A1089F}" type="presParOf" srcId="{4C11098A-C650-4A54-B6CD-1DA4A1EB67B8}" destId="{41DB9B04-FF09-4903-9EEC-FA7C913FAFA8}" srcOrd="0" destOrd="0" presId="urn:microsoft.com/office/officeart/2005/8/layout/orgChart1"/>
    <dgm:cxn modelId="{136EC8C5-EA2C-4899-9477-8525B85A4D05}" type="presParOf" srcId="{4C11098A-C650-4A54-B6CD-1DA4A1EB67B8}" destId="{FC345ADD-0F10-4E3B-9178-860854CBC9E7}" srcOrd="1" destOrd="0" presId="urn:microsoft.com/office/officeart/2005/8/layout/orgChart1"/>
    <dgm:cxn modelId="{E3725CA4-7BF9-42E9-98A6-71D4FE6EE16E}" type="presParOf" srcId="{E0722A4F-C811-40B6-80E0-1597157BF1E9}" destId="{9C0752C8-5CA5-4F8B-8C24-F8CAECC95EB3}" srcOrd="1" destOrd="0" presId="urn:microsoft.com/office/officeart/2005/8/layout/orgChart1"/>
    <dgm:cxn modelId="{8087674C-DFAB-4BA2-8295-9F70254ED4A2}" type="presParOf" srcId="{E0722A4F-C811-40B6-80E0-1597157BF1E9}" destId="{6764C019-A118-4499-807A-4BCAFCD572E0}" srcOrd="2" destOrd="0" presId="urn:microsoft.com/office/officeart/2005/8/layout/orgChart1"/>
    <dgm:cxn modelId="{77F39DD7-99EC-49A5-BFD0-6C89938D0F32}" type="presParOf" srcId="{BF5EE551-203B-4CF9-B654-8D28BD636F85}" destId="{5BEB3D4A-CEC7-435C-A9BD-8AAAAFBC7DF8}" srcOrd="2" destOrd="0" presId="urn:microsoft.com/office/officeart/2005/8/layout/orgChart1"/>
    <dgm:cxn modelId="{D6C80D93-0847-4581-AA8A-BC0CE39A2BE9}" type="presParOf" srcId="{BF5EE551-203B-4CF9-B654-8D28BD636F85}" destId="{B6DE903C-D217-402B-AB39-5C531F5DD610}" srcOrd="3" destOrd="0" presId="urn:microsoft.com/office/officeart/2005/8/layout/orgChart1"/>
    <dgm:cxn modelId="{890C5F34-C520-4E83-9881-82D72D224624}" type="presParOf" srcId="{B6DE903C-D217-402B-AB39-5C531F5DD610}" destId="{3CB6FB56-980D-4B1F-B26A-1D03154C9980}" srcOrd="0" destOrd="0" presId="urn:microsoft.com/office/officeart/2005/8/layout/orgChart1"/>
    <dgm:cxn modelId="{0C161642-6603-41CE-AA27-01FB3B2C1015}" type="presParOf" srcId="{3CB6FB56-980D-4B1F-B26A-1D03154C9980}" destId="{31645EC6-F1B4-4D35-B9F2-7477956CD06D}" srcOrd="0" destOrd="0" presId="urn:microsoft.com/office/officeart/2005/8/layout/orgChart1"/>
    <dgm:cxn modelId="{31A20E29-3BE7-4E94-9DB6-D1AAA90A1867}" type="presParOf" srcId="{3CB6FB56-980D-4B1F-B26A-1D03154C9980}" destId="{25198D12-9267-45B4-B77A-8D2776C0EA31}" srcOrd="1" destOrd="0" presId="urn:microsoft.com/office/officeart/2005/8/layout/orgChart1"/>
    <dgm:cxn modelId="{940CC2AC-879B-4764-909A-FD5D15A07DCF}" type="presParOf" srcId="{B6DE903C-D217-402B-AB39-5C531F5DD610}" destId="{A0318099-A2ED-4475-B842-41B19E3533D9}" srcOrd="1" destOrd="0" presId="urn:microsoft.com/office/officeart/2005/8/layout/orgChart1"/>
    <dgm:cxn modelId="{50BF7F50-7C37-4433-BD1B-79B8FCA924E4}" type="presParOf" srcId="{B6DE903C-D217-402B-AB39-5C531F5DD610}" destId="{8C4E6931-9BB4-4890-BD3C-D28BE101291C}" srcOrd="2" destOrd="0" presId="urn:microsoft.com/office/officeart/2005/8/layout/orgChart1"/>
    <dgm:cxn modelId="{75A5B125-6E3C-4503-B418-2D8EE2BA4833}" type="presParOf" srcId="{428071FA-A3ED-4736-8AFB-E249714FDC4E}" destId="{16F60A7C-45B2-4E2B-9F65-36120231C8A8}" srcOrd="2" destOrd="0" presId="urn:microsoft.com/office/officeart/2005/8/layout/orgChart1"/>
    <dgm:cxn modelId="{A0151DCF-6D52-4EAE-A8A6-DB3F1E9D0F84}" type="presParOf" srcId="{485BA730-40F6-438A-9FBD-665DB290B508}" destId="{F6EDA9D3-898B-4FAC-941F-BF536C5EC03F}" srcOrd="2" destOrd="0" presId="urn:microsoft.com/office/officeart/2005/8/layout/orgChart1"/>
    <dgm:cxn modelId="{450DE6B0-344B-481D-A771-6CE2F9CF9402}" type="presParOf" srcId="{456DB968-E509-4B63-BEAF-15F6DE343F4A}" destId="{D6E5824F-58F0-4AA6-808E-A8C3310F7578}" srcOrd="2" destOrd="0" presId="urn:microsoft.com/office/officeart/2005/8/layout/orgChart1"/>
    <dgm:cxn modelId="{F235419D-3281-46A0-8150-CB612C4FFA81}" type="presParOf" srcId="{B89E2C89-7BE9-403B-8B90-F193D127B70B}" destId="{A832D17B-06C0-447E-ACFE-57D65379358B}" srcOrd="2" destOrd="0" presId="urn:microsoft.com/office/officeart/2005/8/layout/orgChart1"/>
    <dgm:cxn modelId="{18512CCC-6D77-429D-9F88-C4BE23FBAD33}" type="presParOf" srcId="{B89E2C89-7BE9-403B-8B90-F193D127B70B}" destId="{2CDC4924-30CB-4F69-A74C-DA930E5C7EEB}" srcOrd="3" destOrd="0" presId="urn:microsoft.com/office/officeart/2005/8/layout/orgChart1"/>
    <dgm:cxn modelId="{D7D31EAA-A28E-4626-8A13-EAC27F648AF2}" type="presParOf" srcId="{2CDC4924-30CB-4F69-A74C-DA930E5C7EEB}" destId="{84AFDAF2-DBB0-4D59-8204-B4F22B19AC9C}" srcOrd="0" destOrd="0" presId="urn:microsoft.com/office/officeart/2005/8/layout/orgChart1"/>
    <dgm:cxn modelId="{5E8B1DD6-CBDC-4898-9E4D-114280318BC8}" type="presParOf" srcId="{84AFDAF2-DBB0-4D59-8204-B4F22B19AC9C}" destId="{32BB45B7-CBCB-4518-BBE4-C7515709EB2F}" srcOrd="0" destOrd="0" presId="urn:microsoft.com/office/officeart/2005/8/layout/orgChart1"/>
    <dgm:cxn modelId="{55306E0A-9A70-4517-9AB6-95EFBB569D26}" type="presParOf" srcId="{84AFDAF2-DBB0-4D59-8204-B4F22B19AC9C}" destId="{9A33180D-0736-4335-AE43-646444544531}" srcOrd="1" destOrd="0" presId="urn:microsoft.com/office/officeart/2005/8/layout/orgChart1"/>
    <dgm:cxn modelId="{5398C92C-1B86-461A-B350-D0AAAA824AF2}" type="presParOf" srcId="{2CDC4924-30CB-4F69-A74C-DA930E5C7EEB}" destId="{BAB915C5-897B-413C-A22B-08C4BD49A948}" srcOrd="1" destOrd="0" presId="urn:microsoft.com/office/officeart/2005/8/layout/orgChart1"/>
    <dgm:cxn modelId="{8D0957DC-1CE5-48CB-B695-99B46C7AC28F}" type="presParOf" srcId="{BAB915C5-897B-413C-A22B-08C4BD49A948}" destId="{715BD821-A126-4F49-81ED-975D5DF50A92}" srcOrd="0" destOrd="0" presId="urn:microsoft.com/office/officeart/2005/8/layout/orgChart1"/>
    <dgm:cxn modelId="{2135B177-55FF-434A-B010-618A87BFAA1F}" type="presParOf" srcId="{BAB915C5-897B-413C-A22B-08C4BD49A948}" destId="{DFB876A4-E0F1-46B7-8BD4-383FB16614E3}" srcOrd="1" destOrd="0" presId="urn:microsoft.com/office/officeart/2005/8/layout/orgChart1"/>
    <dgm:cxn modelId="{5A4836EC-8D81-4111-A56A-D11DD119DCD4}" type="presParOf" srcId="{DFB876A4-E0F1-46B7-8BD4-383FB16614E3}" destId="{0B35A548-039E-4402-BA1F-A3C36545C658}" srcOrd="0" destOrd="0" presId="urn:microsoft.com/office/officeart/2005/8/layout/orgChart1"/>
    <dgm:cxn modelId="{1A13AC04-91C6-4EA1-9236-EC155E2DD7CB}" type="presParOf" srcId="{0B35A548-039E-4402-BA1F-A3C36545C658}" destId="{C350A76F-7E2E-4ADA-A345-3F2F8F733AF3}" srcOrd="0" destOrd="0" presId="urn:microsoft.com/office/officeart/2005/8/layout/orgChart1"/>
    <dgm:cxn modelId="{E30B6789-B9C0-45C0-9B32-572D3F9FAA5B}" type="presParOf" srcId="{0B35A548-039E-4402-BA1F-A3C36545C658}" destId="{AB62C54D-EF3E-4E03-A205-C792EB3298EF}" srcOrd="1" destOrd="0" presId="urn:microsoft.com/office/officeart/2005/8/layout/orgChart1"/>
    <dgm:cxn modelId="{21E9E777-EB26-4550-8418-0CD1501EF238}" type="presParOf" srcId="{DFB876A4-E0F1-46B7-8BD4-383FB16614E3}" destId="{2B772CF7-B37E-4B4F-B6EF-34A401AF8936}" srcOrd="1" destOrd="0" presId="urn:microsoft.com/office/officeart/2005/8/layout/orgChart1"/>
    <dgm:cxn modelId="{CE55BC09-A7D5-4E33-AF31-F1920440AEC0}" type="presParOf" srcId="{2B772CF7-B37E-4B4F-B6EF-34A401AF8936}" destId="{121111DD-7861-466E-A9D4-4A3EAA2751A2}" srcOrd="0" destOrd="0" presId="urn:microsoft.com/office/officeart/2005/8/layout/orgChart1"/>
    <dgm:cxn modelId="{E6991861-2BD9-4ED1-A830-2B275C995CE7}" type="presParOf" srcId="{2B772CF7-B37E-4B4F-B6EF-34A401AF8936}" destId="{12132D79-058B-472C-B998-750CA185DF26}" srcOrd="1" destOrd="0" presId="urn:microsoft.com/office/officeart/2005/8/layout/orgChart1"/>
    <dgm:cxn modelId="{794BDEA0-373B-4130-BBDE-1A3CBCCB845A}" type="presParOf" srcId="{12132D79-058B-472C-B998-750CA185DF26}" destId="{6F9163CC-B1A9-4620-A636-D14BB0258AE6}" srcOrd="0" destOrd="0" presId="urn:microsoft.com/office/officeart/2005/8/layout/orgChart1"/>
    <dgm:cxn modelId="{ED58F716-31B5-4EF5-BC19-A2E96A0DF7D6}" type="presParOf" srcId="{6F9163CC-B1A9-4620-A636-D14BB0258AE6}" destId="{C82F0FAC-58C4-4810-A1B1-EDA5156E8E08}" srcOrd="0" destOrd="0" presId="urn:microsoft.com/office/officeart/2005/8/layout/orgChart1"/>
    <dgm:cxn modelId="{EAD12D8A-BCDE-4BE7-90C6-0E0100303E88}" type="presParOf" srcId="{6F9163CC-B1A9-4620-A636-D14BB0258AE6}" destId="{6C6DCA7E-E199-4043-A3E3-B028BA83F44D}" srcOrd="1" destOrd="0" presId="urn:microsoft.com/office/officeart/2005/8/layout/orgChart1"/>
    <dgm:cxn modelId="{48A0DD92-FE4F-488D-AC74-AA88B13393BA}" type="presParOf" srcId="{12132D79-058B-472C-B998-750CA185DF26}" destId="{D79B4C21-20CD-41B3-89F9-A0C5C28AD49A}" srcOrd="1" destOrd="0" presId="urn:microsoft.com/office/officeart/2005/8/layout/orgChart1"/>
    <dgm:cxn modelId="{1899F2EF-2CC2-49B5-8907-1289F60AFD87}" type="presParOf" srcId="{D79B4C21-20CD-41B3-89F9-A0C5C28AD49A}" destId="{F05BB570-C14F-448F-A497-08653C4DDF07}" srcOrd="0" destOrd="0" presId="urn:microsoft.com/office/officeart/2005/8/layout/orgChart1"/>
    <dgm:cxn modelId="{AA24C84B-A89D-4293-9A69-6564955A8A8E}" type="presParOf" srcId="{D79B4C21-20CD-41B3-89F9-A0C5C28AD49A}" destId="{FB41FD83-D895-46A8-8F4F-90BB84E7DD08}" srcOrd="1" destOrd="0" presId="urn:microsoft.com/office/officeart/2005/8/layout/orgChart1"/>
    <dgm:cxn modelId="{2E338F69-BF4F-4575-A73F-FF161652E84F}" type="presParOf" srcId="{FB41FD83-D895-46A8-8F4F-90BB84E7DD08}" destId="{932EBE2B-D8D9-4F6F-BAB9-745B3452B2A9}" srcOrd="0" destOrd="0" presId="urn:microsoft.com/office/officeart/2005/8/layout/orgChart1"/>
    <dgm:cxn modelId="{81AE370E-E9EB-44CE-BC8A-67E8C6F55F91}" type="presParOf" srcId="{932EBE2B-D8D9-4F6F-BAB9-745B3452B2A9}" destId="{E9104875-515E-4449-9E96-8C21191FF9AA}" srcOrd="0" destOrd="0" presId="urn:microsoft.com/office/officeart/2005/8/layout/orgChart1"/>
    <dgm:cxn modelId="{81595EA6-DFDA-40B5-9DE0-27749242F3FD}" type="presParOf" srcId="{932EBE2B-D8D9-4F6F-BAB9-745B3452B2A9}" destId="{38CBFE26-58FD-4D2D-8347-4049FB7D93F5}" srcOrd="1" destOrd="0" presId="urn:microsoft.com/office/officeart/2005/8/layout/orgChart1"/>
    <dgm:cxn modelId="{89B1C91B-D841-46ED-8E31-331A26C5E031}" type="presParOf" srcId="{FB41FD83-D895-46A8-8F4F-90BB84E7DD08}" destId="{E7383888-10AE-4D30-9973-CC904591A11B}" srcOrd="1" destOrd="0" presId="urn:microsoft.com/office/officeart/2005/8/layout/orgChart1"/>
    <dgm:cxn modelId="{63350A0F-0DDB-409E-B1A6-90A995456CBF}" type="presParOf" srcId="{FB41FD83-D895-46A8-8F4F-90BB84E7DD08}" destId="{8A56DB62-6C32-4EBC-BA2A-8A566437619B}" srcOrd="2" destOrd="0" presId="urn:microsoft.com/office/officeart/2005/8/layout/orgChart1"/>
    <dgm:cxn modelId="{43374160-C3FC-4DDB-B348-2E98E7D36C7B}" type="presParOf" srcId="{D79B4C21-20CD-41B3-89F9-A0C5C28AD49A}" destId="{7815F976-AE86-415B-AF75-6D298090D0EF}" srcOrd="2" destOrd="0" presId="urn:microsoft.com/office/officeart/2005/8/layout/orgChart1"/>
    <dgm:cxn modelId="{FD15B8E4-C48C-4D86-970E-2964E7F82C02}" type="presParOf" srcId="{D79B4C21-20CD-41B3-89F9-A0C5C28AD49A}" destId="{61E28989-E9A7-4C00-968B-107A707B83CF}" srcOrd="3" destOrd="0" presId="urn:microsoft.com/office/officeart/2005/8/layout/orgChart1"/>
    <dgm:cxn modelId="{B164862C-6E7C-45DA-94F8-23C3F6DE3F7A}" type="presParOf" srcId="{61E28989-E9A7-4C00-968B-107A707B83CF}" destId="{3065DE0D-2436-4529-BA03-09401C126EA5}" srcOrd="0" destOrd="0" presId="urn:microsoft.com/office/officeart/2005/8/layout/orgChart1"/>
    <dgm:cxn modelId="{D91BD267-E898-4535-9E77-7C5F6190BDF3}" type="presParOf" srcId="{3065DE0D-2436-4529-BA03-09401C126EA5}" destId="{B552BF38-60B2-47B7-98C7-AB1C00C99BA1}" srcOrd="0" destOrd="0" presId="urn:microsoft.com/office/officeart/2005/8/layout/orgChart1"/>
    <dgm:cxn modelId="{5410B42B-B69A-49BC-AB51-BC49BE59C176}" type="presParOf" srcId="{3065DE0D-2436-4529-BA03-09401C126EA5}" destId="{D6FEFBD0-DEA6-4113-9FC2-F60C7A0D492F}" srcOrd="1" destOrd="0" presId="urn:microsoft.com/office/officeart/2005/8/layout/orgChart1"/>
    <dgm:cxn modelId="{E2F74954-CE35-480A-B75F-C777E31F8CD1}" type="presParOf" srcId="{61E28989-E9A7-4C00-968B-107A707B83CF}" destId="{FA0EE066-BF29-4B7C-A502-E347722E694D}" srcOrd="1" destOrd="0" presId="urn:microsoft.com/office/officeart/2005/8/layout/orgChart1"/>
    <dgm:cxn modelId="{760AE121-0718-44F8-B9FC-E2BF279EBAEC}" type="presParOf" srcId="{61E28989-E9A7-4C00-968B-107A707B83CF}" destId="{C5B7B3BD-5443-4F70-8A52-86420D685501}" srcOrd="2" destOrd="0" presId="urn:microsoft.com/office/officeart/2005/8/layout/orgChart1"/>
    <dgm:cxn modelId="{FB870611-77EB-4920-8655-82CA229BEA92}" type="presParOf" srcId="{12132D79-058B-472C-B998-750CA185DF26}" destId="{A0BEC3A7-0E15-4CB9-B728-18B7BE1D3E7A}" srcOrd="2" destOrd="0" presId="urn:microsoft.com/office/officeart/2005/8/layout/orgChart1"/>
    <dgm:cxn modelId="{190FEDBF-2678-4713-98C7-2485F98F85D2}" type="presParOf" srcId="{2B772CF7-B37E-4B4F-B6EF-34A401AF8936}" destId="{E380B7D2-8F7F-427A-9D6B-7759E811338C}" srcOrd="2" destOrd="0" presId="urn:microsoft.com/office/officeart/2005/8/layout/orgChart1"/>
    <dgm:cxn modelId="{0AF0737B-4360-41B4-8912-F1F2B6CE1F2C}" type="presParOf" srcId="{2B772CF7-B37E-4B4F-B6EF-34A401AF8936}" destId="{1C0D06F3-16B2-4542-A7E3-17B8EE49F1AD}" srcOrd="3" destOrd="0" presId="urn:microsoft.com/office/officeart/2005/8/layout/orgChart1"/>
    <dgm:cxn modelId="{7A985F44-B377-4FFB-8222-63D36166BA49}" type="presParOf" srcId="{1C0D06F3-16B2-4542-A7E3-17B8EE49F1AD}" destId="{65B1B26F-D0A9-4127-A39A-58C856D50560}" srcOrd="0" destOrd="0" presId="urn:microsoft.com/office/officeart/2005/8/layout/orgChart1"/>
    <dgm:cxn modelId="{38C9E67C-9D4D-4EF3-B036-2687FE141BFA}" type="presParOf" srcId="{65B1B26F-D0A9-4127-A39A-58C856D50560}" destId="{9394CD65-B6F7-4AFE-8ED6-9BEDAE41F4B9}" srcOrd="0" destOrd="0" presId="urn:microsoft.com/office/officeart/2005/8/layout/orgChart1"/>
    <dgm:cxn modelId="{734EEB16-4848-424E-9303-C5490A41D2E5}" type="presParOf" srcId="{65B1B26F-D0A9-4127-A39A-58C856D50560}" destId="{91FE2E34-FFD3-4725-BA36-A4E3D0FB55B2}" srcOrd="1" destOrd="0" presId="urn:microsoft.com/office/officeart/2005/8/layout/orgChart1"/>
    <dgm:cxn modelId="{AE24A73E-01D0-4BA1-95C7-00DDF1477514}" type="presParOf" srcId="{1C0D06F3-16B2-4542-A7E3-17B8EE49F1AD}" destId="{770A4279-7684-4F52-98C7-BFDD825E3CF7}" srcOrd="1" destOrd="0" presId="urn:microsoft.com/office/officeart/2005/8/layout/orgChart1"/>
    <dgm:cxn modelId="{C4661319-7F93-4DAF-A2A9-92C4744173B4}" type="presParOf" srcId="{770A4279-7684-4F52-98C7-BFDD825E3CF7}" destId="{7595AC22-F1BB-4CBC-80AD-9F333472618A}" srcOrd="0" destOrd="0" presId="urn:microsoft.com/office/officeart/2005/8/layout/orgChart1"/>
    <dgm:cxn modelId="{4E443314-83A7-4D31-A494-F97AE792028C}" type="presParOf" srcId="{770A4279-7684-4F52-98C7-BFDD825E3CF7}" destId="{6DD0778C-B276-4CEE-8872-8EA7981DB36B}" srcOrd="1" destOrd="0" presId="urn:microsoft.com/office/officeart/2005/8/layout/orgChart1"/>
    <dgm:cxn modelId="{7746AE33-9D83-48A1-952F-01A92A559679}" type="presParOf" srcId="{6DD0778C-B276-4CEE-8872-8EA7981DB36B}" destId="{0181BB28-FF61-47FA-AAC6-79204F45DFBA}" srcOrd="0" destOrd="0" presId="urn:microsoft.com/office/officeart/2005/8/layout/orgChart1"/>
    <dgm:cxn modelId="{8352B666-93D4-4CC3-A6F1-8AD4B96F1630}" type="presParOf" srcId="{0181BB28-FF61-47FA-AAC6-79204F45DFBA}" destId="{722F6BDA-75A2-4CD1-88C1-099A352B524B}" srcOrd="0" destOrd="0" presId="urn:microsoft.com/office/officeart/2005/8/layout/orgChart1"/>
    <dgm:cxn modelId="{A70839B4-C729-4ED4-8B0A-9F4F071DA6DF}" type="presParOf" srcId="{0181BB28-FF61-47FA-AAC6-79204F45DFBA}" destId="{64A860A9-024E-4E62-BD9D-167285A31A16}" srcOrd="1" destOrd="0" presId="urn:microsoft.com/office/officeart/2005/8/layout/orgChart1"/>
    <dgm:cxn modelId="{317C697D-4AED-43A6-A0AF-64A155E4E5B4}" type="presParOf" srcId="{6DD0778C-B276-4CEE-8872-8EA7981DB36B}" destId="{909CFE9F-85B0-46EF-A7E4-24CF319074F8}" srcOrd="1" destOrd="0" presId="urn:microsoft.com/office/officeart/2005/8/layout/orgChart1"/>
    <dgm:cxn modelId="{191964A3-7B57-4A5E-BD25-07C5AAFC0D5C}" type="presParOf" srcId="{6DD0778C-B276-4CEE-8872-8EA7981DB36B}" destId="{43B0D2F5-C757-44A5-BD0D-73BF9F29BF9A}" srcOrd="2" destOrd="0" presId="urn:microsoft.com/office/officeart/2005/8/layout/orgChart1"/>
    <dgm:cxn modelId="{EAA9E29A-0A66-4F93-8539-CCD232141385}" type="presParOf" srcId="{770A4279-7684-4F52-98C7-BFDD825E3CF7}" destId="{DE5499F6-EC61-407D-AC71-DB87F141B37E}" srcOrd="2" destOrd="0" presId="urn:microsoft.com/office/officeart/2005/8/layout/orgChart1"/>
    <dgm:cxn modelId="{6A59FD17-B670-4489-8564-945F0CC53BDA}" type="presParOf" srcId="{770A4279-7684-4F52-98C7-BFDD825E3CF7}" destId="{E13E54C7-FAC8-4DA1-9677-F3DCDDAE7C10}" srcOrd="3" destOrd="0" presId="urn:microsoft.com/office/officeart/2005/8/layout/orgChart1"/>
    <dgm:cxn modelId="{B26E1F2B-8ABD-4183-9A0B-37953E981CA7}" type="presParOf" srcId="{E13E54C7-FAC8-4DA1-9677-F3DCDDAE7C10}" destId="{CE34907B-53A8-42DE-992B-4FBF90B5DC1B}" srcOrd="0" destOrd="0" presId="urn:microsoft.com/office/officeart/2005/8/layout/orgChart1"/>
    <dgm:cxn modelId="{D3110215-7A48-4ACB-8EBF-108424CBD706}" type="presParOf" srcId="{CE34907B-53A8-42DE-992B-4FBF90B5DC1B}" destId="{979AF92C-184F-47C5-825C-F00E4D34757F}" srcOrd="0" destOrd="0" presId="urn:microsoft.com/office/officeart/2005/8/layout/orgChart1"/>
    <dgm:cxn modelId="{849E70DD-E6EF-4D52-9B87-A529B9ACC4DC}" type="presParOf" srcId="{CE34907B-53A8-42DE-992B-4FBF90B5DC1B}" destId="{97DFC6CB-1A79-4CB8-92FB-0D7BF341DE37}" srcOrd="1" destOrd="0" presId="urn:microsoft.com/office/officeart/2005/8/layout/orgChart1"/>
    <dgm:cxn modelId="{AB55DD0D-2B11-4FEE-B3E8-C4637BC56DB8}" type="presParOf" srcId="{E13E54C7-FAC8-4DA1-9677-F3DCDDAE7C10}" destId="{D22D15B2-6C36-4711-A6D3-858AD156093F}" srcOrd="1" destOrd="0" presId="urn:microsoft.com/office/officeart/2005/8/layout/orgChart1"/>
    <dgm:cxn modelId="{F96AB48B-F532-4C1B-87C5-7F75044DB30C}" type="presParOf" srcId="{E13E54C7-FAC8-4DA1-9677-F3DCDDAE7C10}" destId="{77F7DF4F-A645-43B0-B619-8B4E4475149B}" srcOrd="2" destOrd="0" presId="urn:microsoft.com/office/officeart/2005/8/layout/orgChart1"/>
    <dgm:cxn modelId="{26FA910A-C4B9-4BB1-AD14-048F34A065DF}" type="presParOf" srcId="{1C0D06F3-16B2-4542-A7E3-17B8EE49F1AD}" destId="{6ACE0E4F-63CA-4D84-B8E6-A9822E3A76F7}" srcOrd="2" destOrd="0" presId="urn:microsoft.com/office/officeart/2005/8/layout/orgChart1"/>
    <dgm:cxn modelId="{BA01A178-6850-4A7B-801B-0F15EEBCEB30}" type="presParOf" srcId="{DFB876A4-E0F1-46B7-8BD4-383FB16614E3}" destId="{24474E92-A53A-4732-8358-E75F206A086B}" srcOrd="2" destOrd="0" presId="urn:microsoft.com/office/officeart/2005/8/layout/orgChart1"/>
    <dgm:cxn modelId="{BE55E75A-1E7B-4F30-ABD5-1BD38A0D9C46}" type="presParOf" srcId="{BAB915C5-897B-413C-A22B-08C4BD49A948}" destId="{80433487-8150-4097-883A-86660512D5B8}" srcOrd="2" destOrd="0" presId="urn:microsoft.com/office/officeart/2005/8/layout/orgChart1"/>
    <dgm:cxn modelId="{FE9C96DE-65E3-4872-A3CB-914F2A034086}" type="presParOf" srcId="{BAB915C5-897B-413C-A22B-08C4BD49A948}" destId="{A3A98F7C-7814-4361-9FAE-278A67718396}" srcOrd="3" destOrd="0" presId="urn:microsoft.com/office/officeart/2005/8/layout/orgChart1"/>
    <dgm:cxn modelId="{E2B3E1B5-109A-42AF-8CD6-539A964F71AE}" type="presParOf" srcId="{A3A98F7C-7814-4361-9FAE-278A67718396}" destId="{86DEEFDD-00FD-4B3C-BFE7-BA00AD093B76}" srcOrd="0" destOrd="0" presId="urn:microsoft.com/office/officeart/2005/8/layout/orgChart1"/>
    <dgm:cxn modelId="{3078E84B-BDB9-45E6-A46B-2EF3BEBD4691}" type="presParOf" srcId="{86DEEFDD-00FD-4B3C-BFE7-BA00AD093B76}" destId="{0C017FAF-AF31-4EE1-8D66-D1005DB97CF9}" srcOrd="0" destOrd="0" presId="urn:microsoft.com/office/officeart/2005/8/layout/orgChart1"/>
    <dgm:cxn modelId="{93D0F4EA-C92A-4532-8C49-68E205A14A3B}" type="presParOf" srcId="{86DEEFDD-00FD-4B3C-BFE7-BA00AD093B76}" destId="{68D5FFAF-8A33-4F32-BD98-82DAB5A08706}" srcOrd="1" destOrd="0" presId="urn:microsoft.com/office/officeart/2005/8/layout/orgChart1"/>
    <dgm:cxn modelId="{DB1EC193-1F89-48A4-8491-FC996DED108B}" type="presParOf" srcId="{A3A98F7C-7814-4361-9FAE-278A67718396}" destId="{FD016E26-2D79-43C8-9585-30452FFEBEC7}" srcOrd="1" destOrd="0" presId="urn:microsoft.com/office/officeart/2005/8/layout/orgChart1"/>
    <dgm:cxn modelId="{224FF4B3-5A6B-4466-BC9C-E7345F420E6A}" type="presParOf" srcId="{FD016E26-2D79-43C8-9585-30452FFEBEC7}" destId="{BE86711B-869D-4038-882D-7DA23162FDEF}" srcOrd="0" destOrd="0" presId="urn:microsoft.com/office/officeart/2005/8/layout/orgChart1"/>
    <dgm:cxn modelId="{965B5D8B-8EF9-4195-B3D0-85AFF46B38A2}" type="presParOf" srcId="{FD016E26-2D79-43C8-9585-30452FFEBEC7}" destId="{2444D620-E10C-4907-862C-21ADFC4EE797}" srcOrd="1" destOrd="0" presId="urn:microsoft.com/office/officeart/2005/8/layout/orgChart1"/>
    <dgm:cxn modelId="{153292F3-2A3D-4042-BAB3-5B888E2A4E28}" type="presParOf" srcId="{2444D620-E10C-4907-862C-21ADFC4EE797}" destId="{2404C553-D129-4840-90FC-291845EB310E}" srcOrd="0" destOrd="0" presId="urn:microsoft.com/office/officeart/2005/8/layout/orgChart1"/>
    <dgm:cxn modelId="{2687D705-13B4-45D1-9D2A-BBFA4F49E320}" type="presParOf" srcId="{2404C553-D129-4840-90FC-291845EB310E}" destId="{6314183A-E942-4351-866D-5BD80210C69F}" srcOrd="0" destOrd="0" presId="urn:microsoft.com/office/officeart/2005/8/layout/orgChart1"/>
    <dgm:cxn modelId="{DF2814BA-F0FE-4145-8C96-3BFA21B76F4B}" type="presParOf" srcId="{2404C553-D129-4840-90FC-291845EB310E}" destId="{6C32A5CD-9113-4C25-A93F-F948A19C818E}" srcOrd="1" destOrd="0" presId="urn:microsoft.com/office/officeart/2005/8/layout/orgChart1"/>
    <dgm:cxn modelId="{011F7FB3-33E5-491E-9142-989396B64D5E}" type="presParOf" srcId="{2444D620-E10C-4907-862C-21ADFC4EE797}" destId="{9D3A06C5-8EAE-4681-A4C7-998128517875}" srcOrd="1" destOrd="0" presId="urn:microsoft.com/office/officeart/2005/8/layout/orgChart1"/>
    <dgm:cxn modelId="{9A0F3C1F-8062-45B3-B75E-8B4975F7DE29}" type="presParOf" srcId="{9D3A06C5-8EAE-4681-A4C7-998128517875}" destId="{BBF80781-7029-4124-BE1C-679A921D04E6}" srcOrd="0" destOrd="0" presId="urn:microsoft.com/office/officeart/2005/8/layout/orgChart1"/>
    <dgm:cxn modelId="{56952285-1566-49BD-9F23-B6B2C4994C19}" type="presParOf" srcId="{9D3A06C5-8EAE-4681-A4C7-998128517875}" destId="{2965C508-96A3-45C5-94DA-3124B9B0C178}" srcOrd="1" destOrd="0" presId="urn:microsoft.com/office/officeart/2005/8/layout/orgChart1"/>
    <dgm:cxn modelId="{451DC2F3-C16C-4D9F-B0C8-731253B005E3}" type="presParOf" srcId="{2965C508-96A3-45C5-94DA-3124B9B0C178}" destId="{6504FE7C-A6BF-4AF1-9CCB-95C3555745EA}" srcOrd="0" destOrd="0" presId="urn:microsoft.com/office/officeart/2005/8/layout/orgChart1"/>
    <dgm:cxn modelId="{C24E997E-89BA-4F6B-AB7B-C354135E6796}" type="presParOf" srcId="{6504FE7C-A6BF-4AF1-9CCB-95C3555745EA}" destId="{248AF14E-4655-4727-8F3C-54DEC40E799B}" srcOrd="0" destOrd="0" presId="urn:microsoft.com/office/officeart/2005/8/layout/orgChart1"/>
    <dgm:cxn modelId="{7BB6E46B-D234-43BB-B3B6-D5D95595E70E}" type="presParOf" srcId="{6504FE7C-A6BF-4AF1-9CCB-95C3555745EA}" destId="{643CC7F2-23E1-476B-9884-E6C6A919D69B}" srcOrd="1" destOrd="0" presId="urn:microsoft.com/office/officeart/2005/8/layout/orgChart1"/>
    <dgm:cxn modelId="{11FF295C-1B60-4888-A237-52BFCFC5F8FB}" type="presParOf" srcId="{2965C508-96A3-45C5-94DA-3124B9B0C178}" destId="{3E817707-D5CA-4F9C-9FB5-99A2191E0507}" srcOrd="1" destOrd="0" presId="urn:microsoft.com/office/officeart/2005/8/layout/orgChart1"/>
    <dgm:cxn modelId="{F45ADD66-54F7-42F9-BAAA-6F8A868601CC}" type="presParOf" srcId="{2965C508-96A3-45C5-94DA-3124B9B0C178}" destId="{144CBD09-20CD-4058-9183-592CE9C1097E}" srcOrd="2" destOrd="0" presId="urn:microsoft.com/office/officeart/2005/8/layout/orgChart1"/>
    <dgm:cxn modelId="{FC13CE30-9277-4441-8883-F4E7371F5304}" type="presParOf" srcId="{9D3A06C5-8EAE-4681-A4C7-998128517875}" destId="{B8611B04-B1F1-41D3-BD92-9ABBEE3EF898}" srcOrd="2" destOrd="0" presId="urn:microsoft.com/office/officeart/2005/8/layout/orgChart1"/>
    <dgm:cxn modelId="{D09EF43E-C917-4CB9-AE25-32EC7A690B95}" type="presParOf" srcId="{9D3A06C5-8EAE-4681-A4C7-998128517875}" destId="{ADC0A91E-6DEF-479C-A95B-A6F9BC1CBA1A}" srcOrd="3" destOrd="0" presId="urn:microsoft.com/office/officeart/2005/8/layout/orgChart1"/>
    <dgm:cxn modelId="{DDEC0274-7AC4-4568-B44D-39E5EC621727}" type="presParOf" srcId="{ADC0A91E-6DEF-479C-A95B-A6F9BC1CBA1A}" destId="{0CB5CAC9-B31E-4E02-899A-00444E488911}" srcOrd="0" destOrd="0" presId="urn:microsoft.com/office/officeart/2005/8/layout/orgChart1"/>
    <dgm:cxn modelId="{9FE561EE-7B1D-47C3-B303-C23C621CB582}" type="presParOf" srcId="{0CB5CAC9-B31E-4E02-899A-00444E488911}" destId="{03007056-5018-4E2B-B8D7-E15D94E54418}" srcOrd="0" destOrd="0" presId="urn:microsoft.com/office/officeart/2005/8/layout/orgChart1"/>
    <dgm:cxn modelId="{6CB188B4-170B-40A1-A07A-E6F7717D94BB}" type="presParOf" srcId="{0CB5CAC9-B31E-4E02-899A-00444E488911}" destId="{8DE0BE53-3030-4CC4-80FE-F975DFE1251A}" srcOrd="1" destOrd="0" presId="urn:microsoft.com/office/officeart/2005/8/layout/orgChart1"/>
    <dgm:cxn modelId="{5C892392-5DB0-40E9-ACC3-50B078806125}" type="presParOf" srcId="{ADC0A91E-6DEF-479C-A95B-A6F9BC1CBA1A}" destId="{1FC54322-EDEE-489B-8F1D-FBC3A4BA6FC3}" srcOrd="1" destOrd="0" presId="urn:microsoft.com/office/officeart/2005/8/layout/orgChart1"/>
    <dgm:cxn modelId="{472DC62C-F808-4A57-A341-8CF94C0EEB6F}" type="presParOf" srcId="{ADC0A91E-6DEF-479C-A95B-A6F9BC1CBA1A}" destId="{E7D11334-DB32-4464-BA56-69882A62118A}" srcOrd="2" destOrd="0" presId="urn:microsoft.com/office/officeart/2005/8/layout/orgChart1"/>
    <dgm:cxn modelId="{D493199E-3DE0-49B2-BF6B-C65030D96BF3}" type="presParOf" srcId="{2444D620-E10C-4907-862C-21ADFC4EE797}" destId="{318CA3DA-7376-46CB-8EFB-2A028B842BA7}" srcOrd="2" destOrd="0" presId="urn:microsoft.com/office/officeart/2005/8/layout/orgChart1"/>
    <dgm:cxn modelId="{82B503D6-8537-4A0A-806D-2D49BCF6777B}" type="presParOf" srcId="{FD016E26-2D79-43C8-9585-30452FFEBEC7}" destId="{FAFD82B5-AC5A-463B-9781-835FA09BC95E}" srcOrd="2" destOrd="0" presId="urn:microsoft.com/office/officeart/2005/8/layout/orgChart1"/>
    <dgm:cxn modelId="{E6E1DB9E-A6B6-4F81-B3A9-FC7684266628}" type="presParOf" srcId="{FD016E26-2D79-43C8-9585-30452FFEBEC7}" destId="{7078319E-981F-4CB9-AE69-8C3A3196144E}" srcOrd="3" destOrd="0" presId="urn:microsoft.com/office/officeart/2005/8/layout/orgChart1"/>
    <dgm:cxn modelId="{10AB1CCF-4451-4BD1-9E2B-CBB827665669}" type="presParOf" srcId="{7078319E-981F-4CB9-AE69-8C3A3196144E}" destId="{ED70C3D6-1E24-4B36-AAC1-926AB752375C}" srcOrd="0" destOrd="0" presId="urn:microsoft.com/office/officeart/2005/8/layout/orgChart1"/>
    <dgm:cxn modelId="{FA583E07-0E58-41B9-9235-B00E0BE7D59C}" type="presParOf" srcId="{ED70C3D6-1E24-4B36-AAC1-926AB752375C}" destId="{1003BAD9-5F2F-4823-AAF9-E84BE7EF163D}" srcOrd="0" destOrd="0" presId="urn:microsoft.com/office/officeart/2005/8/layout/orgChart1"/>
    <dgm:cxn modelId="{476D9FC0-109D-4ACA-B75F-CDF0A1128A22}" type="presParOf" srcId="{ED70C3D6-1E24-4B36-AAC1-926AB752375C}" destId="{1258F09B-C23B-49D4-895E-2042F1F6FD46}" srcOrd="1" destOrd="0" presId="urn:microsoft.com/office/officeart/2005/8/layout/orgChart1"/>
    <dgm:cxn modelId="{3835F3EE-BB86-4114-B006-55B542F543E5}" type="presParOf" srcId="{7078319E-981F-4CB9-AE69-8C3A3196144E}" destId="{F03F05FD-8315-41FA-8AE7-1D149BFC9783}" srcOrd="1" destOrd="0" presId="urn:microsoft.com/office/officeart/2005/8/layout/orgChart1"/>
    <dgm:cxn modelId="{B91FDD1C-C909-4E76-902B-9085801058EA}" type="presParOf" srcId="{F03F05FD-8315-41FA-8AE7-1D149BFC9783}" destId="{41CEC6C7-408D-4065-AE8C-EA55E950134E}" srcOrd="0" destOrd="0" presId="urn:microsoft.com/office/officeart/2005/8/layout/orgChart1"/>
    <dgm:cxn modelId="{411EEEBE-5493-4A1E-B1A8-4C2F09DCFA5F}" type="presParOf" srcId="{F03F05FD-8315-41FA-8AE7-1D149BFC9783}" destId="{A35ED416-0774-415E-AC56-EDE65C4AABE8}" srcOrd="1" destOrd="0" presId="urn:microsoft.com/office/officeart/2005/8/layout/orgChart1"/>
    <dgm:cxn modelId="{38B97AFA-2E96-4B85-9F5B-3C3404B9C9A1}" type="presParOf" srcId="{A35ED416-0774-415E-AC56-EDE65C4AABE8}" destId="{41D6F2FE-6E59-4CF4-81EB-1A99DE1A20F2}" srcOrd="0" destOrd="0" presId="urn:microsoft.com/office/officeart/2005/8/layout/orgChart1"/>
    <dgm:cxn modelId="{EC70C84D-AB2B-4A2C-BA23-DC7DE30D4B15}" type="presParOf" srcId="{41D6F2FE-6E59-4CF4-81EB-1A99DE1A20F2}" destId="{8DE5F529-DAC0-4AB3-8023-6AEBC8152EE1}" srcOrd="0" destOrd="0" presId="urn:microsoft.com/office/officeart/2005/8/layout/orgChart1"/>
    <dgm:cxn modelId="{6D570BED-CBD7-4240-ADFC-E12B657A7141}" type="presParOf" srcId="{41D6F2FE-6E59-4CF4-81EB-1A99DE1A20F2}" destId="{677E6109-9E5D-4106-94C5-AE0969301D29}" srcOrd="1" destOrd="0" presId="urn:microsoft.com/office/officeart/2005/8/layout/orgChart1"/>
    <dgm:cxn modelId="{F00A41E9-5AC3-41DE-8A26-E13B1784DD96}" type="presParOf" srcId="{A35ED416-0774-415E-AC56-EDE65C4AABE8}" destId="{CF7FED31-8C96-43D6-AC99-BB51112DD598}" srcOrd="1" destOrd="0" presId="urn:microsoft.com/office/officeart/2005/8/layout/orgChart1"/>
    <dgm:cxn modelId="{C1353D27-4F5F-43D3-A38E-99783704EE6C}" type="presParOf" srcId="{A35ED416-0774-415E-AC56-EDE65C4AABE8}" destId="{31C1DDD2-CE73-46BE-94E7-9D6029176942}" srcOrd="2" destOrd="0" presId="urn:microsoft.com/office/officeart/2005/8/layout/orgChart1"/>
    <dgm:cxn modelId="{431F1F69-91AA-4CE4-9A4B-538A1F3D549D}" type="presParOf" srcId="{F03F05FD-8315-41FA-8AE7-1D149BFC9783}" destId="{4E20BB87-7544-40FC-9837-2B77ABE71694}" srcOrd="2" destOrd="0" presId="urn:microsoft.com/office/officeart/2005/8/layout/orgChart1"/>
    <dgm:cxn modelId="{B44705D8-3BBA-4A5E-BD44-FB6BFA2A78F9}" type="presParOf" srcId="{F03F05FD-8315-41FA-8AE7-1D149BFC9783}" destId="{1B192197-1202-4806-B372-3E0CEB31B95D}" srcOrd="3" destOrd="0" presId="urn:microsoft.com/office/officeart/2005/8/layout/orgChart1"/>
    <dgm:cxn modelId="{9D9FBAF7-85D6-4608-8C60-A89EFE94E6B3}" type="presParOf" srcId="{1B192197-1202-4806-B372-3E0CEB31B95D}" destId="{B015B4C4-98E7-40F5-A68E-DF292622597D}" srcOrd="0" destOrd="0" presId="urn:microsoft.com/office/officeart/2005/8/layout/orgChart1"/>
    <dgm:cxn modelId="{84D69983-1A6F-482D-ADA4-B26FF90DE59D}" type="presParOf" srcId="{B015B4C4-98E7-40F5-A68E-DF292622597D}" destId="{10B0CC48-5F6B-415B-9CC9-B377DC284E65}" srcOrd="0" destOrd="0" presId="urn:microsoft.com/office/officeart/2005/8/layout/orgChart1"/>
    <dgm:cxn modelId="{CDF6DC04-A97B-48DC-B7C5-6950870C9728}" type="presParOf" srcId="{B015B4C4-98E7-40F5-A68E-DF292622597D}" destId="{045A35F9-8E8D-4EAF-A63D-3633D617AEF7}" srcOrd="1" destOrd="0" presId="urn:microsoft.com/office/officeart/2005/8/layout/orgChart1"/>
    <dgm:cxn modelId="{D484D3E7-F5BB-4A27-8191-A4466A585F7C}" type="presParOf" srcId="{1B192197-1202-4806-B372-3E0CEB31B95D}" destId="{96592CF0-A5EC-4623-ADB4-49E7178203FE}" srcOrd="1" destOrd="0" presId="urn:microsoft.com/office/officeart/2005/8/layout/orgChart1"/>
    <dgm:cxn modelId="{586AB7DF-7566-4865-B995-221D33F4FFCA}" type="presParOf" srcId="{1B192197-1202-4806-B372-3E0CEB31B95D}" destId="{72A59CA8-4A6C-4973-BA79-B1FFE647C648}" srcOrd="2" destOrd="0" presId="urn:microsoft.com/office/officeart/2005/8/layout/orgChart1"/>
    <dgm:cxn modelId="{2A1D91D8-7F4B-4E13-932E-39E9728A1938}" type="presParOf" srcId="{7078319E-981F-4CB9-AE69-8C3A3196144E}" destId="{9442073F-DD4C-456A-AD96-E01E0A322829}" srcOrd="2" destOrd="0" presId="urn:microsoft.com/office/officeart/2005/8/layout/orgChart1"/>
    <dgm:cxn modelId="{8B811AE8-E086-4116-95F0-347E1B774AE5}" type="presParOf" srcId="{A3A98F7C-7814-4361-9FAE-278A67718396}" destId="{284DF7AC-9494-455E-A338-1517A94C1DD9}" srcOrd="2" destOrd="0" presId="urn:microsoft.com/office/officeart/2005/8/layout/orgChart1"/>
    <dgm:cxn modelId="{AB0478F2-D071-43F7-81A5-22ED78D5142C}" type="presParOf" srcId="{2CDC4924-30CB-4F69-A74C-DA930E5C7EEB}" destId="{C79254D5-ECB2-4641-B5B8-7F2184C1071F}" srcOrd="2" destOrd="0" presId="urn:microsoft.com/office/officeart/2005/8/layout/orgChart1"/>
    <dgm:cxn modelId="{D913E57F-5805-44AD-85D8-5C72272D44EE}" type="presParOf" srcId="{B0EA15A9-3531-4209-BE82-74BC58170762}" destId="{73B81893-FF0F-46D6-88FB-D53A123B53BE}" srcOrd="2" destOrd="0" presId="urn:microsoft.com/office/officeart/2005/8/layout/orgChart1"/>
    <dgm:cxn modelId="{A7A597F3-2209-495F-AB96-F349D75A779D}" type="presParOf" srcId="{665B9A68-E4DE-4F8D-A5D6-1329E090EC31}" destId="{D72D1D29-5D76-489A-AA68-86B1E7797A74}" srcOrd="2" destOrd="0" presId="urn:microsoft.com/office/officeart/2005/8/layout/orgChart1"/>
    <dgm:cxn modelId="{3993F533-5039-4761-9218-F1AFC2D59B20}" type="presParOf" srcId="{665B9A68-E4DE-4F8D-A5D6-1329E090EC31}" destId="{4E840FA8-4E3A-4604-BCEC-B843E2A4E35C}" srcOrd="3" destOrd="0" presId="urn:microsoft.com/office/officeart/2005/8/layout/orgChart1"/>
    <dgm:cxn modelId="{7FF99350-59DB-4E06-9FDE-EAAD5D1EE0CC}" type="presParOf" srcId="{4E840FA8-4E3A-4604-BCEC-B843E2A4E35C}" destId="{CC640E27-9121-491B-B49E-7E0EF46D8DD0}" srcOrd="0" destOrd="0" presId="urn:microsoft.com/office/officeart/2005/8/layout/orgChart1"/>
    <dgm:cxn modelId="{8D73F505-7435-440D-8E4E-1CACA247CED5}" type="presParOf" srcId="{CC640E27-9121-491B-B49E-7E0EF46D8DD0}" destId="{812429EA-76AB-4057-909E-589F74553EEB}" srcOrd="0" destOrd="0" presId="urn:microsoft.com/office/officeart/2005/8/layout/orgChart1"/>
    <dgm:cxn modelId="{34163635-B0FC-4B9B-9706-573DCECA05CA}" type="presParOf" srcId="{CC640E27-9121-491B-B49E-7E0EF46D8DD0}" destId="{01260309-148E-458D-BCF6-5E96359C8464}" srcOrd="1" destOrd="0" presId="urn:microsoft.com/office/officeart/2005/8/layout/orgChart1"/>
    <dgm:cxn modelId="{DB41EE26-99E5-4B8A-96A9-237092FF2239}" type="presParOf" srcId="{4E840FA8-4E3A-4604-BCEC-B843E2A4E35C}" destId="{299DB62E-252D-4BB7-8A8F-846CACBDC6C3}" srcOrd="1" destOrd="0" presId="urn:microsoft.com/office/officeart/2005/8/layout/orgChart1"/>
    <dgm:cxn modelId="{3C8798AC-DB00-47FE-BAB2-D0719A732D66}" type="presParOf" srcId="{299DB62E-252D-4BB7-8A8F-846CACBDC6C3}" destId="{17A050E6-8C80-40B6-8253-57C7E6610665}" srcOrd="0" destOrd="0" presId="urn:microsoft.com/office/officeart/2005/8/layout/orgChart1"/>
    <dgm:cxn modelId="{4515DA24-BE71-4FF0-AC04-8B179ABD2775}" type="presParOf" srcId="{299DB62E-252D-4BB7-8A8F-846CACBDC6C3}" destId="{336F36E9-D0AE-47BB-822C-C63319EA5B95}" srcOrd="1" destOrd="0" presId="urn:microsoft.com/office/officeart/2005/8/layout/orgChart1"/>
    <dgm:cxn modelId="{70B00100-C5A0-4716-803C-58EDE0CE7C73}" type="presParOf" srcId="{336F36E9-D0AE-47BB-822C-C63319EA5B95}" destId="{9EF948C9-E261-484C-B5AB-4A0E8227B65C}" srcOrd="0" destOrd="0" presId="urn:microsoft.com/office/officeart/2005/8/layout/orgChart1"/>
    <dgm:cxn modelId="{31E49C92-9988-4EC4-8102-568A19A35482}" type="presParOf" srcId="{9EF948C9-E261-484C-B5AB-4A0E8227B65C}" destId="{34C935BD-96E3-4A76-8354-5D06F9378306}" srcOrd="0" destOrd="0" presId="urn:microsoft.com/office/officeart/2005/8/layout/orgChart1"/>
    <dgm:cxn modelId="{0E2026C4-44EF-46A4-86E1-BC6D83B6B0C0}" type="presParOf" srcId="{9EF948C9-E261-484C-B5AB-4A0E8227B65C}" destId="{C9F305FD-A6BD-4698-82AA-3A737490EDE9}" srcOrd="1" destOrd="0" presId="urn:microsoft.com/office/officeart/2005/8/layout/orgChart1"/>
    <dgm:cxn modelId="{65C91854-6636-43E0-9AAA-9B5CD5CF0716}" type="presParOf" srcId="{336F36E9-D0AE-47BB-822C-C63319EA5B95}" destId="{73796ADA-641F-4192-9BB1-AD3562FA13AA}" srcOrd="1" destOrd="0" presId="urn:microsoft.com/office/officeart/2005/8/layout/orgChart1"/>
    <dgm:cxn modelId="{404628DD-D5CD-4422-BA09-293C60E3DF80}" type="presParOf" srcId="{73796ADA-641F-4192-9BB1-AD3562FA13AA}" destId="{3202DF5B-76AA-4AFB-A857-269C65D66ADE}" srcOrd="0" destOrd="0" presId="urn:microsoft.com/office/officeart/2005/8/layout/orgChart1"/>
    <dgm:cxn modelId="{87D47915-7D23-4165-A22D-669AF3538493}" type="presParOf" srcId="{73796ADA-641F-4192-9BB1-AD3562FA13AA}" destId="{C33F6AD9-3E60-4107-BFA5-79F846E03D34}" srcOrd="1" destOrd="0" presId="urn:microsoft.com/office/officeart/2005/8/layout/orgChart1"/>
    <dgm:cxn modelId="{819C35C9-B1AC-44C6-9D61-FF249B4A8863}" type="presParOf" srcId="{C33F6AD9-3E60-4107-BFA5-79F846E03D34}" destId="{760C1316-8C3E-4B7C-A037-9176AB627BFF}" srcOrd="0" destOrd="0" presId="urn:microsoft.com/office/officeart/2005/8/layout/orgChart1"/>
    <dgm:cxn modelId="{1BC9134E-E897-436D-B3EC-BE714197F0F6}" type="presParOf" srcId="{760C1316-8C3E-4B7C-A037-9176AB627BFF}" destId="{D0E5BCB9-7F17-4550-A6A2-81273841E3AA}" srcOrd="0" destOrd="0" presId="urn:microsoft.com/office/officeart/2005/8/layout/orgChart1"/>
    <dgm:cxn modelId="{B71EA63D-A9BC-4A6C-AD30-3AC62D415FFA}" type="presParOf" srcId="{760C1316-8C3E-4B7C-A037-9176AB627BFF}" destId="{D831BF4A-5AE2-4DA1-AB11-F291DA397860}" srcOrd="1" destOrd="0" presId="urn:microsoft.com/office/officeart/2005/8/layout/orgChart1"/>
    <dgm:cxn modelId="{8E0C4664-07A8-46E3-8ABE-D164AE2D9FCD}" type="presParOf" srcId="{C33F6AD9-3E60-4107-BFA5-79F846E03D34}" destId="{A48BB902-96C0-4CFD-8100-9DC528C94694}" srcOrd="1" destOrd="0" presId="urn:microsoft.com/office/officeart/2005/8/layout/orgChart1"/>
    <dgm:cxn modelId="{E29D63D3-A6CC-4611-9ECA-80FE501C7EB7}" type="presParOf" srcId="{A48BB902-96C0-4CFD-8100-9DC528C94694}" destId="{8C15C331-7EAE-403D-97BA-2ABF4A9D7AFF}" srcOrd="0" destOrd="0" presId="urn:microsoft.com/office/officeart/2005/8/layout/orgChart1"/>
    <dgm:cxn modelId="{E45C5994-78E1-4C55-8896-5E9EF20E013B}" type="presParOf" srcId="{A48BB902-96C0-4CFD-8100-9DC528C94694}" destId="{6DC5DF2A-4764-400A-8C16-62A3E3E52B07}" srcOrd="1" destOrd="0" presId="urn:microsoft.com/office/officeart/2005/8/layout/orgChart1"/>
    <dgm:cxn modelId="{81DB1F2D-80D0-4ADA-BA59-89AFD55D1780}" type="presParOf" srcId="{6DC5DF2A-4764-400A-8C16-62A3E3E52B07}" destId="{324E55FA-43D9-4B6D-BC31-55C5BD52D6E8}" srcOrd="0" destOrd="0" presId="urn:microsoft.com/office/officeart/2005/8/layout/orgChart1"/>
    <dgm:cxn modelId="{D021EAC0-2AF5-45B5-A03D-37F6AF1416D0}" type="presParOf" srcId="{324E55FA-43D9-4B6D-BC31-55C5BD52D6E8}" destId="{DC5893F3-4495-417F-AB83-07FBD6B63A45}" srcOrd="0" destOrd="0" presId="urn:microsoft.com/office/officeart/2005/8/layout/orgChart1"/>
    <dgm:cxn modelId="{841E1372-891E-4FD8-9EA4-503C7D6C93E1}" type="presParOf" srcId="{324E55FA-43D9-4B6D-BC31-55C5BD52D6E8}" destId="{EEFE3206-37B0-43A8-BC7C-089576B93E5E}" srcOrd="1" destOrd="0" presId="urn:microsoft.com/office/officeart/2005/8/layout/orgChart1"/>
    <dgm:cxn modelId="{4189D99F-7A4A-4B4A-8CDE-A82F72582CBD}" type="presParOf" srcId="{6DC5DF2A-4764-400A-8C16-62A3E3E52B07}" destId="{E02FEECF-CA31-409B-85DC-CF297A4421E8}" srcOrd="1" destOrd="0" presId="urn:microsoft.com/office/officeart/2005/8/layout/orgChart1"/>
    <dgm:cxn modelId="{B516EA1D-AC01-4EE1-9FEA-FFAAE8D59D78}" type="presParOf" srcId="{E02FEECF-CA31-409B-85DC-CF297A4421E8}" destId="{474551C6-2CCC-4C6D-A804-A1E889156ACE}" srcOrd="0" destOrd="0" presId="urn:microsoft.com/office/officeart/2005/8/layout/orgChart1"/>
    <dgm:cxn modelId="{6CE113D3-FB60-41AE-AD07-8C555EF1845B}" type="presParOf" srcId="{E02FEECF-CA31-409B-85DC-CF297A4421E8}" destId="{C9E2995B-D265-4F25-950E-2B47F64D53F0}" srcOrd="1" destOrd="0" presId="urn:microsoft.com/office/officeart/2005/8/layout/orgChart1"/>
    <dgm:cxn modelId="{3BF2DC8F-A77B-415E-8C46-91D3C7356476}" type="presParOf" srcId="{C9E2995B-D265-4F25-950E-2B47F64D53F0}" destId="{9120C7A7-454C-40CF-9732-334F0C97D249}" srcOrd="0" destOrd="0" presId="urn:microsoft.com/office/officeart/2005/8/layout/orgChart1"/>
    <dgm:cxn modelId="{456741C3-9A47-42ED-976E-3DDBA762677D}" type="presParOf" srcId="{9120C7A7-454C-40CF-9732-334F0C97D249}" destId="{45C61001-9692-4033-9647-F44E9328B7FA}" srcOrd="0" destOrd="0" presId="urn:microsoft.com/office/officeart/2005/8/layout/orgChart1"/>
    <dgm:cxn modelId="{8434AC14-B844-4D2A-AB86-735DBF44697A}" type="presParOf" srcId="{9120C7A7-454C-40CF-9732-334F0C97D249}" destId="{CD4C99FD-2757-44C3-A916-A84FFFB04195}" srcOrd="1" destOrd="0" presId="urn:microsoft.com/office/officeart/2005/8/layout/orgChart1"/>
    <dgm:cxn modelId="{C3078662-39CE-4911-8DFC-F644148E60F1}" type="presParOf" srcId="{C9E2995B-D265-4F25-950E-2B47F64D53F0}" destId="{7C1D89E4-86EB-46D4-A015-980F676BC650}" srcOrd="1" destOrd="0" presId="urn:microsoft.com/office/officeart/2005/8/layout/orgChart1"/>
    <dgm:cxn modelId="{2A41D5AF-2D01-4686-AE16-53CB96EA7BBB}" type="presParOf" srcId="{C9E2995B-D265-4F25-950E-2B47F64D53F0}" destId="{7BF0A969-1466-470B-8DA0-5B2449EAF803}" srcOrd="2" destOrd="0" presId="urn:microsoft.com/office/officeart/2005/8/layout/orgChart1"/>
    <dgm:cxn modelId="{B51E14F0-C3CF-410B-92E4-521E2B9B7F86}" type="presParOf" srcId="{E02FEECF-CA31-409B-85DC-CF297A4421E8}" destId="{F1FE920B-3AA2-475D-805E-FC22B94E0527}" srcOrd="2" destOrd="0" presId="urn:microsoft.com/office/officeart/2005/8/layout/orgChart1"/>
    <dgm:cxn modelId="{B528C0AF-3EAC-4FC8-B3B6-426BB895FF4E}" type="presParOf" srcId="{E02FEECF-CA31-409B-85DC-CF297A4421E8}" destId="{A726AA7A-9A86-4942-BAE3-8F72546B68F1}" srcOrd="3" destOrd="0" presId="urn:microsoft.com/office/officeart/2005/8/layout/orgChart1"/>
    <dgm:cxn modelId="{39B88CA1-57BA-474D-9A8D-B4A2E491DEEB}" type="presParOf" srcId="{A726AA7A-9A86-4942-BAE3-8F72546B68F1}" destId="{003719C4-F628-44D8-A49B-15D7B4C72D0E}" srcOrd="0" destOrd="0" presId="urn:microsoft.com/office/officeart/2005/8/layout/orgChart1"/>
    <dgm:cxn modelId="{16174885-86B8-438C-86E3-0C5197ABAD07}" type="presParOf" srcId="{003719C4-F628-44D8-A49B-15D7B4C72D0E}" destId="{2EA205DE-2850-434F-9DCE-F7BBD45C5296}" srcOrd="0" destOrd="0" presId="urn:microsoft.com/office/officeart/2005/8/layout/orgChart1"/>
    <dgm:cxn modelId="{8442DE77-12F7-4F09-8968-2016357994C3}" type="presParOf" srcId="{003719C4-F628-44D8-A49B-15D7B4C72D0E}" destId="{9A54629D-8BBB-4F85-B202-8A2E6AA2348D}" srcOrd="1" destOrd="0" presId="urn:microsoft.com/office/officeart/2005/8/layout/orgChart1"/>
    <dgm:cxn modelId="{ADFA4DD3-6AEA-4099-A821-3A8EB746F2B9}" type="presParOf" srcId="{A726AA7A-9A86-4942-BAE3-8F72546B68F1}" destId="{04064605-DC63-415F-8A62-EC4B5F5458FD}" srcOrd="1" destOrd="0" presId="urn:microsoft.com/office/officeart/2005/8/layout/orgChart1"/>
    <dgm:cxn modelId="{EF932C37-56F9-40A2-9777-79A26F1E877F}" type="presParOf" srcId="{A726AA7A-9A86-4942-BAE3-8F72546B68F1}" destId="{BC952954-8626-499A-964C-B7A83B7862A1}" srcOrd="2" destOrd="0" presId="urn:microsoft.com/office/officeart/2005/8/layout/orgChart1"/>
    <dgm:cxn modelId="{E95939F1-4802-4F76-ACE1-455BFE30A203}" type="presParOf" srcId="{6DC5DF2A-4764-400A-8C16-62A3E3E52B07}" destId="{5D8947CE-24AD-4A7D-B580-F422B6360381}" srcOrd="2" destOrd="0" presId="urn:microsoft.com/office/officeart/2005/8/layout/orgChart1"/>
    <dgm:cxn modelId="{20E961E9-0BE2-46A8-8800-34F5BC9E63FC}" type="presParOf" srcId="{A48BB902-96C0-4CFD-8100-9DC528C94694}" destId="{76EB8F56-71C0-4B8A-B739-20D1C53828A3}" srcOrd="2" destOrd="0" presId="urn:microsoft.com/office/officeart/2005/8/layout/orgChart1"/>
    <dgm:cxn modelId="{E83DB8E9-49D5-4C16-B400-F75BEDC744F1}" type="presParOf" srcId="{A48BB902-96C0-4CFD-8100-9DC528C94694}" destId="{6F16D401-44C6-42BB-B61F-61AA3BB310D6}" srcOrd="3" destOrd="0" presId="urn:microsoft.com/office/officeart/2005/8/layout/orgChart1"/>
    <dgm:cxn modelId="{1DD1C191-8EDF-4875-BA11-A1049995D035}" type="presParOf" srcId="{6F16D401-44C6-42BB-B61F-61AA3BB310D6}" destId="{DF59DC09-26A5-4872-8A17-FE1042350F63}" srcOrd="0" destOrd="0" presId="urn:microsoft.com/office/officeart/2005/8/layout/orgChart1"/>
    <dgm:cxn modelId="{332EC291-D7B6-4E14-A421-642AEB05356A}" type="presParOf" srcId="{DF59DC09-26A5-4872-8A17-FE1042350F63}" destId="{4896A3A6-C494-475B-8A5C-FD5485CB433A}" srcOrd="0" destOrd="0" presId="urn:microsoft.com/office/officeart/2005/8/layout/orgChart1"/>
    <dgm:cxn modelId="{F462F8EB-9ACB-4491-95E9-1049C2CB466F}" type="presParOf" srcId="{DF59DC09-26A5-4872-8A17-FE1042350F63}" destId="{8467BB03-8AFA-41CB-A204-F96AC604CAFF}" srcOrd="1" destOrd="0" presId="urn:microsoft.com/office/officeart/2005/8/layout/orgChart1"/>
    <dgm:cxn modelId="{EBF5BE07-D93F-4ACE-BF1F-095D4B5C795B}" type="presParOf" srcId="{6F16D401-44C6-42BB-B61F-61AA3BB310D6}" destId="{B8AE428F-5057-4D26-AAA2-A785962B662E}" srcOrd="1" destOrd="0" presId="urn:microsoft.com/office/officeart/2005/8/layout/orgChart1"/>
    <dgm:cxn modelId="{EB60710E-097B-4959-A6BF-77698920C871}" type="presParOf" srcId="{B8AE428F-5057-4D26-AAA2-A785962B662E}" destId="{11EABE32-0811-457F-8645-5C05F6ED89F8}" srcOrd="0" destOrd="0" presId="urn:microsoft.com/office/officeart/2005/8/layout/orgChart1"/>
    <dgm:cxn modelId="{71D1573D-E763-4E19-A435-D248753F6107}" type="presParOf" srcId="{B8AE428F-5057-4D26-AAA2-A785962B662E}" destId="{F3DBDDE1-EB39-495F-A732-FD709D27C815}" srcOrd="1" destOrd="0" presId="urn:microsoft.com/office/officeart/2005/8/layout/orgChart1"/>
    <dgm:cxn modelId="{A6CED575-3968-4E7A-8E97-79065DA452E7}" type="presParOf" srcId="{F3DBDDE1-EB39-495F-A732-FD709D27C815}" destId="{3561A1D6-3C49-4707-B315-FF63FF9F2571}" srcOrd="0" destOrd="0" presId="urn:microsoft.com/office/officeart/2005/8/layout/orgChart1"/>
    <dgm:cxn modelId="{C9ADCC81-2760-42F4-A4F2-61902DA145FF}" type="presParOf" srcId="{3561A1D6-3C49-4707-B315-FF63FF9F2571}" destId="{B8F8DB5F-AFDC-45D7-8D2B-875D356B5FE9}" srcOrd="0" destOrd="0" presId="urn:microsoft.com/office/officeart/2005/8/layout/orgChart1"/>
    <dgm:cxn modelId="{6B2B3924-C7BC-427C-BE3C-C4756BCA301F}" type="presParOf" srcId="{3561A1D6-3C49-4707-B315-FF63FF9F2571}" destId="{17D683C7-CB45-42FF-ACE8-6EB475A17DB1}" srcOrd="1" destOrd="0" presId="urn:microsoft.com/office/officeart/2005/8/layout/orgChart1"/>
    <dgm:cxn modelId="{F2047FC1-CCD6-4B42-9D3C-47377813C430}" type="presParOf" srcId="{F3DBDDE1-EB39-495F-A732-FD709D27C815}" destId="{F714F0DA-2063-4F5A-B1AD-8859018C7CA7}" srcOrd="1" destOrd="0" presId="urn:microsoft.com/office/officeart/2005/8/layout/orgChart1"/>
    <dgm:cxn modelId="{A150D0BD-A16A-4403-B2E6-4332B4165D3D}" type="presParOf" srcId="{F3DBDDE1-EB39-495F-A732-FD709D27C815}" destId="{AE0C820A-2170-4E99-A728-C0591ADD8F6D}" srcOrd="2" destOrd="0" presId="urn:microsoft.com/office/officeart/2005/8/layout/orgChart1"/>
    <dgm:cxn modelId="{6F4CC777-90BF-4418-9194-06C1EA132198}" type="presParOf" srcId="{B8AE428F-5057-4D26-AAA2-A785962B662E}" destId="{168FA171-359A-4057-B08D-8F120EECAD62}" srcOrd="2" destOrd="0" presId="urn:microsoft.com/office/officeart/2005/8/layout/orgChart1"/>
    <dgm:cxn modelId="{CEEE0559-2101-42A0-AF0A-A1583618B093}" type="presParOf" srcId="{B8AE428F-5057-4D26-AAA2-A785962B662E}" destId="{2A31EC1A-0E86-46E7-ACC3-D96599A6C442}" srcOrd="3" destOrd="0" presId="urn:microsoft.com/office/officeart/2005/8/layout/orgChart1"/>
    <dgm:cxn modelId="{58C79546-10D2-4D2A-83CC-A2B80CED175B}" type="presParOf" srcId="{2A31EC1A-0E86-46E7-ACC3-D96599A6C442}" destId="{EC00861C-F485-4863-9B45-1F5E0533E946}" srcOrd="0" destOrd="0" presId="urn:microsoft.com/office/officeart/2005/8/layout/orgChart1"/>
    <dgm:cxn modelId="{57028F14-D505-45EA-B5AA-D1E960BF9B05}" type="presParOf" srcId="{EC00861C-F485-4863-9B45-1F5E0533E946}" destId="{53625243-8155-4CD2-BF87-79F7005A71CA}" srcOrd="0" destOrd="0" presId="urn:microsoft.com/office/officeart/2005/8/layout/orgChart1"/>
    <dgm:cxn modelId="{359E6988-E6D4-4E18-B7F0-145D987715A9}" type="presParOf" srcId="{EC00861C-F485-4863-9B45-1F5E0533E946}" destId="{D3BD603A-70FF-4D85-B939-09D3C5815721}" srcOrd="1" destOrd="0" presId="urn:microsoft.com/office/officeart/2005/8/layout/orgChart1"/>
    <dgm:cxn modelId="{FC144BAF-8B39-49FD-90E0-29D91589954A}" type="presParOf" srcId="{2A31EC1A-0E86-46E7-ACC3-D96599A6C442}" destId="{E7F8AAEB-5EA3-4975-809B-9A6845E1C8B6}" srcOrd="1" destOrd="0" presId="urn:microsoft.com/office/officeart/2005/8/layout/orgChart1"/>
    <dgm:cxn modelId="{B9F73985-7D63-43B4-AA08-F4B4095C7CD1}" type="presParOf" srcId="{2A31EC1A-0E86-46E7-ACC3-D96599A6C442}" destId="{E9EFBC41-0E35-431E-B92C-5D3DD71C60D1}" srcOrd="2" destOrd="0" presId="urn:microsoft.com/office/officeart/2005/8/layout/orgChart1"/>
    <dgm:cxn modelId="{8291D297-7675-4804-8253-E1D787A28D62}" type="presParOf" srcId="{6F16D401-44C6-42BB-B61F-61AA3BB310D6}" destId="{6948B879-486E-425F-A93D-00631E65DF5B}" srcOrd="2" destOrd="0" presId="urn:microsoft.com/office/officeart/2005/8/layout/orgChart1"/>
    <dgm:cxn modelId="{05507F6F-66F8-47C0-91D2-EB8626810F41}" type="presParOf" srcId="{C33F6AD9-3E60-4107-BFA5-79F846E03D34}" destId="{E7B6A5E7-A87E-476D-8F71-1712A8C0FF5D}" srcOrd="2" destOrd="0" presId="urn:microsoft.com/office/officeart/2005/8/layout/orgChart1"/>
    <dgm:cxn modelId="{95150642-658E-4F66-97D2-DFE9DF6FF3BD}" type="presParOf" srcId="{73796ADA-641F-4192-9BB1-AD3562FA13AA}" destId="{DD035075-3DB3-4842-BE24-9130DEE4D91D}" srcOrd="2" destOrd="0" presId="urn:microsoft.com/office/officeart/2005/8/layout/orgChart1"/>
    <dgm:cxn modelId="{97E1C457-A100-48BB-B107-AD911A77A8CB}" type="presParOf" srcId="{73796ADA-641F-4192-9BB1-AD3562FA13AA}" destId="{DF1DFF5F-BAA3-4816-9CA4-247D0A1A9376}" srcOrd="3" destOrd="0" presId="urn:microsoft.com/office/officeart/2005/8/layout/orgChart1"/>
    <dgm:cxn modelId="{4281BC75-EC14-485E-A207-B91D2EE12C72}" type="presParOf" srcId="{DF1DFF5F-BAA3-4816-9CA4-247D0A1A9376}" destId="{398B0B81-8D45-4E7C-ACFB-30556BFF927A}" srcOrd="0" destOrd="0" presId="urn:microsoft.com/office/officeart/2005/8/layout/orgChart1"/>
    <dgm:cxn modelId="{EC45639D-5B62-4B7C-8784-E1C5861572A6}" type="presParOf" srcId="{398B0B81-8D45-4E7C-ACFB-30556BFF927A}" destId="{1F612F04-ED3B-4FBB-A2C3-8D0810F1C11A}" srcOrd="0" destOrd="0" presId="urn:microsoft.com/office/officeart/2005/8/layout/orgChart1"/>
    <dgm:cxn modelId="{0BE8735A-FE9D-488E-BB32-128DD3EE8B27}" type="presParOf" srcId="{398B0B81-8D45-4E7C-ACFB-30556BFF927A}" destId="{DB8A46E0-8E1B-448D-AA75-077535C7E503}" srcOrd="1" destOrd="0" presId="urn:microsoft.com/office/officeart/2005/8/layout/orgChart1"/>
    <dgm:cxn modelId="{3BFBFA6B-BBF1-4A51-9E70-8EC2734BFF61}" type="presParOf" srcId="{DF1DFF5F-BAA3-4816-9CA4-247D0A1A9376}" destId="{5B981D9F-BEFE-42E0-BEF2-B078A2DDEF30}" srcOrd="1" destOrd="0" presId="urn:microsoft.com/office/officeart/2005/8/layout/orgChart1"/>
    <dgm:cxn modelId="{73110003-EAED-4FEA-AAD1-1FDBBDF0E3DD}" type="presParOf" srcId="{5B981D9F-BEFE-42E0-BEF2-B078A2DDEF30}" destId="{1A2C16F9-D66D-41FC-957A-CAEF5A832E55}" srcOrd="0" destOrd="0" presId="urn:microsoft.com/office/officeart/2005/8/layout/orgChart1"/>
    <dgm:cxn modelId="{79D313C4-4339-468B-AAB9-A8704C09590F}" type="presParOf" srcId="{5B981D9F-BEFE-42E0-BEF2-B078A2DDEF30}" destId="{0B9CFEB4-5AE0-46B2-97B6-6D5E976C260B}" srcOrd="1" destOrd="0" presId="urn:microsoft.com/office/officeart/2005/8/layout/orgChart1"/>
    <dgm:cxn modelId="{71C0ECEC-EEE1-4F34-958C-3EE2397E9981}" type="presParOf" srcId="{0B9CFEB4-5AE0-46B2-97B6-6D5E976C260B}" destId="{F3796E1A-533E-435A-9421-4C8726CDAE0B}" srcOrd="0" destOrd="0" presId="urn:microsoft.com/office/officeart/2005/8/layout/orgChart1"/>
    <dgm:cxn modelId="{49673D06-0005-4639-A166-D2E55E5F6F01}" type="presParOf" srcId="{F3796E1A-533E-435A-9421-4C8726CDAE0B}" destId="{67740D5B-DB2E-47A5-8F99-58C27D811E40}" srcOrd="0" destOrd="0" presId="urn:microsoft.com/office/officeart/2005/8/layout/orgChart1"/>
    <dgm:cxn modelId="{8A43ABE2-F99E-41C9-B753-BAFCC3E206D1}" type="presParOf" srcId="{F3796E1A-533E-435A-9421-4C8726CDAE0B}" destId="{F5C9BBB9-4354-40C5-85A4-13D9C5065F46}" srcOrd="1" destOrd="0" presId="urn:microsoft.com/office/officeart/2005/8/layout/orgChart1"/>
    <dgm:cxn modelId="{4A8962B1-465E-42FD-9EB3-D2D62D5B94B2}" type="presParOf" srcId="{0B9CFEB4-5AE0-46B2-97B6-6D5E976C260B}" destId="{CD46ABB3-3CB2-40C9-AFB4-D4685465A6E2}" srcOrd="1" destOrd="0" presId="urn:microsoft.com/office/officeart/2005/8/layout/orgChart1"/>
    <dgm:cxn modelId="{3BC5D46A-1A61-4CC0-8C48-706279FCDD40}" type="presParOf" srcId="{CD46ABB3-3CB2-40C9-AFB4-D4685465A6E2}" destId="{772E129A-8AF1-4245-AA91-DE3E79E788A7}" srcOrd="0" destOrd="0" presId="urn:microsoft.com/office/officeart/2005/8/layout/orgChart1"/>
    <dgm:cxn modelId="{32FD92BB-052C-4472-8D4F-53D5CE723483}" type="presParOf" srcId="{CD46ABB3-3CB2-40C9-AFB4-D4685465A6E2}" destId="{CEBDB99E-7E0C-47D3-9BC7-06FAF082C909}" srcOrd="1" destOrd="0" presId="urn:microsoft.com/office/officeart/2005/8/layout/orgChart1"/>
    <dgm:cxn modelId="{EACA3510-B554-4CB1-8640-54702EFB7E3A}" type="presParOf" srcId="{CEBDB99E-7E0C-47D3-9BC7-06FAF082C909}" destId="{264D80E3-8AB5-46DD-A075-756BC78BC005}" srcOrd="0" destOrd="0" presId="urn:microsoft.com/office/officeart/2005/8/layout/orgChart1"/>
    <dgm:cxn modelId="{A6F1A8ED-DDCF-4301-B85D-89073B55387F}" type="presParOf" srcId="{264D80E3-8AB5-46DD-A075-756BC78BC005}" destId="{0ED0A472-9FA6-4AC6-832B-CF4BDD9C6638}" srcOrd="0" destOrd="0" presId="urn:microsoft.com/office/officeart/2005/8/layout/orgChart1"/>
    <dgm:cxn modelId="{55293F51-0F4B-41AB-A368-A2110C2FEA01}" type="presParOf" srcId="{264D80E3-8AB5-46DD-A075-756BC78BC005}" destId="{CA1488A9-89E3-4C5C-BD57-D8F9B6008528}" srcOrd="1" destOrd="0" presId="urn:microsoft.com/office/officeart/2005/8/layout/orgChart1"/>
    <dgm:cxn modelId="{A87E2434-CF4F-4E8E-8647-F7DD0E499B14}" type="presParOf" srcId="{CEBDB99E-7E0C-47D3-9BC7-06FAF082C909}" destId="{5A9EDA78-53F7-41A8-9A67-C83750E82E84}" srcOrd="1" destOrd="0" presId="urn:microsoft.com/office/officeart/2005/8/layout/orgChart1"/>
    <dgm:cxn modelId="{946027E5-A749-4D7A-84C3-BC39DF4E6969}" type="presParOf" srcId="{CEBDB99E-7E0C-47D3-9BC7-06FAF082C909}" destId="{9AACD82F-C2B3-4A79-BFC8-2A008FAF11BF}" srcOrd="2" destOrd="0" presId="urn:microsoft.com/office/officeart/2005/8/layout/orgChart1"/>
    <dgm:cxn modelId="{6A424BA8-B3BD-44D9-BD79-24BAC99E55BB}" type="presParOf" srcId="{CD46ABB3-3CB2-40C9-AFB4-D4685465A6E2}" destId="{696E8115-CEBD-49D5-8A5A-16A02597002D}" srcOrd="2" destOrd="0" presId="urn:microsoft.com/office/officeart/2005/8/layout/orgChart1"/>
    <dgm:cxn modelId="{9525B4F1-9098-4ADA-9585-EA1C683BC21E}" type="presParOf" srcId="{CD46ABB3-3CB2-40C9-AFB4-D4685465A6E2}" destId="{55D2D3A9-16AC-4BAC-A830-30959531FEE8}" srcOrd="3" destOrd="0" presId="urn:microsoft.com/office/officeart/2005/8/layout/orgChart1"/>
    <dgm:cxn modelId="{EF636C46-A09D-4800-B8D9-0503B0EBD6A9}" type="presParOf" srcId="{55D2D3A9-16AC-4BAC-A830-30959531FEE8}" destId="{450FF690-0D56-4866-A5EA-D1086A37F331}" srcOrd="0" destOrd="0" presId="urn:microsoft.com/office/officeart/2005/8/layout/orgChart1"/>
    <dgm:cxn modelId="{EA6EB8AF-F505-4CAE-BAA8-6888DD822749}" type="presParOf" srcId="{450FF690-0D56-4866-A5EA-D1086A37F331}" destId="{447B0FEC-BE73-43D7-8FE3-F020EB7C8314}" srcOrd="0" destOrd="0" presId="urn:microsoft.com/office/officeart/2005/8/layout/orgChart1"/>
    <dgm:cxn modelId="{6375ACE3-4CC5-4587-9F44-E05B28CB57E3}" type="presParOf" srcId="{450FF690-0D56-4866-A5EA-D1086A37F331}" destId="{7B29C6BA-DA70-4117-8B10-617EE37274B5}" srcOrd="1" destOrd="0" presId="urn:microsoft.com/office/officeart/2005/8/layout/orgChart1"/>
    <dgm:cxn modelId="{439005DF-19E7-4A19-8730-B080C56661DF}" type="presParOf" srcId="{55D2D3A9-16AC-4BAC-A830-30959531FEE8}" destId="{56ED1D9B-24DE-44AC-BB89-7EEC5A87BC7B}" srcOrd="1" destOrd="0" presId="urn:microsoft.com/office/officeart/2005/8/layout/orgChart1"/>
    <dgm:cxn modelId="{D1454E7B-3198-4507-9474-8A1964BFABB6}" type="presParOf" srcId="{55D2D3A9-16AC-4BAC-A830-30959531FEE8}" destId="{E0934872-828B-4A60-BCC7-A08F78D6F291}" srcOrd="2" destOrd="0" presId="urn:microsoft.com/office/officeart/2005/8/layout/orgChart1"/>
    <dgm:cxn modelId="{23315903-4456-4BBC-BD71-D94FE0394A16}" type="presParOf" srcId="{0B9CFEB4-5AE0-46B2-97B6-6D5E976C260B}" destId="{D8A27F1A-5CCE-42E2-9529-3A77D9D78378}" srcOrd="2" destOrd="0" presId="urn:microsoft.com/office/officeart/2005/8/layout/orgChart1"/>
    <dgm:cxn modelId="{FE95A89D-32D0-4728-B0A2-3FB60B222DBE}" type="presParOf" srcId="{5B981D9F-BEFE-42E0-BEF2-B078A2DDEF30}" destId="{405D4E12-57A6-4923-96FD-889844260D36}" srcOrd="2" destOrd="0" presId="urn:microsoft.com/office/officeart/2005/8/layout/orgChart1"/>
    <dgm:cxn modelId="{3FCFD594-B689-4F51-8D6B-7881A31DDC4D}" type="presParOf" srcId="{5B981D9F-BEFE-42E0-BEF2-B078A2DDEF30}" destId="{534BBBFF-BC6C-45AF-91E5-6DEA076FD332}" srcOrd="3" destOrd="0" presId="urn:microsoft.com/office/officeart/2005/8/layout/orgChart1"/>
    <dgm:cxn modelId="{B10B7C2A-070E-4FBE-88D6-690C5E4F6044}" type="presParOf" srcId="{534BBBFF-BC6C-45AF-91E5-6DEA076FD332}" destId="{D0BA877F-A99E-4876-BA99-4106842D601D}" srcOrd="0" destOrd="0" presId="urn:microsoft.com/office/officeart/2005/8/layout/orgChart1"/>
    <dgm:cxn modelId="{B5F02CAA-93D8-4D5C-A03D-73699C23372A}" type="presParOf" srcId="{D0BA877F-A99E-4876-BA99-4106842D601D}" destId="{4C1B5CE0-4E3A-4E63-B80C-9B65059AE664}" srcOrd="0" destOrd="0" presId="urn:microsoft.com/office/officeart/2005/8/layout/orgChart1"/>
    <dgm:cxn modelId="{5B57673E-76C5-4838-A6F5-34B5991C7338}" type="presParOf" srcId="{D0BA877F-A99E-4876-BA99-4106842D601D}" destId="{69214D0B-A7BD-4C9B-B0F2-1BD3623FA5B6}" srcOrd="1" destOrd="0" presId="urn:microsoft.com/office/officeart/2005/8/layout/orgChart1"/>
    <dgm:cxn modelId="{EFF4D826-7BAA-4AC3-BD7A-9A1A02C5150D}" type="presParOf" srcId="{534BBBFF-BC6C-45AF-91E5-6DEA076FD332}" destId="{6CA92100-532B-4F95-B981-2699662E0B31}" srcOrd="1" destOrd="0" presId="urn:microsoft.com/office/officeart/2005/8/layout/orgChart1"/>
    <dgm:cxn modelId="{D8630D6F-357C-47CD-B21A-310E1EF1ACF6}" type="presParOf" srcId="{6CA92100-532B-4F95-B981-2699662E0B31}" destId="{DF1FC5B7-27DA-4A1F-A382-1594BC4446F6}" srcOrd="0" destOrd="0" presId="urn:microsoft.com/office/officeart/2005/8/layout/orgChart1"/>
    <dgm:cxn modelId="{FCD9C178-F840-40A3-8C35-6E376A0C193F}" type="presParOf" srcId="{6CA92100-532B-4F95-B981-2699662E0B31}" destId="{AEB1A2EB-2265-4713-A2D2-9545DB577AD6}" srcOrd="1" destOrd="0" presId="urn:microsoft.com/office/officeart/2005/8/layout/orgChart1"/>
    <dgm:cxn modelId="{168D3640-6A18-4AD5-AD55-E1521AD8764C}" type="presParOf" srcId="{AEB1A2EB-2265-4713-A2D2-9545DB577AD6}" destId="{C1903891-1B82-47B5-A89E-90F9CEA9D738}" srcOrd="0" destOrd="0" presId="urn:microsoft.com/office/officeart/2005/8/layout/orgChart1"/>
    <dgm:cxn modelId="{FE4D2127-9AAA-4B3B-B60B-433C9842911D}" type="presParOf" srcId="{C1903891-1B82-47B5-A89E-90F9CEA9D738}" destId="{F4A4CCB3-7856-4315-8F0B-B676C416DB8D}" srcOrd="0" destOrd="0" presId="urn:microsoft.com/office/officeart/2005/8/layout/orgChart1"/>
    <dgm:cxn modelId="{AE9843A4-C927-4A9F-9F28-FC12BD52AA75}" type="presParOf" srcId="{C1903891-1B82-47B5-A89E-90F9CEA9D738}" destId="{4A47C7EB-F31A-4D65-AC47-F4A928437CFD}" srcOrd="1" destOrd="0" presId="urn:microsoft.com/office/officeart/2005/8/layout/orgChart1"/>
    <dgm:cxn modelId="{335DFDBB-6901-4E49-94BD-CF0ED7044D03}" type="presParOf" srcId="{AEB1A2EB-2265-4713-A2D2-9545DB577AD6}" destId="{5FD4EFA9-0E3F-45E8-B9B1-2774E0EA344D}" srcOrd="1" destOrd="0" presId="urn:microsoft.com/office/officeart/2005/8/layout/orgChart1"/>
    <dgm:cxn modelId="{3D435374-1460-4912-A67E-6BAC9A23C797}" type="presParOf" srcId="{AEB1A2EB-2265-4713-A2D2-9545DB577AD6}" destId="{AA53D8B5-235A-4FE8-8FE0-9411E7BCE48A}" srcOrd="2" destOrd="0" presId="urn:microsoft.com/office/officeart/2005/8/layout/orgChart1"/>
    <dgm:cxn modelId="{2DF6A1C6-134F-432D-843D-B11EEB23C30C}" type="presParOf" srcId="{6CA92100-532B-4F95-B981-2699662E0B31}" destId="{569CBC11-8200-4BBA-9AD0-1B0A95124085}" srcOrd="2" destOrd="0" presId="urn:microsoft.com/office/officeart/2005/8/layout/orgChart1"/>
    <dgm:cxn modelId="{E5F46142-8DB4-4254-B2BD-3978C603B1ED}" type="presParOf" srcId="{6CA92100-532B-4F95-B981-2699662E0B31}" destId="{635F2D6B-F657-44ED-9D45-A1E6B852781C}" srcOrd="3" destOrd="0" presId="urn:microsoft.com/office/officeart/2005/8/layout/orgChart1"/>
    <dgm:cxn modelId="{F5D17A5C-8BFB-403F-90F4-8FBC7053FBE4}" type="presParOf" srcId="{635F2D6B-F657-44ED-9D45-A1E6B852781C}" destId="{7F2FD320-060F-498D-9F55-C1A74E6860E2}" srcOrd="0" destOrd="0" presId="urn:microsoft.com/office/officeart/2005/8/layout/orgChart1"/>
    <dgm:cxn modelId="{E4C6D4B2-ADD5-4BF5-AEF4-9610ECAF32AA}" type="presParOf" srcId="{7F2FD320-060F-498D-9F55-C1A74E6860E2}" destId="{CD3CB240-35AF-448B-92EB-32B0568D678C}" srcOrd="0" destOrd="0" presId="urn:microsoft.com/office/officeart/2005/8/layout/orgChart1"/>
    <dgm:cxn modelId="{6E47C0CE-B882-4E68-A51A-3697AA6C1E36}" type="presParOf" srcId="{7F2FD320-060F-498D-9F55-C1A74E6860E2}" destId="{3E9267DD-F735-4825-899D-2BCB549E0117}" srcOrd="1" destOrd="0" presId="urn:microsoft.com/office/officeart/2005/8/layout/orgChart1"/>
    <dgm:cxn modelId="{8CC27C8E-E0D9-4009-B838-F8E124FF0F20}" type="presParOf" srcId="{635F2D6B-F657-44ED-9D45-A1E6B852781C}" destId="{1895DF9F-40CC-438D-9618-EFEAE861868F}" srcOrd="1" destOrd="0" presId="urn:microsoft.com/office/officeart/2005/8/layout/orgChart1"/>
    <dgm:cxn modelId="{E02A4E05-FE47-4205-AB13-7D679E027CF5}" type="presParOf" srcId="{635F2D6B-F657-44ED-9D45-A1E6B852781C}" destId="{15195738-2032-48FF-B8A9-27D4A817F169}" srcOrd="2" destOrd="0" presId="urn:microsoft.com/office/officeart/2005/8/layout/orgChart1"/>
    <dgm:cxn modelId="{8266B45B-967C-4AB8-BB75-2034D61EE7CC}" type="presParOf" srcId="{534BBBFF-BC6C-45AF-91E5-6DEA076FD332}" destId="{FA33E4E1-86AE-4477-A16A-83F71CCBD3BC}" srcOrd="2" destOrd="0" presId="urn:microsoft.com/office/officeart/2005/8/layout/orgChart1"/>
    <dgm:cxn modelId="{641BF33C-C462-4D5D-AB47-983AF435F726}" type="presParOf" srcId="{DF1DFF5F-BAA3-4816-9CA4-247D0A1A9376}" destId="{44548B83-5D24-4F76-90DC-EE8CA0677788}" srcOrd="2" destOrd="0" presId="urn:microsoft.com/office/officeart/2005/8/layout/orgChart1"/>
    <dgm:cxn modelId="{11E65DD9-543A-4BED-AF0E-0FE2979DB45E}" type="presParOf" srcId="{336F36E9-D0AE-47BB-822C-C63319EA5B95}" destId="{5BEF65B3-B22B-489A-A618-6F2B0087F233}" srcOrd="2" destOrd="0" presId="urn:microsoft.com/office/officeart/2005/8/layout/orgChart1"/>
    <dgm:cxn modelId="{A3B14551-9F12-4F8E-BEE3-016DADE4DC7F}" type="presParOf" srcId="{299DB62E-252D-4BB7-8A8F-846CACBDC6C3}" destId="{0996015A-67B7-4E43-BE54-53679AD9CD7D}" srcOrd="2" destOrd="0" presId="urn:microsoft.com/office/officeart/2005/8/layout/orgChart1"/>
    <dgm:cxn modelId="{8FD0FD53-EDD0-4DD7-9DBB-9688B89C7107}" type="presParOf" srcId="{299DB62E-252D-4BB7-8A8F-846CACBDC6C3}" destId="{9E938D73-C132-42AB-BF68-C8997CA571EE}" srcOrd="3" destOrd="0" presId="urn:microsoft.com/office/officeart/2005/8/layout/orgChart1"/>
    <dgm:cxn modelId="{5BE76125-8B40-4AD2-A2F3-F514E861455B}" type="presParOf" srcId="{9E938D73-C132-42AB-BF68-C8997CA571EE}" destId="{331FCC6A-AB53-4FD0-BFBC-CD0247DCE34F}" srcOrd="0" destOrd="0" presId="urn:microsoft.com/office/officeart/2005/8/layout/orgChart1"/>
    <dgm:cxn modelId="{45DD8070-6261-4B54-A7B6-0D2FD672FC21}" type="presParOf" srcId="{331FCC6A-AB53-4FD0-BFBC-CD0247DCE34F}" destId="{C010E59D-5733-4FE5-898B-4362B63AB610}" srcOrd="0" destOrd="0" presId="urn:microsoft.com/office/officeart/2005/8/layout/orgChart1"/>
    <dgm:cxn modelId="{7FC8CE86-DF43-4BC2-8C73-9331AD51A1B0}" type="presParOf" srcId="{331FCC6A-AB53-4FD0-BFBC-CD0247DCE34F}" destId="{8DB760A9-8DFE-432E-82DB-71C6B823AEB6}" srcOrd="1" destOrd="0" presId="urn:microsoft.com/office/officeart/2005/8/layout/orgChart1"/>
    <dgm:cxn modelId="{3A38C193-0528-433A-9EDF-B938D471A797}" type="presParOf" srcId="{9E938D73-C132-42AB-BF68-C8997CA571EE}" destId="{498D338A-B318-4C1A-AC59-5606895A562B}" srcOrd="1" destOrd="0" presId="urn:microsoft.com/office/officeart/2005/8/layout/orgChart1"/>
    <dgm:cxn modelId="{25602ADB-81A4-418B-8512-51E30A240F43}" type="presParOf" srcId="{498D338A-B318-4C1A-AC59-5606895A562B}" destId="{0B0E0EE8-EF87-482A-8E63-16BFC69605FC}" srcOrd="0" destOrd="0" presId="urn:microsoft.com/office/officeart/2005/8/layout/orgChart1"/>
    <dgm:cxn modelId="{8C460182-C61B-48F4-9107-37E026B453B3}" type="presParOf" srcId="{498D338A-B318-4C1A-AC59-5606895A562B}" destId="{7ED45C7E-2729-44AA-A5C5-38A3133FAA52}" srcOrd="1" destOrd="0" presId="urn:microsoft.com/office/officeart/2005/8/layout/orgChart1"/>
    <dgm:cxn modelId="{CC263AAE-EE29-4FC1-B81E-78F5BC4C5BA1}" type="presParOf" srcId="{7ED45C7E-2729-44AA-A5C5-38A3133FAA52}" destId="{EE947B38-F7B1-461F-A728-B25C46F15982}" srcOrd="0" destOrd="0" presId="urn:microsoft.com/office/officeart/2005/8/layout/orgChart1"/>
    <dgm:cxn modelId="{03313671-BA81-411A-B073-6A6470AF976C}" type="presParOf" srcId="{EE947B38-F7B1-461F-A728-B25C46F15982}" destId="{44FBA0F8-F3F5-49B9-8A73-E194D0B553C3}" srcOrd="0" destOrd="0" presId="urn:microsoft.com/office/officeart/2005/8/layout/orgChart1"/>
    <dgm:cxn modelId="{58B4F086-7A21-43DB-B990-846F9F3FD5BE}" type="presParOf" srcId="{EE947B38-F7B1-461F-A728-B25C46F15982}" destId="{52F6E1A6-4868-41FF-B7AB-70D4FEAD41AE}" srcOrd="1" destOrd="0" presId="urn:microsoft.com/office/officeart/2005/8/layout/orgChart1"/>
    <dgm:cxn modelId="{27A00C90-865E-4C22-9309-0A3C33659F24}" type="presParOf" srcId="{7ED45C7E-2729-44AA-A5C5-38A3133FAA52}" destId="{E65186C8-B863-4295-8BD0-FDE607FBEA00}" srcOrd="1" destOrd="0" presId="urn:microsoft.com/office/officeart/2005/8/layout/orgChart1"/>
    <dgm:cxn modelId="{3C718E7B-5A01-42EA-8049-AAA8E03473E6}" type="presParOf" srcId="{E65186C8-B863-4295-8BD0-FDE607FBEA00}" destId="{DEE99B57-E117-4B15-832D-94A82E19BC17}" srcOrd="0" destOrd="0" presId="urn:microsoft.com/office/officeart/2005/8/layout/orgChart1"/>
    <dgm:cxn modelId="{7151B26B-79C4-421E-BBF2-4F863C5A86CA}" type="presParOf" srcId="{E65186C8-B863-4295-8BD0-FDE607FBEA00}" destId="{0CF43E10-4498-40C3-8E1D-EE3B223A5EC6}" srcOrd="1" destOrd="0" presId="urn:microsoft.com/office/officeart/2005/8/layout/orgChart1"/>
    <dgm:cxn modelId="{5B868A02-D6D1-463C-BC50-1674E0639F2B}" type="presParOf" srcId="{0CF43E10-4498-40C3-8E1D-EE3B223A5EC6}" destId="{583E409D-AADE-4450-89BC-85ADF1BF6663}" srcOrd="0" destOrd="0" presId="urn:microsoft.com/office/officeart/2005/8/layout/orgChart1"/>
    <dgm:cxn modelId="{F2C63463-5AA3-4B50-9973-54C9DBE66E87}" type="presParOf" srcId="{583E409D-AADE-4450-89BC-85ADF1BF6663}" destId="{446987E4-8893-47F5-9728-28615023F8F2}" srcOrd="0" destOrd="0" presId="urn:microsoft.com/office/officeart/2005/8/layout/orgChart1"/>
    <dgm:cxn modelId="{9D58ED69-A20A-44FF-9D93-29D76A06D135}" type="presParOf" srcId="{583E409D-AADE-4450-89BC-85ADF1BF6663}" destId="{29CBAE63-8AC9-4DE3-BF08-B56F5A812DCA}" srcOrd="1" destOrd="0" presId="urn:microsoft.com/office/officeart/2005/8/layout/orgChart1"/>
    <dgm:cxn modelId="{5F1A09CA-6778-45FA-AC78-414DA4E43E8C}" type="presParOf" srcId="{0CF43E10-4498-40C3-8E1D-EE3B223A5EC6}" destId="{26447E7A-57D5-402F-AB82-F886618915FC}" srcOrd="1" destOrd="0" presId="urn:microsoft.com/office/officeart/2005/8/layout/orgChart1"/>
    <dgm:cxn modelId="{A9D66CC8-F71C-4BFD-812B-6A226D17F192}" type="presParOf" srcId="{26447E7A-57D5-402F-AB82-F886618915FC}" destId="{B2B2C557-E711-47D7-BF89-0C741937B1E1}" srcOrd="0" destOrd="0" presId="urn:microsoft.com/office/officeart/2005/8/layout/orgChart1"/>
    <dgm:cxn modelId="{64FB3F16-C754-4C6C-AA9B-31FC66E0F057}" type="presParOf" srcId="{26447E7A-57D5-402F-AB82-F886618915FC}" destId="{F1811B2E-9C84-4DC8-B140-2D30C6C849D3}" srcOrd="1" destOrd="0" presId="urn:microsoft.com/office/officeart/2005/8/layout/orgChart1"/>
    <dgm:cxn modelId="{6AB177C7-C168-47A6-8908-2743C4EC4F2E}" type="presParOf" srcId="{F1811B2E-9C84-4DC8-B140-2D30C6C849D3}" destId="{72B5E665-8CC3-4DE0-8260-E14FEA3EE035}" srcOrd="0" destOrd="0" presId="urn:microsoft.com/office/officeart/2005/8/layout/orgChart1"/>
    <dgm:cxn modelId="{00F3699C-92B6-4FD8-950E-1D6A7BCED87A}" type="presParOf" srcId="{72B5E665-8CC3-4DE0-8260-E14FEA3EE035}" destId="{3DBD5E47-2A77-4B2C-86F8-683C6B4A7333}" srcOrd="0" destOrd="0" presId="urn:microsoft.com/office/officeart/2005/8/layout/orgChart1"/>
    <dgm:cxn modelId="{7114DEB7-784D-4502-A62D-E05C5D0EC670}" type="presParOf" srcId="{72B5E665-8CC3-4DE0-8260-E14FEA3EE035}" destId="{52E4E141-509C-4539-ACA3-691A63B83100}" srcOrd="1" destOrd="0" presId="urn:microsoft.com/office/officeart/2005/8/layout/orgChart1"/>
    <dgm:cxn modelId="{75CD40C3-CC5D-4383-AC33-8C4354B43779}" type="presParOf" srcId="{F1811B2E-9C84-4DC8-B140-2D30C6C849D3}" destId="{19056837-75A8-42D1-9A7E-17952EB97ABB}" srcOrd="1" destOrd="0" presId="urn:microsoft.com/office/officeart/2005/8/layout/orgChart1"/>
    <dgm:cxn modelId="{45CD3A0F-7683-457E-9481-106F1C4B9EDF}" type="presParOf" srcId="{F1811B2E-9C84-4DC8-B140-2D30C6C849D3}" destId="{B00152F6-9A33-4A8F-B1C2-FA07BEDD9D3B}" srcOrd="2" destOrd="0" presId="urn:microsoft.com/office/officeart/2005/8/layout/orgChart1"/>
    <dgm:cxn modelId="{A9E66AE9-27DB-4B1E-A9BA-4147D8191598}" type="presParOf" srcId="{26447E7A-57D5-402F-AB82-F886618915FC}" destId="{41B0B3D2-B775-41BE-B2B5-6E70A6AD355C}" srcOrd="2" destOrd="0" presId="urn:microsoft.com/office/officeart/2005/8/layout/orgChart1"/>
    <dgm:cxn modelId="{752CA9D8-70CC-42CE-A270-50C0B5FCDF1B}" type="presParOf" srcId="{26447E7A-57D5-402F-AB82-F886618915FC}" destId="{F55AF8F2-C07A-403B-B34C-594113C7E443}" srcOrd="3" destOrd="0" presId="urn:microsoft.com/office/officeart/2005/8/layout/orgChart1"/>
    <dgm:cxn modelId="{FA462FB4-870F-41A5-A10F-4660349D8067}" type="presParOf" srcId="{F55AF8F2-C07A-403B-B34C-594113C7E443}" destId="{3686F057-3922-4160-A540-04152B3D0DAB}" srcOrd="0" destOrd="0" presId="urn:microsoft.com/office/officeart/2005/8/layout/orgChart1"/>
    <dgm:cxn modelId="{D53F6618-2A62-47C1-9C92-4D7678638339}" type="presParOf" srcId="{3686F057-3922-4160-A540-04152B3D0DAB}" destId="{615D0634-FBFD-4BFF-9338-BB6F2547F282}" srcOrd="0" destOrd="0" presId="urn:microsoft.com/office/officeart/2005/8/layout/orgChart1"/>
    <dgm:cxn modelId="{4C37AAD8-5F77-432D-A2CE-8B6A1D8B6AB9}" type="presParOf" srcId="{3686F057-3922-4160-A540-04152B3D0DAB}" destId="{4FE1F997-F228-4A27-9568-1F9B7548FA50}" srcOrd="1" destOrd="0" presId="urn:microsoft.com/office/officeart/2005/8/layout/orgChart1"/>
    <dgm:cxn modelId="{AC03FF2C-DF3C-4CF5-96E9-BB3D63FF26FD}" type="presParOf" srcId="{F55AF8F2-C07A-403B-B34C-594113C7E443}" destId="{3AF4E8C3-A63E-479E-AD8D-31BDA987A2C9}" srcOrd="1" destOrd="0" presId="urn:microsoft.com/office/officeart/2005/8/layout/orgChart1"/>
    <dgm:cxn modelId="{BCF16F72-D06A-4706-9851-872B01D999FE}" type="presParOf" srcId="{F55AF8F2-C07A-403B-B34C-594113C7E443}" destId="{AA458790-18B9-4E94-BC5A-4F2BF4B4C494}" srcOrd="2" destOrd="0" presId="urn:microsoft.com/office/officeart/2005/8/layout/orgChart1"/>
    <dgm:cxn modelId="{BB5C51A6-35A9-4AA1-8839-2B7CB42690CB}" type="presParOf" srcId="{0CF43E10-4498-40C3-8E1D-EE3B223A5EC6}" destId="{9A42960B-1296-4718-90C3-82E28BB19C24}" srcOrd="2" destOrd="0" presId="urn:microsoft.com/office/officeart/2005/8/layout/orgChart1"/>
    <dgm:cxn modelId="{2A85D2FA-799C-4A79-9352-B19661B7B21C}" type="presParOf" srcId="{E65186C8-B863-4295-8BD0-FDE607FBEA00}" destId="{CFEF2F36-C38E-4869-98F6-0BC0503B01F5}" srcOrd="2" destOrd="0" presId="urn:microsoft.com/office/officeart/2005/8/layout/orgChart1"/>
    <dgm:cxn modelId="{A0698E0F-350A-4C8A-89F0-8006D8266B8A}" type="presParOf" srcId="{E65186C8-B863-4295-8BD0-FDE607FBEA00}" destId="{40AA6305-87B5-446C-A0D7-F20B7061EB32}" srcOrd="3" destOrd="0" presId="urn:microsoft.com/office/officeart/2005/8/layout/orgChart1"/>
    <dgm:cxn modelId="{E1B1B8C5-97B0-4B4B-B111-BDEC9F8092AA}" type="presParOf" srcId="{40AA6305-87B5-446C-A0D7-F20B7061EB32}" destId="{DF313E65-37E0-47A2-BADF-4A1345D39F2F}" srcOrd="0" destOrd="0" presId="urn:microsoft.com/office/officeart/2005/8/layout/orgChart1"/>
    <dgm:cxn modelId="{23917036-6033-4467-8348-DC361FA191CB}" type="presParOf" srcId="{DF313E65-37E0-47A2-BADF-4A1345D39F2F}" destId="{235D8822-39D0-4808-8AFB-C4FE895C7339}" srcOrd="0" destOrd="0" presId="urn:microsoft.com/office/officeart/2005/8/layout/orgChart1"/>
    <dgm:cxn modelId="{96912E4E-2CE6-4BEF-998F-493FF7A0B4A0}" type="presParOf" srcId="{DF313E65-37E0-47A2-BADF-4A1345D39F2F}" destId="{380466E8-1DF7-4A2B-9F7D-7B411589C9CA}" srcOrd="1" destOrd="0" presId="urn:microsoft.com/office/officeart/2005/8/layout/orgChart1"/>
    <dgm:cxn modelId="{62E029B5-06B9-439E-BA57-34408A23F09B}" type="presParOf" srcId="{40AA6305-87B5-446C-A0D7-F20B7061EB32}" destId="{0C07C76C-E77C-474B-9099-AA844F9FCB9B}" srcOrd="1" destOrd="0" presId="urn:microsoft.com/office/officeart/2005/8/layout/orgChart1"/>
    <dgm:cxn modelId="{775DD8AD-E358-4140-A877-55B5F3483EE3}" type="presParOf" srcId="{0C07C76C-E77C-474B-9099-AA844F9FCB9B}" destId="{E2792D7C-4CCA-4F7C-B585-03458BCA3CC4}" srcOrd="0" destOrd="0" presId="urn:microsoft.com/office/officeart/2005/8/layout/orgChart1"/>
    <dgm:cxn modelId="{4E693827-2EA8-43CB-AE40-1C3C648CB464}" type="presParOf" srcId="{0C07C76C-E77C-474B-9099-AA844F9FCB9B}" destId="{91EDAEA5-D3E2-4C3D-B126-FEFF9BF64647}" srcOrd="1" destOrd="0" presId="urn:microsoft.com/office/officeart/2005/8/layout/orgChart1"/>
    <dgm:cxn modelId="{F8994065-399A-4057-995C-1084B6DE466D}" type="presParOf" srcId="{91EDAEA5-D3E2-4C3D-B126-FEFF9BF64647}" destId="{96FF3094-50DA-411D-99AC-B9ED17C255E5}" srcOrd="0" destOrd="0" presId="urn:microsoft.com/office/officeart/2005/8/layout/orgChart1"/>
    <dgm:cxn modelId="{D112B2E1-B8EF-4D32-B3FF-4AEEEE7E395C}" type="presParOf" srcId="{96FF3094-50DA-411D-99AC-B9ED17C255E5}" destId="{B4BC8DDA-5ACE-40B5-B743-6005B747D512}" srcOrd="0" destOrd="0" presId="urn:microsoft.com/office/officeart/2005/8/layout/orgChart1"/>
    <dgm:cxn modelId="{8ED3F61E-C65D-46A3-954F-A98E34637BC1}" type="presParOf" srcId="{96FF3094-50DA-411D-99AC-B9ED17C255E5}" destId="{9CC13974-927F-46FF-99EE-11ABC79CDC39}" srcOrd="1" destOrd="0" presId="urn:microsoft.com/office/officeart/2005/8/layout/orgChart1"/>
    <dgm:cxn modelId="{CEDE2AA8-DA58-46B9-BEED-C2058F1ABD72}" type="presParOf" srcId="{91EDAEA5-D3E2-4C3D-B126-FEFF9BF64647}" destId="{200203D0-E97F-4CD1-9246-A6DAAB6DF9A5}" srcOrd="1" destOrd="0" presId="urn:microsoft.com/office/officeart/2005/8/layout/orgChart1"/>
    <dgm:cxn modelId="{D81A0A8C-F684-40FD-8FB6-BBD160339CCE}" type="presParOf" srcId="{91EDAEA5-D3E2-4C3D-B126-FEFF9BF64647}" destId="{A2D9408C-B183-430B-895D-A720E84DE3FE}" srcOrd="2" destOrd="0" presId="urn:microsoft.com/office/officeart/2005/8/layout/orgChart1"/>
    <dgm:cxn modelId="{D5E39ED5-E4B7-44BC-B177-31EB9CC1C9E4}" type="presParOf" srcId="{0C07C76C-E77C-474B-9099-AA844F9FCB9B}" destId="{51D0D58F-B18E-4593-8CBE-1AEF3404E73E}" srcOrd="2" destOrd="0" presId="urn:microsoft.com/office/officeart/2005/8/layout/orgChart1"/>
    <dgm:cxn modelId="{1706F651-844B-491D-9DC3-EC2F2437EE54}" type="presParOf" srcId="{0C07C76C-E77C-474B-9099-AA844F9FCB9B}" destId="{C4E01FFC-F518-4C78-ABCF-3F3F82323F7F}" srcOrd="3" destOrd="0" presId="urn:microsoft.com/office/officeart/2005/8/layout/orgChart1"/>
    <dgm:cxn modelId="{B14D13D2-8F62-4F0F-9B2D-C1537CC3646F}" type="presParOf" srcId="{C4E01FFC-F518-4C78-ABCF-3F3F82323F7F}" destId="{98914B1A-C1AF-4A5C-BE81-CC19885E6520}" srcOrd="0" destOrd="0" presId="urn:microsoft.com/office/officeart/2005/8/layout/orgChart1"/>
    <dgm:cxn modelId="{8E237FCD-6522-4686-A8E5-46C25E1182FC}" type="presParOf" srcId="{98914B1A-C1AF-4A5C-BE81-CC19885E6520}" destId="{E4995FC4-5B92-43C2-A5BB-EF3FD41BF85F}" srcOrd="0" destOrd="0" presId="urn:microsoft.com/office/officeart/2005/8/layout/orgChart1"/>
    <dgm:cxn modelId="{E40EB4DE-2FEE-48C5-9ADB-89312B71A3DB}" type="presParOf" srcId="{98914B1A-C1AF-4A5C-BE81-CC19885E6520}" destId="{11B9CD11-9423-4931-97B2-72A2002E42CC}" srcOrd="1" destOrd="0" presId="urn:microsoft.com/office/officeart/2005/8/layout/orgChart1"/>
    <dgm:cxn modelId="{F47111C6-93C2-4A48-91CA-1C2C143BB1F8}" type="presParOf" srcId="{C4E01FFC-F518-4C78-ABCF-3F3F82323F7F}" destId="{597E8BEC-835A-46A5-8C24-601242766BE0}" srcOrd="1" destOrd="0" presId="urn:microsoft.com/office/officeart/2005/8/layout/orgChart1"/>
    <dgm:cxn modelId="{806AE0AA-7E0F-4A0C-BD58-B8583138544F}" type="presParOf" srcId="{C4E01FFC-F518-4C78-ABCF-3F3F82323F7F}" destId="{F77140D2-422C-4375-B0A2-1A256E194627}" srcOrd="2" destOrd="0" presId="urn:microsoft.com/office/officeart/2005/8/layout/orgChart1"/>
    <dgm:cxn modelId="{255C0947-6414-4B55-BF77-A6E178DE4AEF}" type="presParOf" srcId="{40AA6305-87B5-446C-A0D7-F20B7061EB32}" destId="{B175EB68-9861-4E34-BF4A-388245BD0E38}" srcOrd="2" destOrd="0" presId="urn:microsoft.com/office/officeart/2005/8/layout/orgChart1"/>
    <dgm:cxn modelId="{A7ED8193-1C44-48BD-AAE4-52B05A0C5781}" type="presParOf" srcId="{7ED45C7E-2729-44AA-A5C5-38A3133FAA52}" destId="{989EDF75-46CE-4954-9455-47392A100280}" srcOrd="2" destOrd="0" presId="urn:microsoft.com/office/officeart/2005/8/layout/orgChart1"/>
    <dgm:cxn modelId="{B064A5A2-2075-450C-AE24-2AE68667599F}" type="presParOf" srcId="{498D338A-B318-4C1A-AC59-5606895A562B}" destId="{948D09F9-22CF-4576-8947-8492636FC24E}" srcOrd="2" destOrd="0" presId="urn:microsoft.com/office/officeart/2005/8/layout/orgChart1"/>
    <dgm:cxn modelId="{FFD00C3C-B856-444C-A644-CAA2F8142E7F}" type="presParOf" srcId="{498D338A-B318-4C1A-AC59-5606895A562B}" destId="{004BA204-992E-47D4-ADFB-3DE23924AF8D}" srcOrd="3" destOrd="0" presId="urn:microsoft.com/office/officeart/2005/8/layout/orgChart1"/>
    <dgm:cxn modelId="{FF0EC28A-4AA2-44E3-A56C-9B3AF13BBC5E}" type="presParOf" srcId="{004BA204-992E-47D4-ADFB-3DE23924AF8D}" destId="{026F56DC-5A29-4942-A546-21F9544F9262}" srcOrd="0" destOrd="0" presId="urn:microsoft.com/office/officeart/2005/8/layout/orgChart1"/>
    <dgm:cxn modelId="{2642EBD6-B5BD-4177-A661-0A19B393372F}" type="presParOf" srcId="{026F56DC-5A29-4942-A546-21F9544F9262}" destId="{0989219C-C314-4D2F-87B5-8F3AED4A5731}" srcOrd="0" destOrd="0" presId="urn:microsoft.com/office/officeart/2005/8/layout/orgChart1"/>
    <dgm:cxn modelId="{0449DC33-A1AA-46D0-B09C-1DCE4477014A}" type="presParOf" srcId="{026F56DC-5A29-4942-A546-21F9544F9262}" destId="{0CDFAA29-3CF4-4AF1-AF0A-53E2A73E024A}" srcOrd="1" destOrd="0" presId="urn:microsoft.com/office/officeart/2005/8/layout/orgChart1"/>
    <dgm:cxn modelId="{479719C2-EE18-4085-8EF7-1AA957CCF558}" type="presParOf" srcId="{004BA204-992E-47D4-ADFB-3DE23924AF8D}" destId="{B72DBF20-9A8B-42D0-AFB5-D9B95968E3F9}" srcOrd="1" destOrd="0" presId="urn:microsoft.com/office/officeart/2005/8/layout/orgChart1"/>
    <dgm:cxn modelId="{EEBA85C3-D673-481A-8113-87C8BCFA4A1A}" type="presParOf" srcId="{B72DBF20-9A8B-42D0-AFB5-D9B95968E3F9}" destId="{227A6273-B834-456D-9C15-C0C77BEFBFD7}" srcOrd="0" destOrd="0" presId="urn:microsoft.com/office/officeart/2005/8/layout/orgChart1"/>
    <dgm:cxn modelId="{9873D5AD-EB5D-4F5A-B68B-2B0EB87100BA}" type="presParOf" srcId="{B72DBF20-9A8B-42D0-AFB5-D9B95968E3F9}" destId="{89390C25-F5B7-4D75-8F72-237CA5A99C8E}" srcOrd="1" destOrd="0" presId="urn:microsoft.com/office/officeart/2005/8/layout/orgChart1"/>
    <dgm:cxn modelId="{8F285DC0-8E57-499A-A6AA-10C3A7344CB3}" type="presParOf" srcId="{89390C25-F5B7-4D75-8F72-237CA5A99C8E}" destId="{87A78D67-FA6A-47B3-A016-A23074737A8E}" srcOrd="0" destOrd="0" presId="urn:microsoft.com/office/officeart/2005/8/layout/orgChart1"/>
    <dgm:cxn modelId="{01D51E3C-85FD-4FD5-B578-92BB7E523FB6}" type="presParOf" srcId="{87A78D67-FA6A-47B3-A016-A23074737A8E}" destId="{7945EF7D-D79B-43DF-9DC8-FF1F5D70A987}" srcOrd="0" destOrd="0" presId="urn:microsoft.com/office/officeart/2005/8/layout/orgChart1"/>
    <dgm:cxn modelId="{21083301-0451-4112-B84E-77E196B003E9}" type="presParOf" srcId="{87A78D67-FA6A-47B3-A016-A23074737A8E}" destId="{A88F9582-DA85-4C11-9866-4ABB7151151C}" srcOrd="1" destOrd="0" presId="urn:microsoft.com/office/officeart/2005/8/layout/orgChart1"/>
    <dgm:cxn modelId="{FF6CC06D-93F8-457E-AB16-F0B76F781EA1}" type="presParOf" srcId="{89390C25-F5B7-4D75-8F72-237CA5A99C8E}" destId="{E770EAA6-F3BF-4C53-8922-806E072D47B3}" srcOrd="1" destOrd="0" presId="urn:microsoft.com/office/officeart/2005/8/layout/orgChart1"/>
    <dgm:cxn modelId="{5245166B-AC95-486F-8B1B-D19A228FDD48}" type="presParOf" srcId="{E770EAA6-F3BF-4C53-8922-806E072D47B3}" destId="{724E1DD2-4FA9-44EB-8400-831C6CB72DF8}" srcOrd="0" destOrd="0" presId="urn:microsoft.com/office/officeart/2005/8/layout/orgChart1"/>
    <dgm:cxn modelId="{2CE26B02-4FDF-4459-A5B2-CB134D1BEF54}" type="presParOf" srcId="{E770EAA6-F3BF-4C53-8922-806E072D47B3}" destId="{AA6BBC79-F5D5-465E-952F-DC4F2C10558C}" srcOrd="1" destOrd="0" presId="urn:microsoft.com/office/officeart/2005/8/layout/orgChart1"/>
    <dgm:cxn modelId="{88C3B3AC-802C-4EDD-A46E-9BD57B8606C5}" type="presParOf" srcId="{AA6BBC79-F5D5-465E-952F-DC4F2C10558C}" destId="{AF1AAC2B-FD34-4D02-9D58-31609BDC97E1}" srcOrd="0" destOrd="0" presId="urn:microsoft.com/office/officeart/2005/8/layout/orgChart1"/>
    <dgm:cxn modelId="{55EC7966-7977-4EC8-A7B7-0EF372D3472C}" type="presParOf" srcId="{AF1AAC2B-FD34-4D02-9D58-31609BDC97E1}" destId="{1D6BE0AD-8EF6-4F98-819B-4A61CF44654D}" srcOrd="0" destOrd="0" presId="urn:microsoft.com/office/officeart/2005/8/layout/orgChart1"/>
    <dgm:cxn modelId="{F4D8D6C0-9F0E-4DFC-9015-76F01A83741F}" type="presParOf" srcId="{AF1AAC2B-FD34-4D02-9D58-31609BDC97E1}" destId="{559931FA-E487-4C9F-93DE-F5EB69716A7D}" srcOrd="1" destOrd="0" presId="urn:microsoft.com/office/officeart/2005/8/layout/orgChart1"/>
    <dgm:cxn modelId="{DECB18B0-3149-4B0A-8DE8-29281D5B5781}" type="presParOf" srcId="{AA6BBC79-F5D5-465E-952F-DC4F2C10558C}" destId="{734AEF71-00EB-483F-91FB-111FD4159DF9}" srcOrd="1" destOrd="0" presId="urn:microsoft.com/office/officeart/2005/8/layout/orgChart1"/>
    <dgm:cxn modelId="{464AA27E-598F-4329-9DD1-1E31BBA4A54C}" type="presParOf" srcId="{AA6BBC79-F5D5-465E-952F-DC4F2C10558C}" destId="{7C6B47C5-01B2-43D2-AB02-FB12D4A29668}" srcOrd="2" destOrd="0" presId="urn:microsoft.com/office/officeart/2005/8/layout/orgChart1"/>
    <dgm:cxn modelId="{DB11C772-B63E-4E0D-9956-CEB4CF1106E9}" type="presParOf" srcId="{E770EAA6-F3BF-4C53-8922-806E072D47B3}" destId="{6AEE5C51-E4F8-493E-BB1D-2DAE57FDDACF}" srcOrd="2" destOrd="0" presId="urn:microsoft.com/office/officeart/2005/8/layout/orgChart1"/>
    <dgm:cxn modelId="{AA7EE5D9-D93E-49E7-B489-202DFB52D3EC}" type="presParOf" srcId="{E770EAA6-F3BF-4C53-8922-806E072D47B3}" destId="{183F59B7-CFD7-4884-BE9B-CF0366C01118}" srcOrd="3" destOrd="0" presId="urn:microsoft.com/office/officeart/2005/8/layout/orgChart1"/>
    <dgm:cxn modelId="{B4D67982-7CC2-4E54-89EF-4BF80A682B2F}" type="presParOf" srcId="{183F59B7-CFD7-4884-BE9B-CF0366C01118}" destId="{110AC2A1-B6D0-4FFA-8848-097AACDBD9AE}" srcOrd="0" destOrd="0" presId="urn:microsoft.com/office/officeart/2005/8/layout/orgChart1"/>
    <dgm:cxn modelId="{04813192-5A93-4F5B-970A-6A0644AE3393}" type="presParOf" srcId="{110AC2A1-B6D0-4FFA-8848-097AACDBD9AE}" destId="{EFB62E51-2FBD-4FE6-8570-558D6588DCA9}" srcOrd="0" destOrd="0" presId="urn:microsoft.com/office/officeart/2005/8/layout/orgChart1"/>
    <dgm:cxn modelId="{169D328A-AAD9-4E72-800C-4E0979603728}" type="presParOf" srcId="{110AC2A1-B6D0-4FFA-8848-097AACDBD9AE}" destId="{CA6EAABA-F45C-428C-A9B9-1F13141E8855}" srcOrd="1" destOrd="0" presId="urn:microsoft.com/office/officeart/2005/8/layout/orgChart1"/>
    <dgm:cxn modelId="{7EB4BAA0-4FF1-4469-94DB-E9A1C1F611A2}" type="presParOf" srcId="{183F59B7-CFD7-4884-BE9B-CF0366C01118}" destId="{D27B96E0-489E-4188-9550-889D7613627D}" srcOrd="1" destOrd="0" presId="urn:microsoft.com/office/officeart/2005/8/layout/orgChart1"/>
    <dgm:cxn modelId="{EB1E5515-FC85-41BE-BE7C-4C2670381C74}" type="presParOf" srcId="{183F59B7-CFD7-4884-BE9B-CF0366C01118}" destId="{424B14EB-F695-492D-86A8-C1D3B5B7F031}" srcOrd="2" destOrd="0" presId="urn:microsoft.com/office/officeart/2005/8/layout/orgChart1"/>
    <dgm:cxn modelId="{7E37D88F-7FF6-476F-8BF5-656552D28F27}" type="presParOf" srcId="{89390C25-F5B7-4D75-8F72-237CA5A99C8E}" destId="{3031988C-6CD0-4693-AB2B-EB18AA148835}" srcOrd="2" destOrd="0" presId="urn:microsoft.com/office/officeart/2005/8/layout/orgChart1"/>
    <dgm:cxn modelId="{0DE12CD5-98BE-4816-984B-F8CC18EA0F9B}" type="presParOf" srcId="{B72DBF20-9A8B-42D0-AFB5-D9B95968E3F9}" destId="{EAD3C0B2-4DA1-423C-B6D5-5FD1C5A42A3F}" srcOrd="2" destOrd="0" presId="urn:microsoft.com/office/officeart/2005/8/layout/orgChart1"/>
    <dgm:cxn modelId="{0215B0D0-0AF4-405B-B1C7-452DCE9556C4}" type="presParOf" srcId="{B72DBF20-9A8B-42D0-AFB5-D9B95968E3F9}" destId="{422D2BDA-E391-4DBE-9B81-3CA3FED38BB6}" srcOrd="3" destOrd="0" presId="urn:microsoft.com/office/officeart/2005/8/layout/orgChart1"/>
    <dgm:cxn modelId="{28FA2475-3118-4F05-8ED9-CA398FA53F4A}" type="presParOf" srcId="{422D2BDA-E391-4DBE-9B81-3CA3FED38BB6}" destId="{17B8D5A7-907D-4902-8C8F-B5718A3C52BC}" srcOrd="0" destOrd="0" presId="urn:microsoft.com/office/officeart/2005/8/layout/orgChart1"/>
    <dgm:cxn modelId="{81207366-7AC3-4D3A-AA2E-9B1C8727CAC3}" type="presParOf" srcId="{17B8D5A7-907D-4902-8C8F-B5718A3C52BC}" destId="{34C046C2-E372-489C-9E41-F151C1F961C3}" srcOrd="0" destOrd="0" presId="urn:microsoft.com/office/officeart/2005/8/layout/orgChart1"/>
    <dgm:cxn modelId="{6C6C9511-F18D-474E-ADD3-F92C76EB776A}" type="presParOf" srcId="{17B8D5A7-907D-4902-8C8F-B5718A3C52BC}" destId="{FD1C8CF4-1413-4C45-AB54-961A5715C5AF}" srcOrd="1" destOrd="0" presId="urn:microsoft.com/office/officeart/2005/8/layout/orgChart1"/>
    <dgm:cxn modelId="{9E0A731D-3B7C-4EDB-BAF8-E0E80C6B6D78}" type="presParOf" srcId="{422D2BDA-E391-4DBE-9B81-3CA3FED38BB6}" destId="{CE72ED2D-F687-4451-9D7F-F14C0742218C}" srcOrd="1" destOrd="0" presId="urn:microsoft.com/office/officeart/2005/8/layout/orgChart1"/>
    <dgm:cxn modelId="{EEBF920D-18ED-4917-820B-B23E9679C9FA}" type="presParOf" srcId="{CE72ED2D-F687-4451-9D7F-F14C0742218C}" destId="{CB0F243D-1049-4541-99B8-4DA3F4D2955D}" srcOrd="0" destOrd="0" presId="urn:microsoft.com/office/officeart/2005/8/layout/orgChart1"/>
    <dgm:cxn modelId="{47BA0F02-5F31-4093-A742-E2187EF105F1}" type="presParOf" srcId="{CE72ED2D-F687-4451-9D7F-F14C0742218C}" destId="{EB4C4C85-3C96-4538-9B45-3FC7D2F4E824}" srcOrd="1" destOrd="0" presId="urn:microsoft.com/office/officeart/2005/8/layout/orgChart1"/>
    <dgm:cxn modelId="{30EC3E69-25AA-4D42-A1B7-5CADF6567EB8}" type="presParOf" srcId="{EB4C4C85-3C96-4538-9B45-3FC7D2F4E824}" destId="{52B3E4A5-192D-455B-9231-D628796386E1}" srcOrd="0" destOrd="0" presId="urn:microsoft.com/office/officeart/2005/8/layout/orgChart1"/>
    <dgm:cxn modelId="{8FAD3469-A8E7-4161-B17B-51E8B9228E60}" type="presParOf" srcId="{52B3E4A5-192D-455B-9231-D628796386E1}" destId="{AF36AE36-F64C-4B62-9D11-00EB58CA1024}" srcOrd="0" destOrd="0" presId="urn:microsoft.com/office/officeart/2005/8/layout/orgChart1"/>
    <dgm:cxn modelId="{87056958-E5E0-47B3-AD26-B8FB3418A7C1}" type="presParOf" srcId="{52B3E4A5-192D-455B-9231-D628796386E1}" destId="{BBBF4D60-FA8C-43ED-B5A2-DE21054030F7}" srcOrd="1" destOrd="0" presId="urn:microsoft.com/office/officeart/2005/8/layout/orgChart1"/>
    <dgm:cxn modelId="{8CC6B027-3E32-489B-BA16-960791EA6413}" type="presParOf" srcId="{EB4C4C85-3C96-4538-9B45-3FC7D2F4E824}" destId="{12B90AEC-5505-43AB-9473-A645336DBA3C}" srcOrd="1" destOrd="0" presId="urn:microsoft.com/office/officeart/2005/8/layout/orgChart1"/>
    <dgm:cxn modelId="{FFDF822D-870F-49ED-AD67-06CFC1F4AFAC}" type="presParOf" srcId="{EB4C4C85-3C96-4538-9B45-3FC7D2F4E824}" destId="{0B6F2EB3-9E1E-47AD-AD43-73C0D7A35218}" srcOrd="2" destOrd="0" presId="urn:microsoft.com/office/officeart/2005/8/layout/orgChart1"/>
    <dgm:cxn modelId="{4EE0FABE-2FC2-4220-B16A-A4CE76DAECCE}" type="presParOf" srcId="{CE72ED2D-F687-4451-9D7F-F14C0742218C}" destId="{1109DAD5-B0FD-4643-84E5-BA46BA1014DC}" srcOrd="2" destOrd="0" presId="urn:microsoft.com/office/officeart/2005/8/layout/orgChart1"/>
    <dgm:cxn modelId="{0B747403-7420-44FE-B6FD-72D4ADE3A67A}" type="presParOf" srcId="{CE72ED2D-F687-4451-9D7F-F14C0742218C}" destId="{1FD6D80C-180F-4E72-8A41-2BBAF406ECA7}" srcOrd="3" destOrd="0" presId="urn:microsoft.com/office/officeart/2005/8/layout/orgChart1"/>
    <dgm:cxn modelId="{62B90C31-2978-4C4D-992D-EE90A4A0A9C7}" type="presParOf" srcId="{1FD6D80C-180F-4E72-8A41-2BBAF406ECA7}" destId="{DFDB94F2-C3A7-4D1B-B838-3C194362446D}" srcOrd="0" destOrd="0" presId="urn:microsoft.com/office/officeart/2005/8/layout/orgChart1"/>
    <dgm:cxn modelId="{2F6F8150-53C5-45A3-8D6F-DF3F600BA87F}" type="presParOf" srcId="{DFDB94F2-C3A7-4D1B-B838-3C194362446D}" destId="{EA900CBB-0A2C-44DF-A9C7-49A442EA0B3E}" srcOrd="0" destOrd="0" presId="urn:microsoft.com/office/officeart/2005/8/layout/orgChart1"/>
    <dgm:cxn modelId="{D76A92FC-8674-4B86-BA63-860DD49A3A05}" type="presParOf" srcId="{DFDB94F2-C3A7-4D1B-B838-3C194362446D}" destId="{73642799-E38A-40B6-B604-CC530BB71680}" srcOrd="1" destOrd="0" presId="urn:microsoft.com/office/officeart/2005/8/layout/orgChart1"/>
    <dgm:cxn modelId="{45051694-AEE9-410A-B9EA-B5E97B37DC16}" type="presParOf" srcId="{1FD6D80C-180F-4E72-8A41-2BBAF406ECA7}" destId="{3E2162AE-0B82-400A-84E9-E366B42F04C7}" srcOrd="1" destOrd="0" presId="urn:microsoft.com/office/officeart/2005/8/layout/orgChart1"/>
    <dgm:cxn modelId="{F4DA65E7-78E5-4528-BB6F-E8F4D5C21F7C}" type="presParOf" srcId="{1FD6D80C-180F-4E72-8A41-2BBAF406ECA7}" destId="{DAF78D5C-B3BA-45BC-98D6-56AD681898BC}" srcOrd="2" destOrd="0" presId="urn:microsoft.com/office/officeart/2005/8/layout/orgChart1"/>
    <dgm:cxn modelId="{C4AFF239-CF34-4742-A534-ACD108FB91CD}" type="presParOf" srcId="{422D2BDA-E391-4DBE-9B81-3CA3FED38BB6}" destId="{4B23F4BB-1271-4D8D-899E-8EADD7607294}" srcOrd="2" destOrd="0" presId="urn:microsoft.com/office/officeart/2005/8/layout/orgChart1"/>
    <dgm:cxn modelId="{2EFCE1AF-A2D7-4C51-8CC0-5FC69A874E3A}" type="presParOf" srcId="{004BA204-992E-47D4-ADFB-3DE23924AF8D}" destId="{807BAA40-9730-47B4-B197-0F9DEA02C879}" srcOrd="2" destOrd="0" presId="urn:microsoft.com/office/officeart/2005/8/layout/orgChart1"/>
    <dgm:cxn modelId="{B81727F5-5158-4666-A53C-19FC0A331E86}" type="presParOf" srcId="{9E938D73-C132-42AB-BF68-C8997CA571EE}" destId="{693DEC09-B62E-4A25-9221-DE846C01F4F2}" srcOrd="2" destOrd="0" presId="urn:microsoft.com/office/officeart/2005/8/layout/orgChart1"/>
    <dgm:cxn modelId="{B5B5EE8D-5E16-4A78-A4A7-6B79A9E1D660}" type="presParOf" srcId="{4E840FA8-4E3A-4604-BCEC-B843E2A4E35C}" destId="{9F76752A-25B4-49D9-A349-CD7B3978C9A4}" srcOrd="2" destOrd="0" presId="urn:microsoft.com/office/officeart/2005/8/layout/orgChart1"/>
    <dgm:cxn modelId="{031F105C-994A-4FBB-BF97-2007F0040C2E}" type="presParOf" srcId="{F8EC14D5-8AD7-4BD2-B3AC-D48E9820818D}" destId="{9CCB7342-FAE2-497B-AEB0-07DF8BC2C34A}"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E4A8B8-F636-4E9F-B657-7EB6BC0AEEE0}"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US"/>
        </a:p>
      </dgm:t>
    </dgm:pt>
    <dgm:pt modelId="{E92442FD-2ACE-448A-A4CF-A4D98D8D4B1C}">
      <dgm:prSet phldrT="[Text]"/>
      <dgm:spPr/>
      <dgm:t>
        <a:bodyPr/>
        <a:lstStyle/>
        <a:p>
          <a:r>
            <a:rPr lang="en-US" dirty="0"/>
            <a:t>Start</a:t>
          </a:r>
        </a:p>
      </dgm:t>
    </dgm:pt>
    <dgm:pt modelId="{327C9478-A62F-4899-9DA0-B45AB4AE02D1}" type="parTrans" cxnId="{E98EC8B7-B423-47FA-8453-FD72A542F1C2}">
      <dgm:prSet/>
      <dgm:spPr/>
      <dgm:t>
        <a:bodyPr/>
        <a:lstStyle/>
        <a:p>
          <a:endParaRPr lang="en-US"/>
        </a:p>
      </dgm:t>
    </dgm:pt>
    <dgm:pt modelId="{A208916A-04F5-42F2-905D-0F1FA8CFFA5A}" type="sibTrans" cxnId="{E98EC8B7-B423-47FA-8453-FD72A542F1C2}">
      <dgm:prSet/>
      <dgm:spPr/>
      <dgm:t>
        <a:bodyPr/>
        <a:lstStyle/>
        <a:p>
          <a:endParaRPr lang="en-US"/>
        </a:p>
      </dgm:t>
    </dgm:pt>
    <dgm:pt modelId="{FB1FCE23-C5EE-4380-B971-57F94BB3A7D1}">
      <dgm:prSet phldrT="[Text]"/>
      <dgm:spPr/>
      <dgm:t>
        <a:bodyPr/>
        <a:lstStyle/>
        <a:p>
          <a:r>
            <a:rPr lang="en-US" dirty="0"/>
            <a:t>L</a:t>
          </a:r>
        </a:p>
      </dgm:t>
    </dgm:pt>
    <dgm:pt modelId="{491F97FD-98D4-40AB-9D61-16F313573C66}" type="parTrans" cxnId="{17D140D1-1D25-401F-9F82-7D6E007AE7A4}">
      <dgm:prSet/>
      <dgm:spPr/>
      <dgm:t>
        <a:bodyPr/>
        <a:lstStyle/>
        <a:p>
          <a:endParaRPr lang="en-US"/>
        </a:p>
      </dgm:t>
    </dgm:pt>
    <dgm:pt modelId="{D8B5E834-6AF1-43CB-B1A0-6D44F4735A08}" type="sibTrans" cxnId="{17D140D1-1D25-401F-9F82-7D6E007AE7A4}">
      <dgm:prSet/>
      <dgm:spPr/>
      <dgm:t>
        <a:bodyPr/>
        <a:lstStyle/>
        <a:p>
          <a:endParaRPr lang="en-US"/>
        </a:p>
      </dgm:t>
    </dgm:pt>
    <dgm:pt modelId="{010E06F3-D14F-4009-8C00-E1C02FDB1756}">
      <dgm:prSet phldrT="[Text]"/>
      <dgm:spPr/>
      <dgm:t>
        <a:bodyPr/>
        <a:lstStyle/>
        <a:p>
          <a:r>
            <a:rPr lang="en-US" dirty="0"/>
            <a:t>R</a:t>
          </a:r>
        </a:p>
      </dgm:t>
    </dgm:pt>
    <dgm:pt modelId="{C6611A42-816C-4C37-A393-C715658E8FF6}" type="parTrans" cxnId="{571BD558-7476-42AB-A064-1D3965FC31D6}">
      <dgm:prSet/>
      <dgm:spPr/>
      <dgm:t>
        <a:bodyPr/>
        <a:lstStyle/>
        <a:p>
          <a:endParaRPr lang="en-US"/>
        </a:p>
      </dgm:t>
    </dgm:pt>
    <dgm:pt modelId="{D40DE187-BE13-4437-942D-C3DA6C7F3D2A}" type="sibTrans" cxnId="{571BD558-7476-42AB-A064-1D3965FC31D6}">
      <dgm:prSet/>
      <dgm:spPr/>
      <dgm:t>
        <a:bodyPr/>
        <a:lstStyle/>
        <a:p>
          <a:endParaRPr lang="en-US"/>
        </a:p>
      </dgm:t>
    </dgm:pt>
    <dgm:pt modelId="{CE527801-7586-466E-A092-E9ADDCBC633C}">
      <dgm:prSet phldrT="[Text]"/>
      <dgm:spPr>
        <a:solidFill>
          <a:srgbClr val="FF0000"/>
        </a:solidFill>
      </dgm:spPr>
      <dgm:t>
        <a:bodyPr/>
        <a:lstStyle/>
        <a:p>
          <a:r>
            <a:rPr lang="en-US" dirty="0"/>
            <a:t>L</a:t>
          </a:r>
        </a:p>
      </dgm:t>
    </dgm:pt>
    <dgm:pt modelId="{18ACCB61-B928-4B0F-949D-E63234BA6821}" type="parTrans" cxnId="{742B8C5B-313E-42C4-BC56-537FD76B9189}">
      <dgm:prSet/>
      <dgm:spPr/>
      <dgm:t>
        <a:bodyPr/>
        <a:lstStyle/>
        <a:p>
          <a:endParaRPr lang="en-US"/>
        </a:p>
      </dgm:t>
    </dgm:pt>
    <dgm:pt modelId="{01A4F718-1180-4AB5-8DA2-7FFDADB32A9B}" type="sibTrans" cxnId="{742B8C5B-313E-42C4-BC56-537FD76B9189}">
      <dgm:prSet/>
      <dgm:spPr/>
      <dgm:t>
        <a:bodyPr/>
        <a:lstStyle/>
        <a:p>
          <a:endParaRPr lang="en-US"/>
        </a:p>
      </dgm:t>
    </dgm:pt>
    <dgm:pt modelId="{63FA2BBD-80FF-4B9E-88DF-CEAC20D605E5}">
      <dgm:prSet phldrT="[Text]"/>
      <dgm:spPr/>
      <dgm:t>
        <a:bodyPr/>
        <a:lstStyle/>
        <a:p>
          <a:r>
            <a:rPr lang="en-US" dirty="0"/>
            <a:t>R</a:t>
          </a:r>
        </a:p>
      </dgm:t>
    </dgm:pt>
    <dgm:pt modelId="{79E27A69-5610-4AB7-B456-174F6F2318A4}" type="parTrans" cxnId="{ED8ADADA-FE71-4ABC-91C3-055005D84224}">
      <dgm:prSet/>
      <dgm:spPr/>
      <dgm:t>
        <a:bodyPr/>
        <a:lstStyle/>
        <a:p>
          <a:endParaRPr lang="en-US"/>
        </a:p>
      </dgm:t>
    </dgm:pt>
    <dgm:pt modelId="{F886A4F1-C32F-4926-9F8D-06AF8EC5E212}" type="sibTrans" cxnId="{ED8ADADA-FE71-4ABC-91C3-055005D84224}">
      <dgm:prSet/>
      <dgm:spPr/>
      <dgm:t>
        <a:bodyPr/>
        <a:lstStyle/>
        <a:p>
          <a:endParaRPr lang="en-US"/>
        </a:p>
      </dgm:t>
    </dgm:pt>
    <dgm:pt modelId="{356073BC-9F2F-4898-AA27-FED1E6BFF039}">
      <dgm:prSet phldrT="[Text]"/>
      <dgm:spPr/>
      <dgm:t>
        <a:bodyPr/>
        <a:lstStyle/>
        <a:p>
          <a:r>
            <a:rPr lang="en-US" dirty="0"/>
            <a:t>L</a:t>
          </a:r>
        </a:p>
      </dgm:t>
    </dgm:pt>
    <dgm:pt modelId="{B212C243-1943-4575-8BAA-A5986283AF26}" type="parTrans" cxnId="{E7346CB4-F35C-47BC-9AA4-B1BA3D8D7CF1}">
      <dgm:prSet/>
      <dgm:spPr/>
      <dgm:t>
        <a:bodyPr/>
        <a:lstStyle/>
        <a:p>
          <a:endParaRPr lang="en-US"/>
        </a:p>
      </dgm:t>
    </dgm:pt>
    <dgm:pt modelId="{26C37DE9-5B2F-4B63-A249-A80800592C96}" type="sibTrans" cxnId="{E7346CB4-F35C-47BC-9AA4-B1BA3D8D7CF1}">
      <dgm:prSet/>
      <dgm:spPr/>
      <dgm:t>
        <a:bodyPr/>
        <a:lstStyle/>
        <a:p>
          <a:endParaRPr lang="en-US"/>
        </a:p>
      </dgm:t>
    </dgm:pt>
    <dgm:pt modelId="{CF9FAD85-0127-41D9-95B0-7475F012F2AD}">
      <dgm:prSet phldrT="[Text]"/>
      <dgm:spPr/>
      <dgm:t>
        <a:bodyPr/>
        <a:lstStyle/>
        <a:p>
          <a:r>
            <a:rPr lang="en-US" dirty="0"/>
            <a:t>R</a:t>
          </a:r>
        </a:p>
      </dgm:t>
    </dgm:pt>
    <dgm:pt modelId="{9FB9A5F2-76AF-498A-A8D0-F00E0AC41FB3}" type="parTrans" cxnId="{A1569189-7715-4921-B7D8-1354D8E81C7C}">
      <dgm:prSet/>
      <dgm:spPr/>
      <dgm:t>
        <a:bodyPr/>
        <a:lstStyle/>
        <a:p>
          <a:endParaRPr lang="en-US"/>
        </a:p>
      </dgm:t>
    </dgm:pt>
    <dgm:pt modelId="{AFE84C77-2A27-420D-910E-90356EED3A06}" type="sibTrans" cxnId="{A1569189-7715-4921-B7D8-1354D8E81C7C}">
      <dgm:prSet/>
      <dgm:spPr/>
      <dgm:t>
        <a:bodyPr/>
        <a:lstStyle/>
        <a:p>
          <a:endParaRPr lang="en-US"/>
        </a:p>
      </dgm:t>
    </dgm:pt>
    <dgm:pt modelId="{7224054A-1D33-4E45-AD37-955C9351438F}">
      <dgm:prSet phldrT="[Text]"/>
      <dgm:spPr/>
      <dgm:t>
        <a:bodyPr/>
        <a:lstStyle/>
        <a:p>
          <a:r>
            <a:rPr lang="en-US" dirty="0"/>
            <a:t>L</a:t>
          </a:r>
        </a:p>
      </dgm:t>
    </dgm:pt>
    <dgm:pt modelId="{248FA077-F9C5-4830-BE70-267B90EAF3A0}" type="parTrans" cxnId="{A33B1C52-B199-4A3B-9BDF-773202421E2D}">
      <dgm:prSet/>
      <dgm:spPr/>
      <dgm:t>
        <a:bodyPr/>
        <a:lstStyle/>
        <a:p>
          <a:endParaRPr lang="en-US"/>
        </a:p>
      </dgm:t>
    </dgm:pt>
    <dgm:pt modelId="{C52F6010-7D22-41F8-895F-D7B795409173}" type="sibTrans" cxnId="{A33B1C52-B199-4A3B-9BDF-773202421E2D}">
      <dgm:prSet/>
      <dgm:spPr/>
      <dgm:t>
        <a:bodyPr/>
        <a:lstStyle/>
        <a:p>
          <a:endParaRPr lang="en-US"/>
        </a:p>
      </dgm:t>
    </dgm:pt>
    <dgm:pt modelId="{F89EE146-027E-4636-B049-0C884101BDB2}">
      <dgm:prSet phldrT="[Text]"/>
      <dgm:spPr/>
      <dgm:t>
        <a:bodyPr/>
        <a:lstStyle/>
        <a:p>
          <a:r>
            <a:rPr lang="en-US" dirty="0"/>
            <a:t>R</a:t>
          </a:r>
        </a:p>
      </dgm:t>
    </dgm:pt>
    <dgm:pt modelId="{86051D5E-E567-484D-AE59-88F949D9D7B7}" type="parTrans" cxnId="{1A5F3862-7C1B-4E33-B71C-B1226F3D3F5B}">
      <dgm:prSet/>
      <dgm:spPr/>
      <dgm:t>
        <a:bodyPr/>
        <a:lstStyle/>
        <a:p>
          <a:endParaRPr lang="en-US"/>
        </a:p>
      </dgm:t>
    </dgm:pt>
    <dgm:pt modelId="{72B8AFCD-80EE-4347-BF25-E12E672EFC7E}" type="sibTrans" cxnId="{1A5F3862-7C1B-4E33-B71C-B1226F3D3F5B}">
      <dgm:prSet/>
      <dgm:spPr/>
      <dgm:t>
        <a:bodyPr/>
        <a:lstStyle/>
        <a:p>
          <a:endParaRPr lang="en-US"/>
        </a:p>
      </dgm:t>
    </dgm:pt>
    <dgm:pt modelId="{1F78D954-F352-4EB1-9A52-5330123C9C0B}">
      <dgm:prSet phldrT="[Text]"/>
      <dgm:spPr/>
      <dgm:t>
        <a:bodyPr/>
        <a:lstStyle/>
        <a:p>
          <a:r>
            <a:rPr lang="en-US" dirty="0"/>
            <a:t>L</a:t>
          </a:r>
        </a:p>
      </dgm:t>
    </dgm:pt>
    <dgm:pt modelId="{4F5F3D57-F484-43DB-B9B6-284359C17089}" type="parTrans" cxnId="{68CF4C73-2124-4953-B02D-FFF600FAEEF6}">
      <dgm:prSet/>
      <dgm:spPr/>
      <dgm:t>
        <a:bodyPr/>
        <a:lstStyle/>
        <a:p>
          <a:endParaRPr lang="en-US"/>
        </a:p>
      </dgm:t>
    </dgm:pt>
    <dgm:pt modelId="{6A4F3E83-30E5-4005-A900-2B16ED84A737}" type="sibTrans" cxnId="{68CF4C73-2124-4953-B02D-FFF600FAEEF6}">
      <dgm:prSet/>
      <dgm:spPr/>
      <dgm:t>
        <a:bodyPr/>
        <a:lstStyle/>
        <a:p>
          <a:endParaRPr lang="en-US"/>
        </a:p>
      </dgm:t>
    </dgm:pt>
    <dgm:pt modelId="{552088BA-DDCE-4110-8CFA-83366E709DE1}">
      <dgm:prSet phldrT="[Text]"/>
      <dgm:spPr/>
      <dgm:t>
        <a:bodyPr/>
        <a:lstStyle/>
        <a:p>
          <a:r>
            <a:rPr lang="en-US" dirty="0"/>
            <a:t>R</a:t>
          </a:r>
        </a:p>
      </dgm:t>
    </dgm:pt>
    <dgm:pt modelId="{00EF6BE7-E628-49F7-8310-919DD7FA489B}" type="parTrans" cxnId="{0EF37CF3-12B4-4826-8063-7B5A6C5AE6B7}">
      <dgm:prSet/>
      <dgm:spPr/>
      <dgm:t>
        <a:bodyPr/>
        <a:lstStyle/>
        <a:p>
          <a:endParaRPr lang="en-US"/>
        </a:p>
      </dgm:t>
    </dgm:pt>
    <dgm:pt modelId="{F8B6F5AE-BF8A-4CAF-B3CA-ABF1DF0C0903}" type="sibTrans" cxnId="{0EF37CF3-12B4-4826-8063-7B5A6C5AE6B7}">
      <dgm:prSet/>
      <dgm:spPr/>
      <dgm:t>
        <a:bodyPr/>
        <a:lstStyle/>
        <a:p>
          <a:endParaRPr lang="en-US"/>
        </a:p>
      </dgm:t>
    </dgm:pt>
    <dgm:pt modelId="{0A9E8851-2B0B-465F-BD9D-916FC6F65CC0}">
      <dgm:prSet phldrT="[Text]"/>
      <dgm:spPr/>
      <dgm:t>
        <a:bodyPr/>
        <a:lstStyle/>
        <a:p>
          <a:r>
            <a:rPr lang="en-US" dirty="0"/>
            <a:t>L</a:t>
          </a:r>
        </a:p>
      </dgm:t>
    </dgm:pt>
    <dgm:pt modelId="{0F353F8C-AD3B-423D-883C-130E281480F0}" type="parTrans" cxnId="{A40C16CA-AA13-4FDB-A527-CBB7D1191A8A}">
      <dgm:prSet/>
      <dgm:spPr/>
      <dgm:t>
        <a:bodyPr/>
        <a:lstStyle/>
        <a:p>
          <a:endParaRPr lang="en-US"/>
        </a:p>
      </dgm:t>
    </dgm:pt>
    <dgm:pt modelId="{1DE734A5-CD78-4927-A3B3-DE6693C842C9}" type="sibTrans" cxnId="{A40C16CA-AA13-4FDB-A527-CBB7D1191A8A}">
      <dgm:prSet/>
      <dgm:spPr/>
      <dgm:t>
        <a:bodyPr/>
        <a:lstStyle/>
        <a:p>
          <a:endParaRPr lang="en-US"/>
        </a:p>
      </dgm:t>
    </dgm:pt>
    <dgm:pt modelId="{99498B94-82B0-4C9E-85A7-A25171D618D0}">
      <dgm:prSet phldrT="[Text]"/>
      <dgm:spPr/>
      <dgm:t>
        <a:bodyPr/>
        <a:lstStyle/>
        <a:p>
          <a:r>
            <a:rPr lang="en-US" dirty="0"/>
            <a:t>R</a:t>
          </a:r>
        </a:p>
      </dgm:t>
    </dgm:pt>
    <dgm:pt modelId="{169FC86B-6E36-4849-B97D-0D8355D05AD1}" type="parTrans" cxnId="{F678A101-F6B7-4CA4-871E-144A74795100}">
      <dgm:prSet/>
      <dgm:spPr/>
      <dgm:t>
        <a:bodyPr/>
        <a:lstStyle/>
        <a:p>
          <a:endParaRPr lang="en-US"/>
        </a:p>
      </dgm:t>
    </dgm:pt>
    <dgm:pt modelId="{25E1D319-B253-418B-967A-CBB8629A5BF5}" type="sibTrans" cxnId="{F678A101-F6B7-4CA4-871E-144A74795100}">
      <dgm:prSet/>
      <dgm:spPr/>
      <dgm:t>
        <a:bodyPr/>
        <a:lstStyle/>
        <a:p>
          <a:endParaRPr lang="en-US"/>
        </a:p>
      </dgm:t>
    </dgm:pt>
    <dgm:pt modelId="{F2310ED2-BE20-4DB9-A8ED-B0851CE7702C}">
      <dgm:prSet phldrT="[Text]"/>
      <dgm:spPr/>
      <dgm:t>
        <a:bodyPr/>
        <a:lstStyle/>
        <a:p>
          <a:r>
            <a:rPr lang="en-US" dirty="0"/>
            <a:t>L</a:t>
          </a:r>
        </a:p>
      </dgm:t>
    </dgm:pt>
    <dgm:pt modelId="{8025B1D9-49B7-4DE0-87AA-EC2C6C327C9D}" type="parTrans" cxnId="{9583F14B-4810-456B-9A71-0572E4FD1BAD}">
      <dgm:prSet/>
      <dgm:spPr/>
      <dgm:t>
        <a:bodyPr/>
        <a:lstStyle/>
        <a:p>
          <a:endParaRPr lang="en-US"/>
        </a:p>
      </dgm:t>
    </dgm:pt>
    <dgm:pt modelId="{572107A1-828C-43B6-B74D-08565A54B650}" type="sibTrans" cxnId="{9583F14B-4810-456B-9A71-0572E4FD1BAD}">
      <dgm:prSet/>
      <dgm:spPr/>
      <dgm:t>
        <a:bodyPr/>
        <a:lstStyle/>
        <a:p>
          <a:endParaRPr lang="en-US"/>
        </a:p>
      </dgm:t>
    </dgm:pt>
    <dgm:pt modelId="{D5A8C7F5-9E4E-4168-9768-1CA79AADD144}">
      <dgm:prSet phldrT="[Text]"/>
      <dgm:spPr/>
      <dgm:t>
        <a:bodyPr/>
        <a:lstStyle/>
        <a:p>
          <a:r>
            <a:rPr lang="en-US" dirty="0"/>
            <a:t>R</a:t>
          </a:r>
        </a:p>
      </dgm:t>
    </dgm:pt>
    <dgm:pt modelId="{BFB8A316-04AD-4433-B20C-BD447C077D46}" type="parTrans" cxnId="{842004D8-A2E2-491F-BF01-19EAFD824CB6}">
      <dgm:prSet/>
      <dgm:spPr/>
      <dgm:t>
        <a:bodyPr/>
        <a:lstStyle/>
        <a:p>
          <a:endParaRPr lang="en-US"/>
        </a:p>
      </dgm:t>
    </dgm:pt>
    <dgm:pt modelId="{7DF8B513-8343-413F-83FC-7D69D92E2E87}" type="sibTrans" cxnId="{842004D8-A2E2-491F-BF01-19EAFD824CB6}">
      <dgm:prSet/>
      <dgm:spPr/>
      <dgm:t>
        <a:bodyPr/>
        <a:lstStyle/>
        <a:p>
          <a:endParaRPr lang="en-US"/>
        </a:p>
      </dgm:t>
    </dgm:pt>
    <dgm:pt modelId="{3F911611-72B5-4828-90CF-16AA6E2602AC}">
      <dgm:prSet phldrT="[Text]"/>
      <dgm:spPr/>
      <dgm:t>
        <a:bodyPr/>
        <a:lstStyle/>
        <a:p>
          <a:r>
            <a:rPr lang="en-US" dirty="0"/>
            <a:t>L</a:t>
          </a:r>
        </a:p>
      </dgm:t>
    </dgm:pt>
    <dgm:pt modelId="{6457BB44-EB04-4D30-AFD5-FC66710D87C0}" type="parTrans" cxnId="{57445DB8-FD9D-4DE7-8A07-5673C630286E}">
      <dgm:prSet/>
      <dgm:spPr/>
      <dgm:t>
        <a:bodyPr/>
        <a:lstStyle/>
        <a:p>
          <a:endParaRPr lang="en-US"/>
        </a:p>
      </dgm:t>
    </dgm:pt>
    <dgm:pt modelId="{1C6588F1-1571-4A45-AF8C-10DC7B8DDC38}" type="sibTrans" cxnId="{57445DB8-FD9D-4DE7-8A07-5673C630286E}">
      <dgm:prSet/>
      <dgm:spPr/>
      <dgm:t>
        <a:bodyPr/>
        <a:lstStyle/>
        <a:p>
          <a:endParaRPr lang="en-US"/>
        </a:p>
      </dgm:t>
    </dgm:pt>
    <dgm:pt modelId="{1E6788D2-113D-46BD-9B94-ACE782A57BB2}">
      <dgm:prSet phldrT="[Text]"/>
      <dgm:spPr/>
      <dgm:t>
        <a:bodyPr/>
        <a:lstStyle/>
        <a:p>
          <a:r>
            <a:rPr lang="en-US" dirty="0"/>
            <a:t>R</a:t>
          </a:r>
        </a:p>
      </dgm:t>
    </dgm:pt>
    <dgm:pt modelId="{13774E0A-C695-443B-A662-576C78D5544E}" type="parTrans" cxnId="{FF6D509A-428D-4986-AC6F-A1FD8C5C53A5}">
      <dgm:prSet/>
      <dgm:spPr/>
      <dgm:t>
        <a:bodyPr/>
        <a:lstStyle/>
        <a:p>
          <a:endParaRPr lang="en-US"/>
        </a:p>
      </dgm:t>
    </dgm:pt>
    <dgm:pt modelId="{28B6DA8F-08F3-4081-8F29-6179BC45B658}" type="sibTrans" cxnId="{FF6D509A-428D-4986-AC6F-A1FD8C5C53A5}">
      <dgm:prSet/>
      <dgm:spPr/>
      <dgm:t>
        <a:bodyPr/>
        <a:lstStyle/>
        <a:p>
          <a:endParaRPr lang="en-US"/>
        </a:p>
      </dgm:t>
    </dgm:pt>
    <dgm:pt modelId="{4301D959-4006-41CD-BA36-C9BFF696E535}">
      <dgm:prSet phldrT="[Text]"/>
      <dgm:spPr/>
      <dgm:t>
        <a:bodyPr/>
        <a:lstStyle/>
        <a:p>
          <a:r>
            <a:rPr lang="en-US" dirty="0"/>
            <a:t>L</a:t>
          </a:r>
        </a:p>
      </dgm:t>
    </dgm:pt>
    <dgm:pt modelId="{21FC9697-73F5-475E-92CF-48FD01A209AB}" type="parTrans" cxnId="{09F3440A-69F5-43F5-AFD1-E35EF1335002}">
      <dgm:prSet/>
      <dgm:spPr/>
      <dgm:t>
        <a:bodyPr/>
        <a:lstStyle/>
        <a:p>
          <a:endParaRPr lang="en-US"/>
        </a:p>
      </dgm:t>
    </dgm:pt>
    <dgm:pt modelId="{1F4D3102-3830-4890-A1D9-A3903685BDA7}" type="sibTrans" cxnId="{09F3440A-69F5-43F5-AFD1-E35EF1335002}">
      <dgm:prSet/>
      <dgm:spPr/>
      <dgm:t>
        <a:bodyPr/>
        <a:lstStyle/>
        <a:p>
          <a:endParaRPr lang="en-US"/>
        </a:p>
      </dgm:t>
    </dgm:pt>
    <dgm:pt modelId="{11BC31E2-A728-42DC-8C72-B0D58E65180F}">
      <dgm:prSet phldrT="[Text]"/>
      <dgm:spPr>
        <a:solidFill>
          <a:srgbClr val="FF0000"/>
        </a:solidFill>
      </dgm:spPr>
      <dgm:t>
        <a:bodyPr/>
        <a:lstStyle/>
        <a:p>
          <a:r>
            <a:rPr lang="en-US" dirty="0"/>
            <a:t>R</a:t>
          </a:r>
        </a:p>
      </dgm:t>
    </dgm:pt>
    <dgm:pt modelId="{E1CC0BB2-E20F-4A41-A8EB-6B2C333C4D4F}" type="sibTrans" cxnId="{A6CFC853-174D-4F17-A5AD-1911D9BCCB28}">
      <dgm:prSet/>
      <dgm:spPr/>
      <dgm:t>
        <a:bodyPr/>
        <a:lstStyle/>
        <a:p>
          <a:endParaRPr lang="en-US"/>
        </a:p>
      </dgm:t>
    </dgm:pt>
    <dgm:pt modelId="{E71F119C-1F93-4BCA-9C30-C8B3905C75C0}" type="parTrans" cxnId="{A6CFC853-174D-4F17-A5AD-1911D9BCCB28}">
      <dgm:prSet/>
      <dgm:spPr/>
      <dgm:t>
        <a:bodyPr/>
        <a:lstStyle/>
        <a:p>
          <a:endParaRPr lang="en-US"/>
        </a:p>
      </dgm:t>
    </dgm:pt>
    <dgm:pt modelId="{CB12145E-D9B8-47E6-AFD3-D3A998645847}" type="pres">
      <dgm:prSet presAssocID="{B4E4A8B8-F636-4E9F-B657-7EB6BC0AEEE0}" presName="hierChild1" presStyleCnt="0">
        <dgm:presLayoutVars>
          <dgm:orgChart val="1"/>
          <dgm:chPref val="1"/>
          <dgm:dir/>
          <dgm:animOne val="branch"/>
          <dgm:animLvl val="lvl"/>
          <dgm:resizeHandles/>
        </dgm:presLayoutVars>
      </dgm:prSet>
      <dgm:spPr/>
    </dgm:pt>
    <dgm:pt modelId="{F8EC14D5-8AD7-4BD2-B3AC-D48E9820818D}" type="pres">
      <dgm:prSet presAssocID="{E92442FD-2ACE-448A-A4CF-A4D98D8D4B1C}" presName="hierRoot1" presStyleCnt="0">
        <dgm:presLayoutVars>
          <dgm:hierBranch val="init"/>
        </dgm:presLayoutVars>
      </dgm:prSet>
      <dgm:spPr/>
    </dgm:pt>
    <dgm:pt modelId="{3C05E817-FE1B-458B-AECE-FD91995CA1A0}" type="pres">
      <dgm:prSet presAssocID="{E92442FD-2ACE-448A-A4CF-A4D98D8D4B1C}" presName="rootComposite1" presStyleCnt="0"/>
      <dgm:spPr/>
    </dgm:pt>
    <dgm:pt modelId="{9716B6D7-C5FD-4C90-A6CC-E6D62CE51A0F}" type="pres">
      <dgm:prSet presAssocID="{E92442FD-2ACE-448A-A4CF-A4D98D8D4B1C}" presName="rootText1" presStyleLbl="node0" presStyleIdx="0" presStyleCnt="1">
        <dgm:presLayoutVars>
          <dgm:chPref val="3"/>
        </dgm:presLayoutVars>
      </dgm:prSet>
      <dgm:spPr/>
    </dgm:pt>
    <dgm:pt modelId="{521AA79C-2196-4C55-943B-FD1E9564362E}" type="pres">
      <dgm:prSet presAssocID="{E92442FD-2ACE-448A-A4CF-A4D98D8D4B1C}" presName="rootConnector1" presStyleLbl="node1" presStyleIdx="0" presStyleCnt="0"/>
      <dgm:spPr/>
    </dgm:pt>
    <dgm:pt modelId="{665B9A68-E4DE-4F8D-A5D6-1329E090EC31}" type="pres">
      <dgm:prSet presAssocID="{E92442FD-2ACE-448A-A4CF-A4D98D8D4B1C}" presName="hierChild2" presStyleCnt="0"/>
      <dgm:spPr/>
    </dgm:pt>
    <dgm:pt modelId="{4F720F44-AD9D-4257-ABD3-8EDA3943504C}" type="pres">
      <dgm:prSet presAssocID="{E71F119C-1F93-4BCA-9C30-C8B3905C75C0}" presName="Name37" presStyleLbl="parChTrans1D2" presStyleIdx="0" presStyleCnt="2"/>
      <dgm:spPr/>
    </dgm:pt>
    <dgm:pt modelId="{B0EA15A9-3531-4209-BE82-74BC58170762}" type="pres">
      <dgm:prSet presAssocID="{11BC31E2-A728-42DC-8C72-B0D58E65180F}" presName="hierRoot2" presStyleCnt="0">
        <dgm:presLayoutVars>
          <dgm:hierBranch val="init"/>
        </dgm:presLayoutVars>
      </dgm:prSet>
      <dgm:spPr/>
    </dgm:pt>
    <dgm:pt modelId="{C3F9FACD-0209-45DE-BD1D-125F0055361A}" type="pres">
      <dgm:prSet presAssocID="{11BC31E2-A728-42DC-8C72-B0D58E65180F}" presName="rootComposite" presStyleCnt="0"/>
      <dgm:spPr/>
    </dgm:pt>
    <dgm:pt modelId="{5DF92FED-196E-4B50-98B2-77F75AD04745}" type="pres">
      <dgm:prSet presAssocID="{11BC31E2-A728-42DC-8C72-B0D58E65180F}" presName="rootText" presStyleLbl="node2" presStyleIdx="0" presStyleCnt="2">
        <dgm:presLayoutVars>
          <dgm:chPref val="3"/>
        </dgm:presLayoutVars>
      </dgm:prSet>
      <dgm:spPr/>
    </dgm:pt>
    <dgm:pt modelId="{9A160C19-51B4-4FEC-8983-BD9E2B56FA15}" type="pres">
      <dgm:prSet presAssocID="{11BC31E2-A728-42DC-8C72-B0D58E65180F}" presName="rootConnector" presStyleLbl="node2" presStyleIdx="0" presStyleCnt="2"/>
      <dgm:spPr/>
    </dgm:pt>
    <dgm:pt modelId="{B89E2C89-7BE9-403B-8B90-F193D127B70B}" type="pres">
      <dgm:prSet presAssocID="{11BC31E2-A728-42DC-8C72-B0D58E65180F}" presName="hierChild4" presStyleCnt="0"/>
      <dgm:spPr/>
    </dgm:pt>
    <dgm:pt modelId="{73B81893-FF0F-46D6-88FB-D53A123B53BE}" type="pres">
      <dgm:prSet presAssocID="{11BC31E2-A728-42DC-8C72-B0D58E65180F}" presName="hierChild5" presStyleCnt="0"/>
      <dgm:spPr/>
    </dgm:pt>
    <dgm:pt modelId="{D72D1D29-5D76-489A-AA68-86B1E7797A74}" type="pres">
      <dgm:prSet presAssocID="{491F97FD-98D4-40AB-9D61-16F313573C66}" presName="Name37" presStyleLbl="parChTrans1D2" presStyleIdx="1" presStyleCnt="2"/>
      <dgm:spPr/>
    </dgm:pt>
    <dgm:pt modelId="{4E840FA8-4E3A-4604-BCEC-B843E2A4E35C}" type="pres">
      <dgm:prSet presAssocID="{FB1FCE23-C5EE-4380-B971-57F94BB3A7D1}" presName="hierRoot2" presStyleCnt="0">
        <dgm:presLayoutVars>
          <dgm:hierBranch val="init"/>
        </dgm:presLayoutVars>
      </dgm:prSet>
      <dgm:spPr/>
    </dgm:pt>
    <dgm:pt modelId="{CC640E27-9121-491B-B49E-7E0EF46D8DD0}" type="pres">
      <dgm:prSet presAssocID="{FB1FCE23-C5EE-4380-B971-57F94BB3A7D1}" presName="rootComposite" presStyleCnt="0"/>
      <dgm:spPr/>
    </dgm:pt>
    <dgm:pt modelId="{812429EA-76AB-4057-909E-589F74553EEB}" type="pres">
      <dgm:prSet presAssocID="{FB1FCE23-C5EE-4380-B971-57F94BB3A7D1}" presName="rootText" presStyleLbl="node2" presStyleIdx="1" presStyleCnt="2">
        <dgm:presLayoutVars>
          <dgm:chPref val="3"/>
        </dgm:presLayoutVars>
      </dgm:prSet>
      <dgm:spPr/>
    </dgm:pt>
    <dgm:pt modelId="{01260309-148E-458D-BCF6-5E96359C8464}" type="pres">
      <dgm:prSet presAssocID="{FB1FCE23-C5EE-4380-B971-57F94BB3A7D1}" presName="rootConnector" presStyleLbl="node2" presStyleIdx="1" presStyleCnt="2"/>
      <dgm:spPr/>
    </dgm:pt>
    <dgm:pt modelId="{299DB62E-252D-4BB7-8A8F-846CACBDC6C3}" type="pres">
      <dgm:prSet presAssocID="{FB1FCE23-C5EE-4380-B971-57F94BB3A7D1}" presName="hierChild4" presStyleCnt="0"/>
      <dgm:spPr/>
    </dgm:pt>
    <dgm:pt modelId="{17A050E6-8C80-40B6-8253-57C7E6610665}" type="pres">
      <dgm:prSet presAssocID="{C6611A42-816C-4C37-A393-C715658E8FF6}" presName="Name37" presStyleLbl="parChTrans1D3" presStyleIdx="0" presStyleCnt="2"/>
      <dgm:spPr/>
    </dgm:pt>
    <dgm:pt modelId="{336F36E9-D0AE-47BB-822C-C63319EA5B95}" type="pres">
      <dgm:prSet presAssocID="{010E06F3-D14F-4009-8C00-E1C02FDB1756}" presName="hierRoot2" presStyleCnt="0">
        <dgm:presLayoutVars>
          <dgm:hierBranch val="init"/>
        </dgm:presLayoutVars>
      </dgm:prSet>
      <dgm:spPr/>
    </dgm:pt>
    <dgm:pt modelId="{9EF948C9-E261-484C-B5AB-4A0E8227B65C}" type="pres">
      <dgm:prSet presAssocID="{010E06F3-D14F-4009-8C00-E1C02FDB1756}" presName="rootComposite" presStyleCnt="0"/>
      <dgm:spPr/>
    </dgm:pt>
    <dgm:pt modelId="{34C935BD-96E3-4A76-8354-5D06F9378306}" type="pres">
      <dgm:prSet presAssocID="{010E06F3-D14F-4009-8C00-E1C02FDB1756}" presName="rootText" presStyleLbl="node3" presStyleIdx="0" presStyleCnt="2">
        <dgm:presLayoutVars>
          <dgm:chPref val="3"/>
        </dgm:presLayoutVars>
      </dgm:prSet>
      <dgm:spPr/>
    </dgm:pt>
    <dgm:pt modelId="{C9F305FD-A6BD-4698-82AA-3A737490EDE9}" type="pres">
      <dgm:prSet presAssocID="{010E06F3-D14F-4009-8C00-E1C02FDB1756}" presName="rootConnector" presStyleLbl="node3" presStyleIdx="0" presStyleCnt="2"/>
      <dgm:spPr/>
    </dgm:pt>
    <dgm:pt modelId="{73796ADA-641F-4192-9BB1-AD3562FA13AA}" type="pres">
      <dgm:prSet presAssocID="{010E06F3-D14F-4009-8C00-E1C02FDB1756}" presName="hierChild4" presStyleCnt="0"/>
      <dgm:spPr/>
    </dgm:pt>
    <dgm:pt modelId="{3202DF5B-76AA-4AFB-A857-269C65D66ADE}" type="pres">
      <dgm:prSet presAssocID="{79E27A69-5610-4AB7-B456-174F6F2318A4}" presName="Name37" presStyleLbl="parChTrans1D4" presStyleIdx="0" presStyleCnt="14"/>
      <dgm:spPr/>
    </dgm:pt>
    <dgm:pt modelId="{C33F6AD9-3E60-4107-BFA5-79F846E03D34}" type="pres">
      <dgm:prSet presAssocID="{63FA2BBD-80FF-4B9E-88DF-CEAC20D605E5}" presName="hierRoot2" presStyleCnt="0">
        <dgm:presLayoutVars>
          <dgm:hierBranch val="init"/>
        </dgm:presLayoutVars>
      </dgm:prSet>
      <dgm:spPr/>
    </dgm:pt>
    <dgm:pt modelId="{760C1316-8C3E-4B7C-A037-9176AB627BFF}" type="pres">
      <dgm:prSet presAssocID="{63FA2BBD-80FF-4B9E-88DF-CEAC20D605E5}" presName="rootComposite" presStyleCnt="0"/>
      <dgm:spPr/>
    </dgm:pt>
    <dgm:pt modelId="{D0E5BCB9-7F17-4550-A6A2-81273841E3AA}" type="pres">
      <dgm:prSet presAssocID="{63FA2BBD-80FF-4B9E-88DF-CEAC20D605E5}" presName="rootText" presStyleLbl="node4" presStyleIdx="0" presStyleCnt="14">
        <dgm:presLayoutVars>
          <dgm:chPref val="3"/>
        </dgm:presLayoutVars>
      </dgm:prSet>
      <dgm:spPr/>
    </dgm:pt>
    <dgm:pt modelId="{D831BF4A-5AE2-4DA1-AB11-F291DA397860}" type="pres">
      <dgm:prSet presAssocID="{63FA2BBD-80FF-4B9E-88DF-CEAC20D605E5}" presName="rootConnector" presStyleLbl="node4" presStyleIdx="0" presStyleCnt="14"/>
      <dgm:spPr/>
    </dgm:pt>
    <dgm:pt modelId="{A48BB902-96C0-4CFD-8100-9DC528C94694}" type="pres">
      <dgm:prSet presAssocID="{63FA2BBD-80FF-4B9E-88DF-CEAC20D605E5}" presName="hierChild4" presStyleCnt="0"/>
      <dgm:spPr/>
    </dgm:pt>
    <dgm:pt modelId="{8C15C331-7EAE-403D-97BA-2ABF4A9D7AFF}" type="pres">
      <dgm:prSet presAssocID="{86051D5E-E567-484D-AE59-88F949D9D7B7}" presName="Name37" presStyleLbl="parChTrans1D4" presStyleIdx="1" presStyleCnt="14"/>
      <dgm:spPr/>
    </dgm:pt>
    <dgm:pt modelId="{6DC5DF2A-4764-400A-8C16-62A3E3E52B07}" type="pres">
      <dgm:prSet presAssocID="{F89EE146-027E-4636-B049-0C884101BDB2}" presName="hierRoot2" presStyleCnt="0">
        <dgm:presLayoutVars>
          <dgm:hierBranch val="init"/>
        </dgm:presLayoutVars>
      </dgm:prSet>
      <dgm:spPr/>
    </dgm:pt>
    <dgm:pt modelId="{324E55FA-43D9-4B6D-BC31-55C5BD52D6E8}" type="pres">
      <dgm:prSet presAssocID="{F89EE146-027E-4636-B049-0C884101BDB2}" presName="rootComposite" presStyleCnt="0"/>
      <dgm:spPr/>
    </dgm:pt>
    <dgm:pt modelId="{DC5893F3-4495-417F-AB83-07FBD6B63A45}" type="pres">
      <dgm:prSet presAssocID="{F89EE146-027E-4636-B049-0C884101BDB2}" presName="rootText" presStyleLbl="node4" presStyleIdx="1" presStyleCnt="14">
        <dgm:presLayoutVars>
          <dgm:chPref val="3"/>
        </dgm:presLayoutVars>
      </dgm:prSet>
      <dgm:spPr/>
    </dgm:pt>
    <dgm:pt modelId="{EEFE3206-37B0-43A8-BC7C-089576B93E5E}" type="pres">
      <dgm:prSet presAssocID="{F89EE146-027E-4636-B049-0C884101BDB2}" presName="rootConnector" presStyleLbl="node4" presStyleIdx="1" presStyleCnt="14"/>
      <dgm:spPr/>
    </dgm:pt>
    <dgm:pt modelId="{E02FEECF-CA31-409B-85DC-CF297A4421E8}" type="pres">
      <dgm:prSet presAssocID="{F89EE146-027E-4636-B049-0C884101BDB2}" presName="hierChild4" presStyleCnt="0"/>
      <dgm:spPr/>
    </dgm:pt>
    <dgm:pt modelId="{474551C6-2CCC-4C6D-A804-A1E889156ACE}" type="pres">
      <dgm:prSet presAssocID="{13774E0A-C695-443B-A662-576C78D5544E}" presName="Name37" presStyleLbl="parChTrans1D4" presStyleIdx="2" presStyleCnt="14"/>
      <dgm:spPr/>
    </dgm:pt>
    <dgm:pt modelId="{C9E2995B-D265-4F25-950E-2B47F64D53F0}" type="pres">
      <dgm:prSet presAssocID="{1E6788D2-113D-46BD-9B94-ACE782A57BB2}" presName="hierRoot2" presStyleCnt="0">
        <dgm:presLayoutVars>
          <dgm:hierBranch val="init"/>
        </dgm:presLayoutVars>
      </dgm:prSet>
      <dgm:spPr/>
    </dgm:pt>
    <dgm:pt modelId="{9120C7A7-454C-40CF-9732-334F0C97D249}" type="pres">
      <dgm:prSet presAssocID="{1E6788D2-113D-46BD-9B94-ACE782A57BB2}" presName="rootComposite" presStyleCnt="0"/>
      <dgm:spPr/>
    </dgm:pt>
    <dgm:pt modelId="{45C61001-9692-4033-9647-F44E9328B7FA}" type="pres">
      <dgm:prSet presAssocID="{1E6788D2-113D-46BD-9B94-ACE782A57BB2}" presName="rootText" presStyleLbl="node4" presStyleIdx="2" presStyleCnt="14">
        <dgm:presLayoutVars>
          <dgm:chPref val="3"/>
        </dgm:presLayoutVars>
      </dgm:prSet>
      <dgm:spPr/>
    </dgm:pt>
    <dgm:pt modelId="{CD4C99FD-2757-44C3-A916-A84FFFB04195}" type="pres">
      <dgm:prSet presAssocID="{1E6788D2-113D-46BD-9B94-ACE782A57BB2}" presName="rootConnector" presStyleLbl="node4" presStyleIdx="2" presStyleCnt="14"/>
      <dgm:spPr/>
    </dgm:pt>
    <dgm:pt modelId="{7C1D89E4-86EB-46D4-A015-980F676BC650}" type="pres">
      <dgm:prSet presAssocID="{1E6788D2-113D-46BD-9B94-ACE782A57BB2}" presName="hierChild4" presStyleCnt="0"/>
      <dgm:spPr/>
    </dgm:pt>
    <dgm:pt modelId="{7BF0A969-1466-470B-8DA0-5B2449EAF803}" type="pres">
      <dgm:prSet presAssocID="{1E6788D2-113D-46BD-9B94-ACE782A57BB2}" presName="hierChild5" presStyleCnt="0"/>
      <dgm:spPr/>
    </dgm:pt>
    <dgm:pt modelId="{F1FE920B-3AA2-475D-805E-FC22B94E0527}" type="pres">
      <dgm:prSet presAssocID="{21FC9697-73F5-475E-92CF-48FD01A209AB}" presName="Name37" presStyleLbl="parChTrans1D4" presStyleIdx="3" presStyleCnt="14"/>
      <dgm:spPr/>
    </dgm:pt>
    <dgm:pt modelId="{A726AA7A-9A86-4942-BAE3-8F72546B68F1}" type="pres">
      <dgm:prSet presAssocID="{4301D959-4006-41CD-BA36-C9BFF696E535}" presName="hierRoot2" presStyleCnt="0">
        <dgm:presLayoutVars>
          <dgm:hierBranch val="init"/>
        </dgm:presLayoutVars>
      </dgm:prSet>
      <dgm:spPr/>
    </dgm:pt>
    <dgm:pt modelId="{003719C4-F628-44D8-A49B-15D7B4C72D0E}" type="pres">
      <dgm:prSet presAssocID="{4301D959-4006-41CD-BA36-C9BFF696E535}" presName="rootComposite" presStyleCnt="0"/>
      <dgm:spPr/>
    </dgm:pt>
    <dgm:pt modelId="{2EA205DE-2850-434F-9DCE-F7BBD45C5296}" type="pres">
      <dgm:prSet presAssocID="{4301D959-4006-41CD-BA36-C9BFF696E535}" presName="rootText" presStyleLbl="node4" presStyleIdx="3" presStyleCnt="14">
        <dgm:presLayoutVars>
          <dgm:chPref val="3"/>
        </dgm:presLayoutVars>
      </dgm:prSet>
      <dgm:spPr/>
    </dgm:pt>
    <dgm:pt modelId="{9A54629D-8BBB-4F85-B202-8A2E6AA2348D}" type="pres">
      <dgm:prSet presAssocID="{4301D959-4006-41CD-BA36-C9BFF696E535}" presName="rootConnector" presStyleLbl="node4" presStyleIdx="3" presStyleCnt="14"/>
      <dgm:spPr/>
    </dgm:pt>
    <dgm:pt modelId="{04064605-DC63-415F-8A62-EC4B5F5458FD}" type="pres">
      <dgm:prSet presAssocID="{4301D959-4006-41CD-BA36-C9BFF696E535}" presName="hierChild4" presStyleCnt="0"/>
      <dgm:spPr/>
    </dgm:pt>
    <dgm:pt modelId="{BC952954-8626-499A-964C-B7A83B7862A1}" type="pres">
      <dgm:prSet presAssocID="{4301D959-4006-41CD-BA36-C9BFF696E535}" presName="hierChild5" presStyleCnt="0"/>
      <dgm:spPr/>
    </dgm:pt>
    <dgm:pt modelId="{5D8947CE-24AD-4A7D-B580-F422B6360381}" type="pres">
      <dgm:prSet presAssocID="{F89EE146-027E-4636-B049-0C884101BDB2}" presName="hierChild5" presStyleCnt="0"/>
      <dgm:spPr/>
    </dgm:pt>
    <dgm:pt modelId="{76EB8F56-71C0-4B8A-B739-20D1C53828A3}" type="pres">
      <dgm:prSet presAssocID="{4F5F3D57-F484-43DB-B9B6-284359C17089}" presName="Name37" presStyleLbl="parChTrans1D4" presStyleIdx="4" presStyleCnt="14"/>
      <dgm:spPr/>
    </dgm:pt>
    <dgm:pt modelId="{6F16D401-44C6-42BB-B61F-61AA3BB310D6}" type="pres">
      <dgm:prSet presAssocID="{1F78D954-F352-4EB1-9A52-5330123C9C0B}" presName="hierRoot2" presStyleCnt="0">
        <dgm:presLayoutVars>
          <dgm:hierBranch val="init"/>
        </dgm:presLayoutVars>
      </dgm:prSet>
      <dgm:spPr/>
    </dgm:pt>
    <dgm:pt modelId="{DF59DC09-26A5-4872-8A17-FE1042350F63}" type="pres">
      <dgm:prSet presAssocID="{1F78D954-F352-4EB1-9A52-5330123C9C0B}" presName="rootComposite" presStyleCnt="0"/>
      <dgm:spPr/>
    </dgm:pt>
    <dgm:pt modelId="{4896A3A6-C494-475B-8A5C-FD5485CB433A}" type="pres">
      <dgm:prSet presAssocID="{1F78D954-F352-4EB1-9A52-5330123C9C0B}" presName="rootText" presStyleLbl="node4" presStyleIdx="4" presStyleCnt="14">
        <dgm:presLayoutVars>
          <dgm:chPref val="3"/>
        </dgm:presLayoutVars>
      </dgm:prSet>
      <dgm:spPr/>
    </dgm:pt>
    <dgm:pt modelId="{8467BB03-8AFA-41CB-A204-F96AC604CAFF}" type="pres">
      <dgm:prSet presAssocID="{1F78D954-F352-4EB1-9A52-5330123C9C0B}" presName="rootConnector" presStyleLbl="node4" presStyleIdx="4" presStyleCnt="14"/>
      <dgm:spPr/>
    </dgm:pt>
    <dgm:pt modelId="{B8AE428F-5057-4D26-AAA2-A785962B662E}" type="pres">
      <dgm:prSet presAssocID="{1F78D954-F352-4EB1-9A52-5330123C9C0B}" presName="hierChild4" presStyleCnt="0"/>
      <dgm:spPr/>
    </dgm:pt>
    <dgm:pt modelId="{11EABE32-0811-457F-8645-5C05F6ED89F8}" type="pres">
      <dgm:prSet presAssocID="{BFB8A316-04AD-4433-B20C-BD447C077D46}" presName="Name37" presStyleLbl="parChTrans1D4" presStyleIdx="5" presStyleCnt="14"/>
      <dgm:spPr/>
    </dgm:pt>
    <dgm:pt modelId="{F3DBDDE1-EB39-495F-A732-FD709D27C815}" type="pres">
      <dgm:prSet presAssocID="{D5A8C7F5-9E4E-4168-9768-1CA79AADD144}" presName="hierRoot2" presStyleCnt="0">
        <dgm:presLayoutVars>
          <dgm:hierBranch val="init"/>
        </dgm:presLayoutVars>
      </dgm:prSet>
      <dgm:spPr/>
    </dgm:pt>
    <dgm:pt modelId="{3561A1D6-3C49-4707-B315-FF63FF9F2571}" type="pres">
      <dgm:prSet presAssocID="{D5A8C7F5-9E4E-4168-9768-1CA79AADD144}" presName="rootComposite" presStyleCnt="0"/>
      <dgm:spPr/>
    </dgm:pt>
    <dgm:pt modelId="{B8F8DB5F-AFDC-45D7-8D2B-875D356B5FE9}" type="pres">
      <dgm:prSet presAssocID="{D5A8C7F5-9E4E-4168-9768-1CA79AADD144}" presName="rootText" presStyleLbl="node4" presStyleIdx="5" presStyleCnt="14">
        <dgm:presLayoutVars>
          <dgm:chPref val="3"/>
        </dgm:presLayoutVars>
      </dgm:prSet>
      <dgm:spPr/>
    </dgm:pt>
    <dgm:pt modelId="{17D683C7-CB45-42FF-ACE8-6EB475A17DB1}" type="pres">
      <dgm:prSet presAssocID="{D5A8C7F5-9E4E-4168-9768-1CA79AADD144}" presName="rootConnector" presStyleLbl="node4" presStyleIdx="5" presStyleCnt="14"/>
      <dgm:spPr/>
    </dgm:pt>
    <dgm:pt modelId="{F714F0DA-2063-4F5A-B1AD-8859018C7CA7}" type="pres">
      <dgm:prSet presAssocID="{D5A8C7F5-9E4E-4168-9768-1CA79AADD144}" presName="hierChild4" presStyleCnt="0"/>
      <dgm:spPr/>
    </dgm:pt>
    <dgm:pt modelId="{AE0C820A-2170-4E99-A728-C0591ADD8F6D}" type="pres">
      <dgm:prSet presAssocID="{D5A8C7F5-9E4E-4168-9768-1CA79AADD144}" presName="hierChild5" presStyleCnt="0"/>
      <dgm:spPr/>
    </dgm:pt>
    <dgm:pt modelId="{168FA171-359A-4057-B08D-8F120EECAD62}" type="pres">
      <dgm:prSet presAssocID="{6457BB44-EB04-4D30-AFD5-FC66710D87C0}" presName="Name37" presStyleLbl="parChTrans1D4" presStyleIdx="6" presStyleCnt="14"/>
      <dgm:spPr/>
    </dgm:pt>
    <dgm:pt modelId="{2A31EC1A-0E86-46E7-ACC3-D96599A6C442}" type="pres">
      <dgm:prSet presAssocID="{3F911611-72B5-4828-90CF-16AA6E2602AC}" presName="hierRoot2" presStyleCnt="0">
        <dgm:presLayoutVars>
          <dgm:hierBranch val="init"/>
        </dgm:presLayoutVars>
      </dgm:prSet>
      <dgm:spPr/>
    </dgm:pt>
    <dgm:pt modelId="{EC00861C-F485-4863-9B45-1F5E0533E946}" type="pres">
      <dgm:prSet presAssocID="{3F911611-72B5-4828-90CF-16AA6E2602AC}" presName="rootComposite" presStyleCnt="0"/>
      <dgm:spPr/>
    </dgm:pt>
    <dgm:pt modelId="{53625243-8155-4CD2-BF87-79F7005A71CA}" type="pres">
      <dgm:prSet presAssocID="{3F911611-72B5-4828-90CF-16AA6E2602AC}" presName="rootText" presStyleLbl="node4" presStyleIdx="6" presStyleCnt="14">
        <dgm:presLayoutVars>
          <dgm:chPref val="3"/>
        </dgm:presLayoutVars>
      </dgm:prSet>
      <dgm:spPr/>
    </dgm:pt>
    <dgm:pt modelId="{D3BD603A-70FF-4D85-B939-09D3C5815721}" type="pres">
      <dgm:prSet presAssocID="{3F911611-72B5-4828-90CF-16AA6E2602AC}" presName="rootConnector" presStyleLbl="node4" presStyleIdx="6" presStyleCnt="14"/>
      <dgm:spPr/>
    </dgm:pt>
    <dgm:pt modelId="{E7F8AAEB-5EA3-4975-809B-9A6845E1C8B6}" type="pres">
      <dgm:prSet presAssocID="{3F911611-72B5-4828-90CF-16AA6E2602AC}" presName="hierChild4" presStyleCnt="0"/>
      <dgm:spPr/>
    </dgm:pt>
    <dgm:pt modelId="{E9EFBC41-0E35-431E-B92C-5D3DD71C60D1}" type="pres">
      <dgm:prSet presAssocID="{3F911611-72B5-4828-90CF-16AA6E2602AC}" presName="hierChild5" presStyleCnt="0"/>
      <dgm:spPr/>
    </dgm:pt>
    <dgm:pt modelId="{6948B879-486E-425F-A93D-00631E65DF5B}" type="pres">
      <dgm:prSet presAssocID="{1F78D954-F352-4EB1-9A52-5330123C9C0B}" presName="hierChild5" presStyleCnt="0"/>
      <dgm:spPr/>
    </dgm:pt>
    <dgm:pt modelId="{E7B6A5E7-A87E-476D-8F71-1712A8C0FF5D}" type="pres">
      <dgm:prSet presAssocID="{63FA2BBD-80FF-4B9E-88DF-CEAC20D605E5}" presName="hierChild5" presStyleCnt="0"/>
      <dgm:spPr/>
    </dgm:pt>
    <dgm:pt modelId="{DD035075-3DB3-4842-BE24-9130DEE4D91D}" type="pres">
      <dgm:prSet presAssocID="{B212C243-1943-4575-8BAA-A5986283AF26}" presName="Name37" presStyleLbl="parChTrans1D4" presStyleIdx="7" presStyleCnt="14"/>
      <dgm:spPr/>
    </dgm:pt>
    <dgm:pt modelId="{DF1DFF5F-BAA3-4816-9CA4-247D0A1A9376}" type="pres">
      <dgm:prSet presAssocID="{356073BC-9F2F-4898-AA27-FED1E6BFF039}" presName="hierRoot2" presStyleCnt="0">
        <dgm:presLayoutVars>
          <dgm:hierBranch val="init"/>
        </dgm:presLayoutVars>
      </dgm:prSet>
      <dgm:spPr/>
    </dgm:pt>
    <dgm:pt modelId="{398B0B81-8D45-4E7C-ACFB-30556BFF927A}" type="pres">
      <dgm:prSet presAssocID="{356073BC-9F2F-4898-AA27-FED1E6BFF039}" presName="rootComposite" presStyleCnt="0"/>
      <dgm:spPr/>
    </dgm:pt>
    <dgm:pt modelId="{1F612F04-ED3B-4FBB-A2C3-8D0810F1C11A}" type="pres">
      <dgm:prSet presAssocID="{356073BC-9F2F-4898-AA27-FED1E6BFF039}" presName="rootText" presStyleLbl="node4" presStyleIdx="7" presStyleCnt="14">
        <dgm:presLayoutVars>
          <dgm:chPref val="3"/>
        </dgm:presLayoutVars>
      </dgm:prSet>
      <dgm:spPr/>
    </dgm:pt>
    <dgm:pt modelId="{DB8A46E0-8E1B-448D-AA75-077535C7E503}" type="pres">
      <dgm:prSet presAssocID="{356073BC-9F2F-4898-AA27-FED1E6BFF039}" presName="rootConnector" presStyleLbl="node4" presStyleIdx="7" presStyleCnt="14"/>
      <dgm:spPr/>
    </dgm:pt>
    <dgm:pt modelId="{5B981D9F-BEFE-42E0-BEF2-B078A2DDEF30}" type="pres">
      <dgm:prSet presAssocID="{356073BC-9F2F-4898-AA27-FED1E6BFF039}" presName="hierChild4" presStyleCnt="0"/>
      <dgm:spPr/>
    </dgm:pt>
    <dgm:pt modelId="{1A2C16F9-D66D-41FC-957A-CAEF5A832E55}" type="pres">
      <dgm:prSet presAssocID="{9FB9A5F2-76AF-498A-A8D0-F00E0AC41FB3}" presName="Name37" presStyleLbl="parChTrans1D4" presStyleIdx="8" presStyleCnt="14"/>
      <dgm:spPr/>
    </dgm:pt>
    <dgm:pt modelId="{0B9CFEB4-5AE0-46B2-97B6-6D5E976C260B}" type="pres">
      <dgm:prSet presAssocID="{CF9FAD85-0127-41D9-95B0-7475F012F2AD}" presName="hierRoot2" presStyleCnt="0">
        <dgm:presLayoutVars>
          <dgm:hierBranch val="init"/>
        </dgm:presLayoutVars>
      </dgm:prSet>
      <dgm:spPr/>
    </dgm:pt>
    <dgm:pt modelId="{F3796E1A-533E-435A-9421-4C8726CDAE0B}" type="pres">
      <dgm:prSet presAssocID="{CF9FAD85-0127-41D9-95B0-7475F012F2AD}" presName="rootComposite" presStyleCnt="0"/>
      <dgm:spPr/>
    </dgm:pt>
    <dgm:pt modelId="{67740D5B-DB2E-47A5-8F99-58C27D811E40}" type="pres">
      <dgm:prSet presAssocID="{CF9FAD85-0127-41D9-95B0-7475F012F2AD}" presName="rootText" presStyleLbl="node4" presStyleIdx="8" presStyleCnt="14">
        <dgm:presLayoutVars>
          <dgm:chPref val="3"/>
        </dgm:presLayoutVars>
      </dgm:prSet>
      <dgm:spPr/>
    </dgm:pt>
    <dgm:pt modelId="{F5C9BBB9-4354-40C5-85A4-13D9C5065F46}" type="pres">
      <dgm:prSet presAssocID="{CF9FAD85-0127-41D9-95B0-7475F012F2AD}" presName="rootConnector" presStyleLbl="node4" presStyleIdx="8" presStyleCnt="14"/>
      <dgm:spPr/>
    </dgm:pt>
    <dgm:pt modelId="{CD46ABB3-3CB2-40C9-AFB4-D4685465A6E2}" type="pres">
      <dgm:prSet presAssocID="{CF9FAD85-0127-41D9-95B0-7475F012F2AD}" presName="hierChild4" presStyleCnt="0"/>
      <dgm:spPr/>
    </dgm:pt>
    <dgm:pt modelId="{772E129A-8AF1-4245-AA91-DE3E79E788A7}" type="pres">
      <dgm:prSet presAssocID="{169FC86B-6E36-4849-B97D-0D8355D05AD1}" presName="Name37" presStyleLbl="parChTrans1D4" presStyleIdx="9" presStyleCnt="14"/>
      <dgm:spPr/>
    </dgm:pt>
    <dgm:pt modelId="{CEBDB99E-7E0C-47D3-9BC7-06FAF082C909}" type="pres">
      <dgm:prSet presAssocID="{99498B94-82B0-4C9E-85A7-A25171D618D0}" presName="hierRoot2" presStyleCnt="0">
        <dgm:presLayoutVars>
          <dgm:hierBranch val="init"/>
        </dgm:presLayoutVars>
      </dgm:prSet>
      <dgm:spPr/>
    </dgm:pt>
    <dgm:pt modelId="{264D80E3-8AB5-46DD-A075-756BC78BC005}" type="pres">
      <dgm:prSet presAssocID="{99498B94-82B0-4C9E-85A7-A25171D618D0}" presName="rootComposite" presStyleCnt="0"/>
      <dgm:spPr/>
    </dgm:pt>
    <dgm:pt modelId="{0ED0A472-9FA6-4AC6-832B-CF4BDD9C6638}" type="pres">
      <dgm:prSet presAssocID="{99498B94-82B0-4C9E-85A7-A25171D618D0}" presName="rootText" presStyleLbl="node4" presStyleIdx="9" presStyleCnt="14">
        <dgm:presLayoutVars>
          <dgm:chPref val="3"/>
        </dgm:presLayoutVars>
      </dgm:prSet>
      <dgm:spPr/>
    </dgm:pt>
    <dgm:pt modelId="{CA1488A9-89E3-4C5C-BD57-D8F9B6008528}" type="pres">
      <dgm:prSet presAssocID="{99498B94-82B0-4C9E-85A7-A25171D618D0}" presName="rootConnector" presStyleLbl="node4" presStyleIdx="9" presStyleCnt="14"/>
      <dgm:spPr/>
    </dgm:pt>
    <dgm:pt modelId="{5A9EDA78-53F7-41A8-9A67-C83750E82E84}" type="pres">
      <dgm:prSet presAssocID="{99498B94-82B0-4C9E-85A7-A25171D618D0}" presName="hierChild4" presStyleCnt="0"/>
      <dgm:spPr/>
    </dgm:pt>
    <dgm:pt modelId="{9AACD82F-C2B3-4A79-BFC8-2A008FAF11BF}" type="pres">
      <dgm:prSet presAssocID="{99498B94-82B0-4C9E-85A7-A25171D618D0}" presName="hierChild5" presStyleCnt="0"/>
      <dgm:spPr/>
    </dgm:pt>
    <dgm:pt modelId="{696E8115-CEBD-49D5-8A5A-16A02597002D}" type="pres">
      <dgm:prSet presAssocID="{8025B1D9-49B7-4DE0-87AA-EC2C6C327C9D}" presName="Name37" presStyleLbl="parChTrans1D4" presStyleIdx="10" presStyleCnt="14"/>
      <dgm:spPr/>
    </dgm:pt>
    <dgm:pt modelId="{55D2D3A9-16AC-4BAC-A830-30959531FEE8}" type="pres">
      <dgm:prSet presAssocID="{F2310ED2-BE20-4DB9-A8ED-B0851CE7702C}" presName="hierRoot2" presStyleCnt="0">
        <dgm:presLayoutVars>
          <dgm:hierBranch val="init"/>
        </dgm:presLayoutVars>
      </dgm:prSet>
      <dgm:spPr/>
    </dgm:pt>
    <dgm:pt modelId="{450FF690-0D56-4866-A5EA-D1086A37F331}" type="pres">
      <dgm:prSet presAssocID="{F2310ED2-BE20-4DB9-A8ED-B0851CE7702C}" presName="rootComposite" presStyleCnt="0"/>
      <dgm:spPr/>
    </dgm:pt>
    <dgm:pt modelId="{447B0FEC-BE73-43D7-8FE3-F020EB7C8314}" type="pres">
      <dgm:prSet presAssocID="{F2310ED2-BE20-4DB9-A8ED-B0851CE7702C}" presName="rootText" presStyleLbl="node4" presStyleIdx="10" presStyleCnt="14">
        <dgm:presLayoutVars>
          <dgm:chPref val="3"/>
        </dgm:presLayoutVars>
      </dgm:prSet>
      <dgm:spPr/>
    </dgm:pt>
    <dgm:pt modelId="{7B29C6BA-DA70-4117-8B10-617EE37274B5}" type="pres">
      <dgm:prSet presAssocID="{F2310ED2-BE20-4DB9-A8ED-B0851CE7702C}" presName="rootConnector" presStyleLbl="node4" presStyleIdx="10" presStyleCnt="14"/>
      <dgm:spPr/>
    </dgm:pt>
    <dgm:pt modelId="{56ED1D9B-24DE-44AC-BB89-7EEC5A87BC7B}" type="pres">
      <dgm:prSet presAssocID="{F2310ED2-BE20-4DB9-A8ED-B0851CE7702C}" presName="hierChild4" presStyleCnt="0"/>
      <dgm:spPr/>
    </dgm:pt>
    <dgm:pt modelId="{E0934872-828B-4A60-BCC7-A08F78D6F291}" type="pres">
      <dgm:prSet presAssocID="{F2310ED2-BE20-4DB9-A8ED-B0851CE7702C}" presName="hierChild5" presStyleCnt="0"/>
      <dgm:spPr/>
    </dgm:pt>
    <dgm:pt modelId="{D8A27F1A-5CCE-42E2-9529-3A77D9D78378}" type="pres">
      <dgm:prSet presAssocID="{CF9FAD85-0127-41D9-95B0-7475F012F2AD}" presName="hierChild5" presStyleCnt="0"/>
      <dgm:spPr/>
    </dgm:pt>
    <dgm:pt modelId="{405D4E12-57A6-4923-96FD-889844260D36}" type="pres">
      <dgm:prSet presAssocID="{248FA077-F9C5-4830-BE70-267B90EAF3A0}" presName="Name37" presStyleLbl="parChTrans1D4" presStyleIdx="11" presStyleCnt="14"/>
      <dgm:spPr/>
    </dgm:pt>
    <dgm:pt modelId="{534BBBFF-BC6C-45AF-91E5-6DEA076FD332}" type="pres">
      <dgm:prSet presAssocID="{7224054A-1D33-4E45-AD37-955C9351438F}" presName="hierRoot2" presStyleCnt="0">
        <dgm:presLayoutVars>
          <dgm:hierBranch val="init"/>
        </dgm:presLayoutVars>
      </dgm:prSet>
      <dgm:spPr/>
    </dgm:pt>
    <dgm:pt modelId="{D0BA877F-A99E-4876-BA99-4106842D601D}" type="pres">
      <dgm:prSet presAssocID="{7224054A-1D33-4E45-AD37-955C9351438F}" presName="rootComposite" presStyleCnt="0"/>
      <dgm:spPr/>
    </dgm:pt>
    <dgm:pt modelId="{4C1B5CE0-4E3A-4E63-B80C-9B65059AE664}" type="pres">
      <dgm:prSet presAssocID="{7224054A-1D33-4E45-AD37-955C9351438F}" presName="rootText" presStyleLbl="node4" presStyleIdx="11" presStyleCnt="14">
        <dgm:presLayoutVars>
          <dgm:chPref val="3"/>
        </dgm:presLayoutVars>
      </dgm:prSet>
      <dgm:spPr/>
    </dgm:pt>
    <dgm:pt modelId="{69214D0B-A7BD-4C9B-B0F2-1BD3623FA5B6}" type="pres">
      <dgm:prSet presAssocID="{7224054A-1D33-4E45-AD37-955C9351438F}" presName="rootConnector" presStyleLbl="node4" presStyleIdx="11" presStyleCnt="14"/>
      <dgm:spPr/>
    </dgm:pt>
    <dgm:pt modelId="{6CA92100-532B-4F95-B981-2699662E0B31}" type="pres">
      <dgm:prSet presAssocID="{7224054A-1D33-4E45-AD37-955C9351438F}" presName="hierChild4" presStyleCnt="0"/>
      <dgm:spPr/>
    </dgm:pt>
    <dgm:pt modelId="{DF1FC5B7-27DA-4A1F-A382-1594BC4446F6}" type="pres">
      <dgm:prSet presAssocID="{00EF6BE7-E628-49F7-8310-919DD7FA489B}" presName="Name37" presStyleLbl="parChTrans1D4" presStyleIdx="12" presStyleCnt="14"/>
      <dgm:spPr/>
    </dgm:pt>
    <dgm:pt modelId="{AEB1A2EB-2265-4713-A2D2-9545DB577AD6}" type="pres">
      <dgm:prSet presAssocID="{552088BA-DDCE-4110-8CFA-83366E709DE1}" presName="hierRoot2" presStyleCnt="0">
        <dgm:presLayoutVars>
          <dgm:hierBranch val="init"/>
        </dgm:presLayoutVars>
      </dgm:prSet>
      <dgm:spPr/>
    </dgm:pt>
    <dgm:pt modelId="{C1903891-1B82-47B5-A89E-90F9CEA9D738}" type="pres">
      <dgm:prSet presAssocID="{552088BA-DDCE-4110-8CFA-83366E709DE1}" presName="rootComposite" presStyleCnt="0"/>
      <dgm:spPr/>
    </dgm:pt>
    <dgm:pt modelId="{F4A4CCB3-7856-4315-8F0B-B676C416DB8D}" type="pres">
      <dgm:prSet presAssocID="{552088BA-DDCE-4110-8CFA-83366E709DE1}" presName="rootText" presStyleLbl="node4" presStyleIdx="12" presStyleCnt="14">
        <dgm:presLayoutVars>
          <dgm:chPref val="3"/>
        </dgm:presLayoutVars>
      </dgm:prSet>
      <dgm:spPr/>
    </dgm:pt>
    <dgm:pt modelId="{4A47C7EB-F31A-4D65-AC47-F4A928437CFD}" type="pres">
      <dgm:prSet presAssocID="{552088BA-DDCE-4110-8CFA-83366E709DE1}" presName="rootConnector" presStyleLbl="node4" presStyleIdx="12" presStyleCnt="14"/>
      <dgm:spPr/>
    </dgm:pt>
    <dgm:pt modelId="{5FD4EFA9-0E3F-45E8-B9B1-2774E0EA344D}" type="pres">
      <dgm:prSet presAssocID="{552088BA-DDCE-4110-8CFA-83366E709DE1}" presName="hierChild4" presStyleCnt="0"/>
      <dgm:spPr/>
    </dgm:pt>
    <dgm:pt modelId="{AA53D8B5-235A-4FE8-8FE0-9411E7BCE48A}" type="pres">
      <dgm:prSet presAssocID="{552088BA-DDCE-4110-8CFA-83366E709DE1}" presName="hierChild5" presStyleCnt="0"/>
      <dgm:spPr/>
    </dgm:pt>
    <dgm:pt modelId="{569CBC11-8200-4BBA-9AD0-1B0A95124085}" type="pres">
      <dgm:prSet presAssocID="{0F353F8C-AD3B-423D-883C-130E281480F0}" presName="Name37" presStyleLbl="parChTrans1D4" presStyleIdx="13" presStyleCnt="14"/>
      <dgm:spPr/>
    </dgm:pt>
    <dgm:pt modelId="{635F2D6B-F657-44ED-9D45-A1E6B852781C}" type="pres">
      <dgm:prSet presAssocID="{0A9E8851-2B0B-465F-BD9D-916FC6F65CC0}" presName="hierRoot2" presStyleCnt="0">
        <dgm:presLayoutVars>
          <dgm:hierBranch val="init"/>
        </dgm:presLayoutVars>
      </dgm:prSet>
      <dgm:spPr/>
    </dgm:pt>
    <dgm:pt modelId="{7F2FD320-060F-498D-9F55-C1A74E6860E2}" type="pres">
      <dgm:prSet presAssocID="{0A9E8851-2B0B-465F-BD9D-916FC6F65CC0}" presName="rootComposite" presStyleCnt="0"/>
      <dgm:spPr/>
    </dgm:pt>
    <dgm:pt modelId="{CD3CB240-35AF-448B-92EB-32B0568D678C}" type="pres">
      <dgm:prSet presAssocID="{0A9E8851-2B0B-465F-BD9D-916FC6F65CC0}" presName="rootText" presStyleLbl="node4" presStyleIdx="13" presStyleCnt="14">
        <dgm:presLayoutVars>
          <dgm:chPref val="3"/>
        </dgm:presLayoutVars>
      </dgm:prSet>
      <dgm:spPr/>
    </dgm:pt>
    <dgm:pt modelId="{3E9267DD-F735-4825-899D-2BCB549E0117}" type="pres">
      <dgm:prSet presAssocID="{0A9E8851-2B0B-465F-BD9D-916FC6F65CC0}" presName="rootConnector" presStyleLbl="node4" presStyleIdx="13" presStyleCnt="14"/>
      <dgm:spPr/>
    </dgm:pt>
    <dgm:pt modelId="{1895DF9F-40CC-438D-9618-EFEAE861868F}" type="pres">
      <dgm:prSet presAssocID="{0A9E8851-2B0B-465F-BD9D-916FC6F65CC0}" presName="hierChild4" presStyleCnt="0"/>
      <dgm:spPr/>
    </dgm:pt>
    <dgm:pt modelId="{15195738-2032-48FF-B8A9-27D4A817F169}" type="pres">
      <dgm:prSet presAssocID="{0A9E8851-2B0B-465F-BD9D-916FC6F65CC0}" presName="hierChild5" presStyleCnt="0"/>
      <dgm:spPr/>
    </dgm:pt>
    <dgm:pt modelId="{FA33E4E1-86AE-4477-A16A-83F71CCBD3BC}" type="pres">
      <dgm:prSet presAssocID="{7224054A-1D33-4E45-AD37-955C9351438F}" presName="hierChild5" presStyleCnt="0"/>
      <dgm:spPr/>
    </dgm:pt>
    <dgm:pt modelId="{44548B83-5D24-4F76-90DC-EE8CA0677788}" type="pres">
      <dgm:prSet presAssocID="{356073BC-9F2F-4898-AA27-FED1E6BFF039}" presName="hierChild5" presStyleCnt="0"/>
      <dgm:spPr/>
    </dgm:pt>
    <dgm:pt modelId="{5BEF65B3-B22B-489A-A618-6F2B0087F233}" type="pres">
      <dgm:prSet presAssocID="{010E06F3-D14F-4009-8C00-E1C02FDB1756}" presName="hierChild5" presStyleCnt="0"/>
      <dgm:spPr/>
    </dgm:pt>
    <dgm:pt modelId="{0996015A-67B7-4E43-BE54-53679AD9CD7D}" type="pres">
      <dgm:prSet presAssocID="{18ACCB61-B928-4B0F-949D-E63234BA6821}" presName="Name37" presStyleLbl="parChTrans1D3" presStyleIdx="1" presStyleCnt="2"/>
      <dgm:spPr/>
    </dgm:pt>
    <dgm:pt modelId="{9E938D73-C132-42AB-BF68-C8997CA571EE}" type="pres">
      <dgm:prSet presAssocID="{CE527801-7586-466E-A092-E9ADDCBC633C}" presName="hierRoot2" presStyleCnt="0">
        <dgm:presLayoutVars>
          <dgm:hierBranch val="init"/>
        </dgm:presLayoutVars>
      </dgm:prSet>
      <dgm:spPr/>
    </dgm:pt>
    <dgm:pt modelId="{331FCC6A-AB53-4FD0-BFBC-CD0247DCE34F}" type="pres">
      <dgm:prSet presAssocID="{CE527801-7586-466E-A092-E9ADDCBC633C}" presName="rootComposite" presStyleCnt="0"/>
      <dgm:spPr/>
    </dgm:pt>
    <dgm:pt modelId="{C010E59D-5733-4FE5-898B-4362B63AB610}" type="pres">
      <dgm:prSet presAssocID="{CE527801-7586-466E-A092-E9ADDCBC633C}" presName="rootText" presStyleLbl="node3" presStyleIdx="1" presStyleCnt="2">
        <dgm:presLayoutVars>
          <dgm:chPref val="3"/>
        </dgm:presLayoutVars>
      </dgm:prSet>
      <dgm:spPr/>
    </dgm:pt>
    <dgm:pt modelId="{8DB760A9-8DFE-432E-82DB-71C6B823AEB6}" type="pres">
      <dgm:prSet presAssocID="{CE527801-7586-466E-A092-E9ADDCBC633C}" presName="rootConnector" presStyleLbl="node3" presStyleIdx="1" presStyleCnt="2"/>
      <dgm:spPr/>
    </dgm:pt>
    <dgm:pt modelId="{498D338A-B318-4C1A-AC59-5606895A562B}" type="pres">
      <dgm:prSet presAssocID="{CE527801-7586-466E-A092-E9ADDCBC633C}" presName="hierChild4" presStyleCnt="0"/>
      <dgm:spPr/>
    </dgm:pt>
    <dgm:pt modelId="{693DEC09-B62E-4A25-9221-DE846C01F4F2}" type="pres">
      <dgm:prSet presAssocID="{CE527801-7586-466E-A092-E9ADDCBC633C}" presName="hierChild5" presStyleCnt="0"/>
      <dgm:spPr/>
    </dgm:pt>
    <dgm:pt modelId="{9F76752A-25B4-49D9-A349-CD7B3978C9A4}" type="pres">
      <dgm:prSet presAssocID="{FB1FCE23-C5EE-4380-B971-57F94BB3A7D1}" presName="hierChild5" presStyleCnt="0"/>
      <dgm:spPr/>
    </dgm:pt>
    <dgm:pt modelId="{9CCB7342-FAE2-497B-AEB0-07DF8BC2C34A}" type="pres">
      <dgm:prSet presAssocID="{E92442FD-2ACE-448A-A4CF-A4D98D8D4B1C}" presName="hierChild3" presStyleCnt="0"/>
      <dgm:spPr/>
    </dgm:pt>
  </dgm:ptLst>
  <dgm:cxnLst>
    <dgm:cxn modelId="{F678A101-F6B7-4CA4-871E-144A74795100}" srcId="{CF9FAD85-0127-41D9-95B0-7475F012F2AD}" destId="{99498B94-82B0-4C9E-85A7-A25171D618D0}" srcOrd="0" destOrd="0" parTransId="{169FC86B-6E36-4849-B97D-0D8355D05AD1}" sibTransId="{25E1D319-B253-418B-967A-CBB8629A5BF5}"/>
    <dgm:cxn modelId="{45B1B001-3C50-4E45-AB98-AD82E92EACA3}" type="presOf" srcId="{4F5F3D57-F484-43DB-B9B6-284359C17089}" destId="{76EB8F56-71C0-4B8A-B739-20D1C53828A3}" srcOrd="0" destOrd="0" presId="urn:microsoft.com/office/officeart/2005/8/layout/orgChart1"/>
    <dgm:cxn modelId="{C7971C04-F432-4FFA-A667-51979EA172A1}" type="presOf" srcId="{6457BB44-EB04-4D30-AFD5-FC66710D87C0}" destId="{168FA171-359A-4057-B08D-8F120EECAD62}" srcOrd="0" destOrd="0" presId="urn:microsoft.com/office/officeart/2005/8/layout/orgChart1"/>
    <dgm:cxn modelId="{5E401A07-8949-4BFF-9D3B-86577741AD93}" type="presOf" srcId="{169FC86B-6E36-4849-B97D-0D8355D05AD1}" destId="{772E129A-8AF1-4245-AA91-DE3E79E788A7}" srcOrd="0" destOrd="0" presId="urn:microsoft.com/office/officeart/2005/8/layout/orgChart1"/>
    <dgm:cxn modelId="{09F3440A-69F5-43F5-AFD1-E35EF1335002}" srcId="{F89EE146-027E-4636-B049-0C884101BDB2}" destId="{4301D959-4006-41CD-BA36-C9BFF696E535}" srcOrd="1" destOrd="0" parTransId="{21FC9697-73F5-475E-92CF-48FD01A209AB}" sibTransId="{1F4D3102-3830-4890-A1D9-A3903685BDA7}"/>
    <dgm:cxn modelId="{2207530C-49F5-412C-ADA8-113C5E1D784C}" type="presOf" srcId="{4301D959-4006-41CD-BA36-C9BFF696E535}" destId="{9A54629D-8BBB-4F85-B202-8A2E6AA2348D}" srcOrd="1" destOrd="0" presId="urn:microsoft.com/office/officeart/2005/8/layout/orgChart1"/>
    <dgm:cxn modelId="{556FEA12-0B91-41F8-A4FA-5F68D2B01BC8}" type="presOf" srcId="{86051D5E-E567-484D-AE59-88F949D9D7B7}" destId="{8C15C331-7EAE-403D-97BA-2ABF4A9D7AFF}" srcOrd="0" destOrd="0" presId="urn:microsoft.com/office/officeart/2005/8/layout/orgChart1"/>
    <dgm:cxn modelId="{482C4B1C-D8AD-4FD9-82B3-388023C98FBF}" type="presOf" srcId="{010E06F3-D14F-4009-8C00-E1C02FDB1756}" destId="{C9F305FD-A6BD-4698-82AA-3A737490EDE9}" srcOrd="1" destOrd="0" presId="urn:microsoft.com/office/officeart/2005/8/layout/orgChart1"/>
    <dgm:cxn modelId="{671E8A2A-00A6-4A7D-BA78-13E635B2B03C}" type="presOf" srcId="{0A9E8851-2B0B-465F-BD9D-916FC6F65CC0}" destId="{3E9267DD-F735-4825-899D-2BCB549E0117}" srcOrd="1" destOrd="0" presId="urn:microsoft.com/office/officeart/2005/8/layout/orgChart1"/>
    <dgm:cxn modelId="{4827642C-81B3-4DDF-9927-8BB02379E7EF}" type="presOf" srcId="{0A9E8851-2B0B-465F-BD9D-916FC6F65CC0}" destId="{CD3CB240-35AF-448B-92EB-32B0568D678C}" srcOrd="0" destOrd="0" presId="urn:microsoft.com/office/officeart/2005/8/layout/orgChart1"/>
    <dgm:cxn modelId="{28607D2D-E75C-401A-8FE5-CDD45B1F7CB9}" type="presOf" srcId="{F89EE146-027E-4636-B049-0C884101BDB2}" destId="{EEFE3206-37B0-43A8-BC7C-089576B93E5E}" srcOrd="1" destOrd="0" presId="urn:microsoft.com/office/officeart/2005/8/layout/orgChart1"/>
    <dgm:cxn modelId="{E660E633-B6A3-45A4-97E5-E74C317CC527}" type="presOf" srcId="{7224054A-1D33-4E45-AD37-955C9351438F}" destId="{4C1B5CE0-4E3A-4E63-B80C-9B65059AE664}" srcOrd="0" destOrd="0" presId="urn:microsoft.com/office/officeart/2005/8/layout/orgChart1"/>
    <dgm:cxn modelId="{513A6B34-3D5C-4C28-82B6-1EE07DC76B22}" type="presOf" srcId="{356073BC-9F2F-4898-AA27-FED1E6BFF039}" destId="{1F612F04-ED3B-4FBB-A2C3-8D0810F1C11A}" srcOrd="0" destOrd="0" presId="urn:microsoft.com/office/officeart/2005/8/layout/orgChart1"/>
    <dgm:cxn modelId="{58ADE634-FF17-48C0-9A31-6BC7ECFCDDD4}" type="presOf" srcId="{248FA077-F9C5-4830-BE70-267B90EAF3A0}" destId="{405D4E12-57A6-4923-96FD-889844260D36}" srcOrd="0" destOrd="0" presId="urn:microsoft.com/office/officeart/2005/8/layout/orgChart1"/>
    <dgm:cxn modelId="{00B3643A-F965-4C5F-A5F1-F3A42FC744CD}" type="presOf" srcId="{3F911611-72B5-4828-90CF-16AA6E2602AC}" destId="{53625243-8155-4CD2-BF87-79F7005A71CA}" srcOrd="0" destOrd="0" presId="urn:microsoft.com/office/officeart/2005/8/layout/orgChart1"/>
    <dgm:cxn modelId="{742B8C5B-313E-42C4-BC56-537FD76B9189}" srcId="{FB1FCE23-C5EE-4380-B971-57F94BB3A7D1}" destId="{CE527801-7586-466E-A092-E9ADDCBC633C}" srcOrd="1" destOrd="0" parTransId="{18ACCB61-B928-4B0F-949D-E63234BA6821}" sibTransId="{01A4F718-1180-4AB5-8DA2-7FFDADB32A9B}"/>
    <dgm:cxn modelId="{1A5F3862-7C1B-4E33-B71C-B1226F3D3F5B}" srcId="{63FA2BBD-80FF-4B9E-88DF-CEAC20D605E5}" destId="{F89EE146-027E-4636-B049-0C884101BDB2}" srcOrd="0" destOrd="0" parTransId="{86051D5E-E567-484D-AE59-88F949D9D7B7}" sibTransId="{72B8AFCD-80EE-4347-BF25-E12E672EFC7E}"/>
    <dgm:cxn modelId="{AA633744-7D7B-4471-B87E-71FD3BCA94FD}" type="presOf" srcId="{CF9FAD85-0127-41D9-95B0-7475F012F2AD}" destId="{67740D5B-DB2E-47A5-8F99-58C27D811E40}" srcOrd="0" destOrd="0" presId="urn:microsoft.com/office/officeart/2005/8/layout/orgChart1"/>
    <dgm:cxn modelId="{4F12F865-09AA-40F6-9861-30CAD00514BD}" type="presOf" srcId="{491F97FD-98D4-40AB-9D61-16F313573C66}" destId="{D72D1D29-5D76-489A-AA68-86B1E7797A74}" srcOrd="0" destOrd="0" presId="urn:microsoft.com/office/officeart/2005/8/layout/orgChart1"/>
    <dgm:cxn modelId="{07E23848-6D51-41AF-B600-4F8FBE5C9F31}" type="presOf" srcId="{79E27A69-5610-4AB7-B456-174F6F2318A4}" destId="{3202DF5B-76AA-4AFB-A857-269C65D66ADE}" srcOrd="0" destOrd="0" presId="urn:microsoft.com/office/officeart/2005/8/layout/orgChart1"/>
    <dgm:cxn modelId="{91FDBF68-D773-4A7C-BFC6-B6C6EAD15EE8}" type="presOf" srcId="{F2310ED2-BE20-4DB9-A8ED-B0851CE7702C}" destId="{447B0FEC-BE73-43D7-8FE3-F020EB7C8314}" srcOrd="0" destOrd="0" presId="urn:microsoft.com/office/officeart/2005/8/layout/orgChart1"/>
    <dgm:cxn modelId="{9583F14B-4810-456B-9A71-0572E4FD1BAD}" srcId="{CF9FAD85-0127-41D9-95B0-7475F012F2AD}" destId="{F2310ED2-BE20-4DB9-A8ED-B0851CE7702C}" srcOrd="1" destOrd="0" parTransId="{8025B1D9-49B7-4DE0-87AA-EC2C6C327C9D}" sibTransId="{572107A1-828C-43B6-B74D-08565A54B650}"/>
    <dgm:cxn modelId="{CDC53A6F-09A6-4F49-8F4A-9C515D31F3C3}" type="presOf" srcId="{3F911611-72B5-4828-90CF-16AA6E2602AC}" destId="{D3BD603A-70FF-4D85-B939-09D3C5815721}" srcOrd="1" destOrd="0" presId="urn:microsoft.com/office/officeart/2005/8/layout/orgChart1"/>
    <dgm:cxn modelId="{37181650-AE12-44CA-B63E-57275A0CA72D}" type="presOf" srcId="{8025B1D9-49B7-4DE0-87AA-EC2C6C327C9D}" destId="{696E8115-CEBD-49D5-8A5A-16A02597002D}" srcOrd="0" destOrd="0" presId="urn:microsoft.com/office/officeart/2005/8/layout/orgChart1"/>
    <dgm:cxn modelId="{E40FC670-9D68-442E-A9F9-7BB59718E010}" type="presOf" srcId="{0F353F8C-AD3B-423D-883C-130E281480F0}" destId="{569CBC11-8200-4BBA-9AD0-1B0A95124085}" srcOrd="0" destOrd="0" presId="urn:microsoft.com/office/officeart/2005/8/layout/orgChart1"/>
    <dgm:cxn modelId="{A33B1C52-B199-4A3B-9BDF-773202421E2D}" srcId="{356073BC-9F2F-4898-AA27-FED1E6BFF039}" destId="{7224054A-1D33-4E45-AD37-955C9351438F}" srcOrd="1" destOrd="0" parTransId="{248FA077-F9C5-4830-BE70-267B90EAF3A0}" sibTransId="{C52F6010-7D22-41F8-895F-D7B795409173}"/>
    <dgm:cxn modelId="{68CF4C73-2124-4953-B02D-FFF600FAEEF6}" srcId="{63FA2BBD-80FF-4B9E-88DF-CEAC20D605E5}" destId="{1F78D954-F352-4EB1-9A52-5330123C9C0B}" srcOrd="1" destOrd="0" parTransId="{4F5F3D57-F484-43DB-B9B6-284359C17089}" sibTransId="{6A4F3E83-30E5-4005-A900-2B16ED84A737}"/>
    <dgm:cxn modelId="{A6CFC853-174D-4F17-A5AD-1911D9BCCB28}" srcId="{E92442FD-2ACE-448A-A4CF-A4D98D8D4B1C}" destId="{11BC31E2-A728-42DC-8C72-B0D58E65180F}" srcOrd="0" destOrd="0" parTransId="{E71F119C-1F93-4BCA-9C30-C8B3905C75C0}" sibTransId="{E1CC0BB2-E20F-4A41-A8EB-6B2C333C4D4F}"/>
    <dgm:cxn modelId="{A284CC55-DA1E-44DA-B0A8-4E340A068FE1}" type="presOf" srcId="{9FB9A5F2-76AF-498A-A8D0-F00E0AC41FB3}" destId="{1A2C16F9-D66D-41FC-957A-CAEF5A832E55}" srcOrd="0" destOrd="0" presId="urn:microsoft.com/office/officeart/2005/8/layout/orgChart1"/>
    <dgm:cxn modelId="{48584176-32C6-43CE-AC75-5CE946B96E7C}" type="presOf" srcId="{1F78D954-F352-4EB1-9A52-5330123C9C0B}" destId="{4896A3A6-C494-475B-8A5C-FD5485CB433A}" srcOrd="0" destOrd="0" presId="urn:microsoft.com/office/officeart/2005/8/layout/orgChart1"/>
    <dgm:cxn modelId="{3D70F776-64F4-4B29-A99A-F19BE262459A}" type="presOf" srcId="{4301D959-4006-41CD-BA36-C9BFF696E535}" destId="{2EA205DE-2850-434F-9DCE-F7BBD45C5296}" srcOrd="0" destOrd="0" presId="urn:microsoft.com/office/officeart/2005/8/layout/orgChart1"/>
    <dgm:cxn modelId="{571BD558-7476-42AB-A064-1D3965FC31D6}" srcId="{FB1FCE23-C5EE-4380-B971-57F94BB3A7D1}" destId="{010E06F3-D14F-4009-8C00-E1C02FDB1756}" srcOrd="0" destOrd="0" parTransId="{C6611A42-816C-4C37-A393-C715658E8FF6}" sibTransId="{D40DE187-BE13-4437-942D-C3DA6C7F3D2A}"/>
    <dgm:cxn modelId="{4DBE8E5A-E6C0-46C2-A67D-ADB21741F8D5}" type="presOf" srcId="{63FA2BBD-80FF-4B9E-88DF-CEAC20D605E5}" destId="{D831BF4A-5AE2-4DA1-AB11-F291DA397860}" srcOrd="1" destOrd="0" presId="urn:microsoft.com/office/officeart/2005/8/layout/orgChart1"/>
    <dgm:cxn modelId="{704DAD5A-2E89-47F2-88E6-FA4A16C1E452}" type="presOf" srcId="{E92442FD-2ACE-448A-A4CF-A4D98D8D4B1C}" destId="{521AA79C-2196-4C55-943B-FD1E9564362E}" srcOrd="1" destOrd="0" presId="urn:microsoft.com/office/officeart/2005/8/layout/orgChart1"/>
    <dgm:cxn modelId="{F89C307B-8C9B-4888-A3B2-F456CF032166}" type="presOf" srcId="{D5A8C7F5-9E4E-4168-9768-1CA79AADD144}" destId="{B8F8DB5F-AFDC-45D7-8D2B-875D356B5FE9}" srcOrd="0" destOrd="0" presId="urn:microsoft.com/office/officeart/2005/8/layout/orgChart1"/>
    <dgm:cxn modelId="{3F302C83-C7AA-41BB-B867-CC057AC2B68C}" type="presOf" srcId="{21FC9697-73F5-475E-92CF-48FD01A209AB}" destId="{F1FE920B-3AA2-475D-805E-FC22B94E0527}" srcOrd="0" destOrd="0" presId="urn:microsoft.com/office/officeart/2005/8/layout/orgChart1"/>
    <dgm:cxn modelId="{0B023386-2868-45A3-821B-1713DDF8A5D5}" type="presOf" srcId="{63FA2BBD-80FF-4B9E-88DF-CEAC20D605E5}" destId="{D0E5BCB9-7F17-4550-A6A2-81273841E3AA}" srcOrd="0" destOrd="0" presId="urn:microsoft.com/office/officeart/2005/8/layout/orgChart1"/>
    <dgm:cxn modelId="{C6C4A586-F48A-48F6-881C-C415340D8410}" type="presOf" srcId="{F2310ED2-BE20-4DB9-A8ED-B0851CE7702C}" destId="{7B29C6BA-DA70-4117-8B10-617EE37274B5}" srcOrd="1" destOrd="0" presId="urn:microsoft.com/office/officeart/2005/8/layout/orgChart1"/>
    <dgm:cxn modelId="{5D472587-2294-464F-A448-7D91B20CC79B}" type="presOf" srcId="{C6611A42-816C-4C37-A393-C715658E8FF6}" destId="{17A050E6-8C80-40B6-8253-57C7E6610665}" srcOrd="0" destOrd="0" presId="urn:microsoft.com/office/officeart/2005/8/layout/orgChart1"/>
    <dgm:cxn modelId="{77258089-CBA2-4E43-B66C-3DE9699E3790}" type="presOf" srcId="{BFB8A316-04AD-4433-B20C-BD447C077D46}" destId="{11EABE32-0811-457F-8645-5C05F6ED89F8}" srcOrd="0" destOrd="0" presId="urn:microsoft.com/office/officeart/2005/8/layout/orgChart1"/>
    <dgm:cxn modelId="{A1569189-7715-4921-B7D8-1354D8E81C7C}" srcId="{356073BC-9F2F-4898-AA27-FED1E6BFF039}" destId="{CF9FAD85-0127-41D9-95B0-7475F012F2AD}" srcOrd="0" destOrd="0" parTransId="{9FB9A5F2-76AF-498A-A8D0-F00E0AC41FB3}" sibTransId="{AFE84C77-2A27-420D-910E-90356EED3A06}"/>
    <dgm:cxn modelId="{1CD87F92-6318-4C17-88E3-62F542D93CE8}" type="presOf" srcId="{1E6788D2-113D-46BD-9B94-ACE782A57BB2}" destId="{45C61001-9692-4033-9647-F44E9328B7FA}" srcOrd="0" destOrd="0" presId="urn:microsoft.com/office/officeart/2005/8/layout/orgChart1"/>
    <dgm:cxn modelId="{FF6D509A-428D-4986-AC6F-A1FD8C5C53A5}" srcId="{F89EE146-027E-4636-B049-0C884101BDB2}" destId="{1E6788D2-113D-46BD-9B94-ACE782A57BB2}" srcOrd="0" destOrd="0" parTransId="{13774E0A-C695-443B-A662-576C78D5544E}" sibTransId="{28B6DA8F-08F3-4081-8F29-6179BC45B658}"/>
    <dgm:cxn modelId="{4CEF5EA0-26A1-4187-BB68-AED29D91B49C}" type="presOf" srcId="{B4E4A8B8-F636-4E9F-B657-7EB6BC0AEEE0}" destId="{CB12145E-D9B8-47E6-AFD3-D3A998645847}" srcOrd="0" destOrd="0" presId="urn:microsoft.com/office/officeart/2005/8/layout/orgChart1"/>
    <dgm:cxn modelId="{8F6284A1-4A36-49F9-8C72-3431406CC7DB}" type="presOf" srcId="{CE527801-7586-466E-A092-E9ADDCBC633C}" destId="{C010E59D-5733-4FE5-898B-4362B63AB610}" srcOrd="0" destOrd="0" presId="urn:microsoft.com/office/officeart/2005/8/layout/orgChart1"/>
    <dgm:cxn modelId="{82CFFBA2-9C67-49DB-837C-67EE36194D2E}" type="presOf" srcId="{99498B94-82B0-4C9E-85A7-A25171D618D0}" destId="{0ED0A472-9FA6-4AC6-832B-CF4BDD9C6638}" srcOrd="0" destOrd="0" presId="urn:microsoft.com/office/officeart/2005/8/layout/orgChart1"/>
    <dgm:cxn modelId="{D7E0A8A6-AA81-4A9D-9919-4CE431D334DB}" type="presOf" srcId="{D5A8C7F5-9E4E-4168-9768-1CA79AADD144}" destId="{17D683C7-CB45-42FF-ACE8-6EB475A17DB1}" srcOrd="1" destOrd="0" presId="urn:microsoft.com/office/officeart/2005/8/layout/orgChart1"/>
    <dgm:cxn modelId="{36616EA9-438A-422E-9DB4-26568AD46055}" type="presOf" srcId="{B212C243-1943-4575-8BAA-A5986283AF26}" destId="{DD035075-3DB3-4842-BE24-9130DEE4D91D}" srcOrd="0" destOrd="0" presId="urn:microsoft.com/office/officeart/2005/8/layout/orgChart1"/>
    <dgm:cxn modelId="{16F578AC-1018-4124-B593-6FF8A9F67582}" type="presOf" srcId="{FB1FCE23-C5EE-4380-B971-57F94BB3A7D1}" destId="{812429EA-76AB-4057-909E-589F74553EEB}" srcOrd="0" destOrd="0" presId="urn:microsoft.com/office/officeart/2005/8/layout/orgChart1"/>
    <dgm:cxn modelId="{F9A737B3-310A-4939-B585-908AB4C8B097}" type="presOf" srcId="{E92442FD-2ACE-448A-A4CF-A4D98D8D4B1C}" destId="{9716B6D7-C5FD-4C90-A6CC-E6D62CE51A0F}" srcOrd="0" destOrd="0" presId="urn:microsoft.com/office/officeart/2005/8/layout/orgChart1"/>
    <dgm:cxn modelId="{E7346CB4-F35C-47BC-9AA4-B1BA3D8D7CF1}" srcId="{010E06F3-D14F-4009-8C00-E1C02FDB1756}" destId="{356073BC-9F2F-4898-AA27-FED1E6BFF039}" srcOrd="1" destOrd="0" parTransId="{B212C243-1943-4575-8BAA-A5986283AF26}" sibTransId="{26C37DE9-5B2F-4B63-A249-A80800592C96}"/>
    <dgm:cxn modelId="{786F64B6-4339-4A09-B50F-C1133C963335}" type="presOf" srcId="{CE527801-7586-466E-A092-E9ADDCBC633C}" destId="{8DB760A9-8DFE-432E-82DB-71C6B823AEB6}" srcOrd="1" destOrd="0" presId="urn:microsoft.com/office/officeart/2005/8/layout/orgChart1"/>
    <dgm:cxn modelId="{E98EC8B7-B423-47FA-8453-FD72A542F1C2}" srcId="{B4E4A8B8-F636-4E9F-B657-7EB6BC0AEEE0}" destId="{E92442FD-2ACE-448A-A4CF-A4D98D8D4B1C}" srcOrd="0" destOrd="0" parTransId="{327C9478-A62F-4899-9DA0-B45AB4AE02D1}" sibTransId="{A208916A-04F5-42F2-905D-0F1FA8CFFA5A}"/>
    <dgm:cxn modelId="{57445DB8-FD9D-4DE7-8A07-5673C630286E}" srcId="{1F78D954-F352-4EB1-9A52-5330123C9C0B}" destId="{3F911611-72B5-4828-90CF-16AA6E2602AC}" srcOrd="1" destOrd="0" parTransId="{6457BB44-EB04-4D30-AFD5-FC66710D87C0}" sibTransId="{1C6588F1-1571-4A45-AF8C-10DC7B8DDC38}"/>
    <dgm:cxn modelId="{A99890BF-74C6-4423-9115-184BBAF2997E}" type="presOf" srcId="{E71F119C-1F93-4BCA-9C30-C8B3905C75C0}" destId="{4F720F44-AD9D-4257-ABD3-8EDA3943504C}" srcOrd="0" destOrd="0" presId="urn:microsoft.com/office/officeart/2005/8/layout/orgChart1"/>
    <dgm:cxn modelId="{8BC2FEC4-F103-4D11-8F83-31D7AA2F07DD}" type="presOf" srcId="{F89EE146-027E-4636-B049-0C884101BDB2}" destId="{DC5893F3-4495-417F-AB83-07FBD6B63A45}" srcOrd="0" destOrd="0" presId="urn:microsoft.com/office/officeart/2005/8/layout/orgChart1"/>
    <dgm:cxn modelId="{F611FAC7-4455-486C-B3EF-C81E95C062AD}" type="presOf" srcId="{18ACCB61-B928-4B0F-949D-E63234BA6821}" destId="{0996015A-67B7-4E43-BE54-53679AD9CD7D}" srcOrd="0" destOrd="0" presId="urn:microsoft.com/office/officeart/2005/8/layout/orgChart1"/>
    <dgm:cxn modelId="{A40C16CA-AA13-4FDB-A527-CBB7D1191A8A}" srcId="{7224054A-1D33-4E45-AD37-955C9351438F}" destId="{0A9E8851-2B0B-465F-BD9D-916FC6F65CC0}" srcOrd="1" destOrd="0" parTransId="{0F353F8C-AD3B-423D-883C-130E281480F0}" sibTransId="{1DE734A5-CD78-4927-A3B3-DE6693C842C9}"/>
    <dgm:cxn modelId="{04FA64CB-B9F6-4966-81DA-CD0E7A1CCC05}" type="presOf" srcId="{11BC31E2-A728-42DC-8C72-B0D58E65180F}" destId="{9A160C19-51B4-4FEC-8983-BD9E2B56FA15}" srcOrd="1" destOrd="0" presId="urn:microsoft.com/office/officeart/2005/8/layout/orgChart1"/>
    <dgm:cxn modelId="{9BDD71CD-2503-4461-A28B-24817F2C3DC1}" type="presOf" srcId="{7224054A-1D33-4E45-AD37-955C9351438F}" destId="{69214D0B-A7BD-4C9B-B0F2-1BD3623FA5B6}" srcOrd="1" destOrd="0" presId="urn:microsoft.com/office/officeart/2005/8/layout/orgChart1"/>
    <dgm:cxn modelId="{17D140D1-1D25-401F-9F82-7D6E007AE7A4}" srcId="{E92442FD-2ACE-448A-A4CF-A4D98D8D4B1C}" destId="{FB1FCE23-C5EE-4380-B971-57F94BB3A7D1}" srcOrd="1" destOrd="0" parTransId="{491F97FD-98D4-40AB-9D61-16F313573C66}" sibTransId="{D8B5E834-6AF1-43CB-B1A0-6D44F4735A08}"/>
    <dgm:cxn modelId="{B8022FD2-A789-44AA-9687-118415E55F7C}" type="presOf" srcId="{FB1FCE23-C5EE-4380-B971-57F94BB3A7D1}" destId="{01260309-148E-458D-BCF6-5E96359C8464}" srcOrd="1" destOrd="0" presId="urn:microsoft.com/office/officeart/2005/8/layout/orgChart1"/>
    <dgm:cxn modelId="{EE74A6D4-C90C-4AC8-A41A-D184B68A383E}" type="presOf" srcId="{13774E0A-C695-443B-A662-576C78D5544E}" destId="{474551C6-2CCC-4C6D-A804-A1E889156ACE}" srcOrd="0" destOrd="0" presId="urn:microsoft.com/office/officeart/2005/8/layout/orgChart1"/>
    <dgm:cxn modelId="{CE0477D5-BE74-4CE0-A023-7CB0F73659E8}" type="presOf" srcId="{552088BA-DDCE-4110-8CFA-83366E709DE1}" destId="{F4A4CCB3-7856-4315-8F0B-B676C416DB8D}" srcOrd="0" destOrd="0" presId="urn:microsoft.com/office/officeart/2005/8/layout/orgChart1"/>
    <dgm:cxn modelId="{842004D8-A2E2-491F-BF01-19EAFD824CB6}" srcId="{1F78D954-F352-4EB1-9A52-5330123C9C0B}" destId="{D5A8C7F5-9E4E-4168-9768-1CA79AADD144}" srcOrd="0" destOrd="0" parTransId="{BFB8A316-04AD-4433-B20C-BD447C077D46}" sibTransId="{7DF8B513-8343-413F-83FC-7D69D92E2E87}"/>
    <dgm:cxn modelId="{9E3DC8D9-8922-4F37-AFCF-1E8E58412783}" type="presOf" srcId="{552088BA-DDCE-4110-8CFA-83366E709DE1}" destId="{4A47C7EB-F31A-4D65-AC47-F4A928437CFD}" srcOrd="1" destOrd="0" presId="urn:microsoft.com/office/officeart/2005/8/layout/orgChart1"/>
    <dgm:cxn modelId="{C36471DA-0691-473E-A218-B5278F381408}" type="presOf" srcId="{CF9FAD85-0127-41D9-95B0-7475F012F2AD}" destId="{F5C9BBB9-4354-40C5-85A4-13D9C5065F46}" srcOrd="1" destOrd="0" presId="urn:microsoft.com/office/officeart/2005/8/layout/orgChart1"/>
    <dgm:cxn modelId="{ED8ADADA-FE71-4ABC-91C3-055005D84224}" srcId="{010E06F3-D14F-4009-8C00-E1C02FDB1756}" destId="{63FA2BBD-80FF-4B9E-88DF-CEAC20D605E5}" srcOrd="0" destOrd="0" parTransId="{79E27A69-5610-4AB7-B456-174F6F2318A4}" sibTransId="{F886A4F1-C32F-4926-9F8D-06AF8EC5E212}"/>
    <dgm:cxn modelId="{2100AADF-65E8-4CE1-9010-E78BB31C6821}" type="presOf" srcId="{356073BC-9F2F-4898-AA27-FED1E6BFF039}" destId="{DB8A46E0-8E1B-448D-AA75-077535C7E503}" srcOrd="1" destOrd="0" presId="urn:microsoft.com/office/officeart/2005/8/layout/orgChart1"/>
    <dgm:cxn modelId="{F14B7AE6-ECBA-452F-8DA6-EAC03A650173}" type="presOf" srcId="{010E06F3-D14F-4009-8C00-E1C02FDB1756}" destId="{34C935BD-96E3-4A76-8354-5D06F9378306}" srcOrd="0" destOrd="0" presId="urn:microsoft.com/office/officeart/2005/8/layout/orgChart1"/>
    <dgm:cxn modelId="{D13AEAEE-93C5-40D6-88EF-1879E1E9545B}" type="presOf" srcId="{1E6788D2-113D-46BD-9B94-ACE782A57BB2}" destId="{CD4C99FD-2757-44C3-A916-A84FFFB04195}" srcOrd="1" destOrd="0" presId="urn:microsoft.com/office/officeart/2005/8/layout/orgChart1"/>
    <dgm:cxn modelId="{0EF37CF3-12B4-4826-8063-7B5A6C5AE6B7}" srcId="{7224054A-1D33-4E45-AD37-955C9351438F}" destId="{552088BA-DDCE-4110-8CFA-83366E709DE1}" srcOrd="0" destOrd="0" parTransId="{00EF6BE7-E628-49F7-8310-919DD7FA489B}" sibTransId="{F8B6F5AE-BF8A-4CAF-B3CA-ABF1DF0C0903}"/>
    <dgm:cxn modelId="{B2A2CFF5-7CEB-4C2D-8A15-A6AF1DBAAAF0}" type="presOf" srcId="{1F78D954-F352-4EB1-9A52-5330123C9C0B}" destId="{8467BB03-8AFA-41CB-A204-F96AC604CAFF}" srcOrd="1" destOrd="0" presId="urn:microsoft.com/office/officeart/2005/8/layout/orgChart1"/>
    <dgm:cxn modelId="{91C7D6FB-02BF-4E0D-878A-A19AB4EE83F1}" type="presOf" srcId="{11BC31E2-A728-42DC-8C72-B0D58E65180F}" destId="{5DF92FED-196E-4B50-98B2-77F75AD04745}" srcOrd="0" destOrd="0" presId="urn:microsoft.com/office/officeart/2005/8/layout/orgChart1"/>
    <dgm:cxn modelId="{8A934EFD-789D-4174-82C9-AAD10A5F4002}" type="presOf" srcId="{00EF6BE7-E628-49F7-8310-919DD7FA489B}" destId="{DF1FC5B7-27DA-4A1F-A382-1594BC4446F6}" srcOrd="0" destOrd="0" presId="urn:microsoft.com/office/officeart/2005/8/layout/orgChart1"/>
    <dgm:cxn modelId="{550EBFFD-70FA-402B-8AF3-91D5E446E86E}" type="presOf" srcId="{99498B94-82B0-4C9E-85A7-A25171D618D0}" destId="{CA1488A9-89E3-4C5C-BD57-D8F9B6008528}" srcOrd="1" destOrd="0" presId="urn:microsoft.com/office/officeart/2005/8/layout/orgChart1"/>
    <dgm:cxn modelId="{ECD2E8CE-9067-4C3D-B221-C21EA7FBA65C}" type="presParOf" srcId="{CB12145E-D9B8-47E6-AFD3-D3A998645847}" destId="{F8EC14D5-8AD7-4BD2-B3AC-D48E9820818D}" srcOrd="0" destOrd="0" presId="urn:microsoft.com/office/officeart/2005/8/layout/orgChart1"/>
    <dgm:cxn modelId="{EEC994FE-1CC4-4285-96C5-D4F1FEBFB601}" type="presParOf" srcId="{F8EC14D5-8AD7-4BD2-B3AC-D48E9820818D}" destId="{3C05E817-FE1B-458B-AECE-FD91995CA1A0}" srcOrd="0" destOrd="0" presId="urn:microsoft.com/office/officeart/2005/8/layout/orgChart1"/>
    <dgm:cxn modelId="{8A43ADA7-ED6E-443A-95E8-BCBC6B2E8C43}" type="presParOf" srcId="{3C05E817-FE1B-458B-AECE-FD91995CA1A0}" destId="{9716B6D7-C5FD-4C90-A6CC-E6D62CE51A0F}" srcOrd="0" destOrd="0" presId="urn:microsoft.com/office/officeart/2005/8/layout/orgChart1"/>
    <dgm:cxn modelId="{8AA37F7D-AEC3-4633-8B84-9C31B2AB5AC6}" type="presParOf" srcId="{3C05E817-FE1B-458B-AECE-FD91995CA1A0}" destId="{521AA79C-2196-4C55-943B-FD1E9564362E}" srcOrd="1" destOrd="0" presId="urn:microsoft.com/office/officeart/2005/8/layout/orgChart1"/>
    <dgm:cxn modelId="{60C7D014-D6F6-443D-BE0B-3078BAD93B76}" type="presParOf" srcId="{F8EC14D5-8AD7-4BD2-B3AC-D48E9820818D}" destId="{665B9A68-E4DE-4F8D-A5D6-1329E090EC31}" srcOrd="1" destOrd="0" presId="urn:microsoft.com/office/officeart/2005/8/layout/orgChart1"/>
    <dgm:cxn modelId="{5CAAD46C-D296-45C9-96A8-590289E2B475}" type="presParOf" srcId="{665B9A68-E4DE-4F8D-A5D6-1329E090EC31}" destId="{4F720F44-AD9D-4257-ABD3-8EDA3943504C}" srcOrd="0" destOrd="0" presId="urn:microsoft.com/office/officeart/2005/8/layout/orgChart1"/>
    <dgm:cxn modelId="{F51788E2-492F-4186-8F38-C7A7541E50D9}" type="presParOf" srcId="{665B9A68-E4DE-4F8D-A5D6-1329E090EC31}" destId="{B0EA15A9-3531-4209-BE82-74BC58170762}" srcOrd="1" destOrd="0" presId="urn:microsoft.com/office/officeart/2005/8/layout/orgChart1"/>
    <dgm:cxn modelId="{B7EFA78C-0807-404B-AFE7-7C6578BA97F4}" type="presParOf" srcId="{B0EA15A9-3531-4209-BE82-74BC58170762}" destId="{C3F9FACD-0209-45DE-BD1D-125F0055361A}" srcOrd="0" destOrd="0" presId="urn:microsoft.com/office/officeart/2005/8/layout/orgChart1"/>
    <dgm:cxn modelId="{B4E64873-0D87-4AFF-B23A-6FADDE1BF249}" type="presParOf" srcId="{C3F9FACD-0209-45DE-BD1D-125F0055361A}" destId="{5DF92FED-196E-4B50-98B2-77F75AD04745}" srcOrd="0" destOrd="0" presId="urn:microsoft.com/office/officeart/2005/8/layout/orgChart1"/>
    <dgm:cxn modelId="{169E8545-BDE8-4112-AD23-4AC0084C820B}" type="presParOf" srcId="{C3F9FACD-0209-45DE-BD1D-125F0055361A}" destId="{9A160C19-51B4-4FEC-8983-BD9E2B56FA15}" srcOrd="1" destOrd="0" presId="urn:microsoft.com/office/officeart/2005/8/layout/orgChart1"/>
    <dgm:cxn modelId="{68A05B86-E99D-4141-A0E1-43CCF6E7599B}" type="presParOf" srcId="{B0EA15A9-3531-4209-BE82-74BC58170762}" destId="{B89E2C89-7BE9-403B-8B90-F193D127B70B}" srcOrd="1" destOrd="0" presId="urn:microsoft.com/office/officeart/2005/8/layout/orgChart1"/>
    <dgm:cxn modelId="{D913E57F-5805-44AD-85D8-5C72272D44EE}" type="presParOf" srcId="{B0EA15A9-3531-4209-BE82-74BC58170762}" destId="{73B81893-FF0F-46D6-88FB-D53A123B53BE}" srcOrd="2" destOrd="0" presId="urn:microsoft.com/office/officeart/2005/8/layout/orgChart1"/>
    <dgm:cxn modelId="{A7A597F3-2209-495F-AB96-F349D75A779D}" type="presParOf" srcId="{665B9A68-E4DE-4F8D-A5D6-1329E090EC31}" destId="{D72D1D29-5D76-489A-AA68-86B1E7797A74}" srcOrd="2" destOrd="0" presId="urn:microsoft.com/office/officeart/2005/8/layout/orgChart1"/>
    <dgm:cxn modelId="{3993F533-5039-4761-9218-F1AFC2D59B20}" type="presParOf" srcId="{665B9A68-E4DE-4F8D-A5D6-1329E090EC31}" destId="{4E840FA8-4E3A-4604-BCEC-B843E2A4E35C}" srcOrd="3" destOrd="0" presId="urn:microsoft.com/office/officeart/2005/8/layout/orgChart1"/>
    <dgm:cxn modelId="{7FF99350-59DB-4E06-9FDE-EAAD5D1EE0CC}" type="presParOf" srcId="{4E840FA8-4E3A-4604-BCEC-B843E2A4E35C}" destId="{CC640E27-9121-491B-B49E-7E0EF46D8DD0}" srcOrd="0" destOrd="0" presId="urn:microsoft.com/office/officeart/2005/8/layout/orgChart1"/>
    <dgm:cxn modelId="{8D73F505-7435-440D-8E4E-1CACA247CED5}" type="presParOf" srcId="{CC640E27-9121-491B-B49E-7E0EF46D8DD0}" destId="{812429EA-76AB-4057-909E-589F74553EEB}" srcOrd="0" destOrd="0" presId="urn:microsoft.com/office/officeart/2005/8/layout/orgChart1"/>
    <dgm:cxn modelId="{34163635-B0FC-4B9B-9706-573DCECA05CA}" type="presParOf" srcId="{CC640E27-9121-491B-B49E-7E0EF46D8DD0}" destId="{01260309-148E-458D-BCF6-5E96359C8464}" srcOrd="1" destOrd="0" presId="urn:microsoft.com/office/officeart/2005/8/layout/orgChart1"/>
    <dgm:cxn modelId="{DB41EE26-99E5-4B8A-96A9-237092FF2239}" type="presParOf" srcId="{4E840FA8-4E3A-4604-BCEC-B843E2A4E35C}" destId="{299DB62E-252D-4BB7-8A8F-846CACBDC6C3}" srcOrd="1" destOrd="0" presId="urn:microsoft.com/office/officeart/2005/8/layout/orgChart1"/>
    <dgm:cxn modelId="{3C8798AC-DB00-47FE-BAB2-D0719A732D66}" type="presParOf" srcId="{299DB62E-252D-4BB7-8A8F-846CACBDC6C3}" destId="{17A050E6-8C80-40B6-8253-57C7E6610665}" srcOrd="0" destOrd="0" presId="urn:microsoft.com/office/officeart/2005/8/layout/orgChart1"/>
    <dgm:cxn modelId="{4515DA24-BE71-4FF0-AC04-8B179ABD2775}" type="presParOf" srcId="{299DB62E-252D-4BB7-8A8F-846CACBDC6C3}" destId="{336F36E9-D0AE-47BB-822C-C63319EA5B95}" srcOrd="1" destOrd="0" presId="urn:microsoft.com/office/officeart/2005/8/layout/orgChart1"/>
    <dgm:cxn modelId="{70B00100-C5A0-4716-803C-58EDE0CE7C73}" type="presParOf" srcId="{336F36E9-D0AE-47BB-822C-C63319EA5B95}" destId="{9EF948C9-E261-484C-B5AB-4A0E8227B65C}" srcOrd="0" destOrd="0" presId="urn:microsoft.com/office/officeart/2005/8/layout/orgChart1"/>
    <dgm:cxn modelId="{31E49C92-9988-4EC4-8102-568A19A35482}" type="presParOf" srcId="{9EF948C9-E261-484C-B5AB-4A0E8227B65C}" destId="{34C935BD-96E3-4A76-8354-5D06F9378306}" srcOrd="0" destOrd="0" presId="urn:microsoft.com/office/officeart/2005/8/layout/orgChart1"/>
    <dgm:cxn modelId="{0E2026C4-44EF-46A4-86E1-BC6D83B6B0C0}" type="presParOf" srcId="{9EF948C9-E261-484C-B5AB-4A0E8227B65C}" destId="{C9F305FD-A6BD-4698-82AA-3A737490EDE9}" srcOrd="1" destOrd="0" presId="urn:microsoft.com/office/officeart/2005/8/layout/orgChart1"/>
    <dgm:cxn modelId="{65C91854-6636-43E0-9AAA-9B5CD5CF0716}" type="presParOf" srcId="{336F36E9-D0AE-47BB-822C-C63319EA5B95}" destId="{73796ADA-641F-4192-9BB1-AD3562FA13AA}" srcOrd="1" destOrd="0" presId="urn:microsoft.com/office/officeart/2005/8/layout/orgChart1"/>
    <dgm:cxn modelId="{404628DD-D5CD-4422-BA09-293C60E3DF80}" type="presParOf" srcId="{73796ADA-641F-4192-9BB1-AD3562FA13AA}" destId="{3202DF5B-76AA-4AFB-A857-269C65D66ADE}" srcOrd="0" destOrd="0" presId="urn:microsoft.com/office/officeart/2005/8/layout/orgChart1"/>
    <dgm:cxn modelId="{87D47915-7D23-4165-A22D-669AF3538493}" type="presParOf" srcId="{73796ADA-641F-4192-9BB1-AD3562FA13AA}" destId="{C33F6AD9-3E60-4107-BFA5-79F846E03D34}" srcOrd="1" destOrd="0" presId="urn:microsoft.com/office/officeart/2005/8/layout/orgChart1"/>
    <dgm:cxn modelId="{819C35C9-B1AC-44C6-9D61-FF249B4A8863}" type="presParOf" srcId="{C33F6AD9-3E60-4107-BFA5-79F846E03D34}" destId="{760C1316-8C3E-4B7C-A037-9176AB627BFF}" srcOrd="0" destOrd="0" presId="urn:microsoft.com/office/officeart/2005/8/layout/orgChart1"/>
    <dgm:cxn modelId="{1BC9134E-E897-436D-B3EC-BE714197F0F6}" type="presParOf" srcId="{760C1316-8C3E-4B7C-A037-9176AB627BFF}" destId="{D0E5BCB9-7F17-4550-A6A2-81273841E3AA}" srcOrd="0" destOrd="0" presId="urn:microsoft.com/office/officeart/2005/8/layout/orgChart1"/>
    <dgm:cxn modelId="{B71EA63D-A9BC-4A6C-AD30-3AC62D415FFA}" type="presParOf" srcId="{760C1316-8C3E-4B7C-A037-9176AB627BFF}" destId="{D831BF4A-5AE2-4DA1-AB11-F291DA397860}" srcOrd="1" destOrd="0" presId="urn:microsoft.com/office/officeart/2005/8/layout/orgChart1"/>
    <dgm:cxn modelId="{8E0C4664-07A8-46E3-8ABE-D164AE2D9FCD}" type="presParOf" srcId="{C33F6AD9-3E60-4107-BFA5-79F846E03D34}" destId="{A48BB902-96C0-4CFD-8100-9DC528C94694}" srcOrd="1" destOrd="0" presId="urn:microsoft.com/office/officeart/2005/8/layout/orgChart1"/>
    <dgm:cxn modelId="{E29D63D3-A6CC-4611-9ECA-80FE501C7EB7}" type="presParOf" srcId="{A48BB902-96C0-4CFD-8100-9DC528C94694}" destId="{8C15C331-7EAE-403D-97BA-2ABF4A9D7AFF}" srcOrd="0" destOrd="0" presId="urn:microsoft.com/office/officeart/2005/8/layout/orgChart1"/>
    <dgm:cxn modelId="{E45C5994-78E1-4C55-8896-5E9EF20E013B}" type="presParOf" srcId="{A48BB902-96C0-4CFD-8100-9DC528C94694}" destId="{6DC5DF2A-4764-400A-8C16-62A3E3E52B07}" srcOrd="1" destOrd="0" presId="urn:microsoft.com/office/officeart/2005/8/layout/orgChart1"/>
    <dgm:cxn modelId="{81DB1F2D-80D0-4ADA-BA59-89AFD55D1780}" type="presParOf" srcId="{6DC5DF2A-4764-400A-8C16-62A3E3E52B07}" destId="{324E55FA-43D9-4B6D-BC31-55C5BD52D6E8}" srcOrd="0" destOrd="0" presId="urn:microsoft.com/office/officeart/2005/8/layout/orgChart1"/>
    <dgm:cxn modelId="{D021EAC0-2AF5-45B5-A03D-37F6AF1416D0}" type="presParOf" srcId="{324E55FA-43D9-4B6D-BC31-55C5BD52D6E8}" destId="{DC5893F3-4495-417F-AB83-07FBD6B63A45}" srcOrd="0" destOrd="0" presId="urn:microsoft.com/office/officeart/2005/8/layout/orgChart1"/>
    <dgm:cxn modelId="{841E1372-891E-4FD8-9EA4-503C7D6C93E1}" type="presParOf" srcId="{324E55FA-43D9-4B6D-BC31-55C5BD52D6E8}" destId="{EEFE3206-37B0-43A8-BC7C-089576B93E5E}" srcOrd="1" destOrd="0" presId="urn:microsoft.com/office/officeart/2005/8/layout/orgChart1"/>
    <dgm:cxn modelId="{4189D99F-7A4A-4B4A-8CDE-A82F72582CBD}" type="presParOf" srcId="{6DC5DF2A-4764-400A-8C16-62A3E3E52B07}" destId="{E02FEECF-CA31-409B-85DC-CF297A4421E8}" srcOrd="1" destOrd="0" presId="urn:microsoft.com/office/officeart/2005/8/layout/orgChart1"/>
    <dgm:cxn modelId="{B516EA1D-AC01-4EE1-9FEA-FFAAE8D59D78}" type="presParOf" srcId="{E02FEECF-CA31-409B-85DC-CF297A4421E8}" destId="{474551C6-2CCC-4C6D-A804-A1E889156ACE}" srcOrd="0" destOrd="0" presId="urn:microsoft.com/office/officeart/2005/8/layout/orgChart1"/>
    <dgm:cxn modelId="{6CE113D3-FB60-41AE-AD07-8C555EF1845B}" type="presParOf" srcId="{E02FEECF-CA31-409B-85DC-CF297A4421E8}" destId="{C9E2995B-D265-4F25-950E-2B47F64D53F0}" srcOrd="1" destOrd="0" presId="urn:microsoft.com/office/officeart/2005/8/layout/orgChart1"/>
    <dgm:cxn modelId="{3BF2DC8F-A77B-415E-8C46-91D3C7356476}" type="presParOf" srcId="{C9E2995B-D265-4F25-950E-2B47F64D53F0}" destId="{9120C7A7-454C-40CF-9732-334F0C97D249}" srcOrd="0" destOrd="0" presId="urn:microsoft.com/office/officeart/2005/8/layout/orgChart1"/>
    <dgm:cxn modelId="{456741C3-9A47-42ED-976E-3DDBA762677D}" type="presParOf" srcId="{9120C7A7-454C-40CF-9732-334F0C97D249}" destId="{45C61001-9692-4033-9647-F44E9328B7FA}" srcOrd="0" destOrd="0" presId="urn:microsoft.com/office/officeart/2005/8/layout/orgChart1"/>
    <dgm:cxn modelId="{8434AC14-B844-4D2A-AB86-735DBF44697A}" type="presParOf" srcId="{9120C7A7-454C-40CF-9732-334F0C97D249}" destId="{CD4C99FD-2757-44C3-A916-A84FFFB04195}" srcOrd="1" destOrd="0" presId="urn:microsoft.com/office/officeart/2005/8/layout/orgChart1"/>
    <dgm:cxn modelId="{C3078662-39CE-4911-8DFC-F644148E60F1}" type="presParOf" srcId="{C9E2995B-D265-4F25-950E-2B47F64D53F0}" destId="{7C1D89E4-86EB-46D4-A015-980F676BC650}" srcOrd="1" destOrd="0" presId="urn:microsoft.com/office/officeart/2005/8/layout/orgChart1"/>
    <dgm:cxn modelId="{2A41D5AF-2D01-4686-AE16-53CB96EA7BBB}" type="presParOf" srcId="{C9E2995B-D265-4F25-950E-2B47F64D53F0}" destId="{7BF0A969-1466-470B-8DA0-5B2449EAF803}" srcOrd="2" destOrd="0" presId="urn:microsoft.com/office/officeart/2005/8/layout/orgChart1"/>
    <dgm:cxn modelId="{B51E14F0-C3CF-410B-92E4-521E2B9B7F86}" type="presParOf" srcId="{E02FEECF-CA31-409B-85DC-CF297A4421E8}" destId="{F1FE920B-3AA2-475D-805E-FC22B94E0527}" srcOrd="2" destOrd="0" presId="urn:microsoft.com/office/officeart/2005/8/layout/orgChart1"/>
    <dgm:cxn modelId="{B528C0AF-3EAC-4FC8-B3B6-426BB895FF4E}" type="presParOf" srcId="{E02FEECF-CA31-409B-85DC-CF297A4421E8}" destId="{A726AA7A-9A86-4942-BAE3-8F72546B68F1}" srcOrd="3" destOrd="0" presId="urn:microsoft.com/office/officeart/2005/8/layout/orgChart1"/>
    <dgm:cxn modelId="{39B88CA1-57BA-474D-9A8D-B4A2E491DEEB}" type="presParOf" srcId="{A726AA7A-9A86-4942-BAE3-8F72546B68F1}" destId="{003719C4-F628-44D8-A49B-15D7B4C72D0E}" srcOrd="0" destOrd="0" presId="urn:microsoft.com/office/officeart/2005/8/layout/orgChart1"/>
    <dgm:cxn modelId="{16174885-86B8-438C-86E3-0C5197ABAD07}" type="presParOf" srcId="{003719C4-F628-44D8-A49B-15D7B4C72D0E}" destId="{2EA205DE-2850-434F-9DCE-F7BBD45C5296}" srcOrd="0" destOrd="0" presId="urn:microsoft.com/office/officeart/2005/8/layout/orgChart1"/>
    <dgm:cxn modelId="{8442DE77-12F7-4F09-8968-2016357994C3}" type="presParOf" srcId="{003719C4-F628-44D8-A49B-15D7B4C72D0E}" destId="{9A54629D-8BBB-4F85-B202-8A2E6AA2348D}" srcOrd="1" destOrd="0" presId="urn:microsoft.com/office/officeart/2005/8/layout/orgChart1"/>
    <dgm:cxn modelId="{ADFA4DD3-6AEA-4099-A821-3A8EB746F2B9}" type="presParOf" srcId="{A726AA7A-9A86-4942-BAE3-8F72546B68F1}" destId="{04064605-DC63-415F-8A62-EC4B5F5458FD}" srcOrd="1" destOrd="0" presId="urn:microsoft.com/office/officeart/2005/8/layout/orgChart1"/>
    <dgm:cxn modelId="{EF932C37-56F9-40A2-9777-79A26F1E877F}" type="presParOf" srcId="{A726AA7A-9A86-4942-BAE3-8F72546B68F1}" destId="{BC952954-8626-499A-964C-B7A83B7862A1}" srcOrd="2" destOrd="0" presId="urn:microsoft.com/office/officeart/2005/8/layout/orgChart1"/>
    <dgm:cxn modelId="{E95939F1-4802-4F76-ACE1-455BFE30A203}" type="presParOf" srcId="{6DC5DF2A-4764-400A-8C16-62A3E3E52B07}" destId="{5D8947CE-24AD-4A7D-B580-F422B6360381}" srcOrd="2" destOrd="0" presId="urn:microsoft.com/office/officeart/2005/8/layout/orgChart1"/>
    <dgm:cxn modelId="{20E961E9-0BE2-46A8-8800-34F5BC9E63FC}" type="presParOf" srcId="{A48BB902-96C0-4CFD-8100-9DC528C94694}" destId="{76EB8F56-71C0-4B8A-B739-20D1C53828A3}" srcOrd="2" destOrd="0" presId="urn:microsoft.com/office/officeart/2005/8/layout/orgChart1"/>
    <dgm:cxn modelId="{E83DB8E9-49D5-4C16-B400-F75BEDC744F1}" type="presParOf" srcId="{A48BB902-96C0-4CFD-8100-9DC528C94694}" destId="{6F16D401-44C6-42BB-B61F-61AA3BB310D6}" srcOrd="3" destOrd="0" presId="urn:microsoft.com/office/officeart/2005/8/layout/orgChart1"/>
    <dgm:cxn modelId="{1DD1C191-8EDF-4875-BA11-A1049995D035}" type="presParOf" srcId="{6F16D401-44C6-42BB-B61F-61AA3BB310D6}" destId="{DF59DC09-26A5-4872-8A17-FE1042350F63}" srcOrd="0" destOrd="0" presId="urn:microsoft.com/office/officeart/2005/8/layout/orgChart1"/>
    <dgm:cxn modelId="{332EC291-D7B6-4E14-A421-642AEB05356A}" type="presParOf" srcId="{DF59DC09-26A5-4872-8A17-FE1042350F63}" destId="{4896A3A6-C494-475B-8A5C-FD5485CB433A}" srcOrd="0" destOrd="0" presId="urn:microsoft.com/office/officeart/2005/8/layout/orgChart1"/>
    <dgm:cxn modelId="{F462F8EB-9ACB-4491-95E9-1049C2CB466F}" type="presParOf" srcId="{DF59DC09-26A5-4872-8A17-FE1042350F63}" destId="{8467BB03-8AFA-41CB-A204-F96AC604CAFF}" srcOrd="1" destOrd="0" presId="urn:microsoft.com/office/officeart/2005/8/layout/orgChart1"/>
    <dgm:cxn modelId="{EBF5BE07-D93F-4ACE-BF1F-095D4B5C795B}" type="presParOf" srcId="{6F16D401-44C6-42BB-B61F-61AA3BB310D6}" destId="{B8AE428F-5057-4D26-AAA2-A785962B662E}" srcOrd="1" destOrd="0" presId="urn:microsoft.com/office/officeart/2005/8/layout/orgChart1"/>
    <dgm:cxn modelId="{EB60710E-097B-4959-A6BF-77698920C871}" type="presParOf" srcId="{B8AE428F-5057-4D26-AAA2-A785962B662E}" destId="{11EABE32-0811-457F-8645-5C05F6ED89F8}" srcOrd="0" destOrd="0" presId="urn:microsoft.com/office/officeart/2005/8/layout/orgChart1"/>
    <dgm:cxn modelId="{71D1573D-E763-4E19-A435-D248753F6107}" type="presParOf" srcId="{B8AE428F-5057-4D26-AAA2-A785962B662E}" destId="{F3DBDDE1-EB39-495F-A732-FD709D27C815}" srcOrd="1" destOrd="0" presId="urn:microsoft.com/office/officeart/2005/8/layout/orgChart1"/>
    <dgm:cxn modelId="{A6CED575-3968-4E7A-8E97-79065DA452E7}" type="presParOf" srcId="{F3DBDDE1-EB39-495F-A732-FD709D27C815}" destId="{3561A1D6-3C49-4707-B315-FF63FF9F2571}" srcOrd="0" destOrd="0" presId="urn:microsoft.com/office/officeart/2005/8/layout/orgChart1"/>
    <dgm:cxn modelId="{C9ADCC81-2760-42F4-A4F2-61902DA145FF}" type="presParOf" srcId="{3561A1D6-3C49-4707-B315-FF63FF9F2571}" destId="{B8F8DB5F-AFDC-45D7-8D2B-875D356B5FE9}" srcOrd="0" destOrd="0" presId="urn:microsoft.com/office/officeart/2005/8/layout/orgChart1"/>
    <dgm:cxn modelId="{6B2B3924-C7BC-427C-BE3C-C4756BCA301F}" type="presParOf" srcId="{3561A1D6-3C49-4707-B315-FF63FF9F2571}" destId="{17D683C7-CB45-42FF-ACE8-6EB475A17DB1}" srcOrd="1" destOrd="0" presId="urn:microsoft.com/office/officeart/2005/8/layout/orgChart1"/>
    <dgm:cxn modelId="{F2047FC1-CCD6-4B42-9D3C-47377813C430}" type="presParOf" srcId="{F3DBDDE1-EB39-495F-A732-FD709D27C815}" destId="{F714F0DA-2063-4F5A-B1AD-8859018C7CA7}" srcOrd="1" destOrd="0" presId="urn:microsoft.com/office/officeart/2005/8/layout/orgChart1"/>
    <dgm:cxn modelId="{A150D0BD-A16A-4403-B2E6-4332B4165D3D}" type="presParOf" srcId="{F3DBDDE1-EB39-495F-A732-FD709D27C815}" destId="{AE0C820A-2170-4E99-A728-C0591ADD8F6D}" srcOrd="2" destOrd="0" presId="urn:microsoft.com/office/officeart/2005/8/layout/orgChart1"/>
    <dgm:cxn modelId="{6F4CC777-90BF-4418-9194-06C1EA132198}" type="presParOf" srcId="{B8AE428F-5057-4D26-AAA2-A785962B662E}" destId="{168FA171-359A-4057-B08D-8F120EECAD62}" srcOrd="2" destOrd="0" presId="urn:microsoft.com/office/officeart/2005/8/layout/orgChart1"/>
    <dgm:cxn modelId="{CEEE0559-2101-42A0-AF0A-A1583618B093}" type="presParOf" srcId="{B8AE428F-5057-4D26-AAA2-A785962B662E}" destId="{2A31EC1A-0E86-46E7-ACC3-D96599A6C442}" srcOrd="3" destOrd="0" presId="urn:microsoft.com/office/officeart/2005/8/layout/orgChart1"/>
    <dgm:cxn modelId="{58C79546-10D2-4D2A-83CC-A2B80CED175B}" type="presParOf" srcId="{2A31EC1A-0E86-46E7-ACC3-D96599A6C442}" destId="{EC00861C-F485-4863-9B45-1F5E0533E946}" srcOrd="0" destOrd="0" presId="urn:microsoft.com/office/officeart/2005/8/layout/orgChart1"/>
    <dgm:cxn modelId="{57028F14-D505-45EA-B5AA-D1E960BF9B05}" type="presParOf" srcId="{EC00861C-F485-4863-9B45-1F5E0533E946}" destId="{53625243-8155-4CD2-BF87-79F7005A71CA}" srcOrd="0" destOrd="0" presId="urn:microsoft.com/office/officeart/2005/8/layout/orgChart1"/>
    <dgm:cxn modelId="{359E6988-E6D4-4E18-B7F0-145D987715A9}" type="presParOf" srcId="{EC00861C-F485-4863-9B45-1F5E0533E946}" destId="{D3BD603A-70FF-4D85-B939-09D3C5815721}" srcOrd="1" destOrd="0" presId="urn:microsoft.com/office/officeart/2005/8/layout/orgChart1"/>
    <dgm:cxn modelId="{FC144BAF-8B39-49FD-90E0-29D91589954A}" type="presParOf" srcId="{2A31EC1A-0E86-46E7-ACC3-D96599A6C442}" destId="{E7F8AAEB-5EA3-4975-809B-9A6845E1C8B6}" srcOrd="1" destOrd="0" presId="urn:microsoft.com/office/officeart/2005/8/layout/orgChart1"/>
    <dgm:cxn modelId="{B9F73985-7D63-43B4-AA08-F4B4095C7CD1}" type="presParOf" srcId="{2A31EC1A-0E86-46E7-ACC3-D96599A6C442}" destId="{E9EFBC41-0E35-431E-B92C-5D3DD71C60D1}" srcOrd="2" destOrd="0" presId="urn:microsoft.com/office/officeart/2005/8/layout/orgChart1"/>
    <dgm:cxn modelId="{8291D297-7675-4804-8253-E1D787A28D62}" type="presParOf" srcId="{6F16D401-44C6-42BB-B61F-61AA3BB310D6}" destId="{6948B879-486E-425F-A93D-00631E65DF5B}" srcOrd="2" destOrd="0" presId="urn:microsoft.com/office/officeart/2005/8/layout/orgChart1"/>
    <dgm:cxn modelId="{05507F6F-66F8-47C0-91D2-EB8626810F41}" type="presParOf" srcId="{C33F6AD9-3E60-4107-BFA5-79F846E03D34}" destId="{E7B6A5E7-A87E-476D-8F71-1712A8C0FF5D}" srcOrd="2" destOrd="0" presId="urn:microsoft.com/office/officeart/2005/8/layout/orgChart1"/>
    <dgm:cxn modelId="{95150642-658E-4F66-97D2-DFE9DF6FF3BD}" type="presParOf" srcId="{73796ADA-641F-4192-9BB1-AD3562FA13AA}" destId="{DD035075-3DB3-4842-BE24-9130DEE4D91D}" srcOrd="2" destOrd="0" presId="urn:microsoft.com/office/officeart/2005/8/layout/orgChart1"/>
    <dgm:cxn modelId="{97E1C457-A100-48BB-B107-AD911A77A8CB}" type="presParOf" srcId="{73796ADA-641F-4192-9BB1-AD3562FA13AA}" destId="{DF1DFF5F-BAA3-4816-9CA4-247D0A1A9376}" srcOrd="3" destOrd="0" presId="urn:microsoft.com/office/officeart/2005/8/layout/orgChart1"/>
    <dgm:cxn modelId="{4281BC75-EC14-485E-A207-B91D2EE12C72}" type="presParOf" srcId="{DF1DFF5F-BAA3-4816-9CA4-247D0A1A9376}" destId="{398B0B81-8D45-4E7C-ACFB-30556BFF927A}" srcOrd="0" destOrd="0" presId="urn:microsoft.com/office/officeart/2005/8/layout/orgChart1"/>
    <dgm:cxn modelId="{EC45639D-5B62-4B7C-8784-E1C5861572A6}" type="presParOf" srcId="{398B0B81-8D45-4E7C-ACFB-30556BFF927A}" destId="{1F612F04-ED3B-4FBB-A2C3-8D0810F1C11A}" srcOrd="0" destOrd="0" presId="urn:microsoft.com/office/officeart/2005/8/layout/orgChart1"/>
    <dgm:cxn modelId="{0BE8735A-FE9D-488E-BB32-128DD3EE8B27}" type="presParOf" srcId="{398B0B81-8D45-4E7C-ACFB-30556BFF927A}" destId="{DB8A46E0-8E1B-448D-AA75-077535C7E503}" srcOrd="1" destOrd="0" presId="urn:microsoft.com/office/officeart/2005/8/layout/orgChart1"/>
    <dgm:cxn modelId="{3BFBFA6B-BBF1-4A51-9E70-8EC2734BFF61}" type="presParOf" srcId="{DF1DFF5F-BAA3-4816-9CA4-247D0A1A9376}" destId="{5B981D9F-BEFE-42E0-BEF2-B078A2DDEF30}" srcOrd="1" destOrd="0" presId="urn:microsoft.com/office/officeart/2005/8/layout/orgChart1"/>
    <dgm:cxn modelId="{73110003-EAED-4FEA-AAD1-1FDBBDF0E3DD}" type="presParOf" srcId="{5B981D9F-BEFE-42E0-BEF2-B078A2DDEF30}" destId="{1A2C16F9-D66D-41FC-957A-CAEF5A832E55}" srcOrd="0" destOrd="0" presId="urn:microsoft.com/office/officeart/2005/8/layout/orgChart1"/>
    <dgm:cxn modelId="{79D313C4-4339-468B-AAB9-A8704C09590F}" type="presParOf" srcId="{5B981D9F-BEFE-42E0-BEF2-B078A2DDEF30}" destId="{0B9CFEB4-5AE0-46B2-97B6-6D5E976C260B}" srcOrd="1" destOrd="0" presId="urn:microsoft.com/office/officeart/2005/8/layout/orgChart1"/>
    <dgm:cxn modelId="{71C0ECEC-EEE1-4F34-958C-3EE2397E9981}" type="presParOf" srcId="{0B9CFEB4-5AE0-46B2-97B6-6D5E976C260B}" destId="{F3796E1A-533E-435A-9421-4C8726CDAE0B}" srcOrd="0" destOrd="0" presId="urn:microsoft.com/office/officeart/2005/8/layout/orgChart1"/>
    <dgm:cxn modelId="{49673D06-0005-4639-A166-D2E55E5F6F01}" type="presParOf" srcId="{F3796E1A-533E-435A-9421-4C8726CDAE0B}" destId="{67740D5B-DB2E-47A5-8F99-58C27D811E40}" srcOrd="0" destOrd="0" presId="urn:microsoft.com/office/officeart/2005/8/layout/orgChart1"/>
    <dgm:cxn modelId="{8A43ABE2-F99E-41C9-B753-BAFCC3E206D1}" type="presParOf" srcId="{F3796E1A-533E-435A-9421-4C8726CDAE0B}" destId="{F5C9BBB9-4354-40C5-85A4-13D9C5065F46}" srcOrd="1" destOrd="0" presId="urn:microsoft.com/office/officeart/2005/8/layout/orgChart1"/>
    <dgm:cxn modelId="{4A8962B1-465E-42FD-9EB3-D2D62D5B94B2}" type="presParOf" srcId="{0B9CFEB4-5AE0-46B2-97B6-6D5E976C260B}" destId="{CD46ABB3-3CB2-40C9-AFB4-D4685465A6E2}" srcOrd="1" destOrd="0" presId="urn:microsoft.com/office/officeart/2005/8/layout/orgChart1"/>
    <dgm:cxn modelId="{3BC5D46A-1A61-4CC0-8C48-706279FCDD40}" type="presParOf" srcId="{CD46ABB3-3CB2-40C9-AFB4-D4685465A6E2}" destId="{772E129A-8AF1-4245-AA91-DE3E79E788A7}" srcOrd="0" destOrd="0" presId="urn:microsoft.com/office/officeart/2005/8/layout/orgChart1"/>
    <dgm:cxn modelId="{32FD92BB-052C-4472-8D4F-53D5CE723483}" type="presParOf" srcId="{CD46ABB3-3CB2-40C9-AFB4-D4685465A6E2}" destId="{CEBDB99E-7E0C-47D3-9BC7-06FAF082C909}" srcOrd="1" destOrd="0" presId="urn:microsoft.com/office/officeart/2005/8/layout/orgChart1"/>
    <dgm:cxn modelId="{EACA3510-B554-4CB1-8640-54702EFB7E3A}" type="presParOf" srcId="{CEBDB99E-7E0C-47D3-9BC7-06FAF082C909}" destId="{264D80E3-8AB5-46DD-A075-756BC78BC005}" srcOrd="0" destOrd="0" presId="urn:microsoft.com/office/officeart/2005/8/layout/orgChart1"/>
    <dgm:cxn modelId="{A6F1A8ED-DDCF-4301-B85D-89073B55387F}" type="presParOf" srcId="{264D80E3-8AB5-46DD-A075-756BC78BC005}" destId="{0ED0A472-9FA6-4AC6-832B-CF4BDD9C6638}" srcOrd="0" destOrd="0" presId="urn:microsoft.com/office/officeart/2005/8/layout/orgChart1"/>
    <dgm:cxn modelId="{55293F51-0F4B-41AB-A368-A2110C2FEA01}" type="presParOf" srcId="{264D80E3-8AB5-46DD-A075-756BC78BC005}" destId="{CA1488A9-89E3-4C5C-BD57-D8F9B6008528}" srcOrd="1" destOrd="0" presId="urn:microsoft.com/office/officeart/2005/8/layout/orgChart1"/>
    <dgm:cxn modelId="{A87E2434-CF4F-4E8E-8647-F7DD0E499B14}" type="presParOf" srcId="{CEBDB99E-7E0C-47D3-9BC7-06FAF082C909}" destId="{5A9EDA78-53F7-41A8-9A67-C83750E82E84}" srcOrd="1" destOrd="0" presId="urn:microsoft.com/office/officeart/2005/8/layout/orgChart1"/>
    <dgm:cxn modelId="{946027E5-A749-4D7A-84C3-BC39DF4E6969}" type="presParOf" srcId="{CEBDB99E-7E0C-47D3-9BC7-06FAF082C909}" destId="{9AACD82F-C2B3-4A79-BFC8-2A008FAF11BF}" srcOrd="2" destOrd="0" presId="urn:microsoft.com/office/officeart/2005/8/layout/orgChart1"/>
    <dgm:cxn modelId="{6A424BA8-B3BD-44D9-BD79-24BAC99E55BB}" type="presParOf" srcId="{CD46ABB3-3CB2-40C9-AFB4-D4685465A6E2}" destId="{696E8115-CEBD-49D5-8A5A-16A02597002D}" srcOrd="2" destOrd="0" presId="urn:microsoft.com/office/officeart/2005/8/layout/orgChart1"/>
    <dgm:cxn modelId="{9525B4F1-9098-4ADA-9585-EA1C683BC21E}" type="presParOf" srcId="{CD46ABB3-3CB2-40C9-AFB4-D4685465A6E2}" destId="{55D2D3A9-16AC-4BAC-A830-30959531FEE8}" srcOrd="3" destOrd="0" presId="urn:microsoft.com/office/officeart/2005/8/layout/orgChart1"/>
    <dgm:cxn modelId="{EF636C46-A09D-4800-B8D9-0503B0EBD6A9}" type="presParOf" srcId="{55D2D3A9-16AC-4BAC-A830-30959531FEE8}" destId="{450FF690-0D56-4866-A5EA-D1086A37F331}" srcOrd="0" destOrd="0" presId="urn:microsoft.com/office/officeart/2005/8/layout/orgChart1"/>
    <dgm:cxn modelId="{EA6EB8AF-F505-4CAE-BAA8-6888DD822749}" type="presParOf" srcId="{450FF690-0D56-4866-A5EA-D1086A37F331}" destId="{447B0FEC-BE73-43D7-8FE3-F020EB7C8314}" srcOrd="0" destOrd="0" presId="urn:microsoft.com/office/officeart/2005/8/layout/orgChart1"/>
    <dgm:cxn modelId="{6375ACE3-4CC5-4587-9F44-E05B28CB57E3}" type="presParOf" srcId="{450FF690-0D56-4866-A5EA-D1086A37F331}" destId="{7B29C6BA-DA70-4117-8B10-617EE37274B5}" srcOrd="1" destOrd="0" presId="urn:microsoft.com/office/officeart/2005/8/layout/orgChart1"/>
    <dgm:cxn modelId="{439005DF-19E7-4A19-8730-B080C56661DF}" type="presParOf" srcId="{55D2D3A9-16AC-4BAC-A830-30959531FEE8}" destId="{56ED1D9B-24DE-44AC-BB89-7EEC5A87BC7B}" srcOrd="1" destOrd="0" presId="urn:microsoft.com/office/officeart/2005/8/layout/orgChart1"/>
    <dgm:cxn modelId="{D1454E7B-3198-4507-9474-8A1964BFABB6}" type="presParOf" srcId="{55D2D3A9-16AC-4BAC-A830-30959531FEE8}" destId="{E0934872-828B-4A60-BCC7-A08F78D6F291}" srcOrd="2" destOrd="0" presId="urn:microsoft.com/office/officeart/2005/8/layout/orgChart1"/>
    <dgm:cxn modelId="{23315903-4456-4BBC-BD71-D94FE0394A16}" type="presParOf" srcId="{0B9CFEB4-5AE0-46B2-97B6-6D5E976C260B}" destId="{D8A27F1A-5CCE-42E2-9529-3A77D9D78378}" srcOrd="2" destOrd="0" presId="urn:microsoft.com/office/officeart/2005/8/layout/orgChart1"/>
    <dgm:cxn modelId="{FE95A89D-32D0-4728-B0A2-3FB60B222DBE}" type="presParOf" srcId="{5B981D9F-BEFE-42E0-BEF2-B078A2DDEF30}" destId="{405D4E12-57A6-4923-96FD-889844260D36}" srcOrd="2" destOrd="0" presId="urn:microsoft.com/office/officeart/2005/8/layout/orgChart1"/>
    <dgm:cxn modelId="{3FCFD594-B689-4F51-8D6B-7881A31DDC4D}" type="presParOf" srcId="{5B981D9F-BEFE-42E0-BEF2-B078A2DDEF30}" destId="{534BBBFF-BC6C-45AF-91E5-6DEA076FD332}" srcOrd="3" destOrd="0" presId="urn:microsoft.com/office/officeart/2005/8/layout/orgChart1"/>
    <dgm:cxn modelId="{B10B7C2A-070E-4FBE-88D6-690C5E4F6044}" type="presParOf" srcId="{534BBBFF-BC6C-45AF-91E5-6DEA076FD332}" destId="{D0BA877F-A99E-4876-BA99-4106842D601D}" srcOrd="0" destOrd="0" presId="urn:microsoft.com/office/officeart/2005/8/layout/orgChart1"/>
    <dgm:cxn modelId="{B5F02CAA-93D8-4D5C-A03D-73699C23372A}" type="presParOf" srcId="{D0BA877F-A99E-4876-BA99-4106842D601D}" destId="{4C1B5CE0-4E3A-4E63-B80C-9B65059AE664}" srcOrd="0" destOrd="0" presId="urn:microsoft.com/office/officeart/2005/8/layout/orgChart1"/>
    <dgm:cxn modelId="{5B57673E-76C5-4838-A6F5-34B5991C7338}" type="presParOf" srcId="{D0BA877F-A99E-4876-BA99-4106842D601D}" destId="{69214D0B-A7BD-4C9B-B0F2-1BD3623FA5B6}" srcOrd="1" destOrd="0" presId="urn:microsoft.com/office/officeart/2005/8/layout/orgChart1"/>
    <dgm:cxn modelId="{EFF4D826-7BAA-4AC3-BD7A-9A1A02C5150D}" type="presParOf" srcId="{534BBBFF-BC6C-45AF-91E5-6DEA076FD332}" destId="{6CA92100-532B-4F95-B981-2699662E0B31}" srcOrd="1" destOrd="0" presId="urn:microsoft.com/office/officeart/2005/8/layout/orgChart1"/>
    <dgm:cxn modelId="{D8630D6F-357C-47CD-B21A-310E1EF1ACF6}" type="presParOf" srcId="{6CA92100-532B-4F95-B981-2699662E0B31}" destId="{DF1FC5B7-27DA-4A1F-A382-1594BC4446F6}" srcOrd="0" destOrd="0" presId="urn:microsoft.com/office/officeart/2005/8/layout/orgChart1"/>
    <dgm:cxn modelId="{FCD9C178-F840-40A3-8C35-6E376A0C193F}" type="presParOf" srcId="{6CA92100-532B-4F95-B981-2699662E0B31}" destId="{AEB1A2EB-2265-4713-A2D2-9545DB577AD6}" srcOrd="1" destOrd="0" presId="urn:microsoft.com/office/officeart/2005/8/layout/orgChart1"/>
    <dgm:cxn modelId="{168D3640-6A18-4AD5-AD55-E1521AD8764C}" type="presParOf" srcId="{AEB1A2EB-2265-4713-A2D2-9545DB577AD6}" destId="{C1903891-1B82-47B5-A89E-90F9CEA9D738}" srcOrd="0" destOrd="0" presId="urn:microsoft.com/office/officeart/2005/8/layout/orgChart1"/>
    <dgm:cxn modelId="{FE4D2127-9AAA-4B3B-B60B-433C9842911D}" type="presParOf" srcId="{C1903891-1B82-47B5-A89E-90F9CEA9D738}" destId="{F4A4CCB3-7856-4315-8F0B-B676C416DB8D}" srcOrd="0" destOrd="0" presId="urn:microsoft.com/office/officeart/2005/8/layout/orgChart1"/>
    <dgm:cxn modelId="{AE9843A4-C927-4A9F-9F28-FC12BD52AA75}" type="presParOf" srcId="{C1903891-1B82-47B5-A89E-90F9CEA9D738}" destId="{4A47C7EB-F31A-4D65-AC47-F4A928437CFD}" srcOrd="1" destOrd="0" presId="urn:microsoft.com/office/officeart/2005/8/layout/orgChart1"/>
    <dgm:cxn modelId="{335DFDBB-6901-4E49-94BD-CF0ED7044D03}" type="presParOf" srcId="{AEB1A2EB-2265-4713-A2D2-9545DB577AD6}" destId="{5FD4EFA9-0E3F-45E8-B9B1-2774E0EA344D}" srcOrd="1" destOrd="0" presId="urn:microsoft.com/office/officeart/2005/8/layout/orgChart1"/>
    <dgm:cxn modelId="{3D435374-1460-4912-A67E-6BAC9A23C797}" type="presParOf" srcId="{AEB1A2EB-2265-4713-A2D2-9545DB577AD6}" destId="{AA53D8B5-235A-4FE8-8FE0-9411E7BCE48A}" srcOrd="2" destOrd="0" presId="urn:microsoft.com/office/officeart/2005/8/layout/orgChart1"/>
    <dgm:cxn modelId="{2DF6A1C6-134F-432D-843D-B11EEB23C30C}" type="presParOf" srcId="{6CA92100-532B-4F95-B981-2699662E0B31}" destId="{569CBC11-8200-4BBA-9AD0-1B0A95124085}" srcOrd="2" destOrd="0" presId="urn:microsoft.com/office/officeart/2005/8/layout/orgChart1"/>
    <dgm:cxn modelId="{E5F46142-8DB4-4254-B2BD-3978C603B1ED}" type="presParOf" srcId="{6CA92100-532B-4F95-B981-2699662E0B31}" destId="{635F2D6B-F657-44ED-9D45-A1E6B852781C}" srcOrd="3" destOrd="0" presId="urn:microsoft.com/office/officeart/2005/8/layout/orgChart1"/>
    <dgm:cxn modelId="{F5D17A5C-8BFB-403F-90F4-8FBC7053FBE4}" type="presParOf" srcId="{635F2D6B-F657-44ED-9D45-A1E6B852781C}" destId="{7F2FD320-060F-498D-9F55-C1A74E6860E2}" srcOrd="0" destOrd="0" presId="urn:microsoft.com/office/officeart/2005/8/layout/orgChart1"/>
    <dgm:cxn modelId="{E4C6D4B2-ADD5-4BF5-AEF4-9610ECAF32AA}" type="presParOf" srcId="{7F2FD320-060F-498D-9F55-C1A74E6860E2}" destId="{CD3CB240-35AF-448B-92EB-32B0568D678C}" srcOrd="0" destOrd="0" presId="urn:microsoft.com/office/officeart/2005/8/layout/orgChart1"/>
    <dgm:cxn modelId="{6E47C0CE-B882-4E68-A51A-3697AA6C1E36}" type="presParOf" srcId="{7F2FD320-060F-498D-9F55-C1A74E6860E2}" destId="{3E9267DD-F735-4825-899D-2BCB549E0117}" srcOrd="1" destOrd="0" presId="urn:microsoft.com/office/officeart/2005/8/layout/orgChart1"/>
    <dgm:cxn modelId="{8CC27C8E-E0D9-4009-B838-F8E124FF0F20}" type="presParOf" srcId="{635F2D6B-F657-44ED-9D45-A1E6B852781C}" destId="{1895DF9F-40CC-438D-9618-EFEAE861868F}" srcOrd="1" destOrd="0" presId="urn:microsoft.com/office/officeart/2005/8/layout/orgChart1"/>
    <dgm:cxn modelId="{E02A4E05-FE47-4205-AB13-7D679E027CF5}" type="presParOf" srcId="{635F2D6B-F657-44ED-9D45-A1E6B852781C}" destId="{15195738-2032-48FF-B8A9-27D4A817F169}" srcOrd="2" destOrd="0" presId="urn:microsoft.com/office/officeart/2005/8/layout/orgChart1"/>
    <dgm:cxn modelId="{8266B45B-967C-4AB8-BB75-2034D61EE7CC}" type="presParOf" srcId="{534BBBFF-BC6C-45AF-91E5-6DEA076FD332}" destId="{FA33E4E1-86AE-4477-A16A-83F71CCBD3BC}" srcOrd="2" destOrd="0" presId="urn:microsoft.com/office/officeart/2005/8/layout/orgChart1"/>
    <dgm:cxn modelId="{641BF33C-C462-4D5D-AB47-983AF435F726}" type="presParOf" srcId="{DF1DFF5F-BAA3-4816-9CA4-247D0A1A9376}" destId="{44548B83-5D24-4F76-90DC-EE8CA0677788}" srcOrd="2" destOrd="0" presId="urn:microsoft.com/office/officeart/2005/8/layout/orgChart1"/>
    <dgm:cxn modelId="{11E65DD9-543A-4BED-AF0E-0FE2979DB45E}" type="presParOf" srcId="{336F36E9-D0AE-47BB-822C-C63319EA5B95}" destId="{5BEF65B3-B22B-489A-A618-6F2B0087F233}" srcOrd="2" destOrd="0" presId="urn:microsoft.com/office/officeart/2005/8/layout/orgChart1"/>
    <dgm:cxn modelId="{A3B14551-9F12-4F8E-BEE3-016DADE4DC7F}" type="presParOf" srcId="{299DB62E-252D-4BB7-8A8F-846CACBDC6C3}" destId="{0996015A-67B7-4E43-BE54-53679AD9CD7D}" srcOrd="2" destOrd="0" presId="urn:microsoft.com/office/officeart/2005/8/layout/orgChart1"/>
    <dgm:cxn modelId="{8FD0FD53-EDD0-4DD7-9DBB-9688B89C7107}" type="presParOf" srcId="{299DB62E-252D-4BB7-8A8F-846CACBDC6C3}" destId="{9E938D73-C132-42AB-BF68-C8997CA571EE}" srcOrd="3" destOrd="0" presId="urn:microsoft.com/office/officeart/2005/8/layout/orgChart1"/>
    <dgm:cxn modelId="{5BE76125-8B40-4AD2-A2F3-F514E861455B}" type="presParOf" srcId="{9E938D73-C132-42AB-BF68-C8997CA571EE}" destId="{331FCC6A-AB53-4FD0-BFBC-CD0247DCE34F}" srcOrd="0" destOrd="0" presId="urn:microsoft.com/office/officeart/2005/8/layout/orgChart1"/>
    <dgm:cxn modelId="{45DD8070-6261-4B54-A7B6-0D2FD672FC21}" type="presParOf" srcId="{331FCC6A-AB53-4FD0-BFBC-CD0247DCE34F}" destId="{C010E59D-5733-4FE5-898B-4362B63AB610}" srcOrd="0" destOrd="0" presId="urn:microsoft.com/office/officeart/2005/8/layout/orgChart1"/>
    <dgm:cxn modelId="{7FC8CE86-DF43-4BC2-8C73-9331AD51A1B0}" type="presParOf" srcId="{331FCC6A-AB53-4FD0-BFBC-CD0247DCE34F}" destId="{8DB760A9-8DFE-432E-82DB-71C6B823AEB6}" srcOrd="1" destOrd="0" presId="urn:microsoft.com/office/officeart/2005/8/layout/orgChart1"/>
    <dgm:cxn modelId="{3A38C193-0528-433A-9EDF-B938D471A797}" type="presParOf" srcId="{9E938D73-C132-42AB-BF68-C8997CA571EE}" destId="{498D338A-B318-4C1A-AC59-5606895A562B}" srcOrd="1" destOrd="0" presId="urn:microsoft.com/office/officeart/2005/8/layout/orgChart1"/>
    <dgm:cxn modelId="{B81727F5-5158-4666-A53C-19FC0A331E86}" type="presParOf" srcId="{9E938D73-C132-42AB-BF68-C8997CA571EE}" destId="{693DEC09-B62E-4A25-9221-DE846C01F4F2}" srcOrd="2" destOrd="0" presId="urn:microsoft.com/office/officeart/2005/8/layout/orgChart1"/>
    <dgm:cxn modelId="{B5B5EE8D-5E16-4A78-A4A7-6B79A9E1D660}" type="presParOf" srcId="{4E840FA8-4E3A-4604-BCEC-B843E2A4E35C}" destId="{9F76752A-25B4-49D9-A349-CD7B3978C9A4}" srcOrd="2" destOrd="0" presId="urn:microsoft.com/office/officeart/2005/8/layout/orgChart1"/>
    <dgm:cxn modelId="{031F105C-994A-4FBB-BF97-2007F0040C2E}" type="presParOf" srcId="{F8EC14D5-8AD7-4BD2-B3AC-D48E9820818D}" destId="{9CCB7342-FAE2-497B-AEB0-07DF8BC2C34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Perfect</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40170883-1FF8-4E75-9857-CD5D54720641}">
      <dgm:prSet phldrT="[Text]"/>
      <dgm:spPr/>
      <dgm:t>
        <a:bodyPr/>
        <a:lstStyle/>
        <a:p>
          <a:r>
            <a:rPr lang="en-US" dirty="0"/>
            <a:t>2.1</a:t>
          </a:r>
        </a:p>
      </dgm:t>
    </dgm:pt>
    <dgm:pt modelId="{A03A239D-DF6E-4121-BB73-085E32A8F233}" type="parTrans" cxnId="{C15C03F4-2246-4145-B5E7-9E2FBB0ACA79}">
      <dgm:prSet/>
      <dgm:spPr/>
      <dgm:t>
        <a:bodyPr/>
        <a:lstStyle/>
        <a:p>
          <a:endParaRPr lang="en-US"/>
        </a:p>
      </dgm:t>
    </dgm:pt>
    <dgm:pt modelId="{64AB7CE0-73EE-41B2-9344-4EBA07A13EE1}" type="sibTrans" cxnId="{C15C03F4-2246-4145-B5E7-9E2FBB0ACA79}">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1511AED-8113-47DB-A8B2-285F051FA41A}">
      <dgm:prSet phldrT="[Text]"/>
      <dgm:spPr/>
      <dgm:t>
        <a:bodyPr/>
        <a:lstStyle/>
        <a:p>
          <a:r>
            <a:rPr lang="en-US" dirty="0"/>
            <a:t>1.1.1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193747C6-6424-4BB1-A94E-8C5B92F0FD51}">
      <dgm:prSet phldrT="[Text]"/>
      <dgm:spPr/>
      <dgm:t>
        <a:bodyPr/>
        <a:lstStyle/>
        <a:p>
          <a:r>
            <a:rPr lang="en-US" dirty="0"/>
            <a:t>1.2.1</a:t>
          </a:r>
        </a:p>
      </dgm:t>
    </dgm:pt>
    <dgm:pt modelId="{C6FD1E74-6594-4E7C-8C23-6CB7FC67EFA6}" type="parTrans" cxnId="{5817E73C-1756-4A57-BAC9-02D38C4C867C}">
      <dgm:prSet/>
      <dgm:spPr/>
      <dgm:t>
        <a:bodyPr/>
        <a:lstStyle/>
        <a:p>
          <a:endParaRPr lang="en-US"/>
        </a:p>
      </dgm:t>
    </dgm:pt>
    <dgm:pt modelId="{31031EC0-6B88-43BB-A068-0D35EDBF8CCB}" type="sibTrans" cxnId="{5817E73C-1756-4A57-BAC9-02D38C4C867C}">
      <dgm:prSet/>
      <dgm:spPr/>
      <dgm:t>
        <a:bodyPr/>
        <a:lstStyle/>
        <a:p>
          <a:endParaRPr lang="en-US"/>
        </a:p>
      </dgm:t>
    </dgm:pt>
    <dgm:pt modelId="{0BC09B3D-48E9-4160-8C00-ECCE59F38EA7}">
      <dgm:prSet phldrT="[Text]"/>
      <dgm:spPr/>
      <dgm:t>
        <a:bodyPr/>
        <a:lstStyle/>
        <a:p>
          <a:r>
            <a:rPr lang="en-US" dirty="0"/>
            <a:t>1.2.2</a:t>
          </a:r>
        </a:p>
      </dgm:t>
    </dgm:pt>
    <dgm:pt modelId="{B6F1B484-A920-4008-8FCD-3F0C123A1B4B}" type="parTrans" cxnId="{3CEAD38E-BE52-4BA9-AD69-CB349741ED73}">
      <dgm:prSet/>
      <dgm:spPr/>
      <dgm:t>
        <a:bodyPr/>
        <a:lstStyle/>
        <a:p>
          <a:endParaRPr lang="en-US"/>
        </a:p>
      </dgm:t>
    </dgm:pt>
    <dgm:pt modelId="{77D7DA2A-4E68-48F3-8D8B-03FF760C9FA0}" type="sibTrans" cxnId="{3CEAD38E-BE52-4BA9-AD69-CB349741ED73}">
      <dgm:prSet/>
      <dgm:spPr/>
      <dgm:t>
        <a:bodyPr/>
        <a:lstStyle/>
        <a:p>
          <a:endParaRPr lang="en-US"/>
        </a:p>
      </dgm:t>
    </dgm:pt>
    <dgm:pt modelId="{64E67860-6C36-44CD-A40D-03CD6F263B4E}">
      <dgm:prSet phldrT="[Text]"/>
      <dgm:spPr/>
      <dgm:t>
        <a:bodyPr/>
        <a:lstStyle/>
        <a:p>
          <a:r>
            <a:rPr lang="en-US" dirty="0"/>
            <a:t>2.1.1</a:t>
          </a:r>
        </a:p>
      </dgm:t>
    </dgm:pt>
    <dgm:pt modelId="{7E6ED18E-C7BE-41FB-BD3B-A8FA7113E150}" type="parTrans" cxnId="{8B929131-6EAA-40A1-8784-B514261C6873}">
      <dgm:prSet/>
      <dgm:spPr/>
      <dgm:t>
        <a:bodyPr/>
        <a:lstStyle/>
        <a:p>
          <a:endParaRPr lang="en-US"/>
        </a:p>
      </dgm:t>
    </dgm:pt>
    <dgm:pt modelId="{C0342113-6B9D-4EEA-B321-9451CF0E29E3}" type="sibTrans" cxnId="{8B929131-6EAA-40A1-8784-B514261C6873}">
      <dgm:prSet/>
      <dgm:spPr/>
      <dgm:t>
        <a:bodyPr/>
        <a:lstStyle/>
        <a:p>
          <a:endParaRPr lang="en-US"/>
        </a:p>
      </dgm:t>
    </dgm:pt>
    <dgm:pt modelId="{28438D95-DD3A-4616-BACA-34BADB1D0E0C}">
      <dgm:prSet phldrT="[Text]"/>
      <dgm:spPr/>
      <dgm:t>
        <a:bodyPr/>
        <a:lstStyle/>
        <a:p>
          <a:r>
            <a:rPr lang="en-US" dirty="0"/>
            <a:t>2.1.2</a:t>
          </a:r>
        </a:p>
      </dgm:t>
    </dgm:pt>
    <dgm:pt modelId="{DDF8327D-47B7-4E92-93BD-F7310217094C}" type="parTrans" cxnId="{DF4C848A-8755-4768-868F-4500783A7C36}">
      <dgm:prSet/>
      <dgm:spPr/>
      <dgm:t>
        <a:bodyPr/>
        <a:lstStyle/>
        <a:p>
          <a:endParaRPr lang="en-US"/>
        </a:p>
      </dgm:t>
    </dgm:pt>
    <dgm:pt modelId="{0390895E-43A3-48FE-AA9A-040F43BBD757}" type="sibTrans" cxnId="{DF4C848A-8755-4768-868F-4500783A7C36}">
      <dgm:prSet/>
      <dgm:spPr/>
      <dgm:t>
        <a:bodyPr/>
        <a:lstStyle/>
        <a:p>
          <a:endParaRPr lang="en-US"/>
        </a:p>
      </dgm:t>
    </dgm:pt>
    <dgm:pt modelId="{F5BECCD4-0EE8-4034-9312-9C4FC26C12AC}">
      <dgm:prSet phldrT="[Text]"/>
      <dgm:spPr/>
      <dgm:t>
        <a:bodyPr/>
        <a:lstStyle/>
        <a:p>
          <a:r>
            <a:rPr lang="en-US" dirty="0"/>
            <a:t>2.2.1</a:t>
          </a:r>
        </a:p>
      </dgm:t>
    </dgm:pt>
    <dgm:pt modelId="{2609F3E0-A1C2-439C-95CC-BC2A87729C68}" type="parTrans" cxnId="{CE726484-DBEB-46B7-BD84-27711BDA94F7}">
      <dgm:prSet/>
      <dgm:spPr/>
      <dgm:t>
        <a:bodyPr/>
        <a:lstStyle/>
        <a:p>
          <a:endParaRPr lang="en-US"/>
        </a:p>
      </dgm:t>
    </dgm:pt>
    <dgm:pt modelId="{DFEA597E-9335-4331-B89F-9A6017FB629B}" type="sibTrans" cxnId="{CE726484-DBEB-46B7-BD84-27711BDA94F7}">
      <dgm:prSet/>
      <dgm:spPr/>
      <dgm:t>
        <a:bodyPr/>
        <a:lstStyle/>
        <a:p>
          <a:endParaRPr lang="en-US"/>
        </a:p>
      </dgm:t>
    </dgm:pt>
    <dgm:pt modelId="{C09EE53E-2431-4231-8CF5-BD9C126141A1}">
      <dgm:prSet phldrT="[Text]"/>
      <dgm:spPr/>
      <dgm:t>
        <a:bodyPr/>
        <a:lstStyle/>
        <a:p>
          <a:r>
            <a:rPr lang="en-US" dirty="0"/>
            <a:t>2.2.2</a:t>
          </a:r>
        </a:p>
      </dgm:t>
    </dgm:pt>
    <dgm:pt modelId="{1B5C9251-101E-48CF-85F1-9535F863956F}" type="parTrans" cxnId="{308E13F2-1DCE-44D0-848A-842CC04BEA88}">
      <dgm:prSet/>
      <dgm:spPr/>
      <dgm:t>
        <a:bodyPr/>
        <a:lstStyle/>
        <a:p>
          <a:endParaRPr lang="en-US"/>
        </a:p>
      </dgm:t>
    </dgm:pt>
    <dgm:pt modelId="{DF541F12-A155-466C-A5F9-883EE48882A5}" type="sibTrans" cxnId="{308E13F2-1DCE-44D0-848A-842CC04BEA88}">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4762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8"/>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8"/>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8"/>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8"/>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C59A946A-0810-4782-99EE-5AA18399E4FD}" type="pres">
      <dgm:prSet presAssocID="{C6FD1E74-6594-4E7C-8C23-6CB7FC67EFA6}" presName="Name19" presStyleLbl="parChTrans1D4" presStyleIdx="2" presStyleCnt="8"/>
      <dgm:spPr/>
    </dgm:pt>
    <dgm:pt modelId="{869C5EAD-DD86-4EE4-A3FD-D82F51D029AC}" type="pres">
      <dgm:prSet presAssocID="{193747C6-6424-4BB1-A94E-8C5B92F0FD51}" presName="Name21" presStyleCnt="0"/>
      <dgm:spPr/>
    </dgm:pt>
    <dgm:pt modelId="{11952A07-DBDC-42E4-AAF8-51B99F7D3347}" type="pres">
      <dgm:prSet presAssocID="{193747C6-6424-4BB1-A94E-8C5B92F0FD51}" presName="level2Shape" presStyleLbl="node4" presStyleIdx="2" presStyleCnt="8"/>
      <dgm:spPr/>
    </dgm:pt>
    <dgm:pt modelId="{D3B533E8-5EAF-45B9-B48A-6A0438F1DD0F}" type="pres">
      <dgm:prSet presAssocID="{193747C6-6424-4BB1-A94E-8C5B92F0FD51}" presName="hierChild3" presStyleCnt="0"/>
      <dgm:spPr/>
    </dgm:pt>
    <dgm:pt modelId="{F7C231F5-C648-49B4-B8B2-D1A83C3550C6}" type="pres">
      <dgm:prSet presAssocID="{B6F1B484-A920-4008-8FCD-3F0C123A1B4B}" presName="Name19" presStyleLbl="parChTrans1D4" presStyleIdx="3" presStyleCnt="8"/>
      <dgm:spPr/>
    </dgm:pt>
    <dgm:pt modelId="{38330B2B-51F0-411A-A2F7-8FB2ACAF9A4E}" type="pres">
      <dgm:prSet presAssocID="{0BC09B3D-48E9-4160-8C00-ECCE59F38EA7}" presName="Name21" presStyleCnt="0"/>
      <dgm:spPr/>
    </dgm:pt>
    <dgm:pt modelId="{D96090C3-30D8-4BF5-887C-1B9E57813E6D}" type="pres">
      <dgm:prSet presAssocID="{0BC09B3D-48E9-4160-8C00-ECCE59F38EA7}" presName="level2Shape" presStyleLbl="node4" presStyleIdx="3" presStyleCnt="8"/>
      <dgm:spPr/>
    </dgm:pt>
    <dgm:pt modelId="{8A25EBB4-A858-4B37-A965-B12A9573C078}" type="pres">
      <dgm:prSet presAssocID="{0BC09B3D-48E9-4160-8C00-ECCE59F38EA7}"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F54FDFA7-54DE-4A3D-8E52-E9E2E178A95F}" type="pres">
      <dgm:prSet presAssocID="{7E6ED18E-C7BE-41FB-BD3B-A8FA7113E150}" presName="Name19" presStyleLbl="parChTrans1D4" presStyleIdx="4" presStyleCnt="8"/>
      <dgm:spPr/>
    </dgm:pt>
    <dgm:pt modelId="{EC0A00F6-5473-4E25-A4A9-2D7B941767A3}" type="pres">
      <dgm:prSet presAssocID="{64E67860-6C36-44CD-A40D-03CD6F263B4E}" presName="Name21" presStyleCnt="0"/>
      <dgm:spPr/>
    </dgm:pt>
    <dgm:pt modelId="{3CF00111-D210-4F20-B26C-09A5D02AD68E}" type="pres">
      <dgm:prSet presAssocID="{64E67860-6C36-44CD-A40D-03CD6F263B4E}" presName="level2Shape" presStyleLbl="node4" presStyleIdx="4" presStyleCnt="8"/>
      <dgm:spPr/>
    </dgm:pt>
    <dgm:pt modelId="{D0FBAAA8-6645-445C-BFC4-480DC26051DE}" type="pres">
      <dgm:prSet presAssocID="{64E67860-6C36-44CD-A40D-03CD6F263B4E}" presName="hierChild3" presStyleCnt="0"/>
      <dgm:spPr/>
    </dgm:pt>
    <dgm:pt modelId="{6ACB09EB-7214-4D1D-869A-C47575E588B6}" type="pres">
      <dgm:prSet presAssocID="{DDF8327D-47B7-4E92-93BD-F7310217094C}" presName="Name19" presStyleLbl="parChTrans1D4" presStyleIdx="5" presStyleCnt="8"/>
      <dgm:spPr/>
    </dgm:pt>
    <dgm:pt modelId="{285EDC49-3AB3-4CE7-9695-BBC0D4AF856F}" type="pres">
      <dgm:prSet presAssocID="{28438D95-DD3A-4616-BACA-34BADB1D0E0C}" presName="Name21" presStyleCnt="0"/>
      <dgm:spPr/>
    </dgm:pt>
    <dgm:pt modelId="{3A96F506-F1A1-49BB-B9A6-BCF180D33F9F}" type="pres">
      <dgm:prSet presAssocID="{28438D95-DD3A-4616-BACA-34BADB1D0E0C}" presName="level2Shape" presStyleLbl="node4" presStyleIdx="5" presStyleCnt="8"/>
      <dgm:spPr/>
    </dgm:pt>
    <dgm:pt modelId="{AC979CF4-42A2-4B69-8C43-E50639E12099}" type="pres">
      <dgm:prSet presAssocID="{28438D95-DD3A-4616-BACA-34BADB1D0E0C}"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4E46117C-C2FE-4779-B59D-952A64B25DA2}" type="pres">
      <dgm:prSet presAssocID="{2609F3E0-A1C2-439C-95CC-BC2A87729C68}" presName="Name19" presStyleLbl="parChTrans1D4" presStyleIdx="6" presStyleCnt="8"/>
      <dgm:spPr/>
    </dgm:pt>
    <dgm:pt modelId="{8D50B230-F680-474D-B3A9-B347FFF33D1C}" type="pres">
      <dgm:prSet presAssocID="{F5BECCD4-0EE8-4034-9312-9C4FC26C12AC}" presName="Name21" presStyleCnt="0"/>
      <dgm:spPr/>
    </dgm:pt>
    <dgm:pt modelId="{F00B5978-1698-4881-8208-8E70EF6EDE61}" type="pres">
      <dgm:prSet presAssocID="{F5BECCD4-0EE8-4034-9312-9C4FC26C12AC}" presName="level2Shape" presStyleLbl="node4" presStyleIdx="6" presStyleCnt="8"/>
      <dgm:spPr/>
    </dgm:pt>
    <dgm:pt modelId="{A0EBDB04-CA45-41D2-9D42-8C47D6CF0F8F}" type="pres">
      <dgm:prSet presAssocID="{F5BECCD4-0EE8-4034-9312-9C4FC26C12AC}" presName="hierChild3" presStyleCnt="0"/>
      <dgm:spPr/>
    </dgm:pt>
    <dgm:pt modelId="{F8222C10-B008-44C3-A546-3F53372E40E2}" type="pres">
      <dgm:prSet presAssocID="{1B5C9251-101E-48CF-85F1-9535F863956F}" presName="Name19" presStyleLbl="parChTrans1D4" presStyleIdx="7" presStyleCnt="8"/>
      <dgm:spPr/>
    </dgm:pt>
    <dgm:pt modelId="{E3EABA3D-1D21-4C8F-BF6E-B5939D0C23BD}" type="pres">
      <dgm:prSet presAssocID="{C09EE53E-2431-4231-8CF5-BD9C126141A1}" presName="Name21" presStyleCnt="0"/>
      <dgm:spPr/>
    </dgm:pt>
    <dgm:pt modelId="{455D2A7C-98DF-4EE5-8795-269667A49AD1}" type="pres">
      <dgm:prSet presAssocID="{C09EE53E-2431-4231-8CF5-BD9C126141A1}" presName="level2Shape" presStyleLbl="node4" presStyleIdx="7" presStyleCnt="8"/>
      <dgm:spPr/>
    </dgm:pt>
    <dgm:pt modelId="{9583A3A9-4C7A-403D-AE58-51D6AA467541}" type="pres">
      <dgm:prSet presAssocID="{C09EE53E-2431-4231-8CF5-BD9C126141A1}"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B4CAF09-71F1-4495-BA98-57F73C878CCC}" type="presOf" srcId="{0BC09B3D-48E9-4160-8C00-ECCE59F38EA7}" destId="{D96090C3-30D8-4BF5-887C-1B9E57813E6D}"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F079611B-4F6B-4D8D-8EC8-618BC2FCC8A3}" type="presOf" srcId="{193747C6-6424-4BB1-A94E-8C5B92F0FD51}" destId="{11952A07-DBDC-42E4-AAF8-51B99F7D3347}" srcOrd="0" destOrd="0" presId="urn:microsoft.com/office/officeart/2005/8/layout/hierarchy6"/>
    <dgm:cxn modelId="{7ACB941F-A7C5-4F53-87BE-27F3DADCB429}" type="presOf" srcId="{2609F3E0-A1C2-439C-95CC-BC2A87729C68}" destId="{4E46117C-C2FE-4779-B59D-952A64B25DA2}"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B0A3592B-74F9-44B2-81E2-F17D37387EBB}" type="presOf" srcId="{B6F1B484-A920-4008-8FCD-3F0C123A1B4B}" destId="{F7C231F5-C648-49B4-B8B2-D1A83C3550C6}" srcOrd="0" destOrd="0" presId="urn:microsoft.com/office/officeart/2005/8/layout/hierarchy6"/>
    <dgm:cxn modelId="{8B929131-6EAA-40A1-8784-B514261C6873}" srcId="{40170883-1FF8-4E75-9857-CD5D54720641}" destId="{64E67860-6C36-44CD-A40D-03CD6F263B4E}" srcOrd="0" destOrd="0" parTransId="{7E6ED18E-C7BE-41FB-BD3B-A8FA7113E150}" sibTransId="{C0342113-6B9D-4EEA-B321-9451CF0E29E3}"/>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5817E73C-1756-4A57-BAC9-02D38C4C867C}" srcId="{50835BA4-CC14-438F-9615-52C2E440A160}" destId="{193747C6-6424-4BB1-A94E-8C5B92F0FD51}" srcOrd="0" destOrd="0" parTransId="{C6FD1E74-6594-4E7C-8C23-6CB7FC67EFA6}" sibTransId="{31031EC0-6B88-43BB-A068-0D35EDBF8CCB}"/>
    <dgm:cxn modelId="{D55FF25F-FC1B-4E96-B50F-315F29752301}" srcId="{785FEA35-A458-49F8-84F1-AD8D498F6627}" destId="{50835BA4-CC14-438F-9615-52C2E440A160}" srcOrd="1" destOrd="0" parTransId="{00CDCEC9-1259-4976-A798-50171C0CD098}" sibTransId="{C30F1643-D97D-4176-98A3-6ED8B4D0F8C3}"/>
    <dgm:cxn modelId="{67A45841-C730-4814-89D5-D943D845ECCB}" type="presOf" srcId="{DDF8327D-47B7-4E92-93BD-F7310217094C}" destId="{6ACB09EB-7214-4D1D-869A-C47575E588B6}" srcOrd="0" destOrd="0" presId="urn:microsoft.com/office/officeart/2005/8/layout/hierarchy6"/>
    <dgm:cxn modelId="{809AB478-E8C2-4526-8975-6EABCDF8367B}" type="presOf" srcId="{C09EE53E-2431-4231-8CF5-BD9C126141A1}" destId="{455D2A7C-98DF-4EE5-8795-269667A49AD1}" srcOrd="0" destOrd="0" presId="urn:microsoft.com/office/officeart/2005/8/layout/hierarchy6"/>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CE726484-DBEB-46B7-BD84-27711BDA94F7}" srcId="{53F024D0-F2E7-451D-BC84-753EF7BC5BD6}" destId="{F5BECCD4-0EE8-4034-9312-9C4FC26C12AC}" srcOrd="0" destOrd="0" parTransId="{2609F3E0-A1C2-439C-95CC-BC2A87729C68}" sibTransId="{DFEA597E-9335-4331-B89F-9A6017FB629B}"/>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DF4C848A-8755-4768-868F-4500783A7C36}" srcId="{40170883-1FF8-4E75-9857-CD5D54720641}" destId="{28438D95-DD3A-4616-BACA-34BADB1D0E0C}" srcOrd="1" destOrd="0" parTransId="{DDF8327D-47B7-4E92-93BD-F7310217094C}" sibTransId="{0390895E-43A3-48FE-AA9A-040F43BBD757}"/>
    <dgm:cxn modelId="{E4300F8B-B5F8-42CF-841D-5CAAFC4DE61D}" type="presOf" srcId="{28438D95-DD3A-4616-BACA-34BADB1D0E0C}" destId="{3A96F506-F1A1-49BB-B9A6-BCF180D33F9F}" srcOrd="0" destOrd="0" presId="urn:microsoft.com/office/officeart/2005/8/layout/hierarchy6"/>
    <dgm:cxn modelId="{3CEAD38E-BE52-4BA9-AD69-CB349741ED73}" srcId="{50835BA4-CC14-438F-9615-52C2E440A160}" destId="{0BC09B3D-48E9-4160-8C00-ECCE59F38EA7}" srcOrd="1" destOrd="0" parTransId="{B6F1B484-A920-4008-8FCD-3F0C123A1B4B}" sibTransId="{77D7DA2A-4E68-48F3-8D8B-03FF760C9FA0}"/>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5FAF9AAF-8CDC-41ED-A8BD-ABC2F9355CD7}" type="presOf" srcId="{7E6ED18E-C7BE-41FB-BD3B-A8FA7113E150}" destId="{F54FDFA7-54DE-4A3D-8E52-E9E2E178A95F}"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27F034CC-4FC4-4B9F-8800-DEDA4687F40F}" type="presOf" srcId="{C6FD1E74-6594-4E7C-8C23-6CB7FC67EFA6}" destId="{C59A946A-0810-4782-99EE-5AA18399E4FD}" srcOrd="0" destOrd="0" presId="urn:microsoft.com/office/officeart/2005/8/layout/hierarchy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0FDE0EDD-C887-49C6-AABA-5A487FDA216D}" type="presOf" srcId="{F5BECCD4-0EE8-4034-9312-9C4FC26C12AC}" destId="{F00B5978-1698-4881-8208-8E70EF6EDE61}" srcOrd="0" destOrd="0" presId="urn:microsoft.com/office/officeart/2005/8/layout/hierarchy6"/>
    <dgm:cxn modelId="{CE779DE8-8E14-4C8E-877E-54B29A554F03}" type="presOf" srcId="{64E67860-6C36-44CD-A40D-03CD6F263B4E}" destId="{3CF00111-D210-4F20-B26C-09A5D02AD68E}"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40F14CF0-F5DA-46ED-BA01-E04363F7339E}" type="presOf" srcId="{1B5C9251-101E-48CF-85F1-9535F863956F}" destId="{F8222C10-B008-44C3-A546-3F53372E40E2}" srcOrd="0" destOrd="0" presId="urn:microsoft.com/office/officeart/2005/8/layout/hierarchy6"/>
    <dgm:cxn modelId="{308E13F2-1DCE-44D0-848A-842CC04BEA88}" srcId="{53F024D0-F2E7-451D-BC84-753EF7BC5BD6}" destId="{C09EE53E-2431-4231-8CF5-BD9C126141A1}" srcOrd="1" destOrd="0" parTransId="{1B5C9251-101E-48CF-85F1-9535F863956F}" sibTransId="{DF541F12-A155-466C-A5F9-883EE48882A5}"/>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EB32F640-DEEE-4C84-B97C-510CE81893F9}" type="presParOf" srcId="{AC7AC821-872D-4397-945C-163B8E704E05}" destId="{C59A946A-0810-4782-99EE-5AA18399E4FD}" srcOrd="0" destOrd="0" presId="urn:microsoft.com/office/officeart/2005/8/layout/hierarchy6"/>
    <dgm:cxn modelId="{C4D9CACB-1D55-43F5-9A42-C04FFFCF8F28}" type="presParOf" srcId="{AC7AC821-872D-4397-945C-163B8E704E05}" destId="{869C5EAD-DD86-4EE4-A3FD-D82F51D029AC}" srcOrd="1" destOrd="0" presId="urn:microsoft.com/office/officeart/2005/8/layout/hierarchy6"/>
    <dgm:cxn modelId="{69B63865-F7C5-4860-B17A-CB722E3C6FA1}" type="presParOf" srcId="{869C5EAD-DD86-4EE4-A3FD-D82F51D029AC}" destId="{11952A07-DBDC-42E4-AAF8-51B99F7D3347}" srcOrd="0" destOrd="0" presId="urn:microsoft.com/office/officeart/2005/8/layout/hierarchy6"/>
    <dgm:cxn modelId="{D6F970A8-71B0-4E9F-995C-24CF12F06CA7}" type="presParOf" srcId="{869C5EAD-DD86-4EE4-A3FD-D82F51D029AC}" destId="{D3B533E8-5EAF-45B9-B48A-6A0438F1DD0F}" srcOrd="1" destOrd="0" presId="urn:microsoft.com/office/officeart/2005/8/layout/hierarchy6"/>
    <dgm:cxn modelId="{642835FB-591B-4247-B6BD-D8EEBB4C3B68}" type="presParOf" srcId="{AC7AC821-872D-4397-945C-163B8E704E05}" destId="{F7C231F5-C648-49B4-B8B2-D1A83C3550C6}" srcOrd="2" destOrd="0" presId="urn:microsoft.com/office/officeart/2005/8/layout/hierarchy6"/>
    <dgm:cxn modelId="{FA054120-80EA-46B9-B432-EAFF8EE11979}" type="presParOf" srcId="{AC7AC821-872D-4397-945C-163B8E704E05}" destId="{38330B2B-51F0-411A-A2F7-8FB2ACAF9A4E}" srcOrd="3" destOrd="0" presId="urn:microsoft.com/office/officeart/2005/8/layout/hierarchy6"/>
    <dgm:cxn modelId="{A3A8FC39-212F-4AD4-BCCB-F6B40156321F}" type="presParOf" srcId="{38330B2B-51F0-411A-A2F7-8FB2ACAF9A4E}" destId="{D96090C3-30D8-4BF5-887C-1B9E57813E6D}" srcOrd="0" destOrd="0" presId="urn:microsoft.com/office/officeart/2005/8/layout/hierarchy6"/>
    <dgm:cxn modelId="{1B7DB120-4F79-4124-A24C-02033357F9B2}" type="presParOf" srcId="{38330B2B-51F0-411A-A2F7-8FB2ACAF9A4E}" destId="{8A25EBB4-A858-4B37-A965-B12A9573C078}"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6EFB2404-CCEF-4096-9127-2CBDEF20C58C}" type="presParOf" srcId="{24AFB99E-5898-46CA-A9EA-A06F0C8ED23D}" destId="{F54FDFA7-54DE-4A3D-8E52-E9E2E178A95F}" srcOrd="0" destOrd="0" presId="urn:microsoft.com/office/officeart/2005/8/layout/hierarchy6"/>
    <dgm:cxn modelId="{832F855B-24E5-4554-94FB-C3965DEE0A6F}" type="presParOf" srcId="{24AFB99E-5898-46CA-A9EA-A06F0C8ED23D}" destId="{EC0A00F6-5473-4E25-A4A9-2D7B941767A3}" srcOrd="1" destOrd="0" presId="urn:microsoft.com/office/officeart/2005/8/layout/hierarchy6"/>
    <dgm:cxn modelId="{AE2A2CC6-4999-4342-A319-0F7439533DB8}" type="presParOf" srcId="{EC0A00F6-5473-4E25-A4A9-2D7B941767A3}" destId="{3CF00111-D210-4F20-B26C-09A5D02AD68E}" srcOrd="0" destOrd="0" presId="urn:microsoft.com/office/officeart/2005/8/layout/hierarchy6"/>
    <dgm:cxn modelId="{28B85A06-3F52-4962-BB13-9519D22C0B42}" type="presParOf" srcId="{EC0A00F6-5473-4E25-A4A9-2D7B941767A3}" destId="{D0FBAAA8-6645-445C-BFC4-480DC26051DE}" srcOrd="1" destOrd="0" presId="urn:microsoft.com/office/officeart/2005/8/layout/hierarchy6"/>
    <dgm:cxn modelId="{43579D38-F55C-46EF-A7B7-C4B98803C063}" type="presParOf" srcId="{24AFB99E-5898-46CA-A9EA-A06F0C8ED23D}" destId="{6ACB09EB-7214-4D1D-869A-C47575E588B6}" srcOrd="2" destOrd="0" presId="urn:microsoft.com/office/officeart/2005/8/layout/hierarchy6"/>
    <dgm:cxn modelId="{C99F968A-A0F6-4000-8BA8-C905DFA507A4}" type="presParOf" srcId="{24AFB99E-5898-46CA-A9EA-A06F0C8ED23D}" destId="{285EDC49-3AB3-4CE7-9695-BBC0D4AF856F}" srcOrd="3" destOrd="0" presId="urn:microsoft.com/office/officeart/2005/8/layout/hierarchy6"/>
    <dgm:cxn modelId="{3DF95A6A-9A21-402F-B1A2-1134161FC171}" type="presParOf" srcId="{285EDC49-3AB3-4CE7-9695-BBC0D4AF856F}" destId="{3A96F506-F1A1-49BB-B9A6-BCF180D33F9F}" srcOrd="0" destOrd="0" presId="urn:microsoft.com/office/officeart/2005/8/layout/hierarchy6"/>
    <dgm:cxn modelId="{0653013A-2716-4C79-8903-1F8D312DA28A}" type="presParOf" srcId="{285EDC49-3AB3-4CE7-9695-BBC0D4AF856F}" destId="{AC979CF4-42A2-4B69-8C43-E50639E12099}"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D2367F08-E0DF-45E7-B18D-7D0682426D41}" type="presParOf" srcId="{512A476A-8CE5-4012-8510-166E145B5ECF}" destId="{4E46117C-C2FE-4779-B59D-952A64B25DA2}" srcOrd="0" destOrd="0" presId="urn:microsoft.com/office/officeart/2005/8/layout/hierarchy6"/>
    <dgm:cxn modelId="{C4BC27C8-5959-4ADD-A522-44586F560A82}" type="presParOf" srcId="{512A476A-8CE5-4012-8510-166E145B5ECF}" destId="{8D50B230-F680-474D-B3A9-B347FFF33D1C}" srcOrd="1" destOrd="0" presId="urn:microsoft.com/office/officeart/2005/8/layout/hierarchy6"/>
    <dgm:cxn modelId="{533D971F-1CF3-4601-A834-255A2941B3F2}" type="presParOf" srcId="{8D50B230-F680-474D-B3A9-B347FFF33D1C}" destId="{F00B5978-1698-4881-8208-8E70EF6EDE61}" srcOrd="0" destOrd="0" presId="urn:microsoft.com/office/officeart/2005/8/layout/hierarchy6"/>
    <dgm:cxn modelId="{4F6903F9-AF02-4769-887F-5208614BD5A4}" type="presParOf" srcId="{8D50B230-F680-474D-B3A9-B347FFF33D1C}" destId="{A0EBDB04-CA45-41D2-9D42-8C47D6CF0F8F}" srcOrd="1" destOrd="0" presId="urn:microsoft.com/office/officeart/2005/8/layout/hierarchy6"/>
    <dgm:cxn modelId="{E64FBE21-DA06-43DC-B80C-70786D5038CD}" type="presParOf" srcId="{512A476A-8CE5-4012-8510-166E145B5ECF}" destId="{F8222C10-B008-44C3-A546-3F53372E40E2}" srcOrd="2" destOrd="0" presId="urn:microsoft.com/office/officeart/2005/8/layout/hierarchy6"/>
    <dgm:cxn modelId="{B2BE70C5-CDB3-4110-8A61-91874AF49026}" type="presParOf" srcId="{512A476A-8CE5-4012-8510-166E145B5ECF}" destId="{E3EABA3D-1D21-4C8F-BF6E-B5939D0C23BD}" srcOrd="3" destOrd="0" presId="urn:microsoft.com/office/officeart/2005/8/layout/hierarchy6"/>
    <dgm:cxn modelId="{308C11C2-B80B-4F61-8420-FEDFECCCF6AB}" type="presParOf" srcId="{E3EABA3D-1D21-4C8F-BF6E-B5939D0C23BD}" destId="{455D2A7C-98DF-4EE5-8795-269667A49AD1}" srcOrd="0" destOrd="0" presId="urn:microsoft.com/office/officeart/2005/8/layout/hierarchy6"/>
    <dgm:cxn modelId="{C6AE914E-F451-4BDA-9EC0-F669D27E4991}" type="presParOf" srcId="{E3EABA3D-1D21-4C8F-BF6E-B5939D0C23BD}" destId="{9583A3A9-4C7A-403D-AE58-51D6AA467541}"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40170883-1FF8-4E75-9857-CD5D54720641}">
      <dgm:prSet phldrT="[Text]"/>
      <dgm:spPr/>
      <dgm:t>
        <a:bodyPr/>
        <a:lstStyle/>
        <a:p>
          <a:r>
            <a:rPr lang="en-US" dirty="0"/>
            <a:t>2.1</a:t>
          </a:r>
        </a:p>
      </dgm:t>
    </dgm:pt>
    <dgm:pt modelId="{A03A239D-DF6E-4121-BB73-085E32A8F233}" type="parTrans" cxnId="{C15C03F4-2246-4145-B5E7-9E2FBB0ACA79}">
      <dgm:prSet/>
      <dgm:spPr/>
      <dgm:t>
        <a:bodyPr/>
        <a:lstStyle/>
        <a:p>
          <a:endParaRPr lang="en-US"/>
        </a:p>
      </dgm:t>
    </dgm:pt>
    <dgm:pt modelId="{64AB7CE0-73EE-41B2-9344-4EBA07A13EE1}" type="sibTrans" cxnId="{C15C03F4-2246-4145-B5E7-9E2FBB0ACA79}">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1511AED-8113-47DB-A8B2-285F051FA41A}">
      <dgm:prSet phldrT="[Text]"/>
      <dgm:spPr/>
      <dgm:t>
        <a:bodyPr/>
        <a:lstStyle/>
        <a:p>
          <a:r>
            <a:rPr lang="en-US" dirty="0"/>
            <a:t>1.1.1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193747C6-6424-4BB1-A94E-8C5B92F0FD51}">
      <dgm:prSet phldrT="[Text]"/>
      <dgm:spPr/>
      <dgm:t>
        <a:bodyPr/>
        <a:lstStyle/>
        <a:p>
          <a:r>
            <a:rPr lang="en-US" dirty="0"/>
            <a:t>1.2.1</a:t>
          </a:r>
        </a:p>
      </dgm:t>
    </dgm:pt>
    <dgm:pt modelId="{C6FD1E74-6594-4E7C-8C23-6CB7FC67EFA6}" type="parTrans" cxnId="{5817E73C-1756-4A57-BAC9-02D38C4C867C}">
      <dgm:prSet/>
      <dgm:spPr/>
      <dgm:t>
        <a:bodyPr/>
        <a:lstStyle/>
        <a:p>
          <a:endParaRPr lang="en-US"/>
        </a:p>
      </dgm:t>
    </dgm:pt>
    <dgm:pt modelId="{31031EC0-6B88-43BB-A068-0D35EDBF8CCB}" type="sibTrans" cxnId="{5817E73C-1756-4A57-BAC9-02D38C4C867C}">
      <dgm:prSet/>
      <dgm:spPr/>
      <dgm:t>
        <a:bodyPr/>
        <a:lstStyle/>
        <a:p>
          <a:endParaRPr lang="en-US"/>
        </a:p>
      </dgm:t>
    </dgm:pt>
    <dgm:pt modelId="{0BC09B3D-48E9-4160-8C00-ECCE59F38EA7}">
      <dgm:prSet phldrT="[Text]"/>
      <dgm:spPr/>
      <dgm:t>
        <a:bodyPr/>
        <a:lstStyle/>
        <a:p>
          <a:r>
            <a:rPr lang="en-US" dirty="0"/>
            <a:t>1.2.2</a:t>
          </a:r>
        </a:p>
      </dgm:t>
    </dgm:pt>
    <dgm:pt modelId="{B6F1B484-A920-4008-8FCD-3F0C123A1B4B}" type="parTrans" cxnId="{3CEAD38E-BE52-4BA9-AD69-CB349741ED73}">
      <dgm:prSet/>
      <dgm:spPr/>
      <dgm:t>
        <a:bodyPr/>
        <a:lstStyle/>
        <a:p>
          <a:endParaRPr lang="en-US"/>
        </a:p>
      </dgm:t>
    </dgm:pt>
    <dgm:pt modelId="{77D7DA2A-4E68-48F3-8D8B-03FF760C9FA0}" type="sibTrans" cxnId="{3CEAD38E-BE52-4BA9-AD69-CB349741ED73}">
      <dgm:prSet/>
      <dgm:spPr/>
      <dgm:t>
        <a:bodyPr/>
        <a:lstStyle/>
        <a:p>
          <a:endParaRPr lang="en-US"/>
        </a:p>
      </dgm:t>
    </dgm:pt>
    <dgm:pt modelId="{64E67860-6C36-44CD-A40D-03CD6F263B4E}">
      <dgm:prSet phldrT="[Text]"/>
      <dgm:spPr/>
      <dgm:t>
        <a:bodyPr/>
        <a:lstStyle/>
        <a:p>
          <a:r>
            <a:rPr lang="en-US" dirty="0"/>
            <a:t>2.1.1</a:t>
          </a:r>
        </a:p>
      </dgm:t>
    </dgm:pt>
    <dgm:pt modelId="{7E6ED18E-C7BE-41FB-BD3B-A8FA7113E150}" type="parTrans" cxnId="{8B929131-6EAA-40A1-8784-B514261C6873}">
      <dgm:prSet/>
      <dgm:spPr/>
      <dgm:t>
        <a:bodyPr/>
        <a:lstStyle/>
        <a:p>
          <a:endParaRPr lang="en-US"/>
        </a:p>
      </dgm:t>
    </dgm:pt>
    <dgm:pt modelId="{C0342113-6B9D-4EEA-B321-9451CF0E29E3}" type="sibTrans" cxnId="{8B929131-6EAA-40A1-8784-B514261C6873}">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009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5"/>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5"/>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5"/>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5"/>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C59A946A-0810-4782-99EE-5AA18399E4FD}" type="pres">
      <dgm:prSet presAssocID="{C6FD1E74-6594-4E7C-8C23-6CB7FC67EFA6}" presName="Name19" presStyleLbl="parChTrans1D4" presStyleIdx="2" presStyleCnt="5"/>
      <dgm:spPr/>
    </dgm:pt>
    <dgm:pt modelId="{869C5EAD-DD86-4EE4-A3FD-D82F51D029AC}" type="pres">
      <dgm:prSet presAssocID="{193747C6-6424-4BB1-A94E-8C5B92F0FD51}" presName="Name21" presStyleCnt="0"/>
      <dgm:spPr/>
    </dgm:pt>
    <dgm:pt modelId="{11952A07-DBDC-42E4-AAF8-51B99F7D3347}" type="pres">
      <dgm:prSet presAssocID="{193747C6-6424-4BB1-A94E-8C5B92F0FD51}" presName="level2Shape" presStyleLbl="node4" presStyleIdx="2" presStyleCnt="5"/>
      <dgm:spPr/>
    </dgm:pt>
    <dgm:pt modelId="{D3B533E8-5EAF-45B9-B48A-6A0438F1DD0F}" type="pres">
      <dgm:prSet presAssocID="{193747C6-6424-4BB1-A94E-8C5B92F0FD51}" presName="hierChild3" presStyleCnt="0"/>
      <dgm:spPr/>
    </dgm:pt>
    <dgm:pt modelId="{F7C231F5-C648-49B4-B8B2-D1A83C3550C6}" type="pres">
      <dgm:prSet presAssocID="{B6F1B484-A920-4008-8FCD-3F0C123A1B4B}" presName="Name19" presStyleLbl="parChTrans1D4" presStyleIdx="3" presStyleCnt="5"/>
      <dgm:spPr/>
    </dgm:pt>
    <dgm:pt modelId="{38330B2B-51F0-411A-A2F7-8FB2ACAF9A4E}" type="pres">
      <dgm:prSet presAssocID="{0BC09B3D-48E9-4160-8C00-ECCE59F38EA7}" presName="Name21" presStyleCnt="0"/>
      <dgm:spPr/>
    </dgm:pt>
    <dgm:pt modelId="{D96090C3-30D8-4BF5-887C-1B9E57813E6D}" type="pres">
      <dgm:prSet presAssocID="{0BC09B3D-48E9-4160-8C00-ECCE59F38EA7}" presName="level2Shape" presStyleLbl="node4" presStyleIdx="3" presStyleCnt="5"/>
      <dgm:spPr/>
    </dgm:pt>
    <dgm:pt modelId="{8A25EBB4-A858-4B37-A965-B12A9573C078}" type="pres">
      <dgm:prSet presAssocID="{0BC09B3D-48E9-4160-8C00-ECCE59F38EA7}"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F54FDFA7-54DE-4A3D-8E52-E9E2E178A95F}" type="pres">
      <dgm:prSet presAssocID="{7E6ED18E-C7BE-41FB-BD3B-A8FA7113E150}" presName="Name19" presStyleLbl="parChTrans1D4" presStyleIdx="4" presStyleCnt="5"/>
      <dgm:spPr/>
    </dgm:pt>
    <dgm:pt modelId="{EC0A00F6-5473-4E25-A4A9-2D7B941767A3}" type="pres">
      <dgm:prSet presAssocID="{64E67860-6C36-44CD-A40D-03CD6F263B4E}" presName="Name21" presStyleCnt="0"/>
      <dgm:spPr/>
    </dgm:pt>
    <dgm:pt modelId="{3CF00111-D210-4F20-B26C-09A5D02AD68E}" type="pres">
      <dgm:prSet presAssocID="{64E67860-6C36-44CD-A40D-03CD6F263B4E}" presName="level2Shape" presStyleLbl="node4" presStyleIdx="4" presStyleCnt="5"/>
      <dgm:spPr/>
    </dgm:pt>
    <dgm:pt modelId="{D0FBAAA8-6645-445C-BFC4-480DC26051DE}" type="pres">
      <dgm:prSet presAssocID="{64E67860-6C36-44CD-A40D-03CD6F263B4E}"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B4CAF09-71F1-4495-BA98-57F73C878CCC}" type="presOf" srcId="{0BC09B3D-48E9-4160-8C00-ECCE59F38EA7}" destId="{D96090C3-30D8-4BF5-887C-1B9E57813E6D}"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F079611B-4F6B-4D8D-8EC8-618BC2FCC8A3}" type="presOf" srcId="{193747C6-6424-4BB1-A94E-8C5B92F0FD51}" destId="{11952A07-DBDC-42E4-AAF8-51B99F7D3347}"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B0A3592B-74F9-44B2-81E2-F17D37387EBB}" type="presOf" srcId="{B6F1B484-A920-4008-8FCD-3F0C123A1B4B}" destId="{F7C231F5-C648-49B4-B8B2-D1A83C3550C6}" srcOrd="0" destOrd="0" presId="urn:microsoft.com/office/officeart/2005/8/layout/hierarchy6"/>
    <dgm:cxn modelId="{8B929131-6EAA-40A1-8784-B514261C6873}" srcId="{40170883-1FF8-4E75-9857-CD5D54720641}" destId="{64E67860-6C36-44CD-A40D-03CD6F263B4E}" srcOrd="0" destOrd="0" parTransId="{7E6ED18E-C7BE-41FB-BD3B-A8FA7113E150}" sibTransId="{C0342113-6B9D-4EEA-B321-9451CF0E29E3}"/>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5817E73C-1756-4A57-BAC9-02D38C4C867C}" srcId="{50835BA4-CC14-438F-9615-52C2E440A160}" destId="{193747C6-6424-4BB1-A94E-8C5B92F0FD51}" srcOrd="0" destOrd="0" parTransId="{C6FD1E74-6594-4E7C-8C23-6CB7FC67EFA6}" sibTransId="{31031EC0-6B88-43BB-A068-0D35EDBF8CCB}"/>
    <dgm:cxn modelId="{D55FF25F-FC1B-4E96-B50F-315F29752301}" srcId="{785FEA35-A458-49F8-84F1-AD8D498F6627}" destId="{50835BA4-CC14-438F-9615-52C2E440A160}" srcOrd="1" destOrd="0" parTransId="{00CDCEC9-1259-4976-A798-50171C0CD098}" sibTransId="{C30F1643-D97D-4176-98A3-6ED8B4D0F8C3}"/>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3CEAD38E-BE52-4BA9-AD69-CB349741ED73}" srcId="{50835BA4-CC14-438F-9615-52C2E440A160}" destId="{0BC09B3D-48E9-4160-8C00-ECCE59F38EA7}" srcOrd="1" destOrd="0" parTransId="{B6F1B484-A920-4008-8FCD-3F0C123A1B4B}" sibTransId="{77D7DA2A-4E68-48F3-8D8B-03FF760C9FA0}"/>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5FAF9AAF-8CDC-41ED-A8BD-ABC2F9355CD7}" type="presOf" srcId="{7E6ED18E-C7BE-41FB-BD3B-A8FA7113E150}" destId="{F54FDFA7-54DE-4A3D-8E52-E9E2E178A95F}"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27F034CC-4FC4-4B9F-8800-DEDA4687F40F}" type="presOf" srcId="{C6FD1E74-6594-4E7C-8C23-6CB7FC67EFA6}" destId="{C59A946A-0810-4782-99EE-5AA18399E4FD}" srcOrd="0" destOrd="0" presId="urn:microsoft.com/office/officeart/2005/8/layout/hierarchy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CE779DE8-8E14-4C8E-877E-54B29A554F03}" type="presOf" srcId="{64E67860-6C36-44CD-A40D-03CD6F263B4E}" destId="{3CF00111-D210-4F20-B26C-09A5D02AD68E}"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EB32F640-DEEE-4C84-B97C-510CE81893F9}" type="presParOf" srcId="{AC7AC821-872D-4397-945C-163B8E704E05}" destId="{C59A946A-0810-4782-99EE-5AA18399E4FD}" srcOrd="0" destOrd="0" presId="urn:microsoft.com/office/officeart/2005/8/layout/hierarchy6"/>
    <dgm:cxn modelId="{C4D9CACB-1D55-43F5-9A42-C04FFFCF8F28}" type="presParOf" srcId="{AC7AC821-872D-4397-945C-163B8E704E05}" destId="{869C5EAD-DD86-4EE4-A3FD-D82F51D029AC}" srcOrd="1" destOrd="0" presId="urn:microsoft.com/office/officeart/2005/8/layout/hierarchy6"/>
    <dgm:cxn modelId="{69B63865-F7C5-4860-B17A-CB722E3C6FA1}" type="presParOf" srcId="{869C5EAD-DD86-4EE4-A3FD-D82F51D029AC}" destId="{11952A07-DBDC-42E4-AAF8-51B99F7D3347}" srcOrd="0" destOrd="0" presId="urn:microsoft.com/office/officeart/2005/8/layout/hierarchy6"/>
    <dgm:cxn modelId="{D6F970A8-71B0-4E9F-995C-24CF12F06CA7}" type="presParOf" srcId="{869C5EAD-DD86-4EE4-A3FD-D82F51D029AC}" destId="{D3B533E8-5EAF-45B9-B48A-6A0438F1DD0F}" srcOrd="1" destOrd="0" presId="urn:microsoft.com/office/officeart/2005/8/layout/hierarchy6"/>
    <dgm:cxn modelId="{642835FB-591B-4247-B6BD-D8EEBB4C3B68}" type="presParOf" srcId="{AC7AC821-872D-4397-945C-163B8E704E05}" destId="{F7C231F5-C648-49B4-B8B2-D1A83C3550C6}" srcOrd="2" destOrd="0" presId="urn:microsoft.com/office/officeart/2005/8/layout/hierarchy6"/>
    <dgm:cxn modelId="{FA054120-80EA-46B9-B432-EAFF8EE11979}" type="presParOf" srcId="{AC7AC821-872D-4397-945C-163B8E704E05}" destId="{38330B2B-51F0-411A-A2F7-8FB2ACAF9A4E}" srcOrd="3" destOrd="0" presId="urn:microsoft.com/office/officeart/2005/8/layout/hierarchy6"/>
    <dgm:cxn modelId="{A3A8FC39-212F-4AD4-BCCB-F6B40156321F}" type="presParOf" srcId="{38330B2B-51F0-411A-A2F7-8FB2ACAF9A4E}" destId="{D96090C3-30D8-4BF5-887C-1B9E57813E6D}" srcOrd="0" destOrd="0" presId="urn:microsoft.com/office/officeart/2005/8/layout/hierarchy6"/>
    <dgm:cxn modelId="{1B7DB120-4F79-4124-A24C-02033357F9B2}" type="presParOf" srcId="{38330B2B-51F0-411A-A2F7-8FB2ACAF9A4E}" destId="{8A25EBB4-A858-4B37-A965-B12A9573C078}"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6EFB2404-CCEF-4096-9127-2CBDEF20C58C}" type="presParOf" srcId="{24AFB99E-5898-46CA-A9EA-A06F0C8ED23D}" destId="{F54FDFA7-54DE-4A3D-8E52-E9E2E178A95F}" srcOrd="0" destOrd="0" presId="urn:microsoft.com/office/officeart/2005/8/layout/hierarchy6"/>
    <dgm:cxn modelId="{832F855B-24E5-4554-94FB-C3965DEE0A6F}" type="presParOf" srcId="{24AFB99E-5898-46CA-A9EA-A06F0C8ED23D}" destId="{EC0A00F6-5473-4E25-A4A9-2D7B941767A3}" srcOrd="1" destOrd="0" presId="urn:microsoft.com/office/officeart/2005/8/layout/hierarchy6"/>
    <dgm:cxn modelId="{AE2A2CC6-4999-4342-A319-0F7439533DB8}" type="presParOf" srcId="{EC0A00F6-5473-4E25-A4A9-2D7B941767A3}" destId="{3CF00111-D210-4F20-B26C-09A5D02AD68E}" srcOrd="0" destOrd="0" presId="urn:microsoft.com/office/officeart/2005/8/layout/hierarchy6"/>
    <dgm:cxn modelId="{28B85A06-3F52-4962-BB13-9519D22C0B42}" type="presParOf" srcId="{EC0A00F6-5473-4E25-A4A9-2D7B941767A3}" destId="{D0FBAAA8-6645-445C-BFC4-480DC26051DE}"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Full</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D4543C4-1850-4CD9-A7F3-056DF1FB5611}">
      <dgm:prSet phldrT="[Text]"/>
      <dgm:spPr/>
      <dgm:t>
        <a:bodyPr/>
        <a:lstStyle/>
        <a:p>
          <a:r>
            <a:rPr lang="en-US" dirty="0"/>
            <a:t>1.1.2</a:t>
          </a:r>
        </a:p>
      </dgm:t>
    </dgm:pt>
    <dgm:pt modelId="{CB5E9B63-F99A-4A3A-A1D6-49FE496E6B61}" type="sibTrans" cxnId="{48A31B0E-7D60-4DB0-AD2B-31BA9D409498}">
      <dgm:prSet/>
      <dgm:spPr/>
      <dgm:t>
        <a:bodyPr/>
        <a:lstStyle/>
        <a:p>
          <a:endParaRPr lang="en-US"/>
        </a:p>
      </dgm:t>
    </dgm:pt>
    <dgm:pt modelId="{36B5F7CA-9F64-4FFA-A7C8-196C42E93986}" type="parTrans" cxnId="{48A31B0E-7D60-4DB0-AD2B-31BA9D409498}">
      <dgm:prSet/>
      <dgm:spPr/>
      <dgm:t>
        <a:bodyPr/>
        <a:lstStyle/>
        <a:p>
          <a:endParaRPr lang="en-US"/>
        </a:p>
      </dgm:t>
    </dgm:pt>
    <dgm:pt modelId="{61511AED-8113-47DB-A8B2-285F051FA41A}">
      <dgm:prSet phldrT="[Text]"/>
      <dgm:spPr/>
      <dgm:t>
        <a:bodyPr/>
        <a:lstStyle/>
        <a:p>
          <a:r>
            <a:rPr lang="en-US" dirty="0"/>
            <a:t>1.1.1</a:t>
          </a:r>
        </a:p>
      </dgm:t>
    </dgm:pt>
    <dgm:pt modelId="{887005C8-3AB8-4CB5-8836-5842C64E517E}" type="sibTrans" cxnId="{5F77FB58-1E24-4FFB-B45B-E624C888612D}">
      <dgm:prSet/>
      <dgm:spPr/>
      <dgm:t>
        <a:bodyPr/>
        <a:lstStyle/>
        <a:p>
          <a:endParaRPr lang="en-US"/>
        </a:p>
      </dgm:t>
    </dgm:pt>
    <dgm:pt modelId="{0274626C-16D3-4CDD-B46A-76D26BDBF959}" type="parTrans" cxnId="{5F77FB58-1E24-4FFB-B45B-E624C888612D}">
      <dgm:prSet/>
      <dgm:spPr/>
      <dgm:t>
        <a:bodyPr/>
        <a:lstStyle/>
        <a:p>
          <a:endParaRPr lang="en-US"/>
        </a:p>
      </dgm:t>
    </dgm:pt>
    <dgm:pt modelId="{C09EE53E-2431-4231-8CF5-BD9C126141A1}">
      <dgm:prSet phldrT="[Text]"/>
      <dgm:spPr/>
      <dgm:t>
        <a:bodyPr/>
        <a:lstStyle/>
        <a:p>
          <a:r>
            <a:rPr lang="en-US" dirty="0"/>
            <a:t>2.2.2</a:t>
          </a:r>
        </a:p>
      </dgm:t>
    </dgm:pt>
    <dgm:pt modelId="{DF541F12-A155-466C-A5F9-883EE48882A5}" type="sibTrans" cxnId="{308E13F2-1DCE-44D0-848A-842CC04BEA88}">
      <dgm:prSet/>
      <dgm:spPr/>
      <dgm:t>
        <a:bodyPr/>
        <a:lstStyle/>
        <a:p>
          <a:endParaRPr lang="en-US"/>
        </a:p>
      </dgm:t>
    </dgm:pt>
    <dgm:pt modelId="{1B5C9251-101E-48CF-85F1-9535F863956F}" type="parTrans" cxnId="{308E13F2-1DCE-44D0-848A-842CC04BEA88}">
      <dgm:prSet/>
      <dgm:spPr/>
      <dgm:t>
        <a:bodyPr/>
        <a:lstStyle/>
        <a:p>
          <a:endParaRPr lang="en-US"/>
        </a:p>
      </dgm:t>
    </dgm:pt>
    <dgm:pt modelId="{F5BECCD4-0EE8-4034-9312-9C4FC26C12AC}">
      <dgm:prSet phldrT="[Text]"/>
      <dgm:spPr/>
      <dgm:t>
        <a:bodyPr/>
        <a:lstStyle/>
        <a:p>
          <a:r>
            <a:rPr lang="en-US" dirty="0"/>
            <a:t>2.2.1</a:t>
          </a:r>
        </a:p>
      </dgm:t>
    </dgm:pt>
    <dgm:pt modelId="{DFEA597E-9335-4331-B89F-9A6017FB629B}" type="sibTrans" cxnId="{CE726484-DBEB-46B7-BD84-27711BDA94F7}">
      <dgm:prSet/>
      <dgm:spPr/>
      <dgm:t>
        <a:bodyPr/>
        <a:lstStyle/>
        <a:p>
          <a:endParaRPr lang="en-US"/>
        </a:p>
      </dgm:t>
    </dgm:pt>
    <dgm:pt modelId="{2609F3E0-A1C2-439C-95CC-BC2A87729C68}" type="parTrans" cxnId="{CE726484-DBEB-46B7-BD84-27711BDA94F7}">
      <dgm:prSet/>
      <dgm:spPr/>
      <dgm:t>
        <a:bodyPr/>
        <a:lstStyle/>
        <a:p>
          <a:endParaRPr lang="en-US"/>
        </a:p>
      </dgm:t>
    </dgm:pt>
    <dgm:pt modelId="{28438D95-DD3A-4616-BACA-34BADB1D0E0C}">
      <dgm:prSet phldrT="[Text]"/>
      <dgm:spPr/>
      <dgm:t>
        <a:bodyPr/>
        <a:lstStyle/>
        <a:p>
          <a:r>
            <a:rPr lang="en-US" dirty="0"/>
            <a:t>2.1.2</a:t>
          </a:r>
        </a:p>
      </dgm:t>
    </dgm:pt>
    <dgm:pt modelId="{0390895E-43A3-48FE-AA9A-040F43BBD757}" type="sibTrans" cxnId="{DF4C848A-8755-4768-868F-4500783A7C36}">
      <dgm:prSet/>
      <dgm:spPr/>
      <dgm:t>
        <a:bodyPr/>
        <a:lstStyle/>
        <a:p>
          <a:endParaRPr lang="en-US"/>
        </a:p>
      </dgm:t>
    </dgm:pt>
    <dgm:pt modelId="{DDF8327D-47B7-4E92-93BD-F7310217094C}" type="parTrans" cxnId="{DF4C848A-8755-4768-868F-4500783A7C36}">
      <dgm:prSet/>
      <dgm:spPr/>
      <dgm:t>
        <a:bodyPr/>
        <a:lstStyle/>
        <a:p>
          <a:endParaRPr lang="en-US"/>
        </a:p>
      </dgm:t>
    </dgm:pt>
    <dgm:pt modelId="{64E67860-6C36-44CD-A40D-03CD6F263B4E}">
      <dgm:prSet phldrT="[Text]"/>
      <dgm:spPr/>
      <dgm:t>
        <a:bodyPr/>
        <a:lstStyle/>
        <a:p>
          <a:r>
            <a:rPr lang="en-US" dirty="0"/>
            <a:t>2.1.1</a:t>
          </a:r>
        </a:p>
      </dgm:t>
    </dgm:pt>
    <dgm:pt modelId="{C0342113-6B9D-4EEA-B321-9451CF0E29E3}" type="sibTrans" cxnId="{8B929131-6EAA-40A1-8784-B514261C6873}">
      <dgm:prSet/>
      <dgm:spPr/>
      <dgm:t>
        <a:bodyPr/>
        <a:lstStyle/>
        <a:p>
          <a:endParaRPr lang="en-US"/>
        </a:p>
      </dgm:t>
    </dgm:pt>
    <dgm:pt modelId="{7E6ED18E-C7BE-41FB-BD3B-A8FA7113E150}" type="parTrans" cxnId="{8B929131-6EAA-40A1-8784-B514261C6873}">
      <dgm:prSet/>
      <dgm:spPr/>
      <dgm:t>
        <a:bodyPr/>
        <a:lstStyle/>
        <a:p>
          <a:endParaRPr lang="en-US"/>
        </a:p>
      </dgm:t>
    </dgm:pt>
    <dgm:pt modelId="{40170883-1FF8-4E75-9857-CD5D54720641}">
      <dgm:prSet phldrT="[Text]"/>
      <dgm:spPr/>
      <dgm:t>
        <a:bodyPr/>
        <a:lstStyle/>
        <a:p>
          <a:r>
            <a:rPr lang="en-US" dirty="0"/>
            <a:t>2.1</a:t>
          </a:r>
        </a:p>
      </dgm:t>
    </dgm:pt>
    <dgm:pt modelId="{64AB7CE0-73EE-41B2-9344-4EBA07A13EE1}" type="sibTrans" cxnId="{C15C03F4-2246-4145-B5E7-9E2FBB0ACA79}">
      <dgm:prSet/>
      <dgm:spPr/>
      <dgm:t>
        <a:bodyPr/>
        <a:lstStyle/>
        <a:p>
          <a:endParaRPr lang="en-US"/>
        </a:p>
      </dgm:t>
    </dgm:pt>
    <dgm:pt modelId="{A03A239D-DF6E-4121-BB73-085E32A8F233}" type="parTrans" cxnId="{C15C03F4-2246-4145-B5E7-9E2FBB0ACA79}">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3064">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6"/>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6"/>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6"/>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6"/>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F54FDFA7-54DE-4A3D-8E52-E9E2E178A95F}" type="pres">
      <dgm:prSet presAssocID="{7E6ED18E-C7BE-41FB-BD3B-A8FA7113E150}" presName="Name19" presStyleLbl="parChTrans1D4" presStyleIdx="2" presStyleCnt="6"/>
      <dgm:spPr/>
    </dgm:pt>
    <dgm:pt modelId="{EC0A00F6-5473-4E25-A4A9-2D7B941767A3}" type="pres">
      <dgm:prSet presAssocID="{64E67860-6C36-44CD-A40D-03CD6F263B4E}" presName="Name21" presStyleCnt="0"/>
      <dgm:spPr/>
    </dgm:pt>
    <dgm:pt modelId="{3CF00111-D210-4F20-B26C-09A5D02AD68E}" type="pres">
      <dgm:prSet presAssocID="{64E67860-6C36-44CD-A40D-03CD6F263B4E}" presName="level2Shape" presStyleLbl="node4" presStyleIdx="2" presStyleCnt="6"/>
      <dgm:spPr/>
    </dgm:pt>
    <dgm:pt modelId="{D0FBAAA8-6645-445C-BFC4-480DC26051DE}" type="pres">
      <dgm:prSet presAssocID="{64E67860-6C36-44CD-A40D-03CD6F263B4E}" presName="hierChild3" presStyleCnt="0"/>
      <dgm:spPr/>
    </dgm:pt>
    <dgm:pt modelId="{6ACB09EB-7214-4D1D-869A-C47575E588B6}" type="pres">
      <dgm:prSet presAssocID="{DDF8327D-47B7-4E92-93BD-F7310217094C}" presName="Name19" presStyleLbl="parChTrans1D4" presStyleIdx="3" presStyleCnt="6"/>
      <dgm:spPr/>
    </dgm:pt>
    <dgm:pt modelId="{285EDC49-3AB3-4CE7-9695-BBC0D4AF856F}" type="pres">
      <dgm:prSet presAssocID="{28438D95-DD3A-4616-BACA-34BADB1D0E0C}" presName="Name21" presStyleCnt="0"/>
      <dgm:spPr/>
    </dgm:pt>
    <dgm:pt modelId="{3A96F506-F1A1-49BB-B9A6-BCF180D33F9F}" type="pres">
      <dgm:prSet presAssocID="{28438D95-DD3A-4616-BACA-34BADB1D0E0C}" presName="level2Shape" presStyleLbl="node4" presStyleIdx="3" presStyleCnt="6"/>
      <dgm:spPr/>
    </dgm:pt>
    <dgm:pt modelId="{AC979CF4-42A2-4B69-8C43-E50639E12099}" type="pres">
      <dgm:prSet presAssocID="{28438D95-DD3A-4616-BACA-34BADB1D0E0C}"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4E46117C-C2FE-4779-B59D-952A64B25DA2}" type="pres">
      <dgm:prSet presAssocID="{2609F3E0-A1C2-439C-95CC-BC2A87729C68}" presName="Name19" presStyleLbl="parChTrans1D4" presStyleIdx="4" presStyleCnt="6"/>
      <dgm:spPr/>
    </dgm:pt>
    <dgm:pt modelId="{8D50B230-F680-474D-B3A9-B347FFF33D1C}" type="pres">
      <dgm:prSet presAssocID="{F5BECCD4-0EE8-4034-9312-9C4FC26C12AC}" presName="Name21" presStyleCnt="0"/>
      <dgm:spPr/>
    </dgm:pt>
    <dgm:pt modelId="{F00B5978-1698-4881-8208-8E70EF6EDE61}" type="pres">
      <dgm:prSet presAssocID="{F5BECCD4-0EE8-4034-9312-9C4FC26C12AC}" presName="level2Shape" presStyleLbl="node4" presStyleIdx="4" presStyleCnt="6"/>
      <dgm:spPr/>
    </dgm:pt>
    <dgm:pt modelId="{A0EBDB04-CA45-41D2-9D42-8C47D6CF0F8F}" type="pres">
      <dgm:prSet presAssocID="{F5BECCD4-0EE8-4034-9312-9C4FC26C12AC}" presName="hierChild3" presStyleCnt="0"/>
      <dgm:spPr/>
    </dgm:pt>
    <dgm:pt modelId="{F8222C10-B008-44C3-A546-3F53372E40E2}" type="pres">
      <dgm:prSet presAssocID="{1B5C9251-101E-48CF-85F1-9535F863956F}" presName="Name19" presStyleLbl="parChTrans1D4" presStyleIdx="5" presStyleCnt="6"/>
      <dgm:spPr/>
    </dgm:pt>
    <dgm:pt modelId="{E3EABA3D-1D21-4C8F-BF6E-B5939D0C23BD}" type="pres">
      <dgm:prSet presAssocID="{C09EE53E-2431-4231-8CF5-BD9C126141A1}" presName="Name21" presStyleCnt="0"/>
      <dgm:spPr/>
    </dgm:pt>
    <dgm:pt modelId="{455D2A7C-98DF-4EE5-8795-269667A49AD1}" type="pres">
      <dgm:prSet presAssocID="{C09EE53E-2431-4231-8CF5-BD9C126141A1}" presName="level2Shape" presStyleLbl="node4" presStyleIdx="5" presStyleCnt="6"/>
      <dgm:spPr/>
    </dgm:pt>
    <dgm:pt modelId="{9583A3A9-4C7A-403D-AE58-51D6AA467541}" type="pres">
      <dgm:prSet presAssocID="{C09EE53E-2431-4231-8CF5-BD9C126141A1}"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7ACB941F-A7C5-4F53-87BE-27F3DADCB429}" type="presOf" srcId="{2609F3E0-A1C2-439C-95CC-BC2A87729C68}" destId="{4E46117C-C2FE-4779-B59D-952A64B25DA2}"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8B929131-6EAA-40A1-8784-B514261C6873}" srcId="{40170883-1FF8-4E75-9857-CD5D54720641}" destId="{64E67860-6C36-44CD-A40D-03CD6F263B4E}" srcOrd="0" destOrd="0" parTransId="{7E6ED18E-C7BE-41FB-BD3B-A8FA7113E150}" sibTransId="{C0342113-6B9D-4EEA-B321-9451CF0E29E3}"/>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D55FF25F-FC1B-4E96-B50F-315F29752301}" srcId="{785FEA35-A458-49F8-84F1-AD8D498F6627}" destId="{50835BA4-CC14-438F-9615-52C2E440A160}" srcOrd="1" destOrd="0" parTransId="{00CDCEC9-1259-4976-A798-50171C0CD098}" sibTransId="{C30F1643-D97D-4176-98A3-6ED8B4D0F8C3}"/>
    <dgm:cxn modelId="{67A45841-C730-4814-89D5-D943D845ECCB}" type="presOf" srcId="{DDF8327D-47B7-4E92-93BD-F7310217094C}" destId="{6ACB09EB-7214-4D1D-869A-C47575E588B6}" srcOrd="0" destOrd="0" presId="urn:microsoft.com/office/officeart/2005/8/layout/hierarchy6"/>
    <dgm:cxn modelId="{809AB478-E8C2-4526-8975-6EABCDF8367B}" type="presOf" srcId="{C09EE53E-2431-4231-8CF5-BD9C126141A1}" destId="{455D2A7C-98DF-4EE5-8795-269667A49AD1}" srcOrd="0" destOrd="0" presId="urn:microsoft.com/office/officeart/2005/8/layout/hierarchy6"/>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CE726484-DBEB-46B7-BD84-27711BDA94F7}" srcId="{53F024D0-F2E7-451D-BC84-753EF7BC5BD6}" destId="{F5BECCD4-0EE8-4034-9312-9C4FC26C12AC}" srcOrd="0" destOrd="0" parTransId="{2609F3E0-A1C2-439C-95CC-BC2A87729C68}" sibTransId="{DFEA597E-9335-4331-B89F-9A6017FB629B}"/>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DF4C848A-8755-4768-868F-4500783A7C36}" srcId="{40170883-1FF8-4E75-9857-CD5D54720641}" destId="{28438D95-DD3A-4616-BACA-34BADB1D0E0C}" srcOrd="1" destOrd="0" parTransId="{DDF8327D-47B7-4E92-93BD-F7310217094C}" sibTransId="{0390895E-43A3-48FE-AA9A-040F43BBD757}"/>
    <dgm:cxn modelId="{E4300F8B-B5F8-42CF-841D-5CAAFC4DE61D}" type="presOf" srcId="{28438D95-DD3A-4616-BACA-34BADB1D0E0C}" destId="{3A96F506-F1A1-49BB-B9A6-BCF180D33F9F}" srcOrd="0" destOrd="0" presId="urn:microsoft.com/office/officeart/2005/8/layout/hierarchy6"/>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5FAF9AAF-8CDC-41ED-A8BD-ABC2F9355CD7}" type="presOf" srcId="{7E6ED18E-C7BE-41FB-BD3B-A8FA7113E150}" destId="{F54FDFA7-54DE-4A3D-8E52-E9E2E178A95F}"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0FDE0EDD-C887-49C6-AABA-5A487FDA216D}" type="presOf" srcId="{F5BECCD4-0EE8-4034-9312-9C4FC26C12AC}" destId="{F00B5978-1698-4881-8208-8E70EF6EDE61}" srcOrd="0" destOrd="0" presId="urn:microsoft.com/office/officeart/2005/8/layout/hierarchy6"/>
    <dgm:cxn modelId="{CE779DE8-8E14-4C8E-877E-54B29A554F03}" type="presOf" srcId="{64E67860-6C36-44CD-A40D-03CD6F263B4E}" destId="{3CF00111-D210-4F20-B26C-09A5D02AD68E}"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40F14CF0-F5DA-46ED-BA01-E04363F7339E}" type="presOf" srcId="{1B5C9251-101E-48CF-85F1-9535F863956F}" destId="{F8222C10-B008-44C3-A546-3F53372E40E2}" srcOrd="0" destOrd="0" presId="urn:microsoft.com/office/officeart/2005/8/layout/hierarchy6"/>
    <dgm:cxn modelId="{308E13F2-1DCE-44D0-848A-842CC04BEA88}" srcId="{53F024D0-F2E7-451D-BC84-753EF7BC5BD6}" destId="{C09EE53E-2431-4231-8CF5-BD9C126141A1}" srcOrd="1" destOrd="0" parTransId="{1B5C9251-101E-48CF-85F1-9535F863956F}" sibTransId="{DF541F12-A155-466C-A5F9-883EE48882A5}"/>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6EFB2404-CCEF-4096-9127-2CBDEF20C58C}" type="presParOf" srcId="{24AFB99E-5898-46CA-A9EA-A06F0C8ED23D}" destId="{F54FDFA7-54DE-4A3D-8E52-E9E2E178A95F}" srcOrd="0" destOrd="0" presId="urn:microsoft.com/office/officeart/2005/8/layout/hierarchy6"/>
    <dgm:cxn modelId="{832F855B-24E5-4554-94FB-C3965DEE0A6F}" type="presParOf" srcId="{24AFB99E-5898-46CA-A9EA-A06F0C8ED23D}" destId="{EC0A00F6-5473-4E25-A4A9-2D7B941767A3}" srcOrd="1" destOrd="0" presId="urn:microsoft.com/office/officeart/2005/8/layout/hierarchy6"/>
    <dgm:cxn modelId="{AE2A2CC6-4999-4342-A319-0F7439533DB8}" type="presParOf" srcId="{EC0A00F6-5473-4E25-A4A9-2D7B941767A3}" destId="{3CF00111-D210-4F20-B26C-09A5D02AD68E}" srcOrd="0" destOrd="0" presId="urn:microsoft.com/office/officeart/2005/8/layout/hierarchy6"/>
    <dgm:cxn modelId="{28B85A06-3F52-4962-BB13-9519D22C0B42}" type="presParOf" srcId="{EC0A00F6-5473-4E25-A4A9-2D7B941767A3}" destId="{D0FBAAA8-6645-445C-BFC4-480DC26051DE}" srcOrd="1" destOrd="0" presId="urn:microsoft.com/office/officeart/2005/8/layout/hierarchy6"/>
    <dgm:cxn modelId="{43579D38-F55C-46EF-A7B7-C4B98803C063}" type="presParOf" srcId="{24AFB99E-5898-46CA-A9EA-A06F0C8ED23D}" destId="{6ACB09EB-7214-4D1D-869A-C47575E588B6}" srcOrd="2" destOrd="0" presId="urn:microsoft.com/office/officeart/2005/8/layout/hierarchy6"/>
    <dgm:cxn modelId="{C99F968A-A0F6-4000-8BA8-C905DFA507A4}" type="presParOf" srcId="{24AFB99E-5898-46CA-A9EA-A06F0C8ED23D}" destId="{285EDC49-3AB3-4CE7-9695-BBC0D4AF856F}" srcOrd="3" destOrd="0" presId="urn:microsoft.com/office/officeart/2005/8/layout/hierarchy6"/>
    <dgm:cxn modelId="{3DF95A6A-9A21-402F-B1A2-1134161FC171}" type="presParOf" srcId="{285EDC49-3AB3-4CE7-9695-BBC0D4AF856F}" destId="{3A96F506-F1A1-49BB-B9A6-BCF180D33F9F}" srcOrd="0" destOrd="0" presId="urn:microsoft.com/office/officeart/2005/8/layout/hierarchy6"/>
    <dgm:cxn modelId="{0653013A-2716-4C79-8903-1F8D312DA28A}" type="presParOf" srcId="{285EDC49-3AB3-4CE7-9695-BBC0D4AF856F}" destId="{AC979CF4-42A2-4B69-8C43-E50639E12099}"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D2367F08-E0DF-45E7-B18D-7D0682426D41}" type="presParOf" srcId="{512A476A-8CE5-4012-8510-166E145B5ECF}" destId="{4E46117C-C2FE-4779-B59D-952A64B25DA2}" srcOrd="0" destOrd="0" presId="urn:microsoft.com/office/officeart/2005/8/layout/hierarchy6"/>
    <dgm:cxn modelId="{C4BC27C8-5959-4ADD-A522-44586F560A82}" type="presParOf" srcId="{512A476A-8CE5-4012-8510-166E145B5ECF}" destId="{8D50B230-F680-474D-B3A9-B347FFF33D1C}" srcOrd="1" destOrd="0" presId="urn:microsoft.com/office/officeart/2005/8/layout/hierarchy6"/>
    <dgm:cxn modelId="{533D971F-1CF3-4601-A834-255A2941B3F2}" type="presParOf" srcId="{8D50B230-F680-474D-B3A9-B347FFF33D1C}" destId="{F00B5978-1698-4881-8208-8E70EF6EDE61}" srcOrd="0" destOrd="0" presId="urn:microsoft.com/office/officeart/2005/8/layout/hierarchy6"/>
    <dgm:cxn modelId="{4F6903F9-AF02-4769-887F-5208614BD5A4}" type="presParOf" srcId="{8D50B230-F680-474D-B3A9-B347FFF33D1C}" destId="{A0EBDB04-CA45-41D2-9D42-8C47D6CF0F8F}" srcOrd="1" destOrd="0" presId="urn:microsoft.com/office/officeart/2005/8/layout/hierarchy6"/>
    <dgm:cxn modelId="{E64FBE21-DA06-43DC-B80C-70786D5038CD}" type="presParOf" srcId="{512A476A-8CE5-4012-8510-166E145B5ECF}" destId="{F8222C10-B008-44C3-A546-3F53372E40E2}" srcOrd="2" destOrd="0" presId="urn:microsoft.com/office/officeart/2005/8/layout/hierarchy6"/>
    <dgm:cxn modelId="{B2BE70C5-CDB3-4110-8A61-91874AF49026}" type="presParOf" srcId="{512A476A-8CE5-4012-8510-166E145B5ECF}" destId="{E3EABA3D-1D21-4C8F-BF6E-B5939D0C23BD}" srcOrd="3" destOrd="0" presId="urn:microsoft.com/office/officeart/2005/8/layout/hierarchy6"/>
    <dgm:cxn modelId="{308C11C2-B80B-4F61-8420-FEDFECCCF6AB}" type="presParOf" srcId="{E3EABA3D-1D21-4C8F-BF6E-B5939D0C23BD}" destId="{455D2A7C-98DF-4EE5-8795-269667A49AD1}" srcOrd="0" destOrd="0" presId="urn:microsoft.com/office/officeart/2005/8/layout/hierarchy6"/>
    <dgm:cxn modelId="{C6AE914E-F451-4BDA-9EC0-F669D27E4991}" type="presParOf" srcId="{E3EABA3D-1D21-4C8F-BF6E-B5939D0C23BD}" destId="{9583A3A9-4C7A-403D-AE58-51D6AA467541}"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Full and 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40170883-1FF8-4E75-9857-CD5D54720641}">
      <dgm:prSet phldrT="[Text]"/>
      <dgm:spPr/>
      <dgm:t>
        <a:bodyPr/>
        <a:lstStyle/>
        <a:p>
          <a:r>
            <a:rPr lang="en-US" dirty="0"/>
            <a:t>2.1</a:t>
          </a:r>
        </a:p>
      </dgm:t>
    </dgm:pt>
    <dgm:pt modelId="{A03A239D-DF6E-4121-BB73-085E32A8F233}" type="parTrans" cxnId="{C15C03F4-2246-4145-B5E7-9E2FBB0ACA79}">
      <dgm:prSet/>
      <dgm:spPr/>
      <dgm:t>
        <a:bodyPr/>
        <a:lstStyle/>
        <a:p>
          <a:endParaRPr lang="en-US"/>
        </a:p>
      </dgm:t>
    </dgm:pt>
    <dgm:pt modelId="{64AB7CE0-73EE-41B2-9344-4EBA07A13EE1}" type="sibTrans" cxnId="{C15C03F4-2246-4145-B5E7-9E2FBB0ACA79}">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1511AED-8113-47DB-A8B2-285F051FA41A}">
      <dgm:prSet phldrT="[Text]"/>
      <dgm:spPr/>
      <dgm:t>
        <a:bodyPr/>
        <a:lstStyle/>
        <a:p>
          <a:r>
            <a:rPr lang="en-US" dirty="0"/>
            <a:t>1.1.1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193747C6-6424-4BB1-A94E-8C5B92F0FD51}">
      <dgm:prSet phldrT="[Text]"/>
      <dgm:spPr/>
      <dgm:t>
        <a:bodyPr/>
        <a:lstStyle/>
        <a:p>
          <a:r>
            <a:rPr lang="en-US" dirty="0"/>
            <a:t>1.2.1</a:t>
          </a:r>
        </a:p>
      </dgm:t>
    </dgm:pt>
    <dgm:pt modelId="{C6FD1E74-6594-4E7C-8C23-6CB7FC67EFA6}" type="parTrans" cxnId="{5817E73C-1756-4A57-BAC9-02D38C4C867C}">
      <dgm:prSet/>
      <dgm:spPr/>
      <dgm:t>
        <a:bodyPr/>
        <a:lstStyle/>
        <a:p>
          <a:endParaRPr lang="en-US"/>
        </a:p>
      </dgm:t>
    </dgm:pt>
    <dgm:pt modelId="{31031EC0-6B88-43BB-A068-0D35EDBF8CCB}" type="sibTrans" cxnId="{5817E73C-1756-4A57-BAC9-02D38C4C867C}">
      <dgm:prSet/>
      <dgm:spPr/>
      <dgm:t>
        <a:bodyPr/>
        <a:lstStyle/>
        <a:p>
          <a:endParaRPr lang="en-US"/>
        </a:p>
      </dgm:t>
    </dgm:pt>
    <dgm:pt modelId="{0BC09B3D-48E9-4160-8C00-ECCE59F38EA7}">
      <dgm:prSet phldrT="[Text]"/>
      <dgm:spPr/>
      <dgm:t>
        <a:bodyPr/>
        <a:lstStyle/>
        <a:p>
          <a:r>
            <a:rPr lang="en-US" dirty="0"/>
            <a:t>1.2.2</a:t>
          </a:r>
        </a:p>
      </dgm:t>
    </dgm:pt>
    <dgm:pt modelId="{B6F1B484-A920-4008-8FCD-3F0C123A1B4B}" type="parTrans" cxnId="{3CEAD38E-BE52-4BA9-AD69-CB349741ED73}">
      <dgm:prSet/>
      <dgm:spPr/>
      <dgm:t>
        <a:bodyPr/>
        <a:lstStyle/>
        <a:p>
          <a:endParaRPr lang="en-US"/>
        </a:p>
      </dgm:t>
    </dgm:pt>
    <dgm:pt modelId="{77D7DA2A-4E68-48F3-8D8B-03FF760C9FA0}" type="sibTrans" cxnId="{3CEAD38E-BE52-4BA9-AD69-CB349741ED73}">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4762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4"/>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4"/>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4"/>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4"/>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C59A946A-0810-4782-99EE-5AA18399E4FD}" type="pres">
      <dgm:prSet presAssocID="{C6FD1E74-6594-4E7C-8C23-6CB7FC67EFA6}" presName="Name19" presStyleLbl="parChTrans1D4" presStyleIdx="2" presStyleCnt="4"/>
      <dgm:spPr/>
    </dgm:pt>
    <dgm:pt modelId="{869C5EAD-DD86-4EE4-A3FD-D82F51D029AC}" type="pres">
      <dgm:prSet presAssocID="{193747C6-6424-4BB1-A94E-8C5B92F0FD51}" presName="Name21" presStyleCnt="0"/>
      <dgm:spPr/>
    </dgm:pt>
    <dgm:pt modelId="{11952A07-DBDC-42E4-AAF8-51B99F7D3347}" type="pres">
      <dgm:prSet presAssocID="{193747C6-6424-4BB1-A94E-8C5B92F0FD51}" presName="level2Shape" presStyleLbl="node4" presStyleIdx="2" presStyleCnt="4"/>
      <dgm:spPr/>
    </dgm:pt>
    <dgm:pt modelId="{D3B533E8-5EAF-45B9-B48A-6A0438F1DD0F}" type="pres">
      <dgm:prSet presAssocID="{193747C6-6424-4BB1-A94E-8C5B92F0FD51}" presName="hierChild3" presStyleCnt="0"/>
      <dgm:spPr/>
    </dgm:pt>
    <dgm:pt modelId="{F7C231F5-C648-49B4-B8B2-D1A83C3550C6}" type="pres">
      <dgm:prSet presAssocID="{B6F1B484-A920-4008-8FCD-3F0C123A1B4B}" presName="Name19" presStyleLbl="parChTrans1D4" presStyleIdx="3" presStyleCnt="4"/>
      <dgm:spPr/>
    </dgm:pt>
    <dgm:pt modelId="{38330B2B-51F0-411A-A2F7-8FB2ACAF9A4E}" type="pres">
      <dgm:prSet presAssocID="{0BC09B3D-48E9-4160-8C00-ECCE59F38EA7}" presName="Name21" presStyleCnt="0"/>
      <dgm:spPr/>
    </dgm:pt>
    <dgm:pt modelId="{D96090C3-30D8-4BF5-887C-1B9E57813E6D}" type="pres">
      <dgm:prSet presAssocID="{0BC09B3D-48E9-4160-8C00-ECCE59F38EA7}" presName="level2Shape" presStyleLbl="node4" presStyleIdx="3" presStyleCnt="4"/>
      <dgm:spPr/>
    </dgm:pt>
    <dgm:pt modelId="{8A25EBB4-A858-4B37-A965-B12A9573C078}" type="pres">
      <dgm:prSet presAssocID="{0BC09B3D-48E9-4160-8C00-ECCE59F38EA7}"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B4CAF09-71F1-4495-BA98-57F73C878CCC}" type="presOf" srcId="{0BC09B3D-48E9-4160-8C00-ECCE59F38EA7}" destId="{D96090C3-30D8-4BF5-887C-1B9E57813E6D}"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F079611B-4F6B-4D8D-8EC8-618BC2FCC8A3}" type="presOf" srcId="{193747C6-6424-4BB1-A94E-8C5B92F0FD51}" destId="{11952A07-DBDC-42E4-AAF8-51B99F7D3347}"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B0A3592B-74F9-44B2-81E2-F17D37387EBB}" type="presOf" srcId="{B6F1B484-A920-4008-8FCD-3F0C123A1B4B}" destId="{F7C231F5-C648-49B4-B8B2-D1A83C3550C6}" srcOrd="0" destOrd="0" presId="urn:microsoft.com/office/officeart/2005/8/layout/hierarchy6"/>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5817E73C-1756-4A57-BAC9-02D38C4C867C}" srcId="{50835BA4-CC14-438F-9615-52C2E440A160}" destId="{193747C6-6424-4BB1-A94E-8C5B92F0FD51}" srcOrd="0" destOrd="0" parTransId="{C6FD1E74-6594-4E7C-8C23-6CB7FC67EFA6}" sibTransId="{31031EC0-6B88-43BB-A068-0D35EDBF8CCB}"/>
    <dgm:cxn modelId="{D55FF25F-FC1B-4E96-B50F-315F29752301}" srcId="{785FEA35-A458-49F8-84F1-AD8D498F6627}" destId="{50835BA4-CC14-438F-9615-52C2E440A160}" srcOrd="1" destOrd="0" parTransId="{00CDCEC9-1259-4976-A798-50171C0CD098}" sibTransId="{C30F1643-D97D-4176-98A3-6ED8B4D0F8C3}"/>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3CEAD38E-BE52-4BA9-AD69-CB349741ED73}" srcId="{50835BA4-CC14-438F-9615-52C2E440A160}" destId="{0BC09B3D-48E9-4160-8C00-ECCE59F38EA7}" srcOrd="1" destOrd="0" parTransId="{B6F1B484-A920-4008-8FCD-3F0C123A1B4B}" sibTransId="{77D7DA2A-4E68-48F3-8D8B-03FF760C9FA0}"/>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27F034CC-4FC4-4B9F-8800-DEDA4687F40F}" type="presOf" srcId="{C6FD1E74-6594-4E7C-8C23-6CB7FC67EFA6}" destId="{C59A946A-0810-4782-99EE-5AA18399E4FD}" srcOrd="0" destOrd="0" presId="urn:microsoft.com/office/officeart/2005/8/layout/hierarchy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EB32F640-DEEE-4C84-B97C-510CE81893F9}" type="presParOf" srcId="{AC7AC821-872D-4397-945C-163B8E704E05}" destId="{C59A946A-0810-4782-99EE-5AA18399E4FD}" srcOrd="0" destOrd="0" presId="urn:microsoft.com/office/officeart/2005/8/layout/hierarchy6"/>
    <dgm:cxn modelId="{C4D9CACB-1D55-43F5-9A42-C04FFFCF8F28}" type="presParOf" srcId="{AC7AC821-872D-4397-945C-163B8E704E05}" destId="{869C5EAD-DD86-4EE4-A3FD-D82F51D029AC}" srcOrd="1" destOrd="0" presId="urn:microsoft.com/office/officeart/2005/8/layout/hierarchy6"/>
    <dgm:cxn modelId="{69B63865-F7C5-4860-B17A-CB722E3C6FA1}" type="presParOf" srcId="{869C5EAD-DD86-4EE4-A3FD-D82F51D029AC}" destId="{11952A07-DBDC-42E4-AAF8-51B99F7D3347}" srcOrd="0" destOrd="0" presId="urn:microsoft.com/office/officeart/2005/8/layout/hierarchy6"/>
    <dgm:cxn modelId="{D6F970A8-71B0-4E9F-995C-24CF12F06CA7}" type="presParOf" srcId="{869C5EAD-DD86-4EE4-A3FD-D82F51D029AC}" destId="{D3B533E8-5EAF-45B9-B48A-6A0438F1DD0F}" srcOrd="1" destOrd="0" presId="urn:microsoft.com/office/officeart/2005/8/layout/hierarchy6"/>
    <dgm:cxn modelId="{642835FB-591B-4247-B6BD-D8EEBB4C3B68}" type="presParOf" srcId="{AC7AC821-872D-4397-945C-163B8E704E05}" destId="{F7C231F5-C648-49B4-B8B2-D1A83C3550C6}" srcOrd="2" destOrd="0" presId="urn:microsoft.com/office/officeart/2005/8/layout/hierarchy6"/>
    <dgm:cxn modelId="{FA054120-80EA-46B9-B432-EAFF8EE11979}" type="presParOf" srcId="{AC7AC821-872D-4397-945C-163B8E704E05}" destId="{38330B2B-51F0-411A-A2F7-8FB2ACAF9A4E}" srcOrd="3" destOrd="0" presId="urn:microsoft.com/office/officeart/2005/8/layout/hierarchy6"/>
    <dgm:cxn modelId="{A3A8FC39-212F-4AD4-BCCB-F6B40156321F}" type="presParOf" srcId="{38330B2B-51F0-411A-A2F7-8FB2ACAF9A4E}" destId="{D96090C3-30D8-4BF5-887C-1B9E57813E6D}" srcOrd="0" destOrd="0" presId="urn:microsoft.com/office/officeart/2005/8/layout/hierarchy6"/>
    <dgm:cxn modelId="{1B7DB120-4F79-4124-A24C-02033357F9B2}" type="presParOf" srcId="{38330B2B-51F0-411A-A2F7-8FB2ACAF9A4E}" destId="{8A25EBB4-A858-4B37-A965-B12A9573C078}"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Complete, Not Full</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50835BA4-CC14-438F-9615-52C2E440A160}">
      <dgm:prSet phldrT="[Text]"/>
      <dgm:spPr/>
      <dgm:t>
        <a:bodyPr/>
        <a:lstStyle/>
        <a:p>
          <a:r>
            <a:rPr lang="en-US" dirty="0"/>
            <a:t>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61511AED-8113-47DB-A8B2-285F051FA41A}">
      <dgm:prSet phldrT="[Text]"/>
      <dgm:spPr/>
      <dgm:t>
        <a:bodyPr/>
        <a:lstStyle/>
        <a:p>
          <a:r>
            <a:rPr lang="en-US" dirty="0"/>
            <a:t>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4E64FD7E-13E3-4645-87D5-DD09F4D97213}">
      <dgm:prSet phldrT="[Text]"/>
      <dgm:spPr/>
      <dgm:t>
        <a:bodyPr/>
        <a:lstStyle/>
        <a:p>
          <a:r>
            <a:rPr lang="en-US" dirty="0"/>
            <a:t>2.1</a:t>
          </a:r>
        </a:p>
      </dgm:t>
    </dgm:pt>
    <dgm:pt modelId="{C7BE340A-4DBD-4A1C-B4BF-1DDE048863ED}" type="parTrans" cxnId="{243F3408-76D6-456F-81F7-7C31C22EBCFE}">
      <dgm:prSet/>
      <dgm:spPr/>
      <dgm:t>
        <a:bodyPr/>
        <a:lstStyle/>
        <a:p>
          <a:endParaRPr lang="en-US"/>
        </a:p>
      </dgm:t>
    </dgm:pt>
    <dgm:pt modelId="{769B5839-1D7E-4A0C-942B-435C32BC4037}" type="sibTrans" cxnId="{243F3408-76D6-456F-81F7-7C31C22EBCFE}">
      <dgm:prSet/>
      <dgm:spPr/>
      <dgm:t>
        <a:bodyPr/>
        <a:lstStyle/>
        <a:p>
          <a:endParaRPr lang="en-US"/>
        </a:p>
      </dgm:t>
    </dgm:pt>
    <dgm:pt modelId="{D248795F-9059-49E8-9107-2E7D583877D6}">
      <dgm:prSet phldrT="[Text]"/>
      <dgm:spPr/>
      <dgm:t>
        <a:bodyPr/>
        <a:lstStyle/>
        <a:p>
          <a:r>
            <a:rPr lang="en-US" dirty="0"/>
            <a:t>1.1.1</a:t>
          </a:r>
        </a:p>
      </dgm:t>
    </dgm:pt>
    <dgm:pt modelId="{B0833EC4-E8A0-4B4A-930E-2EE692B553EB}" type="parTrans" cxnId="{54AE068A-A31F-491F-AB91-B1A6FF42057F}">
      <dgm:prSet/>
      <dgm:spPr/>
      <dgm:t>
        <a:bodyPr/>
        <a:lstStyle/>
        <a:p>
          <a:endParaRPr lang="en-US"/>
        </a:p>
      </dgm:t>
    </dgm:pt>
    <dgm:pt modelId="{536335F5-958D-4795-A111-7820A9608217}" type="sibTrans" cxnId="{54AE068A-A31F-491F-AB91-B1A6FF42057F}">
      <dgm:prSet/>
      <dgm:spPr/>
      <dgm:t>
        <a:bodyPr/>
        <a:lstStyle/>
        <a:p>
          <a:endParaRPr lang="en-US"/>
        </a:p>
      </dgm:t>
    </dgm:pt>
    <dgm:pt modelId="{FD3F678A-F210-4800-AFCB-CA1CCDBD09BC}">
      <dgm:prSet phldrT="[Text]"/>
      <dgm:spPr/>
      <dgm:t>
        <a:bodyPr/>
        <a:lstStyle/>
        <a:p>
          <a:r>
            <a:rPr lang="en-US" dirty="0"/>
            <a:t>1.1.2</a:t>
          </a:r>
        </a:p>
      </dgm:t>
    </dgm:pt>
    <dgm:pt modelId="{61CDBCDA-58C4-41A6-906A-FEA8CD58282E}" type="parTrans" cxnId="{3C60AAF8-FF32-47D1-9622-E2E5C69596D7}">
      <dgm:prSet/>
      <dgm:spPr/>
      <dgm:t>
        <a:bodyPr/>
        <a:lstStyle/>
        <a:p>
          <a:endParaRPr lang="en-US"/>
        </a:p>
      </dgm:t>
    </dgm:pt>
    <dgm:pt modelId="{67E3D44F-468D-4205-AAD2-76455356691F}" type="sibTrans" cxnId="{3C60AAF8-FF32-47D1-9622-E2E5C69596D7}">
      <dgm:prSet/>
      <dgm:spPr/>
      <dgm:t>
        <a:bodyPr/>
        <a:lstStyle/>
        <a:p>
          <a:endParaRPr lang="en-US"/>
        </a:p>
      </dgm:t>
    </dgm:pt>
    <dgm:pt modelId="{50E79686-F3F2-4878-9AB9-2889163072D9}">
      <dgm:prSet phldrT="[Text]"/>
      <dgm:spPr/>
      <dgm:t>
        <a:bodyPr/>
        <a:lstStyle/>
        <a:p>
          <a:r>
            <a:rPr lang="en-US" dirty="0"/>
            <a:t>1.2.1</a:t>
          </a:r>
        </a:p>
      </dgm:t>
    </dgm:pt>
    <dgm:pt modelId="{E9394771-4985-4C8D-BF75-3DFA4113C9A4}" type="parTrans" cxnId="{E5468880-D452-45CE-9EB4-24D7EA56E15D}">
      <dgm:prSet/>
      <dgm:spPr/>
      <dgm:t>
        <a:bodyPr/>
        <a:lstStyle/>
        <a:p>
          <a:endParaRPr lang="en-US"/>
        </a:p>
      </dgm:t>
    </dgm:pt>
    <dgm:pt modelId="{1DC68FB9-D157-4519-8A19-6FDA6A002672}" type="sibTrans" cxnId="{E5468880-D452-45CE-9EB4-24D7EA56E15D}">
      <dgm:prSet/>
      <dgm:spPr/>
      <dgm:t>
        <a:bodyPr/>
        <a:lstStyle/>
        <a:p>
          <a:endParaRPr lang="en-US"/>
        </a:p>
      </dgm:t>
    </dgm:pt>
    <dgm:pt modelId="{DDE84BAB-D967-4235-BDDE-BBA8EF78DF3E}">
      <dgm:prSet phldrT="[Text]"/>
      <dgm:spPr/>
      <dgm:t>
        <a:bodyPr/>
        <a:lstStyle/>
        <a:p>
          <a:r>
            <a:rPr lang="en-US" dirty="0"/>
            <a:t>1.2.2</a:t>
          </a:r>
        </a:p>
      </dgm:t>
    </dgm:pt>
    <dgm:pt modelId="{60B818B9-7A4F-44F2-86E7-A2F07EA526A6}" type="parTrans" cxnId="{15288D63-6607-4D12-BA8A-63CEAAA54EEF}">
      <dgm:prSet/>
      <dgm:spPr/>
      <dgm:t>
        <a:bodyPr/>
        <a:lstStyle/>
        <a:p>
          <a:endParaRPr lang="en-US"/>
        </a:p>
      </dgm:t>
    </dgm:pt>
    <dgm:pt modelId="{97821110-D8B0-4EEB-B39A-4FE5457F2EEE}" type="sibTrans" cxnId="{15288D63-6607-4D12-BA8A-63CEAAA54EEF}">
      <dgm:prSet/>
      <dgm:spPr/>
      <dgm:t>
        <a:bodyPr/>
        <a:lstStyle/>
        <a:p>
          <a:endParaRPr lang="en-US"/>
        </a:p>
      </dgm:t>
    </dgm:pt>
    <dgm:pt modelId="{7740D002-F7E3-4E6D-B225-3707E791673D}">
      <dgm:prSet phldrT="[Text]"/>
      <dgm:spPr/>
      <dgm:t>
        <a:bodyPr/>
        <a:lstStyle/>
        <a:p>
          <a:r>
            <a:rPr lang="en-US" dirty="0"/>
            <a:t>2.2</a:t>
          </a:r>
        </a:p>
      </dgm:t>
    </dgm:pt>
    <dgm:pt modelId="{E5539AD1-C80B-470A-A20B-796718EBEF25}" type="parTrans" cxnId="{AA8BFE97-71CA-4992-B009-8ED938E932D7}">
      <dgm:prSet/>
      <dgm:spPr/>
      <dgm:t>
        <a:bodyPr/>
        <a:lstStyle/>
        <a:p>
          <a:endParaRPr lang="en-US"/>
        </a:p>
      </dgm:t>
    </dgm:pt>
    <dgm:pt modelId="{2DF0688B-3765-434F-BB2A-948B47DCC58A}" type="sibTrans" cxnId="{AA8BFE97-71CA-4992-B009-8ED938E932D7}">
      <dgm:prSet/>
      <dgm:spPr/>
      <dgm:t>
        <a:bodyPr/>
        <a:lstStyle/>
        <a:p>
          <a:endParaRPr lang="en-US"/>
        </a:p>
      </dgm:t>
    </dgm:pt>
    <dgm:pt modelId="{340D46D1-8E9E-4133-9B50-3ED59A92B57C}">
      <dgm:prSet phldrT="[Text]"/>
      <dgm:spPr/>
      <dgm:t>
        <a:bodyPr/>
        <a:lstStyle/>
        <a:p>
          <a:r>
            <a:rPr lang="en-US" dirty="0"/>
            <a:t>2.1.1</a:t>
          </a:r>
        </a:p>
      </dgm:t>
    </dgm:pt>
    <dgm:pt modelId="{27B52FD6-5E6C-4285-AED9-57038212817E}" type="parTrans" cxnId="{390B9FE6-8353-4F8D-9C8C-4D3FE1CA2480}">
      <dgm:prSet/>
      <dgm:spPr/>
      <dgm:t>
        <a:bodyPr/>
        <a:lstStyle/>
        <a:p>
          <a:endParaRPr lang="en-US"/>
        </a:p>
      </dgm:t>
    </dgm:pt>
    <dgm:pt modelId="{6F2B98E6-A2B0-4CB6-8CDB-013EEF1478ED}" type="sibTrans" cxnId="{390B9FE6-8353-4F8D-9C8C-4D3FE1CA2480}">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009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CACCA18F-8929-4CC3-BEF8-E8903F21B110}" type="pres">
      <dgm:prSet presAssocID="{0274626C-16D3-4CDD-B46A-76D26BDBF959}" presName="Name19" presStyleLbl="parChTrans1D3" presStyleIdx="0" presStyleCnt="4"/>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3" presStyleIdx="0" presStyleCnt="4"/>
      <dgm:spPr/>
    </dgm:pt>
    <dgm:pt modelId="{998ADDE7-74F0-4E70-972E-8E5CCA8064F0}" type="pres">
      <dgm:prSet presAssocID="{61511AED-8113-47DB-A8B2-285F051FA41A}" presName="hierChild3" presStyleCnt="0"/>
      <dgm:spPr/>
    </dgm:pt>
    <dgm:pt modelId="{0322C684-2FB2-4FA1-AF69-B86A52AD0941}" type="pres">
      <dgm:prSet presAssocID="{B0833EC4-E8A0-4B4A-930E-2EE692B553EB}" presName="Name19" presStyleLbl="parChTrans1D4" presStyleIdx="0" presStyleCnt="5"/>
      <dgm:spPr/>
    </dgm:pt>
    <dgm:pt modelId="{607EA7F8-1AE8-492F-9E7C-02A4DEFB876C}" type="pres">
      <dgm:prSet presAssocID="{D248795F-9059-49E8-9107-2E7D583877D6}" presName="Name21" presStyleCnt="0"/>
      <dgm:spPr/>
    </dgm:pt>
    <dgm:pt modelId="{BCF8A64E-829B-4553-99F4-6CE2D3F10C57}" type="pres">
      <dgm:prSet presAssocID="{D248795F-9059-49E8-9107-2E7D583877D6}" presName="level2Shape" presStyleLbl="node4" presStyleIdx="0" presStyleCnt="5"/>
      <dgm:spPr/>
    </dgm:pt>
    <dgm:pt modelId="{7F6AA5DF-9152-4F49-BABE-FDCC6FB09707}" type="pres">
      <dgm:prSet presAssocID="{D248795F-9059-49E8-9107-2E7D583877D6}" presName="hierChild3" presStyleCnt="0"/>
      <dgm:spPr/>
    </dgm:pt>
    <dgm:pt modelId="{73E9CA52-5BF5-4093-BDD3-0F7C70D5CC2D}" type="pres">
      <dgm:prSet presAssocID="{61CDBCDA-58C4-41A6-906A-FEA8CD58282E}" presName="Name19" presStyleLbl="parChTrans1D4" presStyleIdx="1" presStyleCnt="5"/>
      <dgm:spPr/>
    </dgm:pt>
    <dgm:pt modelId="{D760C8C7-B01D-457F-8AEF-5C7775F690FF}" type="pres">
      <dgm:prSet presAssocID="{FD3F678A-F210-4800-AFCB-CA1CCDBD09BC}" presName="Name21" presStyleCnt="0"/>
      <dgm:spPr/>
    </dgm:pt>
    <dgm:pt modelId="{80A9D004-57D5-41F8-9D08-673BAC01CE18}" type="pres">
      <dgm:prSet presAssocID="{FD3F678A-F210-4800-AFCB-CA1CCDBD09BC}" presName="level2Shape" presStyleLbl="node4" presStyleIdx="1" presStyleCnt="5"/>
      <dgm:spPr/>
    </dgm:pt>
    <dgm:pt modelId="{EF635A37-BCE1-428B-B54F-526B3290790A}" type="pres">
      <dgm:prSet presAssocID="{FD3F678A-F210-4800-AFCB-CA1CCDBD09BC}" presName="hierChild3" presStyleCnt="0"/>
      <dgm:spPr/>
    </dgm:pt>
    <dgm:pt modelId="{27857633-8797-49F9-B30C-865041B34AFC}" type="pres">
      <dgm:prSet presAssocID="{36B5F7CA-9F64-4FFA-A7C8-196C42E93986}" presName="Name19" presStyleLbl="parChTrans1D3" presStyleIdx="1" presStyleCnt="4"/>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3" presStyleIdx="1" presStyleCnt="4"/>
      <dgm:spPr/>
    </dgm:pt>
    <dgm:pt modelId="{26D66703-71E7-49EC-9DD5-32C6CF05DA92}" type="pres">
      <dgm:prSet presAssocID="{6D4543C4-1850-4CD9-A7F3-056DF1FB5611}" presName="hierChild3" presStyleCnt="0"/>
      <dgm:spPr/>
    </dgm:pt>
    <dgm:pt modelId="{F041EB5C-BD70-47B7-8DAF-CA244E68991C}" type="pres">
      <dgm:prSet presAssocID="{E9394771-4985-4C8D-BF75-3DFA4113C9A4}" presName="Name19" presStyleLbl="parChTrans1D4" presStyleIdx="2" presStyleCnt="5"/>
      <dgm:spPr/>
    </dgm:pt>
    <dgm:pt modelId="{F8193816-B3EA-45E0-824C-C43ED9243F1B}" type="pres">
      <dgm:prSet presAssocID="{50E79686-F3F2-4878-9AB9-2889163072D9}" presName="Name21" presStyleCnt="0"/>
      <dgm:spPr/>
    </dgm:pt>
    <dgm:pt modelId="{D7174536-AA4A-4AF6-AA9C-05ACA3EFB995}" type="pres">
      <dgm:prSet presAssocID="{50E79686-F3F2-4878-9AB9-2889163072D9}" presName="level2Shape" presStyleLbl="node4" presStyleIdx="2" presStyleCnt="5"/>
      <dgm:spPr/>
    </dgm:pt>
    <dgm:pt modelId="{E8B067E4-02FF-4461-8E79-FB741C37B4CB}" type="pres">
      <dgm:prSet presAssocID="{50E79686-F3F2-4878-9AB9-2889163072D9}" presName="hierChild3" presStyleCnt="0"/>
      <dgm:spPr/>
    </dgm:pt>
    <dgm:pt modelId="{9924F83C-B6B7-4928-9912-FE054EC2E69D}" type="pres">
      <dgm:prSet presAssocID="{60B818B9-7A4F-44F2-86E7-A2F07EA526A6}" presName="Name19" presStyleLbl="parChTrans1D4" presStyleIdx="3" presStyleCnt="5"/>
      <dgm:spPr/>
    </dgm:pt>
    <dgm:pt modelId="{FB410402-6123-4488-B8E1-176D34501252}" type="pres">
      <dgm:prSet presAssocID="{DDE84BAB-D967-4235-BDDE-BBA8EF78DF3E}" presName="Name21" presStyleCnt="0"/>
      <dgm:spPr/>
    </dgm:pt>
    <dgm:pt modelId="{D8383218-CAC0-480B-8C93-0C4C2643DB64}" type="pres">
      <dgm:prSet presAssocID="{DDE84BAB-D967-4235-BDDE-BBA8EF78DF3E}" presName="level2Shape" presStyleLbl="node4" presStyleIdx="3" presStyleCnt="5"/>
      <dgm:spPr/>
    </dgm:pt>
    <dgm:pt modelId="{E08EA869-37F5-4FFB-BC02-656610213FD8}" type="pres">
      <dgm:prSet presAssocID="{DDE84BAB-D967-4235-BDDE-BBA8EF78DF3E}" presName="hierChild3" presStyleCnt="0"/>
      <dgm:spPr/>
    </dgm:pt>
    <dgm:pt modelId="{C2AD0EE9-5245-4A16-8814-B573A7E7083F}" type="pres">
      <dgm:prSet presAssocID="{00CDCEC9-1259-4976-A798-50171C0CD098}" presName="Name19" presStyleLbl="parChTrans1D2" presStyleIdx="1" presStyleCnt="2"/>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2" presStyleIdx="1" presStyleCnt="2"/>
      <dgm:spPr/>
    </dgm:pt>
    <dgm:pt modelId="{AC7AC821-872D-4397-945C-163B8E704E05}" type="pres">
      <dgm:prSet presAssocID="{50835BA4-CC14-438F-9615-52C2E440A160}" presName="hierChild3" presStyleCnt="0"/>
      <dgm:spPr/>
    </dgm:pt>
    <dgm:pt modelId="{5567742C-0492-42C9-9B81-2DF33A0FC56F}" type="pres">
      <dgm:prSet presAssocID="{C7BE340A-4DBD-4A1C-B4BF-1DDE048863ED}" presName="Name19" presStyleLbl="parChTrans1D3" presStyleIdx="2" presStyleCnt="4"/>
      <dgm:spPr/>
    </dgm:pt>
    <dgm:pt modelId="{921B73F1-4D32-431C-8DB1-CDE770018E82}" type="pres">
      <dgm:prSet presAssocID="{4E64FD7E-13E3-4645-87D5-DD09F4D97213}" presName="Name21" presStyleCnt="0"/>
      <dgm:spPr/>
    </dgm:pt>
    <dgm:pt modelId="{2614025F-20AF-4D44-BB06-11FCBAE53EDC}" type="pres">
      <dgm:prSet presAssocID="{4E64FD7E-13E3-4645-87D5-DD09F4D97213}" presName="level2Shape" presStyleLbl="node3" presStyleIdx="2" presStyleCnt="4"/>
      <dgm:spPr/>
    </dgm:pt>
    <dgm:pt modelId="{373A767F-29F9-4339-94BD-554F3D59CE10}" type="pres">
      <dgm:prSet presAssocID="{4E64FD7E-13E3-4645-87D5-DD09F4D97213}" presName="hierChild3" presStyleCnt="0"/>
      <dgm:spPr/>
    </dgm:pt>
    <dgm:pt modelId="{62F2E9A9-07B7-4740-AC9A-F7B9239F340B}" type="pres">
      <dgm:prSet presAssocID="{27B52FD6-5E6C-4285-AED9-57038212817E}" presName="Name19" presStyleLbl="parChTrans1D4" presStyleIdx="4" presStyleCnt="5"/>
      <dgm:spPr/>
    </dgm:pt>
    <dgm:pt modelId="{9951DA01-DBD8-4404-BF95-4896DDB9BF3E}" type="pres">
      <dgm:prSet presAssocID="{340D46D1-8E9E-4133-9B50-3ED59A92B57C}" presName="Name21" presStyleCnt="0"/>
      <dgm:spPr/>
    </dgm:pt>
    <dgm:pt modelId="{B9CAB70C-318B-414B-B1D4-6DF88C97FE9A}" type="pres">
      <dgm:prSet presAssocID="{340D46D1-8E9E-4133-9B50-3ED59A92B57C}" presName="level2Shape" presStyleLbl="node4" presStyleIdx="4" presStyleCnt="5"/>
      <dgm:spPr/>
    </dgm:pt>
    <dgm:pt modelId="{43745C57-C7BF-44DC-9060-A340848E1044}" type="pres">
      <dgm:prSet presAssocID="{340D46D1-8E9E-4133-9B50-3ED59A92B57C}" presName="hierChild3" presStyleCnt="0"/>
      <dgm:spPr/>
    </dgm:pt>
    <dgm:pt modelId="{01A1E293-6B1B-48F8-A282-7B659B726885}" type="pres">
      <dgm:prSet presAssocID="{E5539AD1-C80B-470A-A20B-796718EBEF25}" presName="Name19" presStyleLbl="parChTrans1D3" presStyleIdx="3" presStyleCnt="4"/>
      <dgm:spPr/>
    </dgm:pt>
    <dgm:pt modelId="{AE079F5C-DE68-406F-A0E5-3E31D29D4898}" type="pres">
      <dgm:prSet presAssocID="{7740D002-F7E3-4E6D-B225-3707E791673D}" presName="Name21" presStyleCnt="0"/>
      <dgm:spPr/>
    </dgm:pt>
    <dgm:pt modelId="{F5133C3B-58D2-45A2-A6B9-757B96A7835D}" type="pres">
      <dgm:prSet presAssocID="{7740D002-F7E3-4E6D-B225-3707E791673D}" presName="level2Shape" presStyleLbl="node3" presStyleIdx="3" presStyleCnt="4"/>
      <dgm:spPr/>
    </dgm:pt>
    <dgm:pt modelId="{66FB1E7E-56CF-457C-8BAC-FFDEEF7615AB}" type="pres">
      <dgm:prSet presAssocID="{7740D002-F7E3-4E6D-B225-3707E791673D}" presName="hierChild3" presStyleCnt="0"/>
      <dgm:spPr/>
    </dgm:pt>
    <dgm:pt modelId="{3B598392-CEE4-401B-8D39-337943B7B28A}" type="pres">
      <dgm:prSet presAssocID="{9E6C2EA2-0EB9-43AF-BBF6-0A4AEB82F496}" presName="bgShapesFlow" presStyleCnt="0"/>
      <dgm:spPr/>
    </dgm:pt>
  </dgm:ptLst>
  <dgm:cxnLst>
    <dgm:cxn modelId="{C987D406-AB84-4783-AC15-9FE06B06A4B8}" type="presOf" srcId="{862F0F1F-8DA2-4714-AB4F-4F8046D9193F}" destId="{F0B291BF-FE4A-42AC-8A6C-7706B04780EB}" srcOrd="0" destOrd="0" presId="urn:microsoft.com/office/officeart/2005/8/layout/hierarchy6"/>
    <dgm:cxn modelId="{243F3408-76D6-456F-81F7-7C31C22EBCFE}" srcId="{50835BA4-CC14-438F-9615-52C2E440A160}" destId="{4E64FD7E-13E3-4645-87D5-DD09F4D97213}" srcOrd="0" destOrd="0" parTransId="{C7BE340A-4DBD-4A1C-B4BF-1DDE048863ED}" sibTransId="{769B5839-1D7E-4A0C-942B-435C32BC4037}"/>
    <dgm:cxn modelId="{932BE20A-4000-42E4-B425-770CE5FADE30}" type="presOf" srcId="{D248795F-9059-49E8-9107-2E7D583877D6}" destId="{BCF8A64E-829B-4553-99F4-6CE2D3F10C57}" srcOrd="0" destOrd="0" presId="urn:microsoft.com/office/officeart/2005/8/layout/hierarchy6"/>
    <dgm:cxn modelId="{9F59AF0B-7B4C-49D5-8096-4ACA789FA36E}" type="presOf" srcId="{0274626C-16D3-4CDD-B46A-76D26BDBF959}" destId="{CACCA18F-8929-4CC3-BEF8-E8903F21B110}"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785FEA35-A458-49F8-84F1-AD8D498F6627}"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9B93221C-DFBF-44C4-A820-3B7CA1FB437C}" type="presOf" srcId="{340D46D1-8E9E-4133-9B50-3ED59A92B57C}" destId="{B9CAB70C-318B-414B-B1D4-6DF88C97FE9A}" srcOrd="0" destOrd="0" presId="urn:microsoft.com/office/officeart/2005/8/layout/hierarchy6"/>
    <dgm:cxn modelId="{42EAB11F-0C30-447D-9C93-2EF55E2B4B14}" type="presOf" srcId="{4E64FD7E-13E3-4645-87D5-DD09F4D97213}" destId="{2614025F-20AF-4D44-BB06-11FCBAE53EDC}" srcOrd="0" destOrd="0" presId="urn:microsoft.com/office/officeart/2005/8/layout/hierarchy6"/>
    <dgm:cxn modelId="{72167824-1450-43F3-9758-8275DE30317C}" type="presOf" srcId="{FD3F678A-F210-4800-AFCB-CA1CCDBD09BC}" destId="{80A9D004-57D5-41F8-9D08-673BAC01CE18}" srcOrd="0" destOrd="0" presId="urn:microsoft.com/office/officeart/2005/8/layout/hierarchy6"/>
    <dgm:cxn modelId="{24FC5226-5B81-4905-A92A-E570589FB057}" type="presOf" srcId="{27B52FD6-5E6C-4285-AED9-57038212817E}" destId="{62F2E9A9-07B7-4740-AC9A-F7B9239F340B}" srcOrd="0" destOrd="0" presId="urn:microsoft.com/office/officeart/2005/8/layout/hierarchy6"/>
    <dgm:cxn modelId="{F0F7052F-FBDA-455C-8A60-BAC20B9FA3EC}" type="presOf" srcId="{E9394771-4985-4C8D-BF75-3DFA4113C9A4}" destId="{F041EB5C-BD70-47B7-8DAF-CA244E68991C}" srcOrd="0" destOrd="0" presId="urn:microsoft.com/office/officeart/2005/8/layout/hierarchy6"/>
    <dgm:cxn modelId="{6AE6D75E-04AF-47A7-9C4F-8DC7C4883B13}" type="presOf" srcId="{DDE84BAB-D967-4235-BDDE-BBA8EF78DF3E}" destId="{D8383218-CAC0-480B-8C93-0C4C2643DB64}" srcOrd="0" destOrd="0" presId="urn:microsoft.com/office/officeart/2005/8/layout/hierarchy6"/>
    <dgm:cxn modelId="{D55FF25F-FC1B-4E96-B50F-315F29752301}" srcId="{968C1E63-0131-4B05-84D0-B4737C4FDC88}" destId="{50835BA4-CC14-438F-9615-52C2E440A160}" srcOrd="1" destOrd="0" parTransId="{00CDCEC9-1259-4976-A798-50171C0CD098}" sibTransId="{C30F1643-D97D-4176-98A3-6ED8B4D0F8C3}"/>
    <dgm:cxn modelId="{15288D63-6607-4D12-BA8A-63CEAAA54EEF}" srcId="{6D4543C4-1850-4CD9-A7F3-056DF1FB5611}" destId="{DDE84BAB-D967-4235-BDDE-BBA8EF78DF3E}" srcOrd="1" destOrd="0" parTransId="{60B818B9-7A4F-44F2-86E7-A2F07EA526A6}" sibTransId="{97821110-D8B0-4EEB-B39A-4FE5457F2EEE}"/>
    <dgm:cxn modelId="{1CB88747-029E-4DB4-920F-6DEF3D9A9C6A}" type="presOf" srcId="{E5539AD1-C80B-470A-A20B-796718EBEF25}" destId="{01A1E293-6B1B-48F8-A282-7B659B726885}" srcOrd="0" destOrd="0" presId="urn:microsoft.com/office/officeart/2005/8/layout/hierarchy6"/>
    <dgm:cxn modelId="{0C52EA49-0972-4CF6-9070-70F1D53B49F2}" type="presOf" srcId="{50835BA4-CC14-438F-9615-52C2E440A160}" destId="{6456920C-B706-4FCA-ACF7-32EB3A7C477F}" srcOrd="0" destOrd="0" presId="urn:microsoft.com/office/officeart/2005/8/layout/hierarchy6"/>
    <dgm:cxn modelId="{7AA85357-8A4F-4BBA-84C6-796E9DB5D9E2}" type="presOf" srcId="{36B5F7CA-9F64-4FFA-A7C8-196C42E93986}" destId="{27857633-8797-49F9-B30C-865041B34AFC}" srcOrd="0" destOrd="0" presId="urn:microsoft.com/office/officeart/2005/8/layout/hierarchy6"/>
    <dgm:cxn modelId="{5F77FB58-1E24-4FFB-B45B-E624C888612D}" srcId="{785FEA35-A458-49F8-84F1-AD8D498F6627}" destId="{61511AED-8113-47DB-A8B2-285F051FA41A}" srcOrd="0" destOrd="0" parTransId="{0274626C-16D3-4CDD-B46A-76D26BDBF959}" sibTransId="{887005C8-3AB8-4CB5-8836-5842C64E517E}"/>
    <dgm:cxn modelId="{54690880-93FA-4701-848F-06A0810CB5DC}" type="presOf" srcId="{C7BE340A-4DBD-4A1C-B4BF-1DDE048863ED}" destId="{5567742C-0492-42C9-9B81-2DF33A0FC56F}" srcOrd="0" destOrd="0" presId="urn:microsoft.com/office/officeart/2005/8/layout/hierarchy6"/>
    <dgm:cxn modelId="{E5468880-D452-45CE-9EB4-24D7EA56E15D}" srcId="{6D4543C4-1850-4CD9-A7F3-056DF1FB5611}" destId="{50E79686-F3F2-4878-9AB9-2889163072D9}" srcOrd="0" destOrd="0" parTransId="{E9394771-4985-4C8D-BF75-3DFA4113C9A4}" sibTransId="{1DC68FB9-D157-4519-8A19-6FDA6A002672}"/>
    <dgm:cxn modelId="{A23F7A82-3433-4EC4-B6B7-3377BDACBA90}" type="presOf" srcId="{00CDCEC9-1259-4976-A798-50171C0CD098}" destId="{C2AD0EE9-5245-4A16-8814-B573A7E7083F}"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54AE068A-A31F-491F-AB91-B1A6FF42057F}" srcId="{61511AED-8113-47DB-A8B2-285F051FA41A}" destId="{D248795F-9059-49E8-9107-2E7D583877D6}" srcOrd="0" destOrd="0" parTransId="{B0833EC4-E8A0-4B4A-930E-2EE692B553EB}" sibTransId="{536335F5-958D-4795-A111-7820A9608217}"/>
    <dgm:cxn modelId="{C0A8E68C-018C-4160-BC3A-75AFA4EFFF40}" type="presOf" srcId="{50E79686-F3F2-4878-9AB9-2889163072D9}" destId="{D7174536-AA4A-4AF6-AA9C-05ACA3EFB995}"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EF7F3093-95C0-4430-8C9C-AF67AB3412F8}" type="presOf" srcId="{6D4543C4-1850-4CD9-A7F3-056DF1FB5611}" destId="{007664BF-D8FF-4D4B-ABBE-A68B843C3E30}" srcOrd="0" destOrd="0" presId="urn:microsoft.com/office/officeart/2005/8/layout/hierarchy6"/>
    <dgm:cxn modelId="{AA8BFE97-71CA-4992-B009-8ED938E932D7}" srcId="{50835BA4-CC14-438F-9615-52C2E440A160}" destId="{7740D002-F7E3-4E6D-B225-3707E791673D}" srcOrd="1" destOrd="0" parTransId="{E5539AD1-C80B-470A-A20B-796718EBEF25}" sibTransId="{2DF0688B-3765-434F-BB2A-948B47DCC58A}"/>
    <dgm:cxn modelId="{64270C9E-E431-4D14-95B1-930781FD6BC1}" type="presOf" srcId="{B0833EC4-E8A0-4B4A-930E-2EE692B553EB}" destId="{0322C684-2FB2-4FA1-AF69-B86A52AD0941}" srcOrd="0" destOrd="0" presId="urn:microsoft.com/office/officeart/2005/8/layout/hierarchy6"/>
    <dgm:cxn modelId="{8B3B4BA5-6DC2-4B35-AC45-808D4C83ADC7}" type="presOf" srcId="{7740D002-F7E3-4E6D-B225-3707E791673D}" destId="{F5133C3B-58D2-45A2-A6B9-757B96A7835D}" srcOrd="0" destOrd="0" presId="urn:microsoft.com/office/officeart/2005/8/layout/hierarchy6"/>
    <dgm:cxn modelId="{204E95DF-3CF4-4742-9557-013F3DBB43C5}" type="presOf" srcId="{60B818B9-7A4F-44F2-86E7-A2F07EA526A6}" destId="{9924F83C-B6B7-4928-9912-FE054EC2E69D}" srcOrd="0" destOrd="0" presId="urn:microsoft.com/office/officeart/2005/8/layout/hierarchy6"/>
    <dgm:cxn modelId="{390B9FE6-8353-4F8D-9C8C-4D3FE1CA2480}" srcId="{4E64FD7E-13E3-4645-87D5-DD09F4D97213}" destId="{340D46D1-8E9E-4133-9B50-3ED59A92B57C}" srcOrd="0" destOrd="0" parTransId="{27B52FD6-5E6C-4285-AED9-57038212817E}" sibTransId="{6F2B98E6-A2B0-4CB6-8CDB-013EEF1478ED}"/>
    <dgm:cxn modelId="{9A21B0ED-A1BE-4AE7-A39B-C452200181FA}" type="presOf" srcId="{61511AED-8113-47DB-A8B2-285F051FA41A}" destId="{D9191D8F-93D5-41DF-9FB9-BFFA16604363}" srcOrd="0" destOrd="0" presId="urn:microsoft.com/office/officeart/2005/8/layout/hierarchy6"/>
    <dgm:cxn modelId="{3C60AAF8-FF32-47D1-9622-E2E5C69596D7}" srcId="{61511AED-8113-47DB-A8B2-285F051FA41A}" destId="{FD3F678A-F210-4800-AFCB-CA1CCDBD09BC}" srcOrd="1" destOrd="0" parTransId="{61CDBCDA-58C4-41A6-906A-FEA8CD58282E}" sibTransId="{67E3D44F-468D-4205-AAD2-76455356691F}"/>
    <dgm:cxn modelId="{A717BDF9-B5D0-4385-8134-E1D2A9188234}" type="presOf" srcId="{61CDBCDA-58C4-41A6-906A-FEA8CD58282E}" destId="{73E9CA52-5BF5-4093-BDD3-0F7C70D5CC2D}"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1DD60BA4-DA7F-4463-BFF4-FA1917734251}" type="presParOf" srcId="{6376326A-2D1B-46E1-99F8-5908B9E7A7D8}" destId="{CACCA18F-8929-4CC3-BEF8-E8903F21B110}" srcOrd="0" destOrd="0" presId="urn:microsoft.com/office/officeart/2005/8/layout/hierarchy6"/>
    <dgm:cxn modelId="{3EF7D71D-8F4B-4C85-B3D0-AC96EFFAF6C5}" type="presParOf" srcId="{6376326A-2D1B-46E1-99F8-5908B9E7A7D8}" destId="{3ADB5B9B-4958-4954-B4FB-2FDDA649D486}" srcOrd="1" destOrd="0" presId="urn:microsoft.com/office/officeart/2005/8/layout/hierarchy6"/>
    <dgm:cxn modelId="{B2DDB5BB-7290-4291-86DD-D6B13EB3E8D8}" type="presParOf" srcId="{3ADB5B9B-4958-4954-B4FB-2FDDA649D486}" destId="{D9191D8F-93D5-41DF-9FB9-BFFA16604363}" srcOrd="0" destOrd="0" presId="urn:microsoft.com/office/officeart/2005/8/layout/hierarchy6"/>
    <dgm:cxn modelId="{600204DC-98A3-4AF7-BDFA-9F179E885B99}" type="presParOf" srcId="{3ADB5B9B-4958-4954-B4FB-2FDDA649D486}" destId="{998ADDE7-74F0-4E70-972E-8E5CCA8064F0}" srcOrd="1" destOrd="0" presId="urn:microsoft.com/office/officeart/2005/8/layout/hierarchy6"/>
    <dgm:cxn modelId="{8555344C-30DE-43DB-B077-7056A8DD1B77}" type="presParOf" srcId="{998ADDE7-74F0-4E70-972E-8E5CCA8064F0}" destId="{0322C684-2FB2-4FA1-AF69-B86A52AD0941}" srcOrd="0" destOrd="0" presId="urn:microsoft.com/office/officeart/2005/8/layout/hierarchy6"/>
    <dgm:cxn modelId="{344E7501-C154-403C-8221-EB8AD31E4954}" type="presParOf" srcId="{998ADDE7-74F0-4E70-972E-8E5CCA8064F0}" destId="{607EA7F8-1AE8-492F-9E7C-02A4DEFB876C}" srcOrd="1" destOrd="0" presId="urn:microsoft.com/office/officeart/2005/8/layout/hierarchy6"/>
    <dgm:cxn modelId="{E5DCAE63-AF51-478F-B8ED-ED898B8BFC5E}" type="presParOf" srcId="{607EA7F8-1AE8-492F-9E7C-02A4DEFB876C}" destId="{BCF8A64E-829B-4553-99F4-6CE2D3F10C57}" srcOrd="0" destOrd="0" presId="urn:microsoft.com/office/officeart/2005/8/layout/hierarchy6"/>
    <dgm:cxn modelId="{4980C639-68F2-4AA3-AE17-3C2A27D71629}" type="presParOf" srcId="{607EA7F8-1AE8-492F-9E7C-02A4DEFB876C}" destId="{7F6AA5DF-9152-4F49-BABE-FDCC6FB09707}" srcOrd="1" destOrd="0" presId="urn:microsoft.com/office/officeart/2005/8/layout/hierarchy6"/>
    <dgm:cxn modelId="{B57C66C6-2389-4169-A92E-A88E38FA9C75}" type="presParOf" srcId="{998ADDE7-74F0-4E70-972E-8E5CCA8064F0}" destId="{73E9CA52-5BF5-4093-BDD3-0F7C70D5CC2D}" srcOrd="2" destOrd="0" presId="urn:microsoft.com/office/officeart/2005/8/layout/hierarchy6"/>
    <dgm:cxn modelId="{EEBF9B7F-5F1A-483A-9638-DFF61D814917}" type="presParOf" srcId="{998ADDE7-74F0-4E70-972E-8E5CCA8064F0}" destId="{D760C8C7-B01D-457F-8AEF-5C7775F690FF}" srcOrd="3" destOrd="0" presId="urn:microsoft.com/office/officeart/2005/8/layout/hierarchy6"/>
    <dgm:cxn modelId="{3EB3D331-8314-40C7-898F-CB9FB61B8D98}" type="presParOf" srcId="{D760C8C7-B01D-457F-8AEF-5C7775F690FF}" destId="{80A9D004-57D5-41F8-9D08-673BAC01CE18}" srcOrd="0" destOrd="0" presId="urn:microsoft.com/office/officeart/2005/8/layout/hierarchy6"/>
    <dgm:cxn modelId="{2EBE1A36-5FAD-49D8-96D4-F6EED2E3D608}" type="presParOf" srcId="{D760C8C7-B01D-457F-8AEF-5C7775F690FF}" destId="{EF635A37-BCE1-428B-B54F-526B3290790A}" srcOrd="1" destOrd="0" presId="urn:microsoft.com/office/officeart/2005/8/layout/hierarchy6"/>
    <dgm:cxn modelId="{AA30CA47-0363-4137-8CDB-49BAF03D6EBB}" type="presParOf" srcId="{6376326A-2D1B-46E1-99F8-5908B9E7A7D8}" destId="{27857633-8797-49F9-B30C-865041B34AFC}" srcOrd="2" destOrd="0" presId="urn:microsoft.com/office/officeart/2005/8/layout/hierarchy6"/>
    <dgm:cxn modelId="{DF7BC481-5532-4551-9E2F-795F0C15C251}" type="presParOf" srcId="{6376326A-2D1B-46E1-99F8-5908B9E7A7D8}" destId="{26B60292-45B2-4F9D-B075-69A535ECF31C}" srcOrd="3" destOrd="0" presId="urn:microsoft.com/office/officeart/2005/8/layout/hierarchy6"/>
    <dgm:cxn modelId="{BA640B8A-DCA2-4A12-9393-3051262BB5A0}" type="presParOf" srcId="{26B60292-45B2-4F9D-B075-69A535ECF31C}" destId="{007664BF-D8FF-4D4B-ABBE-A68B843C3E30}" srcOrd="0" destOrd="0" presId="urn:microsoft.com/office/officeart/2005/8/layout/hierarchy6"/>
    <dgm:cxn modelId="{143832F5-D9EF-4373-9FD4-99A473FA245F}" type="presParOf" srcId="{26B60292-45B2-4F9D-B075-69A535ECF31C}" destId="{26D66703-71E7-49EC-9DD5-32C6CF05DA92}" srcOrd="1" destOrd="0" presId="urn:microsoft.com/office/officeart/2005/8/layout/hierarchy6"/>
    <dgm:cxn modelId="{97A05336-78AD-4A17-9B7D-632B51D37E51}" type="presParOf" srcId="{26D66703-71E7-49EC-9DD5-32C6CF05DA92}" destId="{F041EB5C-BD70-47B7-8DAF-CA244E68991C}" srcOrd="0" destOrd="0" presId="urn:microsoft.com/office/officeart/2005/8/layout/hierarchy6"/>
    <dgm:cxn modelId="{DC5FD550-DBD7-4B30-BE8E-28EF166FDB5D}" type="presParOf" srcId="{26D66703-71E7-49EC-9DD5-32C6CF05DA92}" destId="{F8193816-B3EA-45E0-824C-C43ED9243F1B}" srcOrd="1" destOrd="0" presId="urn:microsoft.com/office/officeart/2005/8/layout/hierarchy6"/>
    <dgm:cxn modelId="{5C77AC3A-B1FE-4DBC-80F3-E3821BF7FC89}" type="presParOf" srcId="{F8193816-B3EA-45E0-824C-C43ED9243F1B}" destId="{D7174536-AA4A-4AF6-AA9C-05ACA3EFB995}" srcOrd="0" destOrd="0" presId="urn:microsoft.com/office/officeart/2005/8/layout/hierarchy6"/>
    <dgm:cxn modelId="{D9578837-C007-4EF7-BA77-EB3F6ABBF706}" type="presParOf" srcId="{F8193816-B3EA-45E0-824C-C43ED9243F1B}" destId="{E8B067E4-02FF-4461-8E79-FB741C37B4CB}" srcOrd="1" destOrd="0" presId="urn:microsoft.com/office/officeart/2005/8/layout/hierarchy6"/>
    <dgm:cxn modelId="{2835ECC9-F205-4269-9A4B-6352F06F2B53}" type="presParOf" srcId="{26D66703-71E7-49EC-9DD5-32C6CF05DA92}" destId="{9924F83C-B6B7-4928-9912-FE054EC2E69D}" srcOrd="2" destOrd="0" presId="urn:microsoft.com/office/officeart/2005/8/layout/hierarchy6"/>
    <dgm:cxn modelId="{08199C1D-A50B-427B-AE0B-82E2EFD6CBFD}" type="presParOf" srcId="{26D66703-71E7-49EC-9DD5-32C6CF05DA92}" destId="{FB410402-6123-4488-B8E1-176D34501252}" srcOrd="3" destOrd="0" presId="urn:microsoft.com/office/officeart/2005/8/layout/hierarchy6"/>
    <dgm:cxn modelId="{7F8268BE-6AE7-4160-AF11-3A8BCBF32031}" type="presParOf" srcId="{FB410402-6123-4488-B8E1-176D34501252}" destId="{D8383218-CAC0-480B-8C93-0C4C2643DB64}" srcOrd="0" destOrd="0" presId="urn:microsoft.com/office/officeart/2005/8/layout/hierarchy6"/>
    <dgm:cxn modelId="{8AE2C91B-03BC-42D3-887C-B9AFF2244404}" type="presParOf" srcId="{FB410402-6123-4488-B8E1-176D34501252}" destId="{E08EA869-37F5-4FFB-BC02-656610213FD8}" srcOrd="1" destOrd="0" presId="urn:microsoft.com/office/officeart/2005/8/layout/hierarchy6"/>
    <dgm:cxn modelId="{1D558AF3-F311-40FC-A059-8DA8AA0074F2}" type="presParOf" srcId="{B1DD3BBF-AC3B-4C43-BA56-A8A8788C22EE}" destId="{C2AD0EE9-5245-4A16-8814-B573A7E7083F}" srcOrd="2" destOrd="0" presId="urn:microsoft.com/office/officeart/2005/8/layout/hierarchy6"/>
    <dgm:cxn modelId="{6C5B4AB8-1042-4D0D-887D-2F9E75BE87A5}" type="presParOf" srcId="{B1DD3BBF-AC3B-4C43-BA56-A8A8788C22EE}" destId="{C4717975-768A-435F-98B4-A987CE9C1DAB}" srcOrd="3" destOrd="0" presId="urn:microsoft.com/office/officeart/2005/8/layout/hierarchy6"/>
    <dgm:cxn modelId="{9094D4B6-F795-468F-A3E7-140953E7A530}" type="presParOf" srcId="{C4717975-768A-435F-98B4-A987CE9C1DAB}" destId="{6456920C-B706-4FCA-ACF7-32EB3A7C477F}" srcOrd="0" destOrd="0" presId="urn:microsoft.com/office/officeart/2005/8/layout/hierarchy6"/>
    <dgm:cxn modelId="{2FEE3794-7501-4BBE-BE77-154B58734A10}" type="presParOf" srcId="{C4717975-768A-435F-98B4-A987CE9C1DAB}" destId="{AC7AC821-872D-4397-945C-163B8E704E05}" srcOrd="1" destOrd="0" presId="urn:microsoft.com/office/officeart/2005/8/layout/hierarchy6"/>
    <dgm:cxn modelId="{C969D4F0-11EF-47D8-B6D4-CFD938B48787}" type="presParOf" srcId="{AC7AC821-872D-4397-945C-163B8E704E05}" destId="{5567742C-0492-42C9-9B81-2DF33A0FC56F}" srcOrd="0" destOrd="0" presId="urn:microsoft.com/office/officeart/2005/8/layout/hierarchy6"/>
    <dgm:cxn modelId="{CD5CF667-5866-4798-B649-037B4D9C4CE5}" type="presParOf" srcId="{AC7AC821-872D-4397-945C-163B8E704E05}" destId="{921B73F1-4D32-431C-8DB1-CDE770018E82}" srcOrd="1" destOrd="0" presId="urn:microsoft.com/office/officeart/2005/8/layout/hierarchy6"/>
    <dgm:cxn modelId="{A884358C-9205-41D0-867A-15B42FDAB99E}" type="presParOf" srcId="{921B73F1-4D32-431C-8DB1-CDE770018E82}" destId="{2614025F-20AF-4D44-BB06-11FCBAE53EDC}" srcOrd="0" destOrd="0" presId="urn:microsoft.com/office/officeart/2005/8/layout/hierarchy6"/>
    <dgm:cxn modelId="{81CAFC0A-CDE3-4BC2-AFE1-9C2B5A24F38A}" type="presParOf" srcId="{921B73F1-4D32-431C-8DB1-CDE770018E82}" destId="{373A767F-29F9-4339-94BD-554F3D59CE10}" srcOrd="1" destOrd="0" presId="urn:microsoft.com/office/officeart/2005/8/layout/hierarchy6"/>
    <dgm:cxn modelId="{DED7CADE-371E-4E79-8EE2-9DB61497665D}" type="presParOf" srcId="{373A767F-29F9-4339-94BD-554F3D59CE10}" destId="{62F2E9A9-07B7-4740-AC9A-F7B9239F340B}" srcOrd="0" destOrd="0" presId="urn:microsoft.com/office/officeart/2005/8/layout/hierarchy6"/>
    <dgm:cxn modelId="{9550D8AF-E5AD-4BF4-BE9B-60BD491FB094}" type="presParOf" srcId="{373A767F-29F9-4339-94BD-554F3D59CE10}" destId="{9951DA01-DBD8-4404-BF95-4896DDB9BF3E}" srcOrd="1" destOrd="0" presId="urn:microsoft.com/office/officeart/2005/8/layout/hierarchy6"/>
    <dgm:cxn modelId="{160E1891-429B-431A-9D34-6398A5DCA866}" type="presParOf" srcId="{9951DA01-DBD8-4404-BF95-4896DDB9BF3E}" destId="{B9CAB70C-318B-414B-B1D4-6DF88C97FE9A}" srcOrd="0" destOrd="0" presId="urn:microsoft.com/office/officeart/2005/8/layout/hierarchy6"/>
    <dgm:cxn modelId="{4DAE2CC1-87F1-4ED5-9769-BD6FA713E3F7}" type="presParOf" srcId="{9951DA01-DBD8-4404-BF95-4896DDB9BF3E}" destId="{43745C57-C7BF-44DC-9060-A340848E1044}" srcOrd="1" destOrd="0" presId="urn:microsoft.com/office/officeart/2005/8/layout/hierarchy6"/>
    <dgm:cxn modelId="{04FF9B79-954F-4C64-9D1B-C6C037BA1147}" type="presParOf" srcId="{AC7AC821-872D-4397-945C-163B8E704E05}" destId="{01A1E293-6B1B-48F8-A282-7B659B726885}" srcOrd="2" destOrd="0" presId="urn:microsoft.com/office/officeart/2005/8/layout/hierarchy6"/>
    <dgm:cxn modelId="{5A3FC809-06BE-478D-8661-9C97FC50138E}" type="presParOf" srcId="{AC7AC821-872D-4397-945C-163B8E704E05}" destId="{AE079F5C-DE68-406F-A0E5-3E31D29D4898}" srcOrd="3" destOrd="0" presId="urn:microsoft.com/office/officeart/2005/8/layout/hierarchy6"/>
    <dgm:cxn modelId="{2D70BCE9-00F7-45D5-A4D2-4CAE76B74015}" type="presParOf" srcId="{AE079F5C-DE68-406F-A0E5-3E31D29D4898}" destId="{F5133C3B-58D2-45A2-A6B9-757B96A7835D}" srcOrd="0" destOrd="0" presId="urn:microsoft.com/office/officeart/2005/8/layout/hierarchy6"/>
    <dgm:cxn modelId="{CED1DECB-F202-4856-B5E4-2100B77B7BD9}" type="presParOf" srcId="{AE079F5C-DE68-406F-A0E5-3E31D29D4898}" destId="{66FB1E7E-56CF-457C-8BAC-FFDEEF7615AB}"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Full, Not 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6D4543C4-1850-4CD9-A7F3-056DF1FB5611}">
      <dgm:prSet phldrT="[Text]"/>
      <dgm:spPr/>
      <dgm:t>
        <a:bodyPr/>
        <a:lstStyle/>
        <a:p>
          <a:r>
            <a:rPr lang="en-US" dirty="0"/>
            <a:t>1.1.2</a:t>
          </a:r>
        </a:p>
      </dgm:t>
    </dgm:pt>
    <dgm:pt modelId="{CB5E9B63-F99A-4A3A-A1D6-49FE496E6B61}" type="sibTrans" cxnId="{48A31B0E-7D60-4DB0-AD2B-31BA9D409498}">
      <dgm:prSet/>
      <dgm:spPr/>
      <dgm:t>
        <a:bodyPr/>
        <a:lstStyle/>
        <a:p>
          <a:endParaRPr lang="en-US"/>
        </a:p>
      </dgm:t>
    </dgm:pt>
    <dgm:pt modelId="{36B5F7CA-9F64-4FFA-A7C8-196C42E93986}" type="parTrans" cxnId="{48A31B0E-7D60-4DB0-AD2B-31BA9D409498}">
      <dgm:prSet/>
      <dgm:spPr/>
      <dgm:t>
        <a:bodyPr/>
        <a:lstStyle/>
        <a:p>
          <a:endParaRPr lang="en-US"/>
        </a:p>
      </dgm:t>
    </dgm:pt>
    <dgm:pt modelId="{61511AED-8113-47DB-A8B2-285F051FA41A}">
      <dgm:prSet phldrT="[Text]"/>
      <dgm:spPr/>
      <dgm:t>
        <a:bodyPr/>
        <a:lstStyle/>
        <a:p>
          <a:r>
            <a:rPr lang="en-US" dirty="0"/>
            <a:t>1.1.1</a:t>
          </a:r>
        </a:p>
      </dgm:t>
    </dgm:pt>
    <dgm:pt modelId="{887005C8-3AB8-4CB5-8836-5842C64E517E}" type="sibTrans" cxnId="{5F77FB58-1E24-4FFB-B45B-E624C888612D}">
      <dgm:prSet/>
      <dgm:spPr/>
      <dgm:t>
        <a:bodyPr/>
        <a:lstStyle/>
        <a:p>
          <a:endParaRPr lang="en-US"/>
        </a:p>
      </dgm:t>
    </dgm:pt>
    <dgm:pt modelId="{0274626C-16D3-4CDD-B46A-76D26BDBF959}" type="parTrans" cxnId="{5F77FB58-1E24-4FFB-B45B-E624C888612D}">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3064">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2"/>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2"/>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2"/>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2"/>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2"/>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2"/>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2"/>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2"/>
      <dgm:spPr/>
    </dgm:pt>
    <dgm:pt modelId="{AC7AC821-872D-4397-945C-163B8E704E05}" type="pres">
      <dgm:prSet presAssocID="{50835BA4-CC14-438F-9615-52C2E440A160}"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568A9F31-7F63-4A09-B4A9-CAE1C1A3EAAC}" type="presOf" srcId="{00CDCEC9-1259-4976-A798-50171C0CD098}" destId="{C2AD0EE9-5245-4A16-8814-B573A7E7083F}"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D55FF25F-FC1B-4E96-B50F-315F29752301}" srcId="{785FEA35-A458-49F8-84F1-AD8D498F6627}" destId="{50835BA4-CC14-438F-9615-52C2E440A160}" srcOrd="1" destOrd="0" parTransId="{00CDCEC9-1259-4976-A798-50171C0CD098}" sibTransId="{C30F1643-D97D-4176-98A3-6ED8B4D0F8C3}"/>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4E8DDBD7-C134-4F4E-A273-55254E8D887A}" type="presOf" srcId="{36B5F7CA-9F64-4FFA-A7C8-196C42E93986}" destId="{27857633-8797-49F9-B30C-865041B34AFC}"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Not Full, Not 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E6EABCAA-D56B-4915-83CB-13C669564E28}">
      <dgm:prSet phldrT="[Text]"/>
      <dgm:spPr/>
      <dgm:t>
        <a:bodyPr/>
        <a:lstStyle/>
        <a:p>
          <a:r>
            <a:rPr lang="en-US" dirty="0"/>
            <a:t>Can you make one?</a:t>
          </a:r>
        </a:p>
      </dgm:t>
    </dgm:pt>
    <dgm:pt modelId="{ABCFAEAE-3F53-4119-8B8A-C13DF1317698}" type="parTrans" cxnId="{BAD04BA4-2F38-404F-9B10-3137D4A8672D}">
      <dgm:prSet/>
      <dgm:spPr/>
      <dgm:t>
        <a:bodyPr/>
        <a:lstStyle/>
        <a:p>
          <a:endParaRPr lang="en-US"/>
        </a:p>
      </dgm:t>
    </dgm:pt>
    <dgm:pt modelId="{609494A4-ABFB-4739-964F-F9A46417FDDA}" type="sibTrans" cxnId="{BAD04BA4-2F38-404F-9B10-3137D4A8672D}">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0097">
        <dgm:presLayoutVars>
          <dgm:chPref val="3"/>
        </dgm:presLayoutVars>
      </dgm:prSet>
      <dgm:spPr/>
    </dgm:pt>
    <dgm:pt modelId="{B1DD3BBF-AC3B-4C43-BA56-A8A8788C22EE}" type="pres">
      <dgm:prSet presAssocID="{968C1E63-0131-4B05-84D0-B4737C4FDC88}" presName="hierChild2" presStyleCnt="0"/>
      <dgm:spPr/>
    </dgm:pt>
    <dgm:pt modelId="{1E0CA7C2-3741-46C1-BDB6-6FC5DC59B166}" type="pres">
      <dgm:prSet presAssocID="{ABCFAEAE-3F53-4119-8B8A-C13DF1317698}" presName="Name19" presStyleLbl="parChTrans1D2" presStyleIdx="0" presStyleCnt="1"/>
      <dgm:spPr/>
    </dgm:pt>
    <dgm:pt modelId="{03C1767E-7CAC-4204-A8D3-68FABA2CE00B}" type="pres">
      <dgm:prSet presAssocID="{E6EABCAA-D56B-4915-83CB-13C669564E28}" presName="Name21" presStyleCnt="0"/>
      <dgm:spPr/>
    </dgm:pt>
    <dgm:pt modelId="{962F6662-8029-4814-AA6A-74DE37F8F33B}" type="pres">
      <dgm:prSet presAssocID="{E6EABCAA-D56B-4915-83CB-13C669564E28}" presName="level2Shape" presStyleLbl="node2" presStyleIdx="0" presStyleCnt="1"/>
      <dgm:spPr/>
    </dgm:pt>
    <dgm:pt modelId="{7FC34159-C473-4802-AB2B-F52CD4F03A89}" type="pres">
      <dgm:prSet presAssocID="{E6EABCAA-D56B-4915-83CB-13C669564E28}" presName="hierChild3" presStyleCnt="0"/>
      <dgm:spPr/>
    </dgm:pt>
    <dgm:pt modelId="{3B598392-CEE4-401B-8D39-337943B7B28A}" type="pres">
      <dgm:prSet presAssocID="{9E6C2EA2-0EB9-43AF-BBF6-0A4AEB82F496}" presName="bgShapesFlow" presStyleCnt="0"/>
      <dgm:spPr/>
    </dgm:pt>
  </dgm:ptLst>
  <dgm:cxnLst>
    <dgm:cxn modelId="{7668630D-0B5D-4FFD-9A76-D6EEAE241516}" srcId="{9E6C2EA2-0EB9-43AF-BBF6-0A4AEB82F496}" destId="{968C1E63-0131-4B05-84D0-B4737C4FDC88}" srcOrd="0" destOrd="0" parTransId="{7EDA1A3E-F325-4F15-91D6-64736CB02C5C}" sibTransId="{67BE3E78-76E3-4065-A5AD-495616E20DCE}"/>
    <dgm:cxn modelId="{9F7E5018-6295-4305-BF72-D42267AD4751}" type="presOf" srcId="{968C1E63-0131-4B05-84D0-B4737C4FDC88}" destId="{3421162A-D218-45BB-BF46-EB893897CD16}" srcOrd="0" destOrd="0" presId="urn:microsoft.com/office/officeart/2005/8/layout/hierarchy6"/>
    <dgm:cxn modelId="{AA4B825C-9D15-4011-B128-B8ABB3B13AB5}" type="presOf" srcId="{ABCFAEAE-3F53-4119-8B8A-C13DF1317698}" destId="{1E0CA7C2-3741-46C1-BDB6-6FC5DC59B166}"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BAD04BA4-2F38-404F-9B10-3137D4A8672D}" srcId="{968C1E63-0131-4B05-84D0-B4737C4FDC88}" destId="{E6EABCAA-D56B-4915-83CB-13C669564E28}" srcOrd="0" destOrd="0" parTransId="{ABCFAEAE-3F53-4119-8B8A-C13DF1317698}" sibTransId="{609494A4-ABFB-4739-964F-F9A46417FDDA}"/>
    <dgm:cxn modelId="{AAE136F7-516A-4DF8-A2C1-AD0559DAA2D8}" type="presOf" srcId="{E6EABCAA-D56B-4915-83CB-13C669564E28}" destId="{962F6662-8029-4814-AA6A-74DE37F8F33B}"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BBDA402D-BE34-4B87-BA4B-E8EAC73195A3}" type="presParOf" srcId="{B1DD3BBF-AC3B-4C43-BA56-A8A8788C22EE}" destId="{1E0CA7C2-3741-46C1-BDB6-6FC5DC59B166}" srcOrd="0" destOrd="0" presId="urn:microsoft.com/office/officeart/2005/8/layout/hierarchy6"/>
    <dgm:cxn modelId="{FA113FE7-1318-4E81-8BFF-668BA61904CF}" type="presParOf" srcId="{B1DD3BBF-AC3B-4C43-BA56-A8A8788C22EE}" destId="{03C1767E-7CAC-4204-A8D3-68FABA2CE00B}" srcOrd="1" destOrd="0" presId="urn:microsoft.com/office/officeart/2005/8/layout/hierarchy6"/>
    <dgm:cxn modelId="{CC9B54B1-044D-4BDA-AB02-DBD0680A4C5D}" type="presParOf" srcId="{03C1767E-7CAC-4204-A8D3-68FABA2CE00B}" destId="{962F6662-8029-4814-AA6A-74DE37F8F33B}" srcOrd="0" destOrd="0" presId="urn:microsoft.com/office/officeart/2005/8/layout/hierarchy6"/>
    <dgm:cxn modelId="{2AC21BC7-DBCA-401D-B1D2-55D26C8296DA}" type="presParOf" srcId="{03C1767E-7CAC-4204-A8D3-68FABA2CE00B}" destId="{7FC34159-C473-4802-AB2B-F52CD4F03A89}"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A2FCD07-4551-4B01-9C82-B0F6C48DA5C3}"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DF92E68F-45CC-46DA-8687-C7BF82FA48D3}">
      <dgm:prSet phldrT="[Text]"/>
      <dgm:spPr/>
      <dgm:t>
        <a:bodyPr/>
        <a:lstStyle/>
        <a:p>
          <a:r>
            <a:rPr lang="en-US" dirty="0"/>
            <a:t>5019</a:t>
          </a:r>
        </a:p>
      </dgm:t>
    </dgm:pt>
    <dgm:pt modelId="{DD672CF7-F2A0-49FE-AEBC-77A727CECECC}" type="parTrans" cxnId="{0C69725E-0C6F-4906-A60D-61540DDC3D96}">
      <dgm:prSet/>
      <dgm:spPr/>
      <dgm:t>
        <a:bodyPr/>
        <a:lstStyle/>
        <a:p>
          <a:endParaRPr lang="en-US"/>
        </a:p>
      </dgm:t>
    </dgm:pt>
    <dgm:pt modelId="{F64B5C49-EC39-465A-97D0-B04E4DA337E1}" type="sibTrans" cxnId="{0C69725E-0C6F-4906-A60D-61540DDC3D96}">
      <dgm:prSet/>
      <dgm:spPr/>
      <dgm:t>
        <a:bodyPr/>
        <a:lstStyle/>
        <a:p>
          <a:endParaRPr lang="en-US"/>
        </a:p>
      </dgm:t>
    </dgm:pt>
    <dgm:pt modelId="{44FCC70C-2094-4DDB-8B80-F111425073EC}">
      <dgm:prSet phldrT="[Text]"/>
      <dgm:spPr/>
      <dgm:t>
        <a:bodyPr/>
        <a:lstStyle/>
        <a:p>
          <a:r>
            <a:rPr lang="en-US" dirty="0"/>
            <a:t>4669</a:t>
          </a:r>
        </a:p>
      </dgm:t>
    </dgm:pt>
    <dgm:pt modelId="{00977466-CA73-44CB-B628-A7C8267E65A3}" type="parTrans" cxnId="{84F39596-954E-4806-B59C-F14275AC2FFD}">
      <dgm:prSet/>
      <dgm:spPr/>
      <dgm:t>
        <a:bodyPr/>
        <a:lstStyle/>
        <a:p>
          <a:endParaRPr lang="en-US"/>
        </a:p>
      </dgm:t>
    </dgm:pt>
    <dgm:pt modelId="{77EAF987-0B29-4A0B-9F5A-0E6046144085}" type="sibTrans" cxnId="{84F39596-954E-4806-B59C-F14275AC2FFD}">
      <dgm:prSet/>
      <dgm:spPr/>
      <dgm:t>
        <a:bodyPr/>
        <a:lstStyle/>
        <a:p>
          <a:endParaRPr lang="en-US"/>
        </a:p>
      </dgm:t>
    </dgm:pt>
    <dgm:pt modelId="{5F100825-B77B-47AC-A912-820F05EFFD63}">
      <dgm:prSet phldrT="[Text]"/>
      <dgm:spPr/>
      <dgm:t>
        <a:bodyPr/>
        <a:lstStyle/>
        <a:p>
          <a:r>
            <a:rPr lang="en-US" dirty="0"/>
            <a:t>4930</a:t>
          </a:r>
        </a:p>
      </dgm:t>
    </dgm:pt>
    <dgm:pt modelId="{7C980908-96C0-4760-8821-F84909CC20F1}" type="parTrans" cxnId="{9594BA7D-6D70-4EDA-B3CE-4FDAA2F8DB1D}">
      <dgm:prSet/>
      <dgm:spPr/>
      <dgm:t>
        <a:bodyPr/>
        <a:lstStyle/>
        <a:p>
          <a:endParaRPr lang="en-US"/>
        </a:p>
      </dgm:t>
    </dgm:pt>
    <dgm:pt modelId="{A3AB3CFA-7FBB-4197-9D86-FE4C21EDFE48}" type="sibTrans" cxnId="{9594BA7D-6D70-4EDA-B3CE-4FDAA2F8DB1D}">
      <dgm:prSet/>
      <dgm:spPr/>
      <dgm:t>
        <a:bodyPr/>
        <a:lstStyle/>
        <a:p>
          <a:endParaRPr lang="en-US"/>
        </a:p>
      </dgm:t>
    </dgm:pt>
    <dgm:pt modelId="{75B56370-B440-4079-A6BA-50795D38A648}">
      <dgm:prSet phldrT="[Text]"/>
      <dgm:spPr/>
      <dgm:t>
        <a:bodyPr/>
        <a:lstStyle/>
        <a:p>
          <a:r>
            <a:rPr lang="en-US" dirty="0"/>
            <a:t>4901</a:t>
          </a:r>
        </a:p>
      </dgm:t>
    </dgm:pt>
    <dgm:pt modelId="{2B3DE23D-DB73-43A5-AB06-E835ECF4C98F}" type="parTrans" cxnId="{EA78BCB9-C703-4528-9741-52C39F97BFCE}">
      <dgm:prSet/>
      <dgm:spPr/>
      <dgm:t>
        <a:bodyPr/>
        <a:lstStyle/>
        <a:p>
          <a:endParaRPr lang="en-US"/>
        </a:p>
      </dgm:t>
    </dgm:pt>
    <dgm:pt modelId="{86C88B41-1746-4275-99A9-99CDBAC573D8}" type="sibTrans" cxnId="{EA78BCB9-C703-4528-9741-52C39F97BFCE}">
      <dgm:prSet/>
      <dgm:spPr/>
      <dgm:t>
        <a:bodyPr/>
        <a:lstStyle/>
        <a:p>
          <a:endParaRPr lang="en-US"/>
        </a:p>
      </dgm:t>
    </dgm:pt>
    <dgm:pt modelId="{233EB698-A569-4A38-9D42-00AE13714CC9}">
      <dgm:prSet phldrT="[Text]"/>
      <dgm:spPr/>
      <dgm:t>
        <a:bodyPr/>
        <a:lstStyle/>
        <a:p>
          <a:r>
            <a:rPr lang="en-US" dirty="0"/>
            <a:t>5040</a:t>
          </a:r>
        </a:p>
      </dgm:t>
    </dgm:pt>
    <dgm:pt modelId="{7FDF8996-7A11-46A2-B4CA-ABF05310327F}" type="parTrans" cxnId="{5CEA26A3-C3C4-4D06-AE5E-02EA1D40C44E}">
      <dgm:prSet/>
      <dgm:spPr/>
      <dgm:t>
        <a:bodyPr/>
        <a:lstStyle/>
        <a:p>
          <a:endParaRPr lang="en-US"/>
        </a:p>
      </dgm:t>
    </dgm:pt>
    <dgm:pt modelId="{A7E318A0-55C7-4C17-A474-31E22DA7A169}" type="sibTrans" cxnId="{5CEA26A3-C3C4-4D06-AE5E-02EA1D40C44E}">
      <dgm:prSet/>
      <dgm:spPr/>
      <dgm:t>
        <a:bodyPr/>
        <a:lstStyle/>
        <a:p>
          <a:endParaRPr lang="en-US"/>
        </a:p>
      </dgm:t>
    </dgm:pt>
    <dgm:pt modelId="{E736E912-61AA-472B-9790-7E9E7F8AAA95}">
      <dgm:prSet phldrT="[Text]"/>
      <dgm:spPr/>
      <dgm:t>
        <a:bodyPr/>
        <a:lstStyle/>
        <a:p>
          <a:r>
            <a:rPr lang="en-US" dirty="0"/>
            <a:t>4910</a:t>
          </a:r>
        </a:p>
      </dgm:t>
    </dgm:pt>
    <dgm:pt modelId="{945B3E08-5635-486D-9F01-9AA34D460E61}" type="parTrans" cxnId="{79ED9D6E-6B31-4843-9315-7D319A5C4FD5}">
      <dgm:prSet/>
      <dgm:spPr/>
      <dgm:t>
        <a:bodyPr/>
        <a:lstStyle/>
        <a:p>
          <a:endParaRPr lang="en-US"/>
        </a:p>
      </dgm:t>
    </dgm:pt>
    <dgm:pt modelId="{E95EF3AE-2468-4A3D-A3D4-51DFF256048C}" type="sibTrans" cxnId="{79ED9D6E-6B31-4843-9315-7D319A5C4FD5}">
      <dgm:prSet/>
      <dgm:spPr/>
      <dgm:t>
        <a:bodyPr/>
        <a:lstStyle/>
        <a:p>
          <a:endParaRPr lang="en-US"/>
        </a:p>
      </dgm:t>
    </dgm:pt>
    <dgm:pt modelId="{2BE1AF2B-6D6A-451C-8E77-D8CDEA5AF8C7}">
      <dgm:prSet phldrT="[Text]"/>
      <dgm:spPr>
        <a:solidFill>
          <a:srgbClr val="FFFF00"/>
        </a:solidFill>
      </dgm:spPr>
      <dgm:t>
        <a:bodyPr/>
        <a:lstStyle/>
        <a:p>
          <a:r>
            <a:rPr lang="en-US" dirty="0"/>
            <a:t>5144</a:t>
          </a:r>
        </a:p>
      </dgm:t>
    </dgm:pt>
    <dgm:pt modelId="{8906B239-2AE7-442F-BD90-06F2B51769B3}" type="parTrans" cxnId="{B8C61D7C-280F-4B5C-882B-A1ED8876A6FB}">
      <dgm:prSet/>
      <dgm:spPr/>
      <dgm:t>
        <a:bodyPr/>
        <a:lstStyle/>
        <a:p>
          <a:endParaRPr lang="en-US"/>
        </a:p>
      </dgm:t>
    </dgm:pt>
    <dgm:pt modelId="{B629A970-A5B7-4010-852E-3BA54E71058D}" type="sibTrans" cxnId="{B8C61D7C-280F-4B5C-882B-A1ED8876A6FB}">
      <dgm:prSet/>
      <dgm:spPr/>
      <dgm:t>
        <a:bodyPr/>
        <a:lstStyle/>
        <a:p>
          <a:endParaRPr lang="en-US"/>
        </a:p>
      </dgm:t>
    </dgm:pt>
    <dgm:pt modelId="{D407490D-4AEB-4268-A35C-F0693D2103A1}" type="pres">
      <dgm:prSet presAssocID="{AA2FCD07-4551-4B01-9C82-B0F6C48DA5C3}" presName="mainComposite" presStyleCnt="0">
        <dgm:presLayoutVars>
          <dgm:chPref val="1"/>
          <dgm:dir/>
          <dgm:animOne val="branch"/>
          <dgm:animLvl val="lvl"/>
          <dgm:resizeHandles val="exact"/>
        </dgm:presLayoutVars>
      </dgm:prSet>
      <dgm:spPr/>
    </dgm:pt>
    <dgm:pt modelId="{140B3A6F-F3D4-4D08-8D0E-9AAE94DD5A53}" type="pres">
      <dgm:prSet presAssocID="{AA2FCD07-4551-4B01-9C82-B0F6C48DA5C3}" presName="hierFlow" presStyleCnt="0"/>
      <dgm:spPr/>
    </dgm:pt>
    <dgm:pt modelId="{3B8C5CF8-034B-4707-9D19-1C9E798E03CF}" type="pres">
      <dgm:prSet presAssocID="{AA2FCD07-4551-4B01-9C82-B0F6C48DA5C3}" presName="hierChild1" presStyleCnt="0">
        <dgm:presLayoutVars>
          <dgm:chPref val="1"/>
          <dgm:animOne val="branch"/>
          <dgm:animLvl val="lvl"/>
        </dgm:presLayoutVars>
      </dgm:prSet>
      <dgm:spPr/>
    </dgm:pt>
    <dgm:pt modelId="{FDC194DD-B1CD-457C-8EBD-F1497C82A4A7}" type="pres">
      <dgm:prSet presAssocID="{DF92E68F-45CC-46DA-8687-C7BF82FA48D3}" presName="Name14" presStyleCnt="0"/>
      <dgm:spPr/>
    </dgm:pt>
    <dgm:pt modelId="{88CA5F22-07F0-4A7E-B72E-5AFD65F6DB71}" type="pres">
      <dgm:prSet presAssocID="{DF92E68F-45CC-46DA-8687-C7BF82FA48D3}" presName="level1Shape" presStyleLbl="node0" presStyleIdx="0" presStyleCnt="1">
        <dgm:presLayoutVars>
          <dgm:chPref val="3"/>
        </dgm:presLayoutVars>
      </dgm:prSet>
      <dgm:spPr/>
    </dgm:pt>
    <dgm:pt modelId="{2F56F18E-0596-4026-A20F-B16382BEE08B}" type="pres">
      <dgm:prSet presAssocID="{DF92E68F-45CC-46DA-8687-C7BF82FA48D3}" presName="hierChild2" presStyleCnt="0"/>
      <dgm:spPr/>
    </dgm:pt>
    <dgm:pt modelId="{D1F98DF7-1D48-45FA-A919-9F90BEB2E636}" type="pres">
      <dgm:prSet presAssocID="{00977466-CA73-44CB-B628-A7C8267E65A3}" presName="Name19" presStyleLbl="parChTrans1D2" presStyleIdx="0" presStyleCnt="2"/>
      <dgm:spPr/>
    </dgm:pt>
    <dgm:pt modelId="{51432018-F9EC-4358-81E0-ABF153B7BFD3}" type="pres">
      <dgm:prSet presAssocID="{44FCC70C-2094-4DDB-8B80-F111425073EC}" presName="Name21" presStyleCnt="0"/>
      <dgm:spPr/>
    </dgm:pt>
    <dgm:pt modelId="{46E2E4C9-8FCA-4BEB-878C-C601778A1117}" type="pres">
      <dgm:prSet presAssocID="{44FCC70C-2094-4DDB-8B80-F111425073EC}" presName="level2Shape" presStyleLbl="node2" presStyleIdx="0" presStyleCnt="2"/>
      <dgm:spPr/>
    </dgm:pt>
    <dgm:pt modelId="{F8F07169-D2EF-44E3-A1FD-7E8D7B108776}" type="pres">
      <dgm:prSet presAssocID="{44FCC70C-2094-4DDB-8B80-F111425073EC}" presName="hierChild3" presStyleCnt="0"/>
      <dgm:spPr/>
    </dgm:pt>
    <dgm:pt modelId="{9C5D0159-BA6D-453E-A02F-EDBB98977592}" type="pres">
      <dgm:prSet presAssocID="{7C980908-96C0-4760-8821-F84909CC20F1}" presName="Name19" presStyleLbl="parChTrans1D3" presStyleIdx="0" presStyleCnt="4"/>
      <dgm:spPr/>
    </dgm:pt>
    <dgm:pt modelId="{9F0155D3-BB76-45BD-BC2D-3E836000525C}" type="pres">
      <dgm:prSet presAssocID="{5F100825-B77B-47AC-A912-820F05EFFD63}" presName="Name21" presStyleCnt="0"/>
      <dgm:spPr/>
    </dgm:pt>
    <dgm:pt modelId="{6194EE04-DD41-47DB-8CB8-815B7EA1C252}" type="pres">
      <dgm:prSet presAssocID="{5F100825-B77B-47AC-A912-820F05EFFD63}" presName="level2Shape" presStyleLbl="node3" presStyleIdx="0" presStyleCnt="4"/>
      <dgm:spPr/>
    </dgm:pt>
    <dgm:pt modelId="{D77E72E3-B097-47D3-A45C-8DCFECF0854B}" type="pres">
      <dgm:prSet presAssocID="{5F100825-B77B-47AC-A912-820F05EFFD63}" presName="hierChild3" presStyleCnt="0"/>
      <dgm:spPr/>
    </dgm:pt>
    <dgm:pt modelId="{AAC03E44-59F1-479F-8875-93DBAF4C6792}" type="pres">
      <dgm:prSet presAssocID="{2B3DE23D-DB73-43A5-AB06-E835ECF4C98F}" presName="Name19" presStyleLbl="parChTrans1D3" presStyleIdx="1" presStyleCnt="4"/>
      <dgm:spPr/>
    </dgm:pt>
    <dgm:pt modelId="{9C19795F-776D-4CDB-811F-7AF6F2BB6FDE}" type="pres">
      <dgm:prSet presAssocID="{75B56370-B440-4079-A6BA-50795D38A648}" presName="Name21" presStyleCnt="0"/>
      <dgm:spPr/>
    </dgm:pt>
    <dgm:pt modelId="{EF26C293-6747-4E04-9E85-534987BD2007}" type="pres">
      <dgm:prSet presAssocID="{75B56370-B440-4079-A6BA-50795D38A648}" presName="level2Shape" presStyleLbl="node3" presStyleIdx="1" presStyleCnt="4"/>
      <dgm:spPr/>
    </dgm:pt>
    <dgm:pt modelId="{A99B0C21-74D3-42A4-AFD6-7329B29A1BB1}" type="pres">
      <dgm:prSet presAssocID="{75B56370-B440-4079-A6BA-50795D38A648}" presName="hierChild3" presStyleCnt="0"/>
      <dgm:spPr/>
    </dgm:pt>
    <dgm:pt modelId="{0CC98026-1B67-4C01-B994-B95F573A55C0}" type="pres">
      <dgm:prSet presAssocID="{7FDF8996-7A11-46A2-B4CA-ABF05310327F}" presName="Name19" presStyleLbl="parChTrans1D2" presStyleIdx="1" presStyleCnt="2"/>
      <dgm:spPr/>
    </dgm:pt>
    <dgm:pt modelId="{AF7F210C-08FD-46BD-A9D6-7EC216AAD1F1}" type="pres">
      <dgm:prSet presAssocID="{233EB698-A569-4A38-9D42-00AE13714CC9}" presName="Name21" presStyleCnt="0"/>
      <dgm:spPr/>
    </dgm:pt>
    <dgm:pt modelId="{389DDF9F-7EB6-4AD4-A09A-A31A96BA400C}" type="pres">
      <dgm:prSet presAssocID="{233EB698-A569-4A38-9D42-00AE13714CC9}" presName="level2Shape" presStyleLbl="node2" presStyleIdx="1" presStyleCnt="2"/>
      <dgm:spPr/>
    </dgm:pt>
    <dgm:pt modelId="{F5104C03-6B50-408C-B610-6AA104D70467}" type="pres">
      <dgm:prSet presAssocID="{233EB698-A569-4A38-9D42-00AE13714CC9}" presName="hierChild3" presStyleCnt="0"/>
      <dgm:spPr/>
    </dgm:pt>
    <dgm:pt modelId="{E0CBFD70-825A-43BE-8351-9AABF71770EE}" type="pres">
      <dgm:prSet presAssocID="{945B3E08-5635-486D-9F01-9AA34D460E61}" presName="Name19" presStyleLbl="parChTrans1D3" presStyleIdx="2" presStyleCnt="4"/>
      <dgm:spPr/>
    </dgm:pt>
    <dgm:pt modelId="{69AD2441-B7CC-41D0-B75E-463538D2D713}" type="pres">
      <dgm:prSet presAssocID="{E736E912-61AA-472B-9790-7E9E7F8AAA95}" presName="Name21" presStyleCnt="0"/>
      <dgm:spPr/>
    </dgm:pt>
    <dgm:pt modelId="{81C63445-954D-49D2-B8D4-A035A3477DFB}" type="pres">
      <dgm:prSet presAssocID="{E736E912-61AA-472B-9790-7E9E7F8AAA95}" presName="level2Shape" presStyleLbl="node3" presStyleIdx="2" presStyleCnt="4"/>
      <dgm:spPr/>
    </dgm:pt>
    <dgm:pt modelId="{E35744DF-9ADE-4BB7-89C3-342F97C6B5EC}" type="pres">
      <dgm:prSet presAssocID="{E736E912-61AA-472B-9790-7E9E7F8AAA95}" presName="hierChild3" presStyleCnt="0"/>
      <dgm:spPr/>
    </dgm:pt>
    <dgm:pt modelId="{FB339859-F091-4EB2-94DA-B21E53AE8D93}" type="pres">
      <dgm:prSet presAssocID="{8906B239-2AE7-442F-BD90-06F2B51769B3}" presName="Name19" presStyleLbl="parChTrans1D3" presStyleIdx="3" presStyleCnt="4"/>
      <dgm:spPr/>
    </dgm:pt>
    <dgm:pt modelId="{201541BC-CB1D-4811-8FEF-EFA6B79FD906}" type="pres">
      <dgm:prSet presAssocID="{2BE1AF2B-6D6A-451C-8E77-D8CDEA5AF8C7}" presName="Name21" presStyleCnt="0"/>
      <dgm:spPr/>
    </dgm:pt>
    <dgm:pt modelId="{7497E05D-EBF3-457C-8ACF-94336F789532}" type="pres">
      <dgm:prSet presAssocID="{2BE1AF2B-6D6A-451C-8E77-D8CDEA5AF8C7}" presName="level2Shape" presStyleLbl="node3" presStyleIdx="3" presStyleCnt="4"/>
      <dgm:spPr/>
    </dgm:pt>
    <dgm:pt modelId="{99C59D10-2CEE-4855-8886-6DDCA5D68A99}" type="pres">
      <dgm:prSet presAssocID="{2BE1AF2B-6D6A-451C-8E77-D8CDEA5AF8C7}" presName="hierChild3" presStyleCnt="0"/>
      <dgm:spPr/>
    </dgm:pt>
    <dgm:pt modelId="{622854D9-1784-458B-BE5D-7C45F3423FB4}" type="pres">
      <dgm:prSet presAssocID="{AA2FCD07-4551-4B01-9C82-B0F6C48DA5C3}" presName="bgShapesFlow" presStyleCnt="0"/>
      <dgm:spPr/>
    </dgm:pt>
  </dgm:ptLst>
  <dgm:cxnLst>
    <dgm:cxn modelId="{5DAB1400-91F2-4AAC-8E39-1530E70227FF}" type="presOf" srcId="{945B3E08-5635-486D-9F01-9AA34D460E61}" destId="{E0CBFD70-825A-43BE-8351-9AABF71770EE}" srcOrd="0" destOrd="0" presId="urn:microsoft.com/office/officeart/2005/8/layout/hierarchy6"/>
    <dgm:cxn modelId="{C37AA629-46AC-4260-9D61-7914B3679554}" type="presOf" srcId="{AA2FCD07-4551-4B01-9C82-B0F6C48DA5C3}" destId="{D407490D-4AEB-4268-A35C-F0693D2103A1}" srcOrd="0" destOrd="0" presId="urn:microsoft.com/office/officeart/2005/8/layout/hierarchy6"/>
    <dgm:cxn modelId="{48789435-8482-4824-B194-24ECE249F0AF}" type="presOf" srcId="{7FDF8996-7A11-46A2-B4CA-ABF05310327F}" destId="{0CC98026-1B67-4C01-B994-B95F573A55C0}" srcOrd="0" destOrd="0" presId="urn:microsoft.com/office/officeart/2005/8/layout/hierarchy6"/>
    <dgm:cxn modelId="{0C69725E-0C6F-4906-A60D-61540DDC3D96}" srcId="{AA2FCD07-4551-4B01-9C82-B0F6C48DA5C3}" destId="{DF92E68F-45CC-46DA-8687-C7BF82FA48D3}" srcOrd="0" destOrd="0" parTransId="{DD672CF7-F2A0-49FE-AEBC-77A727CECECC}" sibTransId="{F64B5C49-EC39-465A-97D0-B04E4DA337E1}"/>
    <dgm:cxn modelId="{AEB8204A-B727-4242-9DB0-94AF0A8F13A7}" type="presOf" srcId="{5F100825-B77B-47AC-A912-820F05EFFD63}" destId="{6194EE04-DD41-47DB-8CB8-815B7EA1C252}" srcOrd="0" destOrd="0" presId="urn:microsoft.com/office/officeart/2005/8/layout/hierarchy6"/>
    <dgm:cxn modelId="{79ED9D6E-6B31-4843-9315-7D319A5C4FD5}" srcId="{233EB698-A569-4A38-9D42-00AE13714CC9}" destId="{E736E912-61AA-472B-9790-7E9E7F8AAA95}" srcOrd="0" destOrd="0" parTransId="{945B3E08-5635-486D-9F01-9AA34D460E61}" sibTransId="{E95EF3AE-2468-4A3D-A3D4-51DFF256048C}"/>
    <dgm:cxn modelId="{2F70E858-65E1-4125-90B1-B454BC4AED3E}" type="presOf" srcId="{7C980908-96C0-4760-8821-F84909CC20F1}" destId="{9C5D0159-BA6D-453E-A02F-EDBB98977592}" srcOrd="0" destOrd="0" presId="urn:microsoft.com/office/officeart/2005/8/layout/hierarchy6"/>
    <dgm:cxn modelId="{B8C61D7C-280F-4B5C-882B-A1ED8876A6FB}" srcId="{233EB698-A569-4A38-9D42-00AE13714CC9}" destId="{2BE1AF2B-6D6A-451C-8E77-D8CDEA5AF8C7}" srcOrd="1" destOrd="0" parTransId="{8906B239-2AE7-442F-BD90-06F2B51769B3}" sibTransId="{B629A970-A5B7-4010-852E-3BA54E71058D}"/>
    <dgm:cxn modelId="{9594BA7D-6D70-4EDA-B3CE-4FDAA2F8DB1D}" srcId="{44FCC70C-2094-4DDB-8B80-F111425073EC}" destId="{5F100825-B77B-47AC-A912-820F05EFFD63}" srcOrd="0" destOrd="0" parTransId="{7C980908-96C0-4760-8821-F84909CC20F1}" sibTransId="{A3AB3CFA-7FBB-4197-9D86-FE4C21EDFE48}"/>
    <dgm:cxn modelId="{1576717E-B467-4FC9-BC3F-57CF42587573}" type="presOf" srcId="{DF92E68F-45CC-46DA-8687-C7BF82FA48D3}" destId="{88CA5F22-07F0-4A7E-B72E-5AFD65F6DB71}" srcOrd="0" destOrd="0" presId="urn:microsoft.com/office/officeart/2005/8/layout/hierarchy6"/>
    <dgm:cxn modelId="{69820884-DCDC-43B3-8443-88C440E4D372}" type="presOf" srcId="{00977466-CA73-44CB-B628-A7C8267E65A3}" destId="{D1F98DF7-1D48-45FA-A919-9F90BEB2E636}" srcOrd="0" destOrd="0" presId="urn:microsoft.com/office/officeart/2005/8/layout/hierarchy6"/>
    <dgm:cxn modelId="{84F39596-954E-4806-B59C-F14275AC2FFD}" srcId="{DF92E68F-45CC-46DA-8687-C7BF82FA48D3}" destId="{44FCC70C-2094-4DDB-8B80-F111425073EC}" srcOrd="0" destOrd="0" parTransId="{00977466-CA73-44CB-B628-A7C8267E65A3}" sibTransId="{77EAF987-0B29-4A0B-9F5A-0E6046144085}"/>
    <dgm:cxn modelId="{23D00498-5581-496E-9B8F-75F23A8179D9}" type="presOf" srcId="{2BE1AF2B-6D6A-451C-8E77-D8CDEA5AF8C7}" destId="{7497E05D-EBF3-457C-8ACF-94336F789532}" srcOrd="0" destOrd="0" presId="urn:microsoft.com/office/officeart/2005/8/layout/hierarchy6"/>
    <dgm:cxn modelId="{5CEA26A3-C3C4-4D06-AE5E-02EA1D40C44E}" srcId="{DF92E68F-45CC-46DA-8687-C7BF82FA48D3}" destId="{233EB698-A569-4A38-9D42-00AE13714CC9}" srcOrd="1" destOrd="0" parTransId="{7FDF8996-7A11-46A2-B4CA-ABF05310327F}" sibTransId="{A7E318A0-55C7-4C17-A474-31E22DA7A169}"/>
    <dgm:cxn modelId="{327097B4-1125-4AC4-9F3D-FB64D56B50D5}" type="presOf" srcId="{8906B239-2AE7-442F-BD90-06F2B51769B3}" destId="{FB339859-F091-4EB2-94DA-B21E53AE8D93}" srcOrd="0" destOrd="0" presId="urn:microsoft.com/office/officeart/2005/8/layout/hierarchy6"/>
    <dgm:cxn modelId="{2AC366B6-20C7-49CB-AF3D-2D45289FFBF7}" type="presOf" srcId="{233EB698-A569-4A38-9D42-00AE13714CC9}" destId="{389DDF9F-7EB6-4AD4-A09A-A31A96BA400C}" srcOrd="0" destOrd="0" presId="urn:microsoft.com/office/officeart/2005/8/layout/hierarchy6"/>
    <dgm:cxn modelId="{06E88AB7-A17B-4541-911B-C9190700C9D6}" type="presOf" srcId="{75B56370-B440-4079-A6BA-50795D38A648}" destId="{EF26C293-6747-4E04-9E85-534987BD2007}" srcOrd="0" destOrd="0" presId="urn:microsoft.com/office/officeart/2005/8/layout/hierarchy6"/>
    <dgm:cxn modelId="{9C138EB7-92D2-45F5-B42A-03831B9A672A}" type="presOf" srcId="{E736E912-61AA-472B-9790-7E9E7F8AAA95}" destId="{81C63445-954D-49D2-B8D4-A035A3477DFB}" srcOrd="0" destOrd="0" presId="urn:microsoft.com/office/officeart/2005/8/layout/hierarchy6"/>
    <dgm:cxn modelId="{EA78BCB9-C703-4528-9741-52C39F97BFCE}" srcId="{44FCC70C-2094-4DDB-8B80-F111425073EC}" destId="{75B56370-B440-4079-A6BA-50795D38A648}" srcOrd="1" destOrd="0" parTransId="{2B3DE23D-DB73-43A5-AB06-E835ECF4C98F}" sibTransId="{86C88B41-1746-4275-99A9-99CDBAC573D8}"/>
    <dgm:cxn modelId="{D3EE1ECD-07F9-4DC7-8D94-E4A2780443E9}" type="presOf" srcId="{2B3DE23D-DB73-43A5-AB06-E835ECF4C98F}" destId="{AAC03E44-59F1-479F-8875-93DBAF4C6792}" srcOrd="0" destOrd="0" presId="urn:microsoft.com/office/officeart/2005/8/layout/hierarchy6"/>
    <dgm:cxn modelId="{C00907CE-AEC6-4AA4-8B86-B6F1ECD4072B}" type="presOf" srcId="{44FCC70C-2094-4DDB-8B80-F111425073EC}" destId="{46E2E4C9-8FCA-4BEB-878C-C601778A1117}" srcOrd="0" destOrd="0" presId="urn:microsoft.com/office/officeart/2005/8/layout/hierarchy6"/>
    <dgm:cxn modelId="{1FA71108-9F5E-45C4-AA81-4FD4FDA3A7AC}" type="presParOf" srcId="{D407490D-4AEB-4268-A35C-F0693D2103A1}" destId="{140B3A6F-F3D4-4D08-8D0E-9AAE94DD5A53}" srcOrd="0" destOrd="0" presId="urn:microsoft.com/office/officeart/2005/8/layout/hierarchy6"/>
    <dgm:cxn modelId="{9C6FFC8B-BF73-4D3E-8C98-9BD201A4AB72}" type="presParOf" srcId="{140B3A6F-F3D4-4D08-8D0E-9AAE94DD5A53}" destId="{3B8C5CF8-034B-4707-9D19-1C9E798E03CF}" srcOrd="0" destOrd="0" presId="urn:microsoft.com/office/officeart/2005/8/layout/hierarchy6"/>
    <dgm:cxn modelId="{DA56C6B2-38FC-41F7-A331-57CF3063CE4B}" type="presParOf" srcId="{3B8C5CF8-034B-4707-9D19-1C9E798E03CF}" destId="{FDC194DD-B1CD-457C-8EBD-F1497C82A4A7}" srcOrd="0" destOrd="0" presId="urn:microsoft.com/office/officeart/2005/8/layout/hierarchy6"/>
    <dgm:cxn modelId="{ACF26C4B-2936-4A24-872C-BE585D494BEB}" type="presParOf" srcId="{FDC194DD-B1CD-457C-8EBD-F1497C82A4A7}" destId="{88CA5F22-07F0-4A7E-B72E-5AFD65F6DB71}" srcOrd="0" destOrd="0" presId="urn:microsoft.com/office/officeart/2005/8/layout/hierarchy6"/>
    <dgm:cxn modelId="{D403CE68-3FCE-43FE-AF95-8923B20DCC94}" type="presParOf" srcId="{FDC194DD-B1CD-457C-8EBD-F1497C82A4A7}" destId="{2F56F18E-0596-4026-A20F-B16382BEE08B}" srcOrd="1" destOrd="0" presId="urn:microsoft.com/office/officeart/2005/8/layout/hierarchy6"/>
    <dgm:cxn modelId="{73D74539-203C-4C80-8E82-DE3377844A44}" type="presParOf" srcId="{2F56F18E-0596-4026-A20F-B16382BEE08B}" destId="{D1F98DF7-1D48-45FA-A919-9F90BEB2E636}" srcOrd="0" destOrd="0" presId="urn:microsoft.com/office/officeart/2005/8/layout/hierarchy6"/>
    <dgm:cxn modelId="{5BC0638A-E9BD-4E84-B946-6453DA3981DA}" type="presParOf" srcId="{2F56F18E-0596-4026-A20F-B16382BEE08B}" destId="{51432018-F9EC-4358-81E0-ABF153B7BFD3}" srcOrd="1" destOrd="0" presId="urn:microsoft.com/office/officeart/2005/8/layout/hierarchy6"/>
    <dgm:cxn modelId="{9CFD3D9F-BF0E-4AC1-A9B8-2ADB7CE2B8E1}" type="presParOf" srcId="{51432018-F9EC-4358-81E0-ABF153B7BFD3}" destId="{46E2E4C9-8FCA-4BEB-878C-C601778A1117}" srcOrd="0" destOrd="0" presId="urn:microsoft.com/office/officeart/2005/8/layout/hierarchy6"/>
    <dgm:cxn modelId="{66D11F89-5478-467B-B25C-B21019972287}" type="presParOf" srcId="{51432018-F9EC-4358-81E0-ABF153B7BFD3}" destId="{F8F07169-D2EF-44E3-A1FD-7E8D7B108776}" srcOrd="1" destOrd="0" presId="urn:microsoft.com/office/officeart/2005/8/layout/hierarchy6"/>
    <dgm:cxn modelId="{78B59D4F-E20E-4A63-8806-1F97B7C96876}" type="presParOf" srcId="{F8F07169-D2EF-44E3-A1FD-7E8D7B108776}" destId="{9C5D0159-BA6D-453E-A02F-EDBB98977592}" srcOrd="0" destOrd="0" presId="urn:microsoft.com/office/officeart/2005/8/layout/hierarchy6"/>
    <dgm:cxn modelId="{9003D1FD-63B0-45A1-BCA5-F2707B68CF32}" type="presParOf" srcId="{F8F07169-D2EF-44E3-A1FD-7E8D7B108776}" destId="{9F0155D3-BB76-45BD-BC2D-3E836000525C}" srcOrd="1" destOrd="0" presId="urn:microsoft.com/office/officeart/2005/8/layout/hierarchy6"/>
    <dgm:cxn modelId="{FB47BAA2-F2A6-404A-A499-7BABE960703C}" type="presParOf" srcId="{9F0155D3-BB76-45BD-BC2D-3E836000525C}" destId="{6194EE04-DD41-47DB-8CB8-815B7EA1C252}" srcOrd="0" destOrd="0" presId="urn:microsoft.com/office/officeart/2005/8/layout/hierarchy6"/>
    <dgm:cxn modelId="{02A9F256-1904-4544-8CDD-DA6C10D7641C}" type="presParOf" srcId="{9F0155D3-BB76-45BD-BC2D-3E836000525C}" destId="{D77E72E3-B097-47D3-A45C-8DCFECF0854B}" srcOrd="1" destOrd="0" presId="urn:microsoft.com/office/officeart/2005/8/layout/hierarchy6"/>
    <dgm:cxn modelId="{8F68490D-F20E-4A17-878F-A36B923C12B6}" type="presParOf" srcId="{F8F07169-D2EF-44E3-A1FD-7E8D7B108776}" destId="{AAC03E44-59F1-479F-8875-93DBAF4C6792}" srcOrd="2" destOrd="0" presId="urn:microsoft.com/office/officeart/2005/8/layout/hierarchy6"/>
    <dgm:cxn modelId="{E357CB3E-A857-4B48-9977-7E8BE8AD9D42}" type="presParOf" srcId="{F8F07169-D2EF-44E3-A1FD-7E8D7B108776}" destId="{9C19795F-776D-4CDB-811F-7AF6F2BB6FDE}" srcOrd="3" destOrd="0" presId="urn:microsoft.com/office/officeart/2005/8/layout/hierarchy6"/>
    <dgm:cxn modelId="{350CDA7D-AF52-4E72-9FFF-43B394A64123}" type="presParOf" srcId="{9C19795F-776D-4CDB-811F-7AF6F2BB6FDE}" destId="{EF26C293-6747-4E04-9E85-534987BD2007}" srcOrd="0" destOrd="0" presId="urn:microsoft.com/office/officeart/2005/8/layout/hierarchy6"/>
    <dgm:cxn modelId="{00C92186-8F77-416E-87D7-C36F4374818D}" type="presParOf" srcId="{9C19795F-776D-4CDB-811F-7AF6F2BB6FDE}" destId="{A99B0C21-74D3-42A4-AFD6-7329B29A1BB1}" srcOrd="1" destOrd="0" presId="urn:microsoft.com/office/officeart/2005/8/layout/hierarchy6"/>
    <dgm:cxn modelId="{B4C47FD8-0478-4404-A1E9-19641C5D5B21}" type="presParOf" srcId="{2F56F18E-0596-4026-A20F-B16382BEE08B}" destId="{0CC98026-1B67-4C01-B994-B95F573A55C0}" srcOrd="2" destOrd="0" presId="urn:microsoft.com/office/officeart/2005/8/layout/hierarchy6"/>
    <dgm:cxn modelId="{59209445-196F-47A5-8E75-E2E592B37B27}" type="presParOf" srcId="{2F56F18E-0596-4026-A20F-B16382BEE08B}" destId="{AF7F210C-08FD-46BD-A9D6-7EC216AAD1F1}" srcOrd="3" destOrd="0" presId="urn:microsoft.com/office/officeart/2005/8/layout/hierarchy6"/>
    <dgm:cxn modelId="{B7D6112D-860A-4326-B458-AB7B57246E9A}" type="presParOf" srcId="{AF7F210C-08FD-46BD-A9D6-7EC216AAD1F1}" destId="{389DDF9F-7EB6-4AD4-A09A-A31A96BA400C}" srcOrd="0" destOrd="0" presId="urn:microsoft.com/office/officeart/2005/8/layout/hierarchy6"/>
    <dgm:cxn modelId="{27E728AD-73A2-4253-8265-AFE497FB2C53}" type="presParOf" srcId="{AF7F210C-08FD-46BD-A9D6-7EC216AAD1F1}" destId="{F5104C03-6B50-408C-B610-6AA104D70467}" srcOrd="1" destOrd="0" presId="urn:microsoft.com/office/officeart/2005/8/layout/hierarchy6"/>
    <dgm:cxn modelId="{FCAEE70B-25A1-424A-B564-1AFF0CA2DB52}" type="presParOf" srcId="{F5104C03-6B50-408C-B610-6AA104D70467}" destId="{E0CBFD70-825A-43BE-8351-9AABF71770EE}" srcOrd="0" destOrd="0" presId="urn:microsoft.com/office/officeart/2005/8/layout/hierarchy6"/>
    <dgm:cxn modelId="{B7F02FE3-F365-44C0-83FD-D72B0F25E210}" type="presParOf" srcId="{F5104C03-6B50-408C-B610-6AA104D70467}" destId="{69AD2441-B7CC-41D0-B75E-463538D2D713}" srcOrd="1" destOrd="0" presId="urn:microsoft.com/office/officeart/2005/8/layout/hierarchy6"/>
    <dgm:cxn modelId="{4E928C2B-B809-4E14-AB68-B9E44C6B6CB7}" type="presParOf" srcId="{69AD2441-B7CC-41D0-B75E-463538D2D713}" destId="{81C63445-954D-49D2-B8D4-A035A3477DFB}" srcOrd="0" destOrd="0" presId="urn:microsoft.com/office/officeart/2005/8/layout/hierarchy6"/>
    <dgm:cxn modelId="{FAA468B7-8CD0-4357-9549-95607963C751}" type="presParOf" srcId="{69AD2441-B7CC-41D0-B75E-463538D2D713}" destId="{E35744DF-9ADE-4BB7-89C3-342F97C6B5EC}" srcOrd="1" destOrd="0" presId="urn:microsoft.com/office/officeart/2005/8/layout/hierarchy6"/>
    <dgm:cxn modelId="{8415F2A6-05FF-4333-B3A4-929370CA8AB4}" type="presParOf" srcId="{F5104C03-6B50-408C-B610-6AA104D70467}" destId="{FB339859-F091-4EB2-94DA-B21E53AE8D93}" srcOrd="2" destOrd="0" presId="urn:microsoft.com/office/officeart/2005/8/layout/hierarchy6"/>
    <dgm:cxn modelId="{D3C0B6FF-53D5-4A41-B868-0065B7801A4F}" type="presParOf" srcId="{F5104C03-6B50-408C-B610-6AA104D70467}" destId="{201541BC-CB1D-4811-8FEF-EFA6B79FD906}" srcOrd="3" destOrd="0" presId="urn:microsoft.com/office/officeart/2005/8/layout/hierarchy6"/>
    <dgm:cxn modelId="{58419EF1-06D8-4875-AFD8-358F2D1E620B}" type="presParOf" srcId="{201541BC-CB1D-4811-8FEF-EFA6B79FD906}" destId="{7497E05D-EBF3-457C-8ACF-94336F789532}" srcOrd="0" destOrd="0" presId="urn:microsoft.com/office/officeart/2005/8/layout/hierarchy6"/>
    <dgm:cxn modelId="{4BBEEDB8-73D2-4763-A140-3A92D223915B}" type="presParOf" srcId="{201541BC-CB1D-4811-8FEF-EFA6B79FD906}" destId="{99C59D10-2CEE-4855-8886-6DDCA5D68A99}" srcOrd="1" destOrd="0" presId="urn:microsoft.com/office/officeart/2005/8/layout/hierarchy6"/>
    <dgm:cxn modelId="{D4743A8C-8922-4DDB-B349-DF9DF9AC1E44}" type="presParOf" srcId="{D407490D-4AEB-4268-A35C-F0693D2103A1}" destId="{622854D9-1784-458B-BE5D-7C45F3423FB4}"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0F954E7-316C-46D3-AAF5-BDE9EC409439}" type="doc">
      <dgm:prSet loTypeId="urn:microsoft.com/office/officeart/2005/8/layout/hierarchy6" loCatId="hierarchy" qsTypeId="urn:microsoft.com/office/officeart/2005/8/quickstyle/simple1" qsCatId="simple" csTypeId="urn:microsoft.com/office/officeart/2005/8/colors/colorful5" csCatId="colorful" phldr="1"/>
      <dgm:spPr/>
      <dgm:t>
        <a:bodyPr/>
        <a:lstStyle/>
        <a:p>
          <a:endParaRPr lang="en-US"/>
        </a:p>
      </dgm:t>
    </dgm:pt>
    <dgm:pt modelId="{2AA527A6-C330-4B99-9352-8589C82E53FB}">
      <dgm:prSet phldrT="[Text]"/>
      <dgm:spPr/>
      <dgm:t>
        <a:bodyPr/>
        <a:lstStyle/>
        <a:p>
          <a:r>
            <a:rPr lang="en-US" dirty="0"/>
            <a:t>a---</a:t>
          </a:r>
        </a:p>
      </dgm:t>
    </dgm:pt>
    <dgm:pt modelId="{1FE83964-E711-452C-9507-34F8222F117B}" type="parTrans" cxnId="{1F7EDEEA-CC6F-47F5-BF55-2FEB99D1AD5C}">
      <dgm:prSet/>
      <dgm:spPr/>
      <dgm:t>
        <a:bodyPr/>
        <a:lstStyle/>
        <a:p>
          <a:endParaRPr lang="en-US"/>
        </a:p>
      </dgm:t>
    </dgm:pt>
    <dgm:pt modelId="{25830F1B-74DA-498B-9992-0162E3A82733}" type="sibTrans" cxnId="{1F7EDEEA-CC6F-47F5-BF55-2FEB99D1AD5C}">
      <dgm:prSet/>
      <dgm:spPr/>
      <dgm:t>
        <a:bodyPr/>
        <a:lstStyle/>
        <a:p>
          <a:endParaRPr lang="en-US"/>
        </a:p>
      </dgm:t>
    </dgm:pt>
    <dgm:pt modelId="{FF3A7AC3-DDE5-425A-965C-427360FB5532}">
      <dgm:prSet phldrT="[Text]"/>
      <dgm:spPr/>
      <dgm:t>
        <a:bodyPr/>
        <a:lstStyle/>
        <a:p>
          <a:r>
            <a:rPr lang="en-US" dirty="0"/>
            <a:t>ab--</a:t>
          </a:r>
        </a:p>
      </dgm:t>
    </dgm:pt>
    <dgm:pt modelId="{D06CBBFE-9DE5-4B84-8C14-2773179D3A93}" type="parTrans" cxnId="{FD8FC153-E27F-47D6-AA4D-2DB19D54B0EB}">
      <dgm:prSet/>
      <dgm:spPr/>
      <dgm:t>
        <a:bodyPr/>
        <a:lstStyle/>
        <a:p>
          <a:endParaRPr lang="en-US"/>
        </a:p>
      </dgm:t>
    </dgm:pt>
    <dgm:pt modelId="{CC5EAFC3-7A5D-4591-8123-A5E5C379B32A}" type="sibTrans" cxnId="{FD8FC153-E27F-47D6-AA4D-2DB19D54B0EB}">
      <dgm:prSet/>
      <dgm:spPr/>
      <dgm:t>
        <a:bodyPr/>
        <a:lstStyle/>
        <a:p>
          <a:endParaRPr lang="en-US"/>
        </a:p>
      </dgm:t>
    </dgm:pt>
    <dgm:pt modelId="{913ACD5F-36FF-4D30-BFEE-DDA424139B2A}">
      <dgm:prSet phldrT="[Text]"/>
      <dgm:spPr/>
      <dgm:t>
        <a:bodyPr/>
        <a:lstStyle/>
        <a:p>
          <a:r>
            <a:rPr lang="en-US" dirty="0"/>
            <a:t>Root</a:t>
          </a:r>
        </a:p>
      </dgm:t>
    </dgm:pt>
    <dgm:pt modelId="{9F942800-1FFA-498C-9CE8-E28C35AE80C2}" type="sibTrans" cxnId="{F057A89E-991F-42BB-AB21-F792FA52E8BA}">
      <dgm:prSet/>
      <dgm:spPr/>
      <dgm:t>
        <a:bodyPr/>
        <a:lstStyle/>
        <a:p>
          <a:endParaRPr lang="en-US"/>
        </a:p>
      </dgm:t>
    </dgm:pt>
    <dgm:pt modelId="{BD367335-9EB3-4EE3-89B5-D7F10DA79C58}" type="parTrans" cxnId="{F057A89E-991F-42BB-AB21-F792FA52E8BA}">
      <dgm:prSet/>
      <dgm:spPr/>
      <dgm:t>
        <a:bodyPr/>
        <a:lstStyle/>
        <a:p>
          <a:endParaRPr lang="en-US"/>
        </a:p>
      </dgm:t>
    </dgm:pt>
    <dgm:pt modelId="{3CC770FF-3EB2-4166-8594-0EF46620B3DE}">
      <dgm:prSet phldrT="[Text]"/>
      <dgm:spPr/>
      <dgm:t>
        <a:bodyPr/>
        <a:lstStyle/>
        <a:p>
          <a:r>
            <a:rPr lang="en-US" dirty="0"/>
            <a:t>a-b-</a:t>
          </a:r>
        </a:p>
      </dgm:t>
    </dgm:pt>
    <dgm:pt modelId="{48ABB4E8-7FFF-43C6-B970-46906208578D}" type="parTrans" cxnId="{F4EEBF38-5505-474C-8606-1A1F1DB70F70}">
      <dgm:prSet/>
      <dgm:spPr/>
      <dgm:t>
        <a:bodyPr/>
        <a:lstStyle/>
        <a:p>
          <a:endParaRPr lang="en-US"/>
        </a:p>
      </dgm:t>
    </dgm:pt>
    <dgm:pt modelId="{462FBA8F-DA6F-4563-B380-0AF25E3DAB8A}" type="sibTrans" cxnId="{F4EEBF38-5505-474C-8606-1A1F1DB70F70}">
      <dgm:prSet/>
      <dgm:spPr/>
      <dgm:t>
        <a:bodyPr/>
        <a:lstStyle/>
        <a:p>
          <a:endParaRPr lang="en-US"/>
        </a:p>
      </dgm:t>
    </dgm:pt>
    <dgm:pt modelId="{8CD6D4ED-B94D-4659-9C24-D8BA4A731BD0}">
      <dgm:prSet phldrT="[Text]"/>
      <dgm:spPr/>
      <dgm:t>
        <a:bodyPr/>
        <a:lstStyle/>
        <a:p>
          <a:r>
            <a:rPr lang="en-US" dirty="0" err="1"/>
            <a:t>abc</a:t>
          </a:r>
          <a:r>
            <a:rPr lang="en-US" dirty="0"/>
            <a:t>-</a:t>
          </a:r>
        </a:p>
      </dgm:t>
    </dgm:pt>
    <dgm:pt modelId="{C9B6F08B-9994-4278-9D06-BBF366631AE2}" type="parTrans" cxnId="{0A44D977-9934-482E-83BB-05F587E4CC06}">
      <dgm:prSet/>
      <dgm:spPr/>
      <dgm:t>
        <a:bodyPr/>
        <a:lstStyle/>
        <a:p>
          <a:endParaRPr lang="en-US"/>
        </a:p>
      </dgm:t>
    </dgm:pt>
    <dgm:pt modelId="{977B2694-8671-4AC9-AF48-0CA01D5592AC}" type="sibTrans" cxnId="{0A44D977-9934-482E-83BB-05F587E4CC06}">
      <dgm:prSet/>
      <dgm:spPr/>
      <dgm:t>
        <a:bodyPr/>
        <a:lstStyle/>
        <a:p>
          <a:endParaRPr lang="en-US"/>
        </a:p>
      </dgm:t>
    </dgm:pt>
    <dgm:pt modelId="{D81796E0-C1A5-4511-BB6C-8F5FE83CB87B}">
      <dgm:prSet phldrT="[Text]"/>
      <dgm:spPr/>
      <dgm:t>
        <a:bodyPr/>
        <a:lstStyle/>
        <a:p>
          <a:r>
            <a:rPr lang="en-US" dirty="0"/>
            <a:t>ab-c</a:t>
          </a:r>
        </a:p>
      </dgm:t>
    </dgm:pt>
    <dgm:pt modelId="{22BA3487-59C0-479A-84C5-3FA5D15B8405}" type="parTrans" cxnId="{00F27880-7ACF-4080-BFB7-ADF8B458DE0A}">
      <dgm:prSet/>
      <dgm:spPr/>
      <dgm:t>
        <a:bodyPr/>
        <a:lstStyle/>
        <a:p>
          <a:endParaRPr lang="en-US"/>
        </a:p>
      </dgm:t>
    </dgm:pt>
    <dgm:pt modelId="{702B70C2-07C8-4E9A-A1EE-F2731E71EC3E}" type="sibTrans" cxnId="{00F27880-7ACF-4080-BFB7-ADF8B458DE0A}">
      <dgm:prSet/>
      <dgm:spPr/>
      <dgm:t>
        <a:bodyPr/>
        <a:lstStyle/>
        <a:p>
          <a:endParaRPr lang="en-US"/>
        </a:p>
      </dgm:t>
    </dgm:pt>
    <dgm:pt modelId="{8AF072BC-062B-4B9A-91B3-52764F1156CB}">
      <dgm:prSet phldrT="[Text]"/>
      <dgm:spPr/>
      <dgm:t>
        <a:bodyPr/>
        <a:lstStyle/>
        <a:p>
          <a:r>
            <a:rPr lang="en-US" dirty="0" err="1"/>
            <a:t>acb</a:t>
          </a:r>
          <a:r>
            <a:rPr lang="en-US" dirty="0"/>
            <a:t>-</a:t>
          </a:r>
        </a:p>
      </dgm:t>
    </dgm:pt>
    <dgm:pt modelId="{388AC2C7-CFD8-4E89-9E59-7CF0471F3F4F}" type="parTrans" cxnId="{E6011E49-EFD0-4CB7-A51B-08391E618B88}">
      <dgm:prSet/>
      <dgm:spPr/>
      <dgm:t>
        <a:bodyPr/>
        <a:lstStyle/>
        <a:p>
          <a:endParaRPr lang="en-US"/>
        </a:p>
      </dgm:t>
    </dgm:pt>
    <dgm:pt modelId="{C9489F8D-8492-4B58-86AF-A0D23ABC40F1}" type="sibTrans" cxnId="{E6011E49-EFD0-4CB7-A51B-08391E618B88}">
      <dgm:prSet/>
      <dgm:spPr/>
      <dgm:t>
        <a:bodyPr/>
        <a:lstStyle/>
        <a:p>
          <a:endParaRPr lang="en-US"/>
        </a:p>
      </dgm:t>
    </dgm:pt>
    <dgm:pt modelId="{2EFA2E03-0870-4577-9C57-BDD0565F4576}">
      <dgm:prSet phldrT="[Text]"/>
      <dgm:spPr/>
      <dgm:t>
        <a:bodyPr/>
        <a:lstStyle/>
        <a:p>
          <a:r>
            <a:rPr lang="en-US" dirty="0"/>
            <a:t>a-</a:t>
          </a:r>
          <a:r>
            <a:rPr lang="en-US" dirty="0" err="1"/>
            <a:t>bc</a:t>
          </a:r>
          <a:endParaRPr lang="en-US" dirty="0"/>
        </a:p>
      </dgm:t>
    </dgm:pt>
    <dgm:pt modelId="{8DBD66EB-2B84-4B17-AE3B-8137EA482A52}" type="parTrans" cxnId="{978DC2B4-DB54-4C8A-9A31-6DEBE29BF59E}">
      <dgm:prSet/>
      <dgm:spPr/>
      <dgm:t>
        <a:bodyPr/>
        <a:lstStyle/>
        <a:p>
          <a:endParaRPr lang="en-US"/>
        </a:p>
      </dgm:t>
    </dgm:pt>
    <dgm:pt modelId="{06ABAF72-F754-497C-B02F-F2D923DBFD70}" type="sibTrans" cxnId="{978DC2B4-DB54-4C8A-9A31-6DEBE29BF59E}">
      <dgm:prSet/>
      <dgm:spPr/>
      <dgm:t>
        <a:bodyPr/>
        <a:lstStyle/>
        <a:p>
          <a:endParaRPr lang="en-US"/>
        </a:p>
      </dgm:t>
    </dgm:pt>
    <dgm:pt modelId="{B86098E5-AB96-4D2C-B436-7629DE5A4157}">
      <dgm:prSet phldrT="[Text]"/>
      <dgm:spPr/>
      <dgm:t>
        <a:bodyPr/>
        <a:lstStyle/>
        <a:p>
          <a:r>
            <a:rPr lang="en-US" dirty="0" err="1"/>
            <a:t>abcd</a:t>
          </a:r>
          <a:endParaRPr lang="en-US" dirty="0"/>
        </a:p>
      </dgm:t>
    </dgm:pt>
    <dgm:pt modelId="{6EA9CA4D-0BD7-40A1-80D3-EE2DCBBD01BF}" type="parTrans" cxnId="{2E4AD23C-2B3E-4443-A2CD-07DDDA3723E1}">
      <dgm:prSet/>
      <dgm:spPr/>
      <dgm:t>
        <a:bodyPr/>
        <a:lstStyle/>
        <a:p>
          <a:endParaRPr lang="en-US"/>
        </a:p>
      </dgm:t>
    </dgm:pt>
    <dgm:pt modelId="{676C363A-1C4A-4519-AA1C-73979612EAFD}" type="sibTrans" cxnId="{2E4AD23C-2B3E-4443-A2CD-07DDDA3723E1}">
      <dgm:prSet/>
      <dgm:spPr/>
      <dgm:t>
        <a:bodyPr/>
        <a:lstStyle/>
        <a:p>
          <a:endParaRPr lang="en-US"/>
        </a:p>
      </dgm:t>
    </dgm:pt>
    <dgm:pt modelId="{3DEA412B-8019-4A34-8E93-9F48D70308C1}">
      <dgm:prSet phldrT="[Text]"/>
      <dgm:spPr/>
      <dgm:t>
        <a:bodyPr/>
        <a:lstStyle/>
        <a:p>
          <a:r>
            <a:rPr lang="en-US" dirty="0" err="1"/>
            <a:t>abdc</a:t>
          </a:r>
          <a:endParaRPr lang="en-US" dirty="0"/>
        </a:p>
      </dgm:t>
    </dgm:pt>
    <dgm:pt modelId="{BDE95E57-0D58-4124-9C79-5684467B2FB7}" type="parTrans" cxnId="{F4245377-F8BE-4B50-824F-AB390F19E8A0}">
      <dgm:prSet/>
      <dgm:spPr/>
      <dgm:t>
        <a:bodyPr/>
        <a:lstStyle/>
        <a:p>
          <a:endParaRPr lang="en-US"/>
        </a:p>
      </dgm:t>
    </dgm:pt>
    <dgm:pt modelId="{33FE376D-CAE4-40E7-ABE6-32A061648ED3}" type="sibTrans" cxnId="{F4245377-F8BE-4B50-824F-AB390F19E8A0}">
      <dgm:prSet/>
      <dgm:spPr/>
      <dgm:t>
        <a:bodyPr/>
        <a:lstStyle/>
        <a:p>
          <a:endParaRPr lang="en-US"/>
        </a:p>
      </dgm:t>
    </dgm:pt>
    <dgm:pt modelId="{130B2A5F-25DE-40ED-B7D1-5324375F6897}">
      <dgm:prSet phldrT="[Text]"/>
      <dgm:spPr/>
      <dgm:t>
        <a:bodyPr/>
        <a:lstStyle/>
        <a:p>
          <a:r>
            <a:rPr lang="en-US" dirty="0" err="1"/>
            <a:t>acbd</a:t>
          </a:r>
          <a:endParaRPr lang="en-US" dirty="0"/>
        </a:p>
      </dgm:t>
    </dgm:pt>
    <dgm:pt modelId="{4BF25630-4816-4447-BB6E-73D8C3F90D31}" type="parTrans" cxnId="{1DB09668-BEB2-4761-9559-947ACA7C1843}">
      <dgm:prSet/>
      <dgm:spPr/>
      <dgm:t>
        <a:bodyPr/>
        <a:lstStyle/>
        <a:p>
          <a:endParaRPr lang="en-US"/>
        </a:p>
      </dgm:t>
    </dgm:pt>
    <dgm:pt modelId="{632939F1-32FB-4DC6-8368-2701CE8001E1}" type="sibTrans" cxnId="{1DB09668-BEB2-4761-9559-947ACA7C1843}">
      <dgm:prSet/>
      <dgm:spPr/>
      <dgm:t>
        <a:bodyPr/>
        <a:lstStyle/>
        <a:p>
          <a:endParaRPr lang="en-US"/>
        </a:p>
      </dgm:t>
    </dgm:pt>
    <dgm:pt modelId="{F793E149-CF39-402C-BE98-830DC8F643E8}">
      <dgm:prSet phldrT="[Text]"/>
      <dgm:spPr/>
      <dgm:t>
        <a:bodyPr/>
        <a:lstStyle/>
        <a:p>
          <a:r>
            <a:rPr lang="en-US" dirty="0" err="1"/>
            <a:t>adbc</a:t>
          </a:r>
          <a:endParaRPr lang="en-US" dirty="0"/>
        </a:p>
      </dgm:t>
    </dgm:pt>
    <dgm:pt modelId="{97A339A2-570A-4513-8E8C-8E9C30AAD6A1}" type="parTrans" cxnId="{5F1BADED-B6D7-4E5F-8238-16D166C358A3}">
      <dgm:prSet/>
      <dgm:spPr/>
      <dgm:t>
        <a:bodyPr/>
        <a:lstStyle/>
        <a:p>
          <a:endParaRPr lang="en-US"/>
        </a:p>
      </dgm:t>
    </dgm:pt>
    <dgm:pt modelId="{53BD0452-4307-4D88-85AE-96CC14270449}" type="sibTrans" cxnId="{5F1BADED-B6D7-4E5F-8238-16D166C358A3}">
      <dgm:prSet/>
      <dgm:spPr/>
      <dgm:t>
        <a:bodyPr/>
        <a:lstStyle/>
        <a:p>
          <a:endParaRPr lang="en-US"/>
        </a:p>
      </dgm:t>
    </dgm:pt>
    <dgm:pt modelId="{47B282A0-0DA1-401C-AA27-06D6E71420CC}">
      <dgm:prSet phldrT="[Text]"/>
      <dgm:spPr/>
      <dgm:t>
        <a:bodyPr/>
        <a:lstStyle/>
        <a:p>
          <a:r>
            <a:rPr lang="en-US" dirty="0" err="1"/>
            <a:t>Adcb</a:t>
          </a:r>
          <a:endParaRPr lang="en-US" dirty="0"/>
        </a:p>
      </dgm:t>
    </dgm:pt>
    <dgm:pt modelId="{133183CB-4595-47F2-9DE9-C465FF3FBA4D}" type="parTrans" cxnId="{E615B164-E7CC-4682-957B-A3CDB263B28F}">
      <dgm:prSet/>
      <dgm:spPr/>
      <dgm:t>
        <a:bodyPr/>
        <a:lstStyle/>
        <a:p>
          <a:endParaRPr lang="en-US"/>
        </a:p>
      </dgm:t>
    </dgm:pt>
    <dgm:pt modelId="{A53B34D6-B639-4D73-9D0D-6EC88B6E2778}" type="sibTrans" cxnId="{E615B164-E7CC-4682-957B-A3CDB263B28F}">
      <dgm:prSet/>
      <dgm:spPr/>
      <dgm:t>
        <a:bodyPr/>
        <a:lstStyle/>
        <a:p>
          <a:endParaRPr lang="en-US"/>
        </a:p>
      </dgm:t>
    </dgm:pt>
    <dgm:pt modelId="{0DCDB52A-D592-4C8A-92B6-AE84533CB3DC}">
      <dgm:prSet phldrT="[Text]"/>
      <dgm:spPr/>
      <dgm:t>
        <a:bodyPr/>
        <a:lstStyle/>
        <a:p>
          <a:r>
            <a:rPr lang="en-US" dirty="0" err="1"/>
            <a:t>acdb</a:t>
          </a:r>
          <a:endParaRPr lang="en-US" dirty="0"/>
        </a:p>
      </dgm:t>
    </dgm:pt>
    <dgm:pt modelId="{804F4F64-0284-4E79-8A35-49B192ACE2AC}" type="parTrans" cxnId="{363742C8-47E4-4A9B-BFCB-F042AE789CD6}">
      <dgm:prSet/>
      <dgm:spPr/>
      <dgm:t>
        <a:bodyPr/>
        <a:lstStyle/>
        <a:p>
          <a:endParaRPr lang="en-US"/>
        </a:p>
      </dgm:t>
    </dgm:pt>
    <dgm:pt modelId="{49FB53DD-BEA9-45C5-863A-6EDB27E29745}" type="sibTrans" cxnId="{363742C8-47E4-4A9B-BFCB-F042AE789CD6}">
      <dgm:prSet/>
      <dgm:spPr/>
      <dgm:t>
        <a:bodyPr/>
        <a:lstStyle/>
        <a:p>
          <a:endParaRPr lang="en-US"/>
        </a:p>
      </dgm:t>
    </dgm:pt>
    <dgm:pt modelId="{D5152A51-1767-48B1-878B-F7DBFA33949E}">
      <dgm:prSet phldrT="[Text]"/>
      <dgm:spPr/>
      <dgm:t>
        <a:bodyPr/>
        <a:lstStyle/>
        <a:p>
          <a:r>
            <a:rPr lang="en-US" dirty="0"/>
            <a:t>ac-b</a:t>
          </a:r>
        </a:p>
      </dgm:t>
    </dgm:pt>
    <dgm:pt modelId="{B6C5E97A-282F-45A6-BCC3-64522E952EE1}" type="parTrans" cxnId="{9CFEDDA0-96CB-41F5-B53A-1255348ADF7A}">
      <dgm:prSet/>
      <dgm:spPr/>
      <dgm:t>
        <a:bodyPr/>
        <a:lstStyle/>
        <a:p>
          <a:endParaRPr lang="en-US"/>
        </a:p>
      </dgm:t>
    </dgm:pt>
    <dgm:pt modelId="{913A2E76-9061-43FC-B0FE-AA5E8B160ED7}" type="sibTrans" cxnId="{9CFEDDA0-96CB-41F5-B53A-1255348ADF7A}">
      <dgm:prSet/>
      <dgm:spPr/>
      <dgm:t>
        <a:bodyPr/>
        <a:lstStyle/>
        <a:p>
          <a:endParaRPr lang="en-US"/>
        </a:p>
      </dgm:t>
    </dgm:pt>
    <dgm:pt modelId="{9D22BEF4-FCF8-4E47-BC27-0FEF5E25631F}">
      <dgm:prSet phldrT="[Text]"/>
      <dgm:spPr/>
      <dgm:t>
        <a:bodyPr/>
        <a:lstStyle/>
        <a:p>
          <a:r>
            <a:rPr lang="en-US" dirty="0"/>
            <a:t>a-</a:t>
          </a:r>
          <a:r>
            <a:rPr lang="en-US" dirty="0" err="1"/>
            <a:t>cb</a:t>
          </a:r>
          <a:endParaRPr lang="en-US" dirty="0"/>
        </a:p>
      </dgm:t>
    </dgm:pt>
    <dgm:pt modelId="{4BFE1509-6A9C-4AB3-B065-DD9D3390177D}" type="parTrans" cxnId="{A4766364-9A64-411C-B942-0A907EE570D2}">
      <dgm:prSet/>
      <dgm:spPr/>
      <dgm:t>
        <a:bodyPr/>
        <a:lstStyle/>
        <a:p>
          <a:endParaRPr lang="en-US"/>
        </a:p>
      </dgm:t>
    </dgm:pt>
    <dgm:pt modelId="{71723B24-F891-47EA-A412-40A8EC5E7306}" type="sibTrans" cxnId="{A4766364-9A64-411C-B942-0A907EE570D2}">
      <dgm:prSet/>
      <dgm:spPr/>
      <dgm:t>
        <a:bodyPr/>
        <a:lstStyle/>
        <a:p>
          <a:endParaRPr lang="en-US"/>
        </a:p>
      </dgm:t>
    </dgm:pt>
    <dgm:pt modelId="{BC3B1247-AE8F-4270-8F07-B4AE12AAB0BA}">
      <dgm:prSet phldrT="[Text]"/>
      <dgm:spPr/>
      <dgm:t>
        <a:bodyPr/>
        <a:lstStyle/>
        <a:p>
          <a:r>
            <a:rPr lang="en-US" dirty="0"/>
            <a:t>a--b</a:t>
          </a:r>
        </a:p>
      </dgm:t>
    </dgm:pt>
    <dgm:pt modelId="{34D0F6A1-8C99-4304-B1A2-4B83E9A86718}" type="sibTrans" cxnId="{7FB296E6-49E4-44B1-ADAA-184B9D702CFE}">
      <dgm:prSet/>
      <dgm:spPr/>
      <dgm:t>
        <a:bodyPr/>
        <a:lstStyle/>
        <a:p>
          <a:endParaRPr lang="en-US"/>
        </a:p>
      </dgm:t>
    </dgm:pt>
    <dgm:pt modelId="{22948020-AA8A-4E5B-93EA-3CCF172176F8}" type="parTrans" cxnId="{7FB296E6-49E4-44B1-ADAA-184B9D702CFE}">
      <dgm:prSet/>
      <dgm:spPr/>
      <dgm:t>
        <a:bodyPr/>
        <a:lstStyle/>
        <a:p>
          <a:endParaRPr lang="en-US"/>
        </a:p>
      </dgm:t>
    </dgm:pt>
    <dgm:pt modelId="{685EF7C8-99E3-4D3C-9390-78DAD5023945}">
      <dgm:prSet phldrT="[Text]"/>
      <dgm:spPr/>
      <dgm:t>
        <a:bodyPr/>
        <a:lstStyle/>
        <a:p>
          <a:r>
            <a:rPr lang="en-US" dirty="0"/>
            <a:t>-a--</a:t>
          </a:r>
        </a:p>
      </dgm:t>
    </dgm:pt>
    <dgm:pt modelId="{1CCF0BBF-017B-41E8-B7B5-7852C6D32492}" type="parTrans" cxnId="{77E6C73F-9533-4BD9-96F5-EC2D853F6B40}">
      <dgm:prSet/>
      <dgm:spPr/>
      <dgm:t>
        <a:bodyPr/>
        <a:lstStyle/>
        <a:p>
          <a:endParaRPr lang="en-US"/>
        </a:p>
      </dgm:t>
    </dgm:pt>
    <dgm:pt modelId="{9C07CDA2-FB14-47A8-8648-D163CD89F984}" type="sibTrans" cxnId="{77E6C73F-9533-4BD9-96F5-EC2D853F6B40}">
      <dgm:prSet/>
      <dgm:spPr/>
      <dgm:t>
        <a:bodyPr/>
        <a:lstStyle/>
        <a:p>
          <a:endParaRPr lang="en-US"/>
        </a:p>
      </dgm:t>
    </dgm:pt>
    <dgm:pt modelId="{223B2B60-91A0-4C64-B2EA-46ED70C96712}">
      <dgm:prSet phldrT="[Text]"/>
      <dgm:spPr/>
      <dgm:t>
        <a:bodyPr/>
        <a:lstStyle/>
        <a:p>
          <a:r>
            <a:rPr lang="en-US" dirty="0"/>
            <a:t>--a-…</a:t>
          </a:r>
        </a:p>
      </dgm:t>
    </dgm:pt>
    <dgm:pt modelId="{9A5740A2-9075-4FFB-94E5-FC12885DF59B}" type="parTrans" cxnId="{59040C2E-2A55-4C00-993E-CAAAEE1D8598}">
      <dgm:prSet/>
      <dgm:spPr/>
      <dgm:t>
        <a:bodyPr/>
        <a:lstStyle/>
        <a:p>
          <a:endParaRPr lang="en-US"/>
        </a:p>
      </dgm:t>
    </dgm:pt>
    <dgm:pt modelId="{05815D81-C957-4731-81F0-C9447D0945AD}" type="sibTrans" cxnId="{59040C2E-2A55-4C00-993E-CAAAEE1D8598}">
      <dgm:prSet/>
      <dgm:spPr/>
      <dgm:t>
        <a:bodyPr/>
        <a:lstStyle/>
        <a:p>
          <a:endParaRPr lang="en-US"/>
        </a:p>
      </dgm:t>
    </dgm:pt>
    <dgm:pt modelId="{49C96791-36DA-47EC-9A5E-7ED10DF1FC2C}">
      <dgm:prSet phldrT="[Text]"/>
      <dgm:spPr/>
      <dgm:t>
        <a:bodyPr/>
        <a:lstStyle/>
        <a:p>
          <a:r>
            <a:rPr lang="en-US" dirty="0"/>
            <a:t>---a</a:t>
          </a:r>
        </a:p>
      </dgm:t>
    </dgm:pt>
    <dgm:pt modelId="{C0A382CF-73B4-439C-83B3-6BB48804BD70}" type="parTrans" cxnId="{38B9A16A-6B7F-4B1A-BB4C-E665CFDEAEA6}">
      <dgm:prSet/>
      <dgm:spPr/>
      <dgm:t>
        <a:bodyPr/>
        <a:lstStyle/>
        <a:p>
          <a:endParaRPr lang="en-US"/>
        </a:p>
      </dgm:t>
    </dgm:pt>
    <dgm:pt modelId="{D691FD72-E0BA-4E75-A8AF-C4F2B552884A}" type="sibTrans" cxnId="{38B9A16A-6B7F-4B1A-BB4C-E665CFDEAEA6}">
      <dgm:prSet/>
      <dgm:spPr/>
      <dgm:t>
        <a:bodyPr/>
        <a:lstStyle/>
        <a:p>
          <a:endParaRPr lang="en-US"/>
        </a:p>
      </dgm:t>
    </dgm:pt>
    <dgm:pt modelId="{4CE3DDA7-2EB4-4F4E-8D01-7C030C6C3886}">
      <dgm:prSet phldrT="[Text]"/>
      <dgm:spPr/>
      <dgm:t>
        <a:bodyPr/>
        <a:lstStyle/>
        <a:p>
          <a:r>
            <a:rPr lang="en-US" dirty="0"/>
            <a:t>…</a:t>
          </a:r>
        </a:p>
      </dgm:t>
    </dgm:pt>
    <dgm:pt modelId="{1D94C0F2-775D-452B-99C6-76BAB7E17552}" type="parTrans" cxnId="{10E18B03-BDCC-481F-B676-045124BFEB19}">
      <dgm:prSet/>
      <dgm:spPr/>
      <dgm:t>
        <a:bodyPr/>
        <a:lstStyle/>
        <a:p>
          <a:endParaRPr lang="en-US"/>
        </a:p>
      </dgm:t>
    </dgm:pt>
    <dgm:pt modelId="{F7A6D1CE-9FC1-431B-990B-41C7D6159B41}" type="sibTrans" cxnId="{10E18B03-BDCC-481F-B676-045124BFEB19}">
      <dgm:prSet/>
      <dgm:spPr/>
      <dgm:t>
        <a:bodyPr/>
        <a:lstStyle/>
        <a:p>
          <a:endParaRPr lang="en-US"/>
        </a:p>
      </dgm:t>
    </dgm:pt>
    <dgm:pt modelId="{459539B4-7F78-42E1-9960-B553452B8838}">
      <dgm:prSet phldrT="[Text]"/>
      <dgm:spPr/>
      <dgm:t>
        <a:bodyPr/>
        <a:lstStyle/>
        <a:p>
          <a:r>
            <a:rPr lang="en-US" dirty="0"/>
            <a:t>…</a:t>
          </a:r>
        </a:p>
      </dgm:t>
    </dgm:pt>
    <dgm:pt modelId="{709323DA-D6FA-4D55-BFF6-6AF5D9EC0068}" type="parTrans" cxnId="{47164E60-9336-4AA8-8502-1506B0242327}">
      <dgm:prSet/>
      <dgm:spPr/>
      <dgm:t>
        <a:bodyPr/>
        <a:lstStyle/>
        <a:p>
          <a:endParaRPr lang="en-US"/>
        </a:p>
      </dgm:t>
    </dgm:pt>
    <dgm:pt modelId="{369C5BAC-591F-4B9B-A466-F96AF087C16E}" type="sibTrans" cxnId="{47164E60-9336-4AA8-8502-1506B0242327}">
      <dgm:prSet/>
      <dgm:spPr/>
      <dgm:t>
        <a:bodyPr/>
        <a:lstStyle/>
        <a:p>
          <a:endParaRPr lang="en-US"/>
        </a:p>
      </dgm:t>
    </dgm:pt>
    <dgm:pt modelId="{16D0332F-8243-4C07-B1EE-48C03B735FEF}">
      <dgm:prSet phldrT="[Text]"/>
      <dgm:spPr/>
      <dgm:t>
        <a:bodyPr/>
        <a:lstStyle/>
        <a:p>
          <a:r>
            <a:rPr lang="en-US" dirty="0"/>
            <a:t>…</a:t>
          </a:r>
        </a:p>
      </dgm:t>
    </dgm:pt>
    <dgm:pt modelId="{746433B2-F7AE-473D-BFA0-E97A635C8F8C}" type="parTrans" cxnId="{6194F8DB-8685-4E66-9D22-2826FC860658}">
      <dgm:prSet/>
      <dgm:spPr/>
      <dgm:t>
        <a:bodyPr/>
        <a:lstStyle/>
        <a:p>
          <a:endParaRPr lang="en-US"/>
        </a:p>
      </dgm:t>
    </dgm:pt>
    <dgm:pt modelId="{A815DAA2-F219-40E0-897B-1A9A8D360889}" type="sibTrans" cxnId="{6194F8DB-8685-4E66-9D22-2826FC860658}">
      <dgm:prSet/>
      <dgm:spPr/>
      <dgm:t>
        <a:bodyPr/>
        <a:lstStyle/>
        <a:p>
          <a:endParaRPr lang="en-US"/>
        </a:p>
      </dgm:t>
    </dgm:pt>
    <dgm:pt modelId="{D45EE3AD-6541-42E3-9649-A68DB6A292A6}" type="pres">
      <dgm:prSet presAssocID="{60F954E7-316C-46D3-AAF5-BDE9EC409439}" presName="mainComposite" presStyleCnt="0">
        <dgm:presLayoutVars>
          <dgm:chPref val="1"/>
          <dgm:dir/>
          <dgm:animOne val="branch"/>
          <dgm:animLvl val="lvl"/>
          <dgm:resizeHandles val="exact"/>
        </dgm:presLayoutVars>
      </dgm:prSet>
      <dgm:spPr/>
    </dgm:pt>
    <dgm:pt modelId="{EF2E9DAB-D783-4796-89CF-A6D7058C0240}" type="pres">
      <dgm:prSet presAssocID="{60F954E7-316C-46D3-AAF5-BDE9EC409439}" presName="hierFlow" presStyleCnt="0"/>
      <dgm:spPr/>
    </dgm:pt>
    <dgm:pt modelId="{C44C495F-9BE6-4DC4-95D4-BC613ECF64F0}" type="pres">
      <dgm:prSet presAssocID="{60F954E7-316C-46D3-AAF5-BDE9EC409439}" presName="hierChild1" presStyleCnt="0">
        <dgm:presLayoutVars>
          <dgm:chPref val="1"/>
          <dgm:animOne val="branch"/>
          <dgm:animLvl val="lvl"/>
        </dgm:presLayoutVars>
      </dgm:prSet>
      <dgm:spPr/>
    </dgm:pt>
    <dgm:pt modelId="{1BE3ECDC-0E51-45A2-9BF5-0550BFC24296}" type="pres">
      <dgm:prSet presAssocID="{913ACD5F-36FF-4D30-BFEE-DDA424139B2A}" presName="Name14" presStyleCnt="0"/>
      <dgm:spPr/>
    </dgm:pt>
    <dgm:pt modelId="{310706CA-9772-4D5F-AB88-342085F7D151}" type="pres">
      <dgm:prSet presAssocID="{913ACD5F-36FF-4D30-BFEE-DDA424139B2A}" presName="level1Shape" presStyleLbl="node0" presStyleIdx="0" presStyleCnt="1">
        <dgm:presLayoutVars>
          <dgm:chPref val="3"/>
        </dgm:presLayoutVars>
      </dgm:prSet>
      <dgm:spPr/>
    </dgm:pt>
    <dgm:pt modelId="{4B429088-BA22-4530-89A2-F71CB8BE9D74}" type="pres">
      <dgm:prSet presAssocID="{913ACD5F-36FF-4D30-BFEE-DDA424139B2A}" presName="hierChild2" presStyleCnt="0"/>
      <dgm:spPr/>
    </dgm:pt>
    <dgm:pt modelId="{F9395FC6-CB1B-4F85-8FE9-9E3163CEB9E9}" type="pres">
      <dgm:prSet presAssocID="{1FE83964-E711-452C-9507-34F8222F117B}" presName="Name19" presStyleLbl="parChTrans1D2" presStyleIdx="0" presStyleCnt="4"/>
      <dgm:spPr/>
    </dgm:pt>
    <dgm:pt modelId="{83AFEC22-48AD-401A-9D53-CA4168DB8CF5}" type="pres">
      <dgm:prSet presAssocID="{2AA527A6-C330-4B99-9352-8589C82E53FB}" presName="Name21" presStyleCnt="0"/>
      <dgm:spPr/>
    </dgm:pt>
    <dgm:pt modelId="{A0B96DB5-C266-4C12-BD1C-E0E5A93078E8}" type="pres">
      <dgm:prSet presAssocID="{2AA527A6-C330-4B99-9352-8589C82E53FB}" presName="level2Shape" presStyleLbl="node2" presStyleIdx="0" presStyleCnt="4"/>
      <dgm:spPr/>
    </dgm:pt>
    <dgm:pt modelId="{580FA2E2-8A1D-4822-8311-3C6A26A85052}" type="pres">
      <dgm:prSet presAssocID="{2AA527A6-C330-4B99-9352-8589C82E53FB}" presName="hierChild3" presStyleCnt="0"/>
      <dgm:spPr/>
    </dgm:pt>
    <dgm:pt modelId="{258E1F0F-44E8-42EA-AB88-08B737ABF74E}" type="pres">
      <dgm:prSet presAssocID="{D06CBBFE-9DE5-4B84-8C14-2773179D3A93}" presName="Name19" presStyleLbl="parChTrans1D3" presStyleIdx="0" presStyleCnt="6"/>
      <dgm:spPr/>
    </dgm:pt>
    <dgm:pt modelId="{299836E4-0342-4C40-93C5-69B4F97CAFAC}" type="pres">
      <dgm:prSet presAssocID="{FF3A7AC3-DDE5-425A-965C-427360FB5532}" presName="Name21" presStyleCnt="0"/>
      <dgm:spPr/>
    </dgm:pt>
    <dgm:pt modelId="{484EE11B-4342-43DA-A4FE-A837AFB4A75A}" type="pres">
      <dgm:prSet presAssocID="{FF3A7AC3-DDE5-425A-965C-427360FB5532}" presName="level2Shape" presStyleLbl="node3" presStyleIdx="0" presStyleCnt="6"/>
      <dgm:spPr/>
    </dgm:pt>
    <dgm:pt modelId="{52F442E7-9062-4219-ADB3-EEC760CDC6DD}" type="pres">
      <dgm:prSet presAssocID="{FF3A7AC3-DDE5-425A-965C-427360FB5532}" presName="hierChild3" presStyleCnt="0"/>
      <dgm:spPr/>
    </dgm:pt>
    <dgm:pt modelId="{844F4F33-47F3-434F-8E92-34B7AB4C80E6}" type="pres">
      <dgm:prSet presAssocID="{C9B6F08B-9994-4278-9D06-BBF366631AE2}" presName="Name19" presStyleLbl="parChTrans1D4" presStyleIdx="0" presStyleCnt="12"/>
      <dgm:spPr/>
    </dgm:pt>
    <dgm:pt modelId="{67F48839-2331-40E7-AD9E-2386ADB85ECE}" type="pres">
      <dgm:prSet presAssocID="{8CD6D4ED-B94D-4659-9C24-D8BA4A731BD0}" presName="Name21" presStyleCnt="0"/>
      <dgm:spPr/>
    </dgm:pt>
    <dgm:pt modelId="{054EB2D9-8A06-4DA2-BB80-D171205F014D}" type="pres">
      <dgm:prSet presAssocID="{8CD6D4ED-B94D-4659-9C24-D8BA4A731BD0}" presName="level2Shape" presStyleLbl="node4" presStyleIdx="0" presStyleCnt="12"/>
      <dgm:spPr/>
    </dgm:pt>
    <dgm:pt modelId="{3AB4278A-A4F2-4288-9AEB-6CDFC0ED9A35}" type="pres">
      <dgm:prSet presAssocID="{8CD6D4ED-B94D-4659-9C24-D8BA4A731BD0}" presName="hierChild3" presStyleCnt="0"/>
      <dgm:spPr/>
    </dgm:pt>
    <dgm:pt modelId="{108B68F4-4D1E-4EB2-A1C2-7818DC02AE3C}" type="pres">
      <dgm:prSet presAssocID="{6EA9CA4D-0BD7-40A1-80D3-EE2DCBBD01BF}" presName="Name19" presStyleLbl="parChTrans1D4" presStyleIdx="1" presStyleCnt="12"/>
      <dgm:spPr/>
    </dgm:pt>
    <dgm:pt modelId="{915E78DC-426D-4F3B-BC19-4F62802626C3}" type="pres">
      <dgm:prSet presAssocID="{B86098E5-AB96-4D2C-B436-7629DE5A4157}" presName="Name21" presStyleCnt="0"/>
      <dgm:spPr/>
    </dgm:pt>
    <dgm:pt modelId="{7F785016-3D76-4606-9B29-7991F2FBD16A}" type="pres">
      <dgm:prSet presAssocID="{B86098E5-AB96-4D2C-B436-7629DE5A4157}" presName="level2Shape" presStyleLbl="node4" presStyleIdx="1" presStyleCnt="12"/>
      <dgm:spPr/>
    </dgm:pt>
    <dgm:pt modelId="{71E544B8-78F6-4DA3-8B79-D451D50484C2}" type="pres">
      <dgm:prSet presAssocID="{B86098E5-AB96-4D2C-B436-7629DE5A4157}" presName="hierChild3" presStyleCnt="0"/>
      <dgm:spPr/>
    </dgm:pt>
    <dgm:pt modelId="{74B3282B-DAE3-4893-9C41-8C4664666790}" type="pres">
      <dgm:prSet presAssocID="{22BA3487-59C0-479A-84C5-3FA5D15B8405}" presName="Name19" presStyleLbl="parChTrans1D4" presStyleIdx="2" presStyleCnt="12"/>
      <dgm:spPr/>
    </dgm:pt>
    <dgm:pt modelId="{0CBC7CAD-2717-4502-A3EE-9629EB27CF62}" type="pres">
      <dgm:prSet presAssocID="{D81796E0-C1A5-4511-BB6C-8F5FE83CB87B}" presName="Name21" presStyleCnt="0"/>
      <dgm:spPr/>
    </dgm:pt>
    <dgm:pt modelId="{A85AC4DE-D4F2-4ABD-A286-C56B839D59DF}" type="pres">
      <dgm:prSet presAssocID="{D81796E0-C1A5-4511-BB6C-8F5FE83CB87B}" presName="level2Shape" presStyleLbl="node4" presStyleIdx="2" presStyleCnt="12"/>
      <dgm:spPr/>
    </dgm:pt>
    <dgm:pt modelId="{C1B1ACBF-9A47-49EA-90E0-68AB2E8934ED}" type="pres">
      <dgm:prSet presAssocID="{D81796E0-C1A5-4511-BB6C-8F5FE83CB87B}" presName="hierChild3" presStyleCnt="0"/>
      <dgm:spPr/>
    </dgm:pt>
    <dgm:pt modelId="{33D7A658-62CB-44BE-912A-9E8B48493AD0}" type="pres">
      <dgm:prSet presAssocID="{BDE95E57-0D58-4124-9C79-5684467B2FB7}" presName="Name19" presStyleLbl="parChTrans1D4" presStyleIdx="3" presStyleCnt="12"/>
      <dgm:spPr/>
    </dgm:pt>
    <dgm:pt modelId="{E1A3AD54-6A35-43D4-BA1B-E49EE705ECAC}" type="pres">
      <dgm:prSet presAssocID="{3DEA412B-8019-4A34-8E93-9F48D70308C1}" presName="Name21" presStyleCnt="0"/>
      <dgm:spPr/>
    </dgm:pt>
    <dgm:pt modelId="{6283DB4C-D922-4883-9BEE-5502D90357F7}" type="pres">
      <dgm:prSet presAssocID="{3DEA412B-8019-4A34-8E93-9F48D70308C1}" presName="level2Shape" presStyleLbl="node4" presStyleIdx="3" presStyleCnt="12"/>
      <dgm:spPr/>
    </dgm:pt>
    <dgm:pt modelId="{7FCEE237-C45E-4DE1-AC20-095F861CEC5A}" type="pres">
      <dgm:prSet presAssocID="{3DEA412B-8019-4A34-8E93-9F48D70308C1}" presName="hierChild3" presStyleCnt="0"/>
      <dgm:spPr/>
    </dgm:pt>
    <dgm:pt modelId="{261B2401-23D9-47B7-854B-1390B55DFC22}" type="pres">
      <dgm:prSet presAssocID="{48ABB4E8-7FFF-43C6-B970-46906208578D}" presName="Name19" presStyleLbl="parChTrans1D3" presStyleIdx="1" presStyleCnt="6"/>
      <dgm:spPr/>
    </dgm:pt>
    <dgm:pt modelId="{910B7707-EF51-4C21-B9DE-7D8FBA4B4B9E}" type="pres">
      <dgm:prSet presAssocID="{3CC770FF-3EB2-4166-8594-0EF46620B3DE}" presName="Name21" presStyleCnt="0"/>
      <dgm:spPr/>
    </dgm:pt>
    <dgm:pt modelId="{77C5F1CB-7744-41A3-ABCC-2816B3A3B7DC}" type="pres">
      <dgm:prSet presAssocID="{3CC770FF-3EB2-4166-8594-0EF46620B3DE}" presName="level2Shape" presStyleLbl="node3" presStyleIdx="1" presStyleCnt="6"/>
      <dgm:spPr/>
    </dgm:pt>
    <dgm:pt modelId="{2392D233-3235-4E44-ADC3-BD5B9E724663}" type="pres">
      <dgm:prSet presAssocID="{3CC770FF-3EB2-4166-8594-0EF46620B3DE}" presName="hierChild3" presStyleCnt="0"/>
      <dgm:spPr/>
    </dgm:pt>
    <dgm:pt modelId="{295508F4-93DD-47CC-AD86-AB512C5180E3}" type="pres">
      <dgm:prSet presAssocID="{388AC2C7-CFD8-4E89-9E59-7CF0471F3F4F}" presName="Name19" presStyleLbl="parChTrans1D4" presStyleIdx="4" presStyleCnt="12"/>
      <dgm:spPr/>
    </dgm:pt>
    <dgm:pt modelId="{86F7B754-2A18-44A8-BAC3-3292FFBD1256}" type="pres">
      <dgm:prSet presAssocID="{8AF072BC-062B-4B9A-91B3-52764F1156CB}" presName="Name21" presStyleCnt="0"/>
      <dgm:spPr/>
    </dgm:pt>
    <dgm:pt modelId="{ED2A92EF-039B-4F9A-BF8C-3EA749C49D84}" type="pres">
      <dgm:prSet presAssocID="{8AF072BC-062B-4B9A-91B3-52764F1156CB}" presName="level2Shape" presStyleLbl="node4" presStyleIdx="4" presStyleCnt="12"/>
      <dgm:spPr/>
    </dgm:pt>
    <dgm:pt modelId="{A4E5F2D8-8469-4032-AC89-7C2033495384}" type="pres">
      <dgm:prSet presAssocID="{8AF072BC-062B-4B9A-91B3-52764F1156CB}" presName="hierChild3" presStyleCnt="0"/>
      <dgm:spPr/>
    </dgm:pt>
    <dgm:pt modelId="{9DFC7F07-A183-4755-8CF0-47D867504C57}" type="pres">
      <dgm:prSet presAssocID="{4BF25630-4816-4447-BB6E-73D8C3F90D31}" presName="Name19" presStyleLbl="parChTrans1D4" presStyleIdx="5" presStyleCnt="12"/>
      <dgm:spPr/>
    </dgm:pt>
    <dgm:pt modelId="{6270601C-D009-477C-9160-2C4D0D59A898}" type="pres">
      <dgm:prSet presAssocID="{130B2A5F-25DE-40ED-B7D1-5324375F6897}" presName="Name21" presStyleCnt="0"/>
      <dgm:spPr/>
    </dgm:pt>
    <dgm:pt modelId="{556183A6-72B4-4C1E-9884-E5897B97F7E2}" type="pres">
      <dgm:prSet presAssocID="{130B2A5F-25DE-40ED-B7D1-5324375F6897}" presName="level2Shape" presStyleLbl="node4" presStyleIdx="5" presStyleCnt="12"/>
      <dgm:spPr/>
    </dgm:pt>
    <dgm:pt modelId="{BA331AF4-94F7-4923-9CCC-37C0433F88D8}" type="pres">
      <dgm:prSet presAssocID="{130B2A5F-25DE-40ED-B7D1-5324375F6897}" presName="hierChild3" presStyleCnt="0"/>
      <dgm:spPr/>
    </dgm:pt>
    <dgm:pt modelId="{A4FA3FA0-5934-482D-B5B5-C35599768775}" type="pres">
      <dgm:prSet presAssocID="{8DBD66EB-2B84-4B17-AE3B-8137EA482A52}" presName="Name19" presStyleLbl="parChTrans1D4" presStyleIdx="6" presStyleCnt="12"/>
      <dgm:spPr/>
    </dgm:pt>
    <dgm:pt modelId="{0C71220A-9A15-4F86-AF35-98A284EBE845}" type="pres">
      <dgm:prSet presAssocID="{2EFA2E03-0870-4577-9C57-BDD0565F4576}" presName="Name21" presStyleCnt="0"/>
      <dgm:spPr/>
    </dgm:pt>
    <dgm:pt modelId="{91120E78-8AED-4115-ABFD-5A885A7BE55F}" type="pres">
      <dgm:prSet presAssocID="{2EFA2E03-0870-4577-9C57-BDD0565F4576}" presName="level2Shape" presStyleLbl="node4" presStyleIdx="6" presStyleCnt="12"/>
      <dgm:spPr/>
    </dgm:pt>
    <dgm:pt modelId="{9421C057-F4DD-4FFB-A72A-41E6B6A3E5D8}" type="pres">
      <dgm:prSet presAssocID="{2EFA2E03-0870-4577-9C57-BDD0565F4576}" presName="hierChild3" presStyleCnt="0"/>
      <dgm:spPr/>
    </dgm:pt>
    <dgm:pt modelId="{C82FADC9-4A5C-48D1-8E0C-57617BD8B9D9}" type="pres">
      <dgm:prSet presAssocID="{97A339A2-570A-4513-8E8C-8E9C30AAD6A1}" presName="Name19" presStyleLbl="parChTrans1D4" presStyleIdx="7" presStyleCnt="12"/>
      <dgm:spPr/>
    </dgm:pt>
    <dgm:pt modelId="{16165166-42D8-47FC-80B5-0D63568F381B}" type="pres">
      <dgm:prSet presAssocID="{F793E149-CF39-402C-BE98-830DC8F643E8}" presName="Name21" presStyleCnt="0"/>
      <dgm:spPr/>
    </dgm:pt>
    <dgm:pt modelId="{6614FE4E-E6C9-4242-990F-0936FE9C4E00}" type="pres">
      <dgm:prSet presAssocID="{F793E149-CF39-402C-BE98-830DC8F643E8}" presName="level2Shape" presStyleLbl="node4" presStyleIdx="7" presStyleCnt="12"/>
      <dgm:spPr/>
    </dgm:pt>
    <dgm:pt modelId="{DFF23EAD-B09A-4AA8-835B-696E5B0A13F3}" type="pres">
      <dgm:prSet presAssocID="{F793E149-CF39-402C-BE98-830DC8F643E8}" presName="hierChild3" presStyleCnt="0"/>
      <dgm:spPr/>
    </dgm:pt>
    <dgm:pt modelId="{792EAE39-05E5-4F97-B2D3-8903E61FBF4F}" type="pres">
      <dgm:prSet presAssocID="{22948020-AA8A-4E5B-93EA-3CCF172176F8}" presName="Name19" presStyleLbl="parChTrans1D3" presStyleIdx="2" presStyleCnt="6"/>
      <dgm:spPr/>
    </dgm:pt>
    <dgm:pt modelId="{919F1F35-DF69-4CCB-B5FC-2A48FF3F5675}" type="pres">
      <dgm:prSet presAssocID="{BC3B1247-AE8F-4270-8F07-B4AE12AAB0BA}" presName="Name21" presStyleCnt="0"/>
      <dgm:spPr/>
    </dgm:pt>
    <dgm:pt modelId="{F122795B-A313-409A-9F52-57CFA92EDB93}" type="pres">
      <dgm:prSet presAssocID="{BC3B1247-AE8F-4270-8F07-B4AE12AAB0BA}" presName="level2Shape" presStyleLbl="node3" presStyleIdx="2" presStyleCnt="6"/>
      <dgm:spPr/>
    </dgm:pt>
    <dgm:pt modelId="{DD36DF33-0853-4D3E-9951-9E64EAFCCB2C}" type="pres">
      <dgm:prSet presAssocID="{BC3B1247-AE8F-4270-8F07-B4AE12AAB0BA}" presName="hierChild3" presStyleCnt="0"/>
      <dgm:spPr/>
    </dgm:pt>
    <dgm:pt modelId="{62FDC3F9-646D-4B67-A6DC-D705D9737401}" type="pres">
      <dgm:prSet presAssocID="{B6C5E97A-282F-45A6-BCC3-64522E952EE1}" presName="Name19" presStyleLbl="parChTrans1D4" presStyleIdx="8" presStyleCnt="12"/>
      <dgm:spPr/>
    </dgm:pt>
    <dgm:pt modelId="{27E652EE-95F2-4803-BDA6-1D848ECD0A92}" type="pres">
      <dgm:prSet presAssocID="{D5152A51-1767-48B1-878B-F7DBFA33949E}" presName="Name21" presStyleCnt="0"/>
      <dgm:spPr/>
    </dgm:pt>
    <dgm:pt modelId="{18B870B5-656E-4481-8AA2-2A6A4568029B}" type="pres">
      <dgm:prSet presAssocID="{D5152A51-1767-48B1-878B-F7DBFA33949E}" presName="level2Shape" presStyleLbl="node4" presStyleIdx="8" presStyleCnt="12"/>
      <dgm:spPr/>
    </dgm:pt>
    <dgm:pt modelId="{2BF585E5-B013-4874-A11C-9E53AC2A93D0}" type="pres">
      <dgm:prSet presAssocID="{D5152A51-1767-48B1-878B-F7DBFA33949E}" presName="hierChild3" presStyleCnt="0"/>
      <dgm:spPr/>
    </dgm:pt>
    <dgm:pt modelId="{306C6D96-E16E-495E-B082-140907B574C2}" type="pres">
      <dgm:prSet presAssocID="{804F4F64-0284-4E79-8A35-49B192ACE2AC}" presName="Name19" presStyleLbl="parChTrans1D4" presStyleIdx="9" presStyleCnt="12"/>
      <dgm:spPr/>
    </dgm:pt>
    <dgm:pt modelId="{32AB6C7D-38D1-461D-B7A1-F6A73551066B}" type="pres">
      <dgm:prSet presAssocID="{0DCDB52A-D592-4C8A-92B6-AE84533CB3DC}" presName="Name21" presStyleCnt="0"/>
      <dgm:spPr/>
    </dgm:pt>
    <dgm:pt modelId="{6CCDEACC-4434-4565-902B-7DF5F248076A}" type="pres">
      <dgm:prSet presAssocID="{0DCDB52A-D592-4C8A-92B6-AE84533CB3DC}" presName="level2Shape" presStyleLbl="node4" presStyleIdx="9" presStyleCnt="12"/>
      <dgm:spPr/>
    </dgm:pt>
    <dgm:pt modelId="{55F35CA8-7FDF-478B-93EE-AC7AFA303B9D}" type="pres">
      <dgm:prSet presAssocID="{0DCDB52A-D592-4C8A-92B6-AE84533CB3DC}" presName="hierChild3" presStyleCnt="0"/>
      <dgm:spPr/>
    </dgm:pt>
    <dgm:pt modelId="{D35712CB-A146-4107-8ACA-E5AD96524B3D}" type="pres">
      <dgm:prSet presAssocID="{4BFE1509-6A9C-4AB3-B065-DD9D3390177D}" presName="Name19" presStyleLbl="parChTrans1D4" presStyleIdx="10" presStyleCnt="12"/>
      <dgm:spPr/>
    </dgm:pt>
    <dgm:pt modelId="{BF8B0F8C-8311-4ABA-82EF-AAC35BBDF342}" type="pres">
      <dgm:prSet presAssocID="{9D22BEF4-FCF8-4E47-BC27-0FEF5E25631F}" presName="Name21" presStyleCnt="0"/>
      <dgm:spPr/>
    </dgm:pt>
    <dgm:pt modelId="{E7F51DED-CBF7-4BC1-A840-7525B169F018}" type="pres">
      <dgm:prSet presAssocID="{9D22BEF4-FCF8-4E47-BC27-0FEF5E25631F}" presName="level2Shape" presStyleLbl="node4" presStyleIdx="10" presStyleCnt="12"/>
      <dgm:spPr/>
    </dgm:pt>
    <dgm:pt modelId="{6C712DE2-997F-4905-9E17-CB5FE57E546B}" type="pres">
      <dgm:prSet presAssocID="{9D22BEF4-FCF8-4E47-BC27-0FEF5E25631F}" presName="hierChild3" presStyleCnt="0"/>
      <dgm:spPr/>
    </dgm:pt>
    <dgm:pt modelId="{0C41BB6F-138C-4E27-8621-DAAA1B033872}" type="pres">
      <dgm:prSet presAssocID="{133183CB-4595-47F2-9DE9-C465FF3FBA4D}" presName="Name19" presStyleLbl="parChTrans1D4" presStyleIdx="11" presStyleCnt="12"/>
      <dgm:spPr/>
    </dgm:pt>
    <dgm:pt modelId="{E69B5964-08F4-48C7-A5B1-3A02C60746B8}" type="pres">
      <dgm:prSet presAssocID="{47B282A0-0DA1-401C-AA27-06D6E71420CC}" presName="Name21" presStyleCnt="0"/>
      <dgm:spPr/>
    </dgm:pt>
    <dgm:pt modelId="{D6014396-6DBB-434E-8247-62686AD8BAF7}" type="pres">
      <dgm:prSet presAssocID="{47B282A0-0DA1-401C-AA27-06D6E71420CC}" presName="level2Shape" presStyleLbl="node4" presStyleIdx="11" presStyleCnt="12"/>
      <dgm:spPr/>
    </dgm:pt>
    <dgm:pt modelId="{37AD3600-2AC0-43F5-9C15-FA7384CAF6F2}" type="pres">
      <dgm:prSet presAssocID="{47B282A0-0DA1-401C-AA27-06D6E71420CC}" presName="hierChild3" presStyleCnt="0"/>
      <dgm:spPr/>
    </dgm:pt>
    <dgm:pt modelId="{EB64EE87-D55C-4985-B89F-DB1778B8F091}" type="pres">
      <dgm:prSet presAssocID="{1CCF0BBF-017B-41E8-B7B5-7852C6D32492}" presName="Name19" presStyleLbl="parChTrans1D2" presStyleIdx="1" presStyleCnt="4"/>
      <dgm:spPr/>
    </dgm:pt>
    <dgm:pt modelId="{436D0B3A-4EF8-490E-B1E6-52C9FA32A8AD}" type="pres">
      <dgm:prSet presAssocID="{685EF7C8-99E3-4D3C-9390-78DAD5023945}" presName="Name21" presStyleCnt="0"/>
      <dgm:spPr/>
    </dgm:pt>
    <dgm:pt modelId="{CF936592-E823-4FCF-B5DE-BC12AB4C4933}" type="pres">
      <dgm:prSet presAssocID="{685EF7C8-99E3-4D3C-9390-78DAD5023945}" presName="level2Shape" presStyleLbl="node2" presStyleIdx="1" presStyleCnt="4"/>
      <dgm:spPr/>
    </dgm:pt>
    <dgm:pt modelId="{595FA002-3D4F-4B14-99B6-D10AD304C7DA}" type="pres">
      <dgm:prSet presAssocID="{685EF7C8-99E3-4D3C-9390-78DAD5023945}" presName="hierChild3" presStyleCnt="0"/>
      <dgm:spPr/>
    </dgm:pt>
    <dgm:pt modelId="{EC09F82A-9B0B-4FF1-AD40-55C6C5973736}" type="pres">
      <dgm:prSet presAssocID="{1D94C0F2-775D-452B-99C6-76BAB7E17552}" presName="Name19" presStyleLbl="parChTrans1D3" presStyleIdx="3" presStyleCnt="6"/>
      <dgm:spPr/>
    </dgm:pt>
    <dgm:pt modelId="{523643E7-0AB0-4A42-AA8B-7861F972064B}" type="pres">
      <dgm:prSet presAssocID="{4CE3DDA7-2EB4-4F4E-8D01-7C030C6C3886}" presName="Name21" presStyleCnt="0"/>
      <dgm:spPr/>
    </dgm:pt>
    <dgm:pt modelId="{08C371E8-7779-40EB-B56C-98FA749A54CC}" type="pres">
      <dgm:prSet presAssocID="{4CE3DDA7-2EB4-4F4E-8D01-7C030C6C3886}" presName="level2Shape" presStyleLbl="node3" presStyleIdx="3" presStyleCnt="6"/>
      <dgm:spPr/>
    </dgm:pt>
    <dgm:pt modelId="{7B668B11-BE89-4776-8B5F-0AA62639802F}" type="pres">
      <dgm:prSet presAssocID="{4CE3DDA7-2EB4-4F4E-8D01-7C030C6C3886}" presName="hierChild3" presStyleCnt="0"/>
      <dgm:spPr/>
    </dgm:pt>
    <dgm:pt modelId="{60553512-CC60-441F-9078-5F334580B5B9}" type="pres">
      <dgm:prSet presAssocID="{9A5740A2-9075-4FFB-94E5-FC12885DF59B}" presName="Name19" presStyleLbl="parChTrans1D2" presStyleIdx="2" presStyleCnt="4"/>
      <dgm:spPr/>
    </dgm:pt>
    <dgm:pt modelId="{943C2639-5E89-437C-A508-23D39CE22BCD}" type="pres">
      <dgm:prSet presAssocID="{223B2B60-91A0-4C64-B2EA-46ED70C96712}" presName="Name21" presStyleCnt="0"/>
      <dgm:spPr/>
    </dgm:pt>
    <dgm:pt modelId="{74366023-EC2E-45BD-92D1-EAC3C80E74CC}" type="pres">
      <dgm:prSet presAssocID="{223B2B60-91A0-4C64-B2EA-46ED70C96712}" presName="level2Shape" presStyleLbl="node2" presStyleIdx="2" presStyleCnt="4"/>
      <dgm:spPr/>
    </dgm:pt>
    <dgm:pt modelId="{D4F79926-6305-437D-8F96-B11A7E136227}" type="pres">
      <dgm:prSet presAssocID="{223B2B60-91A0-4C64-B2EA-46ED70C96712}" presName="hierChild3" presStyleCnt="0"/>
      <dgm:spPr/>
    </dgm:pt>
    <dgm:pt modelId="{7DC8AB40-D3F8-43AA-B83F-7AF81A494049}" type="pres">
      <dgm:prSet presAssocID="{709323DA-D6FA-4D55-BFF6-6AF5D9EC0068}" presName="Name19" presStyleLbl="parChTrans1D3" presStyleIdx="4" presStyleCnt="6"/>
      <dgm:spPr/>
    </dgm:pt>
    <dgm:pt modelId="{BD4BA44D-CB3E-4CE9-A22E-D54E0328F495}" type="pres">
      <dgm:prSet presAssocID="{459539B4-7F78-42E1-9960-B553452B8838}" presName="Name21" presStyleCnt="0"/>
      <dgm:spPr/>
    </dgm:pt>
    <dgm:pt modelId="{3FE9F830-58FC-4D3A-A924-F0C63B5B41F1}" type="pres">
      <dgm:prSet presAssocID="{459539B4-7F78-42E1-9960-B553452B8838}" presName="level2Shape" presStyleLbl="node3" presStyleIdx="4" presStyleCnt="6"/>
      <dgm:spPr/>
    </dgm:pt>
    <dgm:pt modelId="{5031BB4A-0E3C-4C91-A49D-79C674990F82}" type="pres">
      <dgm:prSet presAssocID="{459539B4-7F78-42E1-9960-B553452B8838}" presName="hierChild3" presStyleCnt="0"/>
      <dgm:spPr/>
    </dgm:pt>
    <dgm:pt modelId="{4A3BF15A-F5BA-4590-A433-866C63179BE3}" type="pres">
      <dgm:prSet presAssocID="{C0A382CF-73B4-439C-83B3-6BB48804BD70}" presName="Name19" presStyleLbl="parChTrans1D2" presStyleIdx="3" presStyleCnt="4"/>
      <dgm:spPr/>
    </dgm:pt>
    <dgm:pt modelId="{F2186719-20DA-47CF-A3B2-7068F3A9950F}" type="pres">
      <dgm:prSet presAssocID="{49C96791-36DA-47EC-9A5E-7ED10DF1FC2C}" presName="Name21" presStyleCnt="0"/>
      <dgm:spPr/>
    </dgm:pt>
    <dgm:pt modelId="{70EA1481-5B9A-4BD3-ACDE-622837DF03AA}" type="pres">
      <dgm:prSet presAssocID="{49C96791-36DA-47EC-9A5E-7ED10DF1FC2C}" presName="level2Shape" presStyleLbl="node2" presStyleIdx="3" presStyleCnt="4"/>
      <dgm:spPr/>
    </dgm:pt>
    <dgm:pt modelId="{6BC41FB3-8C84-4F34-9C99-FD5F085F92FD}" type="pres">
      <dgm:prSet presAssocID="{49C96791-36DA-47EC-9A5E-7ED10DF1FC2C}" presName="hierChild3" presStyleCnt="0"/>
      <dgm:spPr/>
    </dgm:pt>
    <dgm:pt modelId="{4A256943-F1AC-4258-9F5D-6F3EA47D1A25}" type="pres">
      <dgm:prSet presAssocID="{746433B2-F7AE-473D-BFA0-E97A635C8F8C}" presName="Name19" presStyleLbl="parChTrans1D3" presStyleIdx="5" presStyleCnt="6"/>
      <dgm:spPr/>
    </dgm:pt>
    <dgm:pt modelId="{09AB9464-7150-4711-AD3B-962165E90012}" type="pres">
      <dgm:prSet presAssocID="{16D0332F-8243-4C07-B1EE-48C03B735FEF}" presName="Name21" presStyleCnt="0"/>
      <dgm:spPr/>
    </dgm:pt>
    <dgm:pt modelId="{2319A212-7D41-4265-8609-5A424E0E6CAB}" type="pres">
      <dgm:prSet presAssocID="{16D0332F-8243-4C07-B1EE-48C03B735FEF}" presName="level2Shape" presStyleLbl="node3" presStyleIdx="5" presStyleCnt="6"/>
      <dgm:spPr/>
    </dgm:pt>
    <dgm:pt modelId="{6790FB1C-42FF-4FC1-A801-7C1845B3B171}" type="pres">
      <dgm:prSet presAssocID="{16D0332F-8243-4C07-B1EE-48C03B735FEF}" presName="hierChild3" presStyleCnt="0"/>
      <dgm:spPr/>
    </dgm:pt>
    <dgm:pt modelId="{6F59F843-E720-44C4-B682-1C54D3C905B5}" type="pres">
      <dgm:prSet presAssocID="{60F954E7-316C-46D3-AAF5-BDE9EC409439}" presName="bgShapesFlow" presStyleCnt="0"/>
      <dgm:spPr/>
    </dgm:pt>
  </dgm:ptLst>
  <dgm:cxnLst>
    <dgm:cxn modelId="{10E18B03-BDCC-481F-B676-045124BFEB19}" srcId="{685EF7C8-99E3-4D3C-9390-78DAD5023945}" destId="{4CE3DDA7-2EB4-4F4E-8D01-7C030C6C3886}" srcOrd="0" destOrd="0" parTransId="{1D94C0F2-775D-452B-99C6-76BAB7E17552}" sibTransId="{F7A6D1CE-9FC1-431B-990B-41C7D6159B41}"/>
    <dgm:cxn modelId="{DBA9B304-CE67-4CC5-AD50-5CBDB12B70DB}" type="presOf" srcId="{FF3A7AC3-DDE5-425A-965C-427360FB5532}" destId="{484EE11B-4342-43DA-A4FE-A837AFB4A75A}" srcOrd="0" destOrd="0" presId="urn:microsoft.com/office/officeart/2005/8/layout/hierarchy6"/>
    <dgm:cxn modelId="{713AEB0F-D4C3-401E-BA8F-43C3B40DC7FA}" type="presOf" srcId="{1CCF0BBF-017B-41E8-B7B5-7852C6D32492}" destId="{EB64EE87-D55C-4985-B89F-DB1778B8F091}" srcOrd="0" destOrd="0" presId="urn:microsoft.com/office/officeart/2005/8/layout/hierarchy6"/>
    <dgm:cxn modelId="{80A7731C-A622-46BF-8176-7D576A0283ED}" type="presOf" srcId="{9A5740A2-9075-4FFB-94E5-FC12885DF59B}" destId="{60553512-CC60-441F-9078-5F334580B5B9}" srcOrd="0" destOrd="0" presId="urn:microsoft.com/office/officeart/2005/8/layout/hierarchy6"/>
    <dgm:cxn modelId="{C6DE4521-25B6-4C67-9DEF-1D3D666BC609}" type="presOf" srcId="{97A339A2-570A-4513-8E8C-8E9C30AAD6A1}" destId="{C82FADC9-4A5C-48D1-8E0C-57617BD8B9D9}" srcOrd="0" destOrd="0" presId="urn:microsoft.com/office/officeart/2005/8/layout/hierarchy6"/>
    <dgm:cxn modelId="{69B0E525-A345-4D42-80BA-9B6BD72EE21F}" type="presOf" srcId="{D81796E0-C1A5-4511-BB6C-8F5FE83CB87B}" destId="{A85AC4DE-D4F2-4ABD-A286-C56B839D59DF}" srcOrd="0" destOrd="0" presId="urn:microsoft.com/office/officeart/2005/8/layout/hierarchy6"/>
    <dgm:cxn modelId="{59040C2E-2A55-4C00-993E-CAAAEE1D8598}" srcId="{913ACD5F-36FF-4D30-BFEE-DDA424139B2A}" destId="{223B2B60-91A0-4C64-B2EA-46ED70C96712}" srcOrd="2" destOrd="0" parTransId="{9A5740A2-9075-4FFB-94E5-FC12885DF59B}" sibTransId="{05815D81-C957-4731-81F0-C9447D0945AD}"/>
    <dgm:cxn modelId="{09EF7230-5775-4904-870C-166ABD46E13A}" type="presOf" srcId="{8AF072BC-062B-4B9A-91B3-52764F1156CB}" destId="{ED2A92EF-039B-4F9A-BF8C-3EA749C49D84}" srcOrd="0" destOrd="0" presId="urn:microsoft.com/office/officeart/2005/8/layout/hierarchy6"/>
    <dgm:cxn modelId="{0EB0BF31-9315-4482-BC6A-78858B30EE55}" type="presOf" srcId="{2EFA2E03-0870-4577-9C57-BDD0565F4576}" destId="{91120E78-8AED-4115-ABFD-5A885A7BE55F}" srcOrd="0" destOrd="0" presId="urn:microsoft.com/office/officeart/2005/8/layout/hierarchy6"/>
    <dgm:cxn modelId="{DEB7E032-5918-4DDE-9ED2-67B354AD50A9}" type="presOf" srcId="{4BFE1509-6A9C-4AB3-B065-DD9D3390177D}" destId="{D35712CB-A146-4107-8ACA-E5AD96524B3D}" srcOrd="0" destOrd="0" presId="urn:microsoft.com/office/officeart/2005/8/layout/hierarchy6"/>
    <dgm:cxn modelId="{8E334F34-A619-4ED7-9C40-50763613ACB5}" type="presOf" srcId="{BDE95E57-0D58-4124-9C79-5684467B2FB7}" destId="{33D7A658-62CB-44BE-912A-9E8B48493AD0}" srcOrd="0" destOrd="0" presId="urn:microsoft.com/office/officeart/2005/8/layout/hierarchy6"/>
    <dgm:cxn modelId="{F4EEBF38-5505-474C-8606-1A1F1DB70F70}" srcId="{2AA527A6-C330-4B99-9352-8589C82E53FB}" destId="{3CC770FF-3EB2-4166-8594-0EF46620B3DE}" srcOrd="1" destOrd="0" parTransId="{48ABB4E8-7FFF-43C6-B970-46906208578D}" sibTransId="{462FBA8F-DA6F-4563-B380-0AF25E3DAB8A}"/>
    <dgm:cxn modelId="{E2986D3B-D744-49C4-8C71-C14EF4C6B849}" type="presOf" srcId="{60F954E7-316C-46D3-AAF5-BDE9EC409439}" destId="{D45EE3AD-6541-42E3-9649-A68DB6A292A6}" srcOrd="0" destOrd="0" presId="urn:microsoft.com/office/officeart/2005/8/layout/hierarchy6"/>
    <dgm:cxn modelId="{8ECADE3B-5A5A-4B25-A506-39C7B6B7B6E0}" type="presOf" srcId="{49C96791-36DA-47EC-9A5E-7ED10DF1FC2C}" destId="{70EA1481-5B9A-4BD3-ACDE-622837DF03AA}" srcOrd="0" destOrd="0" presId="urn:microsoft.com/office/officeart/2005/8/layout/hierarchy6"/>
    <dgm:cxn modelId="{2E4AD23C-2B3E-4443-A2CD-07DDDA3723E1}" srcId="{8CD6D4ED-B94D-4659-9C24-D8BA4A731BD0}" destId="{B86098E5-AB96-4D2C-B436-7629DE5A4157}" srcOrd="0" destOrd="0" parTransId="{6EA9CA4D-0BD7-40A1-80D3-EE2DCBBD01BF}" sibTransId="{676C363A-1C4A-4519-AA1C-73979612EAFD}"/>
    <dgm:cxn modelId="{D9665E3D-967C-4D06-97E5-532C0A68C2B5}" type="presOf" srcId="{804F4F64-0284-4E79-8A35-49B192ACE2AC}" destId="{306C6D96-E16E-495E-B082-140907B574C2}" srcOrd="0" destOrd="0" presId="urn:microsoft.com/office/officeart/2005/8/layout/hierarchy6"/>
    <dgm:cxn modelId="{9CA5873D-DD23-490D-9EEF-6078ADAA16C3}" type="presOf" srcId="{133183CB-4595-47F2-9DE9-C465FF3FBA4D}" destId="{0C41BB6F-138C-4E27-8621-DAAA1B033872}" srcOrd="0" destOrd="0" presId="urn:microsoft.com/office/officeart/2005/8/layout/hierarchy6"/>
    <dgm:cxn modelId="{C6C6893D-EF42-4EDA-A3C5-706B2F4EEFA7}" type="presOf" srcId="{459539B4-7F78-42E1-9960-B553452B8838}" destId="{3FE9F830-58FC-4D3A-A924-F0C63B5B41F1}" srcOrd="0" destOrd="0" presId="urn:microsoft.com/office/officeart/2005/8/layout/hierarchy6"/>
    <dgm:cxn modelId="{77E6C73F-9533-4BD9-96F5-EC2D853F6B40}" srcId="{913ACD5F-36FF-4D30-BFEE-DDA424139B2A}" destId="{685EF7C8-99E3-4D3C-9390-78DAD5023945}" srcOrd="1" destOrd="0" parTransId="{1CCF0BBF-017B-41E8-B7B5-7852C6D32492}" sibTransId="{9C07CDA2-FB14-47A8-8648-D163CD89F984}"/>
    <dgm:cxn modelId="{32DEC45C-33D9-4C64-9C1B-831C4F2E7F60}" type="presOf" srcId="{4CE3DDA7-2EB4-4F4E-8D01-7C030C6C3886}" destId="{08C371E8-7779-40EB-B56C-98FA749A54CC}" srcOrd="0" destOrd="0" presId="urn:microsoft.com/office/officeart/2005/8/layout/hierarchy6"/>
    <dgm:cxn modelId="{47164E60-9336-4AA8-8502-1506B0242327}" srcId="{223B2B60-91A0-4C64-B2EA-46ED70C96712}" destId="{459539B4-7F78-42E1-9960-B553452B8838}" srcOrd="0" destOrd="0" parTransId="{709323DA-D6FA-4D55-BFF6-6AF5D9EC0068}" sibTransId="{369C5BAC-591F-4B9B-A466-F96AF087C16E}"/>
    <dgm:cxn modelId="{99393961-A80D-4D91-893D-09894C749CDC}" type="presOf" srcId="{9D22BEF4-FCF8-4E47-BC27-0FEF5E25631F}" destId="{E7F51DED-CBF7-4BC1-A840-7525B169F018}" srcOrd="0" destOrd="0" presId="urn:microsoft.com/office/officeart/2005/8/layout/hierarchy6"/>
    <dgm:cxn modelId="{A1963562-21E5-4379-BAA1-91A0BA4FF603}" type="presOf" srcId="{3DEA412B-8019-4A34-8E93-9F48D70308C1}" destId="{6283DB4C-D922-4883-9BEE-5502D90357F7}" srcOrd="0" destOrd="0" presId="urn:microsoft.com/office/officeart/2005/8/layout/hierarchy6"/>
    <dgm:cxn modelId="{A4766364-9A64-411C-B942-0A907EE570D2}" srcId="{BC3B1247-AE8F-4270-8F07-B4AE12AAB0BA}" destId="{9D22BEF4-FCF8-4E47-BC27-0FEF5E25631F}" srcOrd="1" destOrd="0" parTransId="{4BFE1509-6A9C-4AB3-B065-DD9D3390177D}" sibTransId="{71723B24-F891-47EA-A412-40A8EC5E7306}"/>
    <dgm:cxn modelId="{D0417944-21A5-4EC9-8327-706480423949}" type="presOf" srcId="{3CC770FF-3EB2-4166-8594-0EF46620B3DE}" destId="{77C5F1CB-7744-41A3-ABCC-2816B3A3B7DC}" srcOrd="0" destOrd="0" presId="urn:microsoft.com/office/officeart/2005/8/layout/hierarchy6"/>
    <dgm:cxn modelId="{E615B164-E7CC-4682-957B-A3CDB263B28F}" srcId="{9D22BEF4-FCF8-4E47-BC27-0FEF5E25631F}" destId="{47B282A0-0DA1-401C-AA27-06D6E71420CC}" srcOrd="0" destOrd="0" parTransId="{133183CB-4595-47F2-9DE9-C465FF3FBA4D}" sibTransId="{A53B34D6-B639-4D73-9D0D-6EC88B6E2778}"/>
    <dgm:cxn modelId="{9ACEC665-2867-43D9-B0B2-734AEEC468EE}" type="presOf" srcId="{C9B6F08B-9994-4278-9D06-BBF366631AE2}" destId="{844F4F33-47F3-434F-8E92-34B7AB4C80E6}" srcOrd="0" destOrd="0" presId="urn:microsoft.com/office/officeart/2005/8/layout/hierarchy6"/>
    <dgm:cxn modelId="{1DB09668-BEB2-4761-9559-947ACA7C1843}" srcId="{8AF072BC-062B-4B9A-91B3-52764F1156CB}" destId="{130B2A5F-25DE-40ED-B7D1-5324375F6897}" srcOrd="0" destOrd="0" parTransId="{4BF25630-4816-4447-BB6E-73D8C3F90D31}" sibTransId="{632939F1-32FB-4DC6-8368-2701CE8001E1}"/>
    <dgm:cxn modelId="{DF69E068-FC37-4031-85AC-AB34ED500774}" type="presOf" srcId="{8CD6D4ED-B94D-4659-9C24-D8BA4A731BD0}" destId="{054EB2D9-8A06-4DA2-BB80-D171205F014D}" srcOrd="0" destOrd="0" presId="urn:microsoft.com/office/officeart/2005/8/layout/hierarchy6"/>
    <dgm:cxn modelId="{E6011E49-EFD0-4CB7-A51B-08391E618B88}" srcId="{3CC770FF-3EB2-4166-8594-0EF46620B3DE}" destId="{8AF072BC-062B-4B9A-91B3-52764F1156CB}" srcOrd="0" destOrd="0" parTransId="{388AC2C7-CFD8-4E89-9E59-7CF0471F3F4F}" sibTransId="{C9489F8D-8492-4B58-86AF-A0D23ABC40F1}"/>
    <dgm:cxn modelId="{9E97FF69-8167-4E3C-A48F-5E5FB20E00AD}" type="presOf" srcId="{388AC2C7-CFD8-4E89-9E59-7CF0471F3F4F}" destId="{295508F4-93DD-47CC-AD86-AB512C5180E3}" srcOrd="0" destOrd="0" presId="urn:microsoft.com/office/officeart/2005/8/layout/hierarchy6"/>
    <dgm:cxn modelId="{38B9A16A-6B7F-4B1A-BB4C-E665CFDEAEA6}" srcId="{913ACD5F-36FF-4D30-BFEE-DDA424139B2A}" destId="{49C96791-36DA-47EC-9A5E-7ED10DF1FC2C}" srcOrd="3" destOrd="0" parTransId="{C0A382CF-73B4-439C-83B3-6BB48804BD70}" sibTransId="{D691FD72-E0BA-4E75-A8AF-C4F2B552884A}"/>
    <dgm:cxn modelId="{D35F726B-4862-42F3-B661-D290AAF47EB1}" type="presOf" srcId="{8DBD66EB-2B84-4B17-AE3B-8137EA482A52}" destId="{A4FA3FA0-5934-482D-B5B5-C35599768775}" srcOrd="0" destOrd="0" presId="urn:microsoft.com/office/officeart/2005/8/layout/hierarchy6"/>
    <dgm:cxn modelId="{35D10C4F-B832-437A-84B7-BC5B586DDF47}" type="presOf" srcId="{1D94C0F2-775D-452B-99C6-76BAB7E17552}" destId="{EC09F82A-9B0B-4FF1-AD40-55C6C5973736}" srcOrd="0" destOrd="0" presId="urn:microsoft.com/office/officeart/2005/8/layout/hierarchy6"/>
    <dgm:cxn modelId="{FD8FC153-E27F-47D6-AA4D-2DB19D54B0EB}" srcId="{2AA527A6-C330-4B99-9352-8589C82E53FB}" destId="{FF3A7AC3-DDE5-425A-965C-427360FB5532}" srcOrd="0" destOrd="0" parTransId="{D06CBBFE-9DE5-4B84-8C14-2773179D3A93}" sibTransId="{CC5EAFC3-7A5D-4591-8123-A5E5C379B32A}"/>
    <dgm:cxn modelId="{87FF2874-6781-4431-B627-2CD7971182CF}" type="presOf" srcId="{22BA3487-59C0-479A-84C5-3FA5D15B8405}" destId="{74B3282B-DAE3-4893-9C41-8C4664666790}" srcOrd="0" destOrd="0" presId="urn:microsoft.com/office/officeart/2005/8/layout/hierarchy6"/>
    <dgm:cxn modelId="{EFC25476-29C8-4901-AED3-6BB3FB891AA7}" type="presOf" srcId="{B86098E5-AB96-4D2C-B436-7629DE5A4157}" destId="{7F785016-3D76-4606-9B29-7991F2FBD16A}" srcOrd="0" destOrd="0" presId="urn:microsoft.com/office/officeart/2005/8/layout/hierarchy6"/>
    <dgm:cxn modelId="{AC613B77-8401-494D-8AD4-1BAF8985CFB6}" type="presOf" srcId="{709323DA-D6FA-4D55-BFF6-6AF5D9EC0068}" destId="{7DC8AB40-D3F8-43AA-B83F-7AF81A494049}" srcOrd="0" destOrd="0" presId="urn:microsoft.com/office/officeart/2005/8/layout/hierarchy6"/>
    <dgm:cxn modelId="{F4245377-F8BE-4B50-824F-AB390F19E8A0}" srcId="{D81796E0-C1A5-4511-BB6C-8F5FE83CB87B}" destId="{3DEA412B-8019-4A34-8E93-9F48D70308C1}" srcOrd="0" destOrd="0" parTransId="{BDE95E57-0D58-4124-9C79-5684467B2FB7}" sibTransId="{33FE376D-CAE4-40E7-ABE6-32A061648ED3}"/>
    <dgm:cxn modelId="{0A44D977-9934-482E-83BB-05F587E4CC06}" srcId="{FF3A7AC3-DDE5-425A-965C-427360FB5532}" destId="{8CD6D4ED-B94D-4659-9C24-D8BA4A731BD0}" srcOrd="0" destOrd="0" parTransId="{C9B6F08B-9994-4278-9D06-BBF366631AE2}" sibTransId="{977B2694-8671-4AC9-AF48-0CA01D5592AC}"/>
    <dgm:cxn modelId="{839FE079-B18D-4FAE-B326-FD79208ABB0C}" type="presOf" srcId="{746433B2-F7AE-473D-BFA0-E97A635C8F8C}" destId="{4A256943-F1AC-4258-9F5D-6F3EA47D1A25}" srcOrd="0" destOrd="0" presId="urn:microsoft.com/office/officeart/2005/8/layout/hierarchy6"/>
    <dgm:cxn modelId="{00F27880-7ACF-4080-BFB7-ADF8B458DE0A}" srcId="{FF3A7AC3-DDE5-425A-965C-427360FB5532}" destId="{D81796E0-C1A5-4511-BB6C-8F5FE83CB87B}" srcOrd="1" destOrd="0" parTransId="{22BA3487-59C0-479A-84C5-3FA5D15B8405}" sibTransId="{702B70C2-07C8-4E9A-A1EE-F2731E71EC3E}"/>
    <dgm:cxn modelId="{567C218E-D92A-4698-AE65-63735C1B0195}" type="presOf" srcId="{47B282A0-0DA1-401C-AA27-06D6E71420CC}" destId="{D6014396-6DBB-434E-8247-62686AD8BAF7}" srcOrd="0" destOrd="0" presId="urn:microsoft.com/office/officeart/2005/8/layout/hierarchy6"/>
    <dgm:cxn modelId="{F057A89E-991F-42BB-AB21-F792FA52E8BA}" srcId="{60F954E7-316C-46D3-AAF5-BDE9EC409439}" destId="{913ACD5F-36FF-4D30-BFEE-DDA424139B2A}" srcOrd="0" destOrd="0" parTransId="{BD367335-9EB3-4EE3-89B5-D7F10DA79C58}" sibTransId="{9F942800-1FFA-498C-9CE8-E28C35AE80C2}"/>
    <dgm:cxn modelId="{7CC51A9F-FDBE-42CB-B411-7F5A00C91337}" type="presOf" srcId="{0DCDB52A-D592-4C8A-92B6-AE84533CB3DC}" destId="{6CCDEACC-4434-4565-902B-7DF5F248076A}" srcOrd="0" destOrd="0" presId="urn:microsoft.com/office/officeart/2005/8/layout/hierarchy6"/>
    <dgm:cxn modelId="{9CFEDDA0-96CB-41F5-B53A-1255348ADF7A}" srcId="{BC3B1247-AE8F-4270-8F07-B4AE12AAB0BA}" destId="{D5152A51-1767-48B1-878B-F7DBFA33949E}" srcOrd="0" destOrd="0" parTransId="{B6C5E97A-282F-45A6-BCC3-64522E952EE1}" sibTransId="{913A2E76-9061-43FC-B0FE-AA5E8B160ED7}"/>
    <dgm:cxn modelId="{57CFF9A0-DD96-43EC-A408-48706267FA72}" type="presOf" srcId="{2AA527A6-C330-4B99-9352-8589C82E53FB}" destId="{A0B96DB5-C266-4C12-BD1C-E0E5A93078E8}" srcOrd="0" destOrd="0" presId="urn:microsoft.com/office/officeart/2005/8/layout/hierarchy6"/>
    <dgm:cxn modelId="{3DBAF9A3-F0A9-4AD1-BDDF-FABC0650E177}" type="presOf" srcId="{C0A382CF-73B4-439C-83B3-6BB48804BD70}" destId="{4A3BF15A-F5BA-4590-A433-866C63179BE3}" srcOrd="0" destOrd="0" presId="urn:microsoft.com/office/officeart/2005/8/layout/hierarchy6"/>
    <dgm:cxn modelId="{6EFFDAA8-081D-4DE7-9C44-B84507242153}" type="presOf" srcId="{4BF25630-4816-4447-BB6E-73D8C3F90D31}" destId="{9DFC7F07-A183-4755-8CF0-47D867504C57}" srcOrd="0" destOrd="0" presId="urn:microsoft.com/office/officeart/2005/8/layout/hierarchy6"/>
    <dgm:cxn modelId="{6292EDAD-7455-42EF-933F-AC7A38EC5D5B}" type="presOf" srcId="{48ABB4E8-7FFF-43C6-B970-46906208578D}" destId="{261B2401-23D9-47B7-854B-1390B55DFC22}" srcOrd="0" destOrd="0" presId="urn:microsoft.com/office/officeart/2005/8/layout/hierarchy6"/>
    <dgm:cxn modelId="{56731FB1-4B0F-4F20-90D4-23FA864ECF4A}" type="presOf" srcId="{685EF7C8-99E3-4D3C-9390-78DAD5023945}" destId="{CF936592-E823-4FCF-B5DE-BC12AB4C4933}" srcOrd="0" destOrd="0" presId="urn:microsoft.com/office/officeart/2005/8/layout/hierarchy6"/>
    <dgm:cxn modelId="{3A34A5B2-8C85-4828-BAE8-FE2EF5460D6E}" type="presOf" srcId="{223B2B60-91A0-4C64-B2EA-46ED70C96712}" destId="{74366023-EC2E-45BD-92D1-EAC3C80E74CC}" srcOrd="0" destOrd="0" presId="urn:microsoft.com/office/officeart/2005/8/layout/hierarchy6"/>
    <dgm:cxn modelId="{978DC2B4-DB54-4C8A-9A31-6DEBE29BF59E}" srcId="{3CC770FF-3EB2-4166-8594-0EF46620B3DE}" destId="{2EFA2E03-0870-4577-9C57-BDD0565F4576}" srcOrd="1" destOrd="0" parTransId="{8DBD66EB-2B84-4B17-AE3B-8137EA482A52}" sibTransId="{06ABAF72-F754-497C-B02F-F2D923DBFD70}"/>
    <dgm:cxn modelId="{C102F3B9-7065-43E7-AA70-DDE648F5F0C5}" type="presOf" srcId="{B6C5E97A-282F-45A6-BCC3-64522E952EE1}" destId="{62FDC3F9-646D-4B67-A6DC-D705D9737401}" srcOrd="0" destOrd="0" presId="urn:microsoft.com/office/officeart/2005/8/layout/hierarchy6"/>
    <dgm:cxn modelId="{7FC82AC5-F2CA-4D9E-855A-B2CDB709BAAB}" type="presOf" srcId="{22948020-AA8A-4E5B-93EA-3CCF172176F8}" destId="{792EAE39-05E5-4F97-B2D3-8903E61FBF4F}" srcOrd="0" destOrd="0" presId="urn:microsoft.com/office/officeart/2005/8/layout/hierarchy6"/>
    <dgm:cxn modelId="{AA92B1C7-7095-4F66-BE8E-564F8359BFBA}" type="presOf" srcId="{130B2A5F-25DE-40ED-B7D1-5324375F6897}" destId="{556183A6-72B4-4C1E-9884-E5897B97F7E2}" srcOrd="0" destOrd="0" presId="urn:microsoft.com/office/officeart/2005/8/layout/hierarchy6"/>
    <dgm:cxn modelId="{363742C8-47E4-4A9B-BFCB-F042AE789CD6}" srcId="{D5152A51-1767-48B1-878B-F7DBFA33949E}" destId="{0DCDB52A-D592-4C8A-92B6-AE84533CB3DC}" srcOrd="0" destOrd="0" parTransId="{804F4F64-0284-4E79-8A35-49B192ACE2AC}" sibTransId="{49FB53DD-BEA9-45C5-863A-6EDB27E29745}"/>
    <dgm:cxn modelId="{46023CCA-A493-4CFD-AA94-806E45160C6B}" type="presOf" srcId="{BC3B1247-AE8F-4270-8F07-B4AE12AAB0BA}" destId="{F122795B-A313-409A-9F52-57CFA92EDB93}" srcOrd="0" destOrd="0" presId="urn:microsoft.com/office/officeart/2005/8/layout/hierarchy6"/>
    <dgm:cxn modelId="{E67960CA-E875-4AC6-99D7-7497AE4E1054}" type="presOf" srcId="{D06CBBFE-9DE5-4B84-8C14-2773179D3A93}" destId="{258E1F0F-44E8-42EA-AB88-08B737ABF74E}" srcOrd="0" destOrd="0" presId="urn:microsoft.com/office/officeart/2005/8/layout/hierarchy6"/>
    <dgm:cxn modelId="{44D4BBCF-0DC6-496E-82F5-EA4089BFE017}" type="presOf" srcId="{913ACD5F-36FF-4D30-BFEE-DDA424139B2A}" destId="{310706CA-9772-4D5F-AB88-342085F7D151}" srcOrd="0" destOrd="0" presId="urn:microsoft.com/office/officeart/2005/8/layout/hierarchy6"/>
    <dgm:cxn modelId="{6194F8DB-8685-4E66-9D22-2826FC860658}" srcId="{49C96791-36DA-47EC-9A5E-7ED10DF1FC2C}" destId="{16D0332F-8243-4C07-B1EE-48C03B735FEF}" srcOrd="0" destOrd="0" parTransId="{746433B2-F7AE-473D-BFA0-E97A635C8F8C}" sibTransId="{A815DAA2-F219-40E0-897B-1A9A8D360889}"/>
    <dgm:cxn modelId="{204C46E0-C1FB-4DCE-8036-42FC547B75C9}" type="presOf" srcId="{F793E149-CF39-402C-BE98-830DC8F643E8}" destId="{6614FE4E-E6C9-4242-990F-0936FE9C4E00}" srcOrd="0" destOrd="0" presId="urn:microsoft.com/office/officeart/2005/8/layout/hierarchy6"/>
    <dgm:cxn modelId="{7FB296E6-49E4-44B1-ADAA-184B9D702CFE}" srcId="{2AA527A6-C330-4B99-9352-8589C82E53FB}" destId="{BC3B1247-AE8F-4270-8F07-B4AE12AAB0BA}" srcOrd="2" destOrd="0" parTransId="{22948020-AA8A-4E5B-93EA-3CCF172176F8}" sibTransId="{34D0F6A1-8C99-4304-B1A2-4B83E9A86718}"/>
    <dgm:cxn modelId="{1F7EDEEA-CC6F-47F5-BF55-2FEB99D1AD5C}" srcId="{913ACD5F-36FF-4D30-BFEE-DDA424139B2A}" destId="{2AA527A6-C330-4B99-9352-8589C82E53FB}" srcOrd="0" destOrd="0" parTransId="{1FE83964-E711-452C-9507-34F8222F117B}" sibTransId="{25830F1B-74DA-498B-9992-0162E3A82733}"/>
    <dgm:cxn modelId="{5F1BADED-B6D7-4E5F-8238-16D166C358A3}" srcId="{2EFA2E03-0870-4577-9C57-BDD0565F4576}" destId="{F793E149-CF39-402C-BE98-830DC8F643E8}" srcOrd="0" destOrd="0" parTransId="{97A339A2-570A-4513-8E8C-8E9C30AAD6A1}" sibTransId="{53BD0452-4307-4D88-85AE-96CC14270449}"/>
    <dgm:cxn modelId="{1CC136F8-D41A-4DED-B800-87995249494C}" type="presOf" srcId="{6EA9CA4D-0BD7-40A1-80D3-EE2DCBBD01BF}" destId="{108B68F4-4D1E-4EB2-A1C2-7818DC02AE3C}" srcOrd="0" destOrd="0" presId="urn:microsoft.com/office/officeart/2005/8/layout/hierarchy6"/>
    <dgm:cxn modelId="{C14D06F9-AC82-48C7-B5BC-D61A1C035AFA}" type="presOf" srcId="{1FE83964-E711-452C-9507-34F8222F117B}" destId="{F9395FC6-CB1B-4F85-8FE9-9E3163CEB9E9}" srcOrd="0" destOrd="0" presId="urn:microsoft.com/office/officeart/2005/8/layout/hierarchy6"/>
    <dgm:cxn modelId="{E7DF75FE-EF10-4575-BCE6-E583BBBF2D1B}" type="presOf" srcId="{D5152A51-1767-48B1-878B-F7DBFA33949E}" destId="{18B870B5-656E-4481-8AA2-2A6A4568029B}" srcOrd="0" destOrd="0" presId="urn:microsoft.com/office/officeart/2005/8/layout/hierarchy6"/>
    <dgm:cxn modelId="{1BE576FF-D9DC-4245-A764-25046561C481}" type="presOf" srcId="{16D0332F-8243-4C07-B1EE-48C03B735FEF}" destId="{2319A212-7D41-4265-8609-5A424E0E6CAB}" srcOrd="0" destOrd="0" presId="urn:microsoft.com/office/officeart/2005/8/layout/hierarchy6"/>
    <dgm:cxn modelId="{78D512BD-DB17-43AA-8D1C-0FC0298E6554}" type="presParOf" srcId="{D45EE3AD-6541-42E3-9649-A68DB6A292A6}" destId="{EF2E9DAB-D783-4796-89CF-A6D7058C0240}" srcOrd="0" destOrd="0" presId="urn:microsoft.com/office/officeart/2005/8/layout/hierarchy6"/>
    <dgm:cxn modelId="{E3807C2A-4798-43FC-89C1-680EB1B63ACC}" type="presParOf" srcId="{EF2E9DAB-D783-4796-89CF-A6D7058C0240}" destId="{C44C495F-9BE6-4DC4-95D4-BC613ECF64F0}" srcOrd="0" destOrd="0" presId="urn:microsoft.com/office/officeart/2005/8/layout/hierarchy6"/>
    <dgm:cxn modelId="{C26D34A5-E84B-4C9F-A8DE-80AEA22D66EA}" type="presParOf" srcId="{C44C495F-9BE6-4DC4-95D4-BC613ECF64F0}" destId="{1BE3ECDC-0E51-45A2-9BF5-0550BFC24296}" srcOrd="0" destOrd="0" presId="urn:microsoft.com/office/officeart/2005/8/layout/hierarchy6"/>
    <dgm:cxn modelId="{4F482B16-8DF4-469E-A3B3-79141A5EC6B6}" type="presParOf" srcId="{1BE3ECDC-0E51-45A2-9BF5-0550BFC24296}" destId="{310706CA-9772-4D5F-AB88-342085F7D151}" srcOrd="0" destOrd="0" presId="urn:microsoft.com/office/officeart/2005/8/layout/hierarchy6"/>
    <dgm:cxn modelId="{9FC6AAF8-D620-4174-8B40-A1F79E69960F}" type="presParOf" srcId="{1BE3ECDC-0E51-45A2-9BF5-0550BFC24296}" destId="{4B429088-BA22-4530-89A2-F71CB8BE9D74}" srcOrd="1" destOrd="0" presId="urn:microsoft.com/office/officeart/2005/8/layout/hierarchy6"/>
    <dgm:cxn modelId="{8B06BD33-21E9-49C4-BA65-4ECAEDB9DC69}" type="presParOf" srcId="{4B429088-BA22-4530-89A2-F71CB8BE9D74}" destId="{F9395FC6-CB1B-4F85-8FE9-9E3163CEB9E9}" srcOrd="0" destOrd="0" presId="urn:microsoft.com/office/officeart/2005/8/layout/hierarchy6"/>
    <dgm:cxn modelId="{8ACBE9A4-0110-41A1-845A-2685002C8223}" type="presParOf" srcId="{4B429088-BA22-4530-89A2-F71CB8BE9D74}" destId="{83AFEC22-48AD-401A-9D53-CA4168DB8CF5}" srcOrd="1" destOrd="0" presId="urn:microsoft.com/office/officeart/2005/8/layout/hierarchy6"/>
    <dgm:cxn modelId="{BC6E83DB-5DE4-4D7D-A0EC-1A35B94B9E59}" type="presParOf" srcId="{83AFEC22-48AD-401A-9D53-CA4168DB8CF5}" destId="{A0B96DB5-C266-4C12-BD1C-E0E5A93078E8}" srcOrd="0" destOrd="0" presId="urn:microsoft.com/office/officeart/2005/8/layout/hierarchy6"/>
    <dgm:cxn modelId="{FE0E15FC-8D8F-4A71-8CC6-657F6B868F88}" type="presParOf" srcId="{83AFEC22-48AD-401A-9D53-CA4168DB8CF5}" destId="{580FA2E2-8A1D-4822-8311-3C6A26A85052}" srcOrd="1" destOrd="0" presId="urn:microsoft.com/office/officeart/2005/8/layout/hierarchy6"/>
    <dgm:cxn modelId="{122C014F-8FFD-4E89-8BFA-2D56A4AB6C98}" type="presParOf" srcId="{580FA2E2-8A1D-4822-8311-3C6A26A85052}" destId="{258E1F0F-44E8-42EA-AB88-08B737ABF74E}" srcOrd="0" destOrd="0" presId="urn:microsoft.com/office/officeart/2005/8/layout/hierarchy6"/>
    <dgm:cxn modelId="{42005FF9-1F3F-456D-A7EF-4B975E05FCE0}" type="presParOf" srcId="{580FA2E2-8A1D-4822-8311-3C6A26A85052}" destId="{299836E4-0342-4C40-93C5-69B4F97CAFAC}" srcOrd="1" destOrd="0" presId="urn:microsoft.com/office/officeart/2005/8/layout/hierarchy6"/>
    <dgm:cxn modelId="{95E73A33-61A7-4EDE-AF2E-1C8485AEDF94}" type="presParOf" srcId="{299836E4-0342-4C40-93C5-69B4F97CAFAC}" destId="{484EE11B-4342-43DA-A4FE-A837AFB4A75A}" srcOrd="0" destOrd="0" presId="urn:microsoft.com/office/officeart/2005/8/layout/hierarchy6"/>
    <dgm:cxn modelId="{B05DB994-27E2-4CF4-9015-E1B29D1856E6}" type="presParOf" srcId="{299836E4-0342-4C40-93C5-69B4F97CAFAC}" destId="{52F442E7-9062-4219-ADB3-EEC760CDC6DD}" srcOrd="1" destOrd="0" presId="urn:microsoft.com/office/officeart/2005/8/layout/hierarchy6"/>
    <dgm:cxn modelId="{F7A6DDDD-9F8F-4EC2-A9AF-958AD8671E90}" type="presParOf" srcId="{52F442E7-9062-4219-ADB3-EEC760CDC6DD}" destId="{844F4F33-47F3-434F-8E92-34B7AB4C80E6}" srcOrd="0" destOrd="0" presId="urn:microsoft.com/office/officeart/2005/8/layout/hierarchy6"/>
    <dgm:cxn modelId="{20AC6CEF-F545-436F-8B18-0604F2A0AC6C}" type="presParOf" srcId="{52F442E7-9062-4219-ADB3-EEC760CDC6DD}" destId="{67F48839-2331-40E7-AD9E-2386ADB85ECE}" srcOrd="1" destOrd="0" presId="urn:microsoft.com/office/officeart/2005/8/layout/hierarchy6"/>
    <dgm:cxn modelId="{E225E594-1003-48A8-BC9C-9E43539A7455}" type="presParOf" srcId="{67F48839-2331-40E7-AD9E-2386ADB85ECE}" destId="{054EB2D9-8A06-4DA2-BB80-D171205F014D}" srcOrd="0" destOrd="0" presId="urn:microsoft.com/office/officeart/2005/8/layout/hierarchy6"/>
    <dgm:cxn modelId="{2A994EA7-FEC6-4567-AA04-EB5FE56F06B7}" type="presParOf" srcId="{67F48839-2331-40E7-AD9E-2386ADB85ECE}" destId="{3AB4278A-A4F2-4288-9AEB-6CDFC0ED9A35}" srcOrd="1" destOrd="0" presId="urn:microsoft.com/office/officeart/2005/8/layout/hierarchy6"/>
    <dgm:cxn modelId="{461BF8A3-01CC-4CF6-A8A9-F73801671A82}" type="presParOf" srcId="{3AB4278A-A4F2-4288-9AEB-6CDFC0ED9A35}" destId="{108B68F4-4D1E-4EB2-A1C2-7818DC02AE3C}" srcOrd="0" destOrd="0" presId="urn:microsoft.com/office/officeart/2005/8/layout/hierarchy6"/>
    <dgm:cxn modelId="{66ACEAA6-DEF3-4856-830A-2D1ADB954F6E}" type="presParOf" srcId="{3AB4278A-A4F2-4288-9AEB-6CDFC0ED9A35}" destId="{915E78DC-426D-4F3B-BC19-4F62802626C3}" srcOrd="1" destOrd="0" presId="urn:microsoft.com/office/officeart/2005/8/layout/hierarchy6"/>
    <dgm:cxn modelId="{FEBAB3D4-F42F-4472-9B90-0A986730BBC7}" type="presParOf" srcId="{915E78DC-426D-4F3B-BC19-4F62802626C3}" destId="{7F785016-3D76-4606-9B29-7991F2FBD16A}" srcOrd="0" destOrd="0" presId="urn:microsoft.com/office/officeart/2005/8/layout/hierarchy6"/>
    <dgm:cxn modelId="{E5D7231A-A8D8-4C30-9D07-1ECA737D9957}" type="presParOf" srcId="{915E78DC-426D-4F3B-BC19-4F62802626C3}" destId="{71E544B8-78F6-4DA3-8B79-D451D50484C2}" srcOrd="1" destOrd="0" presId="urn:microsoft.com/office/officeart/2005/8/layout/hierarchy6"/>
    <dgm:cxn modelId="{88575B0D-8368-4C5E-AD09-5929CE4791CA}" type="presParOf" srcId="{52F442E7-9062-4219-ADB3-EEC760CDC6DD}" destId="{74B3282B-DAE3-4893-9C41-8C4664666790}" srcOrd="2" destOrd="0" presId="urn:microsoft.com/office/officeart/2005/8/layout/hierarchy6"/>
    <dgm:cxn modelId="{F8EEA4A0-D7A8-4C2D-BC06-98348DD7A4F6}" type="presParOf" srcId="{52F442E7-9062-4219-ADB3-EEC760CDC6DD}" destId="{0CBC7CAD-2717-4502-A3EE-9629EB27CF62}" srcOrd="3" destOrd="0" presId="urn:microsoft.com/office/officeart/2005/8/layout/hierarchy6"/>
    <dgm:cxn modelId="{D0659B3B-E53B-405A-9B5C-162BFF5C4920}" type="presParOf" srcId="{0CBC7CAD-2717-4502-A3EE-9629EB27CF62}" destId="{A85AC4DE-D4F2-4ABD-A286-C56B839D59DF}" srcOrd="0" destOrd="0" presId="urn:microsoft.com/office/officeart/2005/8/layout/hierarchy6"/>
    <dgm:cxn modelId="{4A642383-7EF6-427A-B129-14DA7A9B49B8}" type="presParOf" srcId="{0CBC7CAD-2717-4502-A3EE-9629EB27CF62}" destId="{C1B1ACBF-9A47-49EA-90E0-68AB2E8934ED}" srcOrd="1" destOrd="0" presId="urn:microsoft.com/office/officeart/2005/8/layout/hierarchy6"/>
    <dgm:cxn modelId="{5CC173EA-D4D6-4CB5-ACDD-92CB7619E6A8}" type="presParOf" srcId="{C1B1ACBF-9A47-49EA-90E0-68AB2E8934ED}" destId="{33D7A658-62CB-44BE-912A-9E8B48493AD0}" srcOrd="0" destOrd="0" presId="urn:microsoft.com/office/officeart/2005/8/layout/hierarchy6"/>
    <dgm:cxn modelId="{02D409E0-1DC0-4430-9840-642CF43A8F0E}" type="presParOf" srcId="{C1B1ACBF-9A47-49EA-90E0-68AB2E8934ED}" destId="{E1A3AD54-6A35-43D4-BA1B-E49EE705ECAC}" srcOrd="1" destOrd="0" presId="urn:microsoft.com/office/officeart/2005/8/layout/hierarchy6"/>
    <dgm:cxn modelId="{EF87F162-557D-4DBB-B9E1-99DF1EACB9B5}" type="presParOf" srcId="{E1A3AD54-6A35-43D4-BA1B-E49EE705ECAC}" destId="{6283DB4C-D922-4883-9BEE-5502D90357F7}" srcOrd="0" destOrd="0" presId="urn:microsoft.com/office/officeart/2005/8/layout/hierarchy6"/>
    <dgm:cxn modelId="{F36B4FB7-DF96-41C3-92EA-E61775DAB0D1}" type="presParOf" srcId="{E1A3AD54-6A35-43D4-BA1B-E49EE705ECAC}" destId="{7FCEE237-C45E-4DE1-AC20-095F861CEC5A}" srcOrd="1" destOrd="0" presId="urn:microsoft.com/office/officeart/2005/8/layout/hierarchy6"/>
    <dgm:cxn modelId="{7B9750A5-2339-4724-AE8C-831FBBC96B11}" type="presParOf" srcId="{580FA2E2-8A1D-4822-8311-3C6A26A85052}" destId="{261B2401-23D9-47B7-854B-1390B55DFC22}" srcOrd="2" destOrd="0" presId="urn:microsoft.com/office/officeart/2005/8/layout/hierarchy6"/>
    <dgm:cxn modelId="{08F5AD4B-574E-4680-9AC7-AA00C9169FF8}" type="presParOf" srcId="{580FA2E2-8A1D-4822-8311-3C6A26A85052}" destId="{910B7707-EF51-4C21-B9DE-7D8FBA4B4B9E}" srcOrd="3" destOrd="0" presId="urn:microsoft.com/office/officeart/2005/8/layout/hierarchy6"/>
    <dgm:cxn modelId="{6D947216-294D-419D-9CFE-BBAE097606B5}" type="presParOf" srcId="{910B7707-EF51-4C21-B9DE-7D8FBA4B4B9E}" destId="{77C5F1CB-7744-41A3-ABCC-2816B3A3B7DC}" srcOrd="0" destOrd="0" presId="urn:microsoft.com/office/officeart/2005/8/layout/hierarchy6"/>
    <dgm:cxn modelId="{8B20A203-861C-4294-A016-F42BA4433259}" type="presParOf" srcId="{910B7707-EF51-4C21-B9DE-7D8FBA4B4B9E}" destId="{2392D233-3235-4E44-ADC3-BD5B9E724663}" srcOrd="1" destOrd="0" presId="urn:microsoft.com/office/officeart/2005/8/layout/hierarchy6"/>
    <dgm:cxn modelId="{81A2A7C3-A33A-485D-B5B0-B9646E4B2CFA}" type="presParOf" srcId="{2392D233-3235-4E44-ADC3-BD5B9E724663}" destId="{295508F4-93DD-47CC-AD86-AB512C5180E3}" srcOrd="0" destOrd="0" presId="urn:microsoft.com/office/officeart/2005/8/layout/hierarchy6"/>
    <dgm:cxn modelId="{2CAC2F38-CA9C-4F1E-A8D6-84EE495D1387}" type="presParOf" srcId="{2392D233-3235-4E44-ADC3-BD5B9E724663}" destId="{86F7B754-2A18-44A8-BAC3-3292FFBD1256}" srcOrd="1" destOrd="0" presId="urn:microsoft.com/office/officeart/2005/8/layout/hierarchy6"/>
    <dgm:cxn modelId="{03198E24-77A0-454E-9EF7-C16ADC96047D}" type="presParOf" srcId="{86F7B754-2A18-44A8-BAC3-3292FFBD1256}" destId="{ED2A92EF-039B-4F9A-BF8C-3EA749C49D84}" srcOrd="0" destOrd="0" presId="urn:microsoft.com/office/officeart/2005/8/layout/hierarchy6"/>
    <dgm:cxn modelId="{6EBAB5DE-57EF-42EF-B7A4-660405E29BDD}" type="presParOf" srcId="{86F7B754-2A18-44A8-BAC3-3292FFBD1256}" destId="{A4E5F2D8-8469-4032-AC89-7C2033495384}" srcOrd="1" destOrd="0" presId="urn:microsoft.com/office/officeart/2005/8/layout/hierarchy6"/>
    <dgm:cxn modelId="{459C100C-BB24-4B13-9025-80194AB429AA}" type="presParOf" srcId="{A4E5F2D8-8469-4032-AC89-7C2033495384}" destId="{9DFC7F07-A183-4755-8CF0-47D867504C57}" srcOrd="0" destOrd="0" presId="urn:microsoft.com/office/officeart/2005/8/layout/hierarchy6"/>
    <dgm:cxn modelId="{6D7A0C2C-78CD-47AF-9B02-13E782C0A592}" type="presParOf" srcId="{A4E5F2D8-8469-4032-AC89-7C2033495384}" destId="{6270601C-D009-477C-9160-2C4D0D59A898}" srcOrd="1" destOrd="0" presId="urn:microsoft.com/office/officeart/2005/8/layout/hierarchy6"/>
    <dgm:cxn modelId="{813B4FDC-E01D-4A9B-A1FD-BED0BAF77B33}" type="presParOf" srcId="{6270601C-D009-477C-9160-2C4D0D59A898}" destId="{556183A6-72B4-4C1E-9884-E5897B97F7E2}" srcOrd="0" destOrd="0" presId="urn:microsoft.com/office/officeart/2005/8/layout/hierarchy6"/>
    <dgm:cxn modelId="{944CDA90-0892-4163-99CE-018CAF81ACB1}" type="presParOf" srcId="{6270601C-D009-477C-9160-2C4D0D59A898}" destId="{BA331AF4-94F7-4923-9CCC-37C0433F88D8}" srcOrd="1" destOrd="0" presId="urn:microsoft.com/office/officeart/2005/8/layout/hierarchy6"/>
    <dgm:cxn modelId="{77F641B9-7D59-413F-80EB-41F7D17B595F}" type="presParOf" srcId="{2392D233-3235-4E44-ADC3-BD5B9E724663}" destId="{A4FA3FA0-5934-482D-B5B5-C35599768775}" srcOrd="2" destOrd="0" presId="urn:microsoft.com/office/officeart/2005/8/layout/hierarchy6"/>
    <dgm:cxn modelId="{7E2F68B5-94BD-45E0-801E-27BD05B7FAB2}" type="presParOf" srcId="{2392D233-3235-4E44-ADC3-BD5B9E724663}" destId="{0C71220A-9A15-4F86-AF35-98A284EBE845}" srcOrd="3" destOrd="0" presId="urn:microsoft.com/office/officeart/2005/8/layout/hierarchy6"/>
    <dgm:cxn modelId="{1B3131FF-BAE9-47BF-9537-2A4C0A28EA9D}" type="presParOf" srcId="{0C71220A-9A15-4F86-AF35-98A284EBE845}" destId="{91120E78-8AED-4115-ABFD-5A885A7BE55F}" srcOrd="0" destOrd="0" presId="urn:microsoft.com/office/officeart/2005/8/layout/hierarchy6"/>
    <dgm:cxn modelId="{C4593CBF-CAD6-4B75-BADE-FABA703C8FFD}" type="presParOf" srcId="{0C71220A-9A15-4F86-AF35-98A284EBE845}" destId="{9421C057-F4DD-4FFB-A72A-41E6B6A3E5D8}" srcOrd="1" destOrd="0" presId="urn:microsoft.com/office/officeart/2005/8/layout/hierarchy6"/>
    <dgm:cxn modelId="{35945B2A-0185-4992-9BF7-164837DB99E6}" type="presParOf" srcId="{9421C057-F4DD-4FFB-A72A-41E6B6A3E5D8}" destId="{C82FADC9-4A5C-48D1-8E0C-57617BD8B9D9}" srcOrd="0" destOrd="0" presId="urn:microsoft.com/office/officeart/2005/8/layout/hierarchy6"/>
    <dgm:cxn modelId="{D1BEE13F-3437-4F4A-9769-6EEC8DB891DA}" type="presParOf" srcId="{9421C057-F4DD-4FFB-A72A-41E6B6A3E5D8}" destId="{16165166-42D8-47FC-80B5-0D63568F381B}" srcOrd="1" destOrd="0" presId="urn:microsoft.com/office/officeart/2005/8/layout/hierarchy6"/>
    <dgm:cxn modelId="{D765557D-147F-498C-A9B4-CE76840047A3}" type="presParOf" srcId="{16165166-42D8-47FC-80B5-0D63568F381B}" destId="{6614FE4E-E6C9-4242-990F-0936FE9C4E00}" srcOrd="0" destOrd="0" presId="urn:microsoft.com/office/officeart/2005/8/layout/hierarchy6"/>
    <dgm:cxn modelId="{84AFDA7A-62B2-4F79-9C3D-7E037F4A40BC}" type="presParOf" srcId="{16165166-42D8-47FC-80B5-0D63568F381B}" destId="{DFF23EAD-B09A-4AA8-835B-696E5B0A13F3}" srcOrd="1" destOrd="0" presId="urn:microsoft.com/office/officeart/2005/8/layout/hierarchy6"/>
    <dgm:cxn modelId="{82FFC725-153F-47A0-9242-C0D60AD9E41E}" type="presParOf" srcId="{580FA2E2-8A1D-4822-8311-3C6A26A85052}" destId="{792EAE39-05E5-4F97-B2D3-8903E61FBF4F}" srcOrd="4" destOrd="0" presId="urn:microsoft.com/office/officeart/2005/8/layout/hierarchy6"/>
    <dgm:cxn modelId="{2FCAB6E0-3837-4A9F-B3D4-F21814BE9878}" type="presParOf" srcId="{580FA2E2-8A1D-4822-8311-3C6A26A85052}" destId="{919F1F35-DF69-4CCB-B5FC-2A48FF3F5675}" srcOrd="5" destOrd="0" presId="urn:microsoft.com/office/officeart/2005/8/layout/hierarchy6"/>
    <dgm:cxn modelId="{95CF75B6-1589-4F72-94EA-8E314115A6FF}" type="presParOf" srcId="{919F1F35-DF69-4CCB-B5FC-2A48FF3F5675}" destId="{F122795B-A313-409A-9F52-57CFA92EDB93}" srcOrd="0" destOrd="0" presId="urn:microsoft.com/office/officeart/2005/8/layout/hierarchy6"/>
    <dgm:cxn modelId="{4B089494-5817-4E20-8BD2-141070F9A008}" type="presParOf" srcId="{919F1F35-DF69-4CCB-B5FC-2A48FF3F5675}" destId="{DD36DF33-0853-4D3E-9951-9E64EAFCCB2C}" srcOrd="1" destOrd="0" presId="urn:microsoft.com/office/officeart/2005/8/layout/hierarchy6"/>
    <dgm:cxn modelId="{5950D375-F0FD-44F8-B28A-7565C23F5CE5}" type="presParOf" srcId="{DD36DF33-0853-4D3E-9951-9E64EAFCCB2C}" destId="{62FDC3F9-646D-4B67-A6DC-D705D9737401}" srcOrd="0" destOrd="0" presId="urn:microsoft.com/office/officeart/2005/8/layout/hierarchy6"/>
    <dgm:cxn modelId="{F27A8A2A-741A-4F04-8737-8CE355170FA0}" type="presParOf" srcId="{DD36DF33-0853-4D3E-9951-9E64EAFCCB2C}" destId="{27E652EE-95F2-4803-BDA6-1D848ECD0A92}" srcOrd="1" destOrd="0" presId="urn:microsoft.com/office/officeart/2005/8/layout/hierarchy6"/>
    <dgm:cxn modelId="{07B341A5-E664-4446-A461-7850AF158D99}" type="presParOf" srcId="{27E652EE-95F2-4803-BDA6-1D848ECD0A92}" destId="{18B870B5-656E-4481-8AA2-2A6A4568029B}" srcOrd="0" destOrd="0" presId="urn:microsoft.com/office/officeart/2005/8/layout/hierarchy6"/>
    <dgm:cxn modelId="{1D0D6AB9-35D1-450B-B5FF-33D8178AD6C9}" type="presParOf" srcId="{27E652EE-95F2-4803-BDA6-1D848ECD0A92}" destId="{2BF585E5-B013-4874-A11C-9E53AC2A93D0}" srcOrd="1" destOrd="0" presId="urn:microsoft.com/office/officeart/2005/8/layout/hierarchy6"/>
    <dgm:cxn modelId="{B7429049-9F0B-46A4-B167-730569986624}" type="presParOf" srcId="{2BF585E5-B013-4874-A11C-9E53AC2A93D0}" destId="{306C6D96-E16E-495E-B082-140907B574C2}" srcOrd="0" destOrd="0" presId="urn:microsoft.com/office/officeart/2005/8/layout/hierarchy6"/>
    <dgm:cxn modelId="{15DC736F-19C5-4C80-99B2-4B66978219BB}" type="presParOf" srcId="{2BF585E5-B013-4874-A11C-9E53AC2A93D0}" destId="{32AB6C7D-38D1-461D-B7A1-F6A73551066B}" srcOrd="1" destOrd="0" presId="urn:microsoft.com/office/officeart/2005/8/layout/hierarchy6"/>
    <dgm:cxn modelId="{18116B5D-2D5B-4B3A-A4FF-859BBF5F0907}" type="presParOf" srcId="{32AB6C7D-38D1-461D-B7A1-F6A73551066B}" destId="{6CCDEACC-4434-4565-902B-7DF5F248076A}" srcOrd="0" destOrd="0" presId="urn:microsoft.com/office/officeart/2005/8/layout/hierarchy6"/>
    <dgm:cxn modelId="{C425F498-DFAA-4966-B7B6-391A4A146367}" type="presParOf" srcId="{32AB6C7D-38D1-461D-B7A1-F6A73551066B}" destId="{55F35CA8-7FDF-478B-93EE-AC7AFA303B9D}" srcOrd="1" destOrd="0" presId="urn:microsoft.com/office/officeart/2005/8/layout/hierarchy6"/>
    <dgm:cxn modelId="{818C6284-3AA1-4F18-8D84-EFFB9D1085F4}" type="presParOf" srcId="{DD36DF33-0853-4D3E-9951-9E64EAFCCB2C}" destId="{D35712CB-A146-4107-8ACA-E5AD96524B3D}" srcOrd="2" destOrd="0" presId="urn:microsoft.com/office/officeart/2005/8/layout/hierarchy6"/>
    <dgm:cxn modelId="{CBB6F59E-2778-480E-BD2A-878FB7F9D474}" type="presParOf" srcId="{DD36DF33-0853-4D3E-9951-9E64EAFCCB2C}" destId="{BF8B0F8C-8311-4ABA-82EF-AAC35BBDF342}" srcOrd="3" destOrd="0" presId="urn:microsoft.com/office/officeart/2005/8/layout/hierarchy6"/>
    <dgm:cxn modelId="{46B22B9E-4BC6-4072-8B76-AD284505CCE2}" type="presParOf" srcId="{BF8B0F8C-8311-4ABA-82EF-AAC35BBDF342}" destId="{E7F51DED-CBF7-4BC1-A840-7525B169F018}" srcOrd="0" destOrd="0" presId="urn:microsoft.com/office/officeart/2005/8/layout/hierarchy6"/>
    <dgm:cxn modelId="{F33FF11E-C7AE-4784-8E9E-4E402AC52E59}" type="presParOf" srcId="{BF8B0F8C-8311-4ABA-82EF-AAC35BBDF342}" destId="{6C712DE2-997F-4905-9E17-CB5FE57E546B}" srcOrd="1" destOrd="0" presId="urn:microsoft.com/office/officeart/2005/8/layout/hierarchy6"/>
    <dgm:cxn modelId="{3A2319D3-92D6-43A8-BED3-DD6FA6C6DF7C}" type="presParOf" srcId="{6C712DE2-997F-4905-9E17-CB5FE57E546B}" destId="{0C41BB6F-138C-4E27-8621-DAAA1B033872}" srcOrd="0" destOrd="0" presId="urn:microsoft.com/office/officeart/2005/8/layout/hierarchy6"/>
    <dgm:cxn modelId="{31A1A760-A693-4B25-83E1-367957843132}" type="presParOf" srcId="{6C712DE2-997F-4905-9E17-CB5FE57E546B}" destId="{E69B5964-08F4-48C7-A5B1-3A02C60746B8}" srcOrd="1" destOrd="0" presId="urn:microsoft.com/office/officeart/2005/8/layout/hierarchy6"/>
    <dgm:cxn modelId="{7A3439A6-BFC6-465B-AF2C-CAE3DDF598FB}" type="presParOf" srcId="{E69B5964-08F4-48C7-A5B1-3A02C60746B8}" destId="{D6014396-6DBB-434E-8247-62686AD8BAF7}" srcOrd="0" destOrd="0" presId="urn:microsoft.com/office/officeart/2005/8/layout/hierarchy6"/>
    <dgm:cxn modelId="{C9F0B1C2-0AE9-441F-BFE9-B2BC9ABBB48C}" type="presParOf" srcId="{E69B5964-08F4-48C7-A5B1-3A02C60746B8}" destId="{37AD3600-2AC0-43F5-9C15-FA7384CAF6F2}" srcOrd="1" destOrd="0" presId="urn:microsoft.com/office/officeart/2005/8/layout/hierarchy6"/>
    <dgm:cxn modelId="{80DCB429-EC56-4435-BEF1-A736E831ED24}" type="presParOf" srcId="{4B429088-BA22-4530-89A2-F71CB8BE9D74}" destId="{EB64EE87-D55C-4985-B89F-DB1778B8F091}" srcOrd="2" destOrd="0" presId="urn:microsoft.com/office/officeart/2005/8/layout/hierarchy6"/>
    <dgm:cxn modelId="{EBB7D4BB-2B7E-422A-A07F-E1D1042F879D}" type="presParOf" srcId="{4B429088-BA22-4530-89A2-F71CB8BE9D74}" destId="{436D0B3A-4EF8-490E-B1E6-52C9FA32A8AD}" srcOrd="3" destOrd="0" presId="urn:microsoft.com/office/officeart/2005/8/layout/hierarchy6"/>
    <dgm:cxn modelId="{34FA3AE0-8333-4CD7-B219-3CED8FFEE7E6}" type="presParOf" srcId="{436D0B3A-4EF8-490E-B1E6-52C9FA32A8AD}" destId="{CF936592-E823-4FCF-B5DE-BC12AB4C4933}" srcOrd="0" destOrd="0" presId="urn:microsoft.com/office/officeart/2005/8/layout/hierarchy6"/>
    <dgm:cxn modelId="{3B6410D4-03AC-4A69-88B6-81BB4B109EA1}" type="presParOf" srcId="{436D0B3A-4EF8-490E-B1E6-52C9FA32A8AD}" destId="{595FA002-3D4F-4B14-99B6-D10AD304C7DA}" srcOrd="1" destOrd="0" presId="urn:microsoft.com/office/officeart/2005/8/layout/hierarchy6"/>
    <dgm:cxn modelId="{B20F71FA-9CEB-4F26-B021-582DC6979911}" type="presParOf" srcId="{595FA002-3D4F-4B14-99B6-D10AD304C7DA}" destId="{EC09F82A-9B0B-4FF1-AD40-55C6C5973736}" srcOrd="0" destOrd="0" presId="urn:microsoft.com/office/officeart/2005/8/layout/hierarchy6"/>
    <dgm:cxn modelId="{449B79E1-4586-45D7-87BD-64C9AA786910}" type="presParOf" srcId="{595FA002-3D4F-4B14-99B6-D10AD304C7DA}" destId="{523643E7-0AB0-4A42-AA8B-7861F972064B}" srcOrd="1" destOrd="0" presId="urn:microsoft.com/office/officeart/2005/8/layout/hierarchy6"/>
    <dgm:cxn modelId="{30EB6387-DFCE-4DBE-AF52-8F77B1E436F3}" type="presParOf" srcId="{523643E7-0AB0-4A42-AA8B-7861F972064B}" destId="{08C371E8-7779-40EB-B56C-98FA749A54CC}" srcOrd="0" destOrd="0" presId="urn:microsoft.com/office/officeart/2005/8/layout/hierarchy6"/>
    <dgm:cxn modelId="{E4DAE8D7-58F3-40F6-B6D6-C07A9C5675B6}" type="presParOf" srcId="{523643E7-0AB0-4A42-AA8B-7861F972064B}" destId="{7B668B11-BE89-4776-8B5F-0AA62639802F}" srcOrd="1" destOrd="0" presId="urn:microsoft.com/office/officeart/2005/8/layout/hierarchy6"/>
    <dgm:cxn modelId="{501F57F0-EE77-4C16-BC7E-34F3B1054AB3}" type="presParOf" srcId="{4B429088-BA22-4530-89A2-F71CB8BE9D74}" destId="{60553512-CC60-441F-9078-5F334580B5B9}" srcOrd="4" destOrd="0" presId="urn:microsoft.com/office/officeart/2005/8/layout/hierarchy6"/>
    <dgm:cxn modelId="{1D0251FC-D41C-4E35-823E-1D294A86BB6E}" type="presParOf" srcId="{4B429088-BA22-4530-89A2-F71CB8BE9D74}" destId="{943C2639-5E89-437C-A508-23D39CE22BCD}" srcOrd="5" destOrd="0" presId="urn:microsoft.com/office/officeart/2005/8/layout/hierarchy6"/>
    <dgm:cxn modelId="{F9719A87-C9B8-47EA-8EDE-063EAE46EE0A}" type="presParOf" srcId="{943C2639-5E89-437C-A508-23D39CE22BCD}" destId="{74366023-EC2E-45BD-92D1-EAC3C80E74CC}" srcOrd="0" destOrd="0" presId="urn:microsoft.com/office/officeart/2005/8/layout/hierarchy6"/>
    <dgm:cxn modelId="{0E91F470-CBC3-46C8-97DE-371F50071929}" type="presParOf" srcId="{943C2639-5E89-437C-A508-23D39CE22BCD}" destId="{D4F79926-6305-437D-8F96-B11A7E136227}" srcOrd="1" destOrd="0" presId="urn:microsoft.com/office/officeart/2005/8/layout/hierarchy6"/>
    <dgm:cxn modelId="{E1ED7DBB-58AA-4F78-9F8F-F12DFCF5CFBE}" type="presParOf" srcId="{D4F79926-6305-437D-8F96-B11A7E136227}" destId="{7DC8AB40-D3F8-43AA-B83F-7AF81A494049}" srcOrd="0" destOrd="0" presId="urn:microsoft.com/office/officeart/2005/8/layout/hierarchy6"/>
    <dgm:cxn modelId="{6090CF39-3E54-4636-ABE3-74775FB6EA1B}" type="presParOf" srcId="{D4F79926-6305-437D-8F96-B11A7E136227}" destId="{BD4BA44D-CB3E-4CE9-A22E-D54E0328F495}" srcOrd="1" destOrd="0" presId="urn:microsoft.com/office/officeart/2005/8/layout/hierarchy6"/>
    <dgm:cxn modelId="{5B88638B-55C1-46C6-9195-CD523A66A67C}" type="presParOf" srcId="{BD4BA44D-CB3E-4CE9-A22E-D54E0328F495}" destId="{3FE9F830-58FC-4D3A-A924-F0C63B5B41F1}" srcOrd="0" destOrd="0" presId="urn:microsoft.com/office/officeart/2005/8/layout/hierarchy6"/>
    <dgm:cxn modelId="{570F8284-BF00-484D-8BC1-358184AD5454}" type="presParOf" srcId="{BD4BA44D-CB3E-4CE9-A22E-D54E0328F495}" destId="{5031BB4A-0E3C-4C91-A49D-79C674990F82}" srcOrd="1" destOrd="0" presId="urn:microsoft.com/office/officeart/2005/8/layout/hierarchy6"/>
    <dgm:cxn modelId="{BBA5077C-326C-4387-B52C-21F4D7BF065A}" type="presParOf" srcId="{4B429088-BA22-4530-89A2-F71CB8BE9D74}" destId="{4A3BF15A-F5BA-4590-A433-866C63179BE3}" srcOrd="6" destOrd="0" presId="urn:microsoft.com/office/officeart/2005/8/layout/hierarchy6"/>
    <dgm:cxn modelId="{1B0BDE1A-30D5-4C2A-BD93-C6AF66826170}" type="presParOf" srcId="{4B429088-BA22-4530-89A2-F71CB8BE9D74}" destId="{F2186719-20DA-47CF-A3B2-7068F3A9950F}" srcOrd="7" destOrd="0" presId="urn:microsoft.com/office/officeart/2005/8/layout/hierarchy6"/>
    <dgm:cxn modelId="{292C25FB-784F-4F8B-9404-D6CC4A31F0C2}" type="presParOf" srcId="{F2186719-20DA-47CF-A3B2-7068F3A9950F}" destId="{70EA1481-5B9A-4BD3-ACDE-622837DF03AA}" srcOrd="0" destOrd="0" presId="urn:microsoft.com/office/officeart/2005/8/layout/hierarchy6"/>
    <dgm:cxn modelId="{7941CA7E-9FFC-4432-A504-8119D0306950}" type="presParOf" srcId="{F2186719-20DA-47CF-A3B2-7068F3A9950F}" destId="{6BC41FB3-8C84-4F34-9C99-FD5F085F92FD}" srcOrd="1" destOrd="0" presId="urn:microsoft.com/office/officeart/2005/8/layout/hierarchy6"/>
    <dgm:cxn modelId="{7089A7AA-821C-475F-8BCA-F5701E60AB41}" type="presParOf" srcId="{6BC41FB3-8C84-4F34-9C99-FD5F085F92FD}" destId="{4A256943-F1AC-4258-9F5D-6F3EA47D1A25}" srcOrd="0" destOrd="0" presId="urn:microsoft.com/office/officeart/2005/8/layout/hierarchy6"/>
    <dgm:cxn modelId="{EF3ADD46-BB6D-42AF-8592-4A2E4303A0FC}" type="presParOf" srcId="{6BC41FB3-8C84-4F34-9C99-FD5F085F92FD}" destId="{09AB9464-7150-4711-AD3B-962165E90012}" srcOrd="1" destOrd="0" presId="urn:microsoft.com/office/officeart/2005/8/layout/hierarchy6"/>
    <dgm:cxn modelId="{1429246A-2291-4BE8-80CE-29AEBDE2F1E0}" type="presParOf" srcId="{09AB9464-7150-4711-AD3B-962165E90012}" destId="{2319A212-7D41-4265-8609-5A424E0E6CAB}" srcOrd="0" destOrd="0" presId="urn:microsoft.com/office/officeart/2005/8/layout/hierarchy6"/>
    <dgm:cxn modelId="{C4E8644A-0114-45A7-9A0F-4ABE6218C028}" type="presParOf" srcId="{09AB9464-7150-4711-AD3B-962165E90012}" destId="{6790FB1C-42FF-4FC1-A801-7C1845B3B171}" srcOrd="1" destOrd="0" presId="urn:microsoft.com/office/officeart/2005/8/layout/hierarchy6"/>
    <dgm:cxn modelId="{B2BD5921-8EC2-45EC-BA4A-2E99AFDC619E}" type="presParOf" srcId="{D45EE3AD-6541-42E3-9649-A68DB6A292A6}" destId="{6F59F843-E720-44C4-B682-1C54D3C905B5}"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0F954E7-316C-46D3-AAF5-BDE9EC409439}" type="doc">
      <dgm:prSet loTypeId="urn:microsoft.com/office/officeart/2005/8/layout/hierarchy6" loCatId="hierarchy" qsTypeId="urn:microsoft.com/office/officeart/2005/8/quickstyle/simple1" qsCatId="simple" csTypeId="urn:microsoft.com/office/officeart/2005/8/colors/colorful5" csCatId="colorful" phldr="1"/>
      <dgm:spPr/>
      <dgm:t>
        <a:bodyPr/>
        <a:lstStyle/>
        <a:p>
          <a:endParaRPr lang="en-US"/>
        </a:p>
      </dgm:t>
    </dgm:pt>
    <dgm:pt modelId="{2AA527A6-C330-4B99-9352-8589C82E53FB}">
      <dgm:prSet phldrT="[Text]"/>
      <dgm:spPr>
        <a:solidFill>
          <a:srgbClr val="00B050"/>
        </a:solidFill>
      </dgm:spPr>
      <dgm:t>
        <a:bodyPr/>
        <a:lstStyle/>
        <a:p>
          <a:r>
            <a:rPr lang="en-US" dirty="0"/>
            <a:t>a---</a:t>
          </a:r>
        </a:p>
      </dgm:t>
    </dgm:pt>
    <dgm:pt modelId="{1FE83964-E711-452C-9507-34F8222F117B}" type="parTrans" cxnId="{1F7EDEEA-CC6F-47F5-BF55-2FEB99D1AD5C}">
      <dgm:prSet/>
      <dgm:spPr/>
      <dgm:t>
        <a:bodyPr/>
        <a:lstStyle/>
        <a:p>
          <a:endParaRPr lang="en-US"/>
        </a:p>
      </dgm:t>
    </dgm:pt>
    <dgm:pt modelId="{25830F1B-74DA-498B-9992-0162E3A82733}" type="sibTrans" cxnId="{1F7EDEEA-CC6F-47F5-BF55-2FEB99D1AD5C}">
      <dgm:prSet/>
      <dgm:spPr/>
      <dgm:t>
        <a:bodyPr/>
        <a:lstStyle/>
        <a:p>
          <a:endParaRPr lang="en-US"/>
        </a:p>
      </dgm:t>
    </dgm:pt>
    <dgm:pt modelId="{FF3A7AC3-DDE5-425A-965C-427360FB5532}">
      <dgm:prSet phldrT="[Text]"/>
      <dgm:spPr>
        <a:solidFill>
          <a:srgbClr val="FFC000"/>
        </a:solidFill>
      </dgm:spPr>
      <dgm:t>
        <a:bodyPr/>
        <a:lstStyle/>
        <a:p>
          <a:r>
            <a:rPr lang="en-US" strike="sngStrike" dirty="0"/>
            <a:t>ab--</a:t>
          </a:r>
        </a:p>
      </dgm:t>
    </dgm:pt>
    <dgm:pt modelId="{D06CBBFE-9DE5-4B84-8C14-2773179D3A93}" type="parTrans" cxnId="{FD8FC153-E27F-47D6-AA4D-2DB19D54B0EB}">
      <dgm:prSet/>
      <dgm:spPr/>
      <dgm:t>
        <a:bodyPr/>
        <a:lstStyle/>
        <a:p>
          <a:endParaRPr lang="en-US"/>
        </a:p>
      </dgm:t>
    </dgm:pt>
    <dgm:pt modelId="{CC5EAFC3-7A5D-4591-8123-A5E5C379B32A}" type="sibTrans" cxnId="{FD8FC153-E27F-47D6-AA4D-2DB19D54B0EB}">
      <dgm:prSet/>
      <dgm:spPr/>
      <dgm:t>
        <a:bodyPr/>
        <a:lstStyle/>
        <a:p>
          <a:endParaRPr lang="en-US"/>
        </a:p>
      </dgm:t>
    </dgm:pt>
    <dgm:pt modelId="{913ACD5F-36FF-4D30-BFEE-DDA424139B2A}">
      <dgm:prSet phldrT="[Text]"/>
      <dgm:spPr/>
      <dgm:t>
        <a:bodyPr/>
        <a:lstStyle/>
        <a:p>
          <a:r>
            <a:rPr lang="en-US" dirty="0"/>
            <a:t>Root</a:t>
          </a:r>
        </a:p>
      </dgm:t>
    </dgm:pt>
    <dgm:pt modelId="{9F942800-1FFA-498C-9CE8-E28C35AE80C2}" type="sibTrans" cxnId="{F057A89E-991F-42BB-AB21-F792FA52E8BA}">
      <dgm:prSet/>
      <dgm:spPr/>
      <dgm:t>
        <a:bodyPr/>
        <a:lstStyle/>
        <a:p>
          <a:endParaRPr lang="en-US"/>
        </a:p>
      </dgm:t>
    </dgm:pt>
    <dgm:pt modelId="{BD367335-9EB3-4EE3-89B5-D7F10DA79C58}" type="parTrans" cxnId="{F057A89E-991F-42BB-AB21-F792FA52E8BA}">
      <dgm:prSet/>
      <dgm:spPr/>
      <dgm:t>
        <a:bodyPr/>
        <a:lstStyle/>
        <a:p>
          <a:endParaRPr lang="en-US"/>
        </a:p>
      </dgm:t>
    </dgm:pt>
    <dgm:pt modelId="{3CC770FF-3EB2-4166-8594-0EF46620B3DE}">
      <dgm:prSet phldrT="[Text]"/>
      <dgm:spPr>
        <a:solidFill>
          <a:srgbClr val="00B050"/>
        </a:solidFill>
      </dgm:spPr>
      <dgm:t>
        <a:bodyPr/>
        <a:lstStyle/>
        <a:p>
          <a:r>
            <a:rPr lang="en-US" dirty="0"/>
            <a:t>a-b-</a:t>
          </a:r>
        </a:p>
      </dgm:t>
    </dgm:pt>
    <dgm:pt modelId="{48ABB4E8-7FFF-43C6-B970-46906208578D}" type="parTrans" cxnId="{F4EEBF38-5505-474C-8606-1A1F1DB70F70}">
      <dgm:prSet/>
      <dgm:spPr/>
      <dgm:t>
        <a:bodyPr/>
        <a:lstStyle/>
        <a:p>
          <a:endParaRPr lang="en-US"/>
        </a:p>
      </dgm:t>
    </dgm:pt>
    <dgm:pt modelId="{462FBA8F-DA6F-4563-B380-0AF25E3DAB8A}" type="sibTrans" cxnId="{F4EEBF38-5505-474C-8606-1A1F1DB70F70}">
      <dgm:prSet/>
      <dgm:spPr/>
      <dgm:t>
        <a:bodyPr/>
        <a:lstStyle/>
        <a:p>
          <a:endParaRPr lang="en-US"/>
        </a:p>
      </dgm:t>
    </dgm:pt>
    <dgm:pt modelId="{8CD6D4ED-B94D-4659-9C24-D8BA4A731BD0}">
      <dgm:prSet phldrT="[Text]"/>
      <dgm:spPr>
        <a:solidFill>
          <a:srgbClr val="FF0000"/>
        </a:solidFill>
      </dgm:spPr>
      <dgm:t>
        <a:bodyPr/>
        <a:lstStyle/>
        <a:p>
          <a:r>
            <a:rPr lang="en-US" strike="sngStrike" dirty="0" err="1"/>
            <a:t>abc</a:t>
          </a:r>
          <a:r>
            <a:rPr lang="en-US" strike="sngStrike" dirty="0"/>
            <a:t>-</a:t>
          </a:r>
        </a:p>
      </dgm:t>
    </dgm:pt>
    <dgm:pt modelId="{C9B6F08B-9994-4278-9D06-BBF366631AE2}" type="parTrans" cxnId="{0A44D977-9934-482E-83BB-05F587E4CC06}">
      <dgm:prSet/>
      <dgm:spPr/>
      <dgm:t>
        <a:bodyPr/>
        <a:lstStyle/>
        <a:p>
          <a:endParaRPr lang="en-US"/>
        </a:p>
      </dgm:t>
    </dgm:pt>
    <dgm:pt modelId="{977B2694-8671-4AC9-AF48-0CA01D5592AC}" type="sibTrans" cxnId="{0A44D977-9934-482E-83BB-05F587E4CC06}">
      <dgm:prSet/>
      <dgm:spPr/>
      <dgm:t>
        <a:bodyPr/>
        <a:lstStyle/>
        <a:p>
          <a:endParaRPr lang="en-US"/>
        </a:p>
      </dgm:t>
    </dgm:pt>
    <dgm:pt modelId="{D81796E0-C1A5-4511-BB6C-8F5FE83CB87B}">
      <dgm:prSet phldrT="[Text]"/>
      <dgm:spPr>
        <a:solidFill>
          <a:srgbClr val="FF0000"/>
        </a:solidFill>
      </dgm:spPr>
      <dgm:t>
        <a:bodyPr/>
        <a:lstStyle/>
        <a:p>
          <a:r>
            <a:rPr lang="en-US" strike="sngStrike" dirty="0"/>
            <a:t>ab-c</a:t>
          </a:r>
        </a:p>
      </dgm:t>
    </dgm:pt>
    <dgm:pt modelId="{22BA3487-59C0-479A-84C5-3FA5D15B8405}" type="parTrans" cxnId="{00F27880-7ACF-4080-BFB7-ADF8B458DE0A}">
      <dgm:prSet/>
      <dgm:spPr/>
      <dgm:t>
        <a:bodyPr/>
        <a:lstStyle/>
        <a:p>
          <a:endParaRPr lang="en-US"/>
        </a:p>
      </dgm:t>
    </dgm:pt>
    <dgm:pt modelId="{702B70C2-07C8-4E9A-A1EE-F2731E71EC3E}" type="sibTrans" cxnId="{00F27880-7ACF-4080-BFB7-ADF8B458DE0A}">
      <dgm:prSet/>
      <dgm:spPr/>
      <dgm:t>
        <a:bodyPr/>
        <a:lstStyle/>
        <a:p>
          <a:endParaRPr lang="en-US"/>
        </a:p>
      </dgm:t>
    </dgm:pt>
    <dgm:pt modelId="{8AF072BC-062B-4B9A-91B3-52764F1156CB}">
      <dgm:prSet phldrT="[Text]"/>
      <dgm:spPr>
        <a:solidFill>
          <a:srgbClr val="FFC000"/>
        </a:solidFill>
      </dgm:spPr>
      <dgm:t>
        <a:bodyPr/>
        <a:lstStyle/>
        <a:p>
          <a:r>
            <a:rPr lang="en-US" strike="sngStrike" dirty="0" err="1"/>
            <a:t>acb</a:t>
          </a:r>
          <a:r>
            <a:rPr lang="en-US" strike="sngStrike" dirty="0"/>
            <a:t>-</a:t>
          </a:r>
        </a:p>
      </dgm:t>
    </dgm:pt>
    <dgm:pt modelId="{388AC2C7-CFD8-4E89-9E59-7CF0471F3F4F}" type="parTrans" cxnId="{E6011E49-EFD0-4CB7-A51B-08391E618B88}">
      <dgm:prSet/>
      <dgm:spPr/>
      <dgm:t>
        <a:bodyPr/>
        <a:lstStyle/>
        <a:p>
          <a:endParaRPr lang="en-US"/>
        </a:p>
      </dgm:t>
    </dgm:pt>
    <dgm:pt modelId="{C9489F8D-8492-4B58-86AF-A0D23ABC40F1}" type="sibTrans" cxnId="{E6011E49-EFD0-4CB7-A51B-08391E618B88}">
      <dgm:prSet/>
      <dgm:spPr/>
      <dgm:t>
        <a:bodyPr/>
        <a:lstStyle/>
        <a:p>
          <a:endParaRPr lang="en-US"/>
        </a:p>
      </dgm:t>
    </dgm:pt>
    <dgm:pt modelId="{2EFA2E03-0870-4577-9C57-BDD0565F4576}">
      <dgm:prSet phldrT="[Text]"/>
      <dgm:spPr>
        <a:solidFill>
          <a:srgbClr val="FFC000"/>
        </a:solidFill>
      </dgm:spPr>
      <dgm:t>
        <a:bodyPr/>
        <a:lstStyle/>
        <a:p>
          <a:r>
            <a:rPr lang="en-US" strike="sngStrike" dirty="0"/>
            <a:t>a-</a:t>
          </a:r>
          <a:r>
            <a:rPr lang="en-US" strike="sngStrike" dirty="0" err="1"/>
            <a:t>bc</a:t>
          </a:r>
          <a:endParaRPr lang="en-US" strike="sngStrike" dirty="0"/>
        </a:p>
      </dgm:t>
    </dgm:pt>
    <dgm:pt modelId="{8DBD66EB-2B84-4B17-AE3B-8137EA482A52}" type="parTrans" cxnId="{978DC2B4-DB54-4C8A-9A31-6DEBE29BF59E}">
      <dgm:prSet/>
      <dgm:spPr/>
      <dgm:t>
        <a:bodyPr/>
        <a:lstStyle/>
        <a:p>
          <a:endParaRPr lang="en-US"/>
        </a:p>
      </dgm:t>
    </dgm:pt>
    <dgm:pt modelId="{06ABAF72-F754-497C-B02F-F2D923DBFD70}" type="sibTrans" cxnId="{978DC2B4-DB54-4C8A-9A31-6DEBE29BF59E}">
      <dgm:prSet/>
      <dgm:spPr/>
      <dgm:t>
        <a:bodyPr/>
        <a:lstStyle/>
        <a:p>
          <a:endParaRPr lang="en-US"/>
        </a:p>
      </dgm:t>
    </dgm:pt>
    <dgm:pt modelId="{B86098E5-AB96-4D2C-B436-7629DE5A4157}">
      <dgm:prSet phldrT="[Text]"/>
      <dgm:spPr>
        <a:solidFill>
          <a:srgbClr val="FF0000"/>
        </a:solidFill>
      </dgm:spPr>
      <dgm:t>
        <a:bodyPr/>
        <a:lstStyle/>
        <a:p>
          <a:r>
            <a:rPr lang="en-US" strike="sngStrike" dirty="0" err="1"/>
            <a:t>abcd</a:t>
          </a:r>
          <a:endParaRPr lang="en-US" strike="sngStrike" dirty="0"/>
        </a:p>
      </dgm:t>
    </dgm:pt>
    <dgm:pt modelId="{6EA9CA4D-0BD7-40A1-80D3-EE2DCBBD01BF}" type="parTrans" cxnId="{2E4AD23C-2B3E-4443-A2CD-07DDDA3723E1}">
      <dgm:prSet/>
      <dgm:spPr/>
      <dgm:t>
        <a:bodyPr/>
        <a:lstStyle/>
        <a:p>
          <a:endParaRPr lang="en-US"/>
        </a:p>
      </dgm:t>
    </dgm:pt>
    <dgm:pt modelId="{676C363A-1C4A-4519-AA1C-73979612EAFD}" type="sibTrans" cxnId="{2E4AD23C-2B3E-4443-A2CD-07DDDA3723E1}">
      <dgm:prSet/>
      <dgm:spPr/>
      <dgm:t>
        <a:bodyPr/>
        <a:lstStyle/>
        <a:p>
          <a:endParaRPr lang="en-US"/>
        </a:p>
      </dgm:t>
    </dgm:pt>
    <dgm:pt modelId="{3DEA412B-8019-4A34-8E93-9F48D70308C1}">
      <dgm:prSet phldrT="[Text]"/>
      <dgm:spPr>
        <a:solidFill>
          <a:srgbClr val="FF0000"/>
        </a:solidFill>
      </dgm:spPr>
      <dgm:t>
        <a:bodyPr/>
        <a:lstStyle/>
        <a:p>
          <a:r>
            <a:rPr lang="en-US" strike="sngStrike" dirty="0" err="1"/>
            <a:t>abdc</a:t>
          </a:r>
          <a:endParaRPr lang="en-US" strike="sngStrike" dirty="0"/>
        </a:p>
      </dgm:t>
    </dgm:pt>
    <dgm:pt modelId="{BDE95E57-0D58-4124-9C79-5684467B2FB7}" type="parTrans" cxnId="{F4245377-F8BE-4B50-824F-AB390F19E8A0}">
      <dgm:prSet/>
      <dgm:spPr/>
      <dgm:t>
        <a:bodyPr/>
        <a:lstStyle/>
        <a:p>
          <a:endParaRPr lang="en-US"/>
        </a:p>
      </dgm:t>
    </dgm:pt>
    <dgm:pt modelId="{33FE376D-CAE4-40E7-ABE6-32A061648ED3}" type="sibTrans" cxnId="{F4245377-F8BE-4B50-824F-AB390F19E8A0}">
      <dgm:prSet/>
      <dgm:spPr/>
      <dgm:t>
        <a:bodyPr/>
        <a:lstStyle/>
        <a:p>
          <a:endParaRPr lang="en-US"/>
        </a:p>
      </dgm:t>
    </dgm:pt>
    <dgm:pt modelId="{130B2A5F-25DE-40ED-B7D1-5324375F6897}">
      <dgm:prSet phldrT="[Text]"/>
      <dgm:spPr>
        <a:solidFill>
          <a:srgbClr val="FF0000"/>
        </a:solidFill>
      </dgm:spPr>
      <dgm:t>
        <a:bodyPr/>
        <a:lstStyle/>
        <a:p>
          <a:r>
            <a:rPr lang="en-US" strike="sngStrike" dirty="0" err="1"/>
            <a:t>acbd</a:t>
          </a:r>
          <a:endParaRPr lang="en-US" strike="sngStrike" dirty="0"/>
        </a:p>
      </dgm:t>
    </dgm:pt>
    <dgm:pt modelId="{4BF25630-4816-4447-BB6E-73D8C3F90D31}" type="parTrans" cxnId="{1DB09668-BEB2-4761-9559-947ACA7C1843}">
      <dgm:prSet/>
      <dgm:spPr/>
      <dgm:t>
        <a:bodyPr/>
        <a:lstStyle/>
        <a:p>
          <a:endParaRPr lang="en-US"/>
        </a:p>
      </dgm:t>
    </dgm:pt>
    <dgm:pt modelId="{632939F1-32FB-4DC6-8368-2701CE8001E1}" type="sibTrans" cxnId="{1DB09668-BEB2-4761-9559-947ACA7C1843}">
      <dgm:prSet/>
      <dgm:spPr/>
      <dgm:t>
        <a:bodyPr/>
        <a:lstStyle/>
        <a:p>
          <a:endParaRPr lang="en-US"/>
        </a:p>
      </dgm:t>
    </dgm:pt>
    <dgm:pt modelId="{F793E149-CF39-402C-BE98-830DC8F643E8}">
      <dgm:prSet phldrT="[Text]"/>
      <dgm:spPr>
        <a:solidFill>
          <a:srgbClr val="FF0000"/>
        </a:solidFill>
      </dgm:spPr>
      <dgm:t>
        <a:bodyPr/>
        <a:lstStyle/>
        <a:p>
          <a:r>
            <a:rPr lang="en-US" strike="sngStrike" dirty="0" err="1"/>
            <a:t>adbc</a:t>
          </a:r>
          <a:endParaRPr lang="en-US" strike="sngStrike" dirty="0"/>
        </a:p>
      </dgm:t>
    </dgm:pt>
    <dgm:pt modelId="{97A339A2-570A-4513-8E8C-8E9C30AAD6A1}" type="parTrans" cxnId="{5F1BADED-B6D7-4E5F-8238-16D166C358A3}">
      <dgm:prSet/>
      <dgm:spPr/>
      <dgm:t>
        <a:bodyPr/>
        <a:lstStyle/>
        <a:p>
          <a:endParaRPr lang="en-US"/>
        </a:p>
      </dgm:t>
    </dgm:pt>
    <dgm:pt modelId="{53BD0452-4307-4D88-85AE-96CC14270449}" type="sibTrans" cxnId="{5F1BADED-B6D7-4E5F-8238-16D166C358A3}">
      <dgm:prSet/>
      <dgm:spPr/>
      <dgm:t>
        <a:bodyPr/>
        <a:lstStyle/>
        <a:p>
          <a:endParaRPr lang="en-US"/>
        </a:p>
      </dgm:t>
    </dgm:pt>
    <dgm:pt modelId="{47B282A0-0DA1-401C-AA27-06D6E71420CC}">
      <dgm:prSet phldrT="[Text]"/>
      <dgm:spPr>
        <a:solidFill>
          <a:srgbClr val="FF0000"/>
        </a:solidFill>
      </dgm:spPr>
      <dgm:t>
        <a:bodyPr/>
        <a:lstStyle/>
        <a:p>
          <a:r>
            <a:rPr lang="en-US" strike="sngStrike" dirty="0" err="1"/>
            <a:t>adcb</a:t>
          </a:r>
          <a:endParaRPr lang="en-US" strike="sngStrike" dirty="0"/>
        </a:p>
      </dgm:t>
    </dgm:pt>
    <dgm:pt modelId="{133183CB-4595-47F2-9DE9-C465FF3FBA4D}" type="parTrans" cxnId="{E615B164-E7CC-4682-957B-A3CDB263B28F}">
      <dgm:prSet/>
      <dgm:spPr/>
      <dgm:t>
        <a:bodyPr/>
        <a:lstStyle/>
        <a:p>
          <a:endParaRPr lang="en-US"/>
        </a:p>
      </dgm:t>
    </dgm:pt>
    <dgm:pt modelId="{A53B34D6-B639-4D73-9D0D-6EC88B6E2778}" type="sibTrans" cxnId="{E615B164-E7CC-4682-957B-A3CDB263B28F}">
      <dgm:prSet/>
      <dgm:spPr/>
      <dgm:t>
        <a:bodyPr/>
        <a:lstStyle/>
        <a:p>
          <a:endParaRPr lang="en-US"/>
        </a:p>
      </dgm:t>
    </dgm:pt>
    <dgm:pt modelId="{0DCDB52A-D592-4C8A-92B6-AE84533CB3DC}">
      <dgm:prSet phldrT="[Text]"/>
      <dgm:spPr>
        <a:solidFill>
          <a:srgbClr val="FFC000"/>
        </a:solidFill>
      </dgm:spPr>
      <dgm:t>
        <a:bodyPr/>
        <a:lstStyle/>
        <a:p>
          <a:r>
            <a:rPr lang="en-US" strike="sngStrike" dirty="0" err="1"/>
            <a:t>acdb</a:t>
          </a:r>
          <a:endParaRPr lang="en-US" strike="sngStrike" dirty="0"/>
        </a:p>
      </dgm:t>
    </dgm:pt>
    <dgm:pt modelId="{804F4F64-0284-4E79-8A35-49B192ACE2AC}" type="parTrans" cxnId="{363742C8-47E4-4A9B-BFCB-F042AE789CD6}">
      <dgm:prSet/>
      <dgm:spPr/>
      <dgm:t>
        <a:bodyPr/>
        <a:lstStyle/>
        <a:p>
          <a:endParaRPr lang="en-US"/>
        </a:p>
      </dgm:t>
    </dgm:pt>
    <dgm:pt modelId="{49FB53DD-BEA9-45C5-863A-6EDB27E29745}" type="sibTrans" cxnId="{363742C8-47E4-4A9B-BFCB-F042AE789CD6}">
      <dgm:prSet/>
      <dgm:spPr/>
      <dgm:t>
        <a:bodyPr/>
        <a:lstStyle/>
        <a:p>
          <a:endParaRPr lang="en-US"/>
        </a:p>
      </dgm:t>
    </dgm:pt>
    <dgm:pt modelId="{D5152A51-1767-48B1-878B-F7DBFA33949E}">
      <dgm:prSet phldrT="[Text]"/>
      <dgm:spPr>
        <a:solidFill>
          <a:srgbClr val="00B050"/>
        </a:solidFill>
      </dgm:spPr>
      <dgm:t>
        <a:bodyPr/>
        <a:lstStyle/>
        <a:p>
          <a:r>
            <a:rPr lang="en-US" dirty="0"/>
            <a:t>ac-b</a:t>
          </a:r>
        </a:p>
      </dgm:t>
    </dgm:pt>
    <dgm:pt modelId="{B6C5E97A-282F-45A6-BCC3-64522E952EE1}" type="parTrans" cxnId="{9CFEDDA0-96CB-41F5-B53A-1255348ADF7A}">
      <dgm:prSet/>
      <dgm:spPr/>
      <dgm:t>
        <a:bodyPr/>
        <a:lstStyle/>
        <a:p>
          <a:endParaRPr lang="en-US"/>
        </a:p>
      </dgm:t>
    </dgm:pt>
    <dgm:pt modelId="{913A2E76-9061-43FC-B0FE-AA5E8B160ED7}" type="sibTrans" cxnId="{9CFEDDA0-96CB-41F5-B53A-1255348ADF7A}">
      <dgm:prSet/>
      <dgm:spPr/>
      <dgm:t>
        <a:bodyPr/>
        <a:lstStyle/>
        <a:p>
          <a:endParaRPr lang="en-US"/>
        </a:p>
      </dgm:t>
    </dgm:pt>
    <dgm:pt modelId="{9D22BEF4-FCF8-4E47-BC27-0FEF5E25631F}">
      <dgm:prSet phldrT="[Text]"/>
      <dgm:spPr>
        <a:solidFill>
          <a:srgbClr val="FFC000"/>
        </a:solidFill>
      </dgm:spPr>
      <dgm:t>
        <a:bodyPr/>
        <a:lstStyle/>
        <a:p>
          <a:r>
            <a:rPr lang="en-US" strike="sngStrike" dirty="0"/>
            <a:t>a-</a:t>
          </a:r>
          <a:r>
            <a:rPr lang="en-US" strike="sngStrike" dirty="0" err="1"/>
            <a:t>cb</a:t>
          </a:r>
          <a:endParaRPr lang="en-US" strike="sngStrike" dirty="0"/>
        </a:p>
      </dgm:t>
    </dgm:pt>
    <dgm:pt modelId="{4BFE1509-6A9C-4AB3-B065-DD9D3390177D}" type="parTrans" cxnId="{A4766364-9A64-411C-B942-0A907EE570D2}">
      <dgm:prSet/>
      <dgm:spPr/>
      <dgm:t>
        <a:bodyPr/>
        <a:lstStyle/>
        <a:p>
          <a:endParaRPr lang="en-US"/>
        </a:p>
      </dgm:t>
    </dgm:pt>
    <dgm:pt modelId="{71723B24-F891-47EA-A412-40A8EC5E7306}" type="sibTrans" cxnId="{A4766364-9A64-411C-B942-0A907EE570D2}">
      <dgm:prSet/>
      <dgm:spPr/>
      <dgm:t>
        <a:bodyPr/>
        <a:lstStyle/>
        <a:p>
          <a:endParaRPr lang="en-US"/>
        </a:p>
      </dgm:t>
    </dgm:pt>
    <dgm:pt modelId="{BC3B1247-AE8F-4270-8F07-B4AE12AAB0BA}">
      <dgm:prSet phldrT="[Text]"/>
      <dgm:spPr>
        <a:solidFill>
          <a:srgbClr val="00B050"/>
        </a:solidFill>
      </dgm:spPr>
      <dgm:t>
        <a:bodyPr/>
        <a:lstStyle/>
        <a:p>
          <a:r>
            <a:rPr lang="en-US" dirty="0"/>
            <a:t>a--b</a:t>
          </a:r>
        </a:p>
      </dgm:t>
    </dgm:pt>
    <dgm:pt modelId="{34D0F6A1-8C99-4304-B1A2-4B83E9A86718}" type="sibTrans" cxnId="{7FB296E6-49E4-44B1-ADAA-184B9D702CFE}">
      <dgm:prSet/>
      <dgm:spPr/>
      <dgm:t>
        <a:bodyPr/>
        <a:lstStyle/>
        <a:p>
          <a:endParaRPr lang="en-US"/>
        </a:p>
      </dgm:t>
    </dgm:pt>
    <dgm:pt modelId="{22948020-AA8A-4E5B-93EA-3CCF172176F8}" type="parTrans" cxnId="{7FB296E6-49E4-44B1-ADAA-184B9D702CFE}">
      <dgm:prSet/>
      <dgm:spPr/>
      <dgm:t>
        <a:bodyPr/>
        <a:lstStyle/>
        <a:p>
          <a:endParaRPr lang="en-US"/>
        </a:p>
      </dgm:t>
    </dgm:pt>
    <dgm:pt modelId="{685EF7C8-99E3-4D3C-9390-78DAD5023945}">
      <dgm:prSet phldrT="[Text]"/>
      <dgm:spPr>
        <a:solidFill>
          <a:srgbClr val="00B050"/>
        </a:solidFill>
      </dgm:spPr>
      <dgm:t>
        <a:bodyPr/>
        <a:lstStyle/>
        <a:p>
          <a:r>
            <a:rPr lang="en-US" dirty="0"/>
            <a:t>-a--</a:t>
          </a:r>
        </a:p>
      </dgm:t>
    </dgm:pt>
    <dgm:pt modelId="{1CCF0BBF-017B-41E8-B7B5-7852C6D32492}" type="parTrans" cxnId="{77E6C73F-9533-4BD9-96F5-EC2D853F6B40}">
      <dgm:prSet/>
      <dgm:spPr/>
      <dgm:t>
        <a:bodyPr/>
        <a:lstStyle/>
        <a:p>
          <a:endParaRPr lang="en-US"/>
        </a:p>
      </dgm:t>
    </dgm:pt>
    <dgm:pt modelId="{9C07CDA2-FB14-47A8-8648-D163CD89F984}" type="sibTrans" cxnId="{77E6C73F-9533-4BD9-96F5-EC2D853F6B40}">
      <dgm:prSet/>
      <dgm:spPr/>
      <dgm:t>
        <a:bodyPr/>
        <a:lstStyle/>
        <a:p>
          <a:endParaRPr lang="en-US"/>
        </a:p>
      </dgm:t>
    </dgm:pt>
    <dgm:pt modelId="{223B2B60-91A0-4C64-B2EA-46ED70C96712}">
      <dgm:prSet phldrT="[Text]"/>
      <dgm:spPr/>
      <dgm:t>
        <a:bodyPr/>
        <a:lstStyle/>
        <a:p>
          <a:r>
            <a:rPr lang="en-US" dirty="0"/>
            <a:t>--a-…</a:t>
          </a:r>
        </a:p>
      </dgm:t>
    </dgm:pt>
    <dgm:pt modelId="{9A5740A2-9075-4FFB-94E5-FC12885DF59B}" type="parTrans" cxnId="{59040C2E-2A55-4C00-993E-CAAAEE1D8598}">
      <dgm:prSet/>
      <dgm:spPr/>
      <dgm:t>
        <a:bodyPr/>
        <a:lstStyle/>
        <a:p>
          <a:endParaRPr lang="en-US"/>
        </a:p>
      </dgm:t>
    </dgm:pt>
    <dgm:pt modelId="{05815D81-C957-4731-81F0-C9447D0945AD}" type="sibTrans" cxnId="{59040C2E-2A55-4C00-993E-CAAAEE1D8598}">
      <dgm:prSet/>
      <dgm:spPr/>
      <dgm:t>
        <a:bodyPr/>
        <a:lstStyle/>
        <a:p>
          <a:endParaRPr lang="en-US"/>
        </a:p>
      </dgm:t>
    </dgm:pt>
    <dgm:pt modelId="{49C96791-36DA-47EC-9A5E-7ED10DF1FC2C}">
      <dgm:prSet phldrT="[Text]"/>
      <dgm:spPr/>
      <dgm:t>
        <a:bodyPr/>
        <a:lstStyle/>
        <a:p>
          <a:r>
            <a:rPr lang="en-US" dirty="0"/>
            <a:t>---a</a:t>
          </a:r>
        </a:p>
      </dgm:t>
    </dgm:pt>
    <dgm:pt modelId="{C0A382CF-73B4-439C-83B3-6BB48804BD70}" type="parTrans" cxnId="{38B9A16A-6B7F-4B1A-BB4C-E665CFDEAEA6}">
      <dgm:prSet/>
      <dgm:spPr/>
      <dgm:t>
        <a:bodyPr/>
        <a:lstStyle/>
        <a:p>
          <a:endParaRPr lang="en-US"/>
        </a:p>
      </dgm:t>
    </dgm:pt>
    <dgm:pt modelId="{D691FD72-E0BA-4E75-A8AF-C4F2B552884A}" type="sibTrans" cxnId="{38B9A16A-6B7F-4B1A-BB4C-E665CFDEAEA6}">
      <dgm:prSet/>
      <dgm:spPr/>
      <dgm:t>
        <a:bodyPr/>
        <a:lstStyle/>
        <a:p>
          <a:endParaRPr lang="en-US"/>
        </a:p>
      </dgm:t>
    </dgm:pt>
    <dgm:pt modelId="{4CE3DDA7-2EB4-4F4E-8D01-7C030C6C3886}">
      <dgm:prSet phldrT="[Text]"/>
      <dgm:spPr/>
      <dgm:t>
        <a:bodyPr/>
        <a:lstStyle/>
        <a:p>
          <a:r>
            <a:rPr lang="en-US" dirty="0"/>
            <a:t>…</a:t>
          </a:r>
        </a:p>
      </dgm:t>
    </dgm:pt>
    <dgm:pt modelId="{1D94C0F2-775D-452B-99C6-76BAB7E17552}" type="parTrans" cxnId="{10E18B03-BDCC-481F-B676-045124BFEB19}">
      <dgm:prSet/>
      <dgm:spPr/>
      <dgm:t>
        <a:bodyPr/>
        <a:lstStyle/>
        <a:p>
          <a:endParaRPr lang="en-US"/>
        </a:p>
      </dgm:t>
    </dgm:pt>
    <dgm:pt modelId="{F7A6D1CE-9FC1-431B-990B-41C7D6159B41}" type="sibTrans" cxnId="{10E18B03-BDCC-481F-B676-045124BFEB19}">
      <dgm:prSet/>
      <dgm:spPr/>
      <dgm:t>
        <a:bodyPr/>
        <a:lstStyle/>
        <a:p>
          <a:endParaRPr lang="en-US"/>
        </a:p>
      </dgm:t>
    </dgm:pt>
    <dgm:pt modelId="{459539B4-7F78-42E1-9960-B553452B8838}">
      <dgm:prSet phldrT="[Text]"/>
      <dgm:spPr/>
      <dgm:t>
        <a:bodyPr/>
        <a:lstStyle/>
        <a:p>
          <a:r>
            <a:rPr lang="en-US" dirty="0"/>
            <a:t>…</a:t>
          </a:r>
        </a:p>
      </dgm:t>
    </dgm:pt>
    <dgm:pt modelId="{709323DA-D6FA-4D55-BFF6-6AF5D9EC0068}" type="parTrans" cxnId="{47164E60-9336-4AA8-8502-1506B0242327}">
      <dgm:prSet/>
      <dgm:spPr/>
      <dgm:t>
        <a:bodyPr/>
        <a:lstStyle/>
        <a:p>
          <a:endParaRPr lang="en-US"/>
        </a:p>
      </dgm:t>
    </dgm:pt>
    <dgm:pt modelId="{369C5BAC-591F-4B9B-A466-F96AF087C16E}" type="sibTrans" cxnId="{47164E60-9336-4AA8-8502-1506B0242327}">
      <dgm:prSet/>
      <dgm:spPr/>
      <dgm:t>
        <a:bodyPr/>
        <a:lstStyle/>
        <a:p>
          <a:endParaRPr lang="en-US"/>
        </a:p>
      </dgm:t>
    </dgm:pt>
    <dgm:pt modelId="{16D0332F-8243-4C07-B1EE-48C03B735FEF}">
      <dgm:prSet phldrT="[Text]"/>
      <dgm:spPr/>
      <dgm:t>
        <a:bodyPr/>
        <a:lstStyle/>
        <a:p>
          <a:r>
            <a:rPr lang="en-US" dirty="0"/>
            <a:t>…</a:t>
          </a:r>
        </a:p>
      </dgm:t>
    </dgm:pt>
    <dgm:pt modelId="{746433B2-F7AE-473D-BFA0-E97A635C8F8C}" type="parTrans" cxnId="{6194F8DB-8685-4E66-9D22-2826FC860658}">
      <dgm:prSet/>
      <dgm:spPr/>
      <dgm:t>
        <a:bodyPr/>
        <a:lstStyle/>
        <a:p>
          <a:endParaRPr lang="en-US"/>
        </a:p>
      </dgm:t>
    </dgm:pt>
    <dgm:pt modelId="{A815DAA2-F219-40E0-897B-1A9A8D360889}" type="sibTrans" cxnId="{6194F8DB-8685-4E66-9D22-2826FC860658}">
      <dgm:prSet/>
      <dgm:spPr/>
      <dgm:t>
        <a:bodyPr/>
        <a:lstStyle/>
        <a:p>
          <a:endParaRPr lang="en-US"/>
        </a:p>
      </dgm:t>
    </dgm:pt>
    <dgm:pt modelId="{D45EE3AD-6541-42E3-9649-A68DB6A292A6}" type="pres">
      <dgm:prSet presAssocID="{60F954E7-316C-46D3-AAF5-BDE9EC409439}" presName="mainComposite" presStyleCnt="0">
        <dgm:presLayoutVars>
          <dgm:chPref val="1"/>
          <dgm:dir/>
          <dgm:animOne val="branch"/>
          <dgm:animLvl val="lvl"/>
          <dgm:resizeHandles val="exact"/>
        </dgm:presLayoutVars>
      </dgm:prSet>
      <dgm:spPr/>
    </dgm:pt>
    <dgm:pt modelId="{EF2E9DAB-D783-4796-89CF-A6D7058C0240}" type="pres">
      <dgm:prSet presAssocID="{60F954E7-316C-46D3-AAF5-BDE9EC409439}" presName="hierFlow" presStyleCnt="0"/>
      <dgm:spPr/>
    </dgm:pt>
    <dgm:pt modelId="{C44C495F-9BE6-4DC4-95D4-BC613ECF64F0}" type="pres">
      <dgm:prSet presAssocID="{60F954E7-316C-46D3-AAF5-BDE9EC409439}" presName="hierChild1" presStyleCnt="0">
        <dgm:presLayoutVars>
          <dgm:chPref val="1"/>
          <dgm:animOne val="branch"/>
          <dgm:animLvl val="lvl"/>
        </dgm:presLayoutVars>
      </dgm:prSet>
      <dgm:spPr/>
    </dgm:pt>
    <dgm:pt modelId="{1BE3ECDC-0E51-45A2-9BF5-0550BFC24296}" type="pres">
      <dgm:prSet presAssocID="{913ACD5F-36FF-4D30-BFEE-DDA424139B2A}" presName="Name14" presStyleCnt="0"/>
      <dgm:spPr/>
    </dgm:pt>
    <dgm:pt modelId="{310706CA-9772-4D5F-AB88-342085F7D151}" type="pres">
      <dgm:prSet presAssocID="{913ACD5F-36FF-4D30-BFEE-DDA424139B2A}" presName="level1Shape" presStyleLbl="node0" presStyleIdx="0" presStyleCnt="1">
        <dgm:presLayoutVars>
          <dgm:chPref val="3"/>
        </dgm:presLayoutVars>
      </dgm:prSet>
      <dgm:spPr/>
    </dgm:pt>
    <dgm:pt modelId="{4B429088-BA22-4530-89A2-F71CB8BE9D74}" type="pres">
      <dgm:prSet presAssocID="{913ACD5F-36FF-4D30-BFEE-DDA424139B2A}" presName="hierChild2" presStyleCnt="0"/>
      <dgm:spPr/>
    </dgm:pt>
    <dgm:pt modelId="{F9395FC6-CB1B-4F85-8FE9-9E3163CEB9E9}" type="pres">
      <dgm:prSet presAssocID="{1FE83964-E711-452C-9507-34F8222F117B}" presName="Name19" presStyleLbl="parChTrans1D2" presStyleIdx="0" presStyleCnt="4"/>
      <dgm:spPr/>
    </dgm:pt>
    <dgm:pt modelId="{83AFEC22-48AD-401A-9D53-CA4168DB8CF5}" type="pres">
      <dgm:prSet presAssocID="{2AA527A6-C330-4B99-9352-8589C82E53FB}" presName="Name21" presStyleCnt="0"/>
      <dgm:spPr/>
    </dgm:pt>
    <dgm:pt modelId="{A0B96DB5-C266-4C12-BD1C-E0E5A93078E8}" type="pres">
      <dgm:prSet presAssocID="{2AA527A6-C330-4B99-9352-8589C82E53FB}" presName="level2Shape" presStyleLbl="node2" presStyleIdx="0" presStyleCnt="4"/>
      <dgm:spPr/>
    </dgm:pt>
    <dgm:pt modelId="{580FA2E2-8A1D-4822-8311-3C6A26A85052}" type="pres">
      <dgm:prSet presAssocID="{2AA527A6-C330-4B99-9352-8589C82E53FB}" presName="hierChild3" presStyleCnt="0"/>
      <dgm:spPr/>
    </dgm:pt>
    <dgm:pt modelId="{258E1F0F-44E8-42EA-AB88-08B737ABF74E}" type="pres">
      <dgm:prSet presAssocID="{D06CBBFE-9DE5-4B84-8C14-2773179D3A93}" presName="Name19" presStyleLbl="parChTrans1D3" presStyleIdx="0" presStyleCnt="6"/>
      <dgm:spPr/>
    </dgm:pt>
    <dgm:pt modelId="{299836E4-0342-4C40-93C5-69B4F97CAFAC}" type="pres">
      <dgm:prSet presAssocID="{FF3A7AC3-DDE5-425A-965C-427360FB5532}" presName="Name21" presStyleCnt="0"/>
      <dgm:spPr/>
    </dgm:pt>
    <dgm:pt modelId="{484EE11B-4342-43DA-A4FE-A837AFB4A75A}" type="pres">
      <dgm:prSet presAssocID="{FF3A7AC3-DDE5-425A-965C-427360FB5532}" presName="level2Shape" presStyleLbl="node3" presStyleIdx="0" presStyleCnt="6"/>
      <dgm:spPr/>
    </dgm:pt>
    <dgm:pt modelId="{52F442E7-9062-4219-ADB3-EEC760CDC6DD}" type="pres">
      <dgm:prSet presAssocID="{FF3A7AC3-DDE5-425A-965C-427360FB5532}" presName="hierChild3" presStyleCnt="0"/>
      <dgm:spPr/>
    </dgm:pt>
    <dgm:pt modelId="{844F4F33-47F3-434F-8E92-34B7AB4C80E6}" type="pres">
      <dgm:prSet presAssocID="{C9B6F08B-9994-4278-9D06-BBF366631AE2}" presName="Name19" presStyleLbl="parChTrans1D4" presStyleIdx="0" presStyleCnt="12"/>
      <dgm:spPr/>
    </dgm:pt>
    <dgm:pt modelId="{67F48839-2331-40E7-AD9E-2386ADB85ECE}" type="pres">
      <dgm:prSet presAssocID="{8CD6D4ED-B94D-4659-9C24-D8BA4A731BD0}" presName="Name21" presStyleCnt="0"/>
      <dgm:spPr/>
    </dgm:pt>
    <dgm:pt modelId="{054EB2D9-8A06-4DA2-BB80-D171205F014D}" type="pres">
      <dgm:prSet presAssocID="{8CD6D4ED-B94D-4659-9C24-D8BA4A731BD0}" presName="level2Shape" presStyleLbl="node4" presStyleIdx="0" presStyleCnt="12"/>
      <dgm:spPr/>
    </dgm:pt>
    <dgm:pt modelId="{3AB4278A-A4F2-4288-9AEB-6CDFC0ED9A35}" type="pres">
      <dgm:prSet presAssocID="{8CD6D4ED-B94D-4659-9C24-D8BA4A731BD0}" presName="hierChild3" presStyleCnt="0"/>
      <dgm:spPr/>
    </dgm:pt>
    <dgm:pt modelId="{108B68F4-4D1E-4EB2-A1C2-7818DC02AE3C}" type="pres">
      <dgm:prSet presAssocID="{6EA9CA4D-0BD7-40A1-80D3-EE2DCBBD01BF}" presName="Name19" presStyleLbl="parChTrans1D4" presStyleIdx="1" presStyleCnt="12"/>
      <dgm:spPr/>
    </dgm:pt>
    <dgm:pt modelId="{915E78DC-426D-4F3B-BC19-4F62802626C3}" type="pres">
      <dgm:prSet presAssocID="{B86098E5-AB96-4D2C-B436-7629DE5A4157}" presName="Name21" presStyleCnt="0"/>
      <dgm:spPr/>
    </dgm:pt>
    <dgm:pt modelId="{7F785016-3D76-4606-9B29-7991F2FBD16A}" type="pres">
      <dgm:prSet presAssocID="{B86098E5-AB96-4D2C-B436-7629DE5A4157}" presName="level2Shape" presStyleLbl="node4" presStyleIdx="1" presStyleCnt="12"/>
      <dgm:spPr/>
    </dgm:pt>
    <dgm:pt modelId="{71E544B8-78F6-4DA3-8B79-D451D50484C2}" type="pres">
      <dgm:prSet presAssocID="{B86098E5-AB96-4D2C-B436-7629DE5A4157}" presName="hierChild3" presStyleCnt="0"/>
      <dgm:spPr/>
    </dgm:pt>
    <dgm:pt modelId="{74B3282B-DAE3-4893-9C41-8C4664666790}" type="pres">
      <dgm:prSet presAssocID="{22BA3487-59C0-479A-84C5-3FA5D15B8405}" presName="Name19" presStyleLbl="parChTrans1D4" presStyleIdx="2" presStyleCnt="12"/>
      <dgm:spPr/>
    </dgm:pt>
    <dgm:pt modelId="{0CBC7CAD-2717-4502-A3EE-9629EB27CF62}" type="pres">
      <dgm:prSet presAssocID="{D81796E0-C1A5-4511-BB6C-8F5FE83CB87B}" presName="Name21" presStyleCnt="0"/>
      <dgm:spPr/>
    </dgm:pt>
    <dgm:pt modelId="{A85AC4DE-D4F2-4ABD-A286-C56B839D59DF}" type="pres">
      <dgm:prSet presAssocID="{D81796E0-C1A5-4511-BB6C-8F5FE83CB87B}" presName="level2Shape" presStyleLbl="node4" presStyleIdx="2" presStyleCnt="12"/>
      <dgm:spPr/>
    </dgm:pt>
    <dgm:pt modelId="{C1B1ACBF-9A47-49EA-90E0-68AB2E8934ED}" type="pres">
      <dgm:prSet presAssocID="{D81796E0-C1A5-4511-BB6C-8F5FE83CB87B}" presName="hierChild3" presStyleCnt="0"/>
      <dgm:spPr/>
    </dgm:pt>
    <dgm:pt modelId="{33D7A658-62CB-44BE-912A-9E8B48493AD0}" type="pres">
      <dgm:prSet presAssocID="{BDE95E57-0D58-4124-9C79-5684467B2FB7}" presName="Name19" presStyleLbl="parChTrans1D4" presStyleIdx="3" presStyleCnt="12"/>
      <dgm:spPr/>
    </dgm:pt>
    <dgm:pt modelId="{E1A3AD54-6A35-43D4-BA1B-E49EE705ECAC}" type="pres">
      <dgm:prSet presAssocID="{3DEA412B-8019-4A34-8E93-9F48D70308C1}" presName="Name21" presStyleCnt="0"/>
      <dgm:spPr/>
    </dgm:pt>
    <dgm:pt modelId="{6283DB4C-D922-4883-9BEE-5502D90357F7}" type="pres">
      <dgm:prSet presAssocID="{3DEA412B-8019-4A34-8E93-9F48D70308C1}" presName="level2Shape" presStyleLbl="node4" presStyleIdx="3" presStyleCnt="12"/>
      <dgm:spPr/>
    </dgm:pt>
    <dgm:pt modelId="{7FCEE237-C45E-4DE1-AC20-095F861CEC5A}" type="pres">
      <dgm:prSet presAssocID="{3DEA412B-8019-4A34-8E93-9F48D70308C1}" presName="hierChild3" presStyleCnt="0"/>
      <dgm:spPr/>
    </dgm:pt>
    <dgm:pt modelId="{261B2401-23D9-47B7-854B-1390B55DFC22}" type="pres">
      <dgm:prSet presAssocID="{48ABB4E8-7FFF-43C6-B970-46906208578D}" presName="Name19" presStyleLbl="parChTrans1D3" presStyleIdx="1" presStyleCnt="6"/>
      <dgm:spPr/>
    </dgm:pt>
    <dgm:pt modelId="{910B7707-EF51-4C21-B9DE-7D8FBA4B4B9E}" type="pres">
      <dgm:prSet presAssocID="{3CC770FF-3EB2-4166-8594-0EF46620B3DE}" presName="Name21" presStyleCnt="0"/>
      <dgm:spPr/>
    </dgm:pt>
    <dgm:pt modelId="{77C5F1CB-7744-41A3-ABCC-2816B3A3B7DC}" type="pres">
      <dgm:prSet presAssocID="{3CC770FF-3EB2-4166-8594-0EF46620B3DE}" presName="level2Shape" presStyleLbl="node3" presStyleIdx="1" presStyleCnt="6"/>
      <dgm:spPr/>
    </dgm:pt>
    <dgm:pt modelId="{2392D233-3235-4E44-ADC3-BD5B9E724663}" type="pres">
      <dgm:prSet presAssocID="{3CC770FF-3EB2-4166-8594-0EF46620B3DE}" presName="hierChild3" presStyleCnt="0"/>
      <dgm:spPr/>
    </dgm:pt>
    <dgm:pt modelId="{295508F4-93DD-47CC-AD86-AB512C5180E3}" type="pres">
      <dgm:prSet presAssocID="{388AC2C7-CFD8-4E89-9E59-7CF0471F3F4F}" presName="Name19" presStyleLbl="parChTrans1D4" presStyleIdx="4" presStyleCnt="12"/>
      <dgm:spPr/>
    </dgm:pt>
    <dgm:pt modelId="{86F7B754-2A18-44A8-BAC3-3292FFBD1256}" type="pres">
      <dgm:prSet presAssocID="{8AF072BC-062B-4B9A-91B3-52764F1156CB}" presName="Name21" presStyleCnt="0"/>
      <dgm:spPr/>
    </dgm:pt>
    <dgm:pt modelId="{ED2A92EF-039B-4F9A-BF8C-3EA749C49D84}" type="pres">
      <dgm:prSet presAssocID="{8AF072BC-062B-4B9A-91B3-52764F1156CB}" presName="level2Shape" presStyleLbl="node4" presStyleIdx="4" presStyleCnt="12"/>
      <dgm:spPr/>
    </dgm:pt>
    <dgm:pt modelId="{A4E5F2D8-8469-4032-AC89-7C2033495384}" type="pres">
      <dgm:prSet presAssocID="{8AF072BC-062B-4B9A-91B3-52764F1156CB}" presName="hierChild3" presStyleCnt="0"/>
      <dgm:spPr/>
    </dgm:pt>
    <dgm:pt modelId="{9DFC7F07-A183-4755-8CF0-47D867504C57}" type="pres">
      <dgm:prSet presAssocID="{4BF25630-4816-4447-BB6E-73D8C3F90D31}" presName="Name19" presStyleLbl="parChTrans1D4" presStyleIdx="5" presStyleCnt="12"/>
      <dgm:spPr/>
    </dgm:pt>
    <dgm:pt modelId="{6270601C-D009-477C-9160-2C4D0D59A898}" type="pres">
      <dgm:prSet presAssocID="{130B2A5F-25DE-40ED-B7D1-5324375F6897}" presName="Name21" presStyleCnt="0"/>
      <dgm:spPr/>
    </dgm:pt>
    <dgm:pt modelId="{556183A6-72B4-4C1E-9884-E5897B97F7E2}" type="pres">
      <dgm:prSet presAssocID="{130B2A5F-25DE-40ED-B7D1-5324375F6897}" presName="level2Shape" presStyleLbl="node4" presStyleIdx="5" presStyleCnt="12"/>
      <dgm:spPr/>
    </dgm:pt>
    <dgm:pt modelId="{BA331AF4-94F7-4923-9CCC-37C0433F88D8}" type="pres">
      <dgm:prSet presAssocID="{130B2A5F-25DE-40ED-B7D1-5324375F6897}" presName="hierChild3" presStyleCnt="0"/>
      <dgm:spPr/>
    </dgm:pt>
    <dgm:pt modelId="{A4FA3FA0-5934-482D-B5B5-C35599768775}" type="pres">
      <dgm:prSet presAssocID="{8DBD66EB-2B84-4B17-AE3B-8137EA482A52}" presName="Name19" presStyleLbl="parChTrans1D4" presStyleIdx="6" presStyleCnt="12"/>
      <dgm:spPr/>
    </dgm:pt>
    <dgm:pt modelId="{0C71220A-9A15-4F86-AF35-98A284EBE845}" type="pres">
      <dgm:prSet presAssocID="{2EFA2E03-0870-4577-9C57-BDD0565F4576}" presName="Name21" presStyleCnt="0"/>
      <dgm:spPr/>
    </dgm:pt>
    <dgm:pt modelId="{91120E78-8AED-4115-ABFD-5A885A7BE55F}" type="pres">
      <dgm:prSet presAssocID="{2EFA2E03-0870-4577-9C57-BDD0565F4576}" presName="level2Shape" presStyleLbl="node4" presStyleIdx="6" presStyleCnt="12"/>
      <dgm:spPr/>
    </dgm:pt>
    <dgm:pt modelId="{9421C057-F4DD-4FFB-A72A-41E6B6A3E5D8}" type="pres">
      <dgm:prSet presAssocID="{2EFA2E03-0870-4577-9C57-BDD0565F4576}" presName="hierChild3" presStyleCnt="0"/>
      <dgm:spPr/>
    </dgm:pt>
    <dgm:pt modelId="{C82FADC9-4A5C-48D1-8E0C-57617BD8B9D9}" type="pres">
      <dgm:prSet presAssocID="{97A339A2-570A-4513-8E8C-8E9C30AAD6A1}" presName="Name19" presStyleLbl="parChTrans1D4" presStyleIdx="7" presStyleCnt="12"/>
      <dgm:spPr/>
    </dgm:pt>
    <dgm:pt modelId="{16165166-42D8-47FC-80B5-0D63568F381B}" type="pres">
      <dgm:prSet presAssocID="{F793E149-CF39-402C-BE98-830DC8F643E8}" presName="Name21" presStyleCnt="0"/>
      <dgm:spPr/>
    </dgm:pt>
    <dgm:pt modelId="{6614FE4E-E6C9-4242-990F-0936FE9C4E00}" type="pres">
      <dgm:prSet presAssocID="{F793E149-CF39-402C-BE98-830DC8F643E8}" presName="level2Shape" presStyleLbl="node4" presStyleIdx="7" presStyleCnt="12"/>
      <dgm:spPr/>
    </dgm:pt>
    <dgm:pt modelId="{DFF23EAD-B09A-4AA8-835B-696E5B0A13F3}" type="pres">
      <dgm:prSet presAssocID="{F793E149-CF39-402C-BE98-830DC8F643E8}" presName="hierChild3" presStyleCnt="0"/>
      <dgm:spPr/>
    </dgm:pt>
    <dgm:pt modelId="{792EAE39-05E5-4F97-B2D3-8903E61FBF4F}" type="pres">
      <dgm:prSet presAssocID="{22948020-AA8A-4E5B-93EA-3CCF172176F8}" presName="Name19" presStyleLbl="parChTrans1D3" presStyleIdx="2" presStyleCnt="6"/>
      <dgm:spPr/>
    </dgm:pt>
    <dgm:pt modelId="{919F1F35-DF69-4CCB-B5FC-2A48FF3F5675}" type="pres">
      <dgm:prSet presAssocID="{BC3B1247-AE8F-4270-8F07-B4AE12AAB0BA}" presName="Name21" presStyleCnt="0"/>
      <dgm:spPr/>
    </dgm:pt>
    <dgm:pt modelId="{F122795B-A313-409A-9F52-57CFA92EDB93}" type="pres">
      <dgm:prSet presAssocID="{BC3B1247-AE8F-4270-8F07-B4AE12AAB0BA}" presName="level2Shape" presStyleLbl="node3" presStyleIdx="2" presStyleCnt="6"/>
      <dgm:spPr/>
    </dgm:pt>
    <dgm:pt modelId="{DD36DF33-0853-4D3E-9951-9E64EAFCCB2C}" type="pres">
      <dgm:prSet presAssocID="{BC3B1247-AE8F-4270-8F07-B4AE12AAB0BA}" presName="hierChild3" presStyleCnt="0"/>
      <dgm:spPr/>
    </dgm:pt>
    <dgm:pt modelId="{62FDC3F9-646D-4B67-A6DC-D705D9737401}" type="pres">
      <dgm:prSet presAssocID="{B6C5E97A-282F-45A6-BCC3-64522E952EE1}" presName="Name19" presStyleLbl="parChTrans1D4" presStyleIdx="8" presStyleCnt="12"/>
      <dgm:spPr/>
    </dgm:pt>
    <dgm:pt modelId="{27E652EE-95F2-4803-BDA6-1D848ECD0A92}" type="pres">
      <dgm:prSet presAssocID="{D5152A51-1767-48B1-878B-F7DBFA33949E}" presName="Name21" presStyleCnt="0"/>
      <dgm:spPr/>
    </dgm:pt>
    <dgm:pt modelId="{18B870B5-656E-4481-8AA2-2A6A4568029B}" type="pres">
      <dgm:prSet presAssocID="{D5152A51-1767-48B1-878B-F7DBFA33949E}" presName="level2Shape" presStyleLbl="node4" presStyleIdx="8" presStyleCnt="12"/>
      <dgm:spPr/>
    </dgm:pt>
    <dgm:pt modelId="{2BF585E5-B013-4874-A11C-9E53AC2A93D0}" type="pres">
      <dgm:prSet presAssocID="{D5152A51-1767-48B1-878B-F7DBFA33949E}" presName="hierChild3" presStyleCnt="0"/>
      <dgm:spPr/>
    </dgm:pt>
    <dgm:pt modelId="{306C6D96-E16E-495E-B082-140907B574C2}" type="pres">
      <dgm:prSet presAssocID="{804F4F64-0284-4E79-8A35-49B192ACE2AC}" presName="Name19" presStyleLbl="parChTrans1D4" presStyleIdx="9" presStyleCnt="12"/>
      <dgm:spPr/>
    </dgm:pt>
    <dgm:pt modelId="{32AB6C7D-38D1-461D-B7A1-F6A73551066B}" type="pres">
      <dgm:prSet presAssocID="{0DCDB52A-D592-4C8A-92B6-AE84533CB3DC}" presName="Name21" presStyleCnt="0"/>
      <dgm:spPr/>
    </dgm:pt>
    <dgm:pt modelId="{6CCDEACC-4434-4565-902B-7DF5F248076A}" type="pres">
      <dgm:prSet presAssocID="{0DCDB52A-D592-4C8A-92B6-AE84533CB3DC}" presName="level2Shape" presStyleLbl="node4" presStyleIdx="9" presStyleCnt="12"/>
      <dgm:spPr/>
    </dgm:pt>
    <dgm:pt modelId="{55F35CA8-7FDF-478B-93EE-AC7AFA303B9D}" type="pres">
      <dgm:prSet presAssocID="{0DCDB52A-D592-4C8A-92B6-AE84533CB3DC}" presName="hierChild3" presStyleCnt="0"/>
      <dgm:spPr/>
    </dgm:pt>
    <dgm:pt modelId="{D35712CB-A146-4107-8ACA-E5AD96524B3D}" type="pres">
      <dgm:prSet presAssocID="{4BFE1509-6A9C-4AB3-B065-DD9D3390177D}" presName="Name19" presStyleLbl="parChTrans1D4" presStyleIdx="10" presStyleCnt="12"/>
      <dgm:spPr/>
    </dgm:pt>
    <dgm:pt modelId="{BF8B0F8C-8311-4ABA-82EF-AAC35BBDF342}" type="pres">
      <dgm:prSet presAssocID="{9D22BEF4-FCF8-4E47-BC27-0FEF5E25631F}" presName="Name21" presStyleCnt="0"/>
      <dgm:spPr/>
    </dgm:pt>
    <dgm:pt modelId="{E7F51DED-CBF7-4BC1-A840-7525B169F018}" type="pres">
      <dgm:prSet presAssocID="{9D22BEF4-FCF8-4E47-BC27-0FEF5E25631F}" presName="level2Shape" presStyleLbl="node4" presStyleIdx="10" presStyleCnt="12"/>
      <dgm:spPr/>
    </dgm:pt>
    <dgm:pt modelId="{6C712DE2-997F-4905-9E17-CB5FE57E546B}" type="pres">
      <dgm:prSet presAssocID="{9D22BEF4-FCF8-4E47-BC27-0FEF5E25631F}" presName="hierChild3" presStyleCnt="0"/>
      <dgm:spPr/>
    </dgm:pt>
    <dgm:pt modelId="{0C41BB6F-138C-4E27-8621-DAAA1B033872}" type="pres">
      <dgm:prSet presAssocID="{133183CB-4595-47F2-9DE9-C465FF3FBA4D}" presName="Name19" presStyleLbl="parChTrans1D4" presStyleIdx="11" presStyleCnt="12"/>
      <dgm:spPr/>
    </dgm:pt>
    <dgm:pt modelId="{E69B5964-08F4-48C7-A5B1-3A02C60746B8}" type="pres">
      <dgm:prSet presAssocID="{47B282A0-0DA1-401C-AA27-06D6E71420CC}" presName="Name21" presStyleCnt="0"/>
      <dgm:spPr/>
    </dgm:pt>
    <dgm:pt modelId="{D6014396-6DBB-434E-8247-62686AD8BAF7}" type="pres">
      <dgm:prSet presAssocID="{47B282A0-0DA1-401C-AA27-06D6E71420CC}" presName="level2Shape" presStyleLbl="node4" presStyleIdx="11" presStyleCnt="12"/>
      <dgm:spPr/>
    </dgm:pt>
    <dgm:pt modelId="{37AD3600-2AC0-43F5-9C15-FA7384CAF6F2}" type="pres">
      <dgm:prSet presAssocID="{47B282A0-0DA1-401C-AA27-06D6E71420CC}" presName="hierChild3" presStyleCnt="0"/>
      <dgm:spPr/>
    </dgm:pt>
    <dgm:pt modelId="{EB64EE87-D55C-4985-B89F-DB1778B8F091}" type="pres">
      <dgm:prSet presAssocID="{1CCF0BBF-017B-41E8-B7B5-7852C6D32492}" presName="Name19" presStyleLbl="parChTrans1D2" presStyleIdx="1" presStyleCnt="4"/>
      <dgm:spPr/>
    </dgm:pt>
    <dgm:pt modelId="{436D0B3A-4EF8-490E-B1E6-52C9FA32A8AD}" type="pres">
      <dgm:prSet presAssocID="{685EF7C8-99E3-4D3C-9390-78DAD5023945}" presName="Name21" presStyleCnt="0"/>
      <dgm:spPr/>
    </dgm:pt>
    <dgm:pt modelId="{CF936592-E823-4FCF-B5DE-BC12AB4C4933}" type="pres">
      <dgm:prSet presAssocID="{685EF7C8-99E3-4D3C-9390-78DAD5023945}" presName="level2Shape" presStyleLbl="node2" presStyleIdx="1" presStyleCnt="4"/>
      <dgm:spPr/>
    </dgm:pt>
    <dgm:pt modelId="{595FA002-3D4F-4B14-99B6-D10AD304C7DA}" type="pres">
      <dgm:prSet presAssocID="{685EF7C8-99E3-4D3C-9390-78DAD5023945}" presName="hierChild3" presStyleCnt="0"/>
      <dgm:spPr/>
    </dgm:pt>
    <dgm:pt modelId="{EC09F82A-9B0B-4FF1-AD40-55C6C5973736}" type="pres">
      <dgm:prSet presAssocID="{1D94C0F2-775D-452B-99C6-76BAB7E17552}" presName="Name19" presStyleLbl="parChTrans1D3" presStyleIdx="3" presStyleCnt="6"/>
      <dgm:spPr/>
    </dgm:pt>
    <dgm:pt modelId="{523643E7-0AB0-4A42-AA8B-7861F972064B}" type="pres">
      <dgm:prSet presAssocID="{4CE3DDA7-2EB4-4F4E-8D01-7C030C6C3886}" presName="Name21" presStyleCnt="0"/>
      <dgm:spPr/>
    </dgm:pt>
    <dgm:pt modelId="{08C371E8-7779-40EB-B56C-98FA749A54CC}" type="pres">
      <dgm:prSet presAssocID="{4CE3DDA7-2EB4-4F4E-8D01-7C030C6C3886}" presName="level2Shape" presStyleLbl="node3" presStyleIdx="3" presStyleCnt="6"/>
      <dgm:spPr/>
    </dgm:pt>
    <dgm:pt modelId="{7B668B11-BE89-4776-8B5F-0AA62639802F}" type="pres">
      <dgm:prSet presAssocID="{4CE3DDA7-2EB4-4F4E-8D01-7C030C6C3886}" presName="hierChild3" presStyleCnt="0"/>
      <dgm:spPr/>
    </dgm:pt>
    <dgm:pt modelId="{60553512-CC60-441F-9078-5F334580B5B9}" type="pres">
      <dgm:prSet presAssocID="{9A5740A2-9075-4FFB-94E5-FC12885DF59B}" presName="Name19" presStyleLbl="parChTrans1D2" presStyleIdx="2" presStyleCnt="4"/>
      <dgm:spPr/>
    </dgm:pt>
    <dgm:pt modelId="{943C2639-5E89-437C-A508-23D39CE22BCD}" type="pres">
      <dgm:prSet presAssocID="{223B2B60-91A0-4C64-B2EA-46ED70C96712}" presName="Name21" presStyleCnt="0"/>
      <dgm:spPr/>
    </dgm:pt>
    <dgm:pt modelId="{74366023-EC2E-45BD-92D1-EAC3C80E74CC}" type="pres">
      <dgm:prSet presAssocID="{223B2B60-91A0-4C64-B2EA-46ED70C96712}" presName="level2Shape" presStyleLbl="node2" presStyleIdx="2" presStyleCnt="4"/>
      <dgm:spPr/>
    </dgm:pt>
    <dgm:pt modelId="{D4F79926-6305-437D-8F96-B11A7E136227}" type="pres">
      <dgm:prSet presAssocID="{223B2B60-91A0-4C64-B2EA-46ED70C96712}" presName="hierChild3" presStyleCnt="0"/>
      <dgm:spPr/>
    </dgm:pt>
    <dgm:pt modelId="{7DC8AB40-D3F8-43AA-B83F-7AF81A494049}" type="pres">
      <dgm:prSet presAssocID="{709323DA-D6FA-4D55-BFF6-6AF5D9EC0068}" presName="Name19" presStyleLbl="parChTrans1D3" presStyleIdx="4" presStyleCnt="6"/>
      <dgm:spPr/>
    </dgm:pt>
    <dgm:pt modelId="{BD4BA44D-CB3E-4CE9-A22E-D54E0328F495}" type="pres">
      <dgm:prSet presAssocID="{459539B4-7F78-42E1-9960-B553452B8838}" presName="Name21" presStyleCnt="0"/>
      <dgm:spPr/>
    </dgm:pt>
    <dgm:pt modelId="{3FE9F830-58FC-4D3A-A924-F0C63B5B41F1}" type="pres">
      <dgm:prSet presAssocID="{459539B4-7F78-42E1-9960-B553452B8838}" presName="level2Shape" presStyleLbl="node3" presStyleIdx="4" presStyleCnt="6"/>
      <dgm:spPr/>
    </dgm:pt>
    <dgm:pt modelId="{5031BB4A-0E3C-4C91-A49D-79C674990F82}" type="pres">
      <dgm:prSet presAssocID="{459539B4-7F78-42E1-9960-B553452B8838}" presName="hierChild3" presStyleCnt="0"/>
      <dgm:spPr/>
    </dgm:pt>
    <dgm:pt modelId="{4A3BF15A-F5BA-4590-A433-866C63179BE3}" type="pres">
      <dgm:prSet presAssocID="{C0A382CF-73B4-439C-83B3-6BB48804BD70}" presName="Name19" presStyleLbl="parChTrans1D2" presStyleIdx="3" presStyleCnt="4"/>
      <dgm:spPr/>
    </dgm:pt>
    <dgm:pt modelId="{F2186719-20DA-47CF-A3B2-7068F3A9950F}" type="pres">
      <dgm:prSet presAssocID="{49C96791-36DA-47EC-9A5E-7ED10DF1FC2C}" presName="Name21" presStyleCnt="0"/>
      <dgm:spPr/>
    </dgm:pt>
    <dgm:pt modelId="{70EA1481-5B9A-4BD3-ACDE-622837DF03AA}" type="pres">
      <dgm:prSet presAssocID="{49C96791-36DA-47EC-9A5E-7ED10DF1FC2C}" presName="level2Shape" presStyleLbl="node2" presStyleIdx="3" presStyleCnt="4"/>
      <dgm:spPr/>
    </dgm:pt>
    <dgm:pt modelId="{6BC41FB3-8C84-4F34-9C99-FD5F085F92FD}" type="pres">
      <dgm:prSet presAssocID="{49C96791-36DA-47EC-9A5E-7ED10DF1FC2C}" presName="hierChild3" presStyleCnt="0"/>
      <dgm:spPr/>
    </dgm:pt>
    <dgm:pt modelId="{4A256943-F1AC-4258-9F5D-6F3EA47D1A25}" type="pres">
      <dgm:prSet presAssocID="{746433B2-F7AE-473D-BFA0-E97A635C8F8C}" presName="Name19" presStyleLbl="parChTrans1D3" presStyleIdx="5" presStyleCnt="6"/>
      <dgm:spPr/>
    </dgm:pt>
    <dgm:pt modelId="{09AB9464-7150-4711-AD3B-962165E90012}" type="pres">
      <dgm:prSet presAssocID="{16D0332F-8243-4C07-B1EE-48C03B735FEF}" presName="Name21" presStyleCnt="0"/>
      <dgm:spPr/>
    </dgm:pt>
    <dgm:pt modelId="{2319A212-7D41-4265-8609-5A424E0E6CAB}" type="pres">
      <dgm:prSet presAssocID="{16D0332F-8243-4C07-B1EE-48C03B735FEF}" presName="level2Shape" presStyleLbl="node3" presStyleIdx="5" presStyleCnt="6"/>
      <dgm:spPr/>
    </dgm:pt>
    <dgm:pt modelId="{6790FB1C-42FF-4FC1-A801-7C1845B3B171}" type="pres">
      <dgm:prSet presAssocID="{16D0332F-8243-4C07-B1EE-48C03B735FEF}" presName="hierChild3" presStyleCnt="0"/>
      <dgm:spPr/>
    </dgm:pt>
    <dgm:pt modelId="{6F59F843-E720-44C4-B682-1C54D3C905B5}" type="pres">
      <dgm:prSet presAssocID="{60F954E7-316C-46D3-AAF5-BDE9EC409439}" presName="bgShapesFlow" presStyleCnt="0"/>
      <dgm:spPr/>
    </dgm:pt>
  </dgm:ptLst>
  <dgm:cxnLst>
    <dgm:cxn modelId="{10E18B03-BDCC-481F-B676-045124BFEB19}" srcId="{685EF7C8-99E3-4D3C-9390-78DAD5023945}" destId="{4CE3DDA7-2EB4-4F4E-8D01-7C030C6C3886}" srcOrd="0" destOrd="0" parTransId="{1D94C0F2-775D-452B-99C6-76BAB7E17552}" sibTransId="{F7A6D1CE-9FC1-431B-990B-41C7D6159B41}"/>
    <dgm:cxn modelId="{DBA9B304-CE67-4CC5-AD50-5CBDB12B70DB}" type="presOf" srcId="{FF3A7AC3-DDE5-425A-965C-427360FB5532}" destId="{484EE11B-4342-43DA-A4FE-A837AFB4A75A}" srcOrd="0" destOrd="0" presId="urn:microsoft.com/office/officeart/2005/8/layout/hierarchy6"/>
    <dgm:cxn modelId="{713AEB0F-D4C3-401E-BA8F-43C3B40DC7FA}" type="presOf" srcId="{1CCF0BBF-017B-41E8-B7B5-7852C6D32492}" destId="{EB64EE87-D55C-4985-B89F-DB1778B8F091}" srcOrd="0" destOrd="0" presId="urn:microsoft.com/office/officeart/2005/8/layout/hierarchy6"/>
    <dgm:cxn modelId="{80A7731C-A622-46BF-8176-7D576A0283ED}" type="presOf" srcId="{9A5740A2-9075-4FFB-94E5-FC12885DF59B}" destId="{60553512-CC60-441F-9078-5F334580B5B9}" srcOrd="0" destOrd="0" presId="urn:microsoft.com/office/officeart/2005/8/layout/hierarchy6"/>
    <dgm:cxn modelId="{C6DE4521-25B6-4C67-9DEF-1D3D666BC609}" type="presOf" srcId="{97A339A2-570A-4513-8E8C-8E9C30AAD6A1}" destId="{C82FADC9-4A5C-48D1-8E0C-57617BD8B9D9}" srcOrd="0" destOrd="0" presId="urn:microsoft.com/office/officeart/2005/8/layout/hierarchy6"/>
    <dgm:cxn modelId="{69B0E525-A345-4D42-80BA-9B6BD72EE21F}" type="presOf" srcId="{D81796E0-C1A5-4511-BB6C-8F5FE83CB87B}" destId="{A85AC4DE-D4F2-4ABD-A286-C56B839D59DF}" srcOrd="0" destOrd="0" presId="urn:microsoft.com/office/officeart/2005/8/layout/hierarchy6"/>
    <dgm:cxn modelId="{59040C2E-2A55-4C00-993E-CAAAEE1D8598}" srcId="{913ACD5F-36FF-4D30-BFEE-DDA424139B2A}" destId="{223B2B60-91A0-4C64-B2EA-46ED70C96712}" srcOrd="2" destOrd="0" parTransId="{9A5740A2-9075-4FFB-94E5-FC12885DF59B}" sibTransId="{05815D81-C957-4731-81F0-C9447D0945AD}"/>
    <dgm:cxn modelId="{09EF7230-5775-4904-870C-166ABD46E13A}" type="presOf" srcId="{8AF072BC-062B-4B9A-91B3-52764F1156CB}" destId="{ED2A92EF-039B-4F9A-BF8C-3EA749C49D84}" srcOrd="0" destOrd="0" presId="urn:microsoft.com/office/officeart/2005/8/layout/hierarchy6"/>
    <dgm:cxn modelId="{0EB0BF31-9315-4482-BC6A-78858B30EE55}" type="presOf" srcId="{2EFA2E03-0870-4577-9C57-BDD0565F4576}" destId="{91120E78-8AED-4115-ABFD-5A885A7BE55F}" srcOrd="0" destOrd="0" presId="urn:microsoft.com/office/officeart/2005/8/layout/hierarchy6"/>
    <dgm:cxn modelId="{DEB7E032-5918-4DDE-9ED2-67B354AD50A9}" type="presOf" srcId="{4BFE1509-6A9C-4AB3-B065-DD9D3390177D}" destId="{D35712CB-A146-4107-8ACA-E5AD96524B3D}" srcOrd="0" destOrd="0" presId="urn:microsoft.com/office/officeart/2005/8/layout/hierarchy6"/>
    <dgm:cxn modelId="{8E334F34-A619-4ED7-9C40-50763613ACB5}" type="presOf" srcId="{BDE95E57-0D58-4124-9C79-5684467B2FB7}" destId="{33D7A658-62CB-44BE-912A-9E8B48493AD0}" srcOrd="0" destOrd="0" presId="urn:microsoft.com/office/officeart/2005/8/layout/hierarchy6"/>
    <dgm:cxn modelId="{F4EEBF38-5505-474C-8606-1A1F1DB70F70}" srcId="{2AA527A6-C330-4B99-9352-8589C82E53FB}" destId="{3CC770FF-3EB2-4166-8594-0EF46620B3DE}" srcOrd="1" destOrd="0" parTransId="{48ABB4E8-7FFF-43C6-B970-46906208578D}" sibTransId="{462FBA8F-DA6F-4563-B380-0AF25E3DAB8A}"/>
    <dgm:cxn modelId="{E2986D3B-D744-49C4-8C71-C14EF4C6B849}" type="presOf" srcId="{60F954E7-316C-46D3-AAF5-BDE9EC409439}" destId="{D45EE3AD-6541-42E3-9649-A68DB6A292A6}" srcOrd="0" destOrd="0" presId="urn:microsoft.com/office/officeart/2005/8/layout/hierarchy6"/>
    <dgm:cxn modelId="{8ECADE3B-5A5A-4B25-A506-39C7B6B7B6E0}" type="presOf" srcId="{49C96791-36DA-47EC-9A5E-7ED10DF1FC2C}" destId="{70EA1481-5B9A-4BD3-ACDE-622837DF03AA}" srcOrd="0" destOrd="0" presId="urn:microsoft.com/office/officeart/2005/8/layout/hierarchy6"/>
    <dgm:cxn modelId="{2E4AD23C-2B3E-4443-A2CD-07DDDA3723E1}" srcId="{8CD6D4ED-B94D-4659-9C24-D8BA4A731BD0}" destId="{B86098E5-AB96-4D2C-B436-7629DE5A4157}" srcOrd="0" destOrd="0" parTransId="{6EA9CA4D-0BD7-40A1-80D3-EE2DCBBD01BF}" sibTransId="{676C363A-1C4A-4519-AA1C-73979612EAFD}"/>
    <dgm:cxn modelId="{D9665E3D-967C-4D06-97E5-532C0A68C2B5}" type="presOf" srcId="{804F4F64-0284-4E79-8A35-49B192ACE2AC}" destId="{306C6D96-E16E-495E-B082-140907B574C2}" srcOrd="0" destOrd="0" presId="urn:microsoft.com/office/officeart/2005/8/layout/hierarchy6"/>
    <dgm:cxn modelId="{9CA5873D-DD23-490D-9EEF-6078ADAA16C3}" type="presOf" srcId="{133183CB-4595-47F2-9DE9-C465FF3FBA4D}" destId="{0C41BB6F-138C-4E27-8621-DAAA1B033872}" srcOrd="0" destOrd="0" presId="urn:microsoft.com/office/officeart/2005/8/layout/hierarchy6"/>
    <dgm:cxn modelId="{C6C6893D-EF42-4EDA-A3C5-706B2F4EEFA7}" type="presOf" srcId="{459539B4-7F78-42E1-9960-B553452B8838}" destId="{3FE9F830-58FC-4D3A-A924-F0C63B5B41F1}" srcOrd="0" destOrd="0" presId="urn:microsoft.com/office/officeart/2005/8/layout/hierarchy6"/>
    <dgm:cxn modelId="{77E6C73F-9533-4BD9-96F5-EC2D853F6B40}" srcId="{913ACD5F-36FF-4D30-BFEE-DDA424139B2A}" destId="{685EF7C8-99E3-4D3C-9390-78DAD5023945}" srcOrd="1" destOrd="0" parTransId="{1CCF0BBF-017B-41E8-B7B5-7852C6D32492}" sibTransId="{9C07CDA2-FB14-47A8-8648-D163CD89F984}"/>
    <dgm:cxn modelId="{32DEC45C-33D9-4C64-9C1B-831C4F2E7F60}" type="presOf" srcId="{4CE3DDA7-2EB4-4F4E-8D01-7C030C6C3886}" destId="{08C371E8-7779-40EB-B56C-98FA749A54CC}" srcOrd="0" destOrd="0" presId="urn:microsoft.com/office/officeart/2005/8/layout/hierarchy6"/>
    <dgm:cxn modelId="{47164E60-9336-4AA8-8502-1506B0242327}" srcId="{223B2B60-91A0-4C64-B2EA-46ED70C96712}" destId="{459539B4-7F78-42E1-9960-B553452B8838}" srcOrd="0" destOrd="0" parTransId="{709323DA-D6FA-4D55-BFF6-6AF5D9EC0068}" sibTransId="{369C5BAC-591F-4B9B-A466-F96AF087C16E}"/>
    <dgm:cxn modelId="{99393961-A80D-4D91-893D-09894C749CDC}" type="presOf" srcId="{9D22BEF4-FCF8-4E47-BC27-0FEF5E25631F}" destId="{E7F51DED-CBF7-4BC1-A840-7525B169F018}" srcOrd="0" destOrd="0" presId="urn:microsoft.com/office/officeart/2005/8/layout/hierarchy6"/>
    <dgm:cxn modelId="{A1963562-21E5-4379-BAA1-91A0BA4FF603}" type="presOf" srcId="{3DEA412B-8019-4A34-8E93-9F48D70308C1}" destId="{6283DB4C-D922-4883-9BEE-5502D90357F7}" srcOrd="0" destOrd="0" presId="urn:microsoft.com/office/officeart/2005/8/layout/hierarchy6"/>
    <dgm:cxn modelId="{A4766364-9A64-411C-B942-0A907EE570D2}" srcId="{BC3B1247-AE8F-4270-8F07-B4AE12AAB0BA}" destId="{9D22BEF4-FCF8-4E47-BC27-0FEF5E25631F}" srcOrd="1" destOrd="0" parTransId="{4BFE1509-6A9C-4AB3-B065-DD9D3390177D}" sibTransId="{71723B24-F891-47EA-A412-40A8EC5E7306}"/>
    <dgm:cxn modelId="{D0417944-21A5-4EC9-8327-706480423949}" type="presOf" srcId="{3CC770FF-3EB2-4166-8594-0EF46620B3DE}" destId="{77C5F1CB-7744-41A3-ABCC-2816B3A3B7DC}" srcOrd="0" destOrd="0" presId="urn:microsoft.com/office/officeart/2005/8/layout/hierarchy6"/>
    <dgm:cxn modelId="{E615B164-E7CC-4682-957B-A3CDB263B28F}" srcId="{9D22BEF4-FCF8-4E47-BC27-0FEF5E25631F}" destId="{47B282A0-0DA1-401C-AA27-06D6E71420CC}" srcOrd="0" destOrd="0" parTransId="{133183CB-4595-47F2-9DE9-C465FF3FBA4D}" sibTransId="{A53B34D6-B639-4D73-9D0D-6EC88B6E2778}"/>
    <dgm:cxn modelId="{9ACEC665-2867-43D9-B0B2-734AEEC468EE}" type="presOf" srcId="{C9B6F08B-9994-4278-9D06-BBF366631AE2}" destId="{844F4F33-47F3-434F-8E92-34B7AB4C80E6}" srcOrd="0" destOrd="0" presId="urn:microsoft.com/office/officeart/2005/8/layout/hierarchy6"/>
    <dgm:cxn modelId="{1DB09668-BEB2-4761-9559-947ACA7C1843}" srcId="{8AF072BC-062B-4B9A-91B3-52764F1156CB}" destId="{130B2A5F-25DE-40ED-B7D1-5324375F6897}" srcOrd="0" destOrd="0" parTransId="{4BF25630-4816-4447-BB6E-73D8C3F90D31}" sibTransId="{632939F1-32FB-4DC6-8368-2701CE8001E1}"/>
    <dgm:cxn modelId="{DF69E068-FC37-4031-85AC-AB34ED500774}" type="presOf" srcId="{8CD6D4ED-B94D-4659-9C24-D8BA4A731BD0}" destId="{054EB2D9-8A06-4DA2-BB80-D171205F014D}" srcOrd="0" destOrd="0" presId="urn:microsoft.com/office/officeart/2005/8/layout/hierarchy6"/>
    <dgm:cxn modelId="{E6011E49-EFD0-4CB7-A51B-08391E618B88}" srcId="{3CC770FF-3EB2-4166-8594-0EF46620B3DE}" destId="{8AF072BC-062B-4B9A-91B3-52764F1156CB}" srcOrd="0" destOrd="0" parTransId="{388AC2C7-CFD8-4E89-9E59-7CF0471F3F4F}" sibTransId="{C9489F8D-8492-4B58-86AF-A0D23ABC40F1}"/>
    <dgm:cxn modelId="{9E97FF69-8167-4E3C-A48F-5E5FB20E00AD}" type="presOf" srcId="{388AC2C7-CFD8-4E89-9E59-7CF0471F3F4F}" destId="{295508F4-93DD-47CC-AD86-AB512C5180E3}" srcOrd="0" destOrd="0" presId="urn:microsoft.com/office/officeart/2005/8/layout/hierarchy6"/>
    <dgm:cxn modelId="{38B9A16A-6B7F-4B1A-BB4C-E665CFDEAEA6}" srcId="{913ACD5F-36FF-4D30-BFEE-DDA424139B2A}" destId="{49C96791-36DA-47EC-9A5E-7ED10DF1FC2C}" srcOrd="3" destOrd="0" parTransId="{C0A382CF-73B4-439C-83B3-6BB48804BD70}" sibTransId="{D691FD72-E0BA-4E75-A8AF-C4F2B552884A}"/>
    <dgm:cxn modelId="{D35F726B-4862-42F3-B661-D290AAF47EB1}" type="presOf" srcId="{8DBD66EB-2B84-4B17-AE3B-8137EA482A52}" destId="{A4FA3FA0-5934-482D-B5B5-C35599768775}" srcOrd="0" destOrd="0" presId="urn:microsoft.com/office/officeart/2005/8/layout/hierarchy6"/>
    <dgm:cxn modelId="{35D10C4F-B832-437A-84B7-BC5B586DDF47}" type="presOf" srcId="{1D94C0F2-775D-452B-99C6-76BAB7E17552}" destId="{EC09F82A-9B0B-4FF1-AD40-55C6C5973736}" srcOrd="0" destOrd="0" presId="urn:microsoft.com/office/officeart/2005/8/layout/hierarchy6"/>
    <dgm:cxn modelId="{FD8FC153-E27F-47D6-AA4D-2DB19D54B0EB}" srcId="{2AA527A6-C330-4B99-9352-8589C82E53FB}" destId="{FF3A7AC3-DDE5-425A-965C-427360FB5532}" srcOrd="0" destOrd="0" parTransId="{D06CBBFE-9DE5-4B84-8C14-2773179D3A93}" sibTransId="{CC5EAFC3-7A5D-4591-8123-A5E5C379B32A}"/>
    <dgm:cxn modelId="{87FF2874-6781-4431-B627-2CD7971182CF}" type="presOf" srcId="{22BA3487-59C0-479A-84C5-3FA5D15B8405}" destId="{74B3282B-DAE3-4893-9C41-8C4664666790}" srcOrd="0" destOrd="0" presId="urn:microsoft.com/office/officeart/2005/8/layout/hierarchy6"/>
    <dgm:cxn modelId="{EFC25476-29C8-4901-AED3-6BB3FB891AA7}" type="presOf" srcId="{B86098E5-AB96-4D2C-B436-7629DE5A4157}" destId="{7F785016-3D76-4606-9B29-7991F2FBD16A}" srcOrd="0" destOrd="0" presId="urn:microsoft.com/office/officeart/2005/8/layout/hierarchy6"/>
    <dgm:cxn modelId="{AC613B77-8401-494D-8AD4-1BAF8985CFB6}" type="presOf" srcId="{709323DA-D6FA-4D55-BFF6-6AF5D9EC0068}" destId="{7DC8AB40-D3F8-43AA-B83F-7AF81A494049}" srcOrd="0" destOrd="0" presId="urn:microsoft.com/office/officeart/2005/8/layout/hierarchy6"/>
    <dgm:cxn modelId="{F4245377-F8BE-4B50-824F-AB390F19E8A0}" srcId="{D81796E0-C1A5-4511-BB6C-8F5FE83CB87B}" destId="{3DEA412B-8019-4A34-8E93-9F48D70308C1}" srcOrd="0" destOrd="0" parTransId="{BDE95E57-0D58-4124-9C79-5684467B2FB7}" sibTransId="{33FE376D-CAE4-40E7-ABE6-32A061648ED3}"/>
    <dgm:cxn modelId="{0A44D977-9934-482E-83BB-05F587E4CC06}" srcId="{FF3A7AC3-DDE5-425A-965C-427360FB5532}" destId="{8CD6D4ED-B94D-4659-9C24-D8BA4A731BD0}" srcOrd="0" destOrd="0" parTransId="{C9B6F08B-9994-4278-9D06-BBF366631AE2}" sibTransId="{977B2694-8671-4AC9-AF48-0CA01D5592AC}"/>
    <dgm:cxn modelId="{839FE079-B18D-4FAE-B326-FD79208ABB0C}" type="presOf" srcId="{746433B2-F7AE-473D-BFA0-E97A635C8F8C}" destId="{4A256943-F1AC-4258-9F5D-6F3EA47D1A25}" srcOrd="0" destOrd="0" presId="urn:microsoft.com/office/officeart/2005/8/layout/hierarchy6"/>
    <dgm:cxn modelId="{00F27880-7ACF-4080-BFB7-ADF8B458DE0A}" srcId="{FF3A7AC3-DDE5-425A-965C-427360FB5532}" destId="{D81796E0-C1A5-4511-BB6C-8F5FE83CB87B}" srcOrd="1" destOrd="0" parTransId="{22BA3487-59C0-479A-84C5-3FA5D15B8405}" sibTransId="{702B70C2-07C8-4E9A-A1EE-F2731E71EC3E}"/>
    <dgm:cxn modelId="{567C218E-D92A-4698-AE65-63735C1B0195}" type="presOf" srcId="{47B282A0-0DA1-401C-AA27-06D6E71420CC}" destId="{D6014396-6DBB-434E-8247-62686AD8BAF7}" srcOrd="0" destOrd="0" presId="urn:microsoft.com/office/officeart/2005/8/layout/hierarchy6"/>
    <dgm:cxn modelId="{F057A89E-991F-42BB-AB21-F792FA52E8BA}" srcId="{60F954E7-316C-46D3-AAF5-BDE9EC409439}" destId="{913ACD5F-36FF-4D30-BFEE-DDA424139B2A}" srcOrd="0" destOrd="0" parTransId="{BD367335-9EB3-4EE3-89B5-D7F10DA79C58}" sibTransId="{9F942800-1FFA-498C-9CE8-E28C35AE80C2}"/>
    <dgm:cxn modelId="{7CC51A9F-FDBE-42CB-B411-7F5A00C91337}" type="presOf" srcId="{0DCDB52A-D592-4C8A-92B6-AE84533CB3DC}" destId="{6CCDEACC-4434-4565-902B-7DF5F248076A}" srcOrd="0" destOrd="0" presId="urn:microsoft.com/office/officeart/2005/8/layout/hierarchy6"/>
    <dgm:cxn modelId="{9CFEDDA0-96CB-41F5-B53A-1255348ADF7A}" srcId="{BC3B1247-AE8F-4270-8F07-B4AE12AAB0BA}" destId="{D5152A51-1767-48B1-878B-F7DBFA33949E}" srcOrd="0" destOrd="0" parTransId="{B6C5E97A-282F-45A6-BCC3-64522E952EE1}" sibTransId="{913A2E76-9061-43FC-B0FE-AA5E8B160ED7}"/>
    <dgm:cxn modelId="{57CFF9A0-DD96-43EC-A408-48706267FA72}" type="presOf" srcId="{2AA527A6-C330-4B99-9352-8589C82E53FB}" destId="{A0B96DB5-C266-4C12-BD1C-E0E5A93078E8}" srcOrd="0" destOrd="0" presId="urn:microsoft.com/office/officeart/2005/8/layout/hierarchy6"/>
    <dgm:cxn modelId="{3DBAF9A3-F0A9-4AD1-BDDF-FABC0650E177}" type="presOf" srcId="{C0A382CF-73B4-439C-83B3-6BB48804BD70}" destId="{4A3BF15A-F5BA-4590-A433-866C63179BE3}" srcOrd="0" destOrd="0" presId="urn:microsoft.com/office/officeart/2005/8/layout/hierarchy6"/>
    <dgm:cxn modelId="{6EFFDAA8-081D-4DE7-9C44-B84507242153}" type="presOf" srcId="{4BF25630-4816-4447-BB6E-73D8C3F90D31}" destId="{9DFC7F07-A183-4755-8CF0-47D867504C57}" srcOrd="0" destOrd="0" presId="urn:microsoft.com/office/officeart/2005/8/layout/hierarchy6"/>
    <dgm:cxn modelId="{6292EDAD-7455-42EF-933F-AC7A38EC5D5B}" type="presOf" srcId="{48ABB4E8-7FFF-43C6-B970-46906208578D}" destId="{261B2401-23D9-47B7-854B-1390B55DFC22}" srcOrd="0" destOrd="0" presId="urn:microsoft.com/office/officeart/2005/8/layout/hierarchy6"/>
    <dgm:cxn modelId="{56731FB1-4B0F-4F20-90D4-23FA864ECF4A}" type="presOf" srcId="{685EF7C8-99E3-4D3C-9390-78DAD5023945}" destId="{CF936592-E823-4FCF-B5DE-BC12AB4C4933}" srcOrd="0" destOrd="0" presId="urn:microsoft.com/office/officeart/2005/8/layout/hierarchy6"/>
    <dgm:cxn modelId="{3A34A5B2-8C85-4828-BAE8-FE2EF5460D6E}" type="presOf" srcId="{223B2B60-91A0-4C64-B2EA-46ED70C96712}" destId="{74366023-EC2E-45BD-92D1-EAC3C80E74CC}" srcOrd="0" destOrd="0" presId="urn:microsoft.com/office/officeart/2005/8/layout/hierarchy6"/>
    <dgm:cxn modelId="{978DC2B4-DB54-4C8A-9A31-6DEBE29BF59E}" srcId="{3CC770FF-3EB2-4166-8594-0EF46620B3DE}" destId="{2EFA2E03-0870-4577-9C57-BDD0565F4576}" srcOrd="1" destOrd="0" parTransId="{8DBD66EB-2B84-4B17-AE3B-8137EA482A52}" sibTransId="{06ABAF72-F754-497C-B02F-F2D923DBFD70}"/>
    <dgm:cxn modelId="{C102F3B9-7065-43E7-AA70-DDE648F5F0C5}" type="presOf" srcId="{B6C5E97A-282F-45A6-BCC3-64522E952EE1}" destId="{62FDC3F9-646D-4B67-A6DC-D705D9737401}" srcOrd="0" destOrd="0" presId="urn:microsoft.com/office/officeart/2005/8/layout/hierarchy6"/>
    <dgm:cxn modelId="{7FC82AC5-F2CA-4D9E-855A-B2CDB709BAAB}" type="presOf" srcId="{22948020-AA8A-4E5B-93EA-3CCF172176F8}" destId="{792EAE39-05E5-4F97-B2D3-8903E61FBF4F}" srcOrd="0" destOrd="0" presId="urn:microsoft.com/office/officeart/2005/8/layout/hierarchy6"/>
    <dgm:cxn modelId="{AA92B1C7-7095-4F66-BE8E-564F8359BFBA}" type="presOf" srcId="{130B2A5F-25DE-40ED-B7D1-5324375F6897}" destId="{556183A6-72B4-4C1E-9884-E5897B97F7E2}" srcOrd="0" destOrd="0" presId="urn:microsoft.com/office/officeart/2005/8/layout/hierarchy6"/>
    <dgm:cxn modelId="{363742C8-47E4-4A9B-BFCB-F042AE789CD6}" srcId="{D5152A51-1767-48B1-878B-F7DBFA33949E}" destId="{0DCDB52A-D592-4C8A-92B6-AE84533CB3DC}" srcOrd="0" destOrd="0" parTransId="{804F4F64-0284-4E79-8A35-49B192ACE2AC}" sibTransId="{49FB53DD-BEA9-45C5-863A-6EDB27E29745}"/>
    <dgm:cxn modelId="{46023CCA-A493-4CFD-AA94-806E45160C6B}" type="presOf" srcId="{BC3B1247-AE8F-4270-8F07-B4AE12AAB0BA}" destId="{F122795B-A313-409A-9F52-57CFA92EDB93}" srcOrd="0" destOrd="0" presId="urn:microsoft.com/office/officeart/2005/8/layout/hierarchy6"/>
    <dgm:cxn modelId="{E67960CA-E875-4AC6-99D7-7497AE4E1054}" type="presOf" srcId="{D06CBBFE-9DE5-4B84-8C14-2773179D3A93}" destId="{258E1F0F-44E8-42EA-AB88-08B737ABF74E}" srcOrd="0" destOrd="0" presId="urn:microsoft.com/office/officeart/2005/8/layout/hierarchy6"/>
    <dgm:cxn modelId="{44D4BBCF-0DC6-496E-82F5-EA4089BFE017}" type="presOf" srcId="{913ACD5F-36FF-4D30-BFEE-DDA424139B2A}" destId="{310706CA-9772-4D5F-AB88-342085F7D151}" srcOrd="0" destOrd="0" presId="urn:microsoft.com/office/officeart/2005/8/layout/hierarchy6"/>
    <dgm:cxn modelId="{6194F8DB-8685-4E66-9D22-2826FC860658}" srcId="{49C96791-36DA-47EC-9A5E-7ED10DF1FC2C}" destId="{16D0332F-8243-4C07-B1EE-48C03B735FEF}" srcOrd="0" destOrd="0" parTransId="{746433B2-F7AE-473D-BFA0-E97A635C8F8C}" sibTransId="{A815DAA2-F219-40E0-897B-1A9A8D360889}"/>
    <dgm:cxn modelId="{204C46E0-C1FB-4DCE-8036-42FC547B75C9}" type="presOf" srcId="{F793E149-CF39-402C-BE98-830DC8F643E8}" destId="{6614FE4E-E6C9-4242-990F-0936FE9C4E00}" srcOrd="0" destOrd="0" presId="urn:microsoft.com/office/officeart/2005/8/layout/hierarchy6"/>
    <dgm:cxn modelId="{7FB296E6-49E4-44B1-ADAA-184B9D702CFE}" srcId="{2AA527A6-C330-4B99-9352-8589C82E53FB}" destId="{BC3B1247-AE8F-4270-8F07-B4AE12AAB0BA}" srcOrd="2" destOrd="0" parTransId="{22948020-AA8A-4E5B-93EA-3CCF172176F8}" sibTransId="{34D0F6A1-8C99-4304-B1A2-4B83E9A86718}"/>
    <dgm:cxn modelId="{1F7EDEEA-CC6F-47F5-BF55-2FEB99D1AD5C}" srcId="{913ACD5F-36FF-4D30-BFEE-DDA424139B2A}" destId="{2AA527A6-C330-4B99-9352-8589C82E53FB}" srcOrd="0" destOrd="0" parTransId="{1FE83964-E711-452C-9507-34F8222F117B}" sibTransId="{25830F1B-74DA-498B-9992-0162E3A82733}"/>
    <dgm:cxn modelId="{5F1BADED-B6D7-4E5F-8238-16D166C358A3}" srcId="{2EFA2E03-0870-4577-9C57-BDD0565F4576}" destId="{F793E149-CF39-402C-BE98-830DC8F643E8}" srcOrd="0" destOrd="0" parTransId="{97A339A2-570A-4513-8E8C-8E9C30AAD6A1}" sibTransId="{53BD0452-4307-4D88-85AE-96CC14270449}"/>
    <dgm:cxn modelId="{1CC136F8-D41A-4DED-B800-87995249494C}" type="presOf" srcId="{6EA9CA4D-0BD7-40A1-80D3-EE2DCBBD01BF}" destId="{108B68F4-4D1E-4EB2-A1C2-7818DC02AE3C}" srcOrd="0" destOrd="0" presId="urn:microsoft.com/office/officeart/2005/8/layout/hierarchy6"/>
    <dgm:cxn modelId="{C14D06F9-AC82-48C7-B5BC-D61A1C035AFA}" type="presOf" srcId="{1FE83964-E711-452C-9507-34F8222F117B}" destId="{F9395FC6-CB1B-4F85-8FE9-9E3163CEB9E9}" srcOrd="0" destOrd="0" presId="urn:microsoft.com/office/officeart/2005/8/layout/hierarchy6"/>
    <dgm:cxn modelId="{E7DF75FE-EF10-4575-BCE6-E583BBBF2D1B}" type="presOf" srcId="{D5152A51-1767-48B1-878B-F7DBFA33949E}" destId="{18B870B5-656E-4481-8AA2-2A6A4568029B}" srcOrd="0" destOrd="0" presId="urn:microsoft.com/office/officeart/2005/8/layout/hierarchy6"/>
    <dgm:cxn modelId="{1BE576FF-D9DC-4245-A764-25046561C481}" type="presOf" srcId="{16D0332F-8243-4C07-B1EE-48C03B735FEF}" destId="{2319A212-7D41-4265-8609-5A424E0E6CAB}" srcOrd="0" destOrd="0" presId="urn:microsoft.com/office/officeart/2005/8/layout/hierarchy6"/>
    <dgm:cxn modelId="{78D512BD-DB17-43AA-8D1C-0FC0298E6554}" type="presParOf" srcId="{D45EE3AD-6541-42E3-9649-A68DB6A292A6}" destId="{EF2E9DAB-D783-4796-89CF-A6D7058C0240}" srcOrd="0" destOrd="0" presId="urn:microsoft.com/office/officeart/2005/8/layout/hierarchy6"/>
    <dgm:cxn modelId="{E3807C2A-4798-43FC-89C1-680EB1B63ACC}" type="presParOf" srcId="{EF2E9DAB-D783-4796-89CF-A6D7058C0240}" destId="{C44C495F-9BE6-4DC4-95D4-BC613ECF64F0}" srcOrd="0" destOrd="0" presId="urn:microsoft.com/office/officeart/2005/8/layout/hierarchy6"/>
    <dgm:cxn modelId="{C26D34A5-E84B-4C9F-A8DE-80AEA22D66EA}" type="presParOf" srcId="{C44C495F-9BE6-4DC4-95D4-BC613ECF64F0}" destId="{1BE3ECDC-0E51-45A2-9BF5-0550BFC24296}" srcOrd="0" destOrd="0" presId="urn:microsoft.com/office/officeart/2005/8/layout/hierarchy6"/>
    <dgm:cxn modelId="{4F482B16-8DF4-469E-A3B3-79141A5EC6B6}" type="presParOf" srcId="{1BE3ECDC-0E51-45A2-9BF5-0550BFC24296}" destId="{310706CA-9772-4D5F-AB88-342085F7D151}" srcOrd="0" destOrd="0" presId="urn:microsoft.com/office/officeart/2005/8/layout/hierarchy6"/>
    <dgm:cxn modelId="{9FC6AAF8-D620-4174-8B40-A1F79E69960F}" type="presParOf" srcId="{1BE3ECDC-0E51-45A2-9BF5-0550BFC24296}" destId="{4B429088-BA22-4530-89A2-F71CB8BE9D74}" srcOrd="1" destOrd="0" presId="urn:microsoft.com/office/officeart/2005/8/layout/hierarchy6"/>
    <dgm:cxn modelId="{8B06BD33-21E9-49C4-BA65-4ECAEDB9DC69}" type="presParOf" srcId="{4B429088-BA22-4530-89A2-F71CB8BE9D74}" destId="{F9395FC6-CB1B-4F85-8FE9-9E3163CEB9E9}" srcOrd="0" destOrd="0" presId="urn:microsoft.com/office/officeart/2005/8/layout/hierarchy6"/>
    <dgm:cxn modelId="{8ACBE9A4-0110-41A1-845A-2685002C8223}" type="presParOf" srcId="{4B429088-BA22-4530-89A2-F71CB8BE9D74}" destId="{83AFEC22-48AD-401A-9D53-CA4168DB8CF5}" srcOrd="1" destOrd="0" presId="urn:microsoft.com/office/officeart/2005/8/layout/hierarchy6"/>
    <dgm:cxn modelId="{BC6E83DB-5DE4-4D7D-A0EC-1A35B94B9E59}" type="presParOf" srcId="{83AFEC22-48AD-401A-9D53-CA4168DB8CF5}" destId="{A0B96DB5-C266-4C12-BD1C-E0E5A93078E8}" srcOrd="0" destOrd="0" presId="urn:microsoft.com/office/officeart/2005/8/layout/hierarchy6"/>
    <dgm:cxn modelId="{FE0E15FC-8D8F-4A71-8CC6-657F6B868F88}" type="presParOf" srcId="{83AFEC22-48AD-401A-9D53-CA4168DB8CF5}" destId="{580FA2E2-8A1D-4822-8311-3C6A26A85052}" srcOrd="1" destOrd="0" presId="urn:microsoft.com/office/officeart/2005/8/layout/hierarchy6"/>
    <dgm:cxn modelId="{122C014F-8FFD-4E89-8BFA-2D56A4AB6C98}" type="presParOf" srcId="{580FA2E2-8A1D-4822-8311-3C6A26A85052}" destId="{258E1F0F-44E8-42EA-AB88-08B737ABF74E}" srcOrd="0" destOrd="0" presId="urn:microsoft.com/office/officeart/2005/8/layout/hierarchy6"/>
    <dgm:cxn modelId="{42005FF9-1F3F-456D-A7EF-4B975E05FCE0}" type="presParOf" srcId="{580FA2E2-8A1D-4822-8311-3C6A26A85052}" destId="{299836E4-0342-4C40-93C5-69B4F97CAFAC}" srcOrd="1" destOrd="0" presId="urn:microsoft.com/office/officeart/2005/8/layout/hierarchy6"/>
    <dgm:cxn modelId="{95E73A33-61A7-4EDE-AF2E-1C8485AEDF94}" type="presParOf" srcId="{299836E4-0342-4C40-93C5-69B4F97CAFAC}" destId="{484EE11B-4342-43DA-A4FE-A837AFB4A75A}" srcOrd="0" destOrd="0" presId="urn:microsoft.com/office/officeart/2005/8/layout/hierarchy6"/>
    <dgm:cxn modelId="{B05DB994-27E2-4CF4-9015-E1B29D1856E6}" type="presParOf" srcId="{299836E4-0342-4C40-93C5-69B4F97CAFAC}" destId="{52F442E7-9062-4219-ADB3-EEC760CDC6DD}" srcOrd="1" destOrd="0" presId="urn:microsoft.com/office/officeart/2005/8/layout/hierarchy6"/>
    <dgm:cxn modelId="{F7A6DDDD-9F8F-4EC2-A9AF-958AD8671E90}" type="presParOf" srcId="{52F442E7-9062-4219-ADB3-EEC760CDC6DD}" destId="{844F4F33-47F3-434F-8E92-34B7AB4C80E6}" srcOrd="0" destOrd="0" presId="urn:microsoft.com/office/officeart/2005/8/layout/hierarchy6"/>
    <dgm:cxn modelId="{20AC6CEF-F545-436F-8B18-0604F2A0AC6C}" type="presParOf" srcId="{52F442E7-9062-4219-ADB3-EEC760CDC6DD}" destId="{67F48839-2331-40E7-AD9E-2386ADB85ECE}" srcOrd="1" destOrd="0" presId="urn:microsoft.com/office/officeart/2005/8/layout/hierarchy6"/>
    <dgm:cxn modelId="{E225E594-1003-48A8-BC9C-9E43539A7455}" type="presParOf" srcId="{67F48839-2331-40E7-AD9E-2386ADB85ECE}" destId="{054EB2D9-8A06-4DA2-BB80-D171205F014D}" srcOrd="0" destOrd="0" presId="urn:microsoft.com/office/officeart/2005/8/layout/hierarchy6"/>
    <dgm:cxn modelId="{2A994EA7-FEC6-4567-AA04-EB5FE56F06B7}" type="presParOf" srcId="{67F48839-2331-40E7-AD9E-2386ADB85ECE}" destId="{3AB4278A-A4F2-4288-9AEB-6CDFC0ED9A35}" srcOrd="1" destOrd="0" presId="urn:microsoft.com/office/officeart/2005/8/layout/hierarchy6"/>
    <dgm:cxn modelId="{461BF8A3-01CC-4CF6-A8A9-F73801671A82}" type="presParOf" srcId="{3AB4278A-A4F2-4288-9AEB-6CDFC0ED9A35}" destId="{108B68F4-4D1E-4EB2-A1C2-7818DC02AE3C}" srcOrd="0" destOrd="0" presId="urn:microsoft.com/office/officeart/2005/8/layout/hierarchy6"/>
    <dgm:cxn modelId="{66ACEAA6-DEF3-4856-830A-2D1ADB954F6E}" type="presParOf" srcId="{3AB4278A-A4F2-4288-9AEB-6CDFC0ED9A35}" destId="{915E78DC-426D-4F3B-BC19-4F62802626C3}" srcOrd="1" destOrd="0" presId="urn:microsoft.com/office/officeart/2005/8/layout/hierarchy6"/>
    <dgm:cxn modelId="{FEBAB3D4-F42F-4472-9B90-0A986730BBC7}" type="presParOf" srcId="{915E78DC-426D-4F3B-BC19-4F62802626C3}" destId="{7F785016-3D76-4606-9B29-7991F2FBD16A}" srcOrd="0" destOrd="0" presId="urn:microsoft.com/office/officeart/2005/8/layout/hierarchy6"/>
    <dgm:cxn modelId="{E5D7231A-A8D8-4C30-9D07-1ECA737D9957}" type="presParOf" srcId="{915E78DC-426D-4F3B-BC19-4F62802626C3}" destId="{71E544B8-78F6-4DA3-8B79-D451D50484C2}" srcOrd="1" destOrd="0" presId="urn:microsoft.com/office/officeart/2005/8/layout/hierarchy6"/>
    <dgm:cxn modelId="{88575B0D-8368-4C5E-AD09-5929CE4791CA}" type="presParOf" srcId="{52F442E7-9062-4219-ADB3-EEC760CDC6DD}" destId="{74B3282B-DAE3-4893-9C41-8C4664666790}" srcOrd="2" destOrd="0" presId="urn:microsoft.com/office/officeart/2005/8/layout/hierarchy6"/>
    <dgm:cxn modelId="{F8EEA4A0-D7A8-4C2D-BC06-98348DD7A4F6}" type="presParOf" srcId="{52F442E7-9062-4219-ADB3-EEC760CDC6DD}" destId="{0CBC7CAD-2717-4502-A3EE-9629EB27CF62}" srcOrd="3" destOrd="0" presId="urn:microsoft.com/office/officeart/2005/8/layout/hierarchy6"/>
    <dgm:cxn modelId="{D0659B3B-E53B-405A-9B5C-162BFF5C4920}" type="presParOf" srcId="{0CBC7CAD-2717-4502-A3EE-9629EB27CF62}" destId="{A85AC4DE-D4F2-4ABD-A286-C56B839D59DF}" srcOrd="0" destOrd="0" presId="urn:microsoft.com/office/officeart/2005/8/layout/hierarchy6"/>
    <dgm:cxn modelId="{4A642383-7EF6-427A-B129-14DA7A9B49B8}" type="presParOf" srcId="{0CBC7CAD-2717-4502-A3EE-9629EB27CF62}" destId="{C1B1ACBF-9A47-49EA-90E0-68AB2E8934ED}" srcOrd="1" destOrd="0" presId="urn:microsoft.com/office/officeart/2005/8/layout/hierarchy6"/>
    <dgm:cxn modelId="{5CC173EA-D4D6-4CB5-ACDD-92CB7619E6A8}" type="presParOf" srcId="{C1B1ACBF-9A47-49EA-90E0-68AB2E8934ED}" destId="{33D7A658-62CB-44BE-912A-9E8B48493AD0}" srcOrd="0" destOrd="0" presId="urn:microsoft.com/office/officeart/2005/8/layout/hierarchy6"/>
    <dgm:cxn modelId="{02D409E0-1DC0-4430-9840-642CF43A8F0E}" type="presParOf" srcId="{C1B1ACBF-9A47-49EA-90E0-68AB2E8934ED}" destId="{E1A3AD54-6A35-43D4-BA1B-E49EE705ECAC}" srcOrd="1" destOrd="0" presId="urn:microsoft.com/office/officeart/2005/8/layout/hierarchy6"/>
    <dgm:cxn modelId="{EF87F162-557D-4DBB-B9E1-99DF1EACB9B5}" type="presParOf" srcId="{E1A3AD54-6A35-43D4-BA1B-E49EE705ECAC}" destId="{6283DB4C-D922-4883-9BEE-5502D90357F7}" srcOrd="0" destOrd="0" presId="urn:microsoft.com/office/officeart/2005/8/layout/hierarchy6"/>
    <dgm:cxn modelId="{F36B4FB7-DF96-41C3-92EA-E61775DAB0D1}" type="presParOf" srcId="{E1A3AD54-6A35-43D4-BA1B-E49EE705ECAC}" destId="{7FCEE237-C45E-4DE1-AC20-095F861CEC5A}" srcOrd="1" destOrd="0" presId="urn:microsoft.com/office/officeart/2005/8/layout/hierarchy6"/>
    <dgm:cxn modelId="{7B9750A5-2339-4724-AE8C-831FBBC96B11}" type="presParOf" srcId="{580FA2E2-8A1D-4822-8311-3C6A26A85052}" destId="{261B2401-23D9-47B7-854B-1390B55DFC22}" srcOrd="2" destOrd="0" presId="urn:microsoft.com/office/officeart/2005/8/layout/hierarchy6"/>
    <dgm:cxn modelId="{08F5AD4B-574E-4680-9AC7-AA00C9169FF8}" type="presParOf" srcId="{580FA2E2-8A1D-4822-8311-3C6A26A85052}" destId="{910B7707-EF51-4C21-B9DE-7D8FBA4B4B9E}" srcOrd="3" destOrd="0" presId="urn:microsoft.com/office/officeart/2005/8/layout/hierarchy6"/>
    <dgm:cxn modelId="{6D947216-294D-419D-9CFE-BBAE097606B5}" type="presParOf" srcId="{910B7707-EF51-4C21-B9DE-7D8FBA4B4B9E}" destId="{77C5F1CB-7744-41A3-ABCC-2816B3A3B7DC}" srcOrd="0" destOrd="0" presId="urn:microsoft.com/office/officeart/2005/8/layout/hierarchy6"/>
    <dgm:cxn modelId="{8B20A203-861C-4294-A016-F42BA4433259}" type="presParOf" srcId="{910B7707-EF51-4C21-B9DE-7D8FBA4B4B9E}" destId="{2392D233-3235-4E44-ADC3-BD5B9E724663}" srcOrd="1" destOrd="0" presId="urn:microsoft.com/office/officeart/2005/8/layout/hierarchy6"/>
    <dgm:cxn modelId="{81A2A7C3-A33A-485D-B5B0-B9646E4B2CFA}" type="presParOf" srcId="{2392D233-3235-4E44-ADC3-BD5B9E724663}" destId="{295508F4-93DD-47CC-AD86-AB512C5180E3}" srcOrd="0" destOrd="0" presId="urn:microsoft.com/office/officeart/2005/8/layout/hierarchy6"/>
    <dgm:cxn modelId="{2CAC2F38-CA9C-4F1E-A8D6-84EE495D1387}" type="presParOf" srcId="{2392D233-3235-4E44-ADC3-BD5B9E724663}" destId="{86F7B754-2A18-44A8-BAC3-3292FFBD1256}" srcOrd="1" destOrd="0" presId="urn:microsoft.com/office/officeart/2005/8/layout/hierarchy6"/>
    <dgm:cxn modelId="{03198E24-77A0-454E-9EF7-C16ADC96047D}" type="presParOf" srcId="{86F7B754-2A18-44A8-BAC3-3292FFBD1256}" destId="{ED2A92EF-039B-4F9A-BF8C-3EA749C49D84}" srcOrd="0" destOrd="0" presId="urn:microsoft.com/office/officeart/2005/8/layout/hierarchy6"/>
    <dgm:cxn modelId="{6EBAB5DE-57EF-42EF-B7A4-660405E29BDD}" type="presParOf" srcId="{86F7B754-2A18-44A8-BAC3-3292FFBD1256}" destId="{A4E5F2D8-8469-4032-AC89-7C2033495384}" srcOrd="1" destOrd="0" presId="urn:microsoft.com/office/officeart/2005/8/layout/hierarchy6"/>
    <dgm:cxn modelId="{459C100C-BB24-4B13-9025-80194AB429AA}" type="presParOf" srcId="{A4E5F2D8-8469-4032-AC89-7C2033495384}" destId="{9DFC7F07-A183-4755-8CF0-47D867504C57}" srcOrd="0" destOrd="0" presId="urn:microsoft.com/office/officeart/2005/8/layout/hierarchy6"/>
    <dgm:cxn modelId="{6D7A0C2C-78CD-47AF-9B02-13E782C0A592}" type="presParOf" srcId="{A4E5F2D8-8469-4032-AC89-7C2033495384}" destId="{6270601C-D009-477C-9160-2C4D0D59A898}" srcOrd="1" destOrd="0" presId="urn:microsoft.com/office/officeart/2005/8/layout/hierarchy6"/>
    <dgm:cxn modelId="{813B4FDC-E01D-4A9B-A1FD-BED0BAF77B33}" type="presParOf" srcId="{6270601C-D009-477C-9160-2C4D0D59A898}" destId="{556183A6-72B4-4C1E-9884-E5897B97F7E2}" srcOrd="0" destOrd="0" presId="urn:microsoft.com/office/officeart/2005/8/layout/hierarchy6"/>
    <dgm:cxn modelId="{944CDA90-0892-4163-99CE-018CAF81ACB1}" type="presParOf" srcId="{6270601C-D009-477C-9160-2C4D0D59A898}" destId="{BA331AF4-94F7-4923-9CCC-37C0433F88D8}" srcOrd="1" destOrd="0" presId="urn:microsoft.com/office/officeart/2005/8/layout/hierarchy6"/>
    <dgm:cxn modelId="{77F641B9-7D59-413F-80EB-41F7D17B595F}" type="presParOf" srcId="{2392D233-3235-4E44-ADC3-BD5B9E724663}" destId="{A4FA3FA0-5934-482D-B5B5-C35599768775}" srcOrd="2" destOrd="0" presId="urn:microsoft.com/office/officeart/2005/8/layout/hierarchy6"/>
    <dgm:cxn modelId="{7E2F68B5-94BD-45E0-801E-27BD05B7FAB2}" type="presParOf" srcId="{2392D233-3235-4E44-ADC3-BD5B9E724663}" destId="{0C71220A-9A15-4F86-AF35-98A284EBE845}" srcOrd="3" destOrd="0" presId="urn:microsoft.com/office/officeart/2005/8/layout/hierarchy6"/>
    <dgm:cxn modelId="{1B3131FF-BAE9-47BF-9537-2A4C0A28EA9D}" type="presParOf" srcId="{0C71220A-9A15-4F86-AF35-98A284EBE845}" destId="{91120E78-8AED-4115-ABFD-5A885A7BE55F}" srcOrd="0" destOrd="0" presId="urn:microsoft.com/office/officeart/2005/8/layout/hierarchy6"/>
    <dgm:cxn modelId="{C4593CBF-CAD6-4B75-BADE-FABA703C8FFD}" type="presParOf" srcId="{0C71220A-9A15-4F86-AF35-98A284EBE845}" destId="{9421C057-F4DD-4FFB-A72A-41E6B6A3E5D8}" srcOrd="1" destOrd="0" presId="urn:microsoft.com/office/officeart/2005/8/layout/hierarchy6"/>
    <dgm:cxn modelId="{35945B2A-0185-4992-9BF7-164837DB99E6}" type="presParOf" srcId="{9421C057-F4DD-4FFB-A72A-41E6B6A3E5D8}" destId="{C82FADC9-4A5C-48D1-8E0C-57617BD8B9D9}" srcOrd="0" destOrd="0" presId="urn:microsoft.com/office/officeart/2005/8/layout/hierarchy6"/>
    <dgm:cxn modelId="{D1BEE13F-3437-4F4A-9769-6EEC8DB891DA}" type="presParOf" srcId="{9421C057-F4DD-4FFB-A72A-41E6B6A3E5D8}" destId="{16165166-42D8-47FC-80B5-0D63568F381B}" srcOrd="1" destOrd="0" presId="urn:microsoft.com/office/officeart/2005/8/layout/hierarchy6"/>
    <dgm:cxn modelId="{D765557D-147F-498C-A9B4-CE76840047A3}" type="presParOf" srcId="{16165166-42D8-47FC-80B5-0D63568F381B}" destId="{6614FE4E-E6C9-4242-990F-0936FE9C4E00}" srcOrd="0" destOrd="0" presId="urn:microsoft.com/office/officeart/2005/8/layout/hierarchy6"/>
    <dgm:cxn modelId="{84AFDA7A-62B2-4F79-9C3D-7E037F4A40BC}" type="presParOf" srcId="{16165166-42D8-47FC-80B5-0D63568F381B}" destId="{DFF23EAD-B09A-4AA8-835B-696E5B0A13F3}" srcOrd="1" destOrd="0" presId="urn:microsoft.com/office/officeart/2005/8/layout/hierarchy6"/>
    <dgm:cxn modelId="{82FFC725-153F-47A0-9242-C0D60AD9E41E}" type="presParOf" srcId="{580FA2E2-8A1D-4822-8311-3C6A26A85052}" destId="{792EAE39-05E5-4F97-B2D3-8903E61FBF4F}" srcOrd="4" destOrd="0" presId="urn:microsoft.com/office/officeart/2005/8/layout/hierarchy6"/>
    <dgm:cxn modelId="{2FCAB6E0-3837-4A9F-B3D4-F21814BE9878}" type="presParOf" srcId="{580FA2E2-8A1D-4822-8311-3C6A26A85052}" destId="{919F1F35-DF69-4CCB-B5FC-2A48FF3F5675}" srcOrd="5" destOrd="0" presId="urn:microsoft.com/office/officeart/2005/8/layout/hierarchy6"/>
    <dgm:cxn modelId="{95CF75B6-1589-4F72-94EA-8E314115A6FF}" type="presParOf" srcId="{919F1F35-DF69-4CCB-B5FC-2A48FF3F5675}" destId="{F122795B-A313-409A-9F52-57CFA92EDB93}" srcOrd="0" destOrd="0" presId="urn:microsoft.com/office/officeart/2005/8/layout/hierarchy6"/>
    <dgm:cxn modelId="{4B089494-5817-4E20-8BD2-141070F9A008}" type="presParOf" srcId="{919F1F35-DF69-4CCB-B5FC-2A48FF3F5675}" destId="{DD36DF33-0853-4D3E-9951-9E64EAFCCB2C}" srcOrd="1" destOrd="0" presId="urn:microsoft.com/office/officeart/2005/8/layout/hierarchy6"/>
    <dgm:cxn modelId="{5950D375-F0FD-44F8-B28A-7565C23F5CE5}" type="presParOf" srcId="{DD36DF33-0853-4D3E-9951-9E64EAFCCB2C}" destId="{62FDC3F9-646D-4B67-A6DC-D705D9737401}" srcOrd="0" destOrd="0" presId="urn:microsoft.com/office/officeart/2005/8/layout/hierarchy6"/>
    <dgm:cxn modelId="{F27A8A2A-741A-4F04-8737-8CE355170FA0}" type="presParOf" srcId="{DD36DF33-0853-4D3E-9951-9E64EAFCCB2C}" destId="{27E652EE-95F2-4803-BDA6-1D848ECD0A92}" srcOrd="1" destOrd="0" presId="urn:microsoft.com/office/officeart/2005/8/layout/hierarchy6"/>
    <dgm:cxn modelId="{07B341A5-E664-4446-A461-7850AF158D99}" type="presParOf" srcId="{27E652EE-95F2-4803-BDA6-1D848ECD0A92}" destId="{18B870B5-656E-4481-8AA2-2A6A4568029B}" srcOrd="0" destOrd="0" presId="urn:microsoft.com/office/officeart/2005/8/layout/hierarchy6"/>
    <dgm:cxn modelId="{1D0D6AB9-35D1-450B-B5FF-33D8178AD6C9}" type="presParOf" srcId="{27E652EE-95F2-4803-BDA6-1D848ECD0A92}" destId="{2BF585E5-B013-4874-A11C-9E53AC2A93D0}" srcOrd="1" destOrd="0" presId="urn:microsoft.com/office/officeart/2005/8/layout/hierarchy6"/>
    <dgm:cxn modelId="{B7429049-9F0B-46A4-B167-730569986624}" type="presParOf" srcId="{2BF585E5-B013-4874-A11C-9E53AC2A93D0}" destId="{306C6D96-E16E-495E-B082-140907B574C2}" srcOrd="0" destOrd="0" presId="urn:microsoft.com/office/officeart/2005/8/layout/hierarchy6"/>
    <dgm:cxn modelId="{15DC736F-19C5-4C80-99B2-4B66978219BB}" type="presParOf" srcId="{2BF585E5-B013-4874-A11C-9E53AC2A93D0}" destId="{32AB6C7D-38D1-461D-B7A1-F6A73551066B}" srcOrd="1" destOrd="0" presId="urn:microsoft.com/office/officeart/2005/8/layout/hierarchy6"/>
    <dgm:cxn modelId="{18116B5D-2D5B-4B3A-A4FF-859BBF5F0907}" type="presParOf" srcId="{32AB6C7D-38D1-461D-B7A1-F6A73551066B}" destId="{6CCDEACC-4434-4565-902B-7DF5F248076A}" srcOrd="0" destOrd="0" presId="urn:microsoft.com/office/officeart/2005/8/layout/hierarchy6"/>
    <dgm:cxn modelId="{C425F498-DFAA-4966-B7B6-391A4A146367}" type="presParOf" srcId="{32AB6C7D-38D1-461D-B7A1-F6A73551066B}" destId="{55F35CA8-7FDF-478B-93EE-AC7AFA303B9D}" srcOrd="1" destOrd="0" presId="urn:microsoft.com/office/officeart/2005/8/layout/hierarchy6"/>
    <dgm:cxn modelId="{818C6284-3AA1-4F18-8D84-EFFB9D1085F4}" type="presParOf" srcId="{DD36DF33-0853-4D3E-9951-9E64EAFCCB2C}" destId="{D35712CB-A146-4107-8ACA-E5AD96524B3D}" srcOrd="2" destOrd="0" presId="urn:microsoft.com/office/officeart/2005/8/layout/hierarchy6"/>
    <dgm:cxn modelId="{CBB6F59E-2778-480E-BD2A-878FB7F9D474}" type="presParOf" srcId="{DD36DF33-0853-4D3E-9951-9E64EAFCCB2C}" destId="{BF8B0F8C-8311-4ABA-82EF-AAC35BBDF342}" srcOrd="3" destOrd="0" presId="urn:microsoft.com/office/officeart/2005/8/layout/hierarchy6"/>
    <dgm:cxn modelId="{46B22B9E-4BC6-4072-8B76-AD284505CCE2}" type="presParOf" srcId="{BF8B0F8C-8311-4ABA-82EF-AAC35BBDF342}" destId="{E7F51DED-CBF7-4BC1-A840-7525B169F018}" srcOrd="0" destOrd="0" presId="urn:microsoft.com/office/officeart/2005/8/layout/hierarchy6"/>
    <dgm:cxn modelId="{F33FF11E-C7AE-4784-8E9E-4E402AC52E59}" type="presParOf" srcId="{BF8B0F8C-8311-4ABA-82EF-AAC35BBDF342}" destId="{6C712DE2-997F-4905-9E17-CB5FE57E546B}" srcOrd="1" destOrd="0" presId="urn:microsoft.com/office/officeart/2005/8/layout/hierarchy6"/>
    <dgm:cxn modelId="{3A2319D3-92D6-43A8-BED3-DD6FA6C6DF7C}" type="presParOf" srcId="{6C712DE2-997F-4905-9E17-CB5FE57E546B}" destId="{0C41BB6F-138C-4E27-8621-DAAA1B033872}" srcOrd="0" destOrd="0" presId="urn:microsoft.com/office/officeart/2005/8/layout/hierarchy6"/>
    <dgm:cxn modelId="{31A1A760-A693-4B25-83E1-367957843132}" type="presParOf" srcId="{6C712DE2-997F-4905-9E17-CB5FE57E546B}" destId="{E69B5964-08F4-48C7-A5B1-3A02C60746B8}" srcOrd="1" destOrd="0" presId="urn:microsoft.com/office/officeart/2005/8/layout/hierarchy6"/>
    <dgm:cxn modelId="{7A3439A6-BFC6-465B-AF2C-CAE3DDF598FB}" type="presParOf" srcId="{E69B5964-08F4-48C7-A5B1-3A02C60746B8}" destId="{D6014396-6DBB-434E-8247-62686AD8BAF7}" srcOrd="0" destOrd="0" presId="urn:microsoft.com/office/officeart/2005/8/layout/hierarchy6"/>
    <dgm:cxn modelId="{C9F0B1C2-0AE9-441F-BFE9-B2BC9ABBB48C}" type="presParOf" srcId="{E69B5964-08F4-48C7-A5B1-3A02C60746B8}" destId="{37AD3600-2AC0-43F5-9C15-FA7384CAF6F2}" srcOrd="1" destOrd="0" presId="urn:microsoft.com/office/officeart/2005/8/layout/hierarchy6"/>
    <dgm:cxn modelId="{80DCB429-EC56-4435-BEF1-A736E831ED24}" type="presParOf" srcId="{4B429088-BA22-4530-89A2-F71CB8BE9D74}" destId="{EB64EE87-D55C-4985-B89F-DB1778B8F091}" srcOrd="2" destOrd="0" presId="urn:microsoft.com/office/officeart/2005/8/layout/hierarchy6"/>
    <dgm:cxn modelId="{EBB7D4BB-2B7E-422A-A07F-E1D1042F879D}" type="presParOf" srcId="{4B429088-BA22-4530-89A2-F71CB8BE9D74}" destId="{436D0B3A-4EF8-490E-B1E6-52C9FA32A8AD}" srcOrd="3" destOrd="0" presId="urn:microsoft.com/office/officeart/2005/8/layout/hierarchy6"/>
    <dgm:cxn modelId="{34FA3AE0-8333-4CD7-B219-3CED8FFEE7E6}" type="presParOf" srcId="{436D0B3A-4EF8-490E-B1E6-52C9FA32A8AD}" destId="{CF936592-E823-4FCF-B5DE-BC12AB4C4933}" srcOrd="0" destOrd="0" presId="urn:microsoft.com/office/officeart/2005/8/layout/hierarchy6"/>
    <dgm:cxn modelId="{3B6410D4-03AC-4A69-88B6-81BB4B109EA1}" type="presParOf" srcId="{436D0B3A-4EF8-490E-B1E6-52C9FA32A8AD}" destId="{595FA002-3D4F-4B14-99B6-D10AD304C7DA}" srcOrd="1" destOrd="0" presId="urn:microsoft.com/office/officeart/2005/8/layout/hierarchy6"/>
    <dgm:cxn modelId="{B20F71FA-9CEB-4F26-B021-582DC6979911}" type="presParOf" srcId="{595FA002-3D4F-4B14-99B6-D10AD304C7DA}" destId="{EC09F82A-9B0B-4FF1-AD40-55C6C5973736}" srcOrd="0" destOrd="0" presId="urn:microsoft.com/office/officeart/2005/8/layout/hierarchy6"/>
    <dgm:cxn modelId="{449B79E1-4586-45D7-87BD-64C9AA786910}" type="presParOf" srcId="{595FA002-3D4F-4B14-99B6-D10AD304C7DA}" destId="{523643E7-0AB0-4A42-AA8B-7861F972064B}" srcOrd="1" destOrd="0" presId="urn:microsoft.com/office/officeart/2005/8/layout/hierarchy6"/>
    <dgm:cxn modelId="{30EB6387-DFCE-4DBE-AF52-8F77B1E436F3}" type="presParOf" srcId="{523643E7-0AB0-4A42-AA8B-7861F972064B}" destId="{08C371E8-7779-40EB-B56C-98FA749A54CC}" srcOrd="0" destOrd="0" presId="urn:microsoft.com/office/officeart/2005/8/layout/hierarchy6"/>
    <dgm:cxn modelId="{E4DAE8D7-58F3-40F6-B6D6-C07A9C5675B6}" type="presParOf" srcId="{523643E7-0AB0-4A42-AA8B-7861F972064B}" destId="{7B668B11-BE89-4776-8B5F-0AA62639802F}" srcOrd="1" destOrd="0" presId="urn:microsoft.com/office/officeart/2005/8/layout/hierarchy6"/>
    <dgm:cxn modelId="{501F57F0-EE77-4C16-BC7E-34F3B1054AB3}" type="presParOf" srcId="{4B429088-BA22-4530-89A2-F71CB8BE9D74}" destId="{60553512-CC60-441F-9078-5F334580B5B9}" srcOrd="4" destOrd="0" presId="urn:microsoft.com/office/officeart/2005/8/layout/hierarchy6"/>
    <dgm:cxn modelId="{1D0251FC-D41C-4E35-823E-1D294A86BB6E}" type="presParOf" srcId="{4B429088-BA22-4530-89A2-F71CB8BE9D74}" destId="{943C2639-5E89-437C-A508-23D39CE22BCD}" srcOrd="5" destOrd="0" presId="urn:microsoft.com/office/officeart/2005/8/layout/hierarchy6"/>
    <dgm:cxn modelId="{F9719A87-C9B8-47EA-8EDE-063EAE46EE0A}" type="presParOf" srcId="{943C2639-5E89-437C-A508-23D39CE22BCD}" destId="{74366023-EC2E-45BD-92D1-EAC3C80E74CC}" srcOrd="0" destOrd="0" presId="urn:microsoft.com/office/officeart/2005/8/layout/hierarchy6"/>
    <dgm:cxn modelId="{0E91F470-CBC3-46C8-97DE-371F50071929}" type="presParOf" srcId="{943C2639-5E89-437C-A508-23D39CE22BCD}" destId="{D4F79926-6305-437D-8F96-B11A7E136227}" srcOrd="1" destOrd="0" presId="urn:microsoft.com/office/officeart/2005/8/layout/hierarchy6"/>
    <dgm:cxn modelId="{E1ED7DBB-58AA-4F78-9F8F-F12DFCF5CFBE}" type="presParOf" srcId="{D4F79926-6305-437D-8F96-B11A7E136227}" destId="{7DC8AB40-D3F8-43AA-B83F-7AF81A494049}" srcOrd="0" destOrd="0" presId="urn:microsoft.com/office/officeart/2005/8/layout/hierarchy6"/>
    <dgm:cxn modelId="{6090CF39-3E54-4636-ABE3-74775FB6EA1B}" type="presParOf" srcId="{D4F79926-6305-437D-8F96-B11A7E136227}" destId="{BD4BA44D-CB3E-4CE9-A22E-D54E0328F495}" srcOrd="1" destOrd="0" presId="urn:microsoft.com/office/officeart/2005/8/layout/hierarchy6"/>
    <dgm:cxn modelId="{5B88638B-55C1-46C6-9195-CD523A66A67C}" type="presParOf" srcId="{BD4BA44D-CB3E-4CE9-A22E-D54E0328F495}" destId="{3FE9F830-58FC-4D3A-A924-F0C63B5B41F1}" srcOrd="0" destOrd="0" presId="urn:microsoft.com/office/officeart/2005/8/layout/hierarchy6"/>
    <dgm:cxn modelId="{570F8284-BF00-484D-8BC1-358184AD5454}" type="presParOf" srcId="{BD4BA44D-CB3E-4CE9-A22E-D54E0328F495}" destId="{5031BB4A-0E3C-4C91-A49D-79C674990F82}" srcOrd="1" destOrd="0" presId="urn:microsoft.com/office/officeart/2005/8/layout/hierarchy6"/>
    <dgm:cxn modelId="{BBA5077C-326C-4387-B52C-21F4D7BF065A}" type="presParOf" srcId="{4B429088-BA22-4530-89A2-F71CB8BE9D74}" destId="{4A3BF15A-F5BA-4590-A433-866C63179BE3}" srcOrd="6" destOrd="0" presId="urn:microsoft.com/office/officeart/2005/8/layout/hierarchy6"/>
    <dgm:cxn modelId="{1B0BDE1A-30D5-4C2A-BD93-C6AF66826170}" type="presParOf" srcId="{4B429088-BA22-4530-89A2-F71CB8BE9D74}" destId="{F2186719-20DA-47CF-A3B2-7068F3A9950F}" srcOrd="7" destOrd="0" presId="urn:microsoft.com/office/officeart/2005/8/layout/hierarchy6"/>
    <dgm:cxn modelId="{292C25FB-784F-4F8B-9404-D6CC4A31F0C2}" type="presParOf" srcId="{F2186719-20DA-47CF-A3B2-7068F3A9950F}" destId="{70EA1481-5B9A-4BD3-ACDE-622837DF03AA}" srcOrd="0" destOrd="0" presId="urn:microsoft.com/office/officeart/2005/8/layout/hierarchy6"/>
    <dgm:cxn modelId="{7941CA7E-9FFC-4432-A504-8119D0306950}" type="presParOf" srcId="{F2186719-20DA-47CF-A3B2-7068F3A9950F}" destId="{6BC41FB3-8C84-4F34-9C99-FD5F085F92FD}" srcOrd="1" destOrd="0" presId="urn:microsoft.com/office/officeart/2005/8/layout/hierarchy6"/>
    <dgm:cxn modelId="{7089A7AA-821C-475F-8BCA-F5701E60AB41}" type="presParOf" srcId="{6BC41FB3-8C84-4F34-9C99-FD5F085F92FD}" destId="{4A256943-F1AC-4258-9F5D-6F3EA47D1A25}" srcOrd="0" destOrd="0" presId="urn:microsoft.com/office/officeart/2005/8/layout/hierarchy6"/>
    <dgm:cxn modelId="{EF3ADD46-BB6D-42AF-8592-4A2E4303A0FC}" type="presParOf" srcId="{6BC41FB3-8C84-4F34-9C99-FD5F085F92FD}" destId="{09AB9464-7150-4711-AD3B-962165E90012}" srcOrd="1" destOrd="0" presId="urn:microsoft.com/office/officeart/2005/8/layout/hierarchy6"/>
    <dgm:cxn modelId="{1429246A-2291-4BE8-80CE-29AEBDE2F1E0}" type="presParOf" srcId="{09AB9464-7150-4711-AD3B-962165E90012}" destId="{2319A212-7D41-4265-8609-5A424E0E6CAB}" srcOrd="0" destOrd="0" presId="urn:microsoft.com/office/officeart/2005/8/layout/hierarchy6"/>
    <dgm:cxn modelId="{C4E8644A-0114-45A7-9A0F-4ABE6218C028}" type="presParOf" srcId="{09AB9464-7150-4711-AD3B-962165E90012}" destId="{6790FB1C-42FF-4FC1-A801-7C1845B3B171}" srcOrd="1" destOrd="0" presId="urn:microsoft.com/office/officeart/2005/8/layout/hierarchy6"/>
    <dgm:cxn modelId="{B2BD5921-8EC2-45EC-BA4A-2E99AFDC619E}" type="presParOf" srcId="{D45EE3AD-6541-42E3-9649-A68DB6A292A6}" destId="{6F59F843-E720-44C4-B682-1C54D3C905B5}"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0F954E7-316C-46D3-AAF5-BDE9EC409439}" type="doc">
      <dgm:prSet loTypeId="urn:microsoft.com/office/officeart/2005/8/layout/hierarchy6" loCatId="hierarchy" qsTypeId="urn:microsoft.com/office/officeart/2005/8/quickstyle/simple1" qsCatId="simple" csTypeId="urn:microsoft.com/office/officeart/2005/8/colors/colorful5" csCatId="colorful" phldr="1"/>
      <dgm:spPr/>
      <dgm:t>
        <a:bodyPr/>
        <a:lstStyle/>
        <a:p>
          <a:endParaRPr lang="en-US"/>
        </a:p>
      </dgm:t>
    </dgm:pt>
    <dgm:pt modelId="{2AA527A6-C330-4B99-9352-8589C82E53FB}">
      <dgm:prSet phldrT="[Text]"/>
      <dgm:spPr>
        <a:solidFill>
          <a:srgbClr val="00B050"/>
        </a:solidFill>
      </dgm:spPr>
      <dgm:t>
        <a:bodyPr/>
        <a:lstStyle/>
        <a:p>
          <a:r>
            <a:rPr lang="en-US" dirty="0"/>
            <a:t>1|a---</a:t>
          </a:r>
        </a:p>
      </dgm:t>
    </dgm:pt>
    <dgm:pt modelId="{1FE83964-E711-452C-9507-34F8222F117B}" type="parTrans" cxnId="{1F7EDEEA-CC6F-47F5-BF55-2FEB99D1AD5C}">
      <dgm:prSet/>
      <dgm:spPr/>
      <dgm:t>
        <a:bodyPr/>
        <a:lstStyle/>
        <a:p>
          <a:endParaRPr lang="en-US"/>
        </a:p>
      </dgm:t>
    </dgm:pt>
    <dgm:pt modelId="{25830F1B-74DA-498B-9992-0162E3A82733}" type="sibTrans" cxnId="{1F7EDEEA-CC6F-47F5-BF55-2FEB99D1AD5C}">
      <dgm:prSet/>
      <dgm:spPr/>
      <dgm:t>
        <a:bodyPr/>
        <a:lstStyle/>
        <a:p>
          <a:endParaRPr lang="en-US"/>
        </a:p>
      </dgm:t>
    </dgm:pt>
    <dgm:pt modelId="{FF3A7AC3-DDE5-425A-965C-427360FB5532}">
      <dgm:prSet phldrT="[Text]"/>
      <dgm:spPr>
        <a:solidFill>
          <a:srgbClr val="FFC000"/>
        </a:solidFill>
      </dgm:spPr>
      <dgm:t>
        <a:bodyPr/>
        <a:lstStyle/>
        <a:p>
          <a:r>
            <a:rPr lang="en-US" strike="noStrike" dirty="0"/>
            <a:t>3|-b--</a:t>
          </a:r>
        </a:p>
      </dgm:t>
    </dgm:pt>
    <dgm:pt modelId="{D06CBBFE-9DE5-4B84-8C14-2773179D3A93}" type="parTrans" cxnId="{FD8FC153-E27F-47D6-AA4D-2DB19D54B0EB}">
      <dgm:prSet/>
      <dgm:spPr/>
      <dgm:t>
        <a:bodyPr/>
        <a:lstStyle/>
        <a:p>
          <a:endParaRPr lang="en-US"/>
        </a:p>
      </dgm:t>
    </dgm:pt>
    <dgm:pt modelId="{CC5EAFC3-7A5D-4591-8123-A5E5C379B32A}" type="sibTrans" cxnId="{FD8FC153-E27F-47D6-AA4D-2DB19D54B0EB}">
      <dgm:prSet/>
      <dgm:spPr/>
      <dgm:t>
        <a:bodyPr/>
        <a:lstStyle/>
        <a:p>
          <a:endParaRPr lang="en-US"/>
        </a:p>
      </dgm:t>
    </dgm:pt>
    <dgm:pt modelId="{913ACD5F-36FF-4D30-BFEE-DDA424139B2A}">
      <dgm:prSet phldrT="[Text]"/>
      <dgm:spPr/>
      <dgm:t>
        <a:bodyPr/>
        <a:lstStyle/>
        <a:p>
          <a:r>
            <a:rPr lang="en-US" dirty="0"/>
            <a:t>Root</a:t>
          </a:r>
        </a:p>
      </dgm:t>
    </dgm:pt>
    <dgm:pt modelId="{9F942800-1FFA-498C-9CE8-E28C35AE80C2}" type="sibTrans" cxnId="{F057A89E-991F-42BB-AB21-F792FA52E8BA}">
      <dgm:prSet/>
      <dgm:spPr/>
      <dgm:t>
        <a:bodyPr/>
        <a:lstStyle/>
        <a:p>
          <a:endParaRPr lang="en-US"/>
        </a:p>
      </dgm:t>
    </dgm:pt>
    <dgm:pt modelId="{BD367335-9EB3-4EE3-89B5-D7F10DA79C58}" type="parTrans" cxnId="{F057A89E-991F-42BB-AB21-F792FA52E8BA}">
      <dgm:prSet/>
      <dgm:spPr/>
      <dgm:t>
        <a:bodyPr/>
        <a:lstStyle/>
        <a:p>
          <a:endParaRPr lang="en-US"/>
        </a:p>
      </dgm:t>
    </dgm:pt>
    <dgm:pt modelId="{8AF072BC-062B-4B9A-91B3-52764F1156CB}">
      <dgm:prSet phldrT="[Text]"/>
      <dgm:spPr>
        <a:solidFill>
          <a:srgbClr val="FFC000"/>
        </a:solidFill>
      </dgm:spPr>
      <dgm:t>
        <a:bodyPr/>
        <a:lstStyle/>
        <a:p>
          <a:r>
            <a:rPr lang="en-US" strike="noStrike" dirty="0"/>
            <a:t>9|-c--</a:t>
          </a:r>
        </a:p>
      </dgm:t>
    </dgm:pt>
    <dgm:pt modelId="{388AC2C7-CFD8-4E89-9E59-7CF0471F3F4F}" type="parTrans" cxnId="{E6011E49-EFD0-4CB7-A51B-08391E618B88}">
      <dgm:prSet/>
      <dgm:spPr/>
      <dgm:t>
        <a:bodyPr/>
        <a:lstStyle/>
        <a:p>
          <a:endParaRPr lang="en-US"/>
        </a:p>
      </dgm:t>
    </dgm:pt>
    <dgm:pt modelId="{C9489F8D-8492-4B58-86AF-A0D23ABC40F1}" type="sibTrans" cxnId="{E6011E49-EFD0-4CB7-A51B-08391E618B88}">
      <dgm:prSet/>
      <dgm:spPr/>
      <dgm:t>
        <a:bodyPr/>
        <a:lstStyle/>
        <a:p>
          <a:endParaRPr lang="en-US"/>
        </a:p>
      </dgm:t>
    </dgm:pt>
    <dgm:pt modelId="{2EFA2E03-0870-4577-9C57-BDD0565F4576}">
      <dgm:prSet phldrT="[Text]"/>
      <dgm:spPr>
        <a:solidFill>
          <a:srgbClr val="FFC000"/>
        </a:solidFill>
      </dgm:spPr>
      <dgm:t>
        <a:bodyPr/>
        <a:lstStyle/>
        <a:p>
          <a:r>
            <a:rPr lang="en-US" strike="noStrike" dirty="0"/>
            <a:t>10|---c</a:t>
          </a:r>
        </a:p>
      </dgm:t>
    </dgm:pt>
    <dgm:pt modelId="{8DBD66EB-2B84-4B17-AE3B-8137EA482A52}" type="parTrans" cxnId="{978DC2B4-DB54-4C8A-9A31-6DEBE29BF59E}">
      <dgm:prSet/>
      <dgm:spPr/>
      <dgm:t>
        <a:bodyPr/>
        <a:lstStyle/>
        <a:p>
          <a:endParaRPr lang="en-US"/>
        </a:p>
      </dgm:t>
    </dgm:pt>
    <dgm:pt modelId="{06ABAF72-F754-497C-B02F-F2D923DBFD70}" type="sibTrans" cxnId="{978DC2B4-DB54-4C8A-9A31-6DEBE29BF59E}">
      <dgm:prSet/>
      <dgm:spPr/>
      <dgm:t>
        <a:bodyPr/>
        <a:lstStyle/>
        <a:p>
          <a:endParaRPr lang="en-US"/>
        </a:p>
      </dgm:t>
    </dgm:pt>
    <dgm:pt modelId="{0DCDB52A-D592-4C8A-92B6-AE84533CB3DC}">
      <dgm:prSet phldrT="[Text]"/>
      <dgm:spPr>
        <a:solidFill>
          <a:srgbClr val="FFC000"/>
        </a:solidFill>
      </dgm:spPr>
      <dgm:t>
        <a:bodyPr/>
        <a:lstStyle/>
        <a:p>
          <a:r>
            <a:rPr lang="en-US" strike="noStrike" dirty="0"/>
            <a:t>14|--d-</a:t>
          </a:r>
        </a:p>
      </dgm:t>
    </dgm:pt>
    <dgm:pt modelId="{804F4F64-0284-4E79-8A35-49B192ACE2AC}" type="parTrans" cxnId="{363742C8-47E4-4A9B-BFCB-F042AE789CD6}">
      <dgm:prSet/>
      <dgm:spPr/>
      <dgm:t>
        <a:bodyPr/>
        <a:lstStyle/>
        <a:p>
          <a:endParaRPr lang="en-US"/>
        </a:p>
      </dgm:t>
    </dgm:pt>
    <dgm:pt modelId="{49FB53DD-BEA9-45C5-863A-6EDB27E29745}" type="sibTrans" cxnId="{363742C8-47E4-4A9B-BFCB-F042AE789CD6}">
      <dgm:prSet/>
      <dgm:spPr/>
      <dgm:t>
        <a:bodyPr/>
        <a:lstStyle/>
        <a:p>
          <a:endParaRPr lang="en-US"/>
        </a:p>
      </dgm:t>
    </dgm:pt>
    <dgm:pt modelId="{D5152A51-1767-48B1-878B-F7DBFA33949E}">
      <dgm:prSet phldrT="[Text]"/>
      <dgm:spPr>
        <a:solidFill>
          <a:srgbClr val="00B050"/>
        </a:solidFill>
      </dgm:spPr>
      <dgm:t>
        <a:bodyPr/>
        <a:lstStyle/>
        <a:p>
          <a:r>
            <a:rPr lang="en-US" dirty="0"/>
            <a:t>11|-c--</a:t>
          </a:r>
        </a:p>
      </dgm:t>
    </dgm:pt>
    <dgm:pt modelId="{B6C5E97A-282F-45A6-BCC3-64522E952EE1}" type="parTrans" cxnId="{9CFEDDA0-96CB-41F5-B53A-1255348ADF7A}">
      <dgm:prSet/>
      <dgm:spPr/>
      <dgm:t>
        <a:bodyPr/>
        <a:lstStyle/>
        <a:p>
          <a:endParaRPr lang="en-US"/>
        </a:p>
      </dgm:t>
    </dgm:pt>
    <dgm:pt modelId="{913A2E76-9061-43FC-B0FE-AA5E8B160ED7}" type="sibTrans" cxnId="{9CFEDDA0-96CB-41F5-B53A-1255348ADF7A}">
      <dgm:prSet/>
      <dgm:spPr/>
      <dgm:t>
        <a:bodyPr/>
        <a:lstStyle/>
        <a:p>
          <a:endParaRPr lang="en-US"/>
        </a:p>
      </dgm:t>
    </dgm:pt>
    <dgm:pt modelId="{9D22BEF4-FCF8-4E47-BC27-0FEF5E25631F}">
      <dgm:prSet phldrT="[Text]"/>
      <dgm:spPr>
        <a:solidFill>
          <a:srgbClr val="FFC000"/>
        </a:solidFill>
      </dgm:spPr>
      <dgm:t>
        <a:bodyPr/>
        <a:lstStyle/>
        <a:p>
          <a:r>
            <a:rPr lang="en-US" strike="noStrike" dirty="0"/>
            <a:t>12|a-cb</a:t>
          </a:r>
        </a:p>
      </dgm:t>
    </dgm:pt>
    <dgm:pt modelId="{4BFE1509-6A9C-4AB3-B065-DD9D3390177D}" type="parTrans" cxnId="{A4766364-9A64-411C-B942-0A907EE570D2}">
      <dgm:prSet/>
      <dgm:spPr/>
      <dgm:t>
        <a:bodyPr/>
        <a:lstStyle/>
        <a:p>
          <a:endParaRPr lang="en-US"/>
        </a:p>
      </dgm:t>
    </dgm:pt>
    <dgm:pt modelId="{71723B24-F891-47EA-A412-40A8EC5E7306}" type="sibTrans" cxnId="{A4766364-9A64-411C-B942-0A907EE570D2}">
      <dgm:prSet/>
      <dgm:spPr/>
      <dgm:t>
        <a:bodyPr/>
        <a:lstStyle/>
        <a:p>
          <a:endParaRPr lang="en-US"/>
        </a:p>
      </dgm:t>
    </dgm:pt>
    <dgm:pt modelId="{BC3B1247-AE8F-4270-8F07-B4AE12AAB0BA}">
      <dgm:prSet phldrT="[Text]"/>
      <dgm:spPr>
        <a:solidFill>
          <a:srgbClr val="00B050"/>
        </a:solidFill>
      </dgm:spPr>
      <dgm:t>
        <a:bodyPr/>
        <a:lstStyle/>
        <a:p>
          <a:r>
            <a:rPr lang="en-US" dirty="0"/>
            <a:t>5|---b</a:t>
          </a:r>
        </a:p>
      </dgm:t>
    </dgm:pt>
    <dgm:pt modelId="{34D0F6A1-8C99-4304-B1A2-4B83E9A86718}" type="sibTrans" cxnId="{7FB296E6-49E4-44B1-ADAA-184B9D702CFE}">
      <dgm:prSet/>
      <dgm:spPr/>
      <dgm:t>
        <a:bodyPr/>
        <a:lstStyle/>
        <a:p>
          <a:endParaRPr lang="en-US"/>
        </a:p>
      </dgm:t>
    </dgm:pt>
    <dgm:pt modelId="{22948020-AA8A-4E5B-93EA-3CCF172176F8}" type="parTrans" cxnId="{7FB296E6-49E4-44B1-ADAA-184B9D702CFE}">
      <dgm:prSet/>
      <dgm:spPr/>
      <dgm:t>
        <a:bodyPr/>
        <a:lstStyle/>
        <a:p>
          <a:endParaRPr lang="en-US"/>
        </a:p>
      </dgm:t>
    </dgm:pt>
    <dgm:pt modelId="{685EF7C8-99E3-4D3C-9390-78DAD5023945}">
      <dgm:prSet phldrT="[Text]"/>
      <dgm:spPr>
        <a:solidFill>
          <a:srgbClr val="00B050"/>
        </a:solidFill>
      </dgm:spPr>
      <dgm:t>
        <a:bodyPr/>
        <a:lstStyle/>
        <a:p>
          <a:r>
            <a:rPr lang="en-US" dirty="0"/>
            <a:t>2|-a--</a:t>
          </a:r>
        </a:p>
      </dgm:t>
    </dgm:pt>
    <dgm:pt modelId="{1CCF0BBF-017B-41E8-B7B5-7852C6D32492}" type="parTrans" cxnId="{77E6C73F-9533-4BD9-96F5-EC2D853F6B40}">
      <dgm:prSet/>
      <dgm:spPr/>
      <dgm:t>
        <a:bodyPr/>
        <a:lstStyle/>
        <a:p>
          <a:endParaRPr lang="en-US"/>
        </a:p>
      </dgm:t>
    </dgm:pt>
    <dgm:pt modelId="{9C07CDA2-FB14-47A8-8648-D163CD89F984}" type="sibTrans" cxnId="{77E6C73F-9533-4BD9-96F5-EC2D853F6B40}">
      <dgm:prSet/>
      <dgm:spPr/>
      <dgm:t>
        <a:bodyPr/>
        <a:lstStyle/>
        <a:p>
          <a:endParaRPr lang="en-US"/>
        </a:p>
      </dgm:t>
    </dgm:pt>
    <dgm:pt modelId="{4CE3DDA7-2EB4-4F4E-8D01-7C030C6C3886}">
      <dgm:prSet phldrT="[Text]"/>
      <dgm:spPr>
        <a:solidFill>
          <a:srgbClr val="FFC000"/>
        </a:solidFill>
      </dgm:spPr>
      <dgm:t>
        <a:bodyPr/>
        <a:lstStyle/>
        <a:p>
          <a:r>
            <a:rPr lang="en-US" strike="noStrike" dirty="0"/>
            <a:t>6|b---</a:t>
          </a:r>
        </a:p>
      </dgm:t>
    </dgm:pt>
    <dgm:pt modelId="{1D94C0F2-775D-452B-99C6-76BAB7E17552}" type="parTrans" cxnId="{10E18B03-BDCC-481F-B676-045124BFEB19}">
      <dgm:prSet/>
      <dgm:spPr/>
      <dgm:t>
        <a:bodyPr/>
        <a:lstStyle/>
        <a:p>
          <a:endParaRPr lang="en-US"/>
        </a:p>
      </dgm:t>
    </dgm:pt>
    <dgm:pt modelId="{F7A6D1CE-9FC1-431B-990B-41C7D6159B41}" type="sibTrans" cxnId="{10E18B03-BDCC-481F-B676-045124BFEB19}">
      <dgm:prSet/>
      <dgm:spPr/>
      <dgm:t>
        <a:bodyPr/>
        <a:lstStyle/>
        <a:p>
          <a:endParaRPr lang="en-US"/>
        </a:p>
      </dgm:t>
    </dgm:pt>
    <dgm:pt modelId="{2A502760-7806-4120-A093-9163CA531303}">
      <dgm:prSet phldrT="[Text]"/>
      <dgm:spPr>
        <a:solidFill>
          <a:srgbClr val="FFC000"/>
        </a:solidFill>
      </dgm:spPr>
      <dgm:t>
        <a:bodyPr/>
        <a:lstStyle/>
        <a:p>
          <a:pPr rtl="0"/>
          <a:r>
            <a:rPr lang="en-US" strike="noStrike" dirty="0"/>
            <a:t>7|--b-</a:t>
          </a:r>
        </a:p>
      </dgm:t>
    </dgm:pt>
    <dgm:pt modelId="{2D07165B-9C1C-4A84-A1DF-4E74B30899E6}" type="parTrans" cxnId="{036B75B5-AA93-4F41-9CE6-2E04BF62ECB3}">
      <dgm:prSet/>
      <dgm:spPr/>
      <dgm:t>
        <a:bodyPr/>
        <a:lstStyle/>
        <a:p>
          <a:endParaRPr lang="en-US"/>
        </a:p>
      </dgm:t>
    </dgm:pt>
    <dgm:pt modelId="{ED53A298-E9F8-424C-BDC3-801EF1594EB6}" type="sibTrans" cxnId="{036B75B5-AA93-4F41-9CE6-2E04BF62ECB3}">
      <dgm:prSet/>
      <dgm:spPr/>
      <dgm:t>
        <a:bodyPr/>
        <a:lstStyle/>
        <a:p>
          <a:endParaRPr lang="en-US"/>
        </a:p>
      </dgm:t>
    </dgm:pt>
    <dgm:pt modelId="{33B4779C-B1BE-439F-8681-6D7986238035}">
      <dgm:prSet phldrT="[Text]"/>
      <dgm:spPr>
        <a:solidFill>
          <a:srgbClr val="00B050"/>
        </a:solidFill>
      </dgm:spPr>
      <dgm:t>
        <a:bodyPr/>
        <a:lstStyle/>
        <a:p>
          <a:r>
            <a:rPr lang="en-US" dirty="0"/>
            <a:t>8|---b</a:t>
          </a:r>
        </a:p>
      </dgm:t>
    </dgm:pt>
    <dgm:pt modelId="{D8CB3F0C-6940-4003-975F-6EB9DDEAED65}" type="parTrans" cxnId="{D29A7AED-6AD7-49F3-8C2A-A8DEA1404C22}">
      <dgm:prSet/>
      <dgm:spPr/>
      <dgm:t>
        <a:bodyPr/>
        <a:lstStyle/>
        <a:p>
          <a:endParaRPr lang="en-US"/>
        </a:p>
      </dgm:t>
    </dgm:pt>
    <dgm:pt modelId="{CF145DAD-32BF-401C-8F38-C6BFC55A2E92}" type="sibTrans" cxnId="{D29A7AED-6AD7-49F3-8C2A-A8DEA1404C22}">
      <dgm:prSet/>
      <dgm:spPr/>
      <dgm:t>
        <a:bodyPr/>
        <a:lstStyle/>
        <a:p>
          <a:endParaRPr lang="en-US"/>
        </a:p>
      </dgm:t>
    </dgm:pt>
    <dgm:pt modelId="{2608C292-9B9A-423B-AA55-91D26973BA79}">
      <dgm:prSet phldrT="[Text]"/>
      <dgm:spPr>
        <a:solidFill>
          <a:srgbClr val="00B050"/>
        </a:solidFill>
      </dgm:spPr>
      <dgm:t>
        <a:bodyPr/>
        <a:lstStyle/>
        <a:p>
          <a:r>
            <a:rPr lang="en-US" dirty="0"/>
            <a:t>13|c---</a:t>
          </a:r>
        </a:p>
      </dgm:t>
    </dgm:pt>
    <dgm:pt modelId="{E76D3095-6010-4701-AC7D-9C4ECE9FDFA1}" type="parTrans" cxnId="{9CADAE8C-846E-4BEB-82B0-C6199B594A26}">
      <dgm:prSet/>
      <dgm:spPr/>
      <dgm:t>
        <a:bodyPr/>
        <a:lstStyle/>
        <a:p>
          <a:endParaRPr lang="en-US"/>
        </a:p>
      </dgm:t>
    </dgm:pt>
    <dgm:pt modelId="{90D6034D-3930-439E-ADD5-E0BED6D202E2}" type="sibTrans" cxnId="{9CADAE8C-846E-4BEB-82B0-C6199B594A26}">
      <dgm:prSet/>
      <dgm:spPr/>
      <dgm:t>
        <a:bodyPr/>
        <a:lstStyle/>
        <a:p>
          <a:endParaRPr lang="en-US"/>
        </a:p>
      </dgm:t>
    </dgm:pt>
    <dgm:pt modelId="{3CC770FF-3EB2-4166-8594-0EF46620B3DE}">
      <dgm:prSet phldrT="[Text]"/>
      <dgm:spPr>
        <a:solidFill>
          <a:srgbClr val="00B050"/>
        </a:solidFill>
      </dgm:spPr>
      <dgm:t>
        <a:bodyPr/>
        <a:lstStyle/>
        <a:p>
          <a:r>
            <a:rPr lang="en-US" dirty="0"/>
            <a:t>4|--b-</a:t>
          </a:r>
        </a:p>
      </dgm:t>
    </dgm:pt>
    <dgm:pt modelId="{462FBA8F-DA6F-4563-B380-0AF25E3DAB8A}" type="sibTrans" cxnId="{F4EEBF38-5505-474C-8606-1A1F1DB70F70}">
      <dgm:prSet/>
      <dgm:spPr/>
      <dgm:t>
        <a:bodyPr/>
        <a:lstStyle/>
        <a:p>
          <a:endParaRPr lang="en-US"/>
        </a:p>
      </dgm:t>
    </dgm:pt>
    <dgm:pt modelId="{48ABB4E8-7FFF-43C6-B970-46906208578D}" type="parTrans" cxnId="{F4EEBF38-5505-474C-8606-1A1F1DB70F70}">
      <dgm:prSet/>
      <dgm:spPr/>
      <dgm:t>
        <a:bodyPr/>
        <a:lstStyle/>
        <a:p>
          <a:endParaRPr lang="en-US"/>
        </a:p>
      </dgm:t>
    </dgm:pt>
    <dgm:pt modelId="{AE5CF2D2-8739-4FB7-AFDD-986167C48442}">
      <dgm:prSet phldrT="[Text]"/>
      <dgm:spPr>
        <a:solidFill>
          <a:srgbClr val="00B050"/>
        </a:solidFill>
      </dgm:spPr>
      <dgm:t>
        <a:bodyPr/>
        <a:lstStyle/>
        <a:p>
          <a:r>
            <a:rPr lang="en-US" dirty="0"/>
            <a:t>15|--d-</a:t>
          </a:r>
        </a:p>
      </dgm:t>
    </dgm:pt>
    <dgm:pt modelId="{6C365101-6E17-4E00-BA60-FA0CE6476338}" type="parTrans" cxnId="{33301DC0-4686-4967-B054-EA3A41C5BCBE}">
      <dgm:prSet/>
      <dgm:spPr/>
      <dgm:t>
        <a:bodyPr/>
        <a:lstStyle/>
        <a:p>
          <a:endParaRPr lang="en-US"/>
        </a:p>
      </dgm:t>
    </dgm:pt>
    <dgm:pt modelId="{EB355ED2-DCB7-434C-8E11-E2F03462F9A6}" type="sibTrans" cxnId="{33301DC0-4686-4967-B054-EA3A41C5BCBE}">
      <dgm:prSet/>
      <dgm:spPr/>
      <dgm:t>
        <a:bodyPr/>
        <a:lstStyle/>
        <a:p>
          <a:endParaRPr lang="en-US"/>
        </a:p>
      </dgm:t>
    </dgm:pt>
    <dgm:pt modelId="{D45EE3AD-6541-42E3-9649-A68DB6A292A6}" type="pres">
      <dgm:prSet presAssocID="{60F954E7-316C-46D3-AAF5-BDE9EC409439}" presName="mainComposite" presStyleCnt="0">
        <dgm:presLayoutVars>
          <dgm:chPref val="1"/>
          <dgm:dir/>
          <dgm:animOne val="branch"/>
          <dgm:animLvl val="lvl"/>
          <dgm:resizeHandles val="exact"/>
        </dgm:presLayoutVars>
      </dgm:prSet>
      <dgm:spPr/>
    </dgm:pt>
    <dgm:pt modelId="{EF2E9DAB-D783-4796-89CF-A6D7058C0240}" type="pres">
      <dgm:prSet presAssocID="{60F954E7-316C-46D3-AAF5-BDE9EC409439}" presName="hierFlow" presStyleCnt="0"/>
      <dgm:spPr/>
    </dgm:pt>
    <dgm:pt modelId="{C44C495F-9BE6-4DC4-95D4-BC613ECF64F0}" type="pres">
      <dgm:prSet presAssocID="{60F954E7-316C-46D3-AAF5-BDE9EC409439}" presName="hierChild1" presStyleCnt="0">
        <dgm:presLayoutVars>
          <dgm:chPref val="1"/>
          <dgm:animOne val="branch"/>
          <dgm:animLvl val="lvl"/>
        </dgm:presLayoutVars>
      </dgm:prSet>
      <dgm:spPr/>
    </dgm:pt>
    <dgm:pt modelId="{1BE3ECDC-0E51-45A2-9BF5-0550BFC24296}" type="pres">
      <dgm:prSet presAssocID="{913ACD5F-36FF-4D30-BFEE-DDA424139B2A}" presName="Name14" presStyleCnt="0"/>
      <dgm:spPr/>
    </dgm:pt>
    <dgm:pt modelId="{310706CA-9772-4D5F-AB88-342085F7D151}" type="pres">
      <dgm:prSet presAssocID="{913ACD5F-36FF-4D30-BFEE-DDA424139B2A}" presName="level1Shape" presStyleLbl="node0" presStyleIdx="0" presStyleCnt="1">
        <dgm:presLayoutVars>
          <dgm:chPref val="3"/>
        </dgm:presLayoutVars>
      </dgm:prSet>
      <dgm:spPr/>
    </dgm:pt>
    <dgm:pt modelId="{4B429088-BA22-4530-89A2-F71CB8BE9D74}" type="pres">
      <dgm:prSet presAssocID="{913ACD5F-36FF-4D30-BFEE-DDA424139B2A}" presName="hierChild2" presStyleCnt="0"/>
      <dgm:spPr/>
    </dgm:pt>
    <dgm:pt modelId="{F9395FC6-CB1B-4F85-8FE9-9E3163CEB9E9}" type="pres">
      <dgm:prSet presAssocID="{1FE83964-E711-452C-9507-34F8222F117B}" presName="Name19" presStyleLbl="parChTrans1D2" presStyleIdx="0" presStyleCnt="2"/>
      <dgm:spPr/>
    </dgm:pt>
    <dgm:pt modelId="{83AFEC22-48AD-401A-9D53-CA4168DB8CF5}" type="pres">
      <dgm:prSet presAssocID="{2AA527A6-C330-4B99-9352-8589C82E53FB}" presName="Name21" presStyleCnt="0"/>
      <dgm:spPr/>
    </dgm:pt>
    <dgm:pt modelId="{A0B96DB5-C266-4C12-BD1C-E0E5A93078E8}" type="pres">
      <dgm:prSet presAssocID="{2AA527A6-C330-4B99-9352-8589C82E53FB}" presName="level2Shape" presStyleLbl="node2" presStyleIdx="0" presStyleCnt="2"/>
      <dgm:spPr/>
    </dgm:pt>
    <dgm:pt modelId="{580FA2E2-8A1D-4822-8311-3C6A26A85052}" type="pres">
      <dgm:prSet presAssocID="{2AA527A6-C330-4B99-9352-8589C82E53FB}" presName="hierChild3" presStyleCnt="0"/>
      <dgm:spPr/>
    </dgm:pt>
    <dgm:pt modelId="{258E1F0F-44E8-42EA-AB88-08B737ABF74E}" type="pres">
      <dgm:prSet presAssocID="{D06CBBFE-9DE5-4B84-8C14-2773179D3A93}" presName="Name19" presStyleLbl="parChTrans1D3" presStyleIdx="0" presStyleCnt="6"/>
      <dgm:spPr/>
    </dgm:pt>
    <dgm:pt modelId="{299836E4-0342-4C40-93C5-69B4F97CAFAC}" type="pres">
      <dgm:prSet presAssocID="{FF3A7AC3-DDE5-425A-965C-427360FB5532}" presName="Name21" presStyleCnt="0"/>
      <dgm:spPr/>
    </dgm:pt>
    <dgm:pt modelId="{484EE11B-4342-43DA-A4FE-A837AFB4A75A}" type="pres">
      <dgm:prSet presAssocID="{FF3A7AC3-DDE5-425A-965C-427360FB5532}" presName="level2Shape" presStyleLbl="node3" presStyleIdx="0" presStyleCnt="6"/>
      <dgm:spPr/>
    </dgm:pt>
    <dgm:pt modelId="{52F442E7-9062-4219-ADB3-EEC760CDC6DD}" type="pres">
      <dgm:prSet presAssocID="{FF3A7AC3-DDE5-425A-965C-427360FB5532}" presName="hierChild3" presStyleCnt="0"/>
      <dgm:spPr/>
    </dgm:pt>
    <dgm:pt modelId="{261B2401-23D9-47B7-854B-1390B55DFC22}" type="pres">
      <dgm:prSet presAssocID="{48ABB4E8-7FFF-43C6-B970-46906208578D}" presName="Name19" presStyleLbl="parChTrans1D3" presStyleIdx="1" presStyleCnt="6"/>
      <dgm:spPr/>
    </dgm:pt>
    <dgm:pt modelId="{910B7707-EF51-4C21-B9DE-7D8FBA4B4B9E}" type="pres">
      <dgm:prSet presAssocID="{3CC770FF-3EB2-4166-8594-0EF46620B3DE}" presName="Name21" presStyleCnt="0"/>
      <dgm:spPr/>
    </dgm:pt>
    <dgm:pt modelId="{77C5F1CB-7744-41A3-ABCC-2816B3A3B7DC}" type="pres">
      <dgm:prSet presAssocID="{3CC770FF-3EB2-4166-8594-0EF46620B3DE}" presName="level2Shape" presStyleLbl="node3" presStyleIdx="1" presStyleCnt="6"/>
      <dgm:spPr/>
    </dgm:pt>
    <dgm:pt modelId="{2392D233-3235-4E44-ADC3-BD5B9E724663}" type="pres">
      <dgm:prSet presAssocID="{3CC770FF-3EB2-4166-8594-0EF46620B3DE}" presName="hierChild3" presStyleCnt="0"/>
      <dgm:spPr/>
    </dgm:pt>
    <dgm:pt modelId="{295508F4-93DD-47CC-AD86-AB512C5180E3}" type="pres">
      <dgm:prSet presAssocID="{388AC2C7-CFD8-4E89-9E59-7CF0471F3F4F}" presName="Name19" presStyleLbl="parChTrans1D4" presStyleIdx="0" presStyleCnt="7"/>
      <dgm:spPr/>
    </dgm:pt>
    <dgm:pt modelId="{86F7B754-2A18-44A8-BAC3-3292FFBD1256}" type="pres">
      <dgm:prSet presAssocID="{8AF072BC-062B-4B9A-91B3-52764F1156CB}" presName="Name21" presStyleCnt="0"/>
      <dgm:spPr/>
    </dgm:pt>
    <dgm:pt modelId="{ED2A92EF-039B-4F9A-BF8C-3EA749C49D84}" type="pres">
      <dgm:prSet presAssocID="{8AF072BC-062B-4B9A-91B3-52764F1156CB}" presName="level2Shape" presStyleLbl="node4" presStyleIdx="0" presStyleCnt="7"/>
      <dgm:spPr/>
    </dgm:pt>
    <dgm:pt modelId="{A4E5F2D8-8469-4032-AC89-7C2033495384}" type="pres">
      <dgm:prSet presAssocID="{8AF072BC-062B-4B9A-91B3-52764F1156CB}" presName="hierChild3" presStyleCnt="0"/>
      <dgm:spPr/>
    </dgm:pt>
    <dgm:pt modelId="{A4FA3FA0-5934-482D-B5B5-C35599768775}" type="pres">
      <dgm:prSet presAssocID="{8DBD66EB-2B84-4B17-AE3B-8137EA482A52}" presName="Name19" presStyleLbl="parChTrans1D4" presStyleIdx="1" presStyleCnt="7"/>
      <dgm:spPr/>
    </dgm:pt>
    <dgm:pt modelId="{0C71220A-9A15-4F86-AF35-98A284EBE845}" type="pres">
      <dgm:prSet presAssocID="{2EFA2E03-0870-4577-9C57-BDD0565F4576}" presName="Name21" presStyleCnt="0"/>
      <dgm:spPr/>
    </dgm:pt>
    <dgm:pt modelId="{91120E78-8AED-4115-ABFD-5A885A7BE55F}" type="pres">
      <dgm:prSet presAssocID="{2EFA2E03-0870-4577-9C57-BDD0565F4576}" presName="level2Shape" presStyleLbl="node4" presStyleIdx="1" presStyleCnt="7"/>
      <dgm:spPr/>
    </dgm:pt>
    <dgm:pt modelId="{9421C057-F4DD-4FFB-A72A-41E6B6A3E5D8}" type="pres">
      <dgm:prSet presAssocID="{2EFA2E03-0870-4577-9C57-BDD0565F4576}" presName="hierChild3" presStyleCnt="0"/>
      <dgm:spPr/>
    </dgm:pt>
    <dgm:pt modelId="{792EAE39-05E5-4F97-B2D3-8903E61FBF4F}" type="pres">
      <dgm:prSet presAssocID="{22948020-AA8A-4E5B-93EA-3CCF172176F8}" presName="Name19" presStyleLbl="parChTrans1D3" presStyleIdx="2" presStyleCnt="6"/>
      <dgm:spPr/>
    </dgm:pt>
    <dgm:pt modelId="{919F1F35-DF69-4CCB-B5FC-2A48FF3F5675}" type="pres">
      <dgm:prSet presAssocID="{BC3B1247-AE8F-4270-8F07-B4AE12AAB0BA}" presName="Name21" presStyleCnt="0"/>
      <dgm:spPr/>
    </dgm:pt>
    <dgm:pt modelId="{F122795B-A313-409A-9F52-57CFA92EDB93}" type="pres">
      <dgm:prSet presAssocID="{BC3B1247-AE8F-4270-8F07-B4AE12AAB0BA}" presName="level2Shape" presStyleLbl="node3" presStyleIdx="2" presStyleCnt="6"/>
      <dgm:spPr/>
    </dgm:pt>
    <dgm:pt modelId="{DD36DF33-0853-4D3E-9951-9E64EAFCCB2C}" type="pres">
      <dgm:prSet presAssocID="{BC3B1247-AE8F-4270-8F07-B4AE12AAB0BA}" presName="hierChild3" presStyleCnt="0"/>
      <dgm:spPr/>
    </dgm:pt>
    <dgm:pt modelId="{62FDC3F9-646D-4B67-A6DC-D705D9737401}" type="pres">
      <dgm:prSet presAssocID="{B6C5E97A-282F-45A6-BCC3-64522E952EE1}" presName="Name19" presStyleLbl="parChTrans1D4" presStyleIdx="2" presStyleCnt="7"/>
      <dgm:spPr/>
    </dgm:pt>
    <dgm:pt modelId="{27E652EE-95F2-4803-BDA6-1D848ECD0A92}" type="pres">
      <dgm:prSet presAssocID="{D5152A51-1767-48B1-878B-F7DBFA33949E}" presName="Name21" presStyleCnt="0"/>
      <dgm:spPr/>
    </dgm:pt>
    <dgm:pt modelId="{18B870B5-656E-4481-8AA2-2A6A4568029B}" type="pres">
      <dgm:prSet presAssocID="{D5152A51-1767-48B1-878B-F7DBFA33949E}" presName="level2Shape" presStyleLbl="node4" presStyleIdx="2" presStyleCnt="7"/>
      <dgm:spPr/>
    </dgm:pt>
    <dgm:pt modelId="{2BF585E5-B013-4874-A11C-9E53AC2A93D0}" type="pres">
      <dgm:prSet presAssocID="{D5152A51-1767-48B1-878B-F7DBFA33949E}" presName="hierChild3" presStyleCnt="0"/>
      <dgm:spPr/>
    </dgm:pt>
    <dgm:pt modelId="{306C6D96-E16E-495E-B082-140907B574C2}" type="pres">
      <dgm:prSet presAssocID="{804F4F64-0284-4E79-8A35-49B192ACE2AC}" presName="Name19" presStyleLbl="parChTrans1D4" presStyleIdx="3" presStyleCnt="7"/>
      <dgm:spPr/>
    </dgm:pt>
    <dgm:pt modelId="{32AB6C7D-38D1-461D-B7A1-F6A73551066B}" type="pres">
      <dgm:prSet presAssocID="{0DCDB52A-D592-4C8A-92B6-AE84533CB3DC}" presName="Name21" presStyleCnt="0"/>
      <dgm:spPr/>
    </dgm:pt>
    <dgm:pt modelId="{6CCDEACC-4434-4565-902B-7DF5F248076A}" type="pres">
      <dgm:prSet presAssocID="{0DCDB52A-D592-4C8A-92B6-AE84533CB3DC}" presName="level2Shape" presStyleLbl="node4" presStyleIdx="3" presStyleCnt="7"/>
      <dgm:spPr/>
    </dgm:pt>
    <dgm:pt modelId="{55F35CA8-7FDF-478B-93EE-AC7AFA303B9D}" type="pres">
      <dgm:prSet presAssocID="{0DCDB52A-D592-4C8A-92B6-AE84533CB3DC}" presName="hierChild3" presStyleCnt="0"/>
      <dgm:spPr/>
    </dgm:pt>
    <dgm:pt modelId="{D35712CB-A146-4107-8ACA-E5AD96524B3D}" type="pres">
      <dgm:prSet presAssocID="{4BFE1509-6A9C-4AB3-B065-DD9D3390177D}" presName="Name19" presStyleLbl="parChTrans1D4" presStyleIdx="4" presStyleCnt="7"/>
      <dgm:spPr/>
    </dgm:pt>
    <dgm:pt modelId="{BF8B0F8C-8311-4ABA-82EF-AAC35BBDF342}" type="pres">
      <dgm:prSet presAssocID="{9D22BEF4-FCF8-4E47-BC27-0FEF5E25631F}" presName="Name21" presStyleCnt="0"/>
      <dgm:spPr/>
    </dgm:pt>
    <dgm:pt modelId="{E7F51DED-CBF7-4BC1-A840-7525B169F018}" type="pres">
      <dgm:prSet presAssocID="{9D22BEF4-FCF8-4E47-BC27-0FEF5E25631F}" presName="level2Shape" presStyleLbl="node4" presStyleIdx="4" presStyleCnt="7"/>
      <dgm:spPr/>
    </dgm:pt>
    <dgm:pt modelId="{6C712DE2-997F-4905-9E17-CB5FE57E546B}" type="pres">
      <dgm:prSet presAssocID="{9D22BEF4-FCF8-4E47-BC27-0FEF5E25631F}" presName="hierChild3" presStyleCnt="0"/>
      <dgm:spPr/>
    </dgm:pt>
    <dgm:pt modelId="{EB64EE87-D55C-4985-B89F-DB1778B8F091}" type="pres">
      <dgm:prSet presAssocID="{1CCF0BBF-017B-41E8-B7B5-7852C6D32492}" presName="Name19" presStyleLbl="parChTrans1D2" presStyleIdx="1" presStyleCnt="2"/>
      <dgm:spPr/>
    </dgm:pt>
    <dgm:pt modelId="{436D0B3A-4EF8-490E-B1E6-52C9FA32A8AD}" type="pres">
      <dgm:prSet presAssocID="{685EF7C8-99E3-4D3C-9390-78DAD5023945}" presName="Name21" presStyleCnt="0"/>
      <dgm:spPr/>
    </dgm:pt>
    <dgm:pt modelId="{CF936592-E823-4FCF-B5DE-BC12AB4C4933}" type="pres">
      <dgm:prSet presAssocID="{685EF7C8-99E3-4D3C-9390-78DAD5023945}" presName="level2Shape" presStyleLbl="node2" presStyleIdx="1" presStyleCnt="2"/>
      <dgm:spPr/>
    </dgm:pt>
    <dgm:pt modelId="{595FA002-3D4F-4B14-99B6-D10AD304C7DA}" type="pres">
      <dgm:prSet presAssocID="{685EF7C8-99E3-4D3C-9390-78DAD5023945}" presName="hierChild3" presStyleCnt="0"/>
      <dgm:spPr/>
    </dgm:pt>
    <dgm:pt modelId="{EC09F82A-9B0B-4FF1-AD40-55C6C5973736}" type="pres">
      <dgm:prSet presAssocID="{1D94C0F2-775D-452B-99C6-76BAB7E17552}" presName="Name19" presStyleLbl="parChTrans1D3" presStyleIdx="3" presStyleCnt="6"/>
      <dgm:spPr/>
    </dgm:pt>
    <dgm:pt modelId="{523643E7-0AB0-4A42-AA8B-7861F972064B}" type="pres">
      <dgm:prSet presAssocID="{4CE3DDA7-2EB4-4F4E-8D01-7C030C6C3886}" presName="Name21" presStyleCnt="0"/>
      <dgm:spPr/>
    </dgm:pt>
    <dgm:pt modelId="{08C371E8-7779-40EB-B56C-98FA749A54CC}" type="pres">
      <dgm:prSet presAssocID="{4CE3DDA7-2EB4-4F4E-8D01-7C030C6C3886}" presName="level2Shape" presStyleLbl="node3" presStyleIdx="3" presStyleCnt="6"/>
      <dgm:spPr/>
    </dgm:pt>
    <dgm:pt modelId="{7B668B11-BE89-4776-8B5F-0AA62639802F}" type="pres">
      <dgm:prSet presAssocID="{4CE3DDA7-2EB4-4F4E-8D01-7C030C6C3886}" presName="hierChild3" presStyleCnt="0"/>
      <dgm:spPr/>
    </dgm:pt>
    <dgm:pt modelId="{0C523DC1-2563-42FB-8837-8C231CAD08FF}" type="pres">
      <dgm:prSet presAssocID="{2D07165B-9C1C-4A84-A1DF-4E74B30899E6}" presName="Name19" presStyleLbl="parChTrans1D3" presStyleIdx="4" presStyleCnt="6"/>
      <dgm:spPr/>
    </dgm:pt>
    <dgm:pt modelId="{13AD29D6-D6A2-46DA-B497-A257286AEF2B}" type="pres">
      <dgm:prSet presAssocID="{2A502760-7806-4120-A093-9163CA531303}" presName="Name21" presStyleCnt="0"/>
      <dgm:spPr/>
    </dgm:pt>
    <dgm:pt modelId="{FD076912-4709-4022-9B73-15A7B3A7606F}" type="pres">
      <dgm:prSet presAssocID="{2A502760-7806-4120-A093-9163CA531303}" presName="level2Shape" presStyleLbl="node3" presStyleIdx="4" presStyleCnt="6"/>
      <dgm:spPr/>
    </dgm:pt>
    <dgm:pt modelId="{90E73912-0885-4F2A-889E-58DD08A1F765}" type="pres">
      <dgm:prSet presAssocID="{2A502760-7806-4120-A093-9163CA531303}" presName="hierChild3" presStyleCnt="0"/>
      <dgm:spPr/>
    </dgm:pt>
    <dgm:pt modelId="{DCB8AAF2-3097-4235-854C-5DFF8D65B07C}" type="pres">
      <dgm:prSet presAssocID="{D8CB3F0C-6940-4003-975F-6EB9DDEAED65}" presName="Name19" presStyleLbl="parChTrans1D3" presStyleIdx="5" presStyleCnt="6"/>
      <dgm:spPr/>
    </dgm:pt>
    <dgm:pt modelId="{E2C7D260-3C31-4217-B527-4CA959CC66E3}" type="pres">
      <dgm:prSet presAssocID="{33B4779C-B1BE-439F-8681-6D7986238035}" presName="Name21" presStyleCnt="0"/>
      <dgm:spPr/>
    </dgm:pt>
    <dgm:pt modelId="{5D87A32E-9895-4A9A-A3B7-CBBEA8B14EA9}" type="pres">
      <dgm:prSet presAssocID="{33B4779C-B1BE-439F-8681-6D7986238035}" presName="level2Shape" presStyleLbl="node3" presStyleIdx="5" presStyleCnt="6"/>
      <dgm:spPr/>
    </dgm:pt>
    <dgm:pt modelId="{B90276AC-68B5-41E0-B0AB-53BC9DE1C7BA}" type="pres">
      <dgm:prSet presAssocID="{33B4779C-B1BE-439F-8681-6D7986238035}" presName="hierChild3" presStyleCnt="0"/>
      <dgm:spPr/>
    </dgm:pt>
    <dgm:pt modelId="{37537B34-9FDD-420B-B619-E02EF4FB813A}" type="pres">
      <dgm:prSet presAssocID="{E76D3095-6010-4701-AC7D-9C4ECE9FDFA1}" presName="Name19" presStyleLbl="parChTrans1D4" presStyleIdx="5" presStyleCnt="7"/>
      <dgm:spPr/>
    </dgm:pt>
    <dgm:pt modelId="{45E156B6-D7E8-497D-9820-1C72449A4FB1}" type="pres">
      <dgm:prSet presAssocID="{2608C292-9B9A-423B-AA55-91D26973BA79}" presName="Name21" presStyleCnt="0"/>
      <dgm:spPr/>
    </dgm:pt>
    <dgm:pt modelId="{124E54CB-3EB2-43B0-9EF9-B9FF91B1358D}" type="pres">
      <dgm:prSet presAssocID="{2608C292-9B9A-423B-AA55-91D26973BA79}" presName="level2Shape" presStyleLbl="node4" presStyleIdx="5" presStyleCnt="7"/>
      <dgm:spPr/>
    </dgm:pt>
    <dgm:pt modelId="{3CD85419-C742-4BC9-9C8B-3F29F0D8BBA1}" type="pres">
      <dgm:prSet presAssocID="{2608C292-9B9A-423B-AA55-91D26973BA79}" presName="hierChild3" presStyleCnt="0"/>
      <dgm:spPr/>
    </dgm:pt>
    <dgm:pt modelId="{6847B8E0-4B12-4128-9404-C7A02DFC8440}" type="pres">
      <dgm:prSet presAssocID="{6C365101-6E17-4E00-BA60-FA0CE6476338}" presName="Name19" presStyleLbl="parChTrans1D4" presStyleIdx="6" presStyleCnt="7"/>
      <dgm:spPr/>
    </dgm:pt>
    <dgm:pt modelId="{0A77F23F-8C6E-4DF7-B253-201905DFE60B}" type="pres">
      <dgm:prSet presAssocID="{AE5CF2D2-8739-4FB7-AFDD-986167C48442}" presName="Name21" presStyleCnt="0"/>
      <dgm:spPr/>
    </dgm:pt>
    <dgm:pt modelId="{80230A1E-1E75-4763-90C2-BF08940C1EE9}" type="pres">
      <dgm:prSet presAssocID="{AE5CF2D2-8739-4FB7-AFDD-986167C48442}" presName="level2Shape" presStyleLbl="node4" presStyleIdx="6" presStyleCnt="7"/>
      <dgm:spPr/>
    </dgm:pt>
    <dgm:pt modelId="{A7D7F3BE-6650-48C2-82FC-1FDB0C42FBB5}" type="pres">
      <dgm:prSet presAssocID="{AE5CF2D2-8739-4FB7-AFDD-986167C48442}" presName="hierChild3" presStyleCnt="0"/>
      <dgm:spPr/>
    </dgm:pt>
    <dgm:pt modelId="{6F59F843-E720-44C4-B682-1C54D3C905B5}" type="pres">
      <dgm:prSet presAssocID="{60F954E7-316C-46D3-AAF5-BDE9EC409439}" presName="bgShapesFlow" presStyleCnt="0"/>
      <dgm:spPr/>
    </dgm:pt>
  </dgm:ptLst>
  <dgm:cxnLst>
    <dgm:cxn modelId="{10E18B03-BDCC-481F-B676-045124BFEB19}" srcId="{685EF7C8-99E3-4D3C-9390-78DAD5023945}" destId="{4CE3DDA7-2EB4-4F4E-8D01-7C030C6C3886}" srcOrd="0" destOrd="0" parTransId="{1D94C0F2-775D-452B-99C6-76BAB7E17552}" sibTransId="{F7A6D1CE-9FC1-431B-990B-41C7D6159B41}"/>
    <dgm:cxn modelId="{DBA9B304-CE67-4CC5-AD50-5CBDB12B70DB}" type="presOf" srcId="{FF3A7AC3-DDE5-425A-965C-427360FB5532}" destId="{484EE11B-4342-43DA-A4FE-A837AFB4A75A}" srcOrd="0" destOrd="0" presId="urn:microsoft.com/office/officeart/2005/8/layout/hierarchy6"/>
    <dgm:cxn modelId="{713AEB0F-D4C3-401E-BA8F-43C3B40DC7FA}" type="presOf" srcId="{1CCF0BBF-017B-41E8-B7B5-7852C6D32492}" destId="{EB64EE87-D55C-4985-B89F-DB1778B8F091}" srcOrd="0" destOrd="0" presId="urn:microsoft.com/office/officeart/2005/8/layout/hierarchy6"/>
    <dgm:cxn modelId="{09EF7230-5775-4904-870C-166ABD46E13A}" type="presOf" srcId="{8AF072BC-062B-4B9A-91B3-52764F1156CB}" destId="{ED2A92EF-039B-4F9A-BF8C-3EA749C49D84}" srcOrd="0" destOrd="0" presId="urn:microsoft.com/office/officeart/2005/8/layout/hierarchy6"/>
    <dgm:cxn modelId="{0EB0BF31-9315-4482-BC6A-78858B30EE55}" type="presOf" srcId="{2EFA2E03-0870-4577-9C57-BDD0565F4576}" destId="{91120E78-8AED-4115-ABFD-5A885A7BE55F}" srcOrd="0" destOrd="0" presId="urn:microsoft.com/office/officeart/2005/8/layout/hierarchy6"/>
    <dgm:cxn modelId="{DEB7E032-5918-4DDE-9ED2-67B354AD50A9}" type="presOf" srcId="{4BFE1509-6A9C-4AB3-B065-DD9D3390177D}" destId="{D35712CB-A146-4107-8ACA-E5AD96524B3D}" srcOrd="0" destOrd="0" presId="urn:microsoft.com/office/officeart/2005/8/layout/hierarchy6"/>
    <dgm:cxn modelId="{E334A235-C9ED-47B5-88AE-613DA99CB514}" type="presOf" srcId="{33B4779C-B1BE-439F-8681-6D7986238035}" destId="{5D87A32E-9895-4A9A-A3B7-CBBEA8B14EA9}" srcOrd="0" destOrd="0" presId="urn:microsoft.com/office/officeart/2005/8/layout/hierarchy6"/>
    <dgm:cxn modelId="{F4EEBF38-5505-474C-8606-1A1F1DB70F70}" srcId="{2AA527A6-C330-4B99-9352-8589C82E53FB}" destId="{3CC770FF-3EB2-4166-8594-0EF46620B3DE}" srcOrd="1" destOrd="0" parTransId="{48ABB4E8-7FFF-43C6-B970-46906208578D}" sibTransId="{462FBA8F-DA6F-4563-B380-0AF25E3DAB8A}"/>
    <dgm:cxn modelId="{E2986D3B-D744-49C4-8C71-C14EF4C6B849}" type="presOf" srcId="{60F954E7-316C-46D3-AAF5-BDE9EC409439}" destId="{D45EE3AD-6541-42E3-9649-A68DB6A292A6}" srcOrd="0" destOrd="0" presId="urn:microsoft.com/office/officeart/2005/8/layout/hierarchy6"/>
    <dgm:cxn modelId="{D9665E3D-967C-4D06-97E5-532C0A68C2B5}" type="presOf" srcId="{804F4F64-0284-4E79-8A35-49B192ACE2AC}" destId="{306C6D96-E16E-495E-B082-140907B574C2}" srcOrd="0" destOrd="0" presId="urn:microsoft.com/office/officeart/2005/8/layout/hierarchy6"/>
    <dgm:cxn modelId="{77E6C73F-9533-4BD9-96F5-EC2D853F6B40}" srcId="{913ACD5F-36FF-4D30-BFEE-DDA424139B2A}" destId="{685EF7C8-99E3-4D3C-9390-78DAD5023945}" srcOrd="1" destOrd="0" parTransId="{1CCF0BBF-017B-41E8-B7B5-7852C6D32492}" sibTransId="{9C07CDA2-FB14-47A8-8648-D163CD89F984}"/>
    <dgm:cxn modelId="{32DEC45C-33D9-4C64-9C1B-831C4F2E7F60}" type="presOf" srcId="{4CE3DDA7-2EB4-4F4E-8D01-7C030C6C3886}" destId="{08C371E8-7779-40EB-B56C-98FA749A54CC}" srcOrd="0" destOrd="0" presId="urn:microsoft.com/office/officeart/2005/8/layout/hierarchy6"/>
    <dgm:cxn modelId="{99393961-A80D-4D91-893D-09894C749CDC}" type="presOf" srcId="{9D22BEF4-FCF8-4E47-BC27-0FEF5E25631F}" destId="{E7F51DED-CBF7-4BC1-A840-7525B169F018}" srcOrd="0" destOrd="0" presId="urn:microsoft.com/office/officeart/2005/8/layout/hierarchy6"/>
    <dgm:cxn modelId="{A4766364-9A64-411C-B942-0A907EE570D2}" srcId="{BC3B1247-AE8F-4270-8F07-B4AE12AAB0BA}" destId="{9D22BEF4-FCF8-4E47-BC27-0FEF5E25631F}" srcOrd="1" destOrd="0" parTransId="{4BFE1509-6A9C-4AB3-B065-DD9D3390177D}" sibTransId="{71723B24-F891-47EA-A412-40A8EC5E7306}"/>
    <dgm:cxn modelId="{D0417944-21A5-4EC9-8327-706480423949}" type="presOf" srcId="{3CC770FF-3EB2-4166-8594-0EF46620B3DE}" destId="{77C5F1CB-7744-41A3-ABCC-2816B3A3B7DC}" srcOrd="0" destOrd="0" presId="urn:microsoft.com/office/officeart/2005/8/layout/hierarchy6"/>
    <dgm:cxn modelId="{E6011E49-EFD0-4CB7-A51B-08391E618B88}" srcId="{3CC770FF-3EB2-4166-8594-0EF46620B3DE}" destId="{8AF072BC-062B-4B9A-91B3-52764F1156CB}" srcOrd="0" destOrd="0" parTransId="{388AC2C7-CFD8-4E89-9E59-7CF0471F3F4F}" sibTransId="{C9489F8D-8492-4B58-86AF-A0D23ABC40F1}"/>
    <dgm:cxn modelId="{9E97FF69-8167-4E3C-A48F-5E5FB20E00AD}" type="presOf" srcId="{388AC2C7-CFD8-4E89-9E59-7CF0471F3F4F}" destId="{295508F4-93DD-47CC-AD86-AB512C5180E3}" srcOrd="0" destOrd="0" presId="urn:microsoft.com/office/officeart/2005/8/layout/hierarchy6"/>
    <dgm:cxn modelId="{D35F726B-4862-42F3-B661-D290AAF47EB1}" type="presOf" srcId="{8DBD66EB-2B84-4B17-AE3B-8137EA482A52}" destId="{A4FA3FA0-5934-482D-B5B5-C35599768775}" srcOrd="0" destOrd="0" presId="urn:microsoft.com/office/officeart/2005/8/layout/hierarchy6"/>
    <dgm:cxn modelId="{35D10C4F-B832-437A-84B7-BC5B586DDF47}" type="presOf" srcId="{1D94C0F2-775D-452B-99C6-76BAB7E17552}" destId="{EC09F82A-9B0B-4FF1-AD40-55C6C5973736}" srcOrd="0" destOrd="0" presId="urn:microsoft.com/office/officeart/2005/8/layout/hierarchy6"/>
    <dgm:cxn modelId="{3A6F8E6F-CEBA-40F1-A566-FDE44BDB1C39}" type="presOf" srcId="{6C365101-6E17-4E00-BA60-FA0CE6476338}" destId="{6847B8E0-4B12-4128-9404-C7A02DFC8440}" srcOrd="0" destOrd="0" presId="urn:microsoft.com/office/officeart/2005/8/layout/hierarchy6"/>
    <dgm:cxn modelId="{FD8FC153-E27F-47D6-AA4D-2DB19D54B0EB}" srcId="{2AA527A6-C330-4B99-9352-8589C82E53FB}" destId="{FF3A7AC3-DDE5-425A-965C-427360FB5532}" srcOrd="0" destOrd="0" parTransId="{D06CBBFE-9DE5-4B84-8C14-2773179D3A93}" sibTransId="{CC5EAFC3-7A5D-4591-8123-A5E5C379B32A}"/>
    <dgm:cxn modelId="{9CADAE8C-846E-4BEB-82B0-C6199B594A26}" srcId="{33B4779C-B1BE-439F-8681-6D7986238035}" destId="{2608C292-9B9A-423B-AA55-91D26973BA79}" srcOrd="0" destOrd="0" parTransId="{E76D3095-6010-4701-AC7D-9C4ECE9FDFA1}" sibTransId="{90D6034D-3930-439E-ADD5-E0BED6D202E2}"/>
    <dgm:cxn modelId="{F057A89E-991F-42BB-AB21-F792FA52E8BA}" srcId="{60F954E7-316C-46D3-AAF5-BDE9EC409439}" destId="{913ACD5F-36FF-4D30-BFEE-DDA424139B2A}" srcOrd="0" destOrd="0" parTransId="{BD367335-9EB3-4EE3-89B5-D7F10DA79C58}" sibTransId="{9F942800-1FFA-498C-9CE8-E28C35AE80C2}"/>
    <dgm:cxn modelId="{7CC51A9F-FDBE-42CB-B411-7F5A00C91337}" type="presOf" srcId="{0DCDB52A-D592-4C8A-92B6-AE84533CB3DC}" destId="{6CCDEACC-4434-4565-902B-7DF5F248076A}" srcOrd="0" destOrd="0" presId="urn:microsoft.com/office/officeart/2005/8/layout/hierarchy6"/>
    <dgm:cxn modelId="{32D0789F-E6AD-4009-BF44-DC439A9DEF9E}" type="presOf" srcId="{2D07165B-9C1C-4A84-A1DF-4E74B30899E6}" destId="{0C523DC1-2563-42FB-8837-8C231CAD08FF}" srcOrd="0" destOrd="0" presId="urn:microsoft.com/office/officeart/2005/8/layout/hierarchy6"/>
    <dgm:cxn modelId="{9CFEDDA0-96CB-41F5-B53A-1255348ADF7A}" srcId="{BC3B1247-AE8F-4270-8F07-B4AE12AAB0BA}" destId="{D5152A51-1767-48B1-878B-F7DBFA33949E}" srcOrd="0" destOrd="0" parTransId="{B6C5E97A-282F-45A6-BCC3-64522E952EE1}" sibTransId="{913A2E76-9061-43FC-B0FE-AA5E8B160ED7}"/>
    <dgm:cxn modelId="{57CFF9A0-DD96-43EC-A408-48706267FA72}" type="presOf" srcId="{2AA527A6-C330-4B99-9352-8589C82E53FB}" destId="{A0B96DB5-C266-4C12-BD1C-E0E5A93078E8}" srcOrd="0" destOrd="0" presId="urn:microsoft.com/office/officeart/2005/8/layout/hierarchy6"/>
    <dgm:cxn modelId="{4776ECAA-E322-4E5F-830B-5616D3DE4D2C}" type="presOf" srcId="{2608C292-9B9A-423B-AA55-91D26973BA79}" destId="{124E54CB-3EB2-43B0-9EF9-B9FF91B1358D}" srcOrd="0" destOrd="0" presId="urn:microsoft.com/office/officeart/2005/8/layout/hierarchy6"/>
    <dgm:cxn modelId="{BDEE01AB-6093-484E-85A7-B1A16BF6D06E}" type="presOf" srcId="{AE5CF2D2-8739-4FB7-AFDD-986167C48442}" destId="{80230A1E-1E75-4763-90C2-BF08940C1EE9}" srcOrd="0" destOrd="0" presId="urn:microsoft.com/office/officeart/2005/8/layout/hierarchy6"/>
    <dgm:cxn modelId="{9E356BAD-E122-445F-B445-8D8D92265C8C}" type="presOf" srcId="{2A502760-7806-4120-A093-9163CA531303}" destId="{FD076912-4709-4022-9B73-15A7B3A7606F}" srcOrd="0" destOrd="0" presId="urn:microsoft.com/office/officeart/2005/8/layout/hierarchy6"/>
    <dgm:cxn modelId="{6292EDAD-7455-42EF-933F-AC7A38EC5D5B}" type="presOf" srcId="{48ABB4E8-7FFF-43C6-B970-46906208578D}" destId="{261B2401-23D9-47B7-854B-1390B55DFC22}" srcOrd="0" destOrd="0" presId="urn:microsoft.com/office/officeart/2005/8/layout/hierarchy6"/>
    <dgm:cxn modelId="{56731FB1-4B0F-4F20-90D4-23FA864ECF4A}" type="presOf" srcId="{685EF7C8-99E3-4D3C-9390-78DAD5023945}" destId="{CF936592-E823-4FCF-B5DE-BC12AB4C4933}" srcOrd="0" destOrd="0" presId="urn:microsoft.com/office/officeart/2005/8/layout/hierarchy6"/>
    <dgm:cxn modelId="{978DC2B4-DB54-4C8A-9A31-6DEBE29BF59E}" srcId="{3CC770FF-3EB2-4166-8594-0EF46620B3DE}" destId="{2EFA2E03-0870-4577-9C57-BDD0565F4576}" srcOrd="1" destOrd="0" parTransId="{8DBD66EB-2B84-4B17-AE3B-8137EA482A52}" sibTransId="{06ABAF72-F754-497C-B02F-F2D923DBFD70}"/>
    <dgm:cxn modelId="{036B75B5-AA93-4F41-9CE6-2E04BF62ECB3}" srcId="{685EF7C8-99E3-4D3C-9390-78DAD5023945}" destId="{2A502760-7806-4120-A093-9163CA531303}" srcOrd="1" destOrd="0" parTransId="{2D07165B-9C1C-4A84-A1DF-4E74B30899E6}" sibTransId="{ED53A298-E9F8-424C-BDC3-801EF1594EB6}"/>
    <dgm:cxn modelId="{C102F3B9-7065-43E7-AA70-DDE648F5F0C5}" type="presOf" srcId="{B6C5E97A-282F-45A6-BCC3-64522E952EE1}" destId="{62FDC3F9-646D-4B67-A6DC-D705D9737401}" srcOrd="0" destOrd="0" presId="urn:microsoft.com/office/officeart/2005/8/layout/hierarchy6"/>
    <dgm:cxn modelId="{33301DC0-4686-4967-B054-EA3A41C5BCBE}" srcId="{2608C292-9B9A-423B-AA55-91D26973BA79}" destId="{AE5CF2D2-8739-4FB7-AFDD-986167C48442}" srcOrd="0" destOrd="0" parTransId="{6C365101-6E17-4E00-BA60-FA0CE6476338}" sibTransId="{EB355ED2-DCB7-434C-8E11-E2F03462F9A6}"/>
    <dgm:cxn modelId="{7FC82AC5-F2CA-4D9E-855A-B2CDB709BAAB}" type="presOf" srcId="{22948020-AA8A-4E5B-93EA-3CCF172176F8}" destId="{792EAE39-05E5-4F97-B2D3-8903E61FBF4F}" srcOrd="0" destOrd="0" presId="urn:microsoft.com/office/officeart/2005/8/layout/hierarchy6"/>
    <dgm:cxn modelId="{363742C8-47E4-4A9B-BFCB-F042AE789CD6}" srcId="{D5152A51-1767-48B1-878B-F7DBFA33949E}" destId="{0DCDB52A-D592-4C8A-92B6-AE84533CB3DC}" srcOrd="0" destOrd="0" parTransId="{804F4F64-0284-4E79-8A35-49B192ACE2AC}" sibTransId="{49FB53DD-BEA9-45C5-863A-6EDB27E29745}"/>
    <dgm:cxn modelId="{46023CCA-A493-4CFD-AA94-806E45160C6B}" type="presOf" srcId="{BC3B1247-AE8F-4270-8F07-B4AE12AAB0BA}" destId="{F122795B-A313-409A-9F52-57CFA92EDB93}" srcOrd="0" destOrd="0" presId="urn:microsoft.com/office/officeart/2005/8/layout/hierarchy6"/>
    <dgm:cxn modelId="{E67960CA-E875-4AC6-99D7-7497AE4E1054}" type="presOf" srcId="{D06CBBFE-9DE5-4B84-8C14-2773179D3A93}" destId="{258E1F0F-44E8-42EA-AB88-08B737ABF74E}" srcOrd="0" destOrd="0" presId="urn:microsoft.com/office/officeart/2005/8/layout/hierarchy6"/>
    <dgm:cxn modelId="{44D4BBCF-0DC6-496E-82F5-EA4089BFE017}" type="presOf" srcId="{913ACD5F-36FF-4D30-BFEE-DDA424139B2A}" destId="{310706CA-9772-4D5F-AB88-342085F7D151}" srcOrd="0" destOrd="0" presId="urn:microsoft.com/office/officeart/2005/8/layout/hierarchy6"/>
    <dgm:cxn modelId="{0ACBADD7-CFD3-4971-9359-35DF223C380A}" type="presOf" srcId="{E76D3095-6010-4701-AC7D-9C4ECE9FDFA1}" destId="{37537B34-9FDD-420B-B619-E02EF4FB813A}" srcOrd="0" destOrd="0" presId="urn:microsoft.com/office/officeart/2005/8/layout/hierarchy6"/>
    <dgm:cxn modelId="{10C6B3DB-00FC-4205-BA48-200C12D51818}" type="presOf" srcId="{D8CB3F0C-6940-4003-975F-6EB9DDEAED65}" destId="{DCB8AAF2-3097-4235-854C-5DFF8D65B07C}" srcOrd="0" destOrd="0" presId="urn:microsoft.com/office/officeart/2005/8/layout/hierarchy6"/>
    <dgm:cxn modelId="{7FB296E6-49E4-44B1-ADAA-184B9D702CFE}" srcId="{2AA527A6-C330-4B99-9352-8589C82E53FB}" destId="{BC3B1247-AE8F-4270-8F07-B4AE12AAB0BA}" srcOrd="2" destOrd="0" parTransId="{22948020-AA8A-4E5B-93EA-3CCF172176F8}" sibTransId="{34D0F6A1-8C99-4304-B1A2-4B83E9A86718}"/>
    <dgm:cxn modelId="{1F7EDEEA-CC6F-47F5-BF55-2FEB99D1AD5C}" srcId="{913ACD5F-36FF-4D30-BFEE-DDA424139B2A}" destId="{2AA527A6-C330-4B99-9352-8589C82E53FB}" srcOrd="0" destOrd="0" parTransId="{1FE83964-E711-452C-9507-34F8222F117B}" sibTransId="{25830F1B-74DA-498B-9992-0162E3A82733}"/>
    <dgm:cxn modelId="{D29A7AED-6AD7-49F3-8C2A-A8DEA1404C22}" srcId="{685EF7C8-99E3-4D3C-9390-78DAD5023945}" destId="{33B4779C-B1BE-439F-8681-6D7986238035}" srcOrd="2" destOrd="0" parTransId="{D8CB3F0C-6940-4003-975F-6EB9DDEAED65}" sibTransId="{CF145DAD-32BF-401C-8F38-C6BFC55A2E92}"/>
    <dgm:cxn modelId="{C14D06F9-AC82-48C7-B5BC-D61A1C035AFA}" type="presOf" srcId="{1FE83964-E711-452C-9507-34F8222F117B}" destId="{F9395FC6-CB1B-4F85-8FE9-9E3163CEB9E9}" srcOrd="0" destOrd="0" presId="urn:microsoft.com/office/officeart/2005/8/layout/hierarchy6"/>
    <dgm:cxn modelId="{E7DF75FE-EF10-4575-BCE6-E583BBBF2D1B}" type="presOf" srcId="{D5152A51-1767-48B1-878B-F7DBFA33949E}" destId="{18B870B5-656E-4481-8AA2-2A6A4568029B}" srcOrd="0" destOrd="0" presId="urn:microsoft.com/office/officeart/2005/8/layout/hierarchy6"/>
    <dgm:cxn modelId="{78D512BD-DB17-43AA-8D1C-0FC0298E6554}" type="presParOf" srcId="{D45EE3AD-6541-42E3-9649-A68DB6A292A6}" destId="{EF2E9DAB-D783-4796-89CF-A6D7058C0240}" srcOrd="0" destOrd="0" presId="urn:microsoft.com/office/officeart/2005/8/layout/hierarchy6"/>
    <dgm:cxn modelId="{E3807C2A-4798-43FC-89C1-680EB1B63ACC}" type="presParOf" srcId="{EF2E9DAB-D783-4796-89CF-A6D7058C0240}" destId="{C44C495F-9BE6-4DC4-95D4-BC613ECF64F0}" srcOrd="0" destOrd="0" presId="urn:microsoft.com/office/officeart/2005/8/layout/hierarchy6"/>
    <dgm:cxn modelId="{C26D34A5-E84B-4C9F-A8DE-80AEA22D66EA}" type="presParOf" srcId="{C44C495F-9BE6-4DC4-95D4-BC613ECF64F0}" destId="{1BE3ECDC-0E51-45A2-9BF5-0550BFC24296}" srcOrd="0" destOrd="0" presId="urn:microsoft.com/office/officeart/2005/8/layout/hierarchy6"/>
    <dgm:cxn modelId="{4F482B16-8DF4-469E-A3B3-79141A5EC6B6}" type="presParOf" srcId="{1BE3ECDC-0E51-45A2-9BF5-0550BFC24296}" destId="{310706CA-9772-4D5F-AB88-342085F7D151}" srcOrd="0" destOrd="0" presId="urn:microsoft.com/office/officeart/2005/8/layout/hierarchy6"/>
    <dgm:cxn modelId="{9FC6AAF8-D620-4174-8B40-A1F79E69960F}" type="presParOf" srcId="{1BE3ECDC-0E51-45A2-9BF5-0550BFC24296}" destId="{4B429088-BA22-4530-89A2-F71CB8BE9D74}" srcOrd="1" destOrd="0" presId="urn:microsoft.com/office/officeart/2005/8/layout/hierarchy6"/>
    <dgm:cxn modelId="{8B06BD33-21E9-49C4-BA65-4ECAEDB9DC69}" type="presParOf" srcId="{4B429088-BA22-4530-89A2-F71CB8BE9D74}" destId="{F9395FC6-CB1B-4F85-8FE9-9E3163CEB9E9}" srcOrd="0" destOrd="0" presId="urn:microsoft.com/office/officeart/2005/8/layout/hierarchy6"/>
    <dgm:cxn modelId="{8ACBE9A4-0110-41A1-845A-2685002C8223}" type="presParOf" srcId="{4B429088-BA22-4530-89A2-F71CB8BE9D74}" destId="{83AFEC22-48AD-401A-9D53-CA4168DB8CF5}" srcOrd="1" destOrd="0" presId="urn:microsoft.com/office/officeart/2005/8/layout/hierarchy6"/>
    <dgm:cxn modelId="{BC6E83DB-5DE4-4D7D-A0EC-1A35B94B9E59}" type="presParOf" srcId="{83AFEC22-48AD-401A-9D53-CA4168DB8CF5}" destId="{A0B96DB5-C266-4C12-BD1C-E0E5A93078E8}" srcOrd="0" destOrd="0" presId="urn:microsoft.com/office/officeart/2005/8/layout/hierarchy6"/>
    <dgm:cxn modelId="{FE0E15FC-8D8F-4A71-8CC6-657F6B868F88}" type="presParOf" srcId="{83AFEC22-48AD-401A-9D53-CA4168DB8CF5}" destId="{580FA2E2-8A1D-4822-8311-3C6A26A85052}" srcOrd="1" destOrd="0" presId="urn:microsoft.com/office/officeart/2005/8/layout/hierarchy6"/>
    <dgm:cxn modelId="{122C014F-8FFD-4E89-8BFA-2D56A4AB6C98}" type="presParOf" srcId="{580FA2E2-8A1D-4822-8311-3C6A26A85052}" destId="{258E1F0F-44E8-42EA-AB88-08B737ABF74E}" srcOrd="0" destOrd="0" presId="urn:microsoft.com/office/officeart/2005/8/layout/hierarchy6"/>
    <dgm:cxn modelId="{42005FF9-1F3F-456D-A7EF-4B975E05FCE0}" type="presParOf" srcId="{580FA2E2-8A1D-4822-8311-3C6A26A85052}" destId="{299836E4-0342-4C40-93C5-69B4F97CAFAC}" srcOrd="1" destOrd="0" presId="urn:microsoft.com/office/officeart/2005/8/layout/hierarchy6"/>
    <dgm:cxn modelId="{95E73A33-61A7-4EDE-AF2E-1C8485AEDF94}" type="presParOf" srcId="{299836E4-0342-4C40-93C5-69B4F97CAFAC}" destId="{484EE11B-4342-43DA-A4FE-A837AFB4A75A}" srcOrd="0" destOrd="0" presId="urn:microsoft.com/office/officeart/2005/8/layout/hierarchy6"/>
    <dgm:cxn modelId="{B05DB994-27E2-4CF4-9015-E1B29D1856E6}" type="presParOf" srcId="{299836E4-0342-4C40-93C5-69B4F97CAFAC}" destId="{52F442E7-9062-4219-ADB3-EEC760CDC6DD}" srcOrd="1" destOrd="0" presId="urn:microsoft.com/office/officeart/2005/8/layout/hierarchy6"/>
    <dgm:cxn modelId="{7B9750A5-2339-4724-AE8C-831FBBC96B11}" type="presParOf" srcId="{580FA2E2-8A1D-4822-8311-3C6A26A85052}" destId="{261B2401-23D9-47B7-854B-1390B55DFC22}" srcOrd="2" destOrd="0" presId="urn:microsoft.com/office/officeart/2005/8/layout/hierarchy6"/>
    <dgm:cxn modelId="{08F5AD4B-574E-4680-9AC7-AA00C9169FF8}" type="presParOf" srcId="{580FA2E2-8A1D-4822-8311-3C6A26A85052}" destId="{910B7707-EF51-4C21-B9DE-7D8FBA4B4B9E}" srcOrd="3" destOrd="0" presId="urn:microsoft.com/office/officeart/2005/8/layout/hierarchy6"/>
    <dgm:cxn modelId="{6D947216-294D-419D-9CFE-BBAE097606B5}" type="presParOf" srcId="{910B7707-EF51-4C21-B9DE-7D8FBA4B4B9E}" destId="{77C5F1CB-7744-41A3-ABCC-2816B3A3B7DC}" srcOrd="0" destOrd="0" presId="urn:microsoft.com/office/officeart/2005/8/layout/hierarchy6"/>
    <dgm:cxn modelId="{8B20A203-861C-4294-A016-F42BA4433259}" type="presParOf" srcId="{910B7707-EF51-4C21-B9DE-7D8FBA4B4B9E}" destId="{2392D233-3235-4E44-ADC3-BD5B9E724663}" srcOrd="1" destOrd="0" presId="urn:microsoft.com/office/officeart/2005/8/layout/hierarchy6"/>
    <dgm:cxn modelId="{81A2A7C3-A33A-485D-B5B0-B9646E4B2CFA}" type="presParOf" srcId="{2392D233-3235-4E44-ADC3-BD5B9E724663}" destId="{295508F4-93DD-47CC-AD86-AB512C5180E3}" srcOrd="0" destOrd="0" presId="urn:microsoft.com/office/officeart/2005/8/layout/hierarchy6"/>
    <dgm:cxn modelId="{2CAC2F38-CA9C-4F1E-A8D6-84EE495D1387}" type="presParOf" srcId="{2392D233-3235-4E44-ADC3-BD5B9E724663}" destId="{86F7B754-2A18-44A8-BAC3-3292FFBD1256}" srcOrd="1" destOrd="0" presId="urn:microsoft.com/office/officeart/2005/8/layout/hierarchy6"/>
    <dgm:cxn modelId="{03198E24-77A0-454E-9EF7-C16ADC96047D}" type="presParOf" srcId="{86F7B754-2A18-44A8-BAC3-3292FFBD1256}" destId="{ED2A92EF-039B-4F9A-BF8C-3EA749C49D84}" srcOrd="0" destOrd="0" presId="urn:microsoft.com/office/officeart/2005/8/layout/hierarchy6"/>
    <dgm:cxn modelId="{6EBAB5DE-57EF-42EF-B7A4-660405E29BDD}" type="presParOf" srcId="{86F7B754-2A18-44A8-BAC3-3292FFBD1256}" destId="{A4E5F2D8-8469-4032-AC89-7C2033495384}" srcOrd="1" destOrd="0" presId="urn:microsoft.com/office/officeart/2005/8/layout/hierarchy6"/>
    <dgm:cxn modelId="{77F641B9-7D59-413F-80EB-41F7D17B595F}" type="presParOf" srcId="{2392D233-3235-4E44-ADC3-BD5B9E724663}" destId="{A4FA3FA0-5934-482D-B5B5-C35599768775}" srcOrd="2" destOrd="0" presId="urn:microsoft.com/office/officeart/2005/8/layout/hierarchy6"/>
    <dgm:cxn modelId="{7E2F68B5-94BD-45E0-801E-27BD05B7FAB2}" type="presParOf" srcId="{2392D233-3235-4E44-ADC3-BD5B9E724663}" destId="{0C71220A-9A15-4F86-AF35-98A284EBE845}" srcOrd="3" destOrd="0" presId="urn:microsoft.com/office/officeart/2005/8/layout/hierarchy6"/>
    <dgm:cxn modelId="{1B3131FF-BAE9-47BF-9537-2A4C0A28EA9D}" type="presParOf" srcId="{0C71220A-9A15-4F86-AF35-98A284EBE845}" destId="{91120E78-8AED-4115-ABFD-5A885A7BE55F}" srcOrd="0" destOrd="0" presId="urn:microsoft.com/office/officeart/2005/8/layout/hierarchy6"/>
    <dgm:cxn modelId="{C4593CBF-CAD6-4B75-BADE-FABA703C8FFD}" type="presParOf" srcId="{0C71220A-9A15-4F86-AF35-98A284EBE845}" destId="{9421C057-F4DD-4FFB-A72A-41E6B6A3E5D8}" srcOrd="1" destOrd="0" presId="urn:microsoft.com/office/officeart/2005/8/layout/hierarchy6"/>
    <dgm:cxn modelId="{82FFC725-153F-47A0-9242-C0D60AD9E41E}" type="presParOf" srcId="{580FA2E2-8A1D-4822-8311-3C6A26A85052}" destId="{792EAE39-05E5-4F97-B2D3-8903E61FBF4F}" srcOrd="4" destOrd="0" presId="urn:microsoft.com/office/officeart/2005/8/layout/hierarchy6"/>
    <dgm:cxn modelId="{2FCAB6E0-3837-4A9F-B3D4-F21814BE9878}" type="presParOf" srcId="{580FA2E2-8A1D-4822-8311-3C6A26A85052}" destId="{919F1F35-DF69-4CCB-B5FC-2A48FF3F5675}" srcOrd="5" destOrd="0" presId="urn:microsoft.com/office/officeart/2005/8/layout/hierarchy6"/>
    <dgm:cxn modelId="{95CF75B6-1589-4F72-94EA-8E314115A6FF}" type="presParOf" srcId="{919F1F35-DF69-4CCB-B5FC-2A48FF3F5675}" destId="{F122795B-A313-409A-9F52-57CFA92EDB93}" srcOrd="0" destOrd="0" presId="urn:microsoft.com/office/officeart/2005/8/layout/hierarchy6"/>
    <dgm:cxn modelId="{4B089494-5817-4E20-8BD2-141070F9A008}" type="presParOf" srcId="{919F1F35-DF69-4CCB-B5FC-2A48FF3F5675}" destId="{DD36DF33-0853-4D3E-9951-9E64EAFCCB2C}" srcOrd="1" destOrd="0" presId="urn:microsoft.com/office/officeart/2005/8/layout/hierarchy6"/>
    <dgm:cxn modelId="{5950D375-F0FD-44F8-B28A-7565C23F5CE5}" type="presParOf" srcId="{DD36DF33-0853-4D3E-9951-9E64EAFCCB2C}" destId="{62FDC3F9-646D-4B67-A6DC-D705D9737401}" srcOrd="0" destOrd="0" presId="urn:microsoft.com/office/officeart/2005/8/layout/hierarchy6"/>
    <dgm:cxn modelId="{F27A8A2A-741A-4F04-8737-8CE355170FA0}" type="presParOf" srcId="{DD36DF33-0853-4D3E-9951-9E64EAFCCB2C}" destId="{27E652EE-95F2-4803-BDA6-1D848ECD0A92}" srcOrd="1" destOrd="0" presId="urn:microsoft.com/office/officeart/2005/8/layout/hierarchy6"/>
    <dgm:cxn modelId="{07B341A5-E664-4446-A461-7850AF158D99}" type="presParOf" srcId="{27E652EE-95F2-4803-BDA6-1D848ECD0A92}" destId="{18B870B5-656E-4481-8AA2-2A6A4568029B}" srcOrd="0" destOrd="0" presId="urn:microsoft.com/office/officeart/2005/8/layout/hierarchy6"/>
    <dgm:cxn modelId="{1D0D6AB9-35D1-450B-B5FF-33D8178AD6C9}" type="presParOf" srcId="{27E652EE-95F2-4803-BDA6-1D848ECD0A92}" destId="{2BF585E5-B013-4874-A11C-9E53AC2A93D0}" srcOrd="1" destOrd="0" presId="urn:microsoft.com/office/officeart/2005/8/layout/hierarchy6"/>
    <dgm:cxn modelId="{B7429049-9F0B-46A4-B167-730569986624}" type="presParOf" srcId="{2BF585E5-B013-4874-A11C-9E53AC2A93D0}" destId="{306C6D96-E16E-495E-B082-140907B574C2}" srcOrd="0" destOrd="0" presId="urn:microsoft.com/office/officeart/2005/8/layout/hierarchy6"/>
    <dgm:cxn modelId="{15DC736F-19C5-4C80-99B2-4B66978219BB}" type="presParOf" srcId="{2BF585E5-B013-4874-A11C-9E53AC2A93D0}" destId="{32AB6C7D-38D1-461D-B7A1-F6A73551066B}" srcOrd="1" destOrd="0" presId="urn:microsoft.com/office/officeart/2005/8/layout/hierarchy6"/>
    <dgm:cxn modelId="{18116B5D-2D5B-4B3A-A4FF-859BBF5F0907}" type="presParOf" srcId="{32AB6C7D-38D1-461D-B7A1-F6A73551066B}" destId="{6CCDEACC-4434-4565-902B-7DF5F248076A}" srcOrd="0" destOrd="0" presId="urn:microsoft.com/office/officeart/2005/8/layout/hierarchy6"/>
    <dgm:cxn modelId="{C425F498-DFAA-4966-B7B6-391A4A146367}" type="presParOf" srcId="{32AB6C7D-38D1-461D-B7A1-F6A73551066B}" destId="{55F35CA8-7FDF-478B-93EE-AC7AFA303B9D}" srcOrd="1" destOrd="0" presId="urn:microsoft.com/office/officeart/2005/8/layout/hierarchy6"/>
    <dgm:cxn modelId="{818C6284-3AA1-4F18-8D84-EFFB9D1085F4}" type="presParOf" srcId="{DD36DF33-0853-4D3E-9951-9E64EAFCCB2C}" destId="{D35712CB-A146-4107-8ACA-E5AD96524B3D}" srcOrd="2" destOrd="0" presId="urn:microsoft.com/office/officeart/2005/8/layout/hierarchy6"/>
    <dgm:cxn modelId="{CBB6F59E-2778-480E-BD2A-878FB7F9D474}" type="presParOf" srcId="{DD36DF33-0853-4D3E-9951-9E64EAFCCB2C}" destId="{BF8B0F8C-8311-4ABA-82EF-AAC35BBDF342}" srcOrd="3" destOrd="0" presId="urn:microsoft.com/office/officeart/2005/8/layout/hierarchy6"/>
    <dgm:cxn modelId="{46B22B9E-4BC6-4072-8B76-AD284505CCE2}" type="presParOf" srcId="{BF8B0F8C-8311-4ABA-82EF-AAC35BBDF342}" destId="{E7F51DED-CBF7-4BC1-A840-7525B169F018}" srcOrd="0" destOrd="0" presId="urn:microsoft.com/office/officeart/2005/8/layout/hierarchy6"/>
    <dgm:cxn modelId="{F33FF11E-C7AE-4784-8E9E-4E402AC52E59}" type="presParOf" srcId="{BF8B0F8C-8311-4ABA-82EF-AAC35BBDF342}" destId="{6C712DE2-997F-4905-9E17-CB5FE57E546B}" srcOrd="1" destOrd="0" presId="urn:microsoft.com/office/officeart/2005/8/layout/hierarchy6"/>
    <dgm:cxn modelId="{80DCB429-EC56-4435-BEF1-A736E831ED24}" type="presParOf" srcId="{4B429088-BA22-4530-89A2-F71CB8BE9D74}" destId="{EB64EE87-D55C-4985-B89F-DB1778B8F091}" srcOrd="2" destOrd="0" presId="urn:microsoft.com/office/officeart/2005/8/layout/hierarchy6"/>
    <dgm:cxn modelId="{EBB7D4BB-2B7E-422A-A07F-E1D1042F879D}" type="presParOf" srcId="{4B429088-BA22-4530-89A2-F71CB8BE9D74}" destId="{436D0B3A-4EF8-490E-B1E6-52C9FA32A8AD}" srcOrd="3" destOrd="0" presId="urn:microsoft.com/office/officeart/2005/8/layout/hierarchy6"/>
    <dgm:cxn modelId="{34FA3AE0-8333-4CD7-B219-3CED8FFEE7E6}" type="presParOf" srcId="{436D0B3A-4EF8-490E-B1E6-52C9FA32A8AD}" destId="{CF936592-E823-4FCF-B5DE-BC12AB4C4933}" srcOrd="0" destOrd="0" presId="urn:microsoft.com/office/officeart/2005/8/layout/hierarchy6"/>
    <dgm:cxn modelId="{3B6410D4-03AC-4A69-88B6-81BB4B109EA1}" type="presParOf" srcId="{436D0B3A-4EF8-490E-B1E6-52C9FA32A8AD}" destId="{595FA002-3D4F-4B14-99B6-D10AD304C7DA}" srcOrd="1" destOrd="0" presId="urn:microsoft.com/office/officeart/2005/8/layout/hierarchy6"/>
    <dgm:cxn modelId="{B20F71FA-9CEB-4F26-B021-582DC6979911}" type="presParOf" srcId="{595FA002-3D4F-4B14-99B6-D10AD304C7DA}" destId="{EC09F82A-9B0B-4FF1-AD40-55C6C5973736}" srcOrd="0" destOrd="0" presId="urn:microsoft.com/office/officeart/2005/8/layout/hierarchy6"/>
    <dgm:cxn modelId="{449B79E1-4586-45D7-87BD-64C9AA786910}" type="presParOf" srcId="{595FA002-3D4F-4B14-99B6-D10AD304C7DA}" destId="{523643E7-0AB0-4A42-AA8B-7861F972064B}" srcOrd="1" destOrd="0" presId="urn:microsoft.com/office/officeart/2005/8/layout/hierarchy6"/>
    <dgm:cxn modelId="{30EB6387-DFCE-4DBE-AF52-8F77B1E436F3}" type="presParOf" srcId="{523643E7-0AB0-4A42-AA8B-7861F972064B}" destId="{08C371E8-7779-40EB-B56C-98FA749A54CC}" srcOrd="0" destOrd="0" presId="urn:microsoft.com/office/officeart/2005/8/layout/hierarchy6"/>
    <dgm:cxn modelId="{E4DAE8D7-58F3-40F6-B6D6-C07A9C5675B6}" type="presParOf" srcId="{523643E7-0AB0-4A42-AA8B-7861F972064B}" destId="{7B668B11-BE89-4776-8B5F-0AA62639802F}" srcOrd="1" destOrd="0" presId="urn:microsoft.com/office/officeart/2005/8/layout/hierarchy6"/>
    <dgm:cxn modelId="{B8641987-9314-4E2A-B5D9-F0152EB79E9F}" type="presParOf" srcId="{595FA002-3D4F-4B14-99B6-D10AD304C7DA}" destId="{0C523DC1-2563-42FB-8837-8C231CAD08FF}" srcOrd="2" destOrd="0" presId="urn:microsoft.com/office/officeart/2005/8/layout/hierarchy6"/>
    <dgm:cxn modelId="{17B10DCB-7FB4-4B56-B32B-7D8C2DBBFE0E}" type="presParOf" srcId="{595FA002-3D4F-4B14-99B6-D10AD304C7DA}" destId="{13AD29D6-D6A2-46DA-B497-A257286AEF2B}" srcOrd="3" destOrd="0" presId="urn:microsoft.com/office/officeart/2005/8/layout/hierarchy6"/>
    <dgm:cxn modelId="{7957934D-DC24-45D2-B668-46184477145B}" type="presParOf" srcId="{13AD29D6-D6A2-46DA-B497-A257286AEF2B}" destId="{FD076912-4709-4022-9B73-15A7B3A7606F}" srcOrd="0" destOrd="0" presId="urn:microsoft.com/office/officeart/2005/8/layout/hierarchy6"/>
    <dgm:cxn modelId="{D2B3B44D-C05C-496D-A73F-42E0CE157F0F}" type="presParOf" srcId="{13AD29D6-D6A2-46DA-B497-A257286AEF2B}" destId="{90E73912-0885-4F2A-889E-58DD08A1F765}" srcOrd="1" destOrd="0" presId="urn:microsoft.com/office/officeart/2005/8/layout/hierarchy6"/>
    <dgm:cxn modelId="{A5B52755-8072-4320-B54D-B9E6A0E49485}" type="presParOf" srcId="{595FA002-3D4F-4B14-99B6-D10AD304C7DA}" destId="{DCB8AAF2-3097-4235-854C-5DFF8D65B07C}" srcOrd="4" destOrd="0" presId="urn:microsoft.com/office/officeart/2005/8/layout/hierarchy6"/>
    <dgm:cxn modelId="{A2F5D748-1F54-446D-BFCC-3B3C720BA93D}" type="presParOf" srcId="{595FA002-3D4F-4B14-99B6-D10AD304C7DA}" destId="{E2C7D260-3C31-4217-B527-4CA959CC66E3}" srcOrd="5" destOrd="0" presId="urn:microsoft.com/office/officeart/2005/8/layout/hierarchy6"/>
    <dgm:cxn modelId="{1C26AFD4-382F-4F54-8D7C-20C89BCAB714}" type="presParOf" srcId="{E2C7D260-3C31-4217-B527-4CA959CC66E3}" destId="{5D87A32E-9895-4A9A-A3B7-CBBEA8B14EA9}" srcOrd="0" destOrd="0" presId="urn:microsoft.com/office/officeart/2005/8/layout/hierarchy6"/>
    <dgm:cxn modelId="{EC5F6F0E-A8C6-40DA-910B-AB9005146DF2}" type="presParOf" srcId="{E2C7D260-3C31-4217-B527-4CA959CC66E3}" destId="{B90276AC-68B5-41E0-B0AB-53BC9DE1C7BA}" srcOrd="1" destOrd="0" presId="urn:microsoft.com/office/officeart/2005/8/layout/hierarchy6"/>
    <dgm:cxn modelId="{E3D14DED-DEAA-43A9-B29A-C01334B03CF4}" type="presParOf" srcId="{B90276AC-68B5-41E0-B0AB-53BC9DE1C7BA}" destId="{37537B34-9FDD-420B-B619-E02EF4FB813A}" srcOrd="0" destOrd="0" presId="urn:microsoft.com/office/officeart/2005/8/layout/hierarchy6"/>
    <dgm:cxn modelId="{D4C67670-3310-41DF-BD9A-9E352B90F139}" type="presParOf" srcId="{B90276AC-68B5-41E0-B0AB-53BC9DE1C7BA}" destId="{45E156B6-D7E8-497D-9820-1C72449A4FB1}" srcOrd="1" destOrd="0" presId="urn:microsoft.com/office/officeart/2005/8/layout/hierarchy6"/>
    <dgm:cxn modelId="{3108F79E-B451-459A-A00A-8A42B01F96B3}" type="presParOf" srcId="{45E156B6-D7E8-497D-9820-1C72449A4FB1}" destId="{124E54CB-3EB2-43B0-9EF9-B9FF91B1358D}" srcOrd="0" destOrd="0" presId="urn:microsoft.com/office/officeart/2005/8/layout/hierarchy6"/>
    <dgm:cxn modelId="{1AE970AF-A90D-4D2D-AED5-E873FC850749}" type="presParOf" srcId="{45E156B6-D7E8-497D-9820-1C72449A4FB1}" destId="{3CD85419-C742-4BC9-9C8B-3F29F0D8BBA1}" srcOrd="1" destOrd="0" presId="urn:microsoft.com/office/officeart/2005/8/layout/hierarchy6"/>
    <dgm:cxn modelId="{111E4C8F-77FE-40E2-9B6A-0DA558B2919D}" type="presParOf" srcId="{3CD85419-C742-4BC9-9C8B-3F29F0D8BBA1}" destId="{6847B8E0-4B12-4128-9404-C7A02DFC8440}" srcOrd="0" destOrd="0" presId="urn:microsoft.com/office/officeart/2005/8/layout/hierarchy6"/>
    <dgm:cxn modelId="{19F2E9B9-BEC6-4F0F-9351-72BE65002727}" type="presParOf" srcId="{3CD85419-C742-4BC9-9C8B-3F29F0D8BBA1}" destId="{0A77F23F-8C6E-4DF7-B253-201905DFE60B}" srcOrd="1" destOrd="0" presId="urn:microsoft.com/office/officeart/2005/8/layout/hierarchy6"/>
    <dgm:cxn modelId="{66517248-B71B-471D-9F05-F78086DC2081}" type="presParOf" srcId="{0A77F23F-8C6E-4DF7-B253-201905DFE60B}" destId="{80230A1E-1E75-4763-90C2-BF08940C1EE9}" srcOrd="0" destOrd="0" presId="urn:microsoft.com/office/officeart/2005/8/layout/hierarchy6"/>
    <dgm:cxn modelId="{8A9F0845-B69E-4BD6-8887-D887B7235B12}" type="presParOf" srcId="{0A77F23F-8C6E-4DF7-B253-201905DFE60B}" destId="{A7D7F3BE-6650-48C2-82FC-1FDB0C42FBB5}" srcOrd="1" destOrd="0" presId="urn:microsoft.com/office/officeart/2005/8/layout/hierarchy6"/>
    <dgm:cxn modelId="{B2BD5921-8EC2-45EC-BA4A-2E99AFDC619E}" type="presParOf" srcId="{D45EE3AD-6541-42E3-9649-A68DB6A292A6}" destId="{6F59F843-E720-44C4-B682-1C54D3C905B5}"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9DAD5-B0FD-4643-84E5-BA46BA1014DC}">
      <dsp:nvSpPr>
        <dsp:cNvPr id="0" name=""/>
        <dsp:cNvSpPr/>
      </dsp:nvSpPr>
      <dsp:spPr>
        <a:xfrm>
          <a:off x="11004097"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0F243D-1049-4541-99B8-4DA3F4D2955D}">
      <dsp:nvSpPr>
        <dsp:cNvPr id="0" name=""/>
        <dsp:cNvSpPr/>
      </dsp:nvSpPr>
      <dsp:spPr>
        <a:xfrm>
          <a:off x="11004097"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D3C0B2-4DA1-423C-B6D5-5FD1C5A42A3F}">
      <dsp:nvSpPr>
        <dsp:cNvPr id="0" name=""/>
        <dsp:cNvSpPr/>
      </dsp:nvSpPr>
      <dsp:spPr>
        <a:xfrm>
          <a:off x="10925757"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EE5C51-E4F8-493E-BB1D-2DAE57FDDACF}">
      <dsp:nvSpPr>
        <dsp:cNvPr id="0" name=""/>
        <dsp:cNvSpPr/>
      </dsp:nvSpPr>
      <dsp:spPr>
        <a:xfrm>
          <a:off x="10271842"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4E1DD2-4FA9-44EB-8400-831C6CB72DF8}">
      <dsp:nvSpPr>
        <dsp:cNvPr id="0" name=""/>
        <dsp:cNvSpPr/>
      </dsp:nvSpPr>
      <dsp:spPr>
        <a:xfrm>
          <a:off x="10271842"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7A6273-B834-456D-9C15-C0C77BEFBFD7}">
      <dsp:nvSpPr>
        <dsp:cNvPr id="0" name=""/>
        <dsp:cNvSpPr/>
      </dsp:nvSpPr>
      <dsp:spPr>
        <a:xfrm>
          <a:off x="10559630"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8D09F9-22CF-4576-8947-8492636FC24E}">
      <dsp:nvSpPr>
        <dsp:cNvPr id="0" name=""/>
        <dsp:cNvSpPr/>
      </dsp:nvSpPr>
      <dsp:spPr>
        <a:xfrm>
          <a:off x="10193502" y="1548791"/>
          <a:ext cx="732255" cy="127085"/>
        </a:xfrm>
        <a:custGeom>
          <a:avLst/>
          <a:gdLst/>
          <a:ahLst/>
          <a:cxnLst/>
          <a:rect l="0" t="0" r="0" b="0"/>
          <a:pathLst>
            <a:path>
              <a:moveTo>
                <a:pt x="0" y="0"/>
              </a:moveTo>
              <a:lnTo>
                <a:pt x="0" y="63542"/>
              </a:lnTo>
              <a:lnTo>
                <a:pt x="732255" y="63542"/>
              </a:lnTo>
              <a:lnTo>
                <a:pt x="732255"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D0D58F-B18E-4593-8CBE-1AEF3404E73E}">
      <dsp:nvSpPr>
        <dsp:cNvPr id="0" name=""/>
        <dsp:cNvSpPr/>
      </dsp:nvSpPr>
      <dsp:spPr>
        <a:xfrm>
          <a:off x="9539586"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792D7C-4CCA-4F7C-B585-03458BCA3CC4}">
      <dsp:nvSpPr>
        <dsp:cNvPr id="0" name=""/>
        <dsp:cNvSpPr/>
      </dsp:nvSpPr>
      <dsp:spPr>
        <a:xfrm>
          <a:off x="9539586"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EF2F36-C38E-4869-98F6-0BC0503B01F5}">
      <dsp:nvSpPr>
        <dsp:cNvPr id="0" name=""/>
        <dsp:cNvSpPr/>
      </dsp:nvSpPr>
      <dsp:spPr>
        <a:xfrm>
          <a:off x="9461247"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B0B3D2-B775-41BE-B2B5-6E70A6AD355C}">
      <dsp:nvSpPr>
        <dsp:cNvPr id="0" name=""/>
        <dsp:cNvSpPr/>
      </dsp:nvSpPr>
      <dsp:spPr>
        <a:xfrm>
          <a:off x="8807331"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B2C557-E711-47D7-BF89-0C741937B1E1}">
      <dsp:nvSpPr>
        <dsp:cNvPr id="0" name=""/>
        <dsp:cNvSpPr/>
      </dsp:nvSpPr>
      <dsp:spPr>
        <a:xfrm>
          <a:off x="8807331"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E99B57-E117-4B15-832D-94A82E19BC17}">
      <dsp:nvSpPr>
        <dsp:cNvPr id="0" name=""/>
        <dsp:cNvSpPr/>
      </dsp:nvSpPr>
      <dsp:spPr>
        <a:xfrm>
          <a:off x="9095119"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0E0EE8-EF87-482A-8E63-16BFC69605FC}">
      <dsp:nvSpPr>
        <dsp:cNvPr id="0" name=""/>
        <dsp:cNvSpPr/>
      </dsp:nvSpPr>
      <dsp:spPr>
        <a:xfrm>
          <a:off x="9461247" y="1548791"/>
          <a:ext cx="732255" cy="127085"/>
        </a:xfrm>
        <a:custGeom>
          <a:avLst/>
          <a:gdLst/>
          <a:ahLst/>
          <a:cxnLst/>
          <a:rect l="0" t="0" r="0" b="0"/>
          <a:pathLst>
            <a:path>
              <a:moveTo>
                <a:pt x="732255" y="0"/>
              </a:moveTo>
              <a:lnTo>
                <a:pt x="732255"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996015A-67B7-4E43-BE54-53679AD9CD7D}">
      <dsp:nvSpPr>
        <dsp:cNvPr id="0" name=""/>
        <dsp:cNvSpPr/>
      </dsp:nvSpPr>
      <dsp:spPr>
        <a:xfrm>
          <a:off x="8728991" y="1119121"/>
          <a:ext cx="1464510" cy="127085"/>
        </a:xfrm>
        <a:custGeom>
          <a:avLst/>
          <a:gdLst/>
          <a:ahLst/>
          <a:cxnLst/>
          <a:rect l="0" t="0" r="0" b="0"/>
          <a:pathLst>
            <a:path>
              <a:moveTo>
                <a:pt x="0" y="0"/>
              </a:moveTo>
              <a:lnTo>
                <a:pt x="0" y="63542"/>
              </a:lnTo>
              <a:lnTo>
                <a:pt x="1464510" y="63542"/>
              </a:lnTo>
              <a:lnTo>
                <a:pt x="1464510" y="12708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9CBC11-8200-4BBA-9AD0-1B0A95124085}">
      <dsp:nvSpPr>
        <dsp:cNvPr id="0" name=""/>
        <dsp:cNvSpPr/>
      </dsp:nvSpPr>
      <dsp:spPr>
        <a:xfrm>
          <a:off x="8075075"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1FC5B7-27DA-4A1F-A382-1594BC4446F6}">
      <dsp:nvSpPr>
        <dsp:cNvPr id="0" name=""/>
        <dsp:cNvSpPr/>
      </dsp:nvSpPr>
      <dsp:spPr>
        <a:xfrm>
          <a:off x="8075075"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5D4E12-57A6-4923-96FD-889844260D36}">
      <dsp:nvSpPr>
        <dsp:cNvPr id="0" name=""/>
        <dsp:cNvSpPr/>
      </dsp:nvSpPr>
      <dsp:spPr>
        <a:xfrm>
          <a:off x="7996736"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6E8115-CEBD-49D5-8A5A-16A02597002D}">
      <dsp:nvSpPr>
        <dsp:cNvPr id="0" name=""/>
        <dsp:cNvSpPr/>
      </dsp:nvSpPr>
      <dsp:spPr>
        <a:xfrm>
          <a:off x="7342820"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2E129A-8AF1-4245-AA91-DE3E79E788A7}">
      <dsp:nvSpPr>
        <dsp:cNvPr id="0" name=""/>
        <dsp:cNvSpPr/>
      </dsp:nvSpPr>
      <dsp:spPr>
        <a:xfrm>
          <a:off x="7342820"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2C16F9-D66D-41FC-957A-CAEF5A832E55}">
      <dsp:nvSpPr>
        <dsp:cNvPr id="0" name=""/>
        <dsp:cNvSpPr/>
      </dsp:nvSpPr>
      <dsp:spPr>
        <a:xfrm>
          <a:off x="7630608"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035075-3DB3-4842-BE24-9130DEE4D91D}">
      <dsp:nvSpPr>
        <dsp:cNvPr id="0" name=""/>
        <dsp:cNvSpPr/>
      </dsp:nvSpPr>
      <dsp:spPr>
        <a:xfrm>
          <a:off x="7264480" y="1548791"/>
          <a:ext cx="732255" cy="127085"/>
        </a:xfrm>
        <a:custGeom>
          <a:avLst/>
          <a:gdLst/>
          <a:ahLst/>
          <a:cxnLst/>
          <a:rect l="0" t="0" r="0" b="0"/>
          <a:pathLst>
            <a:path>
              <a:moveTo>
                <a:pt x="0" y="0"/>
              </a:moveTo>
              <a:lnTo>
                <a:pt x="0" y="63542"/>
              </a:lnTo>
              <a:lnTo>
                <a:pt x="732255" y="63542"/>
              </a:lnTo>
              <a:lnTo>
                <a:pt x="732255"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8FA171-359A-4057-B08D-8F120EECAD62}">
      <dsp:nvSpPr>
        <dsp:cNvPr id="0" name=""/>
        <dsp:cNvSpPr/>
      </dsp:nvSpPr>
      <dsp:spPr>
        <a:xfrm>
          <a:off x="6610565"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EABE32-0811-457F-8645-5C05F6ED89F8}">
      <dsp:nvSpPr>
        <dsp:cNvPr id="0" name=""/>
        <dsp:cNvSpPr/>
      </dsp:nvSpPr>
      <dsp:spPr>
        <a:xfrm>
          <a:off x="6610565"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B8F56-71C0-4B8A-B739-20D1C53828A3}">
      <dsp:nvSpPr>
        <dsp:cNvPr id="0" name=""/>
        <dsp:cNvSpPr/>
      </dsp:nvSpPr>
      <dsp:spPr>
        <a:xfrm>
          <a:off x="6532225"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FE920B-3AA2-475D-805E-FC22B94E0527}">
      <dsp:nvSpPr>
        <dsp:cNvPr id="0" name=""/>
        <dsp:cNvSpPr/>
      </dsp:nvSpPr>
      <dsp:spPr>
        <a:xfrm>
          <a:off x="5878309"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4551C6-2CCC-4C6D-A804-A1E889156ACE}">
      <dsp:nvSpPr>
        <dsp:cNvPr id="0" name=""/>
        <dsp:cNvSpPr/>
      </dsp:nvSpPr>
      <dsp:spPr>
        <a:xfrm>
          <a:off x="5878309"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15C331-7EAE-403D-97BA-2ABF4A9D7AFF}">
      <dsp:nvSpPr>
        <dsp:cNvPr id="0" name=""/>
        <dsp:cNvSpPr/>
      </dsp:nvSpPr>
      <dsp:spPr>
        <a:xfrm>
          <a:off x="6166097"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02DF5B-76AA-4AFB-A857-269C65D66ADE}">
      <dsp:nvSpPr>
        <dsp:cNvPr id="0" name=""/>
        <dsp:cNvSpPr/>
      </dsp:nvSpPr>
      <dsp:spPr>
        <a:xfrm>
          <a:off x="6532225" y="1548791"/>
          <a:ext cx="732255" cy="127085"/>
        </a:xfrm>
        <a:custGeom>
          <a:avLst/>
          <a:gdLst/>
          <a:ahLst/>
          <a:cxnLst/>
          <a:rect l="0" t="0" r="0" b="0"/>
          <a:pathLst>
            <a:path>
              <a:moveTo>
                <a:pt x="732255" y="0"/>
              </a:moveTo>
              <a:lnTo>
                <a:pt x="732255"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A050E6-8C80-40B6-8253-57C7E6610665}">
      <dsp:nvSpPr>
        <dsp:cNvPr id="0" name=""/>
        <dsp:cNvSpPr/>
      </dsp:nvSpPr>
      <dsp:spPr>
        <a:xfrm>
          <a:off x="7264480" y="1119121"/>
          <a:ext cx="1464510" cy="127085"/>
        </a:xfrm>
        <a:custGeom>
          <a:avLst/>
          <a:gdLst/>
          <a:ahLst/>
          <a:cxnLst/>
          <a:rect l="0" t="0" r="0" b="0"/>
          <a:pathLst>
            <a:path>
              <a:moveTo>
                <a:pt x="1464510" y="0"/>
              </a:moveTo>
              <a:lnTo>
                <a:pt x="1464510" y="63542"/>
              </a:lnTo>
              <a:lnTo>
                <a:pt x="0" y="63542"/>
              </a:lnTo>
              <a:lnTo>
                <a:pt x="0" y="12708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2D1D29-5D76-489A-AA68-86B1E7797A74}">
      <dsp:nvSpPr>
        <dsp:cNvPr id="0" name=""/>
        <dsp:cNvSpPr/>
      </dsp:nvSpPr>
      <dsp:spPr>
        <a:xfrm>
          <a:off x="5799969" y="689450"/>
          <a:ext cx="2929021" cy="127085"/>
        </a:xfrm>
        <a:custGeom>
          <a:avLst/>
          <a:gdLst/>
          <a:ahLst/>
          <a:cxnLst/>
          <a:rect l="0" t="0" r="0" b="0"/>
          <a:pathLst>
            <a:path>
              <a:moveTo>
                <a:pt x="0" y="0"/>
              </a:moveTo>
              <a:lnTo>
                <a:pt x="0" y="63542"/>
              </a:lnTo>
              <a:lnTo>
                <a:pt x="2929021" y="63542"/>
              </a:lnTo>
              <a:lnTo>
                <a:pt x="2929021" y="127085"/>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20BB87-7544-40FC-9837-2B77ABE71694}">
      <dsp:nvSpPr>
        <dsp:cNvPr id="0" name=""/>
        <dsp:cNvSpPr/>
      </dsp:nvSpPr>
      <dsp:spPr>
        <a:xfrm>
          <a:off x="5146054"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CEC6C7-408D-4065-AE8C-EA55E950134E}">
      <dsp:nvSpPr>
        <dsp:cNvPr id="0" name=""/>
        <dsp:cNvSpPr/>
      </dsp:nvSpPr>
      <dsp:spPr>
        <a:xfrm>
          <a:off x="5146054"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FD82B5-AC5A-463B-9781-835FA09BC95E}">
      <dsp:nvSpPr>
        <dsp:cNvPr id="0" name=""/>
        <dsp:cNvSpPr/>
      </dsp:nvSpPr>
      <dsp:spPr>
        <a:xfrm>
          <a:off x="5067714"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611B04-B1F1-41D3-BD92-9ABBEE3EF898}">
      <dsp:nvSpPr>
        <dsp:cNvPr id="0" name=""/>
        <dsp:cNvSpPr/>
      </dsp:nvSpPr>
      <dsp:spPr>
        <a:xfrm>
          <a:off x="4413798"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F80781-7029-4124-BE1C-679A921D04E6}">
      <dsp:nvSpPr>
        <dsp:cNvPr id="0" name=""/>
        <dsp:cNvSpPr/>
      </dsp:nvSpPr>
      <dsp:spPr>
        <a:xfrm>
          <a:off x="4413798"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86711B-869D-4038-882D-7DA23162FDEF}">
      <dsp:nvSpPr>
        <dsp:cNvPr id="0" name=""/>
        <dsp:cNvSpPr/>
      </dsp:nvSpPr>
      <dsp:spPr>
        <a:xfrm>
          <a:off x="4701586"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433487-8150-4097-883A-86660512D5B8}">
      <dsp:nvSpPr>
        <dsp:cNvPr id="0" name=""/>
        <dsp:cNvSpPr/>
      </dsp:nvSpPr>
      <dsp:spPr>
        <a:xfrm>
          <a:off x="4335458" y="1548791"/>
          <a:ext cx="732255" cy="127085"/>
        </a:xfrm>
        <a:custGeom>
          <a:avLst/>
          <a:gdLst/>
          <a:ahLst/>
          <a:cxnLst/>
          <a:rect l="0" t="0" r="0" b="0"/>
          <a:pathLst>
            <a:path>
              <a:moveTo>
                <a:pt x="0" y="0"/>
              </a:moveTo>
              <a:lnTo>
                <a:pt x="0" y="63542"/>
              </a:lnTo>
              <a:lnTo>
                <a:pt x="732255" y="63542"/>
              </a:lnTo>
              <a:lnTo>
                <a:pt x="732255"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5499F6-EC61-407D-AC71-DB87F141B37E}">
      <dsp:nvSpPr>
        <dsp:cNvPr id="0" name=""/>
        <dsp:cNvSpPr/>
      </dsp:nvSpPr>
      <dsp:spPr>
        <a:xfrm>
          <a:off x="3681543"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95AC22-F1BB-4CBC-80AD-9F333472618A}">
      <dsp:nvSpPr>
        <dsp:cNvPr id="0" name=""/>
        <dsp:cNvSpPr/>
      </dsp:nvSpPr>
      <dsp:spPr>
        <a:xfrm>
          <a:off x="3681543"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80B7D2-8F7F-427A-9D6B-7759E811338C}">
      <dsp:nvSpPr>
        <dsp:cNvPr id="0" name=""/>
        <dsp:cNvSpPr/>
      </dsp:nvSpPr>
      <dsp:spPr>
        <a:xfrm>
          <a:off x="3603203"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15F976-AE86-415B-AF75-6D298090D0EF}">
      <dsp:nvSpPr>
        <dsp:cNvPr id="0" name=""/>
        <dsp:cNvSpPr/>
      </dsp:nvSpPr>
      <dsp:spPr>
        <a:xfrm>
          <a:off x="2949287"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5BB570-C14F-448F-A497-08653C4DDF07}">
      <dsp:nvSpPr>
        <dsp:cNvPr id="0" name=""/>
        <dsp:cNvSpPr/>
      </dsp:nvSpPr>
      <dsp:spPr>
        <a:xfrm>
          <a:off x="2949287"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1111DD-7861-466E-A9D4-4A3EAA2751A2}">
      <dsp:nvSpPr>
        <dsp:cNvPr id="0" name=""/>
        <dsp:cNvSpPr/>
      </dsp:nvSpPr>
      <dsp:spPr>
        <a:xfrm>
          <a:off x="3237075"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5BD821-A126-4F49-81ED-975D5DF50A92}">
      <dsp:nvSpPr>
        <dsp:cNvPr id="0" name=""/>
        <dsp:cNvSpPr/>
      </dsp:nvSpPr>
      <dsp:spPr>
        <a:xfrm>
          <a:off x="3603203" y="1548791"/>
          <a:ext cx="732255" cy="127085"/>
        </a:xfrm>
        <a:custGeom>
          <a:avLst/>
          <a:gdLst/>
          <a:ahLst/>
          <a:cxnLst/>
          <a:rect l="0" t="0" r="0" b="0"/>
          <a:pathLst>
            <a:path>
              <a:moveTo>
                <a:pt x="732255" y="0"/>
              </a:moveTo>
              <a:lnTo>
                <a:pt x="732255"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32D17B-06C0-447E-ACFE-57D65379358B}">
      <dsp:nvSpPr>
        <dsp:cNvPr id="0" name=""/>
        <dsp:cNvSpPr/>
      </dsp:nvSpPr>
      <dsp:spPr>
        <a:xfrm>
          <a:off x="2870947" y="1119121"/>
          <a:ext cx="1464510" cy="127085"/>
        </a:xfrm>
        <a:custGeom>
          <a:avLst/>
          <a:gdLst/>
          <a:ahLst/>
          <a:cxnLst/>
          <a:rect l="0" t="0" r="0" b="0"/>
          <a:pathLst>
            <a:path>
              <a:moveTo>
                <a:pt x="0" y="0"/>
              </a:moveTo>
              <a:lnTo>
                <a:pt x="0" y="63542"/>
              </a:lnTo>
              <a:lnTo>
                <a:pt x="1464510" y="63542"/>
              </a:lnTo>
              <a:lnTo>
                <a:pt x="1464510" y="12708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EB3D4A-CEC7-435C-A9BD-8AAAAFBC7DF8}">
      <dsp:nvSpPr>
        <dsp:cNvPr id="0" name=""/>
        <dsp:cNvSpPr/>
      </dsp:nvSpPr>
      <dsp:spPr>
        <a:xfrm>
          <a:off x="2217032"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89FE39-F843-4360-981F-14360C63E968}">
      <dsp:nvSpPr>
        <dsp:cNvPr id="0" name=""/>
        <dsp:cNvSpPr/>
      </dsp:nvSpPr>
      <dsp:spPr>
        <a:xfrm>
          <a:off x="2217032"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701FBA-4FA7-44C2-8BD2-5C77B28C0598}">
      <dsp:nvSpPr>
        <dsp:cNvPr id="0" name=""/>
        <dsp:cNvSpPr/>
      </dsp:nvSpPr>
      <dsp:spPr>
        <a:xfrm>
          <a:off x="2138692"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9E6CAE-286A-4E9F-86FB-75C9BE741E33}">
      <dsp:nvSpPr>
        <dsp:cNvPr id="0" name=""/>
        <dsp:cNvSpPr/>
      </dsp:nvSpPr>
      <dsp:spPr>
        <a:xfrm>
          <a:off x="1484776"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875230-E020-47E6-BB9C-638CA03BA1C9}">
      <dsp:nvSpPr>
        <dsp:cNvPr id="0" name=""/>
        <dsp:cNvSpPr/>
      </dsp:nvSpPr>
      <dsp:spPr>
        <a:xfrm>
          <a:off x="1484776"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0D606C-A208-4E37-9A51-DB188081944A}">
      <dsp:nvSpPr>
        <dsp:cNvPr id="0" name=""/>
        <dsp:cNvSpPr/>
      </dsp:nvSpPr>
      <dsp:spPr>
        <a:xfrm>
          <a:off x="1772564"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097BCD-CDD8-4CD9-A0A8-E5EA17E266FF}">
      <dsp:nvSpPr>
        <dsp:cNvPr id="0" name=""/>
        <dsp:cNvSpPr/>
      </dsp:nvSpPr>
      <dsp:spPr>
        <a:xfrm>
          <a:off x="1406437" y="1548791"/>
          <a:ext cx="732255" cy="127085"/>
        </a:xfrm>
        <a:custGeom>
          <a:avLst/>
          <a:gdLst/>
          <a:ahLst/>
          <a:cxnLst/>
          <a:rect l="0" t="0" r="0" b="0"/>
          <a:pathLst>
            <a:path>
              <a:moveTo>
                <a:pt x="0" y="0"/>
              </a:moveTo>
              <a:lnTo>
                <a:pt x="0" y="63542"/>
              </a:lnTo>
              <a:lnTo>
                <a:pt x="732255" y="63542"/>
              </a:lnTo>
              <a:lnTo>
                <a:pt x="732255"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EDC052-51DA-4C72-8B86-B852E9769632}">
      <dsp:nvSpPr>
        <dsp:cNvPr id="0" name=""/>
        <dsp:cNvSpPr/>
      </dsp:nvSpPr>
      <dsp:spPr>
        <a:xfrm>
          <a:off x="752521"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02B18D-1F25-4F2D-85FC-27FA4B47FFC5}">
      <dsp:nvSpPr>
        <dsp:cNvPr id="0" name=""/>
        <dsp:cNvSpPr/>
      </dsp:nvSpPr>
      <dsp:spPr>
        <a:xfrm>
          <a:off x="752521"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3A68-CACA-4771-9C32-7C477E15FEB6}">
      <dsp:nvSpPr>
        <dsp:cNvPr id="0" name=""/>
        <dsp:cNvSpPr/>
      </dsp:nvSpPr>
      <dsp:spPr>
        <a:xfrm>
          <a:off x="674181" y="1978462"/>
          <a:ext cx="366127" cy="127085"/>
        </a:xfrm>
        <a:custGeom>
          <a:avLst/>
          <a:gdLst/>
          <a:ahLst/>
          <a:cxnLst/>
          <a:rect l="0" t="0" r="0" b="0"/>
          <a:pathLst>
            <a:path>
              <a:moveTo>
                <a:pt x="0" y="0"/>
              </a:moveTo>
              <a:lnTo>
                <a:pt x="0" y="63542"/>
              </a:lnTo>
              <a:lnTo>
                <a:pt x="366127" y="63542"/>
              </a:lnTo>
              <a:lnTo>
                <a:pt x="366127"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0DE24B-EC12-4ABA-B3DC-4BF0DF8A23A0}">
      <dsp:nvSpPr>
        <dsp:cNvPr id="0" name=""/>
        <dsp:cNvSpPr/>
      </dsp:nvSpPr>
      <dsp:spPr>
        <a:xfrm>
          <a:off x="20265" y="2408133"/>
          <a:ext cx="91440" cy="708048"/>
        </a:xfrm>
        <a:custGeom>
          <a:avLst/>
          <a:gdLst/>
          <a:ahLst/>
          <a:cxnLst/>
          <a:rect l="0" t="0" r="0" b="0"/>
          <a:pathLst>
            <a:path>
              <a:moveTo>
                <a:pt x="45720" y="0"/>
              </a:moveTo>
              <a:lnTo>
                <a:pt x="45720" y="708048"/>
              </a:lnTo>
              <a:lnTo>
                <a:pt x="136495" y="70804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957EDC-4DD7-4B1D-B3E5-F6143FC89C23}">
      <dsp:nvSpPr>
        <dsp:cNvPr id="0" name=""/>
        <dsp:cNvSpPr/>
      </dsp:nvSpPr>
      <dsp:spPr>
        <a:xfrm>
          <a:off x="20265" y="2408133"/>
          <a:ext cx="91440" cy="278378"/>
        </a:xfrm>
        <a:custGeom>
          <a:avLst/>
          <a:gdLst/>
          <a:ahLst/>
          <a:cxnLst/>
          <a:rect l="0" t="0" r="0" b="0"/>
          <a:pathLst>
            <a:path>
              <a:moveTo>
                <a:pt x="45720" y="0"/>
              </a:moveTo>
              <a:lnTo>
                <a:pt x="45720" y="278378"/>
              </a:lnTo>
              <a:lnTo>
                <a:pt x="136495" y="2783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140FCB-474A-409A-95C4-D1B7C0506D88}">
      <dsp:nvSpPr>
        <dsp:cNvPr id="0" name=""/>
        <dsp:cNvSpPr/>
      </dsp:nvSpPr>
      <dsp:spPr>
        <a:xfrm>
          <a:off x="308053" y="1978462"/>
          <a:ext cx="366127" cy="127085"/>
        </a:xfrm>
        <a:custGeom>
          <a:avLst/>
          <a:gdLst/>
          <a:ahLst/>
          <a:cxnLst/>
          <a:rect l="0" t="0" r="0" b="0"/>
          <a:pathLst>
            <a:path>
              <a:moveTo>
                <a:pt x="366127" y="0"/>
              </a:moveTo>
              <a:lnTo>
                <a:pt x="366127"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C92E2D-B093-4EAE-948C-FC461EFBD5B7}">
      <dsp:nvSpPr>
        <dsp:cNvPr id="0" name=""/>
        <dsp:cNvSpPr/>
      </dsp:nvSpPr>
      <dsp:spPr>
        <a:xfrm>
          <a:off x="674181" y="1548791"/>
          <a:ext cx="732255" cy="127085"/>
        </a:xfrm>
        <a:custGeom>
          <a:avLst/>
          <a:gdLst/>
          <a:ahLst/>
          <a:cxnLst/>
          <a:rect l="0" t="0" r="0" b="0"/>
          <a:pathLst>
            <a:path>
              <a:moveTo>
                <a:pt x="732255" y="0"/>
              </a:moveTo>
              <a:lnTo>
                <a:pt x="732255" y="63542"/>
              </a:lnTo>
              <a:lnTo>
                <a:pt x="0" y="63542"/>
              </a:lnTo>
              <a:lnTo>
                <a:pt x="0" y="1270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27CA84-CC55-4575-9271-B649BBA48A51}">
      <dsp:nvSpPr>
        <dsp:cNvPr id="0" name=""/>
        <dsp:cNvSpPr/>
      </dsp:nvSpPr>
      <dsp:spPr>
        <a:xfrm>
          <a:off x="1406437" y="1119121"/>
          <a:ext cx="1464510" cy="127085"/>
        </a:xfrm>
        <a:custGeom>
          <a:avLst/>
          <a:gdLst/>
          <a:ahLst/>
          <a:cxnLst/>
          <a:rect l="0" t="0" r="0" b="0"/>
          <a:pathLst>
            <a:path>
              <a:moveTo>
                <a:pt x="1464510" y="0"/>
              </a:moveTo>
              <a:lnTo>
                <a:pt x="1464510" y="63542"/>
              </a:lnTo>
              <a:lnTo>
                <a:pt x="0" y="63542"/>
              </a:lnTo>
              <a:lnTo>
                <a:pt x="0" y="12708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720F44-AD9D-4257-ABD3-8EDA3943504C}">
      <dsp:nvSpPr>
        <dsp:cNvPr id="0" name=""/>
        <dsp:cNvSpPr/>
      </dsp:nvSpPr>
      <dsp:spPr>
        <a:xfrm>
          <a:off x="2870947" y="689450"/>
          <a:ext cx="2929021" cy="127085"/>
        </a:xfrm>
        <a:custGeom>
          <a:avLst/>
          <a:gdLst/>
          <a:ahLst/>
          <a:cxnLst/>
          <a:rect l="0" t="0" r="0" b="0"/>
          <a:pathLst>
            <a:path>
              <a:moveTo>
                <a:pt x="2929021" y="0"/>
              </a:moveTo>
              <a:lnTo>
                <a:pt x="2929021" y="63542"/>
              </a:lnTo>
              <a:lnTo>
                <a:pt x="0" y="63542"/>
              </a:lnTo>
              <a:lnTo>
                <a:pt x="0" y="127085"/>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16B6D7-C5FD-4C90-A6CC-E6D62CE51A0F}">
      <dsp:nvSpPr>
        <dsp:cNvPr id="0" name=""/>
        <dsp:cNvSpPr/>
      </dsp:nvSpPr>
      <dsp:spPr>
        <a:xfrm>
          <a:off x="5497384" y="386865"/>
          <a:ext cx="605169" cy="3025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Start</a:t>
          </a:r>
        </a:p>
      </dsp:txBody>
      <dsp:txXfrm>
        <a:off x="5497384" y="386865"/>
        <a:ext cx="605169" cy="302584"/>
      </dsp:txXfrm>
    </dsp:sp>
    <dsp:sp modelId="{5DF92FED-196E-4B50-98B2-77F75AD04745}">
      <dsp:nvSpPr>
        <dsp:cNvPr id="0" name=""/>
        <dsp:cNvSpPr/>
      </dsp:nvSpPr>
      <dsp:spPr>
        <a:xfrm>
          <a:off x="2568363" y="816536"/>
          <a:ext cx="605169" cy="3025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2568363" y="816536"/>
        <a:ext cx="605169" cy="302584"/>
      </dsp:txXfrm>
    </dsp:sp>
    <dsp:sp modelId="{909AA3E2-492C-4141-93CD-97EF29013F73}">
      <dsp:nvSpPr>
        <dsp:cNvPr id="0" name=""/>
        <dsp:cNvSpPr/>
      </dsp:nvSpPr>
      <dsp:spPr>
        <a:xfrm>
          <a:off x="1103852" y="1246206"/>
          <a:ext cx="605169" cy="30258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103852" y="1246206"/>
        <a:ext cx="605169" cy="302584"/>
      </dsp:txXfrm>
    </dsp:sp>
    <dsp:sp modelId="{9B41B9F6-9506-4A79-80AE-A8572D907876}">
      <dsp:nvSpPr>
        <dsp:cNvPr id="0" name=""/>
        <dsp:cNvSpPr/>
      </dsp:nvSpPr>
      <dsp:spPr>
        <a:xfrm>
          <a:off x="371596"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371596" y="1675877"/>
        <a:ext cx="605169" cy="302584"/>
      </dsp:txXfrm>
    </dsp:sp>
    <dsp:sp modelId="{98D0749E-58B2-40AC-BEBD-F0615CC2FC3A}">
      <dsp:nvSpPr>
        <dsp:cNvPr id="0" name=""/>
        <dsp:cNvSpPr/>
      </dsp:nvSpPr>
      <dsp:spPr>
        <a:xfrm>
          <a:off x="5468"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5468" y="2105548"/>
        <a:ext cx="605169" cy="302584"/>
      </dsp:txXfrm>
    </dsp:sp>
    <dsp:sp modelId="{86EFB004-9E1C-4097-9FB3-6B1DDCBA02FF}">
      <dsp:nvSpPr>
        <dsp:cNvPr id="0" name=""/>
        <dsp:cNvSpPr/>
      </dsp:nvSpPr>
      <dsp:spPr>
        <a:xfrm>
          <a:off x="156761"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56761" y="2535218"/>
        <a:ext cx="605169" cy="302584"/>
      </dsp:txXfrm>
    </dsp:sp>
    <dsp:sp modelId="{EDCDD078-7D7C-4CFC-B238-B241E7396291}">
      <dsp:nvSpPr>
        <dsp:cNvPr id="0" name=""/>
        <dsp:cNvSpPr/>
      </dsp:nvSpPr>
      <dsp:spPr>
        <a:xfrm>
          <a:off x="156761"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56761" y="2964889"/>
        <a:ext cx="605169" cy="302584"/>
      </dsp:txXfrm>
    </dsp:sp>
    <dsp:sp modelId="{224B73B3-F153-4EA2-9E90-0A2B5CE1CE71}">
      <dsp:nvSpPr>
        <dsp:cNvPr id="0" name=""/>
        <dsp:cNvSpPr/>
      </dsp:nvSpPr>
      <dsp:spPr>
        <a:xfrm>
          <a:off x="737724"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737724" y="2105548"/>
        <a:ext cx="605169" cy="302584"/>
      </dsp:txXfrm>
    </dsp:sp>
    <dsp:sp modelId="{C3F2E8B3-A89E-43C3-B3D7-7E1D575E91B3}">
      <dsp:nvSpPr>
        <dsp:cNvPr id="0" name=""/>
        <dsp:cNvSpPr/>
      </dsp:nvSpPr>
      <dsp:spPr>
        <a:xfrm>
          <a:off x="889016"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889016" y="2535218"/>
        <a:ext cx="605169" cy="302584"/>
      </dsp:txXfrm>
    </dsp:sp>
    <dsp:sp modelId="{F4324A06-5342-47ED-A7E1-5C5972038FE8}">
      <dsp:nvSpPr>
        <dsp:cNvPr id="0" name=""/>
        <dsp:cNvSpPr/>
      </dsp:nvSpPr>
      <dsp:spPr>
        <a:xfrm>
          <a:off x="889016"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889016" y="2964889"/>
        <a:ext cx="605169" cy="302584"/>
      </dsp:txXfrm>
    </dsp:sp>
    <dsp:sp modelId="{20685906-0927-4727-AA90-33159CF6592F}">
      <dsp:nvSpPr>
        <dsp:cNvPr id="0" name=""/>
        <dsp:cNvSpPr/>
      </dsp:nvSpPr>
      <dsp:spPr>
        <a:xfrm>
          <a:off x="1836107"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836107" y="1675877"/>
        <a:ext cx="605169" cy="302584"/>
      </dsp:txXfrm>
    </dsp:sp>
    <dsp:sp modelId="{E3D54AE4-5357-4CBA-9A09-B317BE80618F}">
      <dsp:nvSpPr>
        <dsp:cNvPr id="0" name=""/>
        <dsp:cNvSpPr/>
      </dsp:nvSpPr>
      <dsp:spPr>
        <a:xfrm>
          <a:off x="1469979"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469979" y="2105548"/>
        <a:ext cx="605169" cy="302584"/>
      </dsp:txXfrm>
    </dsp:sp>
    <dsp:sp modelId="{17B4360E-684F-478E-A636-81538B1465B4}">
      <dsp:nvSpPr>
        <dsp:cNvPr id="0" name=""/>
        <dsp:cNvSpPr/>
      </dsp:nvSpPr>
      <dsp:spPr>
        <a:xfrm>
          <a:off x="1621272"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621272" y="2535218"/>
        <a:ext cx="605169" cy="302584"/>
      </dsp:txXfrm>
    </dsp:sp>
    <dsp:sp modelId="{B070DC0C-FC95-4680-AE54-F9D7D93FFBB9}">
      <dsp:nvSpPr>
        <dsp:cNvPr id="0" name=""/>
        <dsp:cNvSpPr/>
      </dsp:nvSpPr>
      <dsp:spPr>
        <a:xfrm>
          <a:off x="1621272"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621272" y="2964889"/>
        <a:ext cx="605169" cy="302584"/>
      </dsp:txXfrm>
    </dsp:sp>
    <dsp:sp modelId="{63F0F48D-BAA5-4D39-874A-5DE7D499BB2E}">
      <dsp:nvSpPr>
        <dsp:cNvPr id="0" name=""/>
        <dsp:cNvSpPr/>
      </dsp:nvSpPr>
      <dsp:spPr>
        <a:xfrm>
          <a:off x="2202235"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2202235" y="2105548"/>
        <a:ext cx="605169" cy="302584"/>
      </dsp:txXfrm>
    </dsp:sp>
    <dsp:sp modelId="{41DB9B04-FF09-4903-9EEC-FA7C913FAFA8}">
      <dsp:nvSpPr>
        <dsp:cNvPr id="0" name=""/>
        <dsp:cNvSpPr/>
      </dsp:nvSpPr>
      <dsp:spPr>
        <a:xfrm>
          <a:off x="2353527"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2353527" y="2535218"/>
        <a:ext cx="605169" cy="302584"/>
      </dsp:txXfrm>
    </dsp:sp>
    <dsp:sp modelId="{31645EC6-F1B4-4D35-B9F2-7477956CD06D}">
      <dsp:nvSpPr>
        <dsp:cNvPr id="0" name=""/>
        <dsp:cNvSpPr/>
      </dsp:nvSpPr>
      <dsp:spPr>
        <a:xfrm>
          <a:off x="2353527"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2353527" y="2964889"/>
        <a:ext cx="605169" cy="302584"/>
      </dsp:txXfrm>
    </dsp:sp>
    <dsp:sp modelId="{32BB45B7-CBCB-4518-BBE4-C7515709EB2F}">
      <dsp:nvSpPr>
        <dsp:cNvPr id="0" name=""/>
        <dsp:cNvSpPr/>
      </dsp:nvSpPr>
      <dsp:spPr>
        <a:xfrm>
          <a:off x="4032873" y="1246206"/>
          <a:ext cx="605169" cy="30258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4032873" y="1246206"/>
        <a:ext cx="605169" cy="302584"/>
      </dsp:txXfrm>
    </dsp:sp>
    <dsp:sp modelId="{C350A76F-7E2E-4ADA-A345-3F2F8F733AF3}">
      <dsp:nvSpPr>
        <dsp:cNvPr id="0" name=""/>
        <dsp:cNvSpPr/>
      </dsp:nvSpPr>
      <dsp:spPr>
        <a:xfrm>
          <a:off x="3300618"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3300618" y="1675877"/>
        <a:ext cx="605169" cy="302584"/>
      </dsp:txXfrm>
    </dsp:sp>
    <dsp:sp modelId="{C82F0FAC-58C4-4810-A1B1-EDA5156E8E08}">
      <dsp:nvSpPr>
        <dsp:cNvPr id="0" name=""/>
        <dsp:cNvSpPr/>
      </dsp:nvSpPr>
      <dsp:spPr>
        <a:xfrm>
          <a:off x="2934490"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2934490" y="2105548"/>
        <a:ext cx="605169" cy="302584"/>
      </dsp:txXfrm>
    </dsp:sp>
    <dsp:sp modelId="{E9104875-515E-4449-9E96-8C21191FF9AA}">
      <dsp:nvSpPr>
        <dsp:cNvPr id="0" name=""/>
        <dsp:cNvSpPr/>
      </dsp:nvSpPr>
      <dsp:spPr>
        <a:xfrm>
          <a:off x="3085783"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3085783" y="2535218"/>
        <a:ext cx="605169" cy="302584"/>
      </dsp:txXfrm>
    </dsp:sp>
    <dsp:sp modelId="{B552BF38-60B2-47B7-98C7-AB1C00C99BA1}">
      <dsp:nvSpPr>
        <dsp:cNvPr id="0" name=""/>
        <dsp:cNvSpPr/>
      </dsp:nvSpPr>
      <dsp:spPr>
        <a:xfrm>
          <a:off x="3085783"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3085783" y="2964889"/>
        <a:ext cx="605169" cy="302584"/>
      </dsp:txXfrm>
    </dsp:sp>
    <dsp:sp modelId="{9394CD65-B6F7-4AFE-8ED6-9BEDAE41F4B9}">
      <dsp:nvSpPr>
        <dsp:cNvPr id="0" name=""/>
        <dsp:cNvSpPr/>
      </dsp:nvSpPr>
      <dsp:spPr>
        <a:xfrm>
          <a:off x="3666746"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3666746" y="2105548"/>
        <a:ext cx="605169" cy="302584"/>
      </dsp:txXfrm>
    </dsp:sp>
    <dsp:sp modelId="{722F6BDA-75A2-4CD1-88C1-099A352B524B}">
      <dsp:nvSpPr>
        <dsp:cNvPr id="0" name=""/>
        <dsp:cNvSpPr/>
      </dsp:nvSpPr>
      <dsp:spPr>
        <a:xfrm>
          <a:off x="3818038"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3818038" y="2535218"/>
        <a:ext cx="605169" cy="302584"/>
      </dsp:txXfrm>
    </dsp:sp>
    <dsp:sp modelId="{979AF92C-184F-47C5-825C-F00E4D34757F}">
      <dsp:nvSpPr>
        <dsp:cNvPr id="0" name=""/>
        <dsp:cNvSpPr/>
      </dsp:nvSpPr>
      <dsp:spPr>
        <a:xfrm>
          <a:off x="3818038"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3818038" y="2964889"/>
        <a:ext cx="605169" cy="302584"/>
      </dsp:txXfrm>
    </dsp:sp>
    <dsp:sp modelId="{0C017FAF-AF31-4EE1-8D66-D1005DB97CF9}">
      <dsp:nvSpPr>
        <dsp:cNvPr id="0" name=""/>
        <dsp:cNvSpPr/>
      </dsp:nvSpPr>
      <dsp:spPr>
        <a:xfrm>
          <a:off x="4765129"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4765129" y="1675877"/>
        <a:ext cx="605169" cy="302584"/>
      </dsp:txXfrm>
    </dsp:sp>
    <dsp:sp modelId="{6314183A-E942-4351-866D-5BD80210C69F}">
      <dsp:nvSpPr>
        <dsp:cNvPr id="0" name=""/>
        <dsp:cNvSpPr/>
      </dsp:nvSpPr>
      <dsp:spPr>
        <a:xfrm>
          <a:off x="4399001"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4399001" y="2105548"/>
        <a:ext cx="605169" cy="302584"/>
      </dsp:txXfrm>
    </dsp:sp>
    <dsp:sp modelId="{248AF14E-4655-4727-8F3C-54DEC40E799B}">
      <dsp:nvSpPr>
        <dsp:cNvPr id="0" name=""/>
        <dsp:cNvSpPr/>
      </dsp:nvSpPr>
      <dsp:spPr>
        <a:xfrm>
          <a:off x="4550294"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4550294" y="2535218"/>
        <a:ext cx="605169" cy="302584"/>
      </dsp:txXfrm>
    </dsp:sp>
    <dsp:sp modelId="{03007056-5018-4E2B-B8D7-E15D94E54418}">
      <dsp:nvSpPr>
        <dsp:cNvPr id="0" name=""/>
        <dsp:cNvSpPr/>
      </dsp:nvSpPr>
      <dsp:spPr>
        <a:xfrm>
          <a:off x="4550294"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4550294" y="2964889"/>
        <a:ext cx="605169" cy="302584"/>
      </dsp:txXfrm>
    </dsp:sp>
    <dsp:sp modelId="{1003BAD9-5F2F-4823-AAF9-E84BE7EF163D}">
      <dsp:nvSpPr>
        <dsp:cNvPr id="0" name=""/>
        <dsp:cNvSpPr/>
      </dsp:nvSpPr>
      <dsp:spPr>
        <a:xfrm>
          <a:off x="5131257"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5131257" y="2105548"/>
        <a:ext cx="605169" cy="302584"/>
      </dsp:txXfrm>
    </dsp:sp>
    <dsp:sp modelId="{8DE5F529-DAC0-4AB3-8023-6AEBC8152EE1}">
      <dsp:nvSpPr>
        <dsp:cNvPr id="0" name=""/>
        <dsp:cNvSpPr/>
      </dsp:nvSpPr>
      <dsp:spPr>
        <a:xfrm>
          <a:off x="5282549"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5282549" y="2535218"/>
        <a:ext cx="605169" cy="302584"/>
      </dsp:txXfrm>
    </dsp:sp>
    <dsp:sp modelId="{10B0CC48-5F6B-415B-9CC9-B377DC284E65}">
      <dsp:nvSpPr>
        <dsp:cNvPr id="0" name=""/>
        <dsp:cNvSpPr/>
      </dsp:nvSpPr>
      <dsp:spPr>
        <a:xfrm>
          <a:off x="5282549"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5282549" y="2964889"/>
        <a:ext cx="605169" cy="302584"/>
      </dsp:txXfrm>
    </dsp:sp>
    <dsp:sp modelId="{812429EA-76AB-4057-909E-589F74553EEB}">
      <dsp:nvSpPr>
        <dsp:cNvPr id="0" name=""/>
        <dsp:cNvSpPr/>
      </dsp:nvSpPr>
      <dsp:spPr>
        <a:xfrm>
          <a:off x="8426406" y="816536"/>
          <a:ext cx="605169" cy="3025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8426406" y="816536"/>
        <a:ext cx="605169" cy="302584"/>
      </dsp:txXfrm>
    </dsp:sp>
    <dsp:sp modelId="{34C935BD-96E3-4A76-8354-5D06F9378306}">
      <dsp:nvSpPr>
        <dsp:cNvPr id="0" name=""/>
        <dsp:cNvSpPr/>
      </dsp:nvSpPr>
      <dsp:spPr>
        <a:xfrm>
          <a:off x="6961895" y="1246206"/>
          <a:ext cx="605169" cy="30258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6961895" y="1246206"/>
        <a:ext cx="605169" cy="302584"/>
      </dsp:txXfrm>
    </dsp:sp>
    <dsp:sp modelId="{D0E5BCB9-7F17-4550-A6A2-81273841E3AA}">
      <dsp:nvSpPr>
        <dsp:cNvPr id="0" name=""/>
        <dsp:cNvSpPr/>
      </dsp:nvSpPr>
      <dsp:spPr>
        <a:xfrm>
          <a:off x="6229640"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6229640" y="1675877"/>
        <a:ext cx="605169" cy="302584"/>
      </dsp:txXfrm>
    </dsp:sp>
    <dsp:sp modelId="{DC5893F3-4495-417F-AB83-07FBD6B63A45}">
      <dsp:nvSpPr>
        <dsp:cNvPr id="0" name=""/>
        <dsp:cNvSpPr/>
      </dsp:nvSpPr>
      <dsp:spPr>
        <a:xfrm>
          <a:off x="5863512"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5863512" y="2105548"/>
        <a:ext cx="605169" cy="302584"/>
      </dsp:txXfrm>
    </dsp:sp>
    <dsp:sp modelId="{45C61001-9692-4033-9647-F44E9328B7FA}">
      <dsp:nvSpPr>
        <dsp:cNvPr id="0" name=""/>
        <dsp:cNvSpPr/>
      </dsp:nvSpPr>
      <dsp:spPr>
        <a:xfrm>
          <a:off x="6014805"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6014805" y="2535218"/>
        <a:ext cx="605169" cy="302584"/>
      </dsp:txXfrm>
    </dsp:sp>
    <dsp:sp modelId="{2EA205DE-2850-434F-9DCE-F7BBD45C5296}">
      <dsp:nvSpPr>
        <dsp:cNvPr id="0" name=""/>
        <dsp:cNvSpPr/>
      </dsp:nvSpPr>
      <dsp:spPr>
        <a:xfrm>
          <a:off x="6014805"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6014805" y="2964889"/>
        <a:ext cx="605169" cy="302584"/>
      </dsp:txXfrm>
    </dsp:sp>
    <dsp:sp modelId="{4896A3A6-C494-475B-8A5C-FD5485CB433A}">
      <dsp:nvSpPr>
        <dsp:cNvPr id="0" name=""/>
        <dsp:cNvSpPr/>
      </dsp:nvSpPr>
      <dsp:spPr>
        <a:xfrm>
          <a:off x="6595768"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6595768" y="2105548"/>
        <a:ext cx="605169" cy="302584"/>
      </dsp:txXfrm>
    </dsp:sp>
    <dsp:sp modelId="{B8F8DB5F-AFDC-45D7-8D2B-875D356B5FE9}">
      <dsp:nvSpPr>
        <dsp:cNvPr id="0" name=""/>
        <dsp:cNvSpPr/>
      </dsp:nvSpPr>
      <dsp:spPr>
        <a:xfrm>
          <a:off x="6747060"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6747060" y="2535218"/>
        <a:ext cx="605169" cy="302584"/>
      </dsp:txXfrm>
    </dsp:sp>
    <dsp:sp modelId="{53625243-8155-4CD2-BF87-79F7005A71CA}">
      <dsp:nvSpPr>
        <dsp:cNvPr id="0" name=""/>
        <dsp:cNvSpPr/>
      </dsp:nvSpPr>
      <dsp:spPr>
        <a:xfrm>
          <a:off x="6747060"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6747060" y="2964889"/>
        <a:ext cx="605169" cy="302584"/>
      </dsp:txXfrm>
    </dsp:sp>
    <dsp:sp modelId="{1F612F04-ED3B-4FBB-A2C3-8D0810F1C11A}">
      <dsp:nvSpPr>
        <dsp:cNvPr id="0" name=""/>
        <dsp:cNvSpPr/>
      </dsp:nvSpPr>
      <dsp:spPr>
        <a:xfrm>
          <a:off x="7694151"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7694151" y="1675877"/>
        <a:ext cx="605169" cy="302584"/>
      </dsp:txXfrm>
    </dsp:sp>
    <dsp:sp modelId="{67740D5B-DB2E-47A5-8F99-58C27D811E40}">
      <dsp:nvSpPr>
        <dsp:cNvPr id="0" name=""/>
        <dsp:cNvSpPr/>
      </dsp:nvSpPr>
      <dsp:spPr>
        <a:xfrm>
          <a:off x="7328023"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7328023" y="2105548"/>
        <a:ext cx="605169" cy="302584"/>
      </dsp:txXfrm>
    </dsp:sp>
    <dsp:sp modelId="{0ED0A472-9FA6-4AC6-832B-CF4BDD9C6638}">
      <dsp:nvSpPr>
        <dsp:cNvPr id="0" name=""/>
        <dsp:cNvSpPr/>
      </dsp:nvSpPr>
      <dsp:spPr>
        <a:xfrm>
          <a:off x="7479315"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7479315" y="2535218"/>
        <a:ext cx="605169" cy="302584"/>
      </dsp:txXfrm>
    </dsp:sp>
    <dsp:sp modelId="{447B0FEC-BE73-43D7-8FE3-F020EB7C8314}">
      <dsp:nvSpPr>
        <dsp:cNvPr id="0" name=""/>
        <dsp:cNvSpPr/>
      </dsp:nvSpPr>
      <dsp:spPr>
        <a:xfrm>
          <a:off x="7479315"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7479315" y="2964889"/>
        <a:ext cx="605169" cy="302584"/>
      </dsp:txXfrm>
    </dsp:sp>
    <dsp:sp modelId="{4C1B5CE0-4E3A-4E63-B80C-9B65059AE664}">
      <dsp:nvSpPr>
        <dsp:cNvPr id="0" name=""/>
        <dsp:cNvSpPr/>
      </dsp:nvSpPr>
      <dsp:spPr>
        <a:xfrm>
          <a:off x="8060278"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8060278" y="2105548"/>
        <a:ext cx="605169" cy="302584"/>
      </dsp:txXfrm>
    </dsp:sp>
    <dsp:sp modelId="{F4A4CCB3-7856-4315-8F0B-B676C416DB8D}">
      <dsp:nvSpPr>
        <dsp:cNvPr id="0" name=""/>
        <dsp:cNvSpPr/>
      </dsp:nvSpPr>
      <dsp:spPr>
        <a:xfrm>
          <a:off x="8211571"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8211571" y="2535218"/>
        <a:ext cx="605169" cy="302584"/>
      </dsp:txXfrm>
    </dsp:sp>
    <dsp:sp modelId="{CD3CB240-35AF-448B-92EB-32B0568D678C}">
      <dsp:nvSpPr>
        <dsp:cNvPr id="0" name=""/>
        <dsp:cNvSpPr/>
      </dsp:nvSpPr>
      <dsp:spPr>
        <a:xfrm>
          <a:off x="8211571"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8211571" y="2964889"/>
        <a:ext cx="605169" cy="302584"/>
      </dsp:txXfrm>
    </dsp:sp>
    <dsp:sp modelId="{C010E59D-5733-4FE5-898B-4362B63AB610}">
      <dsp:nvSpPr>
        <dsp:cNvPr id="0" name=""/>
        <dsp:cNvSpPr/>
      </dsp:nvSpPr>
      <dsp:spPr>
        <a:xfrm>
          <a:off x="9890917" y="1246206"/>
          <a:ext cx="605169" cy="30258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9890917" y="1246206"/>
        <a:ext cx="605169" cy="302584"/>
      </dsp:txXfrm>
    </dsp:sp>
    <dsp:sp modelId="{44FBA0F8-F3F5-49B9-8A73-E194D0B553C3}">
      <dsp:nvSpPr>
        <dsp:cNvPr id="0" name=""/>
        <dsp:cNvSpPr/>
      </dsp:nvSpPr>
      <dsp:spPr>
        <a:xfrm>
          <a:off x="9158662"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9158662" y="1675877"/>
        <a:ext cx="605169" cy="302584"/>
      </dsp:txXfrm>
    </dsp:sp>
    <dsp:sp modelId="{446987E4-8893-47F5-9728-28615023F8F2}">
      <dsp:nvSpPr>
        <dsp:cNvPr id="0" name=""/>
        <dsp:cNvSpPr/>
      </dsp:nvSpPr>
      <dsp:spPr>
        <a:xfrm>
          <a:off x="8792534"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8792534" y="2105548"/>
        <a:ext cx="605169" cy="302584"/>
      </dsp:txXfrm>
    </dsp:sp>
    <dsp:sp modelId="{3DBD5E47-2A77-4B2C-86F8-683C6B4A7333}">
      <dsp:nvSpPr>
        <dsp:cNvPr id="0" name=""/>
        <dsp:cNvSpPr/>
      </dsp:nvSpPr>
      <dsp:spPr>
        <a:xfrm>
          <a:off x="8943826"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8943826" y="2535218"/>
        <a:ext cx="605169" cy="302584"/>
      </dsp:txXfrm>
    </dsp:sp>
    <dsp:sp modelId="{615D0634-FBFD-4BFF-9338-BB6F2547F282}">
      <dsp:nvSpPr>
        <dsp:cNvPr id="0" name=""/>
        <dsp:cNvSpPr/>
      </dsp:nvSpPr>
      <dsp:spPr>
        <a:xfrm>
          <a:off x="8943826"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8943826" y="2964889"/>
        <a:ext cx="605169" cy="302584"/>
      </dsp:txXfrm>
    </dsp:sp>
    <dsp:sp modelId="{235D8822-39D0-4808-8AFB-C4FE895C7339}">
      <dsp:nvSpPr>
        <dsp:cNvPr id="0" name=""/>
        <dsp:cNvSpPr/>
      </dsp:nvSpPr>
      <dsp:spPr>
        <a:xfrm>
          <a:off x="9524789"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9524789" y="2105548"/>
        <a:ext cx="605169" cy="302584"/>
      </dsp:txXfrm>
    </dsp:sp>
    <dsp:sp modelId="{B4BC8DDA-5ACE-40B5-B743-6005B747D512}">
      <dsp:nvSpPr>
        <dsp:cNvPr id="0" name=""/>
        <dsp:cNvSpPr/>
      </dsp:nvSpPr>
      <dsp:spPr>
        <a:xfrm>
          <a:off x="9676082"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9676082" y="2535218"/>
        <a:ext cx="605169" cy="302584"/>
      </dsp:txXfrm>
    </dsp:sp>
    <dsp:sp modelId="{E4995FC4-5B92-43C2-A5BB-EF3FD41BF85F}">
      <dsp:nvSpPr>
        <dsp:cNvPr id="0" name=""/>
        <dsp:cNvSpPr/>
      </dsp:nvSpPr>
      <dsp:spPr>
        <a:xfrm>
          <a:off x="9676082"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9676082" y="2964889"/>
        <a:ext cx="605169" cy="302584"/>
      </dsp:txXfrm>
    </dsp:sp>
    <dsp:sp modelId="{0989219C-C314-4D2F-87B5-8F3AED4A5731}">
      <dsp:nvSpPr>
        <dsp:cNvPr id="0" name=""/>
        <dsp:cNvSpPr/>
      </dsp:nvSpPr>
      <dsp:spPr>
        <a:xfrm>
          <a:off x="10623173" y="1675877"/>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0623173" y="1675877"/>
        <a:ext cx="605169" cy="302584"/>
      </dsp:txXfrm>
    </dsp:sp>
    <dsp:sp modelId="{7945EF7D-D79B-43DF-9DC8-FF1F5D70A987}">
      <dsp:nvSpPr>
        <dsp:cNvPr id="0" name=""/>
        <dsp:cNvSpPr/>
      </dsp:nvSpPr>
      <dsp:spPr>
        <a:xfrm>
          <a:off x="10257045"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0257045" y="2105548"/>
        <a:ext cx="605169" cy="302584"/>
      </dsp:txXfrm>
    </dsp:sp>
    <dsp:sp modelId="{1D6BE0AD-8EF6-4F98-819B-4A61CF44654D}">
      <dsp:nvSpPr>
        <dsp:cNvPr id="0" name=""/>
        <dsp:cNvSpPr/>
      </dsp:nvSpPr>
      <dsp:spPr>
        <a:xfrm>
          <a:off x="10408337"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0408337" y="2535218"/>
        <a:ext cx="605169" cy="302584"/>
      </dsp:txXfrm>
    </dsp:sp>
    <dsp:sp modelId="{EFB62E51-2FBD-4FE6-8570-558D6588DCA9}">
      <dsp:nvSpPr>
        <dsp:cNvPr id="0" name=""/>
        <dsp:cNvSpPr/>
      </dsp:nvSpPr>
      <dsp:spPr>
        <a:xfrm>
          <a:off x="10408337"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0408337" y="2964889"/>
        <a:ext cx="605169" cy="302584"/>
      </dsp:txXfrm>
    </dsp:sp>
    <dsp:sp modelId="{34C046C2-E372-489C-9E41-F151C1F961C3}">
      <dsp:nvSpPr>
        <dsp:cNvPr id="0" name=""/>
        <dsp:cNvSpPr/>
      </dsp:nvSpPr>
      <dsp:spPr>
        <a:xfrm>
          <a:off x="10989300" y="210554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0989300" y="2105548"/>
        <a:ext cx="605169" cy="302584"/>
      </dsp:txXfrm>
    </dsp:sp>
    <dsp:sp modelId="{AF36AE36-F64C-4B62-9D11-00EB58CA1024}">
      <dsp:nvSpPr>
        <dsp:cNvPr id="0" name=""/>
        <dsp:cNvSpPr/>
      </dsp:nvSpPr>
      <dsp:spPr>
        <a:xfrm>
          <a:off x="11140593" y="2535218"/>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a:t>
          </a:r>
        </a:p>
      </dsp:txBody>
      <dsp:txXfrm>
        <a:off x="11140593" y="2535218"/>
        <a:ext cx="605169" cy="302584"/>
      </dsp:txXfrm>
    </dsp:sp>
    <dsp:sp modelId="{EA900CBB-0A2C-44DF-A9C7-49A442EA0B3E}">
      <dsp:nvSpPr>
        <dsp:cNvPr id="0" name=""/>
        <dsp:cNvSpPr/>
      </dsp:nvSpPr>
      <dsp:spPr>
        <a:xfrm>
          <a:off x="11140593" y="2964889"/>
          <a:ext cx="605169" cy="3025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a:t>
          </a:r>
        </a:p>
      </dsp:txBody>
      <dsp:txXfrm>
        <a:off x="11140593" y="2964889"/>
        <a:ext cx="605169" cy="3025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6015A-67B7-4E43-BE54-53679AD9CD7D}">
      <dsp:nvSpPr>
        <dsp:cNvPr id="0" name=""/>
        <dsp:cNvSpPr/>
      </dsp:nvSpPr>
      <dsp:spPr>
        <a:xfrm>
          <a:off x="6243989" y="929259"/>
          <a:ext cx="464304" cy="161163"/>
        </a:xfrm>
        <a:custGeom>
          <a:avLst/>
          <a:gdLst/>
          <a:ahLst/>
          <a:cxnLst/>
          <a:rect l="0" t="0" r="0" b="0"/>
          <a:pathLst>
            <a:path>
              <a:moveTo>
                <a:pt x="0" y="0"/>
              </a:moveTo>
              <a:lnTo>
                <a:pt x="0" y="80581"/>
              </a:lnTo>
              <a:lnTo>
                <a:pt x="464304" y="80581"/>
              </a:lnTo>
              <a:lnTo>
                <a:pt x="464304" y="16116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9CBC11-8200-4BBA-9AD0-1B0A95124085}">
      <dsp:nvSpPr>
        <dsp:cNvPr id="0" name=""/>
        <dsp:cNvSpPr/>
      </dsp:nvSpPr>
      <dsp:spPr>
        <a:xfrm>
          <a:off x="6865619" y="2563917"/>
          <a:ext cx="115116" cy="897910"/>
        </a:xfrm>
        <a:custGeom>
          <a:avLst/>
          <a:gdLst/>
          <a:ahLst/>
          <a:cxnLst/>
          <a:rect l="0" t="0" r="0" b="0"/>
          <a:pathLst>
            <a:path>
              <a:moveTo>
                <a:pt x="0" y="0"/>
              </a:moveTo>
              <a:lnTo>
                <a:pt x="0" y="897910"/>
              </a:lnTo>
              <a:lnTo>
                <a:pt x="115116" y="89791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1FC5B7-27DA-4A1F-A382-1594BC4446F6}">
      <dsp:nvSpPr>
        <dsp:cNvPr id="0" name=""/>
        <dsp:cNvSpPr/>
      </dsp:nvSpPr>
      <dsp:spPr>
        <a:xfrm>
          <a:off x="6865619" y="2563917"/>
          <a:ext cx="115116" cy="353024"/>
        </a:xfrm>
        <a:custGeom>
          <a:avLst/>
          <a:gdLst/>
          <a:ahLst/>
          <a:cxnLst/>
          <a:rect l="0" t="0" r="0" b="0"/>
          <a:pathLst>
            <a:path>
              <a:moveTo>
                <a:pt x="0" y="0"/>
              </a:moveTo>
              <a:lnTo>
                <a:pt x="0" y="353024"/>
              </a:lnTo>
              <a:lnTo>
                <a:pt x="115116" y="35302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5D4E12-57A6-4923-96FD-889844260D36}">
      <dsp:nvSpPr>
        <dsp:cNvPr id="0" name=""/>
        <dsp:cNvSpPr/>
      </dsp:nvSpPr>
      <dsp:spPr>
        <a:xfrm>
          <a:off x="6708293" y="2019031"/>
          <a:ext cx="464304" cy="161163"/>
        </a:xfrm>
        <a:custGeom>
          <a:avLst/>
          <a:gdLst/>
          <a:ahLst/>
          <a:cxnLst/>
          <a:rect l="0" t="0" r="0" b="0"/>
          <a:pathLst>
            <a:path>
              <a:moveTo>
                <a:pt x="0" y="0"/>
              </a:moveTo>
              <a:lnTo>
                <a:pt x="0" y="80581"/>
              </a:lnTo>
              <a:lnTo>
                <a:pt x="464304" y="80581"/>
              </a:lnTo>
              <a:lnTo>
                <a:pt x="464304" y="1611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6E8115-CEBD-49D5-8A5A-16A02597002D}">
      <dsp:nvSpPr>
        <dsp:cNvPr id="0" name=""/>
        <dsp:cNvSpPr/>
      </dsp:nvSpPr>
      <dsp:spPr>
        <a:xfrm>
          <a:off x="5937011" y="2563917"/>
          <a:ext cx="115116" cy="897910"/>
        </a:xfrm>
        <a:custGeom>
          <a:avLst/>
          <a:gdLst/>
          <a:ahLst/>
          <a:cxnLst/>
          <a:rect l="0" t="0" r="0" b="0"/>
          <a:pathLst>
            <a:path>
              <a:moveTo>
                <a:pt x="0" y="0"/>
              </a:moveTo>
              <a:lnTo>
                <a:pt x="0" y="897910"/>
              </a:lnTo>
              <a:lnTo>
                <a:pt x="115116" y="89791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2E129A-8AF1-4245-AA91-DE3E79E788A7}">
      <dsp:nvSpPr>
        <dsp:cNvPr id="0" name=""/>
        <dsp:cNvSpPr/>
      </dsp:nvSpPr>
      <dsp:spPr>
        <a:xfrm>
          <a:off x="5937011" y="2563917"/>
          <a:ext cx="115116" cy="353024"/>
        </a:xfrm>
        <a:custGeom>
          <a:avLst/>
          <a:gdLst/>
          <a:ahLst/>
          <a:cxnLst/>
          <a:rect l="0" t="0" r="0" b="0"/>
          <a:pathLst>
            <a:path>
              <a:moveTo>
                <a:pt x="0" y="0"/>
              </a:moveTo>
              <a:lnTo>
                <a:pt x="0" y="353024"/>
              </a:lnTo>
              <a:lnTo>
                <a:pt x="115116" y="35302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2C16F9-D66D-41FC-957A-CAEF5A832E55}">
      <dsp:nvSpPr>
        <dsp:cNvPr id="0" name=""/>
        <dsp:cNvSpPr/>
      </dsp:nvSpPr>
      <dsp:spPr>
        <a:xfrm>
          <a:off x="6243989" y="2019031"/>
          <a:ext cx="464304" cy="161163"/>
        </a:xfrm>
        <a:custGeom>
          <a:avLst/>
          <a:gdLst/>
          <a:ahLst/>
          <a:cxnLst/>
          <a:rect l="0" t="0" r="0" b="0"/>
          <a:pathLst>
            <a:path>
              <a:moveTo>
                <a:pt x="464304" y="0"/>
              </a:moveTo>
              <a:lnTo>
                <a:pt x="464304" y="80581"/>
              </a:lnTo>
              <a:lnTo>
                <a:pt x="0" y="80581"/>
              </a:lnTo>
              <a:lnTo>
                <a:pt x="0" y="1611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035075-3DB3-4842-BE24-9130DEE4D91D}">
      <dsp:nvSpPr>
        <dsp:cNvPr id="0" name=""/>
        <dsp:cNvSpPr/>
      </dsp:nvSpPr>
      <dsp:spPr>
        <a:xfrm>
          <a:off x="5779685" y="1474145"/>
          <a:ext cx="928608" cy="161163"/>
        </a:xfrm>
        <a:custGeom>
          <a:avLst/>
          <a:gdLst/>
          <a:ahLst/>
          <a:cxnLst/>
          <a:rect l="0" t="0" r="0" b="0"/>
          <a:pathLst>
            <a:path>
              <a:moveTo>
                <a:pt x="0" y="0"/>
              </a:moveTo>
              <a:lnTo>
                <a:pt x="0" y="80581"/>
              </a:lnTo>
              <a:lnTo>
                <a:pt x="928608" y="80581"/>
              </a:lnTo>
              <a:lnTo>
                <a:pt x="928608" y="1611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8FA171-359A-4057-B08D-8F120EECAD62}">
      <dsp:nvSpPr>
        <dsp:cNvPr id="0" name=""/>
        <dsp:cNvSpPr/>
      </dsp:nvSpPr>
      <dsp:spPr>
        <a:xfrm>
          <a:off x="5008403" y="2563917"/>
          <a:ext cx="115116" cy="897910"/>
        </a:xfrm>
        <a:custGeom>
          <a:avLst/>
          <a:gdLst/>
          <a:ahLst/>
          <a:cxnLst/>
          <a:rect l="0" t="0" r="0" b="0"/>
          <a:pathLst>
            <a:path>
              <a:moveTo>
                <a:pt x="0" y="0"/>
              </a:moveTo>
              <a:lnTo>
                <a:pt x="0" y="897910"/>
              </a:lnTo>
              <a:lnTo>
                <a:pt x="115116" y="89791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EABE32-0811-457F-8645-5C05F6ED89F8}">
      <dsp:nvSpPr>
        <dsp:cNvPr id="0" name=""/>
        <dsp:cNvSpPr/>
      </dsp:nvSpPr>
      <dsp:spPr>
        <a:xfrm>
          <a:off x="5008403" y="2563917"/>
          <a:ext cx="115116" cy="353024"/>
        </a:xfrm>
        <a:custGeom>
          <a:avLst/>
          <a:gdLst/>
          <a:ahLst/>
          <a:cxnLst/>
          <a:rect l="0" t="0" r="0" b="0"/>
          <a:pathLst>
            <a:path>
              <a:moveTo>
                <a:pt x="0" y="0"/>
              </a:moveTo>
              <a:lnTo>
                <a:pt x="0" y="353024"/>
              </a:lnTo>
              <a:lnTo>
                <a:pt x="115116" y="35302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B8F56-71C0-4B8A-B739-20D1C53828A3}">
      <dsp:nvSpPr>
        <dsp:cNvPr id="0" name=""/>
        <dsp:cNvSpPr/>
      </dsp:nvSpPr>
      <dsp:spPr>
        <a:xfrm>
          <a:off x="4851076" y="2019031"/>
          <a:ext cx="464304" cy="161163"/>
        </a:xfrm>
        <a:custGeom>
          <a:avLst/>
          <a:gdLst/>
          <a:ahLst/>
          <a:cxnLst/>
          <a:rect l="0" t="0" r="0" b="0"/>
          <a:pathLst>
            <a:path>
              <a:moveTo>
                <a:pt x="0" y="0"/>
              </a:moveTo>
              <a:lnTo>
                <a:pt x="0" y="80581"/>
              </a:lnTo>
              <a:lnTo>
                <a:pt x="464304" y="80581"/>
              </a:lnTo>
              <a:lnTo>
                <a:pt x="464304" y="1611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FE920B-3AA2-475D-805E-FC22B94E0527}">
      <dsp:nvSpPr>
        <dsp:cNvPr id="0" name=""/>
        <dsp:cNvSpPr/>
      </dsp:nvSpPr>
      <dsp:spPr>
        <a:xfrm>
          <a:off x="4079794" y="2563917"/>
          <a:ext cx="115116" cy="897910"/>
        </a:xfrm>
        <a:custGeom>
          <a:avLst/>
          <a:gdLst/>
          <a:ahLst/>
          <a:cxnLst/>
          <a:rect l="0" t="0" r="0" b="0"/>
          <a:pathLst>
            <a:path>
              <a:moveTo>
                <a:pt x="0" y="0"/>
              </a:moveTo>
              <a:lnTo>
                <a:pt x="0" y="897910"/>
              </a:lnTo>
              <a:lnTo>
                <a:pt x="115116" y="89791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4551C6-2CCC-4C6D-A804-A1E889156ACE}">
      <dsp:nvSpPr>
        <dsp:cNvPr id="0" name=""/>
        <dsp:cNvSpPr/>
      </dsp:nvSpPr>
      <dsp:spPr>
        <a:xfrm>
          <a:off x="4079794" y="2563917"/>
          <a:ext cx="115116" cy="353024"/>
        </a:xfrm>
        <a:custGeom>
          <a:avLst/>
          <a:gdLst/>
          <a:ahLst/>
          <a:cxnLst/>
          <a:rect l="0" t="0" r="0" b="0"/>
          <a:pathLst>
            <a:path>
              <a:moveTo>
                <a:pt x="0" y="0"/>
              </a:moveTo>
              <a:lnTo>
                <a:pt x="0" y="353024"/>
              </a:lnTo>
              <a:lnTo>
                <a:pt x="115116" y="35302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15C331-7EAE-403D-97BA-2ABF4A9D7AFF}">
      <dsp:nvSpPr>
        <dsp:cNvPr id="0" name=""/>
        <dsp:cNvSpPr/>
      </dsp:nvSpPr>
      <dsp:spPr>
        <a:xfrm>
          <a:off x="4386772" y="2019031"/>
          <a:ext cx="464304" cy="161163"/>
        </a:xfrm>
        <a:custGeom>
          <a:avLst/>
          <a:gdLst/>
          <a:ahLst/>
          <a:cxnLst/>
          <a:rect l="0" t="0" r="0" b="0"/>
          <a:pathLst>
            <a:path>
              <a:moveTo>
                <a:pt x="464304" y="0"/>
              </a:moveTo>
              <a:lnTo>
                <a:pt x="464304" y="80581"/>
              </a:lnTo>
              <a:lnTo>
                <a:pt x="0" y="80581"/>
              </a:lnTo>
              <a:lnTo>
                <a:pt x="0" y="1611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02DF5B-76AA-4AFB-A857-269C65D66ADE}">
      <dsp:nvSpPr>
        <dsp:cNvPr id="0" name=""/>
        <dsp:cNvSpPr/>
      </dsp:nvSpPr>
      <dsp:spPr>
        <a:xfrm>
          <a:off x="4851076" y="1474145"/>
          <a:ext cx="928608" cy="161163"/>
        </a:xfrm>
        <a:custGeom>
          <a:avLst/>
          <a:gdLst/>
          <a:ahLst/>
          <a:cxnLst/>
          <a:rect l="0" t="0" r="0" b="0"/>
          <a:pathLst>
            <a:path>
              <a:moveTo>
                <a:pt x="928608" y="0"/>
              </a:moveTo>
              <a:lnTo>
                <a:pt x="928608" y="80581"/>
              </a:lnTo>
              <a:lnTo>
                <a:pt x="0" y="80581"/>
              </a:lnTo>
              <a:lnTo>
                <a:pt x="0" y="1611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A050E6-8C80-40B6-8253-57C7E6610665}">
      <dsp:nvSpPr>
        <dsp:cNvPr id="0" name=""/>
        <dsp:cNvSpPr/>
      </dsp:nvSpPr>
      <dsp:spPr>
        <a:xfrm>
          <a:off x="5779685" y="929259"/>
          <a:ext cx="464304" cy="161163"/>
        </a:xfrm>
        <a:custGeom>
          <a:avLst/>
          <a:gdLst/>
          <a:ahLst/>
          <a:cxnLst/>
          <a:rect l="0" t="0" r="0" b="0"/>
          <a:pathLst>
            <a:path>
              <a:moveTo>
                <a:pt x="464304" y="0"/>
              </a:moveTo>
              <a:lnTo>
                <a:pt x="464304" y="80581"/>
              </a:lnTo>
              <a:lnTo>
                <a:pt x="0" y="80581"/>
              </a:lnTo>
              <a:lnTo>
                <a:pt x="0" y="16116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2D1D29-5D76-489A-AA68-86B1E7797A74}">
      <dsp:nvSpPr>
        <dsp:cNvPr id="0" name=""/>
        <dsp:cNvSpPr/>
      </dsp:nvSpPr>
      <dsp:spPr>
        <a:xfrm>
          <a:off x="5779685" y="384373"/>
          <a:ext cx="464304" cy="161163"/>
        </a:xfrm>
        <a:custGeom>
          <a:avLst/>
          <a:gdLst/>
          <a:ahLst/>
          <a:cxnLst/>
          <a:rect l="0" t="0" r="0" b="0"/>
          <a:pathLst>
            <a:path>
              <a:moveTo>
                <a:pt x="0" y="0"/>
              </a:moveTo>
              <a:lnTo>
                <a:pt x="0" y="80581"/>
              </a:lnTo>
              <a:lnTo>
                <a:pt x="464304" y="80581"/>
              </a:lnTo>
              <a:lnTo>
                <a:pt x="464304" y="16116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720F44-AD9D-4257-ABD3-8EDA3943504C}">
      <dsp:nvSpPr>
        <dsp:cNvPr id="0" name=""/>
        <dsp:cNvSpPr/>
      </dsp:nvSpPr>
      <dsp:spPr>
        <a:xfrm>
          <a:off x="5315381" y="384373"/>
          <a:ext cx="464304" cy="161163"/>
        </a:xfrm>
        <a:custGeom>
          <a:avLst/>
          <a:gdLst/>
          <a:ahLst/>
          <a:cxnLst/>
          <a:rect l="0" t="0" r="0" b="0"/>
          <a:pathLst>
            <a:path>
              <a:moveTo>
                <a:pt x="464304" y="0"/>
              </a:moveTo>
              <a:lnTo>
                <a:pt x="464304" y="80581"/>
              </a:lnTo>
              <a:lnTo>
                <a:pt x="0" y="80581"/>
              </a:lnTo>
              <a:lnTo>
                <a:pt x="0" y="16116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16B6D7-C5FD-4C90-A6CC-E6D62CE51A0F}">
      <dsp:nvSpPr>
        <dsp:cNvPr id="0" name=""/>
        <dsp:cNvSpPr/>
      </dsp:nvSpPr>
      <dsp:spPr>
        <a:xfrm>
          <a:off x="5395962" y="650"/>
          <a:ext cx="767444" cy="3837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Start</a:t>
          </a:r>
        </a:p>
      </dsp:txBody>
      <dsp:txXfrm>
        <a:off x="5395962" y="650"/>
        <a:ext cx="767444" cy="383722"/>
      </dsp:txXfrm>
    </dsp:sp>
    <dsp:sp modelId="{5DF92FED-196E-4B50-98B2-77F75AD04745}">
      <dsp:nvSpPr>
        <dsp:cNvPr id="0" name=""/>
        <dsp:cNvSpPr/>
      </dsp:nvSpPr>
      <dsp:spPr>
        <a:xfrm>
          <a:off x="4931658" y="545536"/>
          <a:ext cx="767444" cy="383722"/>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4931658" y="545536"/>
        <a:ext cx="767444" cy="383722"/>
      </dsp:txXfrm>
    </dsp:sp>
    <dsp:sp modelId="{812429EA-76AB-4057-909E-589F74553EEB}">
      <dsp:nvSpPr>
        <dsp:cNvPr id="0" name=""/>
        <dsp:cNvSpPr/>
      </dsp:nvSpPr>
      <dsp:spPr>
        <a:xfrm>
          <a:off x="5860267" y="545536"/>
          <a:ext cx="767444" cy="38372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5860267" y="545536"/>
        <a:ext cx="767444" cy="383722"/>
      </dsp:txXfrm>
    </dsp:sp>
    <dsp:sp modelId="{34C935BD-96E3-4A76-8354-5D06F9378306}">
      <dsp:nvSpPr>
        <dsp:cNvPr id="0" name=""/>
        <dsp:cNvSpPr/>
      </dsp:nvSpPr>
      <dsp:spPr>
        <a:xfrm>
          <a:off x="5395962" y="1090422"/>
          <a:ext cx="767444" cy="38372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5395962" y="1090422"/>
        <a:ext cx="767444" cy="383722"/>
      </dsp:txXfrm>
    </dsp:sp>
    <dsp:sp modelId="{D0E5BCB9-7F17-4550-A6A2-81273841E3AA}">
      <dsp:nvSpPr>
        <dsp:cNvPr id="0" name=""/>
        <dsp:cNvSpPr/>
      </dsp:nvSpPr>
      <dsp:spPr>
        <a:xfrm>
          <a:off x="4467354" y="1635308"/>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4467354" y="1635308"/>
        <a:ext cx="767444" cy="383722"/>
      </dsp:txXfrm>
    </dsp:sp>
    <dsp:sp modelId="{DC5893F3-4495-417F-AB83-07FBD6B63A45}">
      <dsp:nvSpPr>
        <dsp:cNvPr id="0" name=""/>
        <dsp:cNvSpPr/>
      </dsp:nvSpPr>
      <dsp:spPr>
        <a:xfrm>
          <a:off x="4003050" y="2180194"/>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4003050" y="2180194"/>
        <a:ext cx="767444" cy="383722"/>
      </dsp:txXfrm>
    </dsp:sp>
    <dsp:sp modelId="{45C61001-9692-4033-9647-F44E9328B7FA}">
      <dsp:nvSpPr>
        <dsp:cNvPr id="0" name=""/>
        <dsp:cNvSpPr/>
      </dsp:nvSpPr>
      <dsp:spPr>
        <a:xfrm>
          <a:off x="4194911" y="2725080"/>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4194911" y="2725080"/>
        <a:ext cx="767444" cy="383722"/>
      </dsp:txXfrm>
    </dsp:sp>
    <dsp:sp modelId="{2EA205DE-2850-434F-9DCE-F7BBD45C5296}">
      <dsp:nvSpPr>
        <dsp:cNvPr id="0" name=""/>
        <dsp:cNvSpPr/>
      </dsp:nvSpPr>
      <dsp:spPr>
        <a:xfrm>
          <a:off x="4194911" y="3269966"/>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4194911" y="3269966"/>
        <a:ext cx="767444" cy="383722"/>
      </dsp:txXfrm>
    </dsp:sp>
    <dsp:sp modelId="{4896A3A6-C494-475B-8A5C-FD5485CB433A}">
      <dsp:nvSpPr>
        <dsp:cNvPr id="0" name=""/>
        <dsp:cNvSpPr/>
      </dsp:nvSpPr>
      <dsp:spPr>
        <a:xfrm>
          <a:off x="4931658" y="2180194"/>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4931658" y="2180194"/>
        <a:ext cx="767444" cy="383722"/>
      </dsp:txXfrm>
    </dsp:sp>
    <dsp:sp modelId="{B8F8DB5F-AFDC-45D7-8D2B-875D356B5FE9}">
      <dsp:nvSpPr>
        <dsp:cNvPr id="0" name=""/>
        <dsp:cNvSpPr/>
      </dsp:nvSpPr>
      <dsp:spPr>
        <a:xfrm>
          <a:off x="5123519" y="2725080"/>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5123519" y="2725080"/>
        <a:ext cx="767444" cy="383722"/>
      </dsp:txXfrm>
    </dsp:sp>
    <dsp:sp modelId="{53625243-8155-4CD2-BF87-79F7005A71CA}">
      <dsp:nvSpPr>
        <dsp:cNvPr id="0" name=""/>
        <dsp:cNvSpPr/>
      </dsp:nvSpPr>
      <dsp:spPr>
        <a:xfrm>
          <a:off x="5123519" y="3269966"/>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5123519" y="3269966"/>
        <a:ext cx="767444" cy="383722"/>
      </dsp:txXfrm>
    </dsp:sp>
    <dsp:sp modelId="{1F612F04-ED3B-4FBB-A2C3-8D0810F1C11A}">
      <dsp:nvSpPr>
        <dsp:cNvPr id="0" name=""/>
        <dsp:cNvSpPr/>
      </dsp:nvSpPr>
      <dsp:spPr>
        <a:xfrm>
          <a:off x="6324571" y="1635308"/>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6324571" y="1635308"/>
        <a:ext cx="767444" cy="383722"/>
      </dsp:txXfrm>
    </dsp:sp>
    <dsp:sp modelId="{67740D5B-DB2E-47A5-8F99-58C27D811E40}">
      <dsp:nvSpPr>
        <dsp:cNvPr id="0" name=""/>
        <dsp:cNvSpPr/>
      </dsp:nvSpPr>
      <dsp:spPr>
        <a:xfrm>
          <a:off x="5860267" y="2180194"/>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5860267" y="2180194"/>
        <a:ext cx="767444" cy="383722"/>
      </dsp:txXfrm>
    </dsp:sp>
    <dsp:sp modelId="{0ED0A472-9FA6-4AC6-832B-CF4BDD9C6638}">
      <dsp:nvSpPr>
        <dsp:cNvPr id="0" name=""/>
        <dsp:cNvSpPr/>
      </dsp:nvSpPr>
      <dsp:spPr>
        <a:xfrm>
          <a:off x="6052128" y="2725080"/>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6052128" y="2725080"/>
        <a:ext cx="767444" cy="383722"/>
      </dsp:txXfrm>
    </dsp:sp>
    <dsp:sp modelId="{447B0FEC-BE73-43D7-8FE3-F020EB7C8314}">
      <dsp:nvSpPr>
        <dsp:cNvPr id="0" name=""/>
        <dsp:cNvSpPr/>
      </dsp:nvSpPr>
      <dsp:spPr>
        <a:xfrm>
          <a:off x="6052128" y="3269966"/>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6052128" y="3269966"/>
        <a:ext cx="767444" cy="383722"/>
      </dsp:txXfrm>
    </dsp:sp>
    <dsp:sp modelId="{4C1B5CE0-4E3A-4E63-B80C-9B65059AE664}">
      <dsp:nvSpPr>
        <dsp:cNvPr id="0" name=""/>
        <dsp:cNvSpPr/>
      </dsp:nvSpPr>
      <dsp:spPr>
        <a:xfrm>
          <a:off x="6788875" y="2180194"/>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6788875" y="2180194"/>
        <a:ext cx="767444" cy="383722"/>
      </dsp:txXfrm>
    </dsp:sp>
    <dsp:sp modelId="{F4A4CCB3-7856-4315-8F0B-B676C416DB8D}">
      <dsp:nvSpPr>
        <dsp:cNvPr id="0" name=""/>
        <dsp:cNvSpPr/>
      </dsp:nvSpPr>
      <dsp:spPr>
        <a:xfrm>
          <a:off x="6980736" y="2725080"/>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R</a:t>
          </a:r>
        </a:p>
      </dsp:txBody>
      <dsp:txXfrm>
        <a:off x="6980736" y="2725080"/>
        <a:ext cx="767444" cy="383722"/>
      </dsp:txXfrm>
    </dsp:sp>
    <dsp:sp modelId="{CD3CB240-35AF-448B-92EB-32B0568D678C}">
      <dsp:nvSpPr>
        <dsp:cNvPr id="0" name=""/>
        <dsp:cNvSpPr/>
      </dsp:nvSpPr>
      <dsp:spPr>
        <a:xfrm>
          <a:off x="6980736" y="3269966"/>
          <a:ext cx="767444" cy="383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6980736" y="3269966"/>
        <a:ext cx="767444" cy="383722"/>
      </dsp:txXfrm>
    </dsp:sp>
    <dsp:sp modelId="{C010E59D-5733-4FE5-898B-4362B63AB610}">
      <dsp:nvSpPr>
        <dsp:cNvPr id="0" name=""/>
        <dsp:cNvSpPr/>
      </dsp:nvSpPr>
      <dsp:spPr>
        <a:xfrm>
          <a:off x="6324571" y="1090422"/>
          <a:ext cx="767444" cy="383722"/>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a:t>
          </a:r>
        </a:p>
      </dsp:txBody>
      <dsp:txXfrm>
        <a:off x="6324571" y="1090422"/>
        <a:ext cx="767444" cy="3837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3112642" y="1163"/>
          <a:ext cx="1799999" cy="484599"/>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Perfect</a:t>
          </a:r>
        </a:p>
      </dsp:txBody>
      <dsp:txXfrm>
        <a:off x="3126835" y="15356"/>
        <a:ext cx="1771613" cy="456213"/>
      </dsp:txXfrm>
    </dsp:sp>
    <dsp:sp modelId="{F0B291BF-FE4A-42AC-8A6C-7706B04780EB}">
      <dsp:nvSpPr>
        <dsp:cNvPr id="0" name=""/>
        <dsp:cNvSpPr/>
      </dsp:nvSpPr>
      <dsp:spPr>
        <a:xfrm>
          <a:off x="2122703" y="485763"/>
          <a:ext cx="1889938" cy="193839"/>
        </a:xfrm>
        <a:custGeom>
          <a:avLst/>
          <a:gdLst/>
          <a:ahLst/>
          <a:cxnLst/>
          <a:rect l="0" t="0" r="0" b="0"/>
          <a:pathLst>
            <a:path>
              <a:moveTo>
                <a:pt x="1889938" y="0"/>
              </a:moveTo>
              <a:lnTo>
                <a:pt x="1889938" y="96919"/>
              </a:lnTo>
              <a:lnTo>
                <a:pt x="0" y="96919"/>
              </a:lnTo>
              <a:lnTo>
                <a:pt x="0" y="193839"/>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759253" y="679603"/>
          <a:ext cx="726899" cy="484599"/>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1773446" y="693796"/>
        <a:ext cx="698513" cy="456213"/>
      </dsp:txXfrm>
    </dsp:sp>
    <dsp:sp modelId="{60D17914-377C-4664-AF80-F2B03863439B}">
      <dsp:nvSpPr>
        <dsp:cNvPr id="0" name=""/>
        <dsp:cNvSpPr/>
      </dsp:nvSpPr>
      <dsp:spPr>
        <a:xfrm>
          <a:off x="1177733" y="1164203"/>
          <a:ext cx="944969" cy="193839"/>
        </a:xfrm>
        <a:custGeom>
          <a:avLst/>
          <a:gdLst/>
          <a:ahLst/>
          <a:cxnLst/>
          <a:rect l="0" t="0" r="0" b="0"/>
          <a:pathLst>
            <a:path>
              <a:moveTo>
                <a:pt x="944969" y="0"/>
              </a:moveTo>
              <a:lnTo>
                <a:pt x="944969" y="96919"/>
              </a:lnTo>
              <a:lnTo>
                <a:pt x="0" y="96919"/>
              </a:lnTo>
              <a:lnTo>
                <a:pt x="0"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814284"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1.1</a:t>
          </a:r>
        </a:p>
      </dsp:txBody>
      <dsp:txXfrm>
        <a:off x="828477" y="1372235"/>
        <a:ext cx="698513" cy="456213"/>
      </dsp:txXfrm>
    </dsp:sp>
    <dsp:sp modelId="{CACCA18F-8929-4CC3-BEF8-E8903F21B110}">
      <dsp:nvSpPr>
        <dsp:cNvPr id="0" name=""/>
        <dsp:cNvSpPr/>
      </dsp:nvSpPr>
      <dsp:spPr>
        <a:xfrm>
          <a:off x="705249"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341799"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1.1.1</a:t>
          </a:r>
        </a:p>
      </dsp:txBody>
      <dsp:txXfrm>
        <a:off x="355992" y="2050675"/>
        <a:ext cx="698513" cy="456213"/>
      </dsp:txXfrm>
    </dsp:sp>
    <dsp:sp modelId="{27857633-8797-49F9-B30C-865041B34AFC}">
      <dsp:nvSpPr>
        <dsp:cNvPr id="0" name=""/>
        <dsp:cNvSpPr/>
      </dsp:nvSpPr>
      <dsp:spPr>
        <a:xfrm>
          <a:off x="1177733"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286768"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1.1.2</a:t>
          </a:r>
        </a:p>
      </dsp:txBody>
      <dsp:txXfrm>
        <a:off x="1300961" y="2050675"/>
        <a:ext cx="698513" cy="456213"/>
      </dsp:txXfrm>
    </dsp:sp>
    <dsp:sp modelId="{C2AD0EE9-5245-4A16-8814-B573A7E7083F}">
      <dsp:nvSpPr>
        <dsp:cNvPr id="0" name=""/>
        <dsp:cNvSpPr/>
      </dsp:nvSpPr>
      <dsp:spPr>
        <a:xfrm>
          <a:off x="2122703" y="1164203"/>
          <a:ext cx="944969" cy="193839"/>
        </a:xfrm>
        <a:custGeom>
          <a:avLst/>
          <a:gdLst/>
          <a:ahLst/>
          <a:cxnLst/>
          <a:rect l="0" t="0" r="0" b="0"/>
          <a:pathLst>
            <a:path>
              <a:moveTo>
                <a:pt x="0" y="0"/>
              </a:moveTo>
              <a:lnTo>
                <a:pt x="0" y="96919"/>
              </a:lnTo>
              <a:lnTo>
                <a:pt x="944969" y="96919"/>
              </a:lnTo>
              <a:lnTo>
                <a:pt x="944969"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704222"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1.2</a:t>
          </a:r>
        </a:p>
      </dsp:txBody>
      <dsp:txXfrm>
        <a:off x="2718415" y="1372235"/>
        <a:ext cx="698513" cy="456213"/>
      </dsp:txXfrm>
    </dsp:sp>
    <dsp:sp modelId="{C59A946A-0810-4782-99EE-5AA18399E4FD}">
      <dsp:nvSpPr>
        <dsp:cNvPr id="0" name=""/>
        <dsp:cNvSpPr/>
      </dsp:nvSpPr>
      <dsp:spPr>
        <a:xfrm>
          <a:off x="2595187"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52A07-DBDC-42E4-AAF8-51B99F7D3347}">
      <dsp:nvSpPr>
        <dsp:cNvPr id="0" name=""/>
        <dsp:cNvSpPr/>
      </dsp:nvSpPr>
      <dsp:spPr>
        <a:xfrm>
          <a:off x="2231738"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1.2.1</a:t>
          </a:r>
        </a:p>
      </dsp:txBody>
      <dsp:txXfrm>
        <a:off x="2245931" y="2050675"/>
        <a:ext cx="698513" cy="456213"/>
      </dsp:txXfrm>
    </dsp:sp>
    <dsp:sp modelId="{F7C231F5-C648-49B4-B8B2-D1A83C3550C6}">
      <dsp:nvSpPr>
        <dsp:cNvPr id="0" name=""/>
        <dsp:cNvSpPr/>
      </dsp:nvSpPr>
      <dsp:spPr>
        <a:xfrm>
          <a:off x="3067672"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6090C3-30D8-4BF5-887C-1B9E57813E6D}">
      <dsp:nvSpPr>
        <dsp:cNvPr id="0" name=""/>
        <dsp:cNvSpPr/>
      </dsp:nvSpPr>
      <dsp:spPr>
        <a:xfrm>
          <a:off x="3176707"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1.2.2</a:t>
          </a:r>
        </a:p>
      </dsp:txBody>
      <dsp:txXfrm>
        <a:off x="3190900" y="2050675"/>
        <a:ext cx="698513" cy="456213"/>
      </dsp:txXfrm>
    </dsp:sp>
    <dsp:sp modelId="{77E45A8D-9CBF-46BE-A011-C9C9EA6D9A95}">
      <dsp:nvSpPr>
        <dsp:cNvPr id="0" name=""/>
        <dsp:cNvSpPr/>
      </dsp:nvSpPr>
      <dsp:spPr>
        <a:xfrm>
          <a:off x="4012642" y="485763"/>
          <a:ext cx="1889938" cy="193839"/>
        </a:xfrm>
        <a:custGeom>
          <a:avLst/>
          <a:gdLst/>
          <a:ahLst/>
          <a:cxnLst/>
          <a:rect l="0" t="0" r="0" b="0"/>
          <a:pathLst>
            <a:path>
              <a:moveTo>
                <a:pt x="0" y="0"/>
              </a:moveTo>
              <a:lnTo>
                <a:pt x="0" y="96919"/>
              </a:lnTo>
              <a:lnTo>
                <a:pt x="1889938" y="96919"/>
              </a:lnTo>
              <a:lnTo>
                <a:pt x="1889938" y="193839"/>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5539130" y="679603"/>
          <a:ext cx="726899" cy="484599"/>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a:t>
          </a:r>
        </a:p>
      </dsp:txBody>
      <dsp:txXfrm>
        <a:off x="5553323" y="693796"/>
        <a:ext cx="698513" cy="456213"/>
      </dsp:txXfrm>
    </dsp:sp>
    <dsp:sp modelId="{0977C60E-3BA1-4089-AC06-9A3D6BC5F3B0}">
      <dsp:nvSpPr>
        <dsp:cNvPr id="0" name=""/>
        <dsp:cNvSpPr/>
      </dsp:nvSpPr>
      <dsp:spPr>
        <a:xfrm>
          <a:off x="4957611" y="1164203"/>
          <a:ext cx="944969" cy="193839"/>
        </a:xfrm>
        <a:custGeom>
          <a:avLst/>
          <a:gdLst/>
          <a:ahLst/>
          <a:cxnLst/>
          <a:rect l="0" t="0" r="0" b="0"/>
          <a:pathLst>
            <a:path>
              <a:moveTo>
                <a:pt x="944969" y="0"/>
              </a:moveTo>
              <a:lnTo>
                <a:pt x="944969" y="96919"/>
              </a:lnTo>
              <a:lnTo>
                <a:pt x="0" y="96919"/>
              </a:lnTo>
              <a:lnTo>
                <a:pt x="0"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4594161"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2.1</a:t>
          </a:r>
        </a:p>
      </dsp:txBody>
      <dsp:txXfrm>
        <a:off x="4608354" y="1372235"/>
        <a:ext cx="698513" cy="456213"/>
      </dsp:txXfrm>
    </dsp:sp>
    <dsp:sp modelId="{F54FDFA7-54DE-4A3D-8E52-E9E2E178A95F}">
      <dsp:nvSpPr>
        <dsp:cNvPr id="0" name=""/>
        <dsp:cNvSpPr/>
      </dsp:nvSpPr>
      <dsp:spPr>
        <a:xfrm>
          <a:off x="4485126"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00111-D210-4F20-B26C-09A5D02AD68E}">
      <dsp:nvSpPr>
        <dsp:cNvPr id="0" name=""/>
        <dsp:cNvSpPr/>
      </dsp:nvSpPr>
      <dsp:spPr>
        <a:xfrm>
          <a:off x="4121676"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2.1.1</a:t>
          </a:r>
        </a:p>
      </dsp:txBody>
      <dsp:txXfrm>
        <a:off x="4135869" y="2050675"/>
        <a:ext cx="698513" cy="456213"/>
      </dsp:txXfrm>
    </dsp:sp>
    <dsp:sp modelId="{6ACB09EB-7214-4D1D-869A-C47575E588B6}">
      <dsp:nvSpPr>
        <dsp:cNvPr id="0" name=""/>
        <dsp:cNvSpPr/>
      </dsp:nvSpPr>
      <dsp:spPr>
        <a:xfrm>
          <a:off x="4957611"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6F506-F1A1-49BB-B9A6-BCF180D33F9F}">
      <dsp:nvSpPr>
        <dsp:cNvPr id="0" name=""/>
        <dsp:cNvSpPr/>
      </dsp:nvSpPr>
      <dsp:spPr>
        <a:xfrm>
          <a:off x="5066646"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2.1.2</a:t>
          </a:r>
        </a:p>
      </dsp:txBody>
      <dsp:txXfrm>
        <a:off x="5080839" y="2050675"/>
        <a:ext cx="698513" cy="456213"/>
      </dsp:txXfrm>
    </dsp:sp>
    <dsp:sp modelId="{B25E3B4F-E139-43AF-8811-A50D1AEB60BA}">
      <dsp:nvSpPr>
        <dsp:cNvPr id="0" name=""/>
        <dsp:cNvSpPr/>
      </dsp:nvSpPr>
      <dsp:spPr>
        <a:xfrm>
          <a:off x="5902580" y="1164203"/>
          <a:ext cx="944969" cy="193839"/>
        </a:xfrm>
        <a:custGeom>
          <a:avLst/>
          <a:gdLst/>
          <a:ahLst/>
          <a:cxnLst/>
          <a:rect l="0" t="0" r="0" b="0"/>
          <a:pathLst>
            <a:path>
              <a:moveTo>
                <a:pt x="0" y="0"/>
              </a:moveTo>
              <a:lnTo>
                <a:pt x="0" y="96919"/>
              </a:lnTo>
              <a:lnTo>
                <a:pt x="944969" y="96919"/>
              </a:lnTo>
              <a:lnTo>
                <a:pt x="944969"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6484100"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2.2</a:t>
          </a:r>
        </a:p>
      </dsp:txBody>
      <dsp:txXfrm>
        <a:off x="6498293" y="1372235"/>
        <a:ext cx="698513" cy="456213"/>
      </dsp:txXfrm>
    </dsp:sp>
    <dsp:sp modelId="{4E46117C-C2FE-4779-B59D-952A64B25DA2}">
      <dsp:nvSpPr>
        <dsp:cNvPr id="0" name=""/>
        <dsp:cNvSpPr/>
      </dsp:nvSpPr>
      <dsp:spPr>
        <a:xfrm>
          <a:off x="6375065"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0B5978-1698-4881-8208-8E70EF6EDE61}">
      <dsp:nvSpPr>
        <dsp:cNvPr id="0" name=""/>
        <dsp:cNvSpPr/>
      </dsp:nvSpPr>
      <dsp:spPr>
        <a:xfrm>
          <a:off x="6011615"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2.2.1</a:t>
          </a:r>
        </a:p>
      </dsp:txBody>
      <dsp:txXfrm>
        <a:off x="6025808" y="2050675"/>
        <a:ext cx="698513" cy="456213"/>
      </dsp:txXfrm>
    </dsp:sp>
    <dsp:sp modelId="{F8222C10-B008-44C3-A546-3F53372E40E2}">
      <dsp:nvSpPr>
        <dsp:cNvPr id="0" name=""/>
        <dsp:cNvSpPr/>
      </dsp:nvSpPr>
      <dsp:spPr>
        <a:xfrm>
          <a:off x="6847550"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5D2A7C-98DF-4EE5-8795-269667A49AD1}">
      <dsp:nvSpPr>
        <dsp:cNvPr id="0" name=""/>
        <dsp:cNvSpPr/>
      </dsp:nvSpPr>
      <dsp:spPr>
        <a:xfrm>
          <a:off x="6956584"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2.2.2</a:t>
          </a:r>
        </a:p>
      </dsp:txBody>
      <dsp:txXfrm>
        <a:off x="6970777" y="2050675"/>
        <a:ext cx="698513" cy="4562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597831" y="165"/>
          <a:ext cx="1800003" cy="461367"/>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Complete</a:t>
          </a:r>
        </a:p>
      </dsp:txBody>
      <dsp:txXfrm>
        <a:off x="2611344" y="13678"/>
        <a:ext cx="1772977" cy="434341"/>
      </dsp:txXfrm>
    </dsp:sp>
    <dsp:sp modelId="{F0B291BF-FE4A-42AC-8A6C-7706B04780EB}">
      <dsp:nvSpPr>
        <dsp:cNvPr id="0" name=""/>
        <dsp:cNvSpPr/>
      </dsp:nvSpPr>
      <dsp:spPr>
        <a:xfrm>
          <a:off x="2148333" y="461532"/>
          <a:ext cx="1349499" cy="184546"/>
        </a:xfrm>
        <a:custGeom>
          <a:avLst/>
          <a:gdLst/>
          <a:ahLst/>
          <a:cxnLst/>
          <a:rect l="0" t="0" r="0" b="0"/>
          <a:pathLst>
            <a:path>
              <a:moveTo>
                <a:pt x="1349499" y="0"/>
              </a:moveTo>
              <a:lnTo>
                <a:pt x="1349499" y="92273"/>
              </a:lnTo>
              <a:lnTo>
                <a:pt x="0" y="92273"/>
              </a:lnTo>
              <a:lnTo>
                <a:pt x="0" y="184546"/>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802308" y="646079"/>
          <a:ext cx="692050" cy="461367"/>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1815821" y="659592"/>
        <a:ext cx="665024" cy="434341"/>
      </dsp:txXfrm>
    </dsp:sp>
    <dsp:sp modelId="{60D17914-377C-4664-AF80-F2B03863439B}">
      <dsp:nvSpPr>
        <dsp:cNvPr id="0" name=""/>
        <dsp:cNvSpPr/>
      </dsp:nvSpPr>
      <dsp:spPr>
        <a:xfrm>
          <a:off x="1248667" y="1107446"/>
          <a:ext cx="899666" cy="184546"/>
        </a:xfrm>
        <a:custGeom>
          <a:avLst/>
          <a:gdLst/>
          <a:ahLst/>
          <a:cxnLst/>
          <a:rect l="0" t="0" r="0" b="0"/>
          <a:pathLst>
            <a:path>
              <a:moveTo>
                <a:pt x="899666" y="0"/>
              </a:moveTo>
              <a:lnTo>
                <a:pt x="899666" y="92273"/>
              </a:lnTo>
              <a:lnTo>
                <a:pt x="0" y="92273"/>
              </a:lnTo>
              <a:lnTo>
                <a:pt x="0"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902642"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a:t>
          </a:r>
        </a:p>
      </dsp:txBody>
      <dsp:txXfrm>
        <a:off x="916155" y="1305506"/>
        <a:ext cx="665024" cy="434341"/>
      </dsp:txXfrm>
    </dsp:sp>
    <dsp:sp modelId="{CACCA18F-8929-4CC3-BEF8-E8903F21B110}">
      <dsp:nvSpPr>
        <dsp:cNvPr id="0" name=""/>
        <dsp:cNvSpPr/>
      </dsp:nvSpPr>
      <dsp:spPr>
        <a:xfrm>
          <a:off x="798834" y="1753360"/>
          <a:ext cx="449833" cy="184546"/>
        </a:xfrm>
        <a:custGeom>
          <a:avLst/>
          <a:gdLst/>
          <a:ahLst/>
          <a:cxnLst/>
          <a:rect l="0" t="0" r="0" b="0"/>
          <a:pathLst>
            <a:path>
              <a:moveTo>
                <a:pt x="449833" y="0"/>
              </a:moveTo>
              <a:lnTo>
                <a:pt x="449833" y="92273"/>
              </a:lnTo>
              <a:lnTo>
                <a:pt x="0" y="92273"/>
              </a:lnTo>
              <a:lnTo>
                <a:pt x="0"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452809"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1.1.1</a:t>
          </a:r>
        </a:p>
      </dsp:txBody>
      <dsp:txXfrm>
        <a:off x="466322" y="1951420"/>
        <a:ext cx="665024" cy="434341"/>
      </dsp:txXfrm>
    </dsp:sp>
    <dsp:sp modelId="{27857633-8797-49F9-B30C-865041B34AFC}">
      <dsp:nvSpPr>
        <dsp:cNvPr id="0" name=""/>
        <dsp:cNvSpPr/>
      </dsp:nvSpPr>
      <dsp:spPr>
        <a:xfrm>
          <a:off x="1248667" y="1753360"/>
          <a:ext cx="449833" cy="184546"/>
        </a:xfrm>
        <a:custGeom>
          <a:avLst/>
          <a:gdLst/>
          <a:ahLst/>
          <a:cxnLst/>
          <a:rect l="0" t="0" r="0" b="0"/>
          <a:pathLst>
            <a:path>
              <a:moveTo>
                <a:pt x="0" y="0"/>
              </a:moveTo>
              <a:lnTo>
                <a:pt x="0" y="92273"/>
              </a:lnTo>
              <a:lnTo>
                <a:pt x="449833" y="92273"/>
              </a:lnTo>
              <a:lnTo>
                <a:pt x="449833"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352475"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1.1.2</a:t>
          </a:r>
        </a:p>
      </dsp:txBody>
      <dsp:txXfrm>
        <a:off x="1365988" y="1951420"/>
        <a:ext cx="665024" cy="434341"/>
      </dsp:txXfrm>
    </dsp:sp>
    <dsp:sp modelId="{C2AD0EE9-5245-4A16-8814-B573A7E7083F}">
      <dsp:nvSpPr>
        <dsp:cNvPr id="0" name=""/>
        <dsp:cNvSpPr/>
      </dsp:nvSpPr>
      <dsp:spPr>
        <a:xfrm>
          <a:off x="2148333" y="1107446"/>
          <a:ext cx="899666" cy="184546"/>
        </a:xfrm>
        <a:custGeom>
          <a:avLst/>
          <a:gdLst/>
          <a:ahLst/>
          <a:cxnLst/>
          <a:rect l="0" t="0" r="0" b="0"/>
          <a:pathLst>
            <a:path>
              <a:moveTo>
                <a:pt x="0" y="0"/>
              </a:moveTo>
              <a:lnTo>
                <a:pt x="0" y="92273"/>
              </a:lnTo>
              <a:lnTo>
                <a:pt x="899666" y="92273"/>
              </a:lnTo>
              <a:lnTo>
                <a:pt x="899666"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701974"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a:t>
          </a:r>
        </a:p>
      </dsp:txBody>
      <dsp:txXfrm>
        <a:off x="2715487" y="1305506"/>
        <a:ext cx="665024" cy="434341"/>
      </dsp:txXfrm>
    </dsp:sp>
    <dsp:sp modelId="{C59A946A-0810-4782-99EE-5AA18399E4FD}">
      <dsp:nvSpPr>
        <dsp:cNvPr id="0" name=""/>
        <dsp:cNvSpPr/>
      </dsp:nvSpPr>
      <dsp:spPr>
        <a:xfrm>
          <a:off x="2598166" y="1753360"/>
          <a:ext cx="449833" cy="184546"/>
        </a:xfrm>
        <a:custGeom>
          <a:avLst/>
          <a:gdLst/>
          <a:ahLst/>
          <a:cxnLst/>
          <a:rect l="0" t="0" r="0" b="0"/>
          <a:pathLst>
            <a:path>
              <a:moveTo>
                <a:pt x="449833" y="0"/>
              </a:moveTo>
              <a:lnTo>
                <a:pt x="449833" y="92273"/>
              </a:lnTo>
              <a:lnTo>
                <a:pt x="0" y="92273"/>
              </a:lnTo>
              <a:lnTo>
                <a:pt x="0"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52A07-DBDC-42E4-AAF8-51B99F7D3347}">
      <dsp:nvSpPr>
        <dsp:cNvPr id="0" name=""/>
        <dsp:cNvSpPr/>
      </dsp:nvSpPr>
      <dsp:spPr>
        <a:xfrm>
          <a:off x="2252141"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1.2.1</a:t>
          </a:r>
        </a:p>
      </dsp:txBody>
      <dsp:txXfrm>
        <a:off x="2265654" y="1951420"/>
        <a:ext cx="665024" cy="434341"/>
      </dsp:txXfrm>
    </dsp:sp>
    <dsp:sp modelId="{F7C231F5-C648-49B4-B8B2-D1A83C3550C6}">
      <dsp:nvSpPr>
        <dsp:cNvPr id="0" name=""/>
        <dsp:cNvSpPr/>
      </dsp:nvSpPr>
      <dsp:spPr>
        <a:xfrm>
          <a:off x="3048000" y="1753360"/>
          <a:ext cx="449833" cy="184546"/>
        </a:xfrm>
        <a:custGeom>
          <a:avLst/>
          <a:gdLst/>
          <a:ahLst/>
          <a:cxnLst/>
          <a:rect l="0" t="0" r="0" b="0"/>
          <a:pathLst>
            <a:path>
              <a:moveTo>
                <a:pt x="0" y="0"/>
              </a:moveTo>
              <a:lnTo>
                <a:pt x="0" y="92273"/>
              </a:lnTo>
              <a:lnTo>
                <a:pt x="449833" y="92273"/>
              </a:lnTo>
              <a:lnTo>
                <a:pt x="449833"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6090C3-30D8-4BF5-887C-1B9E57813E6D}">
      <dsp:nvSpPr>
        <dsp:cNvPr id="0" name=""/>
        <dsp:cNvSpPr/>
      </dsp:nvSpPr>
      <dsp:spPr>
        <a:xfrm>
          <a:off x="3151807"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1.2.2</a:t>
          </a:r>
        </a:p>
      </dsp:txBody>
      <dsp:txXfrm>
        <a:off x="3165320" y="1951420"/>
        <a:ext cx="665024" cy="434341"/>
      </dsp:txXfrm>
    </dsp:sp>
    <dsp:sp modelId="{77E45A8D-9CBF-46BE-A011-C9C9EA6D9A95}">
      <dsp:nvSpPr>
        <dsp:cNvPr id="0" name=""/>
        <dsp:cNvSpPr/>
      </dsp:nvSpPr>
      <dsp:spPr>
        <a:xfrm>
          <a:off x="3497833" y="461532"/>
          <a:ext cx="1349499" cy="184546"/>
        </a:xfrm>
        <a:custGeom>
          <a:avLst/>
          <a:gdLst/>
          <a:ahLst/>
          <a:cxnLst/>
          <a:rect l="0" t="0" r="0" b="0"/>
          <a:pathLst>
            <a:path>
              <a:moveTo>
                <a:pt x="0" y="0"/>
              </a:moveTo>
              <a:lnTo>
                <a:pt x="0" y="92273"/>
              </a:lnTo>
              <a:lnTo>
                <a:pt x="1349499" y="92273"/>
              </a:lnTo>
              <a:lnTo>
                <a:pt x="1349499" y="184546"/>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4501306" y="646079"/>
          <a:ext cx="692050" cy="461367"/>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a:t>
          </a:r>
        </a:p>
      </dsp:txBody>
      <dsp:txXfrm>
        <a:off x="4514819" y="659592"/>
        <a:ext cx="665024" cy="434341"/>
      </dsp:txXfrm>
    </dsp:sp>
    <dsp:sp modelId="{0977C60E-3BA1-4089-AC06-9A3D6BC5F3B0}">
      <dsp:nvSpPr>
        <dsp:cNvPr id="0" name=""/>
        <dsp:cNvSpPr/>
      </dsp:nvSpPr>
      <dsp:spPr>
        <a:xfrm>
          <a:off x="4397499" y="1107446"/>
          <a:ext cx="449833" cy="184546"/>
        </a:xfrm>
        <a:custGeom>
          <a:avLst/>
          <a:gdLst/>
          <a:ahLst/>
          <a:cxnLst/>
          <a:rect l="0" t="0" r="0" b="0"/>
          <a:pathLst>
            <a:path>
              <a:moveTo>
                <a:pt x="449833" y="0"/>
              </a:moveTo>
              <a:lnTo>
                <a:pt x="449833" y="92273"/>
              </a:lnTo>
              <a:lnTo>
                <a:pt x="0" y="92273"/>
              </a:lnTo>
              <a:lnTo>
                <a:pt x="0"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4051473"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a:t>
          </a:r>
        </a:p>
      </dsp:txBody>
      <dsp:txXfrm>
        <a:off x="4064986" y="1305506"/>
        <a:ext cx="665024" cy="434341"/>
      </dsp:txXfrm>
    </dsp:sp>
    <dsp:sp modelId="{F54FDFA7-54DE-4A3D-8E52-E9E2E178A95F}">
      <dsp:nvSpPr>
        <dsp:cNvPr id="0" name=""/>
        <dsp:cNvSpPr/>
      </dsp:nvSpPr>
      <dsp:spPr>
        <a:xfrm>
          <a:off x="4351779" y="1753360"/>
          <a:ext cx="91440" cy="184546"/>
        </a:xfrm>
        <a:custGeom>
          <a:avLst/>
          <a:gdLst/>
          <a:ahLst/>
          <a:cxnLst/>
          <a:rect l="0" t="0" r="0" b="0"/>
          <a:pathLst>
            <a:path>
              <a:moveTo>
                <a:pt x="45720" y="0"/>
              </a:moveTo>
              <a:lnTo>
                <a:pt x="45720"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00111-D210-4F20-B26C-09A5D02AD68E}">
      <dsp:nvSpPr>
        <dsp:cNvPr id="0" name=""/>
        <dsp:cNvSpPr/>
      </dsp:nvSpPr>
      <dsp:spPr>
        <a:xfrm>
          <a:off x="4051473"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2.1.1</a:t>
          </a:r>
        </a:p>
      </dsp:txBody>
      <dsp:txXfrm>
        <a:off x="4064986" y="1951420"/>
        <a:ext cx="665024" cy="434341"/>
      </dsp:txXfrm>
    </dsp:sp>
    <dsp:sp modelId="{B25E3B4F-E139-43AF-8811-A50D1AEB60BA}">
      <dsp:nvSpPr>
        <dsp:cNvPr id="0" name=""/>
        <dsp:cNvSpPr/>
      </dsp:nvSpPr>
      <dsp:spPr>
        <a:xfrm>
          <a:off x="4847332" y="1107446"/>
          <a:ext cx="449833" cy="184546"/>
        </a:xfrm>
        <a:custGeom>
          <a:avLst/>
          <a:gdLst/>
          <a:ahLst/>
          <a:cxnLst/>
          <a:rect l="0" t="0" r="0" b="0"/>
          <a:pathLst>
            <a:path>
              <a:moveTo>
                <a:pt x="0" y="0"/>
              </a:moveTo>
              <a:lnTo>
                <a:pt x="0" y="92273"/>
              </a:lnTo>
              <a:lnTo>
                <a:pt x="449833" y="92273"/>
              </a:lnTo>
              <a:lnTo>
                <a:pt x="449833"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4951139"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a:t>
          </a:r>
        </a:p>
      </dsp:txBody>
      <dsp:txXfrm>
        <a:off x="4964652" y="1305506"/>
        <a:ext cx="665024" cy="4343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1815426" y="149"/>
          <a:ext cx="1800003" cy="45616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Full</a:t>
          </a:r>
        </a:p>
      </dsp:txBody>
      <dsp:txXfrm>
        <a:off x="1828787" y="13510"/>
        <a:ext cx="1773281" cy="429441"/>
      </dsp:txXfrm>
    </dsp:sp>
    <dsp:sp modelId="{F0B291BF-FE4A-42AC-8A6C-7706B04780EB}">
      <dsp:nvSpPr>
        <dsp:cNvPr id="0" name=""/>
        <dsp:cNvSpPr/>
      </dsp:nvSpPr>
      <dsp:spPr>
        <a:xfrm>
          <a:off x="1381149" y="456312"/>
          <a:ext cx="1334278" cy="182465"/>
        </a:xfrm>
        <a:custGeom>
          <a:avLst/>
          <a:gdLst/>
          <a:ahLst/>
          <a:cxnLst/>
          <a:rect l="0" t="0" r="0" b="0"/>
          <a:pathLst>
            <a:path>
              <a:moveTo>
                <a:pt x="1334278" y="0"/>
              </a:moveTo>
              <a:lnTo>
                <a:pt x="1334278" y="91232"/>
              </a:lnTo>
              <a:lnTo>
                <a:pt x="0" y="91232"/>
              </a:lnTo>
              <a:lnTo>
                <a:pt x="0"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039027"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1052388" y="652139"/>
        <a:ext cx="657523" cy="429441"/>
      </dsp:txXfrm>
    </dsp:sp>
    <dsp:sp modelId="{60D17914-377C-4664-AF80-F2B03863439B}">
      <dsp:nvSpPr>
        <dsp:cNvPr id="0" name=""/>
        <dsp:cNvSpPr/>
      </dsp:nvSpPr>
      <dsp:spPr>
        <a:xfrm>
          <a:off x="936390" y="1094941"/>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594267"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a:t>
          </a:r>
        </a:p>
      </dsp:txBody>
      <dsp:txXfrm>
        <a:off x="607628" y="1290768"/>
        <a:ext cx="657523" cy="429441"/>
      </dsp:txXfrm>
    </dsp:sp>
    <dsp:sp modelId="{CACCA18F-8929-4CC3-BEF8-E8903F21B110}">
      <dsp:nvSpPr>
        <dsp:cNvPr id="0" name=""/>
        <dsp:cNvSpPr/>
      </dsp:nvSpPr>
      <dsp:spPr>
        <a:xfrm>
          <a:off x="491630"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149508"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1.1.1</a:t>
          </a:r>
        </a:p>
      </dsp:txBody>
      <dsp:txXfrm>
        <a:off x="162869" y="1929397"/>
        <a:ext cx="657523" cy="429441"/>
      </dsp:txXfrm>
    </dsp:sp>
    <dsp:sp modelId="{27857633-8797-49F9-B30C-865041B34AFC}">
      <dsp:nvSpPr>
        <dsp:cNvPr id="0" name=""/>
        <dsp:cNvSpPr/>
      </dsp:nvSpPr>
      <dsp:spPr>
        <a:xfrm>
          <a:off x="936390"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039027"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1.1.2</a:t>
          </a:r>
        </a:p>
      </dsp:txBody>
      <dsp:txXfrm>
        <a:off x="1052388" y="1929397"/>
        <a:ext cx="657523" cy="429441"/>
      </dsp:txXfrm>
    </dsp:sp>
    <dsp:sp modelId="{C2AD0EE9-5245-4A16-8814-B573A7E7083F}">
      <dsp:nvSpPr>
        <dsp:cNvPr id="0" name=""/>
        <dsp:cNvSpPr/>
      </dsp:nvSpPr>
      <dsp:spPr>
        <a:xfrm>
          <a:off x="1381149" y="1094941"/>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1483786"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a:t>
          </a:r>
        </a:p>
      </dsp:txBody>
      <dsp:txXfrm>
        <a:off x="1497147" y="1290768"/>
        <a:ext cx="657523" cy="429441"/>
      </dsp:txXfrm>
    </dsp:sp>
    <dsp:sp modelId="{77E45A8D-9CBF-46BE-A011-C9C9EA6D9A95}">
      <dsp:nvSpPr>
        <dsp:cNvPr id="0" name=""/>
        <dsp:cNvSpPr/>
      </dsp:nvSpPr>
      <dsp:spPr>
        <a:xfrm>
          <a:off x="2715428" y="456312"/>
          <a:ext cx="1334278" cy="182465"/>
        </a:xfrm>
        <a:custGeom>
          <a:avLst/>
          <a:gdLst/>
          <a:ahLst/>
          <a:cxnLst/>
          <a:rect l="0" t="0" r="0" b="0"/>
          <a:pathLst>
            <a:path>
              <a:moveTo>
                <a:pt x="0" y="0"/>
              </a:moveTo>
              <a:lnTo>
                <a:pt x="0" y="91232"/>
              </a:lnTo>
              <a:lnTo>
                <a:pt x="1334278" y="91232"/>
              </a:lnTo>
              <a:lnTo>
                <a:pt x="1334278"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3707583"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a:t>
          </a:r>
        </a:p>
      </dsp:txBody>
      <dsp:txXfrm>
        <a:off x="3720944" y="652139"/>
        <a:ext cx="657523" cy="429441"/>
      </dsp:txXfrm>
    </dsp:sp>
    <dsp:sp modelId="{0977C60E-3BA1-4089-AC06-9A3D6BC5F3B0}">
      <dsp:nvSpPr>
        <dsp:cNvPr id="0" name=""/>
        <dsp:cNvSpPr/>
      </dsp:nvSpPr>
      <dsp:spPr>
        <a:xfrm>
          <a:off x="3160187" y="1094941"/>
          <a:ext cx="889518" cy="182465"/>
        </a:xfrm>
        <a:custGeom>
          <a:avLst/>
          <a:gdLst/>
          <a:ahLst/>
          <a:cxnLst/>
          <a:rect l="0" t="0" r="0" b="0"/>
          <a:pathLst>
            <a:path>
              <a:moveTo>
                <a:pt x="889518" y="0"/>
              </a:moveTo>
              <a:lnTo>
                <a:pt x="889518" y="91232"/>
              </a:lnTo>
              <a:lnTo>
                <a:pt x="0" y="91232"/>
              </a:lnTo>
              <a:lnTo>
                <a:pt x="0"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2818065"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a:t>
          </a:r>
        </a:p>
      </dsp:txBody>
      <dsp:txXfrm>
        <a:off x="2831426" y="1290768"/>
        <a:ext cx="657523" cy="429441"/>
      </dsp:txXfrm>
    </dsp:sp>
    <dsp:sp modelId="{F54FDFA7-54DE-4A3D-8E52-E9E2E178A95F}">
      <dsp:nvSpPr>
        <dsp:cNvPr id="0" name=""/>
        <dsp:cNvSpPr/>
      </dsp:nvSpPr>
      <dsp:spPr>
        <a:xfrm>
          <a:off x="2715428"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00111-D210-4F20-B26C-09A5D02AD68E}">
      <dsp:nvSpPr>
        <dsp:cNvPr id="0" name=""/>
        <dsp:cNvSpPr/>
      </dsp:nvSpPr>
      <dsp:spPr>
        <a:xfrm>
          <a:off x="2373305"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2.1.1</a:t>
          </a:r>
        </a:p>
      </dsp:txBody>
      <dsp:txXfrm>
        <a:off x="2386666" y="1929397"/>
        <a:ext cx="657523" cy="429441"/>
      </dsp:txXfrm>
    </dsp:sp>
    <dsp:sp modelId="{6ACB09EB-7214-4D1D-869A-C47575E588B6}">
      <dsp:nvSpPr>
        <dsp:cNvPr id="0" name=""/>
        <dsp:cNvSpPr/>
      </dsp:nvSpPr>
      <dsp:spPr>
        <a:xfrm>
          <a:off x="3160187"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6F506-F1A1-49BB-B9A6-BCF180D33F9F}">
      <dsp:nvSpPr>
        <dsp:cNvPr id="0" name=""/>
        <dsp:cNvSpPr/>
      </dsp:nvSpPr>
      <dsp:spPr>
        <a:xfrm>
          <a:off x="3262824"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2.1.2</a:t>
          </a:r>
        </a:p>
      </dsp:txBody>
      <dsp:txXfrm>
        <a:off x="3276185" y="1929397"/>
        <a:ext cx="657523" cy="429441"/>
      </dsp:txXfrm>
    </dsp:sp>
    <dsp:sp modelId="{B25E3B4F-E139-43AF-8811-A50D1AEB60BA}">
      <dsp:nvSpPr>
        <dsp:cNvPr id="0" name=""/>
        <dsp:cNvSpPr/>
      </dsp:nvSpPr>
      <dsp:spPr>
        <a:xfrm>
          <a:off x="4049706" y="1094941"/>
          <a:ext cx="889518" cy="182465"/>
        </a:xfrm>
        <a:custGeom>
          <a:avLst/>
          <a:gdLst/>
          <a:ahLst/>
          <a:cxnLst/>
          <a:rect l="0" t="0" r="0" b="0"/>
          <a:pathLst>
            <a:path>
              <a:moveTo>
                <a:pt x="0" y="0"/>
              </a:moveTo>
              <a:lnTo>
                <a:pt x="0" y="91232"/>
              </a:lnTo>
              <a:lnTo>
                <a:pt x="889518" y="91232"/>
              </a:lnTo>
              <a:lnTo>
                <a:pt x="889518"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4597102"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a:t>
          </a:r>
        </a:p>
      </dsp:txBody>
      <dsp:txXfrm>
        <a:off x="4610463" y="1290768"/>
        <a:ext cx="657523" cy="429441"/>
      </dsp:txXfrm>
    </dsp:sp>
    <dsp:sp modelId="{4E46117C-C2FE-4779-B59D-952A64B25DA2}">
      <dsp:nvSpPr>
        <dsp:cNvPr id="0" name=""/>
        <dsp:cNvSpPr/>
      </dsp:nvSpPr>
      <dsp:spPr>
        <a:xfrm>
          <a:off x="4494466"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0B5978-1698-4881-8208-8E70EF6EDE61}">
      <dsp:nvSpPr>
        <dsp:cNvPr id="0" name=""/>
        <dsp:cNvSpPr/>
      </dsp:nvSpPr>
      <dsp:spPr>
        <a:xfrm>
          <a:off x="4152343"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2.2.1</a:t>
          </a:r>
        </a:p>
      </dsp:txBody>
      <dsp:txXfrm>
        <a:off x="4165704" y="1929397"/>
        <a:ext cx="657523" cy="429441"/>
      </dsp:txXfrm>
    </dsp:sp>
    <dsp:sp modelId="{F8222C10-B008-44C3-A546-3F53372E40E2}">
      <dsp:nvSpPr>
        <dsp:cNvPr id="0" name=""/>
        <dsp:cNvSpPr/>
      </dsp:nvSpPr>
      <dsp:spPr>
        <a:xfrm>
          <a:off x="4939225"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5D2A7C-98DF-4EE5-8795-269667A49AD1}">
      <dsp:nvSpPr>
        <dsp:cNvPr id="0" name=""/>
        <dsp:cNvSpPr/>
      </dsp:nvSpPr>
      <dsp:spPr>
        <a:xfrm>
          <a:off x="5041862"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2.2.2</a:t>
          </a:r>
        </a:p>
      </dsp:txBody>
      <dsp:txXfrm>
        <a:off x="5055223" y="1929397"/>
        <a:ext cx="657523" cy="4294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510069" y="504"/>
          <a:ext cx="1800940" cy="48485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Full and Complete</a:t>
          </a:r>
        </a:p>
      </dsp:txBody>
      <dsp:txXfrm>
        <a:off x="2524270" y="14705"/>
        <a:ext cx="1772538" cy="456451"/>
      </dsp:txXfrm>
    </dsp:sp>
    <dsp:sp modelId="{F0B291BF-FE4A-42AC-8A6C-7706B04780EB}">
      <dsp:nvSpPr>
        <dsp:cNvPr id="0" name=""/>
        <dsp:cNvSpPr/>
      </dsp:nvSpPr>
      <dsp:spPr>
        <a:xfrm>
          <a:off x="2228710" y="485358"/>
          <a:ext cx="1181829" cy="193941"/>
        </a:xfrm>
        <a:custGeom>
          <a:avLst/>
          <a:gdLst/>
          <a:ahLst/>
          <a:cxnLst/>
          <a:rect l="0" t="0" r="0" b="0"/>
          <a:pathLst>
            <a:path>
              <a:moveTo>
                <a:pt x="1181829" y="0"/>
              </a:moveTo>
              <a:lnTo>
                <a:pt x="1181829" y="96970"/>
              </a:lnTo>
              <a:lnTo>
                <a:pt x="0" y="96970"/>
              </a:lnTo>
              <a:lnTo>
                <a:pt x="0" y="19394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865070" y="679299"/>
          <a:ext cx="727279" cy="4848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a:off x="1879271" y="693500"/>
        <a:ext cx="698877" cy="456451"/>
      </dsp:txXfrm>
    </dsp:sp>
    <dsp:sp modelId="{60D17914-377C-4664-AF80-F2B03863439B}">
      <dsp:nvSpPr>
        <dsp:cNvPr id="0" name=""/>
        <dsp:cNvSpPr/>
      </dsp:nvSpPr>
      <dsp:spPr>
        <a:xfrm>
          <a:off x="1283246" y="1164152"/>
          <a:ext cx="945463" cy="193941"/>
        </a:xfrm>
        <a:custGeom>
          <a:avLst/>
          <a:gdLst/>
          <a:ahLst/>
          <a:cxnLst/>
          <a:rect l="0" t="0" r="0" b="0"/>
          <a:pathLst>
            <a:path>
              <a:moveTo>
                <a:pt x="945463" y="0"/>
              </a:moveTo>
              <a:lnTo>
                <a:pt x="945463" y="96970"/>
              </a:lnTo>
              <a:lnTo>
                <a:pt x="0" y="96970"/>
              </a:lnTo>
              <a:lnTo>
                <a:pt x="0"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919607"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a:t>
          </a:r>
        </a:p>
      </dsp:txBody>
      <dsp:txXfrm>
        <a:off x="933808" y="1372294"/>
        <a:ext cx="698877" cy="456451"/>
      </dsp:txXfrm>
    </dsp:sp>
    <dsp:sp modelId="{CACCA18F-8929-4CC3-BEF8-E8903F21B110}">
      <dsp:nvSpPr>
        <dsp:cNvPr id="0" name=""/>
        <dsp:cNvSpPr/>
      </dsp:nvSpPr>
      <dsp:spPr>
        <a:xfrm>
          <a:off x="810515" y="1842946"/>
          <a:ext cx="472731" cy="193941"/>
        </a:xfrm>
        <a:custGeom>
          <a:avLst/>
          <a:gdLst/>
          <a:ahLst/>
          <a:cxnLst/>
          <a:rect l="0" t="0" r="0" b="0"/>
          <a:pathLst>
            <a:path>
              <a:moveTo>
                <a:pt x="472731" y="0"/>
              </a:moveTo>
              <a:lnTo>
                <a:pt x="472731" y="96970"/>
              </a:lnTo>
              <a:lnTo>
                <a:pt x="0" y="96970"/>
              </a:lnTo>
              <a:lnTo>
                <a:pt x="0"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446875"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1.1.1</a:t>
          </a:r>
        </a:p>
      </dsp:txBody>
      <dsp:txXfrm>
        <a:off x="461076" y="2051088"/>
        <a:ext cx="698877" cy="456451"/>
      </dsp:txXfrm>
    </dsp:sp>
    <dsp:sp modelId="{27857633-8797-49F9-B30C-865041B34AFC}">
      <dsp:nvSpPr>
        <dsp:cNvPr id="0" name=""/>
        <dsp:cNvSpPr/>
      </dsp:nvSpPr>
      <dsp:spPr>
        <a:xfrm>
          <a:off x="1283246" y="1842946"/>
          <a:ext cx="472731" cy="193941"/>
        </a:xfrm>
        <a:custGeom>
          <a:avLst/>
          <a:gdLst/>
          <a:ahLst/>
          <a:cxnLst/>
          <a:rect l="0" t="0" r="0" b="0"/>
          <a:pathLst>
            <a:path>
              <a:moveTo>
                <a:pt x="0" y="0"/>
              </a:moveTo>
              <a:lnTo>
                <a:pt x="0" y="96970"/>
              </a:lnTo>
              <a:lnTo>
                <a:pt x="472731" y="96970"/>
              </a:lnTo>
              <a:lnTo>
                <a:pt x="472731"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392338"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1.1.2</a:t>
          </a:r>
        </a:p>
      </dsp:txBody>
      <dsp:txXfrm>
        <a:off x="1406539" y="2051088"/>
        <a:ext cx="698877" cy="456451"/>
      </dsp:txXfrm>
    </dsp:sp>
    <dsp:sp modelId="{C2AD0EE9-5245-4A16-8814-B573A7E7083F}">
      <dsp:nvSpPr>
        <dsp:cNvPr id="0" name=""/>
        <dsp:cNvSpPr/>
      </dsp:nvSpPr>
      <dsp:spPr>
        <a:xfrm>
          <a:off x="2228710" y="1164152"/>
          <a:ext cx="945463" cy="193941"/>
        </a:xfrm>
        <a:custGeom>
          <a:avLst/>
          <a:gdLst/>
          <a:ahLst/>
          <a:cxnLst/>
          <a:rect l="0" t="0" r="0" b="0"/>
          <a:pathLst>
            <a:path>
              <a:moveTo>
                <a:pt x="0" y="0"/>
              </a:moveTo>
              <a:lnTo>
                <a:pt x="0" y="96970"/>
              </a:lnTo>
              <a:lnTo>
                <a:pt x="945463" y="96970"/>
              </a:lnTo>
              <a:lnTo>
                <a:pt x="945463"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810534"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a:t>
          </a:r>
        </a:p>
      </dsp:txBody>
      <dsp:txXfrm>
        <a:off x="2824735" y="1372294"/>
        <a:ext cx="698877" cy="456451"/>
      </dsp:txXfrm>
    </dsp:sp>
    <dsp:sp modelId="{C59A946A-0810-4782-99EE-5AA18399E4FD}">
      <dsp:nvSpPr>
        <dsp:cNvPr id="0" name=""/>
        <dsp:cNvSpPr/>
      </dsp:nvSpPr>
      <dsp:spPr>
        <a:xfrm>
          <a:off x="2701442" y="1842946"/>
          <a:ext cx="472731" cy="193941"/>
        </a:xfrm>
        <a:custGeom>
          <a:avLst/>
          <a:gdLst/>
          <a:ahLst/>
          <a:cxnLst/>
          <a:rect l="0" t="0" r="0" b="0"/>
          <a:pathLst>
            <a:path>
              <a:moveTo>
                <a:pt x="472731" y="0"/>
              </a:moveTo>
              <a:lnTo>
                <a:pt x="472731" y="96970"/>
              </a:lnTo>
              <a:lnTo>
                <a:pt x="0" y="96970"/>
              </a:lnTo>
              <a:lnTo>
                <a:pt x="0"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52A07-DBDC-42E4-AAF8-51B99F7D3347}">
      <dsp:nvSpPr>
        <dsp:cNvPr id="0" name=""/>
        <dsp:cNvSpPr/>
      </dsp:nvSpPr>
      <dsp:spPr>
        <a:xfrm>
          <a:off x="2337802"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1.2.1</a:t>
          </a:r>
        </a:p>
      </dsp:txBody>
      <dsp:txXfrm>
        <a:off x="2352003" y="2051088"/>
        <a:ext cx="698877" cy="456451"/>
      </dsp:txXfrm>
    </dsp:sp>
    <dsp:sp modelId="{F7C231F5-C648-49B4-B8B2-D1A83C3550C6}">
      <dsp:nvSpPr>
        <dsp:cNvPr id="0" name=""/>
        <dsp:cNvSpPr/>
      </dsp:nvSpPr>
      <dsp:spPr>
        <a:xfrm>
          <a:off x="3174173" y="1842946"/>
          <a:ext cx="472731" cy="193941"/>
        </a:xfrm>
        <a:custGeom>
          <a:avLst/>
          <a:gdLst/>
          <a:ahLst/>
          <a:cxnLst/>
          <a:rect l="0" t="0" r="0" b="0"/>
          <a:pathLst>
            <a:path>
              <a:moveTo>
                <a:pt x="0" y="0"/>
              </a:moveTo>
              <a:lnTo>
                <a:pt x="0" y="96970"/>
              </a:lnTo>
              <a:lnTo>
                <a:pt x="472731" y="96970"/>
              </a:lnTo>
              <a:lnTo>
                <a:pt x="472731"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6090C3-30D8-4BF5-887C-1B9E57813E6D}">
      <dsp:nvSpPr>
        <dsp:cNvPr id="0" name=""/>
        <dsp:cNvSpPr/>
      </dsp:nvSpPr>
      <dsp:spPr>
        <a:xfrm>
          <a:off x="3283265"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1.2.2</a:t>
          </a:r>
        </a:p>
      </dsp:txBody>
      <dsp:txXfrm>
        <a:off x="3297466" y="2051088"/>
        <a:ext cx="698877" cy="456451"/>
      </dsp:txXfrm>
    </dsp:sp>
    <dsp:sp modelId="{77E45A8D-9CBF-46BE-A011-C9C9EA6D9A95}">
      <dsp:nvSpPr>
        <dsp:cNvPr id="0" name=""/>
        <dsp:cNvSpPr/>
      </dsp:nvSpPr>
      <dsp:spPr>
        <a:xfrm>
          <a:off x="3410539" y="485358"/>
          <a:ext cx="1181829" cy="193941"/>
        </a:xfrm>
        <a:custGeom>
          <a:avLst/>
          <a:gdLst/>
          <a:ahLst/>
          <a:cxnLst/>
          <a:rect l="0" t="0" r="0" b="0"/>
          <a:pathLst>
            <a:path>
              <a:moveTo>
                <a:pt x="0" y="0"/>
              </a:moveTo>
              <a:lnTo>
                <a:pt x="0" y="96970"/>
              </a:lnTo>
              <a:lnTo>
                <a:pt x="1181829" y="96970"/>
              </a:lnTo>
              <a:lnTo>
                <a:pt x="1181829" y="19394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4228729" y="679299"/>
          <a:ext cx="727279" cy="4848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a:off x="4242930" y="693500"/>
        <a:ext cx="698877" cy="456451"/>
      </dsp:txXfrm>
    </dsp:sp>
    <dsp:sp modelId="{0977C60E-3BA1-4089-AC06-9A3D6BC5F3B0}">
      <dsp:nvSpPr>
        <dsp:cNvPr id="0" name=""/>
        <dsp:cNvSpPr/>
      </dsp:nvSpPr>
      <dsp:spPr>
        <a:xfrm>
          <a:off x="4119637" y="1164152"/>
          <a:ext cx="472731" cy="193941"/>
        </a:xfrm>
        <a:custGeom>
          <a:avLst/>
          <a:gdLst/>
          <a:ahLst/>
          <a:cxnLst/>
          <a:rect l="0" t="0" r="0" b="0"/>
          <a:pathLst>
            <a:path>
              <a:moveTo>
                <a:pt x="472731" y="0"/>
              </a:moveTo>
              <a:lnTo>
                <a:pt x="472731" y="96970"/>
              </a:lnTo>
              <a:lnTo>
                <a:pt x="0" y="96970"/>
              </a:lnTo>
              <a:lnTo>
                <a:pt x="0"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3755997"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2.1</a:t>
          </a:r>
        </a:p>
      </dsp:txBody>
      <dsp:txXfrm>
        <a:off x="3770198" y="1372294"/>
        <a:ext cx="698877" cy="456451"/>
      </dsp:txXfrm>
    </dsp:sp>
    <dsp:sp modelId="{B25E3B4F-E139-43AF-8811-A50D1AEB60BA}">
      <dsp:nvSpPr>
        <dsp:cNvPr id="0" name=""/>
        <dsp:cNvSpPr/>
      </dsp:nvSpPr>
      <dsp:spPr>
        <a:xfrm>
          <a:off x="4592369" y="1164152"/>
          <a:ext cx="472731" cy="193941"/>
        </a:xfrm>
        <a:custGeom>
          <a:avLst/>
          <a:gdLst/>
          <a:ahLst/>
          <a:cxnLst/>
          <a:rect l="0" t="0" r="0" b="0"/>
          <a:pathLst>
            <a:path>
              <a:moveTo>
                <a:pt x="0" y="0"/>
              </a:moveTo>
              <a:lnTo>
                <a:pt x="0" y="96970"/>
              </a:lnTo>
              <a:lnTo>
                <a:pt x="472731" y="96970"/>
              </a:lnTo>
              <a:lnTo>
                <a:pt x="472731"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4701461"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2.2</a:t>
          </a:r>
        </a:p>
      </dsp:txBody>
      <dsp:txXfrm>
        <a:off x="4715662" y="1372294"/>
        <a:ext cx="698877" cy="45645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583793" y="719"/>
          <a:ext cx="1856132" cy="47575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Complete, Not Full</a:t>
          </a:r>
        </a:p>
      </dsp:txBody>
      <dsp:txXfrm>
        <a:off x="2597727" y="14653"/>
        <a:ext cx="1828264" cy="447885"/>
      </dsp:txXfrm>
    </dsp:sp>
    <dsp:sp modelId="{F0B291BF-FE4A-42AC-8A6C-7706B04780EB}">
      <dsp:nvSpPr>
        <dsp:cNvPr id="0" name=""/>
        <dsp:cNvSpPr/>
      </dsp:nvSpPr>
      <dsp:spPr>
        <a:xfrm>
          <a:off x="2120279" y="476473"/>
          <a:ext cx="1391580" cy="190301"/>
        </a:xfrm>
        <a:custGeom>
          <a:avLst/>
          <a:gdLst/>
          <a:ahLst/>
          <a:cxnLst/>
          <a:rect l="0" t="0" r="0" b="0"/>
          <a:pathLst>
            <a:path>
              <a:moveTo>
                <a:pt x="1391580" y="0"/>
              </a:moveTo>
              <a:lnTo>
                <a:pt x="1391580" y="95150"/>
              </a:lnTo>
              <a:lnTo>
                <a:pt x="0" y="95150"/>
              </a:lnTo>
              <a:lnTo>
                <a:pt x="0" y="19030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763464" y="666775"/>
          <a:ext cx="713630" cy="4757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a:off x="1777398" y="680709"/>
        <a:ext cx="685762" cy="447885"/>
      </dsp:txXfrm>
    </dsp:sp>
    <dsp:sp modelId="{CACCA18F-8929-4CC3-BEF8-E8903F21B110}">
      <dsp:nvSpPr>
        <dsp:cNvPr id="0" name=""/>
        <dsp:cNvSpPr/>
      </dsp:nvSpPr>
      <dsp:spPr>
        <a:xfrm>
          <a:off x="1192559" y="1142529"/>
          <a:ext cx="927720" cy="190301"/>
        </a:xfrm>
        <a:custGeom>
          <a:avLst/>
          <a:gdLst/>
          <a:ahLst/>
          <a:cxnLst/>
          <a:rect l="0" t="0" r="0" b="0"/>
          <a:pathLst>
            <a:path>
              <a:moveTo>
                <a:pt x="927720" y="0"/>
              </a:moveTo>
              <a:lnTo>
                <a:pt x="927720" y="95150"/>
              </a:lnTo>
              <a:lnTo>
                <a:pt x="0" y="95150"/>
              </a:lnTo>
              <a:lnTo>
                <a:pt x="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83574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a:t>
          </a:r>
        </a:p>
      </dsp:txBody>
      <dsp:txXfrm>
        <a:off x="849678" y="1346764"/>
        <a:ext cx="685762" cy="447885"/>
      </dsp:txXfrm>
    </dsp:sp>
    <dsp:sp modelId="{0322C684-2FB2-4FA1-AF69-B86A52AD0941}">
      <dsp:nvSpPr>
        <dsp:cNvPr id="0" name=""/>
        <dsp:cNvSpPr/>
      </dsp:nvSpPr>
      <dsp:spPr>
        <a:xfrm>
          <a:off x="728699" y="1808584"/>
          <a:ext cx="463860" cy="190301"/>
        </a:xfrm>
        <a:custGeom>
          <a:avLst/>
          <a:gdLst/>
          <a:ahLst/>
          <a:cxnLst/>
          <a:rect l="0" t="0" r="0" b="0"/>
          <a:pathLst>
            <a:path>
              <a:moveTo>
                <a:pt x="463860" y="0"/>
              </a:moveTo>
              <a:lnTo>
                <a:pt x="463860" y="95150"/>
              </a:lnTo>
              <a:lnTo>
                <a:pt x="0" y="95150"/>
              </a:lnTo>
              <a:lnTo>
                <a:pt x="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8A64E-829B-4553-99F4-6CE2D3F10C57}">
      <dsp:nvSpPr>
        <dsp:cNvPr id="0" name=""/>
        <dsp:cNvSpPr/>
      </dsp:nvSpPr>
      <dsp:spPr>
        <a:xfrm>
          <a:off x="37188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1.1.1</a:t>
          </a:r>
        </a:p>
      </dsp:txBody>
      <dsp:txXfrm>
        <a:off x="385818" y="2012820"/>
        <a:ext cx="685762" cy="447885"/>
      </dsp:txXfrm>
    </dsp:sp>
    <dsp:sp modelId="{73E9CA52-5BF5-4093-BDD3-0F7C70D5CC2D}">
      <dsp:nvSpPr>
        <dsp:cNvPr id="0" name=""/>
        <dsp:cNvSpPr/>
      </dsp:nvSpPr>
      <dsp:spPr>
        <a:xfrm>
          <a:off x="1192559" y="1808584"/>
          <a:ext cx="463860" cy="190301"/>
        </a:xfrm>
        <a:custGeom>
          <a:avLst/>
          <a:gdLst/>
          <a:ahLst/>
          <a:cxnLst/>
          <a:rect l="0" t="0" r="0" b="0"/>
          <a:pathLst>
            <a:path>
              <a:moveTo>
                <a:pt x="0" y="0"/>
              </a:moveTo>
              <a:lnTo>
                <a:pt x="0" y="95150"/>
              </a:lnTo>
              <a:lnTo>
                <a:pt x="463860" y="95150"/>
              </a:lnTo>
              <a:lnTo>
                <a:pt x="46386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A9D004-57D5-41F8-9D08-673BAC01CE18}">
      <dsp:nvSpPr>
        <dsp:cNvPr id="0" name=""/>
        <dsp:cNvSpPr/>
      </dsp:nvSpPr>
      <dsp:spPr>
        <a:xfrm>
          <a:off x="129960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1.1.2</a:t>
          </a:r>
        </a:p>
      </dsp:txBody>
      <dsp:txXfrm>
        <a:off x="1313538" y="2012820"/>
        <a:ext cx="685762" cy="447885"/>
      </dsp:txXfrm>
    </dsp:sp>
    <dsp:sp modelId="{27857633-8797-49F9-B30C-865041B34AFC}">
      <dsp:nvSpPr>
        <dsp:cNvPr id="0" name=""/>
        <dsp:cNvSpPr/>
      </dsp:nvSpPr>
      <dsp:spPr>
        <a:xfrm>
          <a:off x="2120279" y="1142529"/>
          <a:ext cx="927720" cy="190301"/>
        </a:xfrm>
        <a:custGeom>
          <a:avLst/>
          <a:gdLst/>
          <a:ahLst/>
          <a:cxnLst/>
          <a:rect l="0" t="0" r="0" b="0"/>
          <a:pathLst>
            <a:path>
              <a:moveTo>
                <a:pt x="0" y="0"/>
              </a:moveTo>
              <a:lnTo>
                <a:pt x="0" y="95150"/>
              </a:lnTo>
              <a:lnTo>
                <a:pt x="927720" y="95150"/>
              </a:lnTo>
              <a:lnTo>
                <a:pt x="92772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269118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a:t>
          </a:r>
        </a:p>
      </dsp:txBody>
      <dsp:txXfrm>
        <a:off x="2705118" y="1346764"/>
        <a:ext cx="685762" cy="447885"/>
      </dsp:txXfrm>
    </dsp:sp>
    <dsp:sp modelId="{F041EB5C-BD70-47B7-8DAF-CA244E68991C}">
      <dsp:nvSpPr>
        <dsp:cNvPr id="0" name=""/>
        <dsp:cNvSpPr/>
      </dsp:nvSpPr>
      <dsp:spPr>
        <a:xfrm>
          <a:off x="2584139" y="1808584"/>
          <a:ext cx="463860" cy="190301"/>
        </a:xfrm>
        <a:custGeom>
          <a:avLst/>
          <a:gdLst/>
          <a:ahLst/>
          <a:cxnLst/>
          <a:rect l="0" t="0" r="0" b="0"/>
          <a:pathLst>
            <a:path>
              <a:moveTo>
                <a:pt x="463860" y="0"/>
              </a:moveTo>
              <a:lnTo>
                <a:pt x="463860" y="95150"/>
              </a:lnTo>
              <a:lnTo>
                <a:pt x="0" y="95150"/>
              </a:lnTo>
              <a:lnTo>
                <a:pt x="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174536-AA4A-4AF6-AA9C-05ACA3EFB995}">
      <dsp:nvSpPr>
        <dsp:cNvPr id="0" name=""/>
        <dsp:cNvSpPr/>
      </dsp:nvSpPr>
      <dsp:spPr>
        <a:xfrm>
          <a:off x="222732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1.2.1</a:t>
          </a:r>
        </a:p>
      </dsp:txBody>
      <dsp:txXfrm>
        <a:off x="2241258" y="2012820"/>
        <a:ext cx="685762" cy="447885"/>
      </dsp:txXfrm>
    </dsp:sp>
    <dsp:sp modelId="{9924F83C-B6B7-4928-9912-FE054EC2E69D}">
      <dsp:nvSpPr>
        <dsp:cNvPr id="0" name=""/>
        <dsp:cNvSpPr/>
      </dsp:nvSpPr>
      <dsp:spPr>
        <a:xfrm>
          <a:off x="3048000" y="1808584"/>
          <a:ext cx="463860" cy="190301"/>
        </a:xfrm>
        <a:custGeom>
          <a:avLst/>
          <a:gdLst/>
          <a:ahLst/>
          <a:cxnLst/>
          <a:rect l="0" t="0" r="0" b="0"/>
          <a:pathLst>
            <a:path>
              <a:moveTo>
                <a:pt x="0" y="0"/>
              </a:moveTo>
              <a:lnTo>
                <a:pt x="0" y="95150"/>
              </a:lnTo>
              <a:lnTo>
                <a:pt x="463860" y="95150"/>
              </a:lnTo>
              <a:lnTo>
                <a:pt x="46386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383218-CAC0-480B-8C93-0C4C2643DB64}">
      <dsp:nvSpPr>
        <dsp:cNvPr id="0" name=""/>
        <dsp:cNvSpPr/>
      </dsp:nvSpPr>
      <dsp:spPr>
        <a:xfrm>
          <a:off x="315504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1.2.2</a:t>
          </a:r>
        </a:p>
      </dsp:txBody>
      <dsp:txXfrm>
        <a:off x="3168978" y="2012820"/>
        <a:ext cx="685762" cy="447885"/>
      </dsp:txXfrm>
    </dsp:sp>
    <dsp:sp modelId="{C2AD0EE9-5245-4A16-8814-B573A7E7083F}">
      <dsp:nvSpPr>
        <dsp:cNvPr id="0" name=""/>
        <dsp:cNvSpPr/>
      </dsp:nvSpPr>
      <dsp:spPr>
        <a:xfrm>
          <a:off x="3511860" y="476473"/>
          <a:ext cx="1391580" cy="190301"/>
        </a:xfrm>
        <a:custGeom>
          <a:avLst/>
          <a:gdLst/>
          <a:ahLst/>
          <a:cxnLst/>
          <a:rect l="0" t="0" r="0" b="0"/>
          <a:pathLst>
            <a:path>
              <a:moveTo>
                <a:pt x="0" y="0"/>
              </a:moveTo>
              <a:lnTo>
                <a:pt x="0" y="95150"/>
              </a:lnTo>
              <a:lnTo>
                <a:pt x="1391580" y="95150"/>
              </a:lnTo>
              <a:lnTo>
                <a:pt x="1391580" y="19030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4546624" y="666775"/>
          <a:ext cx="713630" cy="4757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a:off x="4560558" y="680709"/>
        <a:ext cx="685762" cy="447885"/>
      </dsp:txXfrm>
    </dsp:sp>
    <dsp:sp modelId="{5567742C-0492-42C9-9B81-2DF33A0FC56F}">
      <dsp:nvSpPr>
        <dsp:cNvPr id="0" name=""/>
        <dsp:cNvSpPr/>
      </dsp:nvSpPr>
      <dsp:spPr>
        <a:xfrm>
          <a:off x="4439580" y="1142529"/>
          <a:ext cx="463860" cy="190301"/>
        </a:xfrm>
        <a:custGeom>
          <a:avLst/>
          <a:gdLst/>
          <a:ahLst/>
          <a:cxnLst/>
          <a:rect l="0" t="0" r="0" b="0"/>
          <a:pathLst>
            <a:path>
              <a:moveTo>
                <a:pt x="463860" y="0"/>
              </a:moveTo>
              <a:lnTo>
                <a:pt x="463860" y="95150"/>
              </a:lnTo>
              <a:lnTo>
                <a:pt x="0" y="95150"/>
              </a:lnTo>
              <a:lnTo>
                <a:pt x="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14025F-20AF-4D44-BB06-11FCBAE53EDC}">
      <dsp:nvSpPr>
        <dsp:cNvPr id="0" name=""/>
        <dsp:cNvSpPr/>
      </dsp:nvSpPr>
      <dsp:spPr>
        <a:xfrm>
          <a:off x="408276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2.1</a:t>
          </a:r>
        </a:p>
      </dsp:txBody>
      <dsp:txXfrm>
        <a:off x="4096698" y="1346764"/>
        <a:ext cx="685762" cy="447885"/>
      </dsp:txXfrm>
    </dsp:sp>
    <dsp:sp modelId="{62F2E9A9-07B7-4740-AC9A-F7B9239F340B}">
      <dsp:nvSpPr>
        <dsp:cNvPr id="0" name=""/>
        <dsp:cNvSpPr/>
      </dsp:nvSpPr>
      <dsp:spPr>
        <a:xfrm>
          <a:off x="4393860" y="1808584"/>
          <a:ext cx="91440" cy="190301"/>
        </a:xfrm>
        <a:custGeom>
          <a:avLst/>
          <a:gdLst/>
          <a:ahLst/>
          <a:cxnLst/>
          <a:rect l="0" t="0" r="0" b="0"/>
          <a:pathLst>
            <a:path>
              <a:moveTo>
                <a:pt x="45720" y="0"/>
              </a:moveTo>
              <a:lnTo>
                <a:pt x="4572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CAB70C-318B-414B-B1D4-6DF88C97FE9A}">
      <dsp:nvSpPr>
        <dsp:cNvPr id="0" name=""/>
        <dsp:cNvSpPr/>
      </dsp:nvSpPr>
      <dsp:spPr>
        <a:xfrm>
          <a:off x="408276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2.1.1</a:t>
          </a:r>
        </a:p>
      </dsp:txBody>
      <dsp:txXfrm>
        <a:off x="4096698" y="2012820"/>
        <a:ext cx="685762" cy="447885"/>
      </dsp:txXfrm>
    </dsp:sp>
    <dsp:sp modelId="{01A1E293-6B1B-48F8-A282-7B659B726885}">
      <dsp:nvSpPr>
        <dsp:cNvPr id="0" name=""/>
        <dsp:cNvSpPr/>
      </dsp:nvSpPr>
      <dsp:spPr>
        <a:xfrm>
          <a:off x="4903440" y="1142529"/>
          <a:ext cx="463860" cy="190301"/>
        </a:xfrm>
        <a:custGeom>
          <a:avLst/>
          <a:gdLst/>
          <a:ahLst/>
          <a:cxnLst/>
          <a:rect l="0" t="0" r="0" b="0"/>
          <a:pathLst>
            <a:path>
              <a:moveTo>
                <a:pt x="0" y="0"/>
              </a:moveTo>
              <a:lnTo>
                <a:pt x="0" y="95150"/>
              </a:lnTo>
              <a:lnTo>
                <a:pt x="463860" y="95150"/>
              </a:lnTo>
              <a:lnTo>
                <a:pt x="46386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133C3B-58D2-45A2-A6B9-757B96A7835D}">
      <dsp:nvSpPr>
        <dsp:cNvPr id="0" name=""/>
        <dsp:cNvSpPr/>
      </dsp:nvSpPr>
      <dsp:spPr>
        <a:xfrm>
          <a:off x="501048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2.2</a:t>
          </a:r>
        </a:p>
      </dsp:txBody>
      <dsp:txXfrm>
        <a:off x="5024418" y="1346764"/>
        <a:ext cx="685762" cy="4478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426006" y="149"/>
          <a:ext cx="1800003" cy="45616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Full, Not complete</a:t>
          </a:r>
        </a:p>
      </dsp:txBody>
      <dsp:txXfrm>
        <a:off x="2439367" y="13510"/>
        <a:ext cx="1773281" cy="429441"/>
      </dsp:txXfrm>
    </dsp:sp>
    <dsp:sp modelId="{F0B291BF-FE4A-42AC-8A6C-7706B04780EB}">
      <dsp:nvSpPr>
        <dsp:cNvPr id="0" name=""/>
        <dsp:cNvSpPr/>
      </dsp:nvSpPr>
      <dsp:spPr>
        <a:xfrm>
          <a:off x="2881248" y="456312"/>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2539125"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a:off x="2552486" y="652139"/>
        <a:ext cx="657523" cy="429441"/>
      </dsp:txXfrm>
    </dsp:sp>
    <dsp:sp modelId="{60D17914-377C-4664-AF80-F2B03863439B}">
      <dsp:nvSpPr>
        <dsp:cNvPr id="0" name=""/>
        <dsp:cNvSpPr/>
      </dsp:nvSpPr>
      <dsp:spPr>
        <a:xfrm>
          <a:off x="2436488" y="1094941"/>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2094366"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a:t>
          </a:r>
        </a:p>
      </dsp:txBody>
      <dsp:txXfrm>
        <a:off x="2107727" y="1290768"/>
        <a:ext cx="657523" cy="429441"/>
      </dsp:txXfrm>
    </dsp:sp>
    <dsp:sp modelId="{CACCA18F-8929-4CC3-BEF8-E8903F21B110}">
      <dsp:nvSpPr>
        <dsp:cNvPr id="0" name=""/>
        <dsp:cNvSpPr/>
      </dsp:nvSpPr>
      <dsp:spPr>
        <a:xfrm>
          <a:off x="1991729"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1649606"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1.1.1</a:t>
          </a:r>
        </a:p>
      </dsp:txBody>
      <dsp:txXfrm>
        <a:off x="1662967" y="1929397"/>
        <a:ext cx="657523" cy="429441"/>
      </dsp:txXfrm>
    </dsp:sp>
    <dsp:sp modelId="{27857633-8797-49F9-B30C-865041B34AFC}">
      <dsp:nvSpPr>
        <dsp:cNvPr id="0" name=""/>
        <dsp:cNvSpPr/>
      </dsp:nvSpPr>
      <dsp:spPr>
        <a:xfrm>
          <a:off x="2436488"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2539125"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1.1.2</a:t>
          </a:r>
        </a:p>
      </dsp:txBody>
      <dsp:txXfrm>
        <a:off x="2552486" y="1929397"/>
        <a:ext cx="657523" cy="429441"/>
      </dsp:txXfrm>
    </dsp:sp>
    <dsp:sp modelId="{C2AD0EE9-5245-4A16-8814-B573A7E7083F}">
      <dsp:nvSpPr>
        <dsp:cNvPr id="0" name=""/>
        <dsp:cNvSpPr/>
      </dsp:nvSpPr>
      <dsp:spPr>
        <a:xfrm>
          <a:off x="2881248" y="1094941"/>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983885"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a:t>
          </a:r>
        </a:p>
      </dsp:txBody>
      <dsp:txXfrm>
        <a:off x="2997246" y="1290768"/>
        <a:ext cx="657523" cy="429441"/>
      </dsp:txXfrm>
    </dsp:sp>
    <dsp:sp modelId="{77E45A8D-9CBF-46BE-A011-C9C9EA6D9A95}">
      <dsp:nvSpPr>
        <dsp:cNvPr id="0" name=""/>
        <dsp:cNvSpPr/>
      </dsp:nvSpPr>
      <dsp:spPr>
        <a:xfrm>
          <a:off x="3326007" y="456312"/>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3428644"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a:off x="3442005" y="652139"/>
        <a:ext cx="657523" cy="4294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990210" y="1645"/>
          <a:ext cx="3895195" cy="998395"/>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Not Full, Not Complete</a:t>
          </a:r>
        </a:p>
      </dsp:txBody>
      <dsp:txXfrm>
        <a:off x="1019452" y="30887"/>
        <a:ext cx="3836711" cy="939911"/>
      </dsp:txXfrm>
    </dsp:sp>
    <dsp:sp modelId="{1E0CA7C2-3741-46C1-BDB6-6FC5DC59B166}">
      <dsp:nvSpPr>
        <dsp:cNvPr id="0" name=""/>
        <dsp:cNvSpPr/>
      </dsp:nvSpPr>
      <dsp:spPr>
        <a:xfrm>
          <a:off x="2892088" y="1000040"/>
          <a:ext cx="91440" cy="399358"/>
        </a:xfrm>
        <a:custGeom>
          <a:avLst/>
          <a:gdLst/>
          <a:ahLst/>
          <a:cxnLst/>
          <a:rect l="0" t="0" r="0" b="0"/>
          <a:pathLst>
            <a:path>
              <a:moveTo>
                <a:pt x="45720" y="0"/>
              </a:moveTo>
              <a:lnTo>
                <a:pt x="45720" y="399358"/>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2F6662-8029-4814-AA6A-74DE37F8F33B}">
      <dsp:nvSpPr>
        <dsp:cNvPr id="0" name=""/>
        <dsp:cNvSpPr/>
      </dsp:nvSpPr>
      <dsp:spPr>
        <a:xfrm>
          <a:off x="2189011" y="1399399"/>
          <a:ext cx="1497593" cy="998395"/>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Can you make one?</a:t>
          </a:r>
        </a:p>
      </dsp:txBody>
      <dsp:txXfrm>
        <a:off x="2218253" y="1428641"/>
        <a:ext cx="1439109" cy="93991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A5F22-07F0-4A7E-B72E-5AFD65F6DB71}">
      <dsp:nvSpPr>
        <dsp:cNvPr id="0" name=""/>
        <dsp:cNvSpPr/>
      </dsp:nvSpPr>
      <dsp:spPr>
        <a:xfrm>
          <a:off x="1835092" y="126186"/>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5019</a:t>
          </a:r>
        </a:p>
      </dsp:txBody>
      <dsp:txXfrm>
        <a:off x="1853442" y="144536"/>
        <a:ext cx="903074" cy="589816"/>
      </dsp:txXfrm>
    </dsp:sp>
    <dsp:sp modelId="{D1F98DF7-1D48-45FA-A919-9F90BEB2E636}">
      <dsp:nvSpPr>
        <dsp:cNvPr id="0" name=""/>
        <dsp:cNvSpPr/>
      </dsp:nvSpPr>
      <dsp:spPr>
        <a:xfrm>
          <a:off x="1083273" y="752702"/>
          <a:ext cx="1221706" cy="250606"/>
        </a:xfrm>
        <a:custGeom>
          <a:avLst/>
          <a:gdLst/>
          <a:ahLst/>
          <a:cxnLst/>
          <a:rect l="0" t="0" r="0" b="0"/>
          <a:pathLst>
            <a:path>
              <a:moveTo>
                <a:pt x="1221706" y="0"/>
              </a:moveTo>
              <a:lnTo>
                <a:pt x="1221706" y="125303"/>
              </a:lnTo>
              <a:lnTo>
                <a:pt x="0" y="125303"/>
              </a:lnTo>
              <a:lnTo>
                <a:pt x="0" y="25060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E2E4C9-8FCA-4BEB-878C-C601778A1117}">
      <dsp:nvSpPr>
        <dsp:cNvPr id="0" name=""/>
        <dsp:cNvSpPr/>
      </dsp:nvSpPr>
      <dsp:spPr>
        <a:xfrm>
          <a:off x="613385" y="1003309"/>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4669</a:t>
          </a:r>
        </a:p>
      </dsp:txBody>
      <dsp:txXfrm>
        <a:off x="631735" y="1021659"/>
        <a:ext cx="903074" cy="589816"/>
      </dsp:txXfrm>
    </dsp:sp>
    <dsp:sp modelId="{9C5D0159-BA6D-453E-A02F-EDBB98977592}">
      <dsp:nvSpPr>
        <dsp:cNvPr id="0" name=""/>
        <dsp:cNvSpPr/>
      </dsp:nvSpPr>
      <dsp:spPr>
        <a:xfrm>
          <a:off x="472419" y="1629825"/>
          <a:ext cx="610853" cy="250606"/>
        </a:xfrm>
        <a:custGeom>
          <a:avLst/>
          <a:gdLst/>
          <a:ahLst/>
          <a:cxnLst/>
          <a:rect l="0" t="0" r="0" b="0"/>
          <a:pathLst>
            <a:path>
              <a:moveTo>
                <a:pt x="610853" y="0"/>
              </a:moveTo>
              <a:lnTo>
                <a:pt x="610853" y="125303"/>
              </a:lnTo>
              <a:lnTo>
                <a:pt x="0" y="125303"/>
              </a:lnTo>
              <a:lnTo>
                <a:pt x="0"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94EE04-DD41-47DB-8CB8-815B7EA1C252}">
      <dsp:nvSpPr>
        <dsp:cNvPr id="0" name=""/>
        <dsp:cNvSpPr/>
      </dsp:nvSpPr>
      <dsp:spPr>
        <a:xfrm>
          <a:off x="2532"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4930</a:t>
          </a:r>
        </a:p>
      </dsp:txBody>
      <dsp:txXfrm>
        <a:off x="20882" y="1898782"/>
        <a:ext cx="903074" cy="589816"/>
      </dsp:txXfrm>
    </dsp:sp>
    <dsp:sp modelId="{AAC03E44-59F1-479F-8875-93DBAF4C6792}">
      <dsp:nvSpPr>
        <dsp:cNvPr id="0" name=""/>
        <dsp:cNvSpPr/>
      </dsp:nvSpPr>
      <dsp:spPr>
        <a:xfrm>
          <a:off x="1083273" y="1629825"/>
          <a:ext cx="610853" cy="250606"/>
        </a:xfrm>
        <a:custGeom>
          <a:avLst/>
          <a:gdLst/>
          <a:ahLst/>
          <a:cxnLst/>
          <a:rect l="0" t="0" r="0" b="0"/>
          <a:pathLst>
            <a:path>
              <a:moveTo>
                <a:pt x="0" y="0"/>
              </a:moveTo>
              <a:lnTo>
                <a:pt x="0" y="125303"/>
              </a:lnTo>
              <a:lnTo>
                <a:pt x="610853" y="125303"/>
              </a:lnTo>
              <a:lnTo>
                <a:pt x="610853"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26C293-6747-4E04-9E85-534987BD2007}">
      <dsp:nvSpPr>
        <dsp:cNvPr id="0" name=""/>
        <dsp:cNvSpPr/>
      </dsp:nvSpPr>
      <dsp:spPr>
        <a:xfrm>
          <a:off x="1224239"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4901</a:t>
          </a:r>
        </a:p>
      </dsp:txBody>
      <dsp:txXfrm>
        <a:off x="1242589" y="1898782"/>
        <a:ext cx="903074" cy="589816"/>
      </dsp:txXfrm>
    </dsp:sp>
    <dsp:sp modelId="{0CC98026-1B67-4C01-B994-B95F573A55C0}">
      <dsp:nvSpPr>
        <dsp:cNvPr id="0" name=""/>
        <dsp:cNvSpPr/>
      </dsp:nvSpPr>
      <dsp:spPr>
        <a:xfrm>
          <a:off x="2304980" y="752702"/>
          <a:ext cx="1221706" cy="250606"/>
        </a:xfrm>
        <a:custGeom>
          <a:avLst/>
          <a:gdLst/>
          <a:ahLst/>
          <a:cxnLst/>
          <a:rect l="0" t="0" r="0" b="0"/>
          <a:pathLst>
            <a:path>
              <a:moveTo>
                <a:pt x="0" y="0"/>
              </a:moveTo>
              <a:lnTo>
                <a:pt x="0" y="125303"/>
              </a:lnTo>
              <a:lnTo>
                <a:pt x="1221706" y="125303"/>
              </a:lnTo>
              <a:lnTo>
                <a:pt x="1221706" y="25060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9DDF9F-7EB6-4AD4-A09A-A31A96BA400C}">
      <dsp:nvSpPr>
        <dsp:cNvPr id="0" name=""/>
        <dsp:cNvSpPr/>
      </dsp:nvSpPr>
      <dsp:spPr>
        <a:xfrm>
          <a:off x="3056799" y="1003309"/>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5040</a:t>
          </a:r>
        </a:p>
      </dsp:txBody>
      <dsp:txXfrm>
        <a:off x="3075149" y="1021659"/>
        <a:ext cx="903074" cy="589816"/>
      </dsp:txXfrm>
    </dsp:sp>
    <dsp:sp modelId="{E0CBFD70-825A-43BE-8351-9AABF71770EE}">
      <dsp:nvSpPr>
        <dsp:cNvPr id="0" name=""/>
        <dsp:cNvSpPr/>
      </dsp:nvSpPr>
      <dsp:spPr>
        <a:xfrm>
          <a:off x="2915833" y="1629825"/>
          <a:ext cx="610853" cy="250606"/>
        </a:xfrm>
        <a:custGeom>
          <a:avLst/>
          <a:gdLst/>
          <a:ahLst/>
          <a:cxnLst/>
          <a:rect l="0" t="0" r="0" b="0"/>
          <a:pathLst>
            <a:path>
              <a:moveTo>
                <a:pt x="610853" y="0"/>
              </a:moveTo>
              <a:lnTo>
                <a:pt x="610853" y="125303"/>
              </a:lnTo>
              <a:lnTo>
                <a:pt x="0" y="125303"/>
              </a:lnTo>
              <a:lnTo>
                <a:pt x="0"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C63445-954D-49D2-B8D4-A035A3477DFB}">
      <dsp:nvSpPr>
        <dsp:cNvPr id="0" name=""/>
        <dsp:cNvSpPr/>
      </dsp:nvSpPr>
      <dsp:spPr>
        <a:xfrm>
          <a:off x="2445946"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4910</a:t>
          </a:r>
        </a:p>
      </dsp:txBody>
      <dsp:txXfrm>
        <a:off x="2464296" y="1898782"/>
        <a:ext cx="903074" cy="589816"/>
      </dsp:txXfrm>
    </dsp:sp>
    <dsp:sp modelId="{FB339859-F091-4EB2-94DA-B21E53AE8D93}">
      <dsp:nvSpPr>
        <dsp:cNvPr id="0" name=""/>
        <dsp:cNvSpPr/>
      </dsp:nvSpPr>
      <dsp:spPr>
        <a:xfrm>
          <a:off x="3526686" y="1629825"/>
          <a:ext cx="610853" cy="250606"/>
        </a:xfrm>
        <a:custGeom>
          <a:avLst/>
          <a:gdLst/>
          <a:ahLst/>
          <a:cxnLst/>
          <a:rect l="0" t="0" r="0" b="0"/>
          <a:pathLst>
            <a:path>
              <a:moveTo>
                <a:pt x="0" y="0"/>
              </a:moveTo>
              <a:lnTo>
                <a:pt x="0" y="125303"/>
              </a:lnTo>
              <a:lnTo>
                <a:pt x="610853" y="125303"/>
              </a:lnTo>
              <a:lnTo>
                <a:pt x="610853"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97E05D-EBF3-457C-8ACF-94336F789532}">
      <dsp:nvSpPr>
        <dsp:cNvPr id="0" name=""/>
        <dsp:cNvSpPr/>
      </dsp:nvSpPr>
      <dsp:spPr>
        <a:xfrm>
          <a:off x="3667653" y="1880432"/>
          <a:ext cx="939774" cy="626516"/>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5144</a:t>
          </a:r>
        </a:p>
      </dsp:txBody>
      <dsp:txXfrm>
        <a:off x="3686003" y="1898782"/>
        <a:ext cx="903074" cy="5898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706CA-9772-4D5F-AB88-342085F7D151}">
      <dsp:nvSpPr>
        <dsp:cNvPr id="0" name=""/>
        <dsp:cNvSpPr/>
      </dsp:nvSpPr>
      <dsp:spPr>
        <a:xfrm>
          <a:off x="6887482" y="278"/>
          <a:ext cx="903088" cy="60205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Root</a:t>
          </a:r>
        </a:p>
      </dsp:txBody>
      <dsp:txXfrm>
        <a:off x="6905116" y="17912"/>
        <a:ext cx="867820" cy="566790"/>
      </dsp:txXfrm>
    </dsp:sp>
    <dsp:sp modelId="{F9395FC6-CB1B-4F85-8FE9-9E3163CEB9E9}">
      <dsp:nvSpPr>
        <dsp:cNvPr id="0" name=""/>
        <dsp:cNvSpPr/>
      </dsp:nvSpPr>
      <dsp:spPr>
        <a:xfrm>
          <a:off x="4403989" y="602337"/>
          <a:ext cx="2935037" cy="240823"/>
        </a:xfrm>
        <a:custGeom>
          <a:avLst/>
          <a:gdLst/>
          <a:ahLst/>
          <a:cxnLst/>
          <a:rect l="0" t="0" r="0" b="0"/>
          <a:pathLst>
            <a:path>
              <a:moveTo>
                <a:pt x="2935037" y="0"/>
              </a:moveTo>
              <a:lnTo>
                <a:pt x="2935037" y="120411"/>
              </a:lnTo>
              <a:lnTo>
                <a:pt x="0" y="120411"/>
              </a:lnTo>
              <a:lnTo>
                <a:pt x="0" y="2408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B96DB5-C266-4C12-BD1C-E0E5A93078E8}">
      <dsp:nvSpPr>
        <dsp:cNvPr id="0" name=""/>
        <dsp:cNvSpPr/>
      </dsp:nvSpPr>
      <dsp:spPr>
        <a:xfrm>
          <a:off x="3952445" y="843161"/>
          <a:ext cx="903088" cy="60205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a:t>
          </a:r>
        </a:p>
      </dsp:txBody>
      <dsp:txXfrm>
        <a:off x="3970079" y="860795"/>
        <a:ext cx="867820" cy="566790"/>
      </dsp:txXfrm>
    </dsp:sp>
    <dsp:sp modelId="{258E1F0F-44E8-42EA-AB88-08B737ABF74E}">
      <dsp:nvSpPr>
        <dsp:cNvPr id="0" name=""/>
        <dsp:cNvSpPr/>
      </dsp:nvSpPr>
      <dsp:spPr>
        <a:xfrm>
          <a:off x="2055959" y="1445219"/>
          <a:ext cx="2348029" cy="240823"/>
        </a:xfrm>
        <a:custGeom>
          <a:avLst/>
          <a:gdLst/>
          <a:ahLst/>
          <a:cxnLst/>
          <a:rect l="0" t="0" r="0" b="0"/>
          <a:pathLst>
            <a:path>
              <a:moveTo>
                <a:pt x="2348029" y="0"/>
              </a:moveTo>
              <a:lnTo>
                <a:pt x="2348029" y="120411"/>
              </a:lnTo>
              <a:lnTo>
                <a:pt x="0" y="120411"/>
              </a:lnTo>
              <a:lnTo>
                <a:pt x="0" y="24082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4EE11B-4342-43DA-A4FE-A837AFB4A75A}">
      <dsp:nvSpPr>
        <dsp:cNvPr id="0" name=""/>
        <dsp:cNvSpPr/>
      </dsp:nvSpPr>
      <dsp:spPr>
        <a:xfrm>
          <a:off x="1604415" y="1686043"/>
          <a:ext cx="903088" cy="602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ab--</a:t>
          </a:r>
        </a:p>
      </dsp:txBody>
      <dsp:txXfrm>
        <a:off x="1622049" y="1703677"/>
        <a:ext cx="867820" cy="566790"/>
      </dsp:txXfrm>
    </dsp:sp>
    <dsp:sp modelId="{844F4F33-47F3-434F-8E92-34B7AB4C80E6}">
      <dsp:nvSpPr>
        <dsp:cNvPr id="0" name=""/>
        <dsp:cNvSpPr/>
      </dsp:nvSpPr>
      <dsp:spPr>
        <a:xfrm>
          <a:off x="1468952" y="2288102"/>
          <a:ext cx="587007" cy="240823"/>
        </a:xfrm>
        <a:custGeom>
          <a:avLst/>
          <a:gdLst/>
          <a:ahLst/>
          <a:cxnLst/>
          <a:rect l="0" t="0" r="0" b="0"/>
          <a:pathLst>
            <a:path>
              <a:moveTo>
                <a:pt x="587007" y="0"/>
              </a:moveTo>
              <a:lnTo>
                <a:pt x="587007" y="120411"/>
              </a:lnTo>
              <a:lnTo>
                <a:pt x="0" y="120411"/>
              </a:lnTo>
              <a:lnTo>
                <a:pt x="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4EB2D9-8A06-4DA2-BB80-D171205F014D}">
      <dsp:nvSpPr>
        <dsp:cNvPr id="0" name=""/>
        <dsp:cNvSpPr/>
      </dsp:nvSpPr>
      <dsp:spPr>
        <a:xfrm>
          <a:off x="1017407" y="2528926"/>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abc</a:t>
          </a:r>
          <a:r>
            <a:rPr lang="en-US" sz="2500" kern="1200" dirty="0"/>
            <a:t>-</a:t>
          </a:r>
        </a:p>
      </dsp:txBody>
      <dsp:txXfrm>
        <a:off x="1035041" y="2546560"/>
        <a:ext cx="867820" cy="566790"/>
      </dsp:txXfrm>
    </dsp:sp>
    <dsp:sp modelId="{108B68F4-4D1E-4EB2-A1C2-7818DC02AE3C}">
      <dsp:nvSpPr>
        <dsp:cNvPr id="0" name=""/>
        <dsp:cNvSpPr/>
      </dsp:nvSpPr>
      <dsp:spPr>
        <a:xfrm>
          <a:off x="1423232" y="3130984"/>
          <a:ext cx="91440" cy="240823"/>
        </a:xfrm>
        <a:custGeom>
          <a:avLst/>
          <a:gdLst/>
          <a:ahLst/>
          <a:cxnLst/>
          <a:rect l="0" t="0" r="0" b="0"/>
          <a:pathLst>
            <a:path>
              <a:moveTo>
                <a:pt x="45720" y="0"/>
              </a:moveTo>
              <a:lnTo>
                <a:pt x="4572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785016-3D76-4606-9B29-7991F2FBD16A}">
      <dsp:nvSpPr>
        <dsp:cNvPr id="0" name=""/>
        <dsp:cNvSpPr/>
      </dsp:nvSpPr>
      <dsp:spPr>
        <a:xfrm>
          <a:off x="1017407" y="3371808"/>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abcd</a:t>
          </a:r>
          <a:endParaRPr lang="en-US" sz="2500" kern="1200" dirty="0"/>
        </a:p>
      </dsp:txBody>
      <dsp:txXfrm>
        <a:off x="1035041" y="3389442"/>
        <a:ext cx="867820" cy="566790"/>
      </dsp:txXfrm>
    </dsp:sp>
    <dsp:sp modelId="{74B3282B-DAE3-4893-9C41-8C4664666790}">
      <dsp:nvSpPr>
        <dsp:cNvPr id="0" name=""/>
        <dsp:cNvSpPr/>
      </dsp:nvSpPr>
      <dsp:spPr>
        <a:xfrm>
          <a:off x="2055959" y="2288102"/>
          <a:ext cx="587007" cy="240823"/>
        </a:xfrm>
        <a:custGeom>
          <a:avLst/>
          <a:gdLst/>
          <a:ahLst/>
          <a:cxnLst/>
          <a:rect l="0" t="0" r="0" b="0"/>
          <a:pathLst>
            <a:path>
              <a:moveTo>
                <a:pt x="0" y="0"/>
              </a:moveTo>
              <a:lnTo>
                <a:pt x="0" y="120411"/>
              </a:lnTo>
              <a:lnTo>
                <a:pt x="587007" y="120411"/>
              </a:lnTo>
              <a:lnTo>
                <a:pt x="587007"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5AC4DE-D4F2-4ABD-A286-C56B839D59DF}">
      <dsp:nvSpPr>
        <dsp:cNvPr id="0" name=""/>
        <dsp:cNvSpPr/>
      </dsp:nvSpPr>
      <dsp:spPr>
        <a:xfrm>
          <a:off x="2191422" y="2528926"/>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ab-c</a:t>
          </a:r>
        </a:p>
      </dsp:txBody>
      <dsp:txXfrm>
        <a:off x="2209056" y="2546560"/>
        <a:ext cx="867820" cy="566790"/>
      </dsp:txXfrm>
    </dsp:sp>
    <dsp:sp modelId="{33D7A658-62CB-44BE-912A-9E8B48493AD0}">
      <dsp:nvSpPr>
        <dsp:cNvPr id="0" name=""/>
        <dsp:cNvSpPr/>
      </dsp:nvSpPr>
      <dsp:spPr>
        <a:xfrm>
          <a:off x="2597247" y="3130984"/>
          <a:ext cx="91440" cy="240823"/>
        </a:xfrm>
        <a:custGeom>
          <a:avLst/>
          <a:gdLst/>
          <a:ahLst/>
          <a:cxnLst/>
          <a:rect l="0" t="0" r="0" b="0"/>
          <a:pathLst>
            <a:path>
              <a:moveTo>
                <a:pt x="45720" y="0"/>
              </a:moveTo>
              <a:lnTo>
                <a:pt x="4572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83DB4C-D922-4883-9BEE-5502D90357F7}">
      <dsp:nvSpPr>
        <dsp:cNvPr id="0" name=""/>
        <dsp:cNvSpPr/>
      </dsp:nvSpPr>
      <dsp:spPr>
        <a:xfrm>
          <a:off x="2191422" y="3371808"/>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abdc</a:t>
          </a:r>
          <a:endParaRPr lang="en-US" sz="2500" kern="1200" dirty="0"/>
        </a:p>
      </dsp:txBody>
      <dsp:txXfrm>
        <a:off x="2209056" y="3389442"/>
        <a:ext cx="867820" cy="566790"/>
      </dsp:txXfrm>
    </dsp:sp>
    <dsp:sp modelId="{261B2401-23D9-47B7-854B-1390B55DFC22}">
      <dsp:nvSpPr>
        <dsp:cNvPr id="0" name=""/>
        <dsp:cNvSpPr/>
      </dsp:nvSpPr>
      <dsp:spPr>
        <a:xfrm>
          <a:off x="4358269" y="1445219"/>
          <a:ext cx="91440" cy="240823"/>
        </a:xfrm>
        <a:custGeom>
          <a:avLst/>
          <a:gdLst/>
          <a:ahLst/>
          <a:cxnLst/>
          <a:rect l="0" t="0" r="0" b="0"/>
          <a:pathLst>
            <a:path>
              <a:moveTo>
                <a:pt x="45720" y="0"/>
              </a:moveTo>
              <a:lnTo>
                <a:pt x="45720" y="24082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C5F1CB-7744-41A3-ABCC-2816B3A3B7DC}">
      <dsp:nvSpPr>
        <dsp:cNvPr id="0" name=""/>
        <dsp:cNvSpPr/>
      </dsp:nvSpPr>
      <dsp:spPr>
        <a:xfrm>
          <a:off x="3952445" y="1686043"/>
          <a:ext cx="903088" cy="602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a-b-</a:t>
          </a:r>
        </a:p>
      </dsp:txBody>
      <dsp:txXfrm>
        <a:off x="3970079" y="1703677"/>
        <a:ext cx="867820" cy="566790"/>
      </dsp:txXfrm>
    </dsp:sp>
    <dsp:sp modelId="{295508F4-93DD-47CC-AD86-AB512C5180E3}">
      <dsp:nvSpPr>
        <dsp:cNvPr id="0" name=""/>
        <dsp:cNvSpPr/>
      </dsp:nvSpPr>
      <dsp:spPr>
        <a:xfrm>
          <a:off x="3816981" y="2288102"/>
          <a:ext cx="587007" cy="240823"/>
        </a:xfrm>
        <a:custGeom>
          <a:avLst/>
          <a:gdLst/>
          <a:ahLst/>
          <a:cxnLst/>
          <a:rect l="0" t="0" r="0" b="0"/>
          <a:pathLst>
            <a:path>
              <a:moveTo>
                <a:pt x="587007" y="0"/>
              </a:moveTo>
              <a:lnTo>
                <a:pt x="587007" y="120411"/>
              </a:lnTo>
              <a:lnTo>
                <a:pt x="0" y="120411"/>
              </a:lnTo>
              <a:lnTo>
                <a:pt x="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2A92EF-039B-4F9A-BF8C-3EA749C49D84}">
      <dsp:nvSpPr>
        <dsp:cNvPr id="0" name=""/>
        <dsp:cNvSpPr/>
      </dsp:nvSpPr>
      <dsp:spPr>
        <a:xfrm>
          <a:off x="3365437" y="2528926"/>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acb</a:t>
          </a:r>
          <a:r>
            <a:rPr lang="en-US" sz="2500" kern="1200" dirty="0"/>
            <a:t>-</a:t>
          </a:r>
        </a:p>
      </dsp:txBody>
      <dsp:txXfrm>
        <a:off x="3383071" y="2546560"/>
        <a:ext cx="867820" cy="566790"/>
      </dsp:txXfrm>
    </dsp:sp>
    <dsp:sp modelId="{9DFC7F07-A183-4755-8CF0-47D867504C57}">
      <dsp:nvSpPr>
        <dsp:cNvPr id="0" name=""/>
        <dsp:cNvSpPr/>
      </dsp:nvSpPr>
      <dsp:spPr>
        <a:xfrm>
          <a:off x="3771261" y="3130984"/>
          <a:ext cx="91440" cy="240823"/>
        </a:xfrm>
        <a:custGeom>
          <a:avLst/>
          <a:gdLst/>
          <a:ahLst/>
          <a:cxnLst/>
          <a:rect l="0" t="0" r="0" b="0"/>
          <a:pathLst>
            <a:path>
              <a:moveTo>
                <a:pt x="45720" y="0"/>
              </a:moveTo>
              <a:lnTo>
                <a:pt x="4572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6183A6-72B4-4C1E-9884-E5897B97F7E2}">
      <dsp:nvSpPr>
        <dsp:cNvPr id="0" name=""/>
        <dsp:cNvSpPr/>
      </dsp:nvSpPr>
      <dsp:spPr>
        <a:xfrm>
          <a:off x="3365437" y="3371808"/>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acbd</a:t>
          </a:r>
          <a:endParaRPr lang="en-US" sz="2500" kern="1200" dirty="0"/>
        </a:p>
      </dsp:txBody>
      <dsp:txXfrm>
        <a:off x="3383071" y="3389442"/>
        <a:ext cx="867820" cy="566790"/>
      </dsp:txXfrm>
    </dsp:sp>
    <dsp:sp modelId="{A4FA3FA0-5934-482D-B5B5-C35599768775}">
      <dsp:nvSpPr>
        <dsp:cNvPr id="0" name=""/>
        <dsp:cNvSpPr/>
      </dsp:nvSpPr>
      <dsp:spPr>
        <a:xfrm>
          <a:off x="4403989" y="2288102"/>
          <a:ext cx="587007" cy="240823"/>
        </a:xfrm>
        <a:custGeom>
          <a:avLst/>
          <a:gdLst/>
          <a:ahLst/>
          <a:cxnLst/>
          <a:rect l="0" t="0" r="0" b="0"/>
          <a:pathLst>
            <a:path>
              <a:moveTo>
                <a:pt x="0" y="0"/>
              </a:moveTo>
              <a:lnTo>
                <a:pt x="0" y="120411"/>
              </a:lnTo>
              <a:lnTo>
                <a:pt x="587007" y="120411"/>
              </a:lnTo>
              <a:lnTo>
                <a:pt x="587007"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120E78-8AED-4115-ABFD-5A885A7BE55F}">
      <dsp:nvSpPr>
        <dsp:cNvPr id="0" name=""/>
        <dsp:cNvSpPr/>
      </dsp:nvSpPr>
      <dsp:spPr>
        <a:xfrm>
          <a:off x="4539452" y="2528926"/>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a:t>
          </a:r>
          <a:r>
            <a:rPr lang="en-US" sz="2500" kern="1200" dirty="0" err="1"/>
            <a:t>bc</a:t>
          </a:r>
          <a:endParaRPr lang="en-US" sz="2500" kern="1200" dirty="0"/>
        </a:p>
      </dsp:txBody>
      <dsp:txXfrm>
        <a:off x="4557086" y="2546560"/>
        <a:ext cx="867820" cy="566790"/>
      </dsp:txXfrm>
    </dsp:sp>
    <dsp:sp modelId="{C82FADC9-4A5C-48D1-8E0C-57617BD8B9D9}">
      <dsp:nvSpPr>
        <dsp:cNvPr id="0" name=""/>
        <dsp:cNvSpPr/>
      </dsp:nvSpPr>
      <dsp:spPr>
        <a:xfrm>
          <a:off x="4945276" y="3130984"/>
          <a:ext cx="91440" cy="240823"/>
        </a:xfrm>
        <a:custGeom>
          <a:avLst/>
          <a:gdLst/>
          <a:ahLst/>
          <a:cxnLst/>
          <a:rect l="0" t="0" r="0" b="0"/>
          <a:pathLst>
            <a:path>
              <a:moveTo>
                <a:pt x="45720" y="0"/>
              </a:moveTo>
              <a:lnTo>
                <a:pt x="4572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14FE4E-E6C9-4242-990F-0936FE9C4E00}">
      <dsp:nvSpPr>
        <dsp:cNvPr id="0" name=""/>
        <dsp:cNvSpPr/>
      </dsp:nvSpPr>
      <dsp:spPr>
        <a:xfrm>
          <a:off x="4539452" y="3371808"/>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adbc</a:t>
          </a:r>
          <a:endParaRPr lang="en-US" sz="2500" kern="1200" dirty="0"/>
        </a:p>
      </dsp:txBody>
      <dsp:txXfrm>
        <a:off x="4557086" y="3389442"/>
        <a:ext cx="867820" cy="566790"/>
      </dsp:txXfrm>
    </dsp:sp>
    <dsp:sp modelId="{792EAE39-05E5-4F97-B2D3-8903E61FBF4F}">
      <dsp:nvSpPr>
        <dsp:cNvPr id="0" name=""/>
        <dsp:cNvSpPr/>
      </dsp:nvSpPr>
      <dsp:spPr>
        <a:xfrm>
          <a:off x="4403989" y="1445219"/>
          <a:ext cx="2348029" cy="240823"/>
        </a:xfrm>
        <a:custGeom>
          <a:avLst/>
          <a:gdLst/>
          <a:ahLst/>
          <a:cxnLst/>
          <a:rect l="0" t="0" r="0" b="0"/>
          <a:pathLst>
            <a:path>
              <a:moveTo>
                <a:pt x="0" y="0"/>
              </a:moveTo>
              <a:lnTo>
                <a:pt x="0" y="120411"/>
              </a:lnTo>
              <a:lnTo>
                <a:pt x="2348029" y="120411"/>
              </a:lnTo>
              <a:lnTo>
                <a:pt x="2348029" y="24082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22795B-A313-409A-9F52-57CFA92EDB93}">
      <dsp:nvSpPr>
        <dsp:cNvPr id="0" name=""/>
        <dsp:cNvSpPr/>
      </dsp:nvSpPr>
      <dsp:spPr>
        <a:xfrm>
          <a:off x="6300474" y="1686043"/>
          <a:ext cx="903088" cy="602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a--b</a:t>
          </a:r>
        </a:p>
      </dsp:txBody>
      <dsp:txXfrm>
        <a:off x="6318108" y="1703677"/>
        <a:ext cx="867820" cy="566790"/>
      </dsp:txXfrm>
    </dsp:sp>
    <dsp:sp modelId="{62FDC3F9-646D-4B67-A6DC-D705D9737401}">
      <dsp:nvSpPr>
        <dsp:cNvPr id="0" name=""/>
        <dsp:cNvSpPr/>
      </dsp:nvSpPr>
      <dsp:spPr>
        <a:xfrm>
          <a:off x="6165011" y="2288102"/>
          <a:ext cx="587007" cy="240823"/>
        </a:xfrm>
        <a:custGeom>
          <a:avLst/>
          <a:gdLst/>
          <a:ahLst/>
          <a:cxnLst/>
          <a:rect l="0" t="0" r="0" b="0"/>
          <a:pathLst>
            <a:path>
              <a:moveTo>
                <a:pt x="587007" y="0"/>
              </a:moveTo>
              <a:lnTo>
                <a:pt x="587007" y="120411"/>
              </a:lnTo>
              <a:lnTo>
                <a:pt x="0" y="120411"/>
              </a:lnTo>
              <a:lnTo>
                <a:pt x="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B870B5-656E-4481-8AA2-2A6A4568029B}">
      <dsp:nvSpPr>
        <dsp:cNvPr id="0" name=""/>
        <dsp:cNvSpPr/>
      </dsp:nvSpPr>
      <dsp:spPr>
        <a:xfrm>
          <a:off x="5713467" y="2528926"/>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ac-b</a:t>
          </a:r>
        </a:p>
      </dsp:txBody>
      <dsp:txXfrm>
        <a:off x="5731101" y="2546560"/>
        <a:ext cx="867820" cy="566790"/>
      </dsp:txXfrm>
    </dsp:sp>
    <dsp:sp modelId="{306C6D96-E16E-495E-B082-140907B574C2}">
      <dsp:nvSpPr>
        <dsp:cNvPr id="0" name=""/>
        <dsp:cNvSpPr/>
      </dsp:nvSpPr>
      <dsp:spPr>
        <a:xfrm>
          <a:off x="6119291" y="3130984"/>
          <a:ext cx="91440" cy="240823"/>
        </a:xfrm>
        <a:custGeom>
          <a:avLst/>
          <a:gdLst/>
          <a:ahLst/>
          <a:cxnLst/>
          <a:rect l="0" t="0" r="0" b="0"/>
          <a:pathLst>
            <a:path>
              <a:moveTo>
                <a:pt x="45720" y="0"/>
              </a:moveTo>
              <a:lnTo>
                <a:pt x="4572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DEACC-4434-4565-902B-7DF5F248076A}">
      <dsp:nvSpPr>
        <dsp:cNvPr id="0" name=""/>
        <dsp:cNvSpPr/>
      </dsp:nvSpPr>
      <dsp:spPr>
        <a:xfrm>
          <a:off x="5713467" y="3371808"/>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acdb</a:t>
          </a:r>
          <a:endParaRPr lang="en-US" sz="2500" kern="1200" dirty="0"/>
        </a:p>
      </dsp:txBody>
      <dsp:txXfrm>
        <a:off x="5731101" y="3389442"/>
        <a:ext cx="867820" cy="566790"/>
      </dsp:txXfrm>
    </dsp:sp>
    <dsp:sp modelId="{D35712CB-A146-4107-8ACA-E5AD96524B3D}">
      <dsp:nvSpPr>
        <dsp:cNvPr id="0" name=""/>
        <dsp:cNvSpPr/>
      </dsp:nvSpPr>
      <dsp:spPr>
        <a:xfrm>
          <a:off x="6752019" y="2288102"/>
          <a:ext cx="587007" cy="240823"/>
        </a:xfrm>
        <a:custGeom>
          <a:avLst/>
          <a:gdLst/>
          <a:ahLst/>
          <a:cxnLst/>
          <a:rect l="0" t="0" r="0" b="0"/>
          <a:pathLst>
            <a:path>
              <a:moveTo>
                <a:pt x="0" y="0"/>
              </a:moveTo>
              <a:lnTo>
                <a:pt x="0" y="120411"/>
              </a:lnTo>
              <a:lnTo>
                <a:pt x="587007" y="120411"/>
              </a:lnTo>
              <a:lnTo>
                <a:pt x="587007"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F51DED-CBF7-4BC1-A840-7525B169F018}">
      <dsp:nvSpPr>
        <dsp:cNvPr id="0" name=""/>
        <dsp:cNvSpPr/>
      </dsp:nvSpPr>
      <dsp:spPr>
        <a:xfrm>
          <a:off x="6887482" y="2528926"/>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a:t>
          </a:r>
          <a:r>
            <a:rPr lang="en-US" sz="2500" kern="1200" dirty="0" err="1"/>
            <a:t>cb</a:t>
          </a:r>
          <a:endParaRPr lang="en-US" sz="2500" kern="1200" dirty="0"/>
        </a:p>
      </dsp:txBody>
      <dsp:txXfrm>
        <a:off x="6905116" y="2546560"/>
        <a:ext cx="867820" cy="566790"/>
      </dsp:txXfrm>
    </dsp:sp>
    <dsp:sp modelId="{0C41BB6F-138C-4E27-8621-DAAA1B033872}">
      <dsp:nvSpPr>
        <dsp:cNvPr id="0" name=""/>
        <dsp:cNvSpPr/>
      </dsp:nvSpPr>
      <dsp:spPr>
        <a:xfrm>
          <a:off x="7293306" y="3130984"/>
          <a:ext cx="91440" cy="240823"/>
        </a:xfrm>
        <a:custGeom>
          <a:avLst/>
          <a:gdLst/>
          <a:ahLst/>
          <a:cxnLst/>
          <a:rect l="0" t="0" r="0" b="0"/>
          <a:pathLst>
            <a:path>
              <a:moveTo>
                <a:pt x="45720" y="0"/>
              </a:moveTo>
              <a:lnTo>
                <a:pt x="45720" y="2408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014396-6DBB-434E-8247-62686AD8BAF7}">
      <dsp:nvSpPr>
        <dsp:cNvPr id="0" name=""/>
        <dsp:cNvSpPr/>
      </dsp:nvSpPr>
      <dsp:spPr>
        <a:xfrm>
          <a:off x="6887482" y="3371808"/>
          <a:ext cx="903088" cy="6020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t>Adcb</a:t>
          </a:r>
          <a:endParaRPr lang="en-US" sz="2500" kern="1200" dirty="0"/>
        </a:p>
      </dsp:txBody>
      <dsp:txXfrm>
        <a:off x="6905116" y="3389442"/>
        <a:ext cx="867820" cy="566790"/>
      </dsp:txXfrm>
    </dsp:sp>
    <dsp:sp modelId="{EB64EE87-D55C-4985-B89F-DB1778B8F091}">
      <dsp:nvSpPr>
        <dsp:cNvPr id="0" name=""/>
        <dsp:cNvSpPr/>
      </dsp:nvSpPr>
      <dsp:spPr>
        <a:xfrm>
          <a:off x="7339026" y="602337"/>
          <a:ext cx="587007" cy="240823"/>
        </a:xfrm>
        <a:custGeom>
          <a:avLst/>
          <a:gdLst/>
          <a:ahLst/>
          <a:cxnLst/>
          <a:rect l="0" t="0" r="0" b="0"/>
          <a:pathLst>
            <a:path>
              <a:moveTo>
                <a:pt x="0" y="0"/>
              </a:moveTo>
              <a:lnTo>
                <a:pt x="0" y="120411"/>
              </a:lnTo>
              <a:lnTo>
                <a:pt x="587007" y="120411"/>
              </a:lnTo>
              <a:lnTo>
                <a:pt x="587007" y="2408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36592-E823-4FCF-B5DE-BC12AB4C4933}">
      <dsp:nvSpPr>
        <dsp:cNvPr id="0" name=""/>
        <dsp:cNvSpPr/>
      </dsp:nvSpPr>
      <dsp:spPr>
        <a:xfrm>
          <a:off x="7474489" y="843161"/>
          <a:ext cx="903088" cy="60205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a:t>
          </a:r>
        </a:p>
      </dsp:txBody>
      <dsp:txXfrm>
        <a:off x="7492123" y="860795"/>
        <a:ext cx="867820" cy="566790"/>
      </dsp:txXfrm>
    </dsp:sp>
    <dsp:sp modelId="{EC09F82A-9B0B-4FF1-AD40-55C6C5973736}">
      <dsp:nvSpPr>
        <dsp:cNvPr id="0" name=""/>
        <dsp:cNvSpPr/>
      </dsp:nvSpPr>
      <dsp:spPr>
        <a:xfrm>
          <a:off x="7880314" y="1445219"/>
          <a:ext cx="91440" cy="240823"/>
        </a:xfrm>
        <a:custGeom>
          <a:avLst/>
          <a:gdLst/>
          <a:ahLst/>
          <a:cxnLst/>
          <a:rect l="0" t="0" r="0" b="0"/>
          <a:pathLst>
            <a:path>
              <a:moveTo>
                <a:pt x="45720" y="0"/>
              </a:moveTo>
              <a:lnTo>
                <a:pt x="45720" y="24082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C371E8-7779-40EB-B56C-98FA749A54CC}">
      <dsp:nvSpPr>
        <dsp:cNvPr id="0" name=""/>
        <dsp:cNvSpPr/>
      </dsp:nvSpPr>
      <dsp:spPr>
        <a:xfrm>
          <a:off x="7474489" y="1686043"/>
          <a:ext cx="903088" cy="602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t>
          </a:r>
        </a:p>
      </dsp:txBody>
      <dsp:txXfrm>
        <a:off x="7492123" y="1703677"/>
        <a:ext cx="867820" cy="566790"/>
      </dsp:txXfrm>
    </dsp:sp>
    <dsp:sp modelId="{60553512-CC60-441F-9078-5F334580B5B9}">
      <dsp:nvSpPr>
        <dsp:cNvPr id="0" name=""/>
        <dsp:cNvSpPr/>
      </dsp:nvSpPr>
      <dsp:spPr>
        <a:xfrm>
          <a:off x="7339026" y="602337"/>
          <a:ext cx="1761022" cy="240823"/>
        </a:xfrm>
        <a:custGeom>
          <a:avLst/>
          <a:gdLst/>
          <a:ahLst/>
          <a:cxnLst/>
          <a:rect l="0" t="0" r="0" b="0"/>
          <a:pathLst>
            <a:path>
              <a:moveTo>
                <a:pt x="0" y="0"/>
              </a:moveTo>
              <a:lnTo>
                <a:pt x="0" y="120411"/>
              </a:lnTo>
              <a:lnTo>
                <a:pt x="1761022" y="120411"/>
              </a:lnTo>
              <a:lnTo>
                <a:pt x="1761022" y="2408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366023-EC2E-45BD-92D1-EAC3C80E74CC}">
      <dsp:nvSpPr>
        <dsp:cNvPr id="0" name=""/>
        <dsp:cNvSpPr/>
      </dsp:nvSpPr>
      <dsp:spPr>
        <a:xfrm>
          <a:off x="8648504" y="843161"/>
          <a:ext cx="903088" cy="60205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a:t>
          </a:r>
        </a:p>
      </dsp:txBody>
      <dsp:txXfrm>
        <a:off x="8666138" y="860795"/>
        <a:ext cx="867820" cy="566790"/>
      </dsp:txXfrm>
    </dsp:sp>
    <dsp:sp modelId="{7DC8AB40-D3F8-43AA-B83F-7AF81A494049}">
      <dsp:nvSpPr>
        <dsp:cNvPr id="0" name=""/>
        <dsp:cNvSpPr/>
      </dsp:nvSpPr>
      <dsp:spPr>
        <a:xfrm>
          <a:off x="9054328" y="1445219"/>
          <a:ext cx="91440" cy="240823"/>
        </a:xfrm>
        <a:custGeom>
          <a:avLst/>
          <a:gdLst/>
          <a:ahLst/>
          <a:cxnLst/>
          <a:rect l="0" t="0" r="0" b="0"/>
          <a:pathLst>
            <a:path>
              <a:moveTo>
                <a:pt x="45720" y="0"/>
              </a:moveTo>
              <a:lnTo>
                <a:pt x="45720" y="24082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E9F830-58FC-4D3A-A924-F0C63B5B41F1}">
      <dsp:nvSpPr>
        <dsp:cNvPr id="0" name=""/>
        <dsp:cNvSpPr/>
      </dsp:nvSpPr>
      <dsp:spPr>
        <a:xfrm>
          <a:off x="8648504" y="1686043"/>
          <a:ext cx="903088" cy="602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t>
          </a:r>
        </a:p>
      </dsp:txBody>
      <dsp:txXfrm>
        <a:off x="8666138" y="1703677"/>
        <a:ext cx="867820" cy="566790"/>
      </dsp:txXfrm>
    </dsp:sp>
    <dsp:sp modelId="{4A3BF15A-F5BA-4590-A433-866C63179BE3}">
      <dsp:nvSpPr>
        <dsp:cNvPr id="0" name=""/>
        <dsp:cNvSpPr/>
      </dsp:nvSpPr>
      <dsp:spPr>
        <a:xfrm>
          <a:off x="7339026" y="602337"/>
          <a:ext cx="2935037" cy="240823"/>
        </a:xfrm>
        <a:custGeom>
          <a:avLst/>
          <a:gdLst/>
          <a:ahLst/>
          <a:cxnLst/>
          <a:rect l="0" t="0" r="0" b="0"/>
          <a:pathLst>
            <a:path>
              <a:moveTo>
                <a:pt x="0" y="0"/>
              </a:moveTo>
              <a:lnTo>
                <a:pt x="0" y="120411"/>
              </a:lnTo>
              <a:lnTo>
                <a:pt x="2935037" y="120411"/>
              </a:lnTo>
              <a:lnTo>
                <a:pt x="2935037" y="2408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EA1481-5B9A-4BD3-ACDE-622837DF03AA}">
      <dsp:nvSpPr>
        <dsp:cNvPr id="0" name=""/>
        <dsp:cNvSpPr/>
      </dsp:nvSpPr>
      <dsp:spPr>
        <a:xfrm>
          <a:off x="9822519" y="843161"/>
          <a:ext cx="903088" cy="60205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a:t>
          </a:r>
        </a:p>
      </dsp:txBody>
      <dsp:txXfrm>
        <a:off x="9840153" y="860795"/>
        <a:ext cx="867820" cy="566790"/>
      </dsp:txXfrm>
    </dsp:sp>
    <dsp:sp modelId="{4A256943-F1AC-4258-9F5D-6F3EA47D1A25}">
      <dsp:nvSpPr>
        <dsp:cNvPr id="0" name=""/>
        <dsp:cNvSpPr/>
      </dsp:nvSpPr>
      <dsp:spPr>
        <a:xfrm>
          <a:off x="10228343" y="1445219"/>
          <a:ext cx="91440" cy="240823"/>
        </a:xfrm>
        <a:custGeom>
          <a:avLst/>
          <a:gdLst/>
          <a:ahLst/>
          <a:cxnLst/>
          <a:rect l="0" t="0" r="0" b="0"/>
          <a:pathLst>
            <a:path>
              <a:moveTo>
                <a:pt x="45720" y="0"/>
              </a:moveTo>
              <a:lnTo>
                <a:pt x="45720" y="24082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19A212-7D41-4265-8609-5A424E0E6CAB}">
      <dsp:nvSpPr>
        <dsp:cNvPr id="0" name=""/>
        <dsp:cNvSpPr/>
      </dsp:nvSpPr>
      <dsp:spPr>
        <a:xfrm>
          <a:off x="9822519" y="1686043"/>
          <a:ext cx="903088" cy="602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t>
          </a:r>
        </a:p>
      </dsp:txBody>
      <dsp:txXfrm>
        <a:off x="9840153" y="1703677"/>
        <a:ext cx="867820" cy="56679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706CA-9772-4D5F-AB88-342085F7D151}">
      <dsp:nvSpPr>
        <dsp:cNvPr id="0" name=""/>
        <dsp:cNvSpPr/>
      </dsp:nvSpPr>
      <dsp:spPr>
        <a:xfrm>
          <a:off x="4514644" y="81483"/>
          <a:ext cx="694525" cy="46301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Root</a:t>
          </a:r>
        </a:p>
      </dsp:txBody>
      <dsp:txXfrm>
        <a:off x="4528205" y="95044"/>
        <a:ext cx="667403" cy="435895"/>
      </dsp:txXfrm>
    </dsp:sp>
    <dsp:sp modelId="{F9395FC6-CB1B-4F85-8FE9-9E3163CEB9E9}">
      <dsp:nvSpPr>
        <dsp:cNvPr id="0" name=""/>
        <dsp:cNvSpPr/>
      </dsp:nvSpPr>
      <dsp:spPr>
        <a:xfrm>
          <a:off x="2604698" y="544500"/>
          <a:ext cx="2257208" cy="185206"/>
        </a:xfrm>
        <a:custGeom>
          <a:avLst/>
          <a:gdLst/>
          <a:ahLst/>
          <a:cxnLst/>
          <a:rect l="0" t="0" r="0" b="0"/>
          <a:pathLst>
            <a:path>
              <a:moveTo>
                <a:pt x="2257208" y="0"/>
              </a:moveTo>
              <a:lnTo>
                <a:pt x="2257208" y="92603"/>
              </a:lnTo>
              <a:lnTo>
                <a:pt x="0" y="92603"/>
              </a:lnTo>
              <a:lnTo>
                <a:pt x="0" y="18520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B96DB5-C266-4C12-BD1C-E0E5A93078E8}">
      <dsp:nvSpPr>
        <dsp:cNvPr id="0" name=""/>
        <dsp:cNvSpPr/>
      </dsp:nvSpPr>
      <dsp:spPr>
        <a:xfrm>
          <a:off x="2257436" y="729707"/>
          <a:ext cx="694525" cy="463017"/>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a:t>
          </a:r>
        </a:p>
      </dsp:txBody>
      <dsp:txXfrm>
        <a:off x="2270997" y="743268"/>
        <a:ext cx="667403" cy="435895"/>
      </dsp:txXfrm>
    </dsp:sp>
    <dsp:sp modelId="{258E1F0F-44E8-42EA-AB88-08B737ABF74E}">
      <dsp:nvSpPr>
        <dsp:cNvPr id="0" name=""/>
        <dsp:cNvSpPr/>
      </dsp:nvSpPr>
      <dsp:spPr>
        <a:xfrm>
          <a:off x="798932" y="1192724"/>
          <a:ext cx="1805766" cy="185206"/>
        </a:xfrm>
        <a:custGeom>
          <a:avLst/>
          <a:gdLst/>
          <a:ahLst/>
          <a:cxnLst/>
          <a:rect l="0" t="0" r="0" b="0"/>
          <a:pathLst>
            <a:path>
              <a:moveTo>
                <a:pt x="1805766" y="0"/>
              </a:moveTo>
              <a:lnTo>
                <a:pt x="1805766" y="92603"/>
              </a:lnTo>
              <a:lnTo>
                <a:pt x="0" y="92603"/>
              </a:lnTo>
              <a:lnTo>
                <a:pt x="0" y="18520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4EE11B-4342-43DA-A4FE-A837AFB4A75A}">
      <dsp:nvSpPr>
        <dsp:cNvPr id="0" name=""/>
        <dsp:cNvSpPr/>
      </dsp:nvSpPr>
      <dsp:spPr>
        <a:xfrm>
          <a:off x="451669" y="1377931"/>
          <a:ext cx="694525" cy="463017"/>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a:t>ab--</a:t>
          </a:r>
        </a:p>
      </dsp:txBody>
      <dsp:txXfrm>
        <a:off x="465230" y="1391492"/>
        <a:ext cx="667403" cy="435895"/>
      </dsp:txXfrm>
    </dsp:sp>
    <dsp:sp modelId="{844F4F33-47F3-434F-8E92-34B7AB4C80E6}">
      <dsp:nvSpPr>
        <dsp:cNvPr id="0" name=""/>
        <dsp:cNvSpPr/>
      </dsp:nvSpPr>
      <dsp:spPr>
        <a:xfrm>
          <a:off x="347490" y="1840948"/>
          <a:ext cx="451441" cy="185206"/>
        </a:xfrm>
        <a:custGeom>
          <a:avLst/>
          <a:gdLst/>
          <a:ahLst/>
          <a:cxnLst/>
          <a:rect l="0" t="0" r="0" b="0"/>
          <a:pathLst>
            <a:path>
              <a:moveTo>
                <a:pt x="451441" y="0"/>
              </a:moveTo>
              <a:lnTo>
                <a:pt x="451441" y="92603"/>
              </a:lnTo>
              <a:lnTo>
                <a:pt x="0" y="92603"/>
              </a:lnTo>
              <a:lnTo>
                <a:pt x="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4EB2D9-8A06-4DA2-BB80-D171205F014D}">
      <dsp:nvSpPr>
        <dsp:cNvPr id="0" name=""/>
        <dsp:cNvSpPr/>
      </dsp:nvSpPr>
      <dsp:spPr>
        <a:xfrm>
          <a:off x="227" y="2026155"/>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abc</a:t>
          </a:r>
          <a:r>
            <a:rPr lang="en-US" sz="1900" strike="sngStrike" kern="1200" dirty="0"/>
            <a:t>-</a:t>
          </a:r>
        </a:p>
      </dsp:txBody>
      <dsp:txXfrm>
        <a:off x="13788" y="2039716"/>
        <a:ext cx="667403" cy="435895"/>
      </dsp:txXfrm>
    </dsp:sp>
    <dsp:sp modelId="{108B68F4-4D1E-4EB2-A1C2-7818DC02AE3C}">
      <dsp:nvSpPr>
        <dsp:cNvPr id="0" name=""/>
        <dsp:cNvSpPr/>
      </dsp:nvSpPr>
      <dsp:spPr>
        <a:xfrm>
          <a:off x="301770" y="2489172"/>
          <a:ext cx="91440" cy="185206"/>
        </a:xfrm>
        <a:custGeom>
          <a:avLst/>
          <a:gdLst/>
          <a:ahLst/>
          <a:cxnLst/>
          <a:rect l="0" t="0" r="0" b="0"/>
          <a:pathLst>
            <a:path>
              <a:moveTo>
                <a:pt x="45720" y="0"/>
              </a:moveTo>
              <a:lnTo>
                <a:pt x="4572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785016-3D76-4606-9B29-7991F2FBD16A}">
      <dsp:nvSpPr>
        <dsp:cNvPr id="0" name=""/>
        <dsp:cNvSpPr/>
      </dsp:nvSpPr>
      <dsp:spPr>
        <a:xfrm>
          <a:off x="227" y="2674379"/>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abcd</a:t>
          </a:r>
          <a:endParaRPr lang="en-US" sz="1900" strike="sngStrike" kern="1200" dirty="0"/>
        </a:p>
      </dsp:txBody>
      <dsp:txXfrm>
        <a:off x="13788" y="2687940"/>
        <a:ext cx="667403" cy="435895"/>
      </dsp:txXfrm>
    </dsp:sp>
    <dsp:sp modelId="{74B3282B-DAE3-4893-9C41-8C4664666790}">
      <dsp:nvSpPr>
        <dsp:cNvPr id="0" name=""/>
        <dsp:cNvSpPr/>
      </dsp:nvSpPr>
      <dsp:spPr>
        <a:xfrm>
          <a:off x="798932" y="1840948"/>
          <a:ext cx="451441" cy="185206"/>
        </a:xfrm>
        <a:custGeom>
          <a:avLst/>
          <a:gdLst/>
          <a:ahLst/>
          <a:cxnLst/>
          <a:rect l="0" t="0" r="0" b="0"/>
          <a:pathLst>
            <a:path>
              <a:moveTo>
                <a:pt x="0" y="0"/>
              </a:moveTo>
              <a:lnTo>
                <a:pt x="0" y="92603"/>
              </a:lnTo>
              <a:lnTo>
                <a:pt x="451441" y="92603"/>
              </a:lnTo>
              <a:lnTo>
                <a:pt x="451441"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5AC4DE-D4F2-4ABD-A286-C56B839D59DF}">
      <dsp:nvSpPr>
        <dsp:cNvPr id="0" name=""/>
        <dsp:cNvSpPr/>
      </dsp:nvSpPr>
      <dsp:spPr>
        <a:xfrm>
          <a:off x="903111" y="2026155"/>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a:t>ab-c</a:t>
          </a:r>
        </a:p>
      </dsp:txBody>
      <dsp:txXfrm>
        <a:off x="916672" y="2039716"/>
        <a:ext cx="667403" cy="435895"/>
      </dsp:txXfrm>
    </dsp:sp>
    <dsp:sp modelId="{33D7A658-62CB-44BE-912A-9E8B48493AD0}">
      <dsp:nvSpPr>
        <dsp:cNvPr id="0" name=""/>
        <dsp:cNvSpPr/>
      </dsp:nvSpPr>
      <dsp:spPr>
        <a:xfrm>
          <a:off x="1204653" y="2489172"/>
          <a:ext cx="91440" cy="185206"/>
        </a:xfrm>
        <a:custGeom>
          <a:avLst/>
          <a:gdLst/>
          <a:ahLst/>
          <a:cxnLst/>
          <a:rect l="0" t="0" r="0" b="0"/>
          <a:pathLst>
            <a:path>
              <a:moveTo>
                <a:pt x="45720" y="0"/>
              </a:moveTo>
              <a:lnTo>
                <a:pt x="4572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83DB4C-D922-4883-9BEE-5502D90357F7}">
      <dsp:nvSpPr>
        <dsp:cNvPr id="0" name=""/>
        <dsp:cNvSpPr/>
      </dsp:nvSpPr>
      <dsp:spPr>
        <a:xfrm>
          <a:off x="903111" y="2674379"/>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abdc</a:t>
          </a:r>
          <a:endParaRPr lang="en-US" sz="1900" strike="sngStrike" kern="1200" dirty="0"/>
        </a:p>
      </dsp:txBody>
      <dsp:txXfrm>
        <a:off x="916672" y="2687940"/>
        <a:ext cx="667403" cy="435895"/>
      </dsp:txXfrm>
    </dsp:sp>
    <dsp:sp modelId="{261B2401-23D9-47B7-854B-1390B55DFC22}">
      <dsp:nvSpPr>
        <dsp:cNvPr id="0" name=""/>
        <dsp:cNvSpPr/>
      </dsp:nvSpPr>
      <dsp:spPr>
        <a:xfrm>
          <a:off x="2558978" y="1192724"/>
          <a:ext cx="91440" cy="185206"/>
        </a:xfrm>
        <a:custGeom>
          <a:avLst/>
          <a:gdLst/>
          <a:ahLst/>
          <a:cxnLst/>
          <a:rect l="0" t="0" r="0" b="0"/>
          <a:pathLst>
            <a:path>
              <a:moveTo>
                <a:pt x="45720" y="0"/>
              </a:moveTo>
              <a:lnTo>
                <a:pt x="45720" y="18520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C5F1CB-7744-41A3-ABCC-2816B3A3B7DC}">
      <dsp:nvSpPr>
        <dsp:cNvPr id="0" name=""/>
        <dsp:cNvSpPr/>
      </dsp:nvSpPr>
      <dsp:spPr>
        <a:xfrm>
          <a:off x="2257436" y="1377931"/>
          <a:ext cx="694525" cy="463017"/>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a-b-</a:t>
          </a:r>
        </a:p>
      </dsp:txBody>
      <dsp:txXfrm>
        <a:off x="2270997" y="1391492"/>
        <a:ext cx="667403" cy="435895"/>
      </dsp:txXfrm>
    </dsp:sp>
    <dsp:sp modelId="{295508F4-93DD-47CC-AD86-AB512C5180E3}">
      <dsp:nvSpPr>
        <dsp:cNvPr id="0" name=""/>
        <dsp:cNvSpPr/>
      </dsp:nvSpPr>
      <dsp:spPr>
        <a:xfrm>
          <a:off x="2153257" y="1840948"/>
          <a:ext cx="451441" cy="185206"/>
        </a:xfrm>
        <a:custGeom>
          <a:avLst/>
          <a:gdLst/>
          <a:ahLst/>
          <a:cxnLst/>
          <a:rect l="0" t="0" r="0" b="0"/>
          <a:pathLst>
            <a:path>
              <a:moveTo>
                <a:pt x="451441" y="0"/>
              </a:moveTo>
              <a:lnTo>
                <a:pt x="451441" y="92603"/>
              </a:lnTo>
              <a:lnTo>
                <a:pt x="0" y="92603"/>
              </a:lnTo>
              <a:lnTo>
                <a:pt x="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2A92EF-039B-4F9A-BF8C-3EA749C49D84}">
      <dsp:nvSpPr>
        <dsp:cNvPr id="0" name=""/>
        <dsp:cNvSpPr/>
      </dsp:nvSpPr>
      <dsp:spPr>
        <a:xfrm>
          <a:off x="1805994" y="2026155"/>
          <a:ext cx="694525" cy="463017"/>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acb</a:t>
          </a:r>
          <a:r>
            <a:rPr lang="en-US" sz="1900" strike="sngStrike" kern="1200" dirty="0"/>
            <a:t>-</a:t>
          </a:r>
        </a:p>
      </dsp:txBody>
      <dsp:txXfrm>
        <a:off x="1819555" y="2039716"/>
        <a:ext cx="667403" cy="435895"/>
      </dsp:txXfrm>
    </dsp:sp>
    <dsp:sp modelId="{9DFC7F07-A183-4755-8CF0-47D867504C57}">
      <dsp:nvSpPr>
        <dsp:cNvPr id="0" name=""/>
        <dsp:cNvSpPr/>
      </dsp:nvSpPr>
      <dsp:spPr>
        <a:xfrm>
          <a:off x="2107537" y="2489172"/>
          <a:ext cx="91440" cy="185206"/>
        </a:xfrm>
        <a:custGeom>
          <a:avLst/>
          <a:gdLst/>
          <a:ahLst/>
          <a:cxnLst/>
          <a:rect l="0" t="0" r="0" b="0"/>
          <a:pathLst>
            <a:path>
              <a:moveTo>
                <a:pt x="45720" y="0"/>
              </a:moveTo>
              <a:lnTo>
                <a:pt x="4572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6183A6-72B4-4C1E-9884-E5897B97F7E2}">
      <dsp:nvSpPr>
        <dsp:cNvPr id="0" name=""/>
        <dsp:cNvSpPr/>
      </dsp:nvSpPr>
      <dsp:spPr>
        <a:xfrm>
          <a:off x="1805994" y="2674379"/>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acbd</a:t>
          </a:r>
          <a:endParaRPr lang="en-US" sz="1900" strike="sngStrike" kern="1200" dirty="0"/>
        </a:p>
      </dsp:txBody>
      <dsp:txXfrm>
        <a:off x="1819555" y="2687940"/>
        <a:ext cx="667403" cy="435895"/>
      </dsp:txXfrm>
    </dsp:sp>
    <dsp:sp modelId="{A4FA3FA0-5934-482D-B5B5-C35599768775}">
      <dsp:nvSpPr>
        <dsp:cNvPr id="0" name=""/>
        <dsp:cNvSpPr/>
      </dsp:nvSpPr>
      <dsp:spPr>
        <a:xfrm>
          <a:off x="2604698" y="1840948"/>
          <a:ext cx="451441" cy="185206"/>
        </a:xfrm>
        <a:custGeom>
          <a:avLst/>
          <a:gdLst/>
          <a:ahLst/>
          <a:cxnLst/>
          <a:rect l="0" t="0" r="0" b="0"/>
          <a:pathLst>
            <a:path>
              <a:moveTo>
                <a:pt x="0" y="0"/>
              </a:moveTo>
              <a:lnTo>
                <a:pt x="0" y="92603"/>
              </a:lnTo>
              <a:lnTo>
                <a:pt x="451441" y="92603"/>
              </a:lnTo>
              <a:lnTo>
                <a:pt x="451441"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120E78-8AED-4115-ABFD-5A885A7BE55F}">
      <dsp:nvSpPr>
        <dsp:cNvPr id="0" name=""/>
        <dsp:cNvSpPr/>
      </dsp:nvSpPr>
      <dsp:spPr>
        <a:xfrm>
          <a:off x="2708877" y="2026155"/>
          <a:ext cx="694525" cy="463017"/>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a:t>a-</a:t>
          </a:r>
          <a:r>
            <a:rPr lang="en-US" sz="1900" strike="sngStrike" kern="1200" dirty="0" err="1"/>
            <a:t>bc</a:t>
          </a:r>
          <a:endParaRPr lang="en-US" sz="1900" strike="sngStrike" kern="1200" dirty="0"/>
        </a:p>
      </dsp:txBody>
      <dsp:txXfrm>
        <a:off x="2722438" y="2039716"/>
        <a:ext cx="667403" cy="435895"/>
      </dsp:txXfrm>
    </dsp:sp>
    <dsp:sp modelId="{C82FADC9-4A5C-48D1-8E0C-57617BD8B9D9}">
      <dsp:nvSpPr>
        <dsp:cNvPr id="0" name=""/>
        <dsp:cNvSpPr/>
      </dsp:nvSpPr>
      <dsp:spPr>
        <a:xfrm>
          <a:off x="3010420" y="2489172"/>
          <a:ext cx="91440" cy="185206"/>
        </a:xfrm>
        <a:custGeom>
          <a:avLst/>
          <a:gdLst/>
          <a:ahLst/>
          <a:cxnLst/>
          <a:rect l="0" t="0" r="0" b="0"/>
          <a:pathLst>
            <a:path>
              <a:moveTo>
                <a:pt x="45720" y="0"/>
              </a:moveTo>
              <a:lnTo>
                <a:pt x="4572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14FE4E-E6C9-4242-990F-0936FE9C4E00}">
      <dsp:nvSpPr>
        <dsp:cNvPr id="0" name=""/>
        <dsp:cNvSpPr/>
      </dsp:nvSpPr>
      <dsp:spPr>
        <a:xfrm>
          <a:off x="2708877" y="2674379"/>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adbc</a:t>
          </a:r>
          <a:endParaRPr lang="en-US" sz="1900" strike="sngStrike" kern="1200" dirty="0"/>
        </a:p>
      </dsp:txBody>
      <dsp:txXfrm>
        <a:off x="2722438" y="2687940"/>
        <a:ext cx="667403" cy="435895"/>
      </dsp:txXfrm>
    </dsp:sp>
    <dsp:sp modelId="{792EAE39-05E5-4F97-B2D3-8903E61FBF4F}">
      <dsp:nvSpPr>
        <dsp:cNvPr id="0" name=""/>
        <dsp:cNvSpPr/>
      </dsp:nvSpPr>
      <dsp:spPr>
        <a:xfrm>
          <a:off x="2604698" y="1192724"/>
          <a:ext cx="1805766" cy="185206"/>
        </a:xfrm>
        <a:custGeom>
          <a:avLst/>
          <a:gdLst/>
          <a:ahLst/>
          <a:cxnLst/>
          <a:rect l="0" t="0" r="0" b="0"/>
          <a:pathLst>
            <a:path>
              <a:moveTo>
                <a:pt x="0" y="0"/>
              </a:moveTo>
              <a:lnTo>
                <a:pt x="0" y="92603"/>
              </a:lnTo>
              <a:lnTo>
                <a:pt x="1805766" y="92603"/>
              </a:lnTo>
              <a:lnTo>
                <a:pt x="1805766" y="18520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22795B-A313-409A-9F52-57CFA92EDB93}">
      <dsp:nvSpPr>
        <dsp:cNvPr id="0" name=""/>
        <dsp:cNvSpPr/>
      </dsp:nvSpPr>
      <dsp:spPr>
        <a:xfrm>
          <a:off x="4063202" y="1377931"/>
          <a:ext cx="694525" cy="463017"/>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a--b</a:t>
          </a:r>
        </a:p>
      </dsp:txBody>
      <dsp:txXfrm>
        <a:off x="4076763" y="1391492"/>
        <a:ext cx="667403" cy="435895"/>
      </dsp:txXfrm>
    </dsp:sp>
    <dsp:sp modelId="{62FDC3F9-646D-4B67-A6DC-D705D9737401}">
      <dsp:nvSpPr>
        <dsp:cNvPr id="0" name=""/>
        <dsp:cNvSpPr/>
      </dsp:nvSpPr>
      <dsp:spPr>
        <a:xfrm>
          <a:off x="3959023" y="1840948"/>
          <a:ext cx="451441" cy="185206"/>
        </a:xfrm>
        <a:custGeom>
          <a:avLst/>
          <a:gdLst/>
          <a:ahLst/>
          <a:cxnLst/>
          <a:rect l="0" t="0" r="0" b="0"/>
          <a:pathLst>
            <a:path>
              <a:moveTo>
                <a:pt x="451441" y="0"/>
              </a:moveTo>
              <a:lnTo>
                <a:pt x="451441" y="92603"/>
              </a:lnTo>
              <a:lnTo>
                <a:pt x="0" y="92603"/>
              </a:lnTo>
              <a:lnTo>
                <a:pt x="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B870B5-656E-4481-8AA2-2A6A4568029B}">
      <dsp:nvSpPr>
        <dsp:cNvPr id="0" name=""/>
        <dsp:cNvSpPr/>
      </dsp:nvSpPr>
      <dsp:spPr>
        <a:xfrm>
          <a:off x="3611761" y="2026155"/>
          <a:ext cx="694525" cy="463017"/>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ac-b</a:t>
          </a:r>
        </a:p>
      </dsp:txBody>
      <dsp:txXfrm>
        <a:off x="3625322" y="2039716"/>
        <a:ext cx="667403" cy="435895"/>
      </dsp:txXfrm>
    </dsp:sp>
    <dsp:sp modelId="{306C6D96-E16E-495E-B082-140907B574C2}">
      <dsp:nvSpPr>
        <dsp:cNvPr id="0" name=""/>
        <dsp:cNvSpPr/>
      </dsp:nvSpPr>
      <dsp:spPr>
        <a:xfrm>
          <a:off x="3913303" y="2489172"/>
          <a:ext cx="91440" cy="185206"/>
        </a:xfrm>
        <a:custGeom>
          <a:avLst/>
          <a:gdLst/>
          <a:ahLst/>
          <a:cxnLst/>
          <a:rect l="0" t="0" r="0" b="0"/>
          <a:pathLst>
            <a:path>
              <a:moveTo>
                <a:pt x="45720" y="0"/>
              </a:moveTo>
              <a:lnTo>
                <a:pt x="4572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DEACC-4434-4565-902B-7DF5F248076A}">
      <dsp:nvSpPr>
        <dsp:cNvPr id="0" name=""/>
        <dsp:cNvSpPr/>
      </dsp:nvSpPr>
      <dsp:spPr>
        <a:xfrm>
          <a:off x="3611761" y="2674379"/>
          <a:ext cx="694525" cy="463017"/>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acdb</a:t>
          </a:r>
          <a:endParaRPr lang="en-US" sz="1900" strike="sngStrike" kern="1200" dirty="0"/>
        </a:p>
      </dsp:txBody>
      <dsp:txXfrm>
        <a:off x="3625322" y="2687940"/>
        <a:ext cx="667403" cy="435895"/>
      </dsp:txXfrm>
    </dsp:sp>
    <dsp:sp modelId="{D35712CB-A146-4107-8ACA-E5AD96524B3D}">
      <dsp:nvSpPr>
        <dsp:cNvPr id="0" name=""/>
        <dsp:cNvSpPr/>
      </dsp:nvSpPr>
      <dsp:spPr>
        <a:xfrm>
          <a:off x="4410465" y="1840948"/>
          <a:ext cx="451441" cy="185206"/>
        </a:xfrm>
        <a:custGeom>
          <a:avLst/>
          <a:gdLst/>
          <a:ahLst/>
          <a:cxnLst/>
          <a:rect l="0" t="0" r="0" b="0"/>
          <a:pathLst>
            <a:path>
              <a:moveTo>
                <a:pt x="0" y="0"/>
              </a:moveTo>
              <a:lnTo>
                <a:pt x="0" y="92603"/>
              </a:lnTo>
              <a:lnTo>
                <a:pt x="451441" y="92603"/>
              </a:lnTo>
              <a:lnTo>
                <a:pt x="451441"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F51DED-CBF7-4BC1-A840-7525B169F018}">
      <dsp:nvSpPr>
        <dsp:cNvPr id="0" name=""/>
        <dsp:cNvSpPr/>
      </dsp:nvSpPr>
      <dsp:spPr>
        <a:xfrm>
          <a:off x="4514644" y="2026155"/>
          <a:ext cx="694525" cy="463017"/>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a:t>a-</a:t>
          </a:r>
          <a:r>
            <a:rPr lang="en-US" sz="1900" strike="sngStrike" kern="1200" dirty="0" err="1"/>
            <a:t>cb</a:t>
          </a:r>
          <a:endParaRPr lang="en-US" sz="1900" strike="sngStrike" kern="1200" dirty="0"/>
        </a:p>
      </dsp:txBody>
      <dsp:txXfrm>
        <a:off x="4528205" y="2039716"/>
        <a:ext cx="667403" cy="435895"/>
      </dsp:txXfrm>
    </dsp:sp>
    <dsp:sp modelId="{0C41BB6F-138C-4E27-8621-DAAA1B033872}">
      <dsp:nvSpPr>
        <dsp:cNvPr id="0" name=""/>
        <dsp:cNvSpPr/>
      </dsp:nvSpPr>
      <dsp:spPr>
        <a:xfrm>
          <a:off x="4816187" y="2489172"/>
          <a:ext cx="91440" cy="185206"/>
        </a:xfrm>
        <a:custGeom>
          <a:avLst/>
          <a:gdLst/>
          <a:ahLst/>
          <a:cxnLst/>
          <a:rect l="0" t="0" r="0" b="0"/>
          <a:pathLst>
            <a:path>
              <a:moveTo>
                <a:pt x="45720" y="0"/>
              </a:moveTo>
              <a:lnTo>
                <a:pt x="45720" y="1852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014396-6DBB-434E-8247-62686AD8BAF7}">
      <dsp:nvSpPr>
        <dsp:cNvPr id="0" name=""/>
        <dsp:cNvSpPr/>
      </dsp:nvSpPr>
      <dsp:spPr>
        <a:xfrm>
          <a:off x="4514644" y="2674379"/>
          <a:ext cx="694525" cy="463017"/>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strike="sngStrike" kern="1200" dirty="0" err="1"/>
            <a:t>adcb</a:t>
          </a:r>
          <a:endParaRPr lang="en-US" sz="1900" strike="sngStrike" kern="1200" dirty="0"/>
        </a:p>
      </dsp:txBody>
      <dsp:txXfrm>
        <a:off x="4528205" y="2687940"/>
        <a:ext cx="667403" cy="435895"/>
      </dsp:txXfrm>
    </dsp:sp>
    <dsp:sp modelId="{EB64EE87-D55C-4985-B89F-DB1778B8F091}">
      <dsp:nvSpPr>
        <dsp:cNvPr id="0" name=""/>
        <dsp:cNvSpPr/>
      </dsp:nvSpPr>
      <dsp:spPr>
        <a:xfrm>
          <a:off x="4861907" y="544500"/>
          <a:ext cx="451441" cy="185206"/>
        </a:xfrm>
        <a:custGeom>
          <a:avLst/>
          <a:gdLst/>
          <a:ahLst/>
          <a:cxnLst/>
          <a:rect l="0" t="0" r="0" b="0"/>
          <a:pathLst>
            <a:path>
              <a:moveTo>
                <a:pt x="0" y="0"/>
              </a:moveTo>
              <a:lnTo>
                <a:pt x="0" y="92603"/>
              </a:lnTo>
              <a:lnTo>
                <a:pt x="451441" y="92603"/>
              </a:lnTo>
              <a:lnTo>
                <a:pt x="451441" y="18520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36592-E823-4FCF-B5DE-BC12AB4C4933}">
      <dsp:nvSpPr>
        <dsp:cNvPr id="0" name=""/>
        <dsp:cNvSpPr/>
      </dsp:nvSpPr>
      <dsp:spPr>
        <a:xfrm>
          <a:off x="4966085" y="729707"/>
          <a:ext cx="694525" cy="463017"/>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a:t>
          </a:r>
        </a:p>
      </dsp:txBody>
      <dsp:txXfrm>
        <a:off x="4979646" y="743268"/>
        <a:ext cx="667403" cy="435895"/>
      </dsp:txXfrm>
    </dsp:sp>
    <dsp:sp modelId="{EC09F82A-9B0B-4FF1-AD40-55C6C5973736}">
      <dsp:nvSpPr>
        <dsp:cNvPr id="0" name=""/>
        <dsp:cNvSpPr/>
      </dsp:nvSpPr>
      <dsp:spPr>
        <a:xfrm>
          <a:off x="5267628" y="1192724"/>
          <a:ext cx="91440" cy="185206"/>
        </a:xfrm>
        <a:custGeom>
          <a:avLst/>
          <a:gdLst/>
          <a:ahLst/>
          <a:cxnLst/>
          <a:rect l="0" t="0" r="0" b="0"/>
          <a:pathLst>
            <a:path>
              <a:moveTo>
                <a:pt x="45720" y="0"/>
              </a:moveTo>
              <a:lnTo>
                <a:pt x="45720" y="18520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C371E8-7779-40EB-B56C-98FA749A54CC}">
      <dsp:nvSpPr>
        <dsp:cNvPr id="0" name=""/>
        <dsp:cNvSpPr/>
      </dsp:nvSpPr>
      <dsp:spPr>
        <a:xfrm>
          <a:off x="4966085" y="1377931"/>
          <a:ext cx="694525" cy="4630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t>
          </a:r>
        </a:p>
      </dsp:txBody>
      <dsp:txXfrm>
        <a:off x="4979646" y="1391492"/>
        <a:ext cx="667403" cy="435895"/>
      </dsp:txXfrm>
    </dsp:sp>
    <dsp:sp modelId="{60553512-CC60-441F-9078-5F334580B5B9}">
      <dsp:nvSpPr>
        <dsp:cNvPr id="0" name=""/>
        <dsp:cNvSpPr/>
      </dsp:nvSpPr>
      <dsp:spPr>
        <a:xfrm>
          <a:off x="4861907" y="544500"/>
          <a:ext cx="1354324" cy="185206"/>
        </a:xfrm>
        <a:custGeom>
          <a:avLst/>
          <a:gdLst/>
          <a:ahLst/>
          <a:cxnLst/>
          <a:rect l="0" t="0" r="0" b="0"/>
          <a:pathLst>
            <a:path>
              <a:moveTo>
                <a:pt x="0" y="0"/>
              </a:moveTo>
              <a:lnTo>
                <a:pt x="0" y="92603"/>
              </a:lnTo>
              <a:lnTo>
                <a:pt x="1354324" y="92603"/>
              </a:lnTo>
              <a:lnTo>
                <a:pt x="1354324" y="18520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366023-EC2E-45BD-92D1-EAC3C80E74CC}">
      <dsp:nvSpPr>
        <dsp:cNvPr id="0" name=""/>
        <dsp:cNvSpPr/>
      </dsp:nvSpPr>
      <dsp:spPr>
        <a:xfrm>
          <a:off x="5868969" y="729707"/>
          <a:ext cx="694525" cy="46301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a:t>
          </a:r>
        </a:p>
      </dsp:txBody>
      <dsp:txXfrm>
        <a:off x="5882530" y="743268"/>
        <a:ext cx="667403" cy="435895"/>
      </dsp:txXfrm>
    </dsp:sp>
    <dsp:sp modelId="{7DC8AB40-D3F8-43AA-B83F-7AF81A494049}">
      <dsp:nvSpPr>
        <dsp:cNvPr id="0" name=""/>
        <dsp:cNvSpPr/>
      </dsp:nvSpPr>
      <dsp:spPr>
        <a:xfrm>
          <a:off x="6170512" y="1192724"/>
          <a:ext cx="91440" cy="185206"/>
        </a:xfrm>
        <a:custGeom>
          <a:avLst/>
          <a:gdLst/>
          <a:ahLst/>
          <a:cxnLst/>
          <a:rect l="0" t="0" r="0" b="0"/>
          <a:pathLst>
            <a:path>
              <a:moveTo>
                <a:pt x="45720" y="0"/>
              </a:moveTo>
              <a:lnTo>
                <a:pt x="45720" y="18520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E9F830-58FC-4D3A-A924-F0C63B5B41F1}">
      <dsp:nvSpPr>
        <dsp:cNvPr id="0" name=""/>
        <dsp:cNvSpPr/>
      </dsp:nvSpPr>
      <dsp:spPr>
        <a:xfrm>
          <a:off x="5868969" y="1377931"/>
          <a:ext cx="694525" cy="4630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t>
          </a:r>
        </a:p>
      </dsp:txBody>
      <dsp:txXfrm>
        <a:off x="5882530" y="1391492"/>
        <a:ext cx="667403" cy="435895"/>
      </dsp:txXfrm>
    </dsp:sp>
    <dsp:sp modelId="{4A3BF15A-F5BA-4590-A433-866C63179BE3}">
      <dsp:nvSpPr>
        <dsp:cNvPr id="0" name=""/>
        <dsp:cNvSpPr/>
      </dsp:nvSpPr>
      <dsp:spPr>
        <a:xfrm>
          <a:off x="4861907" y="544500"/>
          <a:ext cx="2257208" cy="185206"/>
        </a:xfrm>
        <a:custGeom>
          <a:avLst/>
          <a:gdLst/>
          <a:ahLst/>
          <a:cxnLst/>
          <a:rect l="0" t="0" r="0" b="0"/>
          <a:pathLst>
            <a:path>
              <a:moveTo>
                <a:pt x="0" y="0"/>
              </a:moveTo>
              <a:lnTo>
                <a:pt x="0" y="92603"/>
              </a:lnTo>
              <a:lnTo>
                <a:pt x="2257208" y="92603"/>
              </a:lnTo>
              <a:lnTo>
                <a:pt x="2257208" y="18520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EA1481-5B9A-4BD3-ACDE-622837DF03AA}">
      <dsp:nvSpPr>
        <dsp:cNvPr id="0" name=""/>
        <dsp:cNvSpPr/>
      </dsp:nvSpPr>
      <dsp:spPr>
        <a:xfrm>
          <a:off x="6771852" y="729707"/>
          <a:ext cx="694525" cy="46301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a:t>
          </a:r>
        </a:p>
      </dsp:txBody>
      <dsp:txXfrm>
        <a:off x="6785413" y="743268"/>
        <a:ext cx="667403" cy="435895"/>
      </dsp:txXfrm>
    </dsp:sp>
    <dsp:sp modelId="{4A256943-F1AC-4258-9F5D-6F3EA47D1A25}">
      <dsp:nvSpPr>
        <dsp:cNvPr id="0" name=""/>
        <dsp:cNvSpPr/>
      </dsp:nvSpPr>
      <dsp:spPr>
        <a:xfrm>
          <a:off x="7073395" y="1192724"/>
          <a:ext cx="91440" cy="185206"/>
        </a:xfrm>
        <a:custGeom>
          <a:avLst/>
          <a:gdLst/>
          <a:ahLst/>
          <a:cxnLst/>
          <a:rect l="0" t="0" r="0" b="0"/>
          <a:pathLst>
            <a:path>
              <a:moveTo>
                <a:pt x="45720" y="0"/>
              </a:moveTo>
              <a:lnTo>
                <a:pt x="45720" y="18520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19A212-7D41-4265-8609-5A424E0E6CAB}">
      <dsp:nvSpPr>
        <dsp:cNvPr id="0" name=""/>
        <dsp:cNvSpPr/>
      </dsp:nvSpPr>
      <dsp:spPr>
        <a:xfrm>
          <a:off x="6771852" y="1377931"/>
          <a:ext cx="694525" cy="4630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t>
          </a:r>
        </a:p>
      </dsp:txBody>
      <dsp:txXfrm>
        <a:off x="6785413" y="1391492"/>
        <a:ext cx="667403" cy="4358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706CA-9772-4D5F-AB88-342085F7D151}">
      <dsp:nvSpPr>
        <dsp:cNvPr id="0" name=""/>
        <dsp:cNvSpPr/>
      </dsp:nvSpPr>
      <dsp:spPr>
        <a:xfrm>
          <a:off x="3696447" y="548594"/>
          <a:ext cx="874009" cy="58267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Root</a:t>
          </a:r>
        </a:p>
      </dsp:txBody>
      <dsp:txXfrm>
        <a:off x="3713513" y="565660"/>
        <a:ext cx="839877" cy="548540"/>
      </dsp:txXfrm>
    </dsp:sp>
    <dsp:sp modelId="{F9395FC6-CB1B-4F85-8FE9-9E3163CEB9E9}">
      <dsp:nvSpPr>
        <dsp:cNvPr id="0" name=""/>
        <dsp:cNvSpPr/>
      </dsp:nvSpPr>
      <dsp:spPr>
        <a:xfrm>
          <a:off x="2145081" y="1131266"/>
          <a:ext cx="1988370" cy="233069"/>
        </a:xfrm>
        <a:custGeom>
          <a:avLst/>
          <a:gdLst/>
          <a:ahLst/>
          <a:cxnLst/>
          <a:rect l="0" t="0" r="0" b="0"/>
          <a:pathLst>
            <a:path>
              <a:moveTo>
                <a:pt x="1988370" y="0"/>
              </a:moveTo>
              <a:lnTo>
                <a:pt x="1988370" y="116534"/>
              </a:lnTo>
              <a:lnTo>
                <a:pt x="0" y="116534"/>
              </a:lnTo>
              <a:lnTo>
                <a:pt x="0" y="23306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B96DB5-C266-4C12-BD1C-E0E5A93078E8}">
      <dsp:nvSpPr>
        <dsp:cNvPr id="0" name=""/>
        <dsp:cNvSpPr/>
      </dsp:nvSpPr>
      <dsp:spPr>
        <a:xfrm>
          <a:off x="1708076" y="1364335"/>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a:t>
          </a:r>
        </a:p>
      </dsp:txBody>
      <dsp:txXfrm>
        <a:off x="1725142" y="1381401"/>
        <a:ext cx="839877" cy="548540"/>
      </dsp:txXfrm>
    </dsp:sp>
    <dsp:sp modelId="{258E1F0F-44E8-42EA-AB88-08B737ABF74E}">
      <dsp:nvSpPr>
        <dsp:cNvPr id="0" name=""/>
        <dsp:cNvSpPr/>
      </dsp:nvSpPr>
      <dsp:spPr>
        <a:xfrm>
          <a:off x="440763" y="1947008"/>
          <a:ext cx="1704317" cy="233069"/>
        </a:xfrm>
        <a:custGeom>
          <a:avLst/>
          <a:gdLst/>
          <a:ahLst/>
          <a:cxnLst/>
          <a:rect l="0" t="0" r="0" b="0"/>
          <a:pathLst>
            <a:path>
              <a:moveTo>
                <a:pt x="1704317" y="0"/>
              </a:moveTo>
              <a:lnTo>
                <a:pt x="1704317" y="116534"/>
              </a:lnTo>
              <a:lnTo>
                <a:pt x="0" y="116534"/>
              </a:lnTo>
              <a:lnTo>
                <a:pt x="0" y="23306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4EE11B-4342-43DA-A4FE-A837AFB4A75A}">
      <dsp:nvSpPr>
        <dsp:cNvPr id="0" name=""/>
        <dsp:cNvSpPr/>
      </dsp:nvSpPr>
      <dsp:spPr>
        <a:xfrm>
          <a:off x="3759" y="2180077"/>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noStrike" kern="1200" dirty="0"/>
            <a:t>3|-b--</a:t>
          </a:r>
        </a:p>
      </dsp:txBody>
      <dsp:txXfrm>
        <a:off x="20825" y="2197143"/>
        <a:ext cx="839877" cy="548540"/>
      </dsp:txXfrm>
    </dsp:sp>
    <dsp:sp modelId="{261B2401-23D9-47B7-854B-1390B55DFC22}">
      <dsp:nvSpPr>
        <dsp:cNvPr id="0" name=""/>
        <dsp:cNvSpPr/>
      </dsp:nvSpPr>
      <dsp:spPr>
        <a:xfrm>
          <a:off x="1576975" y="1947008"/>
          <a:ext cx="568105" cy="233069"/>
        </a:xfrm>
        <a:custGeom>
          <a:avLst/>
          <a:gdLst/>
          <a:ahLst/>
          <a:cxnLst/>
          <a:rect l="0" t="0" r="0" b="0"/>
          <a:pathLst>
            <a:path>
              <a:moveTo>
                <a:pt x="568105" y="0"/>
              </a:moveTo>
              <a:lnTo>
                <a:pt x="568105" y="116534"/>
              </a:lnTo>
              <a:lnTo>
                <a:pt x="0" y="116534"/>
              </a:lnTo>
              <a:lnTo>
                <a:pt x="0" y="23306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C5F1CB-7744-41A3-ABCC-2816B3A3B7DC}">
      <dsp:nvSpPr>
        <dsp:cNvPr id="0" name=""/>
        <dsp:cNvSpPr/>
      </dsp:nvSpPr>
      <dsp:spPr>
        <a:xfrm>
          <a:off x="1139970" y="2180077"/>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4|--b-</a:t>
          </a:r>
        </a:p>
      </dsp:txBody>
      <dsp:txXfrm>
        <a:off x="1157036" y="2197143"/>
        <a:ext cx="839877" cy="548540"/>
      </dsp:txXfrm>
    </dsp:sp>
    <dsp:sp modelId="{295508F4-93DD-47CC-AD86-AB512C5180E3}">
      <dsp:nvSpPr>
        <dsp:cNvPr id="0" name=""/>
        <dsp:cNvSpPr/>
      </dsp:nvSpPr>
      <dsp:spPr>
        <a:xfrm>
          <a:off x="1008869" y="2762750"/>
          <a:ext cx="568105" cy="233069"/>
        </a:xfrm>
        <a:custGeom>
          <a:avLst/>
          <a:gdLst/>
          <a:ahLst/>
          <a:cxnLst/>
          <a:rect l="0" t="0" r="0" b="0"/>
          <a:pathLst>
            <a:path>
              <a:moveTo>
                <a:pt x="568105" y="0"/>
              </a:moveTo>
              <a:lnTo>
                <a:pt x="568105" y="116534"/>
              </a:lnTo>
              <a:lnTo>
                <a:pt x="0" y="116534"/>
              </a:lnTo>
              <a:lnTo>
                <a:pt x="0"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2A92EF-039B-4F9A-BF8C-3EA749C49D84}">
      <dsp:nvSpPr>
        <dsp:cNvPr id="0" name=""/>
        <dsp:cNvSpPr/>
      </dsp:nvSpPr>
      <dsp:spPr>
        <a:xfrm>
          <a:off x="571865" y="2995819"/>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noStrike" kern="1200" dirty="0"/>
            <a:t>9|-c--</a:t>
          </a:r>
        </a:p>
      </dsp:txBody>
      <dsp:txXfrm>
        <a:off x="588931" y="3012885"/>
        <a:ext cx="839877" cy="548540"/>
      </dsp:txXfrm>
    </dsp:sp>
    <dsp:sp modelId="{A4FA3FA0-5934-482D-B5B5-C35599768775}">
      <dsp:nvSpPr>
        <dsp:cNvPr id="0" name=""/>
        <dsp:cNvSpPr/>
      </dsp:nvSpPr>
      <dsp:spPr>
        <a:xfrm>
          <a:off x="1576975" y="2762750"/>
          <a:ext cx="568105" cy="233069"/>
        </a:xfrm>
        <a:custGeom>
          <a:avLst/>
          <a:gdLst/>
          <a:ahLst/>
          <a:cxnLst/>
          <a:rect l="0" t="0" r="0" b="0"/>
          <a:pathLst>
            <a:path>
              <a:moveTo>
                <a:pt x="0" y="0"/>
              </a:moveTo>
              <a:lnTo>
                <a:pt x="0" y="116534"/>
              </a:lnTo>
              <a:lnTo>
                <a:pt x="568105" y="116534"/>
              </a:lnTo>
              <a:lnTo>
                <a:pt x="568105"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120E78-8AED-4115-ABFD-5A885A7BE55F}">
      <dsp:nvSpPr>
        <dsp:cNvPr id="0" name=""/>
        <dsp:cNvSpPr/>
      </dsp:nvSpPr>
      <dsp:spPr>
        <a:xfrm>
          <a:off x="1708076" y="2995819"/>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noStrike" kern="1200" dirty="0"/>
            <a:t>10|---c</a:t>
          </a:r>
        </a:p>
      </dsp:txBody>
      <dsp:txXfrm>
        <a:off x="1725142" y="3012885"/>
        <a:ext cx="839877" cy="548540"/>
      </dsp:txXfrm>
    </dsp:sp>
    <dsp:sp modelId="{792EAE39-05E5-4F97-B2D3-8903E61FBF4F}">
      <dsp:nvSpPr>
        <dsp:cNvPr id="0" name=""/>
        <dsp:cNvSpPr/>
      </dsp:nvSpPr>
      <dsp:spPr>
        <a:xfrm>
          <a:off x="2145081" y="1947008"/>
          <a:ext cx="1704317" cy="233069"/>
        </a:xfrm>
        <a:custGeom>
          <a:avLst/>
          <a:gdLst/>
          <a:ahLst/>
          <a:cxnLst/>
          <a:rect l="0" t="0" r="0" b="0"/>
          <a:pathLst>
            <a:path>
              <a:moveTo>
                <a:pt x="0" y="0"/>
              </a:moveTo>
              <a:lnTo>
                <a:pt x="0" y="116534"/>
              </a:lnTo>
              <a:lnTo>
                <a:pt x="1704317" y="116534"/>
              </a:lnTo>
              <a:lnTo>
                <a:pt x="1704317" y="23306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22795B-A313-409A-9F52-57CFA92EDB93}">
      <dsp:nvSpPr>
        <dsp:cNvPr id="0" name=""/>
        <dsp:cNvSpPr/>
      </dsp:nvSpPr>
      <dsp:spPr>
        <a:xfrm>
          <a:off x="3412394" y="2180077"/>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5|---b</a:t>
          </a:r>
        </a:p>
      </dsp:txBody>
      <dsp:txXfrm>
        <a:off x="3429460" y="2197143"/>
        <a:ext cx="839877" cy="548540"/>
      </dsp:txXfrm>
    </dsp:sp>
    <dsp:sp modelId="{62FDC3F9-646D-4B67-A6DC-D705D9737401}">
      <dsp:nvSpPr>
        <dsp:cNvPr id="0" name=""/>
        <dsp:cNvSpPr/>
      </dsp:nvSpPr>
      <dsp:spPr>
        <a:xfrm>
          <a:off x="3281293" y="2762750"/>
          <a:ext cx="568105" cy="233069"/>
        </a:xfrm>
        <a:custGeom>
          <a:avLst/>
          <a:gdLst/>
          <a:ahLst/>
          <a:cxnLst/>
          <a:rect l="0" t="0" r="0" b="0"/>
          <a:pathLst>
            <a:path>
              <a:moveTo>
                <a:pt x="568105" y="0"/>
              </a:moveTo>
              <a:lnTo>
                <a:pt x="568105" y="116534"/>
              </a:lnTo>
              <a:lnTo>
                <a:pt x="0" y="116534"/>
              </a:lnTo>
              <a:lnTo>
                <a:pt x="0"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B870B5-656E-4481-8AA2-2A6A4568029B}">
      <dsp:nvSpPr>
        <dsp:cNvPr id="0" name=""/>
        <dsp:cNvSpPr/>
      </dsp:nvSpPr>
      <dsp:spPr>
        <a:xfrm>
          <a:off x="2844288" y="2995819"/>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11|-c--</a:t>
          </a:r>
        </a:p>
      </dsp:txBody>
      <dsp:txXfrm>
        <a:off x="2861354" y="3012885"/>
        <a:ext cx="839877" cy="548540"/>
      </dsp:txXfrm>
    </dsp:sp>
    <dsp:sp modelId="{306C6D96-E16E-495E-B082-140907B574C2}">
      <dsp:nvSpPr>
        <dsp:cNvPr id="0" name=""/>
        <dsp:cNvSpPr/>
      </dsp:nvSpPr>
      <dsp:spPr>
        <a:xfrm>
          <a:off x="3235573" y="3578492"/>
          <a:ext cx="91440" cy="233069"/>
        </a:xfrm>
        <a:custGeom>
          <a:avLst/>
          <a:gdLst/>
          <a:ahLst/>
          <a:cxnLst/>
          <a:rect l="0" t="0" r="0" b="0"/>
          <a:pathLst>
            <a:path>
              <a:moveTo>
                <a:pt x="45720" y="0"/>
              </a:moveTo>
              <a:lnTo>
                <a:pt x="45720"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DEACC-4434-4565-902B-7DF5F248076A}">
      <dsp:nvSpPr>
        <dsp:cNvPr id="0" name=""/>
        <dsp:cNvSpPr/>
      </dsp:nvSpPr>
      <dsp:spPr>
        <a:xfrm>
          <a:off x="2844288" y="3811561"/>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noStrike" kern="1200" dirty="0"/>
            <a:t>14|--d-</a:t>
          </a:r>
        </a:p>
      </dsp:txBody>
      <dsp:txXfrm>
        <a:off x="2861354" y="3828627"/>
        <a:ext cx="839877" cy="548540"/>
      </dsp:txXfrm>
    </dsp:sp>
    <dsp:sp modelId="{D35712CB-A146-4107-8ACA-E5AD96524B3D}">
      <dsp:nvSpPr>
        <dsp:cNvPr id="0" name=""/>
        <dsp:cNvSpPr/>
      </dsp:nvSpPr>
      <dsp:spPr>
        <a:xfrm>
          <a:off x="3849399" y="2762750"/>
          <a:ext cx="568105" cy="233069"/>
        </a:xfrm>
        <a:custGeom>
          <a:avLst/>
          <a:gdLst/>
          <a:ahLst/>
          <a:cxnLst/>
          <a:rect l="0" t="0" r="0" b="0"/>
          <a:pathLst>
            <a:path>
              <a:moveTo>
                <a:pt x="0" y="0"/>
              </a:moveTo>
              <a:lnTo>
                <a:pt x="0" y="116534"/>
              </a:lnTo>
              <a:lnTo>
                <a:pt x="568105" y="116534"/>
              </a:lnTo>
              <a:lnTo>
                <a:pt x="568105"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F51DED-CBF7-4BC1-A840-7525B169F018}">
      <dsp:nvSpPr>
        <dsp:cNvPr id="0" name=""/>
        <dsp:cNvSpPr/>
      </dsp:nvSpPr>
      <dsp:spPr>
        <a:xfrm>
          <a:off x="3980500" y="2995819"/>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noStrike" kern="1200" dirty="0"/>
            <a:t>12|a-cb</a:t>
          </a:r>
        </a:p>
      </dsp:txBody>
      <dsp:txXfrm>
        <a:off x="3997566" y="3012885"/>
        <a:ext cx="839877" cy="548540"/>
      </dsp:txXfrm>
    </dsp:sp>
    <dsp:sp modelId="{EB64EE87-D55C-4985-B89F-DB1778B8F091}">
      <dsp:nvSpPr>
        <dsp:cNvPr id="0" name=""/>
        <dsp:cNvSpPr/>
      </dsp:nvSpPr>
      <dsp:spPr>
        <a:xfrm>
          <a:off x="4133451" y="1131266"/>
          <a:ext cx="1988370" cy="233069"/>
        </a:xfrm>
        <a:custGeom>
          <a:avLst/>
          <a:gdLst/>
          <a:ahLst/>
          <a:cxnLst/>
          <a:rect l="0" t="0" r="0" b="0"/>
          <a:pathLst>
            <a:path>
              <a:moveTo>
                <a:pt x="0" y="0"/>
              </a:moveTo>
              <a:lnTo>
                <a:pt x="0" y="116534"/>
              </a:lnTo>
              <a:lnTo>
                <a:pt x="1988370" y="116534"/>
              </a:lnTo>
              <a:lnTo>
                <a:pt x="1988370" y="23306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36592-E823-4FCF-B5DE-BC12AB4C4933}">
      <dsp:nvSpPr>
        <dsp:cNvPr id="0" name=""/>
        <dsp:cNvSpPr/>
      </dsp:nvSpPr>
      <dsp:spPr>
        <a:xfrm>
          <a:off x="5684818" y="1364335"/>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a:t>
          </a:r>
        </a:p>
      </dsp:txBody>
      <dsp:txXfrm>
        <a:off x="5701884" y="1381401"/>
        <a:ext cx="839877" cy="548540"/>
      </dsp:txXfrm>
    </dsp:sp>
    <dsp:sp modelId="{EC09F82A-9B0B-4FF1-AD40-55C6C5973736}">
      <dsp:nvSpPr>
        <dsp:cNvPr id="0" name=""/>
        <dsp:cNvSpPr/>
      </dsp:nvSpPr>
      <dsp:spPr>
        <a:xfrm>
          <a:off x="4985610" y="1947008"/>
          <a:ext cx="1136211" cy="233069"/>
        </a:xfrm>
        <a:custGeom>
          <a:avLst/>
          <a:gdLst/>
          <a:ahLst/>
          <a:cxnLst/>
          <a:rect l="0" t="0" r="0" b="0"/>
          <a:pathLst>
            <a:path>
              <a:moveTo>
                <a:pt x="1136211" y="0"/>
              </a:moveTo>
              <a:lnTo>
                <a:pt x="1136211" y="116534"/>
              </a:lnTo>
              <a:lnTo>
                <a:pt x="0" y="116534"/>
              </a:lnTo>
              <a:lnTo>
                <a:pt x="0" y="23306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C371E8-7779-40EB-B56C-98FA749A54CC}">
      <dsp:nvSpPr>
        <dsp:cNvPr id="0" name=""/>
        <dsp:cNvSpPr/>
      </dsp:nvSpPr>
      <dsp:spPr>
        <a:xfrm>
          <a:off x="4548606" y="2180077"/>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noStrike" kern="1200" dirty="0"/>
            <a:t>6|b---</a:t>
          </a:r>
        </a:p>
      </dsp:txBody>
      <dsp:txXfrm>
        <a:off x="4565672" y="2197143"/>
        <a:ext cx="839877" cy="548540"/>
      </dsp:txXfrm>
    </dsp:sp>
    <dsp:sp modelId="{0C523DC1-2563-42FB-8837-8C231CAD08FF}">
      <dsp:nvSpPr>
        <dsp:cNvPr id="0" name=""/>
        <dsp:cNvSpPr/>
      </dsp:nvSpPr>
      <dsp:spPr>
        <a:xfrm>
          <a:off x="6076102" y="1947008"/>
          <a:ext cx="91440" cy="233069"/>
        </a:xfrm>
        <a:custGeom>
          <a:avLst/>
          <a:gdLst/>
          <a:ahLst/>
          <a:cxnLst/>
          <a:rect l="0" t="0" r="0" b="0"/>
          <a:pathLst>
            <a:path>
              <a:moveTo>
                <a:pt x="45720" y="0"/>
              </a:moveTo>
              <a:lnTo>
                <a:pt x="45720" y="23306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076912-4709-4022-9B73-15A7B3A7606F}">
      <dsp:nvSpPr>
        <dsp:cNvPr id="0" name=""/>
        <dsp:cNvSpPr/>
      </dsp:nvSpPr>
      <dsp:spPr>
        <a:xfrm>
          <a:off x="5684818" y="2180077"/>
          <a:ext cx="874009" cy="58267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strike="noStrike" kern="1200" dirty="0"/>
            <a:t>7|--b-</a:t>
          </a:r>
        </a:p>
      </dsp:txBody>
      <dsp:txXfrm>
        <a:off x="5701884" y="2197143"/>
        <a:ext cx="839877" cy="548540"/>
      </dsp:txXfrm>
    </dsp:sp>
    <dsp:sp modelId="{DCB8AAF2-3097-4235-854C-5DFF8D65B07C}">
      <dsp:nvSpPr>
        <dsp:cNvPr id="0" name=""/>
        <dsp:cNvSpPr/>
      </dsp:nvSpPr>
      <dsp:spPr>
        <a:xfrm>
          <a:off x="6121822" y="1947008"/>
          <a:ext cx="1136211" cy="233069"/>
        </a:xfrm>
        <a:custGeom>
          <a:avLst/>
          <a:gdLst/>
          <a:ahLst/>
          <a:cxnLst/>
          <a:rect l="0" t="0" r="0" b="0"/>
          <a:pathLst>
            <a:path>
              <a:moveTo>
                <a:pt x="0" y="0"/>
              </a:moveTo>
              <a:lnTo>
                <a:pt x="0" y="116534"/>
              </a:lnTo>
              <a:lnTo>
                <a:pt x="1136211" y="116534"/>
              </a:lnTo>
              <a:lnTo>
                <a:pt x="1136211" y="23306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87A32E-9895-4A9A-A3B7-CBBEA8B14EA9}">
      <dsp:nvSpPr>
        <dsp:cNvPr id="0" name=""/>
        <dsp:cNvSpPr/>
      </dsp:nvSpPr>
      <dsp:spPr>
        <a:xfrm>
          <a:off x="6821029" y="2180077"/>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8|---b</a:t>
          </a:r>
        </a:p>
      </dsp:txBody>
      <dsp:txXfrm>
        <a:off x="6838095" y="2197143"/>
        <a:ext cx="839877" cy="548540"/>
      </dsp:txXfrm>
    </dsp:sp>
    <dsp:sp modelId="{37537B34-9FDD-420B-B619-E02EF4FB813A}">
      <dsp:nvSpPr>
        <dsp:cNvPr id="0" name=""/>
        <dsp:cNvSpPr/>
      </dsp:nvSpPr>
      <dsp:spPr>
        <a:xfrm>
          <a:off x="7212314" y="2762750"/>
          <a:ext cx="91440" cy="233069"/>
        </a:xfrm>
        <a:custGeom>
          <a:avLst/>
          <a:gdLst/>
          <a:ahLst/>
          <a:cxnLst/>
          <a:rect l="0" t="0" r="0" b="0"/>
          <a:pathLst>
            <a:path>
              <a:moveTo>
                <a:pt x="45720" y="0"/>
              </a:moveTo>
              <a:lnTo>
                <a:pt x="45720"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4E54CB-3EB2-43B0-9EF9-B9FF91B1358D}">
      <dsp:nvSpPr>
        <dsp:cNvPr id="0" name=""/>
        <dsp:cNvSpPr/>
      </dsp:nvSpPr>
      <dsp:spPr>
        <a:xfrm>
          <a:off x="6821029" y="2995819"/>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13|c---</a:t>
          </a:r>
        </a:p>
      </dsp:txBody>
      <dsp:txXfrm>
        <a:off x="6838095" y="3012885"/>
        <a:ext cx="839877" cy="548540"/>
      </dsp:txXfrm>
    </dsp:sp>
    <dsp:sp modelId="{6847B8E0-4B12-4128-9404-C7A02DFC8440}">
      <dsp:nvSpPr>
        <dsp:cNvPr id="0" name=""/>
        <dsp:cNvSpPr/>
      </dsp:nvSpPr>
      <dsp:spPr>
        <a:xfrm>
          <a:off x="7212314" y="3578492"/>
          <a:ext cx="91440" cy="233069"/>
        </a:xfrm>
        <a:custGeom>
          <a:avLst/>
          <a:gdLst/>
          <a:ahLst/>
          <a:cxnLst/>
          <a:rect l="0" t="0" r="0" b="0"/>
          <a:pathLst>
            <a:path>
              <a:moveTo>
                <a:pt x="45720" y="0"/>
              </a:moveTo>
              <a:lnTo>
                <a:pt x="45720" y="23306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230A1E-1E75-4763-90C2-BF08940C1EE9}">
      <dsp:nvSpPr>
        <dsp:cNvPr id="0" name=""/>
        <dsp:cNvSpPr/>
      </dsp:nvSpPr>
      <dsp:spPr>
        <a:xfrm>
          <a:off x="6821029" y="3811561"/>
          <a:ext cx="874009" cy="582672"/>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15|--d-</a:t>
          </a:r>
        </a:p>
      </dsp:txBody>
      <dsp:txXfrm>
        <a:off x="6838095" y="3828627"/>
        <a:ext cx="839877" cy="54854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14-Dec-23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14-Dec-23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346465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2525828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6959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163599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600798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17747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775527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865621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310052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122656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4208978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118979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72741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150947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26349127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242144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343040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928790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Attribution: GeekForGeeks.com</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3942396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3526369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2991922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Recall that the difference between Traversing and Search is that Search halts whenever the target element is found.</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22417603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2671510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1645455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28</a:t>
            </a:fld>
            <a:endParaRPr lang="en-US" dirty="0"/>
          </a:p>
        </p:txBody>
      </p:sp>
    </p:spTree>
    <p:extLst>
      <p:ext uri="{BB962C8B-B14F-4D97-AF65-F5344CB8AC3E}">
        <p14:creationId xmlns:p14="http://schemas.microsoft.com/office/powerpoint/2010/main" val="33870701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29</a:t>
            </a:fld>
            <a:endParaRPr lang="en-US" dirty="0"/>
          </a:p>
        </p:txBody>
      </p:sp>
    </p:spTree>
    <p:extLst>
      <p:ext uri="{BB962C8B-B14F-4D97-AF65-F5344CB8AC3E}">
        <p14:creationId xmlns:p14="http://schemas.microsoft.com/office/powerpoint/2010/main" val="22834565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30</a:t>
            </a:fld>
            <a:endParaRPr lang="en-US" dirty="0"/>
          </a:p>
        </p:txBody>
      </p:sp>
    </p:spTree>
    <p:extLst>
      <p:ext uri="{BB962C8B-B14F-4D97-AF65-F5344CB8AC3E}">
        <p14:creationId xmlns:p14="http://schemas.microsoft.com/office/powerpoint/2010/main" val="24965177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31</a:t>
            </a:fld>
            <a:endParaRPr lang="en-US" dirty="0"/>
          </a:p>
        </p:txBody>
      </p:sp>
    </p:spTree>
    <p:extLst>
      <p:ext uri="{BB962C8B-B14F-4D97-AF65-F5344CB8AC3E}">
        <p14:creationId xmlns:p14="http://schemas.microsoft.com/office/powerpoint/2010/main" val="7365198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32</a:t>
            </a:fld>
            <a:endParaRPr lang="en-US" dirty="0"/>
          </a:p>
        </p:txBody>
      </p:sp>
    </p:spTree>
    <p:extLst>
      <p:ext uri="{BB962C8B-B14F-4D97-AF65-F5344CB8AC3E}">
        <p14:creationId xmlns:p14="http://schemas.microsoft.com/office/powerpoint/2010/main" val="10951110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33</a:t>
            </a:fld>
            <a:endParaRPr lang="en-US" dirty="0"/>
          </a:p>
        </p:txBody>
      </p:sp>
    </p:spTree>
    <p:extLst>
      <p:ext uri="{BB962C8B-B14F-4D97-AF65-F5344CB8AC3E}">
        <p14:creationId xmlns:p14="http://schemas.microsoft.com/office/powerpoint/2010/main" val="1707915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5.png"/><Relationship Id="rId7" Type="http://schemas.openxmlformats.org/officeDocument/2006/relationships/diagramColors" Target="../diagrams/colors1.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notesSlide" Target="../notesSlides/notesSlide21.xml"/><Relationship Id="rId16" Type="http://schemas.openxmlformats.org/officeDocument/2006/relationships/diagramColors" Target="../diagrams/colors5.xml"/><Relationship Id="rId1" Type="http://schemas.openxmlformats.org/officeDocument/2006/relationships/slideLayout" Target="../slideLayouts/slideLayout1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diagramData" Target="../diagrams/data8.xml"/><Relationship Id="rId18" Type="http://schemas.openxmlformats.org/officeDocument/2006/relationships/diagramData" Target="../diagrams/data9.xml"/><Relationship Id="rId3" Type="http://schemas.openxmlformats.org/officeDocument/2006/relationships/diagramData" Target="../diagrams/data6.xml"/><Relationship Id="rId21" Type="http://schemas.openxmlformats.org/officeDocument/2006/relationships/diagramColors" Target="../diagrams/colors9.xml"/><Relationship Id="rId7" Type="http://schemas.microsoft.com/office/2007/relationships/diagramDrawing" Target="../diagrams/drawing6.xml"/><Relationship Id="rId12" Type="http://schemas.microsoft.com/office/2007/relationships/diagramDrawing" Target="../diagrams/drawing7.xml"/><Relationship Id="rId17" Type="http://schemas.microsoft.com/office/2007/relationships/diagramDrawing" Target="../diagrams/drawing8.xml"/><Relationship Id="rId2" Type="http://schemas.openxmlformats.org/officeDocument/2006/relationships/notesSlide" Target="../notesSlides/notesSlide22.xml"/><Relationship Id="rId16" Type="http://schemas.openxmlformats.org/officeDocument/2006/relationships/diagramColors" Target="../diagrams/colors8.xml"/><Relationship Id="rId20" Type="http://schemas.openxmlformats.org/officeDocument/2006/relationships/diagramQuickStyle" Target="../diagrams/quickStyle9.xml"/><Relationship Id="rId1" Type="http://schemas.openxmlformats.org/officeDocument/2006/relationships/slideLayout" Target="../slideLayouts/slideLayout12.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5" Type="http://schemas.openxmlformats.org/officeDocument/2006/relationships/diagramQuickStyle" Target="../diagrams/quickStyle8.xml"/><Relationship Id="rId10" Type="http://schemas.openxmlformats.org/officeDocument/2006/relationships/diagramQuickStyle" Target="../diagrams/quickStyle7.xml"/><Relationship Id="rId19" Type="http://schemas.openxmlformats.org/officeDocument/2006/relationships/diagramLayout" Target="../diagrams/layout9.xml"/><Relationship Id="rId4" Type="http://schemas.openxmlformats.org/officeDocument/2006/relationships/diagramLayout" Target="../diagrams/layout6.xml"/><Relationship Id="rId9" Type="http://schemas.openxmlformats.org/officeDocument/2006/relationships/diagramLayout" Target="../diagrams/layout7.xml"/><Relationship Id="rId14" Type="http://schemas.openxmlformats.org/officeDocument/2006/relationships/diagramLayout" Target="../diagrams/layout8.xml"/><Relationship Id="rId22" Type="http://schemas.microsoft.com/office/2007/relationships/diagramDrawing" Target="../diagrams/drawing9.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8" Type="http://schemas.openxmlformats.org/officeDocument/2006/relationships/image" Target="../media/image33.png"/><Relationship Id="rId3" Type="http://schemas.microsoft.com/office/2007/relationships/hdphoto" Target="../media/hdphoto1.wdp"/><Relationship Id="rId7" Type="http://schemas.openxmlformats.org/officeDocument/2006/relationships/image" Target="../media/image32.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DESIGN AND ANALYSIS OF ALGORITHMS (113939)</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1808703"/>
            <a:ext cx="4480450" cy="4406369"/>
          </a:xfrm>
        </p:spPr>
        <p:txBody>
          <a:bodyPr/>
          <a:lstStyle/>
          <a:p>
            <a:r>
              <a:rPr lang="en-US" dirty="0"/>
              <a:t>Backtracking Desing Strategy</a:t>
            </a:r>
          </a:p>
          <a:p>
            <a:r>
              <a:rPr lang="en-US" dirty="0"/>
              <a:t>A Simple Example</a:t>
            </a:r>
          </a:p>
          <a:p>
            <a:r>
              <a:rPr lang="en-US" dirty="0"/>
              <a:t>Sudoku</a:t>
            </a:r>
          </a:p>
          <a:p>
            <a:r>
              <a:rPr lang="en-US" dirty="0"/>
              <a:t>Exercise</a:t>
            </a:r>
          </a:p>
          <a:p>
            <a:r>
              <a:rPr lang="en-US" dirty="0"/>
              <a:t>Magic Square</a:t>
            </a:r>
          </a:p>
          <a:p>
            <a:r>
              <a:rPr lang="en-US" dirty="0"/>
              <a:t>Recap: Trees</a:t>
            </a:r>
          </a:p>
          <a:p>
            <a:r>
              <a:rPr lang="en-US" dirty="0"/>
              <a:t>Depth First Search</a:t>
            </a:r>
          </a:p>
          <a:p>
            <a:r>
              <a:rPr lang="en-US" dirty="0"/>
              <a:t>N-Queen Problem</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Backtracking Design Strategy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Backtracking is a Brute-force design strategy with an Undo option.</a:t>
            </a:r>
          </a:p>
          <a:p>
            <a:pPr>
              <a:lnSpc>
                <a:spcPct val="120000"/>
              </a:lnSpc>
              <a:buFont typeface="Wingdings" panose="05000000000000000000" pitchFamily="2" charset="2"/>
              <a:buChar char="§"/>
            </a:pPr>
            <a:r>
              <a:rPr lang="en-US" sz="3200" dirty="0"/>
              <a:t>Backtracking explores all possible options, but if an option seems to be leading to a dead-end (</a:t>
            </a:r>
            <a:r>
              <a:rPr lang="en-US" sz="3200" i="1" u="sng" dirty="0"/>
              <a:t>non-promising</a:t>
            </a:r>
            <a:r>
              <a:rPr lang="en-US" sz="3200" dirty="0"/>
              <a:t>), it goes back to previous stage and explores the next option.</a:t>
            </a:r>
          </a:p>
          <a:p>
            <a:pPr>
              <a:lnSpc>
                <a:spcPct val="120000"/>
              </a:lnSpc>
              <a:buFont typeface="Wingdings" panose="05000000000000000000" pitchFamily="2" charset="2"/>
              <a:buChar char="§"/>
            </a:pPr>
            <a:r>
              <a:rPr lang="en-US" sz="3200" dirty="0"/>
              <a:t>It is mainly used to solve search problems and puzzles.</a:t>
            </a:r>
            <a:endParaRPr lang="en-GB" sz="3200" dirty="0"/>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You are at the blue block in KIET’s main campus, and the green block is where your exam is being conducted. You do now know where your room is, and nobody is around to tell you.</a:t>
            </a:r>
          </a:p>
          <a:p>
            <a:pPr>
              <a:lnSpc>
                <a:spcPct val="120000"/>
              </a:lnSpc>
              <a:buFont typeface="Wingdings" panose="05000000000000000000" pitchFamily="2" charset="2"/>
              <a:buChar char="§"/>
            </a:pPr>
            <a:r>
              <a:rPr lang="en-GB" sz="3200" dirty="0"/>
              <a:t>How will you reach your destination?</a:t>
            </a:r>
          </a:p>
        </p:txBody>
      </p:sp>
      <p:pic>
        <p:nvPicPr>
          <p:cNvPr id="10" name="Picture 9">
            <a:extLst>
              <a:ext uri="{FF2B5EF4-FFF2-40B4-BE49-F238E27FC236}">
                <a16:creationId xmlns:a16="http://schemas.microsoft.com/office/drawing/2014/main" id="{31F6E7E2-9051-5EE1-71CA-860F5AA0EE9F}"/>
              </a:ext>
            </a:extLst>
          </p:cNvPr>
          <p:cNvPicPr>
            <a:picLocks noChangeAspect="1"/>
          </p:cNvPicPr>
          <p:nvPr/>
        </p:nvPicPr>
        <p:blipFill>
          <a:blip r:embed="rId3"/>
          <a:stretch>
            <a:fillRect/>
          </a:stretch>
        </p:blipFill>
        <p:spPr>
          <a:xfrm>
            <a:off x="7841218" y="2063740"/>
            <a:ext cx="4130398" cy="3825572"/>
          </a:xfrm>
          <a:prstGeom prst="rect">
            <a:avLst/>
          </a:prstGeom>
        </p:spPr>
      </p:pic>
    </p:spTree>
    <p:extLst>
      <p:ext uri="{BB962C8B-B14F-4D97-AF65-F5344CB8AC3E}">
        <p14:creationId xmlns:p14="http://schemas.microsoft.com/office/powerpoint/2010/main" val="146606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7" name="Picture 6">
            <a:extLst>
              <a:ext uri="{FF2B5EF4-FFF2-40B4-BE49-F238E27FC236}">
                <a16:creationId xmlns:a16="http://schemas.microsoft.com/office/drawing/2014/main" id="{7EFA5F50-8596-CBEC-D3E3-0EF26EF12EF1}"/>
              </a:ext>
            </a:extLst>
          </p:cNvPr>
          <p:cNvPicPr>
            <a:picLocks noChangeAspect="1"/>
          </p:cNvPicPr>
          <p:nvPr/>
        </p:nvPicPr>
        <p:blipFill>
          <a:blip r:embed="rId3"/>
          <a:stretch>
            <a:fillRect/>
          </a:stretch>
        </p:blipFill>
        <p:spPr>
          <a:xfrm>
            <a:off x="875619" y="1516214"/>
            <a:ext cx="4130398" cy="3825572"/>
          </a:xfrm>
          <a:prstGeom prst="rect">
            <a:avLst/>
          </a:prstGeom>
        </p:spPr>
      </p:pic>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You walked until you reached a corridor where you need to decide whether to go right or left. You randomly choose to go left.</a:t>
            </a:r>
          </a:p>
        </p:txBody>
      </p:sp>
      <p:pic>
        <p:nvPicPr>
          <p:cNvPr id="11" name="Picture 10">
            <a:extLst>
              <a:ext uri="{FF2B5EF4-FFF2-40B4-BE49-F238E27FC236}">
                <a16:creationId xmlns:a16="http://schemas.microsoft.com/office/drawing/2014/main" id="{868D31FF-5C39-3856-31A4-288B621B6600}"/>
              </a:ext>
            </a:extLst>
          </p:cNvPr>
          <p:cNvPicPr>
            <a:picLocks noChangeAspect="1"/>
          </p:cNvPicPr>
          <p:nvPr/>
        </p:nvPicPr>
        <p:blipFill>
          <a:blip r:embed="rId4"/>
          <a:stretch>
            <a:fillRect/>
          </a:stretch>
        </p:blipFill>
        <p:spPr>
          <a:xfrm>
            <a:off x="7185983" y="1516214"/>
            <a:ext cx="4130398" cy="3825572"/>
          </a:xfrm>
          <a:prstGeom prst="rect">
            <a:avLst/>
          </a:prstGeom>
        </p:spPr>
      </p:pic>
    </p:spTree>
    <p:extLst>
      <p:ext uri="{BB962C8B-B14F-4D97-AF65-F5344CB8AC3E}">
        <p14:creationId xmlns:p14="http://schemas.microsoft.com/office/powerpoint/2010/main" val="312861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Once again, you need to decide whether to turn left or take the right way. You randomly chose the right path.</a:t>
            </a:r>
          </a:p>
        </p:txBody>
      </p:sp>
      <p:pic>
        <p:nvPicPr>
          <p:cNvPr id="5" name="Picture 4">
            <a:extLst>
              <a:ext uri="{FF2B5EF4-FFF2-40B4-BE49-F238E27FC236}">
                <a16:creationId xmlns:a16="http://schemas.microsoft.com/office/drawing/2014/main" id="{DA4579CE-CACB-564B-35DE-A75F2311478E}"/>
              </a:ext>
            </a:extLst>
          </p:cNvPr>
          <p:cNvPicPr>
            <a:picLocks noChangeAspect="1"/>
          </p:cNvPicPr>
          <p:nvPr/>
        </p:nvPicPr>
        <p:blipFill>
          <a:blip r:embed="rId3"/>
          <a:stretch>
            <a:fillRect/>
          </a:stretch>
        </p:blipFill>
        <p:spPr>
          <a:xfrm>
            <a:off x="7185984" y="1516214"/>
            <a:ext cx="4130398" cy="3825572"/>
          </a:xfrm>
          <a:prstGeom prst="rect">
            <a:avLst/>
          </a:prstGeom>
        </p:spPr>
      </p:pic>
      <p:pic>
        <p:nvPicPr>
          <p:cNvPr id="6" name="Picture 5">
            <a:extLst>
              <a:ext uri="{FF2B5EF4-FFF2-40B4-BE49-F238E27FC236}">
                <a16:creationId xmlns:a16="http://schemas.microsoft.com/office/drawing/2014/main" id="{389158BF-0047-3CAB-71B5-92C97E2518CA}"/>
              </a:ext>
            </a:extLst>
          </p:cNvPr>
          <p:cNvPicPr>
            <a:picLocks noChangeAspect="1"/>
          </p:cNvPicPr>
          <p:nvPr/>
        </p:nvPicPr>
        <p:blipFill>
          <a:blip r:embed="rId4"/>
          <a:stretch>
            <a:fillRect/>
          </a:stretch>
        </p:blipFill>
        <p:spPr>
          <a:xfrm>
            <a:off x="875620" y="1516214"/>
            <a:ext cx="4130398" cy="3825572"/>
          </a:xfrm>
          <a:prstGeom prst="rect">
            <a:avLst/>
          </a:prstGeom>
        </p:spPr>
      </p:pic>
    </p:spTree>
    <p:extLst>
      <p:ext uri="{BB962C8B-B14F-4D97-AF65-F5344CB8AC3E}">
        <p14:creationId xmlns:p14="http://schemas.microsoft.com/office/powerpoint/2010/main" val="202193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Again, you have a choice to go left or right, but left path has already been explored, so you go right.</a:t>
            </a:r>
          </a:p>
        </p:txBody>
      </p:sp>
      <p:pic>
        <p:nvPicPr>
          <p:cNvPr id="5" name="Picture 4">
            <a:extLst>
              <a:ext uri="{FF2B5EF4-FFF2-40B4-BE49-F238E27FC236}">
                <a16:creationId xmlns:a16="http://schemas.microsoft.com/office/drawing/2014/main" id="{DA4579CE-CACB-564B-35DE-A75F2311478E}"/>
              </a:ext>
            </a:extLst>
          </p:cNvPr>
          <p:cNvPicPr>
            <a:picLocks noChangeAspect="1"/>
          </p:cNvPicPr>
          <p:nvPr/>
        </p:nvPicPr>
        <p:blipFill>
          <a:blip r:embed="rId3"/>
          <a:stretch>
            <a:fillRect/>
          </a:stretch>
        </p:blipFill>
        <p:spPr>
          <a:xfrm>
            <a:off x="875620" y="1516214"/>
            <a:ext cx="4130398" cy="3825572"/>
          </a:xfrm>
          <a:prstGeom prst="rect">
            <a:avLst/>
          </a:prstGeom>
        </p:spPr>
      </p:pic>
      <p:pic>
        <p:nvPicPr>
          <p:cNvPr id="4" name="Picture 3">
            <a:extLst>
              <a:ext uri="{FF2B5EF4-FFF2-40B4-BE49-F238E27FC236}">
                <a16:creationId xmlns:a16="http://schemas.microsoft.com/office/drawing/2014/main" id="{770C1951-113C-4326-459F-E17537D675C9}"/>
              </a:ext>
            </a:extLst>
          </p:cNvPr>
          <p:cNvPicPr>
            <a:picLocks noChangeAspect="1"/>
          </p:cNvPicPr>
          <p:nvPr/>
        </p:nvPicPr>
        <p:blipFill>
          <a:blip r:embed="rId4"/>
          <a:stretch>
            <a:fillRect/>
          </a:stretch>
        </p:blipFill>
        <p:spPr>
          <a:xfrm>
            <a:off x="7185984" y="1520024"/>
            <a:ext cx="4130398" cy="3817951"/>
          </a:xfrm>
          <a:prstGeom prst="rect">
            <a:avLst/>
          </a:prstGeom>
        </p:spPr>
      </p:pic>
    </p:spTree>
    <p:extLst>
      <p:ext uri="{BB962C8B-B14F-4D97-AF65-F5344CB8AC3E}">
        <p14:creationId xmlns:p14="http://schemas.microsoft.com/office/powerpoint/2010/main" val="175466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0C1951-113C-4326-459F-E17537D675C9}"/>
              </a:ext>
            </a:extLst>
          </p:cNvPr>
          <p:cNvPicPr>
            <a:picLocks noChangeAspect="1"/>
          </p:cNvPicPr>
          <p:nvPr/>
        </p:nvPicPr>
        <p:blipFill>
          <a:blip r:embed="rId3"/>
          <a:stretch>
            <a:fillRect/>
          </a:stretch>
        </p:blipFill>
        <p:spPr>
          <a:xfrm>
            <a:off x="875620" y="1520024"/>
            <a:ext cx="4130398" cy="3817951"/>
          </a:xfrm>
          <a:prstGeom prst="rect">
            <a:avLst/>
          </a:prstGeom>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Once again, you need to decide which way. You randomly chose to go left. And then another left.</a:t>
            </a:r>
          </a:p>
        </p:txBody>
      </p:sp>
      <p:pic>
        <p:nvPicPr>
          <p:cNvPr id="7" name="Picture 6">
            <a:extLst>
              <a:ext uri="{FF2B5EF4-FFF2-40B4-BE49-F238E27FC236}">
                <a16:creationId xmlns:a16="http://schemas.microsoft.com/office/drawing/2014/main" id="{9310FCFE-17EE-A5DD-B9DB-20911B5E7F0C}"/>
              </a:ext>
            </a:extLst>
          </p:cNvPr>
          <p:cNvPicPr>
            <a:picLocks noChangeAspect="1"/>
          </p:cNvPicPr>
          <p:nvPr/>
        </p:nvPicPr>
        <p:blipFill>
          <a:blip r:embed="rId4"/>
          <a:stretch>
            <a:fillRect/>
          </a:stretch>
        </p:blipFill>
        <p:spPr>
          <a:xfrm>
            <a:off x="7185984" y="1516214"/>
            <a:ext cx="4130398" cy="3825572"/>
          </a:xfrm>
          <a:prstGeom prst="rect">
            <a:avLst/>
          </a:prstGeom>
        </p:spPr>
      </p:pic>
    </p:spTree>
    <p:extLst>
      <p:ext uri="{BB962C8B-B14F-4D97-AF65-F5344CB8AC3E}">
        <p14:creationId xmlns:p14="http://schemas.microsoft.com/office/powerpoint/2010/main" val="263358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At this point, you reach a dead-end. Therefore, you backtrack to last decision place. You DO NOT start from the beginning.</a:t>
            </a:r>
          </a:p>
        </p:txBody>
      </p:sp>
      <p:pic>
        <p:nvPicPr>
          <p:cNvPr id="5" name="Picture 4">
            <a:extLst>
              <a:ext uri="{FF2B5EF4-FFF2-40B4-BE49-F238E27FC236}">
                <a16:creationId xmlns:a16="http://schemas.microsoft.com/office/drawing/2014/main" id="{712E8780-3FC7-0C7D-A1D2-3EDCCAB5421A}"/>
              </a:ext>
            </a:extLst>
          </p:cNvPr>
          <p:cNvPicPr>
            <a:picLocks noChangeAspect="1"/>
          </p:cNvPicPr>
          <p:nvPr/>
        </p:nvPicPr>
        <p:blipFill>
          <a:blip r:embed="rId3"/>
          <a:stretch>
            <a:fillRect/>
          </a:stretch>
        </p:blipFill>
        <p:spPr>
          <a:xfrm>
            <a:off x="875619" y="1520024"/>
            <a:ext cx="4130398" cy="3817951"/>
          </a:xfrm>
          <a:prstGeom prst="rect">
            <a:avLst/>
          </a:prstGeom>
        </p:spPr>
      </p:pic>
      <p:pic>
        <p:nvPicPr>
          <p:cNvPr id="9" name="Picture 8">
            <a:extLst>
              <a:ext uri="{FF2B5EF4-FFF2-40B4-BE49-F238E27FC236}">
                <a16:creationId xmlns:a16="http://schemas.microsoft.com/office/drawing/2014/main" id="{134C81A3-B788-7D1F-0051-D579B7265924}"/>
              </a:ext>
            </a:extLst>
          </p:cNvPr>
          <p:cNvPicPr>
            <a:picLocks noChangeAspect="1"/>
          </p:cNvPicPr>
          <p:nvPr/>
        </p:nvPicPr>
        <p:blipFill>
          <a:blip r:embed="rId4"/>
          <a:stretch>
            <a:fillRect/>
          </a:stretch>
        </p:blipFill>
        <p:spPr>
          <a:xfrm>
            <a:off x="7185985" y="1516214"/>
            <a:ext cx="4130398" cy="3825572"/>
          </a:xfrm>
          <a:prstGeom prst="rect">
            <a:avLst/>
          </a:prstGeom>
        </p:spPr>
      </p:pic>
    </p:spTree>
    <p:extLst>
      <p:ext uri="{BB962C8B-B14F-4D97-AF65-F5344CB8AC3E}">
        <p14:creationId xmlns:p14="http://schemas.microsoft.com/office/powerpoint/2010/main" val="243039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4C81A3-B788-7D1F-0051-D579B7265924}"/>
              </a:ext>
            </a:extLst>
          </p:cNvPr>
          <p:cNvPicPr>
            <a:picLocks noChangeAspect="1"/>
          </p:cNvPicPr>
          <p:nvPr/>
        </p:nvPicPr>
        <p:blipFill>
          <a:blip r:embed="rId3"/>
          <a:stretch>
            <a:fillRect/>
          </a:stretch>
        </p:blipFill>
        <p:spPr>
          <a:xfrm>
            <a:off x="875619" y="1516214"/>
            <a:ext cx="4130398" cy="3825572"/>
          </a:xfrm>
          <a:prstGeom prst="rect">
            <a:avLst/>
          </a:prstGeom>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Now that you’re back at previous checkpoint, do you have two paths to take or one?</a:t>
            </a:r>
          </a:p>
          <a:p>
            <a:pPr>
              <a:lnSpc>
                <a:spcPct val="120000"/>
              </a:lnSpc>
              <a:buFont typeface="Wingdings" panose="05000000000000000000" pitchFamily="2" charset="2"/>
              <a:buChar char="§"/>
            </a:pPr>
            <a:r>
              <a:rPr lang="en-GB" sz="3200" dirty="0"/>
              <a:t>You only have one way because the other one has already been visited.</a:t>
            </a:r>
          </a:p>
        </p:txBody>
      </p:sp>
      <p:pic>
        <p:nvPicPr>
          <p:cNvPr id="4" name="Picture 3">
            <a:extLst>
              <a:ext uri="{FF2B5EF4-FFF2-40B4-BE49-F238E27FC236}">
                <a16:creationId xmlns:a16="http://schemas.microsoft.com/office/drawing/2014/main" id="{8073E023-4CD4-2D5F-A9E2-6D76C67C5A89}"/>
              </a:ext>
            </a:extLst>
          </p:cNvPr>
          <p:cNvPicPr>
            <a:picLocks noChangeAspect="1"/>
          </p:cNvPicPr>
          <p:nvPr/>
        </p:nvPicPr>
        <p:blipFill>
          <a:blip r:embed="rId4"/>
          <a:stretch>
            <a:fillRect/>
          </a:stretch>
        </p:blipFill>
        <p:spPr>
          <a:xfrm>
            <a:off x="7185983" y="1516214"/>
            <a:ext cx="4130398" cy="3825572"/>
          </a:xfrm>
          <a:prstGeom prst="rect">
            <a:avLst/>
          </a:prstGeom>
        </p:spPr>
      </p:pic>
    </p:spTree>
    <p:extLst>
      <p:ext uri="{BB962C8B-B14F-4D97-AF65-F5344CB8AC3E}">
        <p14:creationId xmlns:p14="http://schemas.microsoft.com/office/powerpoint/2010/main" val="263718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73E023-4CD4-2D5F-A9E2-6D76C67C5A89}"/>
              </a:ext>
            </a:extLst>
          </p:cNvPr>
          <p:cNvPicPr>
            <a:picLocks noChangeAspect="1"/>
          </p:cNvPicPr>
          <p:nvPr/>
        </p:nvPicPr>
        <p:blipFill>
          <a:blip r:embed="rId3"/>
          <a:stretch>
            <a:fillRect/>
          </a:stretch>
        </p:blipFill>
        <p:spPr>
          <a:xfrm>
            <a:off x="875619" y="1516214"/>
            <a:ext cx="4130398" cy="3825572"/>
          </a:xfrm>
          <a:prstGeom prst="rect">
            <a:avLst/>
          </a:prstGeom>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The problem is that this path also leads to a dead-end. Therefore, you backtrack to previous checkpoint.</a:t>
            </a:r>
          </a:p>
        </p:txBody>
      </p:sp>
      <p:pic>
        <p:nvPicPr>
          <p:cNvPr id="6" name="Picture 5">
            <a:extLst>
              <a:ext uri="{FF2B5EF4-FFF2-40B4-BE49-F238E27FC236}">
                <a16:creationId xmlns:a16="http://schemas.microsoft.com/office/drawing/2014/main" id="{D96B364E-E9D6-B692-0E53-B8848A4F99EB}"/>
              </a:ext>
            </a:extLst>
          </p:cNvPr>
          <p:cNvPicPr>
            <a:picLocks noChangeAspect="1"/>
          </p:cNvPicPr>
          <p:nvPr/>
        </p:nvPicPr>
        <p:blipFill>
          <a:blip r:embed="rId4"/>
          <a:stretch>
            <a:fillRect/>
          </a:stretch>
        </p:blipFill>
        <p:spPr>
          <a:xfrm>
            <a:off x="7185985" y="1516214"/>
            <a:ext cx="4130398" cy="3825572"/>
          </a:xfrm>
          <a:prstGeom prst="rect">
            <a:avLst/>
          </a:prstGeom>
        </p:spPr>
      </p:pic>
    </p:spTree>
    <p:extLst>
      <p:ext uri="{BB962C8B-B14F-4D97-AF65-F5344CB8AC3E}">
        <p14:creationId xmlns:p14="http://schemas.microsoft.com/office/powerpoint/2010/main" val="303787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6B364E-E9D6-B692-0E53-B8848A4F99EB}"/>
              </a:ext>
            </a:extLst>
          </p:cNvPr>
          <p:cNvPicPr>
            <a:picLocks noChangeAspect="1"/>
          </p:cNvPicPr>
          <p:nvPr/>
        </p:nvPicPr>
        <p:blipFill>
          <a:blip r:embed="rId3"/>
          <a:stretch>
            <a:fillRect/>
          </a:stretch>
        </p:blipFill>
        <p:spPr>
          <a:xfrm>
            <a:off x="875619" y="1516214"/>
            <a:ext cx="4130398" cy="3825572"/>
          </a:xfrm>
          <a:prstGeom prst="rect">
            <a:avLst/>
          </a:prstGeom>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You have already visited both paths; you backtrack once more to the checkpoint before the current one.</a:t>
            </a:r>
          </a:p>
        </p:txBody>
      </p:sp>
      <p:pic>
        <p:nvPicPr>
          <p:cNvPr id="5" name="Picture 4">
            <a:extLst>
              <a:ext uri="{FF2B5EF4-FFF2-40B4-BE49-F238E27FC236}">
                <a16:creationId xmlns:a16="http://schemas.microsoft.com/office/drawing/2014/main" id="{98622035-67E0-C70B-361F-544F49F19B03}"/>
              </a:ext>
            </a:extLst>
          </p:cNvPr>
          <p:cNvPicPr>
            <a:picLocks noChangeAspect="1"/>
          </p:cNvPicPr>
          <p:nvPr/>
        </p:nvPicPr>
        <p:blipFill>
          <a:blip r:embed="rId4"/>
          <a:stretch>
            <a:fillRect/>
          </a:stretch>
        </p:blipFill>
        <p:spPr>
          <a:xfrm>
            <a:off x="7185983" y="1520024"/>
            <a:ext cx="4130398" cy="3817951"/>
          </a:xfrm>
          <a:prstGeom prst="rect">
            <a:avLst/>
          </a:prstGeom>
        </p:spPr>
      </p:pic>
    </p:spTree>
    <p:extLst>
      <p:ext uri="{BB962C8B-B14F-4D97-AF65-F5344CB8AC3E}">
        <p14:creationId xmlns:p14="http://schemas.microsoft.com/office/powerpoint/2010/main" val="374935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622035-67E0-C70B-361F-544F49F19B03}"/>
              </a:ext>
            </a:extLst>
          </p:cNvPr>
          <p:cNvPicPr>
            <a:picLocks noChangeAspect="1"/>
          </p:cNvPicPr>
          <p:nvPr/>
        </p:nvPicPr>
        <p:blipFill>
          <a:blip r:embed="rId3"/>
          <a:stretch>
            <a:fillRect/>
          </a:stretch>
        </p:blipFill>
        <p:spPr>
          <a:xfrm>
            <a:off x="875619" y="1520024"/>
            <a:ext cx="4130398" cy="3817951"/>
          </a:xfrm>
          <a:prstGeom prst="rect">
            <a:avLst/>
          </a:prstGeom>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8" name="Content Placeholder 2">
            <a:extLst>
              <a:ext uri="{FF2B5EF4-FFF2-40B4-BE49-F238E27FC236}">
                <a16:creationId xmlns:a16="http://schemas.microsoft.com/office/drawing/2014/main" id="{80F9FA8D-D3E9-85D9-7650-497AC6ECFAEE}"/>
              </a:ext>
            </a:extLst>
          </p:cNvPr>
          <p:cNvSpPr txBox="1">
            <a:spLocks/>
          </p:cNvSpPr>
          <p:nvPr/>
        </p:nvSpPr>
        <p:spPr>
          <a:xfrm>
            <a:off x="220385" y="5341786"/>
            <a:ext cx="11751232" cy="107867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Only one way to go now, which takes you to your examination room.</a:t>
            </a:r>
          </a:p>
        </p:txBody>
      </p:sp>
      <p:pic>
        <p:nvPicPr>
          <p:cNvPr id="7" name="Picture 6">
            <a:extLst>
              <a:ext uri="{FF2B5EF4-FFF2-40B4-BE49-F238E27FC236}">
                <a16:creationId xmlns:a16="http://schemas.microsoft.com/office/drawing/2014/main" id="{3CF1299B-3E48-BCA1-52F6-71327E4A8A84}"/>
              </a:ext>
            </a:extLst>
          </p:cNvPr>
          <p:cNvPicPr>
            <a:picLocks noChangeAspect="1"/>
          </p:cNvPicPr>
          <p:nvPr/>
        </p:nvPicPr>
        <p:blipFill>
          <a:blip r:embed="rId4"/>
          <a:stretch>
            <a:fillRect/>
          </a:stretch>
        </p:blipFill>
        <p:spPr>
          <a:xfrm>
            <a:off x="7185983" y="1520024"/>
            <a:ext cx="4130398" cy="3817951"/>
          </a:xfrm>
          <a:prstGeom prst="rect">
            <a:avLst/>
          </a:prstGeom>
        </p:spPr>
      </p:pic>
    </p:spTree>
    <p:extLst>
      <p:ext uri="{BB962C8B-B14F-4D97-AF65-F5344CB8AC3E}">
        <p14:creationId xmlns:p14="http://schemas.microsoft.com/office/powerpoint/2010/main" val="205072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1258344"/>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You can think of your journey as a decision tree. The set of all possible decisions is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sup>
                    </m:sSup>
                  </m:oMath>
                </a14:m>
                <a:r>
                  <a:rPr lang="en-GB" sz="3200" dirty="0"/>
                  <a:t> where </a:t>
                </a:r>
                <a14:m>
                  <m:oMath xmlns:m="http://schemas.openxmlformats.org/officeDocument/2006/math">
                    <m:r>
                      <a:rPr lang="en-US" sz="3200" b="0" i="1" smtClean="0">
                        <a:latin typeface="Cambria Math" panose="02040503050406030204" pitchFamily="18" charset="0"/>
                      </a:rPr>
                      <m:t>𝑛</m:t>
                    </m:r>
                  </m:oMath>
                </a14:m>
                <a:r>
                  <a:rPr lang="en-GB" sz="3200" dirty="0"/>
                  <a:t> is the number of times you had to take a decision.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62731"/>
                <a:ext cx="11743016" cy="1258344"/>
              </a:xfrm>
              <a:prstGeom prst="rect">
                <a:avLst/>
              </a:prstGeom>
              <a:blipFill>
                <a:blip r:embed="rId3"/>
                <a:stretch>
                  <a:fillRect l="-830" t="-2415"/>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DEEB0BB9-18E0-C28E-DD06-9225E84BA934}"/>
              </a:ext>
            </a:extLst>
          </p:cNvPr>
          <p:cNvGraphicFramePr/>
          <p:nvPr>
            <p:extLst>
              <p:ext uri="{D42A27DB-BD31-4B8C-83A1-F6EECF244321}">
                <p14:modId xmlns:p14="http://schemas.microsoft.com/office/powerpoint/2010/main" val="2659032707"/>
              </p:ext>
            </p:extLst>
          </p:nvPr>
        </p:nvGraphicFramePr>
        <p:xfrm>
          <a:off x="220384" y="2821075"/>
          <a:ext cx="11751232" cy="36543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6224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1258344"/>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However, your backtracking approach eliminated non-promising routes entirely. Leaving only a fraction of promising paths to explore.</a:t>
            </a:r>
            <a:endParaRPr lang="en-GB" sz="3200" dirty="0"/>
          </a:p>
        </p:txBody>
      </p:sp>
      <p:graphicFrame>
        <p:nvGraphicFramePr>
          <p:cNvPr id="4" name="Diagram 3">
            <a:extLst>
              <a:ext uri="{FF2B5EF4-FFF2-40B4-BE49-F238E27FC236}">
                <a16:creationId xmlns:a16="http://schemas.microsoft.com/office/drawing/2014/main" id="{DEEB0BB9-18E0-C28E-DD06-9225E84BA934}"/>
              </a:ext>
            </a:extLst>
          </p:cNvPr>
          <p:cNvGraphicFramePr/>
          <p:nvPr>
            <p:extLst>
              <p:ext uri="{D42A27DB-BD31-4B8C-83A1-F6EECF244321}">
                <p14:modId xmlns:p14="http://schemas.microsoft.com/office/powerpoint/2010/main" val="2137932259"/>
              </p:ext>
            </p:extLst>
          </p:nvPr>
        </p:nvGraphicFramePr>
        <p:xfrm>
          <a:off x="220384" y="2821075"/>
          <a:ext cx="11751232" cy="36543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814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58756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Solve the given Sudoku. The rules are simple:</a:t>
            </a:r>
          </a:p>
          <a:p>
            <a:pPr marL="514350" indent="-514350">
              <a:lnSpc>
                <a:spcPct val="120000"/>
              </a:lnSpc>
              <a:buFont typeface="+mj-lt"/>
              <a:buAutoNum type="arabicPeriod"/>
            </a:pPr>
            <a:r>
              <a:rPr lang="en-US" sz="3200" dirty="0"/>
              <a:t>Each box should contain all numbers from 1-9.</a:t>
            </a:r>
          </a:p>
          <a:p>
            <a:pPr marL="514350" indent="-514350">
              <a:lnSpc>
                <a:spcPct val="120000"/>
              </a:lnSpc>
              <a:buFont typeface="+mj-lt"/>
              <a:buAutoNum type="arabicPeriod"/>
            </a:pPr>
            <a:r>
              <a:rPr lang="en-US" sz="3200" dirty="0"/>
              <a:t>No two numbers can be placed in the same row or column of the whole puzzle.</a:t>
            </a:r>
          </a:p>
          <a:p>
            <a:pPr marL="514350" indent="-514350">
              <a:lnSpc>
                <a:spcPct val="120000"/>
              </a:lnSpc>
              <a:buFont typeface="+mj-lt"/>
              <a:buAutoNum type="arabicPeriod"/>
            </a:pPr>
            <a:r>
              <a:rPr lang="en-US" sz="3200" dirty="0"/>
              <a:t>Each row and column should also contain all numbers from 1-9.</a:t>
            </a:r>
          </a:p>
        </p:txBody>
      </p:sp>
      <p:pic>
        <p:nvPicPr>
          <p:cNvPr id="5" name="Picture 4">
            <a:extLst>
              <a:ext uri="{FF2B5EF4-FFF2-40B4-BE49-F238E27FC236}">
                <a16:creationId xmlns:a16="http://schemas.microsoft.com/office/drawing/2014/main" id="{557D8AC8-BBE1-DDA9-CBA5-F15350B658D3}"/>
              </a:ext>
            </a:extLst>
          </p:cNvPr>
          <p:cNvPicPr>
            <a:picLocks noChangeAspect="1"/>
          </p:cNvPicPr>
          <p:nvPr/>
        </p:nvPicPr>
        <p:blipFill>
          <a:blip r:embed="rId3"/>
          <a:stretch>
            <a:fillRect/>
          </a:stretch>
        </p:blipFill>
        <p:spPr>
          <a:xfrm>
            <a:off x="6976248" y="1474191"/>
            <a:ext cx="4987152" cy="4979944"/>
          </a:xfrm>
          <a:prstGeom prst="rect">
            <a:avLst/>
          </a:prstGeom>
        </p:spPr>
      </p:pic>
    </p:spTree>
    <p:extLst>
      <p:ext uri="{BB962C8B-B14F-4D97-AF65-F5344CB8AC3E}">
        <p14:creationId xmlns:p14="http://schemas.microsoft.com/office/powerpoint/2010/main" val="393196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90605"/>
            <a:ext cx="5875616" cy="6260004"/>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semi-solved Sudoku.</a:t>
            </a:r>
          </a:p>
          <a:p>
            <a:pPr>
              <a:lnSpc>
                <a:spcPct val="120000"/>
              </a:lnSpc>
              <a:buFont typeface="Wingdings" panose="05000000000000000000" pitchFamily="2" charset="2"/>
              <a:buChar char="§"/>
            </a:pPr>
            <a:r>
              <a:rPr lang="en-US" sz="3200" dirty="0"/>
              <a:t>Can you place the remaining tiles?</a:t>
            </a:r>
          </a:p>
          <a:p>
            <a:pPr>
              <a:lnSpc>
                <a:spcPct val="120000"/>
              </a:lnSpc>
              <a:buFont typeface="Wingdings" panose="05000000000000000000" pitchFamily="2" charset="2"/>
              <a:buChar char="§"/>
            </a:pPr>
            <a:r>
              <a:rPr lang="en-US" sz="3200" dirty="0"/>
              <a:t>Note that no two numbers lie in the same row/column.</a:t>
            </a:r>
          </a:p>
          <a:p>
            <a:pPr>
              <a:lnSpc>
                <a:spcPct val="120000"/>
              </a:lnSpc>
              <a:buFont typeface="Wingdings" panose="05000000000000000000" pitchFamily="2" charset="2"/>
              <a:buChar char="§"/>
            </a:pPr>
            <a:r>
              <a:rPr lang="en-US" sz="3200" dirty="0"/>
              <a:t>Also note the two solved boxes and the two complete columns.</a:t>
            </a:r>
          </a:p>
        </p:txBody>
      </p:sp>
      <p:pic>
        <p:nvPicPr>
          <p:cNvPr id="6" name="Picture 5">
            <a:extLst>
              <a:ext uri="{FF2B5EF4-FFF2-40B4-BE49-F238E27FC236}">
                <a16:creationId xmlns:a16="http://schemas.microsoft.com/office/drawing/2014/main" id="{5C1ABEE7-5F78-8E9F-7DA3-7EDBB9CF7669}"/>
              </a:ext>
            </a:extLst>
          </p:cNvPr>
          <p:cNvPicPr>
            <a:picLocks noChangeAspect="1"/>
          </p:cNvPicPr>
          <p:nvPr/>
        </p:nvPicPr>
        <p:blipFill>
          <a:blip r:embed="rId3"/>
          <a:stretch>
            <a:fillRect/>
          </a:stretch>
        </p:blipFill>
        <p:spPr>
          <a:xfrm>
            <a:off x="6641960" y="190605"/>
            <a:ext cx="5329656" cy="6257554"/>
          </a:xfrm>
          <a:prstGeom prst="rect">
            <a:avLst/>
          </a:prstGeom>
        </p:spPr>
      </p:pic>
    </p:spTree>
    <p:extLst>
      <p:ext uri="{BB962C8B-B14F-4D97-AF65-F5344CB8AC3E}">
        <p14:creationId xmlns:p14="http://schemas.microsoft.com/office/powerpoint/2010/main" val="23884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Sudoku</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If you have successfully solved the Sudoku puzzle, then you mind is already using a Backtracking strategy.</a:t>
            </a:r>
          </a:p>
          <a:p>
            <a:pPr>
              <a:lnSpc>
                <a:spcPct val="120000"/>
              </a:lnSpc>
              <a:buFont typeface="Wingdings" panose="05000000000000000000" pitchFamily="2" charset="2"/>
              <a:buChar char="§"/>
            </a:pPr>
            <a:r>
              <a:rPr lang="en-GB" sz="3200" dirty="0"/>
              <a:t>Observe that as you decide whether a number fits in a specific cell or not, you do not go back all the way, but rather </a:t>
            </a:r>
            <a:r>
              <a:rPr lang="en-GB" sz="3200" i="1" u="sng" dirty="0"/>
              <a:t>resume</a:t>
            </a:r>
            <a:r>
              <a:rPr lang="en-GB" sz="3200" dirty="0"/>
              <a:t> from a safe checkpoint.</a:t>
            </a:r>
          </a:p>
        </p:txBody>
      </p:sp>
    </p:spTree>
    <p:extLst>
      <p:ext uri="{BB962C8B-B14F-4D97-AF65-F5344CB8AC3E}">
        <p14:creationId xmlns:p14="http://schemas.microsoft.com/office/powerpoint/2010/main" val="21080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Magic Square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Magic Square is a square of size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𝑛</m:t>
                    </m:r>
                  </m:oMath>
                </a14:m>
                <a:r>
                  <a:rPr lang="en-GB" sz="3200" dirty="0"/>
                  <a:t> in which the sum of numbers is equal horizontally, vertically and diagonally.</a:t>
                </a:r>
              </a:p>
              <a:p>
                <a:pPr>
                  <a:lnSpc>
                    <a:spcPct val="120000"/>
                  </a:lnSpc>
                  <a:buFont typeface="Wingdings" panose="05000000000000000000" pitchFamily="2" charset="2"/>
                  <a:buChar char="§"/>
                </a:pPr>
                <a:r>
                  <a:rPr lang="en-GB" sz="3200" dirty="0"/>
                  <a:t>Starting with a square of 3x3, can you create a Magic square if the first number (index 0, 0) is 2 and at the number in the centre (index 1, 1) is 5?</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2075" t="-1122" r="-2593" b="-499"/>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80B78C4-B288-25B8-B66D-92DACFE8F475}"/>
              </a:ext>
            </a:extLst>
          </p:cNvPr>
          <p:cNvGraphicFramePr>
            <a:graphicFrameLocks noGrp="1"/>
          </p:cNvGraphicFramePr>
          <p:nvPr/>
        </p:nvGraphicFramePr>
        <p:xfrm>
          <a:off x="7854461" y="2147726"/>
          <a:ext cx="3657600" cy="365760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413119833"/>
                    </a:ext>
                  </a:extLst>
                </a:gridCol>
                <a:gridCol w="1219200">
                  <a:extLst>
                    <a:ext uri="{9D8B030D-6E8A-4147-A177-3AD203B41FA5}">
                      <a16:colId xmlns:a16="http://schemas.microsoft.com/office/drawing/2014/main" val="2857679917"/>
                    </a:ext>
                  </a:extLst>
                </a:gridCol>
                <a:gridCol w="1219200">
                  <a:extLst>
                    <a:ext uri="{9D8B030D-6E8A-4147-A177-3AD203B41FA5}">
                      <a16:colId xmlns:a16="http://schemas.microsoft.com/office/drawing/2014/main" val="696847025"/>
                    </a:ext>
                  </a:extLst>
                </a:gridCol>
              </a:tblGrid>
              <a:tr h="1219200">
                <a:tc>
                  <a:txBody>
                    <a:bodyPr/>
                    <a:lstStyle/>
                    <a:p>
                      <a:pPr algn="ctr"/>
                      <a:r>
                        <a:rPr lang="en-US" sz="7200" dirty="0"/>
                        <a:t>2</a:t>
                      </a:r>
                    </a:p>
                  </a:txBody>
                  <a:tcPr anchor="ctr"/>
                </a:tc>
                <a:tc>
                  <a:txBody>
                    <a:bodyPr/>
                    <a:lstStyle/>
                    <a:p>
                      <a:pPr algn="ctr"/>
                      <a:r>
                        <a:rPr lang="en-US" sz="7200" dirty="0"/>
                        <a:t>7</a:t>
                      </a:r>
                    </a:p>
                  </a:txBody>
                  <a:tcPr anchor="ctr"/>
                </a:tc>
                <a:tc>
                  <a:txBody>
                    <a:bodyPr/>
                    <a:lstStyle/>
                    <a:p>
                      <a:pPr algn="ctr"/>
                      <a:r>
                        <a:rPr lang="en-US" sz="7200" dirty="0"/>
                        <a:t>6</a:t>
                      </a:r>
                    </a:p>
                  </a:txBody>
                  <a:tcPr anchor="ctr"/>
                </a:tc>
                <a:extLst>
                  <a:ext uri="{0D108BD9-81ED-4DB2-BD59-A6C34878D82A}">
                    <a16:rowId xmlns:a16="http://schemas.microsoft.com/office/drawing/2014/main" val="3218738019"/>
                  </a:ext>
                </a:extLst>
              </a:tr>
              <a:tr h="1219200">
                <a:tc>
                  <a:txBody>
                    <a:bodyPr/>
                    <a:lstStyle/>
                    <a:p>
                      <a:pPr algn="ctr"/>
                      <a:r>
                        <a:rPr lang="en-US" sz="7200" dirty="0"/>
                        <a:t>9</a:t>
                      </a:r>
                    </a:p>
                  </a:txBody>
                  <a:tcPr anchor="ctr"/>
                </a:tc>
                <a:tc>
                  <a:txBody>
                    <a:bodyPr/>
                    <a:lstStyle/>
                    <a:p>
                      <a:pPr algn="ctr"/>
                      <a:r>
                        <a:rPr lang="en-US" sz="7200" dirty="0"/>
                        <a:t>5</a:t>
                      </a:r>
                    </a:p>
                  </a:txBody>
                  <a:tcPr anchor="ctr"/>
                </a:tc>
                <a:tc>
                  <a:txBody>
                    <a:bodyPr/>
                    <a:lstStyle/>
                    <a:p>
                      <a:pPr algn="ctr"/>
                      <a:r>
                        <a:rPr lang="en-US" sz="7200" dirty="0"/>
                        <a:t>1</a:t>
                      </a:r>
                    </a:p>
                  </a:txBody>
                  <a:tcPr anchor="ctr"/>
                </a:tc>
                <a:extLst>
                  <a:ext uri="{0D108BD9-81ED-4DB2-BD59-A6C34878D82A}">
                    <a16:rowId xmlns:a16="http://schemas.microsoft.com/office/drawing/2014/main" val="2178311614"/>
                  </a:ext>
                </a:extLst>
              </a:tr>
              <a:tr h="1219200">
                <a:tc>
                  <a:txBody>
                    <a:bodyPr/>
                    <a:lstStyle/>
                    <a:p>
                      <a:pPr algn="ctr"/>
                      <a:r>
                        <a:rPr lang="en-US" sz="7200" dirty="0"/>
                        <a:t>4</a:t>
                      </a:r>
                    </a:p>
                  </a:txBody>
                  <a:tcPr anchor="ctr"/>
                </a:tc>
                <a:tc>
                  <a:txBody>
                    <a:bodyPr/>
                    <a:lstStyle/>
                    <a:p>
                      <a:pPr algn="ctr"/>
                      <a:r>
                        <a:rPr lang="en-US" sz="7200" dirty="0"/>
                        <a:t>3</a:t>
                      </a:r>
                    </a:p>
                  </a:txBody>
                  <a:tcPr anchor="ctr"/>
                </a:tc>
                <a:tc>
                  <a:txBody>
                    <a:bodyPr/>
                    <a:lstStyle/>
                    <a:p>
                      <a:pPr algn="ctr"/>
                      <a:r>
                        <a:rPr lang="en-US" sz="7200" dirty="0"/>
                        <a:t>8</a:t>
                      </a:r>
                    </a:p>
                  </a:txBody>
                  <a:tcPr anchor="ctr"/>
                </a:tc>
                <a:extLst>
                  <a:ext uri="{0D108BD9-81ED-4DB2-BD59-A6C34878D82A}">
                    <a16:rowId xmlns:a16="http://schemas.microsoft.com/office/drawing/2014/main" val="2676539758"/>
                  </a:ext>
                </a:extLst>
              </a:tr>
            </a:tbl>
          </a:graphicData>
        </a:graphic>
      </p:graphicFrame>
    </p:spTree>
    <p:extLst>
      <p:ext uri="{BB962C8B-B14F-4D97-AF65-F5344CB8AC3E}">
        <p14:creationId xmlns:p14="http://schemas.microsoft.com/office/powerpoint/2010/main" val="256082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Magic Square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3200" dirty="0">
                    <a:latin typeface="Cascadia Code" panose="020B0609020000020004" pitchFamily="49" charset="0"/>
                    <a:cs typeface="Cascadia Code" panose="020B0609020000020004" pitchFamily="49" charset="0"/>
                  </a:rPr>
                  <a:t>VALIDATE(S): returns False if any of the tests fail</a:t>
                </a:r>
              </a:p>
              <a:p>
                <a:pPr marL="514350" indent="-514350">
                  <a:lnSpc>
                    <a:spcPct val="110000"/>
                  </a:lnSpc>
                  <a:buFont typeface="+mj-lt"/>
                  <a:buAutoNum type="arabicPeriod"/>
                </a:pPr>
                <a14:m>
                  <m:oMath xmlns:m="http://schemas.openxmlformats.org/officeDocument/2006/math">
                    <m:r>
                      <a:rPr lang="en-US" sz="3200" i="1">
                        <a:latin typeface="Cambria Math" panose="02040503050406030204" pitchFamily="18" charset="0"/>
                      </a:rPr>
                      <m:t>𝑆𝐸𝑇</m:t>
                    </m:r>
                    <m:r>
                      <a:rPr lang="en-US" sz="3200" i="1">
                        <a:latin typeface="Cambria Math" panose="02040503050406030204" pitchFamily="18" charset="0"/>
                      </a:rPr>
                      <m:t> </m:t>
                    </m:r>
                    <m:r>
                      <a:rPr lang="en-US" sz="3200" i="1">
                        <a:latin typeface="Cambria Math" panose="02040503050406030204" pitchFamily="18" charset="0"/>
                      </a:rPr>
                      <m:t>𝑅</m:t>
                    </m:r>
                    <m:r>
                      <a:rPr lang="en-US" sz="3200" i="1">
                        <a:latin typeface="Cambria Math" panose="02040503050406030204" pitchFamily="18" charset="0"/>
                      </a:rPr>
                      <m:t>≔</m:t>
                    </m:r>
                    <m:r>
                      <a:rPr lang="en-US" sz="3200" i="1">
                        <a:latin typeface="Cambria Math" panose="02040503050406030204" pitchFamily="18" charset="0"/>
                      </a:rPr>
                      <m:t>𝑆</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1,0</m:t>
                        </m:r>
                      </m:e>
                    </m:d>
                    <m:r>
                      <a:rPr lang="en-US" sz="3200" i="1">
                        <a:latin typeface="Cambria Math" panose="02040503050406030204" pitchFamily="18" charset="0"/>
                      </a:rPr>
                      <m:t>+</m:t>
                    </m:r>
                    <m:r>
                      <a:rPr lang="en-US" sz="3200" i="1">
                        <a:latin typeface="Cambria Math" panose="02040503050406030204" pitchFamily="18" charset="0"/>
                      </a:rPr>
                      <m:t>𝑆</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1,1</m:t>
                        </m:r>
                      </m:e>
                    </m:d>
                    <m:r>
                      <a:rPr lang="en-US" sz="3200" i="1">
                        <a:latin typeface="Cambria Math" panose="02040503050406030204" pitchFamily="18" charset="0"/>
                      </a:rPr>
                      <m:t>+</m:t>
                    </m:r>
                    <m:r>
                      <a:rPr lang="en-US" sz="3200" i="1">
                        <a:latin typeface="Cambria Math" panose="02040503050406030204" pitchFamily="18" charset="0"/>
                      </a:rPr>
                      <m:t>𝑆</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1,2</m:t>
                        </m:r>
                      </m:e>
                    </m:d>
                  </m:oMath>
                </a14:m>
                <a:endParaRPr lang="en-US" sz="3200" dirty="0"/>
              </a:p>
              <a:p>
                <a:pPr marL="514350" indent="-514350">
                  <a:lnSpc>
                    <a:spcPct val="110000"/>
                  </a:lnSpc>
                  <a:buFont typeface="+mj-lt"/>
                  <a:buAutoNum type="arabicPeriod"/>
                </a:pPr>
                <a14:m>
                  <m:oMath xmlns:m="http://schemas.openxmlformats.org/officeDocument/2006/math">
                    <m:r>
                      <a:rPr lang="en-US" sz="3200" i="1">
                        <a:latin typeface="Cambria Math" panose="02040503050406030204" pitchFamily="18" charset="0"/>
                      </a:rPr>
                      <m:t>𝑆𝐸𝑇</m:t>
                    </m:r>
                    <m:r>
                      <a:rPr lang="en-US" sz="3200" i="1">
                        <a:latin typeface="Cambria Math" panose="02040503050406030204" pitchFamily="18" charset="0"/>
                      </a:rPr>
                      <m:t> </m:t>
                    </m:r>
                    <m:r>
                      <a:rPr lang="en-US" sz="3200" i="1">
                        <a:latin typeface="Cambria Math" panose="02040503050406030204" pitchFamily="18" charset="0"/>
                      </a:rPr>
                      <m:t>𝐶</m:t>
                    </m:r>
                    <m:r>
                      <a:rPr lang="en-US" sz="3200" i="1">
                        <a:latin typeface="Cambria Math" panose="02040503050406030204" pitchFamily="18" charset="0"/>
                      </a:rPr>
                      <m:t>≔</m:t>
                    </m:r>
                    <m:r>
                      <a:rPr lang="en-US" sz="3200" i="1">
                        <a:latin typeface="Cambria Math" panose="02040503050406030204" pitchFamily="18" charset="0"/>
                      </a:rPr>
                      <m:t>𝑆</m:t>
                    </m:r>
                    <m:r>
                      <a:rPr lang="en-US" sz="3200" i="1">
                        <a:latin typeface="Cambria Math" panose="02040503050406030204" pitchFamily="18" charset="0"/>
                      </a:rPr>
                      <m:t>[0,1]+</m:t>
                    </m:r>
                    <m:r>
                      <a:rPr lang="en-US" sz="3200" i="1">
                        <a:latin typeface="Cambria Math" panose="02040503050406030204" pitchFamily="18" charset="0"/>
                      </a:rPr>
                      <m:t>𝑆</m:t>
                    </m:r>
                    <m:r>
                      <a:rPr lang="en-US" sz="3200" i="1">
                        <a:latin typeface="Cambria Math" panose="02040503050406030204" pitchFamily="18" charset="0"/>
                      </a:rPr>
                      <m:t>[1,1]+</m:t>
                    </m:r>
                    <m:r>
                      <a:rPr lang="en-US" sz="3200" i="1">
                        <a:latin typeface="Cambria Math" panose="02040503050406030204" pitchFamily="18" charset="0"/>
                      </a:rPr>
                      <m:t>𝑆</m:t>
                    </m:r>
                    <m:r>
                      <a:rPr lang="en-US" sz="3200" i="1">
                        <a:latin typeface="Cambria Math" panose="02040503050406030204" pitchFamily="18" charset="0"/>
                      </a:rPr>
                      <m:t>[2,1]</m:t>
                    </m:r>
                  </m:oMath>
                </a14:m>
                <a:endParaRPr lang="en-GB" sz="3200" dirty="0"/>
              </a:p>
              <a:p>
                <a:pPr marL="514350" indent="-514350">
                  <a:lnSpc>
                    <a:spcPct val="110000"/>
                  </a:lnSpc>
                  <a:buFont typeface="+mj-lt"/>
                  <a:buAutoNum type="arabicPeriod"/>
                </a:pPr>
                <a14:m>
                  <m:oMath xmlns:m="http://schemas.openxmlformats.org/officeDocument/2006/math">
                    <m:r>
                      <a:rPr lang="en-US" sz="3200" i="1">
                        <a:latin typeface="Cambria Math" panose="02040503050406030204" pitchFamily="18" charset="0"/>
                      </a:rPr>
                      <m:t>𝑆𝐸𝑇</m:t>
                    </m:r>
                    <m:r>
                      <a:rPr lang="en-US" sz="3200" i="1">
                        <a:latin typeface="Cambria Math" panose="02040503050406030204" pitchFamily="18" charset="0"/>
                      </a:rPr>
                      <m:t> </m:t>
                    </m:r>
                    <m:r>
                      <a:rPr lang="en-US" sz="3200" i="1">
                        <a:latin typeface="Cambria Math" panose="02040503050406030204" pitchFamily="18" charset="0"/>
                      </a:rPr>
                      <m:t>𝐷</m:t>
                    </m:r>
                    <m:r>
                      <a:rPr lang="en-US" sz="3200" i="1">
                        <a:latin typeface="Cambria Math" panose="02040503050406030204" pitchFamily="18" charset="0"/>
                      </a:rPr>
                      <m:t>1≔</m:t>
                    </m:r>
                    <m:r>
                      <a:rPr lang="en-US" sz="3200" i="1">
                        <a:latin typeface="Cambria Math" panose="02040503050406030204" pitchFamily="18" charset="0"/>
                      </a:rPr>
                      <m:t>𝑆</m:t>
                    </m:r>
                    <m:r>
                      <a:rPr lang="en-US" sz="3200" i="1">
                        <a:latin typeface="Cambria Math" panose="02040503050406030204" pitchFamily="18" charset="0"/>
                      </a:rPr>
                      <m:t>[0,0]+</m:t>
                    </m:r>
                    <m:r>
                      <a:rPr lang="en-US" sz="3200" i="1">
                        <a:latin typeface="Cambria Math" panose="02040503050406030204" pitchFamily="18" charset="0"/>
                      </a:rPr>
                      <m:t>𝑆</m:t>
                    </m:r>
                    <m:r>
                      <a:rPr lang="en-US" sz="3200" i="1">
                        <a:latin typeface="Cambria Math" panose="02040503050406030204" pitchFamily="18" charset="0"/>
                      </a:rPr>
                      <m:t>[1,1]+</m:t>
                    </m:r>
                    <m:r>
                      <a:rPr lang="en-US" sz="3200" i="1">
                        <a:latin typeface="Cambria Math" panose="02040503050406030204" pitchFamily="18" charset="0"/>
                      </a:rPr>
                      <m:t>𝑆</m:t>
                    </m:r>
                    <m:r>
                      <a:rPr lang="en-US" sz="3200" i="1">
                        <a:latin typeface="Cambria Math" panose="02040503050406030204" pitchFamily="18" charset="0"/>
                      </a:rPr>
                      <m:t>[2,2]</m:t>
                    </m:r>
                  </m:oMath>
                </a14:m>
                <a:endParaRPr lang="en-GB" sz="3200" dirty="0"/>
              </a:p>
              <a:p>
                <a:pPr marL="514350" indent="-514350">
                  <a:lnSpc>
                    <a:spcPct val="110000"/>
                  </a:lnSpc>
                  <a:buFont typeface="+mj-lt"/>
                  <a:buAutoNum type="arabicPeriod"/>
                </a:pPr>
                <a14:m>
                  <m:oMath xmlns:m="http://schemas.openxmlformats.org/officeDocument/2006/math">
                    <m:r>
                      <a:rPr lang="en-US" sz="3200" i="1">
                        <a:latin typeface="Cambria Math" panose="02040503050406030204" pitchFamily="18" charset="0"/>
                      </a:rPr>
                      <m:t>𝑆𝐸𝑇</m:t>
                    </m:r>
                    <m:r>
                      <a:rPr lang="en-US" sz="3200" i="1">
                        <a:latin typeface="Cambria Math" panose="02040503050406030204" pitchFamily="18" charset="0"/>
                      </a:rPr>
                      <m:t> </m:t>
                    </m:r>
                    <m:r>
                      <a:rPr lang="en-US" sz="3200" i="1">
                        <a:latin typeface="Cambria Math" panose="02040503050406030204" pitchFamily="18" charset="0"/>
                      </a:rPr>
                      <m:t>𝐷</m:t>
                    </m:r>
                    <m:r>
                      <a:rPr lang="en-US" sz="3200" i="1">
                        <a:latin typeface="Cambria Math" panose="02040503050406030204" pitchFamily="18" charset="0"/>
                      </a:rPr>
                      <m:t>2≔</m:t>
                    </m:r>
                    <m:r>
                      <a:rPr lang="en-US" sz="3200" i="1">
                        <a:latin typeface="Cambria Math" panose="02040503050406030204" pitchFamily="18" charset="0"/>
                      </a:rPr>
                      <m:t>𝑆</m:t>
                    </m:r>
                    <m:r>
                      <a:rPr lang="en-US" sz="3200" i="1">
                        <a:latin typeface="Cambria Math" panose="02040503050406030204" pitchFamily="18" charset="0"/>
                      </a:rPr>
                      <m:t>[0,2]+</m:t>
                    </m:r>
                    <m:r>
                      <a:rPr lang="en-US" sz="3200" i="1">
                        <a:latin typeface="Cambria Math" panose="02040503050406030204" pitchFamily="18" charset="0"/>
                      </a:rPr>
                      <m:t>𝑆</m:t>
                    </m:r>
                    <m:r>
                      <a:rPr lang="en-US" sz="3200" i="1">
                        <a:latin typeface="Cambria Math" panose="02040503050406030204" pitchFamily="18" charset="0"/>
                      </a:rPr>
                      <m:t>[1,1]+</m:t>
                    </m:r>
                    <m:r>
                      <a:rPr lang="en-US" sz="3200" i="1">
                        <a:latin typeface="Cambria Math" panose="02040503050406030204" pitchFamily="18" charset="0"/>
                      </a:rPr>
                      <m:t>𝑆</m:t>
                    </m:r>
                    <m:r>
                      <a:rPr lang="en-US" sz="3200" i="1">
                        <a:latin typeface="Cambria Math" panose="02040503050406030204" pitchFamily="18" charset="0"/>
                      </a:rPr>
                      <m:t>[2,0]</m:t>
                    </m:r>
                  </m:oMath>
                </a14:m>
                <a:endParaRPr lang="en-GB" sz="3200" dirty="0"/>
              </a:p>
              <a:p>
                <a:pPr marL="514350" indent="-514350">
                  <a:lnSpc>
                    <a:spcPct val="110000"/>
                  </a:lnSpc>
                  <a:buFont typeface="+mj-lt"/>
                  <a:buAutoNum type="arabicPeriod"/>
                </a:pPr>
                <a14:m>
                  <m:oMath xmlns:m="http://schemas.openxmlformats.org/officeDocument/2006/math">
                    <m:r>
                      <a:rPr lang="en-US" sz="3200" i="1">
                        <a:latin typeface="Cambria Math" panose="02040503050406030204" pitchFamily="18" charset="0"/>
                      </a:rPr>
                      <m:t>𝐼𝐹</m:t>
                    </m:r>
                    <m:r>
                      <a:rPr lang="en-US" sz="3200" b="0" i="1" smtClean="0">
                        <a:latin typeface="Cambria Math" panose="02040503050406030204" pitchFamily="18" charset="0"/>
                      </a:rPr>
                      <m:t> (</m:t>
                    </m:r>
                    <m:r>
                      <a:rPr lang="en-US" sz="3200" i="1">
                        <a:latin typeface="Cambria Math" panose="02040503050406030204" pitchFamily="18" charset="0"/>
                      </a:rPr>
                      <m:t>𝑅</m:t>
                    </m:r>
                    <m:r>
                      <a:rPr lang="en-US" sz="3200" b="0" i="1" smtClean="0">
                        <a:latin typeface="Cambria Math" panose="02040503050406030204" pitchFamily="18" charset="0"/>
                      </a:rPr>
                      <m:t>=0, </m:t>
                    </m:r>
                    <m:r>
                      <a:rPr lang="en-US" sz="3200" i="1">
                        <a:latin typeface="Cambria Math" panose="02040503050406030204" pitchFamily="18" charset="0"/>
                      </a:rPr>
                      <m:t>15</m:t>
                    </m:r>
                    <m:r>
                      <a:rPr lang="en-US" sz="3200" b="0" i="1" smtClean="0">
                        <a:latin typeface="Cambria Math" panose="02040503050406030204" pitchFamily="18" charset="0"/>
                      </a:rPr>
                      <m:t>)</m:t>
                    </m:r>
                    <m:r>
                      <a:rPr lang="en-US" sz="3200" i="1">
                        <a:latin typeface="Cambria Math" panose="02040503050406030204" pitchFamily="18" charset="0"/>
                      </a:rPr>
                      <m:t> </m:t>
                    </m:r>
                    <m:r>
                      <a:rPr lang="en-US" sz="3200" b="0" i="1" smtClean="0">
                        <a:latin typeface="Cambria Math" panose="02040503050406030204" pitchFamily="18" charset="0"/>
                      </a:rPr>
                      <m:t>𝐴𝑁𝐷</m:t>
                    </m:r>
                    <m:r>
                      <a:rPr lang="en-US" sz="3200" i="1">
                        <a:latin typeface="Cambria Math" panose="02040503050406030204" pitchFamily="18" charset="0"/>
                      </a:rPr>
                      <m:t> </m:t>
                    </m:r>
                    <m:r>
                      <a:rPr lang="en-US" sz="3200" b="0" i="1" smtClean="0">
                        <a:latin typeface="Cambria Math" panose="02040503050406030204" pitchFamily="18" charset="0"/>
                      </a:rPr>
                      <m:t>(</m:t>
                    </m:r>
                    <m:r>
                      <a:rPr lang="en-US" sz="3200" i="1">
                        <a:latin typeface="Cambria Math" panose="02040503050406030204" pitchFamily="18" charset="0"/>
                      </a:rPr>
                      <m:t>𝐶</m:t>
                    </m:r>
                    <m:r>
                      <a:rPr lang="en-US" sz="3200" b="0" i="1" smtClean="0">
                        <a:latin typeface="Cambria Math" panose="02040503050406030204" pitchFamily="18" charset="0"/>
                      </a:rPr>
                      <m:t>=0, </m:t>
                    </m:r>
                    <m:r>
                      <a:rPr lang="en-US" sz="3200" i="1">
                        <a:latin typeface="Cambria Math" panose="02040503050406030204" pitchFamily="18" charset="0"/>
                      </a:rPr>
                      <m:t>15</m:t>
                    </m:r>
                    <m:r>
                      <a:rPr lang="en-US" sz="3200" b="0" i="1" smtClean="0">
                        <a:latin typeface="Cambria Math" panose="02040503050406030204" pitchFamily="18" charset="0"/>
                      </a:rPr>
                      <m:t>)</m:t>
                    </m:r>
                    <m:r>
                      <a:rPr lang="en-US" sz="3200" i="1">
                        <a:latin typeface="Cambria Math" panose="02040503050406030204" pitchFamily="18" charset="0"/>
                      </a:rPr>
                      <m:t> </m:t>
                    </m:r>
                    <m:r>
                      <a:rPr lang="en-US" sz="3200" b="0" i="1" smtClean="0">
                        <a:latin typeface="Cambria Math" panose="02040503050406030204" pitchFamily="18" charset="0"/>
                      </a:rPr>
                      <m:t>𝐴𝑁𝐷</m:t>
                    </m:r>
                    <m:r>
                      <a:rPr lang="en-US" sz="3200" i="1">
                        <a:latin typeface="Cambria Math" panose="02040503050406030204" pitchFamily="18" charset="0"/>
                      </a:rPr>
                      <m:t> </m:t>
                    </m:r>
                    <m:r>
                      <a:rPr lang="en-US" sz="3200" b="0" i="1" smtClean="0">
                        <a:latin typeface="Cambria Math" panose="02040503050406030204" pitchFamily="18" charset="0"/>
                      </a:rPr>
                      <m:t>(</m:t>
                    </m:r>
                    <m:r>
                      <a:rPr lang="en-US" sz="3200" i="1">
                        <a:latin typeface="Cambria Math" panose="02040503050406030204" pitchFamily="18" charset="0"/>
                      </a:rPr>
                      <m:t>𝐷</m:t>
                    </m:r>
                    <m:r>
                      <a:rPr lang="en-US" sz="3200" i="1">
                        <a:latin typeface="Cambria Math" panose="02040503050406030204" pitchFamily="18" charset="0"/>
                      </a:rPr>
                      <m:t>1=0,15) </m:t>
                    </m:r>
                    <m:r>
                      <a:rPr lang="en-US" sz="3200" b="0" i="1" smtClean="0">
                        <a:latin typeface="Cambria Math" panose="02040503050406030204" pitchFamily="18" charset="0"/>
                      </a:rPr>
                      <m:t>𝐴𝑁𝐷</m:t>
                    </m:r>
                    <m:r>
                      <a:rPr lang="en-US" sz="3200" i="1">
                        <a:latin typeface="Cambria Math" panose="02040503050406030204" pitchFamily="18" charset="0"/>
                      </a:rPr>
                      <m:t> </m:t>
                    </m:r>
                    <m:r>
                      <a:rPr lang="en-US" sz="3200" b="0" i="1" smtClean="0">
                        <a:latin typeface="Cambria Math" panose="02040503050406030204" pitchFamily="18" charset="0"/>
                      </a:rPr>
                      <m:t>(</m:t>
                    </m:r>
                    <m:r>
                      <a:rPr lang="en-US" sz="3200" i="1">
                        <a:latin typeface="Cambria Math" panose="02040503050406030204" pitchFamily="18" charset="0"/>
                      </a:rPr>
                      <m:t>𝐷</m:t>
                    </m:r>
                    <m:r>
                      <a:rPr lang="en-US" sz="3200" i="1">
                        <a:latin typeface="Cambria Math" panose="02040503050406030204" pitchFamily="18" charset="0"/>
                      </a:rPr>
                      <m:t>2=0, 15)</m:t>
                    </m:r>
                  </m:oMath>
                </a14:m>
                <a:r>
                  <a:rPr lang="en-GB" sz="3200" dirty="0"/>
                  <a:t>, then:</a:t>
                </a:r>
              </a:p>
              <a:p>
                <a:pPr marL="971550" lvl="1" indent="-514350">
                  <a:lnSpc>
                    <a:spcPct val="110000"/>
                  </a:lnSpc>
                  <a:buFont typeface="+mj-lt"/>
                  <a:buAutoNum type="alphaLcPeriod"/>
                </a:pPr>
                <a14:m>
                  <m:oMath xmlns:m="http://schemas.openxmlformats.org/officeDocument/2006/math">
                    <m:r>
                      <a:rPr lang="en-US" sz="3000" b="0" i="1" smtClean="0">
                        <a:latin typeface="Cambria Math" panose="02040503050406030204" pitchFamily="18" charset="0"/>
                      </a:rPr>
                      <m:t>𝑅𝑒𝑡𝑢𝑟𝑛</m:t>
                    </m:r>
                    <m:r>
                      <a:rPr lang="en-US" sz="3000" b="0" i="1" smtClean="0">
                        <a:latin typeface="Cambria Math" panose="02040503050406030204" pitchFamily="18" charset="0"/>
                      </a:rPr>
                      <m:t> 1</m:t>
                    </m:r>
                  </m:oMath>
                </a14:m>
                <a:endParaRPr lang="en-GB" sz="3000" dirty="0"/>
              </a:p>
              <a:p>
                <a:pPr marL="514350" indent="-514350">
                  <a:lnSpc>
                    <a:spcPct val="110000"/>
                  </a:lnSpc>
                  <a:buFont typeface="+mj-lt"/>
                  <a:buAutoNum type="arabicPeriod"/>
                </a:pPr>
                <a14:m>
                  <m:oMath xmlns:m="http://schemas.openxmlformats.org/officeDocument/2006/math">
                    <m:r>
                      <a:rPr lang="en-US" sz="3200" b="0" i="1" smtClean="0">
                        <a:latin typeface="Cambria Math" panose="02040503050406030204" pitchFamily="18" charset="0"/>
                      </a:rPr>
                      <m:t>𝑅𝑒𝑡𝑢𝑟𝑛</m:t>
                    </m:r>
                    <m:r>
                      <a:rPr lang="en-US" sz="3200" b="0" i="1" smtClean="0">
                        <a:latin typeface="Cambria Math" panose="02040503050406030204" pitchFamily="18" charset="0"/>
                      </a:rPr>
                      <m:t> 0</m:t>
                    </m:r>
                  </m:oMath>
                </a14:m>
                <a:endParaRPr lang="en-GB"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1660" t="-1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308CFE83-61A5-66B0-2255-AEC9311FF83A}"/>
                  </a:ext>
                </a:extLst>
              </p:cNvPr>
              <p:cNvSpPr txBox="1">
                <a:spLocks/>
              </p:cNvSpPr>
              <p:nvPr/>
            </p:nvSpPr>
            <p:spPr>
              <a:xfrm>
                <a:off x="6087784" y="1532587"/>
                <a:ext cx="58756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dirty="0">
                    <a:latin typeface="Cascadia Code" panose="020B0609020000020004" pitchFamily="49" charset="0"/>
                    <a:cs typeface="Cascadia Code" panose="020B0609020000020004" pitchFamily="49" charset="0"/>
                  </a:rPr>
                  <a:t>First approach</a:t>
                </a:r>
              </a:p>
              <a:p>
                <a:pPr marL="514350" indent="-514350">
                  <a:lnSpc>
                    <a:spcPct val="100000"/>
                  </a:lnSpc>
                  <a:buFont typeface="+mj-lt"/>
                  <a:buAutoNum type="arabicPeriod"/>
                </a:pPr>
                <a:r>
                  <a:rPr lang="en-US" sz="3000" dirty="0"/>
                  <a:t>From 1-9, find all combinations of </a:t>
                </a:r>
                <a14:m>
                  <m:oMath xmlns:m="http://schemas.openxmlformats.org/officeDocument/2006/math">
                    <m:r>
                      <a:rPr lang="en-US" sz="3000" i="1" dirty="0" smtClean="0">
                        <a:latin typeface="Cambria Math" panose="02040503050406030204" pitchFamily="18" charset="0"/>
                      </a:rPr>
                      <m:t>𝑎</m:t>
                    </m:r>
                    <m:r>
                      <a:rPr lang="en-US" sz="3000" i="1" dirty="0" smtClean="0">
                        <a:latin typeface="Cambria Math" panose="02040503050406030204" pitchFamily="18" charset="0"/>
                      </a:rPr>
                      <m:t>,</m:t>
                    </m:r>
                    <m:r>
                      <a:rPr lang="en-US" sz="3000" i="1" dirty="0" smtClean="0">
                        <a:latin typeface="Cambria Math" panose="02040503050406030204" pitchFamily="18" charset="0"/>
                      </a:rPr>
                      <m:t>𝑏</m:t>
                    </m:r>
                  </m:oMath>
                </a14:m>
                <a:r>
                  <a:rPr lang="en-US" sz="3000" dirty="0"/>
                  <a:t> numbers, such that </a:t>
                </a:r>
                <a14:m>
                  <m:oMath xmlns:m="http://schemas.openxmlformats.org/officeDocument/2006/math">
                    <m:r>
                      <a:rPr lang="en-US" sz="3000" b="0" i="1" smtClean="0">
                        <a:latin typeface="Cambria Math" panose="02040503050406030204" pitchFamily="18" charset="0"/>
                      </a:rPr>
                      <m:t>𝑎</m:t>
                    </m:r>
                    <m:r>
                      <a:rPr lang="en-US" sz="3000" b="0" i="1" smtClean="0">
                        <a:latin typeface="Cambria Math" panose="02040503050406030204" pitchFamily="18" charset="0"/>
                      </a:rPr>
                      <m:t>+</m:t>
                    </m:r>
                    <m:r>
                      <a:rPr lang="en-US" sz="3000" b="0" i="1" smtClean="0">
                        <a:latin typeface="Cambria Math" panose="02040503050406030204" pitchFamily="18" charset="0"/>
                      </a:rPr>
                      <m:t>𝑏</m:t>
                    </m:r>
                    <m:r>
                      <a:rPr lang="en-US" sz="3000" b="0" i="1" smtClean="0">
                        <a:latin typeface="Cambria Math" panose="02040503050406030204" pitchFamily="18" charset="0"/>
                      </a:rPr>
                      <m:t>+5=15</m:t>
                    </m:r>
                  </m:oMath>
                </a14:m>
                <a:endParaRPr lang="en-US" sz="3000" dirty="0"/>
              </a:p>
              <a:p>
                <a:pPr marL="514350" indent="-514350">
                  <a:lnSpc>
                    <a:spcPct val="100000"/>
                  </a:lnSpc>
                  <a:buFont typeface="+mj-lt"/>
                  <a:buAutoNum type="arabicPeriod"/>
                </a:pPr>
                <a:r>
                  <a:rPr lang="en-US" sz="3000" dirty="0"/>
                  <a:t>Iteratively choose a candidate for 2</a:t>
                </a:r>
                <a:r>
                  <a:rPr lang="en-US" sz="3000" baseline="30000" dirty="0"/>
                  <a:t>nd</a:t>
                </a:r>
                <a:r>
                  <a:rPr lang="en-US" sz="3000" dirty="0"/>
                  <a:t> row, 2</a:t>
                </a:r>
                <a:r>
                  <a:rPr lang="en-US" sz="3000" baseline="30000" dirty="0"/>
                  <a:t>nd</a:t>
                </a:r>
                <a:r>
                  <a:rPr lang="en-US" sz="3000" dirty="0"/>
                  <a:t> column, 1</a:t>
                </a:r>
                <a:r>
                  <a:rPr lang="en-US" sz="3000" baseline="30000" dirty="0"/>
                  <a:t>st</a:t>
                </a:r>
                <a:r>
                  <a:rPr lang="en-US" sz="3000" dirty="0"/>
                  <a:t> diagonal and 2</a:t>
                </a:r>
                <a:r>
                  <a:rPr lang="en-US" sz="3000" baseline="30000" dirty="0"/>
                  <a:t>nd</a:t>
                </a:r>
                <a:r>
                  <a:rPr lang="en-US" sz="3000" dirty="0"/>
                  <a:t> diagonal.</a:t>
                </a:r>
              </a:p>
              <a:p>
                <a:pPr marL="514350" indent="-514350">
                  <a:lnSpc>
                    <a:spcPct val="100000"/>
                  </a:lnSpc>
                  <a:buFont typeface="+mj-lt"/>
                  <a:buAutoNum type="arabicPeriod"/>
                </a:pPr>
                <a:r>
                  <a:rPr lang="en-US" sz="3000" dirty="0"/>
                  <a:t>If VALIDATE = 0, then try next set of candidates.</a:t>
                </a:r>
              </a:p>
            </p:txBody>
          </p:sp>
        </mc:Choice>
        <mc:Fallback xmlns="">
          <p:sp>
            <p:nvSpPr>
              <p:cNvPr id="6" name="Content Placeholder 2">
                <a:extLst>
                  <a:ext uri="{FF2B5EF4-FFF2-40B4-BE49-F238E27FC236}">
                    <a16:creationId xmlns:a16="http://schemas.microsoft.com/office/drawing/2014/main" id="{308CFE83-61A5-66B0-2255-AEC9311FF83A}"/>
                  </a:ext>
                </a:extLst>
              </p:cNvPr>
              <p:cNvSpPr txBox="1">
                <a:spLocks noRot="1" noChangeAspect="1" noMove="1" noResize="1" noEditPoints="1" noAdjustHandles="1" noChangeArrowheads="1" noChangeShapeType="1" noTextEdit="1"/>
              </p:cNvSpPr>
              <p:nvPr/>
            </p:nvSpPr>
            <p:spPr>
              <a:xfrm>
                <a:off x="6087784" y="1532587"/>
                <a:ext cx="5875616" cy="4887878"/>
              </a:xfrm>
              <a:prstGeom prst="rect">
                <a:avLst/>
              </a:prstGeom>
              <a:blipFill>
                <a:blip r:embed="rId4"/>
                <a:stretch>
                  <a:fillRect l="-2697" t="-1621" r="-3008"/>
                </a:stretch>
              </a:blipFill>
            </p:spPr>
            <p:txBody>
              <a:bodyPr/>
              <a:lstStyle/>
              <a:p>
                <a:r>
                  <a:rPr lang="en-US">
                    <a:noFill/>
                  </a:rPr>
                  <a:t> </a:t>
                </a:r>
              </a:p>
            </p:txBody>
          </p:sp>
        </mc:Fallback>
      </mc:AlternateContent>
    </p:spTree>
    <p:extLst>
      <p:ext uri="{BB962C8B-B14F-4D97-AF65-F5344CB8AC3E}">
        <p14:creationId xmlns:p14="http://schemas.microsoft.com/office/powerpoint/2010/main" val="942234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Magic Square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308CFE83-61A5-66B0-2255-AEC9311FF83A}"/>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3200" dirty="0">
                    <a:latin typeface="Cascadia Code" panose="020B0609020000020004" pitchFamily="49" charset="0"/>
                    <a:cs typeface="Cascadia Code" panose="020B0609020000020004" pitchFamily="49" charset="0"/>
                  </a:rPr>
                  <a:t>Backtracking approach: SOLVE(S, row, col)</a:t>
                </a:r>
              </a:p>
              <a:p>
                <a:pPr marL="514350" indent="-514350">
                  <a:lnSpc>
                    <a:spcPct val="100000"/>
                  </a:lnSpc>
                  <a:buFont typeface="+mj-lt"/>
                  <a:buAutoNum type="arabicPeriod"/>
                </a:pPr>
                <a14:m>
                  <m:oMath xmlns:m="http://schemas.openxmlformats.org/officeDocument/2006/math">
                    <m:r>
                      <a:rPr lang="en-US" sz="3000" b="0" i="1" smtClean="0">
                        <a:latin typeface="Cambria Math" panose="02040503050406030204" pitchFamily="18" charset="0"/>
                      </a:rPr>
                      <m:t>𝑆𝐸𝑇</m:t>
                    </m:r>
                    <m:r>
                      <a:rPr lang="en-US" sz="3000" b="0" i="1" smtClean="0">
                        <a:latin typeface="Cambria Math" panose="02040503050406030204" pitchFamily="18" charset="0"/>
                      </a:rPr>
                      <m:t> </m:t>
                    </m:r>
                    <m:r>
                      <a:rPr lang="en-US" sz="3000" b="0" i="1" smtClean="0">
                        <a:latin typeface="Cambria Math" panose="02040503050406030204" pitchFamily="18" charset="0"/>
                      </a:rPr>
                      <m:t>𝑁</m:t>
                    </m:r>
                    <m:r>
                      <a:rPr lang="en-US" sz="3000" b="0" i="1" smtClean="0">
                        <a:latin typeface="Cambria Math" panose="02040503050406030204" pitchFamily="18" charset="0"/>
                      </a:rPr>
                      <m:t>≔</m:t>
                    </m:r>
                    <m:d>
                      <m:dPr>
                        <m:begChr m:val="["/>
                        <m:endChr m:val="]"/>
                        <m:ctrlPr>
                          <a:rPr lang="en-US" sz="3000" b="0" i="1" smtClean="0">
                            <a:latin typeface="Cambria Math" panose="02040503050406030204" pitchFamily="18" charset="0"/>
                          </a:rPr>
                        </m:ctrlPr>
                      </m:dPr>
                      <m:e>
                        <m:r>
                          <a:rPr lang="en-US" sz="3000" b="0" i="1" smtClean="0">
                            <a:latin typeface="Cambria Math" panose="02040503050406030204" pitchFamily="18" charset="0"/>
                          </a:rPr>
                          <m:t>1,2,3,…,9</m:t>
                        </m:r>
                      </m:e>
                    </m:d>
                  </m:oMath>
                </a14:m>
                <a:r>
                  <a:rPr lang="en-US" sz="3000" dirty="0">
                    <a:latin typeface="Cambria Math" panose="02040503050406030204" pitchFamily="18" charset="0"/>
                  </a:rPr>
                  <a:t>			(a set of numbers to insert)</a:t>
                </a:r>
              </a:p>
              <a:p>
                <a:pPr marL="514350" indent="-514350">
                  <a:lnSpc>
                    <a:spcPct val="100000"/>
                  </a:lnSpc>
                  <a:buFont typeface="+mj-lt"/>
                  <a:buAutoNum type="arabicPeriod"/>
                </a:pPr>
                <a14:m>
                  <m:oMath xmlns:m="http://schemas.openxmlformats.org/officeDocument/2006/math">
                    <m:r>
                      <a:rPr lang="en-US" sz="3000" i="1" dirty="0" smtClean="0">
                        <a:latin typeface="Cambria Math" panose="02040503050406030204" pitchFamily="18" charset="0"/>
                      </a:rPr>
                      <m:t>𝑆</m:t>
                    </m:r>
                    <m:r>
                      <a:rPr lang="en-US" sz="3000" b="0" i="1" dirty="0" smtClean="0">
                        <a:latin typeface="Cambria Math" panose="02040503050406030204" pitchFamily="18" charset="0"/>
                      </a:rPr>
                      <m:t>𝐸𝑇</m:t>
                    </m:r>
                    <m:r>
                      <a:rPr lang="en-US" sz="3000" i="1" dirty="0" smtClean="0">
                        <a:latin typeface="Cambria Math" panose="02040503050406030204" pitchFamily="18" charset="0"/>
                      </a:rPr>
                      <m:t> </m:t>
                    </m:r>
                    <m:r>
                      <a:rPr lang="en-US" sz="3000" i="1" dirty="0" smtClean="0">
                        <a:latin typeface="Cambria Math" panose="02040503050406030204" pitchFamily="18" charset="0"/>
                      </a:rPr>
                      <m:t>𝑆</m:t>
                    </m:r>
                    <m:r>
                      <a:rPr lang="en-US" sz="3000" i="1" dirty="0" smtClean="0">
                        <a:latin typeface="Cambria Math" panose="02040503050406030204" pitchFamily="18" charset="0"/>
                      </a:rPr>
                      <m:t>[1, 1]=5</m:t>
                    </m:r>
                  </m:oMath>
                </a14:m>
                <a:r>
                  <a:rPr lang="en-US" sz="3000" dirty="0"/>
                  <a:t>	</a:t>
                </a:r>
                <a:r>
                  <a:rPr lang="en-US" sz="3000" dirty="0">
                    <a:latin typeface="Cambria Math" panose="02040503050406030204" pitchFamily="18" charset="0"/>
                  </a:rPr>
                  <a:t>			(set 5 in the middle)</a:t>
                </a:r>
                <a:endParaRPr lang="en-US" sz="3000" dirty="0"/>
              </a:p>
              <a:p>
                <a:pPr marL="514350" indent="-514350">
                  <a:lnSpc>
                    <a:spcPct val="100000"/>
                  </a:lnSpc>
                  <a:buFont typeface="+mj-lt"/>
                  <a:buAutoNum type="arabicPeriod"/>
                </a:pPr>
                <a14:m>
                  <m:oMath xmlns:m="http://schemas.openxmlformats.org/officeDocument/2006/math">
                    <m:r>
                      <a:rPr lang="en-US" sz="3000" b="0" i="1" smtClean="0">
                        <a:latin typeface="Cambria Math" panose="02040503050406030204" pitchFamily="18" charset="0"/>
                      </a:rPr>
                      <m:t>𝐹𝑂𝑅</m:t>
                    </m:r>
                    <m:r>
                      <a:rPr lang="en-US" sz="3000" b="0" i="1" smtClean="0">
                        <a:latin typeface="Cambria Math" panose="02040503050406030204" pitchFamily="18" charset="0"/>
                      </a:rPr>
                      <m:t> </m:t>
                    </m:r>
                    <m:r>
                      <a:rPr lang="en-US" sz="3000" b="0" i="1" smtClean="0">
                        <a:latin typeface="Cambria Math" panose="02040503050406030204" pitchFamily="18" charset="0"/>
                      </a:rPr>
                      <m:t>𝐸𝐴𝐶𝐻</m:t>
                    </m:r>
                    <m:r>
                      <a:rPr lang="en-US" sz="3000" b="0" i="1" smtClean="0">
                        <a:latin typeface="Cambria Math" panose="02040503050406030204" pitchFamily="18" charset="0"/>
                      </a:rPr>
                      <m:t> </m:t>
                    </m:r>
                    <m:r>
                      <a:rPr lang="en-US" sz="3000" b="0" i="1" smtClean="0">
                        <a:latin typeface="Cambria Math" panose="02040503050406030204" pitchFamily="18" charset="0"/>
                      </a:rPr>
                      <m:t>𝑛</m:t>
                    </m:r>
                    <m:r>
                      <a:rPr lang="en-US" sz="3000" b="0" i="1" smtClean="0">
                        <a:latin typeface="Cambria Math" panose="02040503050406030204" pitchFamily="18" charset="0"/>
                      </a:rPr>
                      <m:t> </m:t>
                    </m:r>
                    <m:r>
                      <a:rPr lang="en-US" sz="3000" b="0" i="1" smtClean="0">
                        <a:latin typeface="Cambria Math" panose="02040503050406030204" pitchFamily="18" charset="0"/>
                      </a:rPr>
                      <m:t>𝐼𝑁</m:t>
                    </m:r>
                    <m:r>
                      <a:rPr lang="en-US" sz="3000" b="0" i="1" smtClean="0">
                        <a:latin typeface="Cambria Math" panose="02040503050406030204" pitchFamily="18" charset="0"/>
                      </a:rPr>
                      <m:t> </m:t>
                    </m:r>
                    <m:r>
                      <a:rPr lang="en-US" sz="3000" b="0" i="1" smtClean="0">
                        <a:latin typeface="Cambria Math" panose="02040503050406030204" pitchFamily="18" charset="0"/>
                      </a:rPr>
                      <m:t>𝑁</m:t>
                    </m:r>
                    <m:r>
                      <a:rPr lang="en-US" sz="3000" b="0" i="0" smtClean="0">
                        <a:latin typeface="Cambria Math" panose="02040503050406030204" pitchFamily="18" charset="0"/>
                      </a:rPr>
                      <m:t>:</m:t>
                    </m:r>
                  </m:oMath>
                </a14:m>
                <a:r>
                  <a:rPr lang="en-US" sz="3000" b="0" dirty="0"/>
                  <a:t>	</a:t>
                </a:r>
                <a:r>
                  <a:rPr lang="en-US" sz="3000" dirty="0">
                    <a:latin typeface="Cambria Math" panose="02040503050406030204" pitchFamily="18" charset="0"/>
                  </a:rPr>
                  <a:t>		(solve for each number)</a:t>
                </a:r>
                <a:endParaRPr lang="en-US" sz="3000" b="0" dirty="0"/>
              </a:p>
              <a:p>
                <a:pPr marL="971550" lvl="1" indent="-514350">
                  <a:lnSpc>
                    <a:spcPct val="100000"/>
                  </a:lnSpc>
                  <a:buFont typeface="+mj-lt"/>
                  <a:buAutoNum type="arabicPeriod"/>
                </a:pPr>
                <a14:m>
                  <m:oMath xmlns:m="http://schemas.openxmlformats.org/officeDocument/2006/math">
                    <m:r>
                      <a:rPr lang="en-US" sz="2800" b="0" i="1" smtClean="0">
                        <a:latin typeface="Cambria Math" panose="02040503050406030204" pitchFamily="18" charset="0"/>
                      </a:rPr>
                      <m:t>𝐼𝐹</m:t>
                    </m:r>
                    <m:r>
                      <a:rPr lang="en-US" sz="2800" b="0" i="1" smtClean="0">
                        <a:latin typeface="Cambria Math" panose="02040503050406030204" pitchFamily="18" charset="0"/>
                      </a:rPr>
                      <m:t> </m:t>
                    </m:r>
                    <m:r>
                      <a:rPr lang="en-US" sz="2800" b="0" i="1" smtClean="0">
                        <a:latin typeface="Cambria Math" panose="02040503050406030204" pitchFamily="18" charset="0"/>
                      </a:rPr>
                      <m:t>𝑛</m:t>
                    </m:r>
                    <m:r>
                      <a:rPr lang="en-US" sz="2800" b="0" i="1" smtClean="0">
                        <a:latin typeface="Cambria Math" panose="02040503050406030204" pitchFamily="18" charset="0"/>
                      </a:rPr>
                      <m:t>∉</m:t>
                    </m:r>
                    <m:r>
                      <a:rPr lang="en-US" sz="2800" b="0" i="1" smtClean="0">
                        <a:latin typeface="Cambria Math" panose="02040503050406030204" pitchFamily="18" charset="0"/>
                      </a:rPr>
                      <m:t>𝑆</m:t>
                    </m:r>
                  </m:oMath>
                </a14:m>
                <a:r>
                  <a:rPr lang="en-US" sz="2800" dirty="0"/>
                  <a:t>, then:</a:t>
                </a:r>
                <a:r>
                  <a:rPr lang="en-US" sz="2800" dirty="0">
                    <a:latin typeface="Cambria Math" panose="02040503050406030204" pitchFamily="18" charset="0"/>
                  </a:rPr>
                  <a:t>				(skip if the number is already in square)</a:t>
                </a:r>
                <a:endParaRPr lang="en-US" sz="2800" dirty="0"/>
              </a:p>
              <a:p>
                <a:pPr marL="1428750" lvl="2" indent="-514350">
                  <a:lnSpc>
                    <a:spcPct val="100000"/>
                  </a:lnSpc>
                  <a:buFont typeface="+mj-lt"/>
                  <a:buAutoNum type="arabicPeriod"/>
                </a:pPr>
                <a14:m>
                  <m:oMath xmlns:m="http://schemas.openxmlformats.org/officeDocument/2006/math">
                    <m:r>
                      <a:rPr lang="en-US" sz="2800" b="0" i="1" smtClean="0">
                        <a:latin typeface="Cambria Math" panose="02040503050406030204" pitchFamily="18" charset="0"/>
                      </a:rPr>
                      <m:t>𝑆</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𝑟𝑜𝑤</m:t>
                        </m:r>
                        <m:r>
                          <a:rPr lang="en-US" sz="2800" b="0" i="1" smtClean="0">
                            <a:latin typeface="Cambria Math" panose="02040503050406030204" pitchFamily="18" charset="0"/>
                          </a:rPr>
                          <m:t>,</m:t>
                        </m:r>
                        <m:r>
                          <a:rPr lang="en-US" sz="2800" b="0" i="1" smtClean="0">
                            <a:latin typeface="Cambria Math" panose="02040503050406030204" pitchFamily="18" charset="0"/>
                          </a:rPr>
                          <m:t>𝑐𝑜𝑙</m:t>
                        </m:r>
                      </m:e>
                    </m:d>
                    <m:r>
                      <a:rPr lang="en-US" sz="2800" b="0" i="1" smtClean="0">
                        <a:latin typeface="Cambria Math" panose="02040503050406030204" pitchFamily="18" charset="0"/>
                      </a:rPr>
                      <m:t>≔</m:t>
                    </m:r>
                    <m:r>
                      <a:rPr lang="en-US" sz="2800" b="0" i="1" smtClean="0">
                        <a:latin typeface="Cambria Math" panose="02040503050406030204" pitchFamily="18" charset="0"/>
                      </a:rPr>
                      <m:t>𝑛</m:t>
                    </m:r>
                  </m:oMath>
                </a14:m>
                <a:r>
                  <a:rPr lang="en-US" sz="2800" dirty="0">
                    <a:latin typeface="Cambria Math" panose="02040503050406030204" pitchFamily="18" charset="0"/>
                  </a:rPr>
                  <a:t>			(set this number)</a:t>
                </a:r>
                <a:endParaRPr lang="en-US" sz="2800" b="0" i="1" dirty="0">
                  <a:latin typeface="Cambria Math" panose="02040503050406030204" pitchFamily="18" charset="0"/>
                </a:endParaRPr>
              </a:p>
              <a:p>
                <a:pPr marL="1428750" lvl="2" indent="-514350">
                  <a:lnSpc>
                    <a:spcPct val="100000"/>
                  </a:lnSpc>
                  <a:buFont typeface="+mj-lt"/>
                  <a:buAutoNum type="arabicPeriod"/>
                </a:pPr>
                <a14:m>
                  <m:oMath xmlns:m="http://schemas.openxmlformats.org/officeDocument/2006/math">
                    <m:r>
                      <a:rPr lang="en-US" sz="2800" b="0" i="1" smtClean="0">
                        <a:latin typeface="Cambria Math" panose="02040503050406030204" pitchFamily="18" charset="0"/>
                      </a:rPr>
                      <m:t>𝐼𝐹</m:t>
                    </m:r>
                    <m:r>
                      <a:rPr lang="en-US" sz="2800" b="0" i="1" smtClean="0">
                        <a:latin typeface="Cambria Math" panose="02040503050406030204" pitchFamily="18" charset="0"/>
                      </a:rPr>
                      <m:t> </m:t>
                    </m:r>
                    <m:r>
                      <a:rPr lang="en-US" sz="2800" b="0" i="1" smtClean="0">
                        <a:latin typeface="Cambria Math" panose="02040503050406030204" pitchFamily="18" charset="0"/>
                      </a:rPr>
                      <m:t>𝑟𝑜𝑤</m:t>
                    </m:r>
                    <m:r>
                      <a:rPr lang="en-US" sz="2800" b="0" i="1" smtClean="0">
                        <a:latin typeface="Cambria Math" panose="02040503050406030204" pitchFamily="18" charset="0"/>
                      </a:rPr>
                      <m:t>&lt;3</m:t>
                    </m:r>
                  </m:oMath>
                </a14:m>
                <a:r>
                  <a:rPr lang="en-US" sz="2800" dirty="0"/>
                  <a:t>, then:</a:t>
                </a:r>
              </a:p>
              <a:p>
                <a:pPr marL="1885950" lvl="3" indent="-514350">
                  <a:lnSpc>
                    <a:spcPct val="100000"/>
                  </a:lnSpc>
                  <a:buFont typeface="+mj-lt"/>
                  <a:buAutoNum type="arabicPeriod"/>
                </a:pPr>
                <a14:m>
                  <m:oMath xmlns:m="http://schemas.openxmlformats.org/officeDocument/2006/math">
                    <m:r>
                      <a:rPr lang="en-US" sz="2600" b="0" i="1" smtClean="0">
                        <a:latin typeface="Cambria Math" panose="02040503050406030204" pitchFamily="18" charset="0"/>
                      </a:rPr>
                      <m:t>𝑆𝑂𝐿𝑉𝐸</m:t>
                    </m:r>
                    <m:r>
                      <a:rPr lang="en-US" sz="2600" b="0" i="1" smtClean="0">
                        <a:latin typeface="Cambria Math" panose="02040503050406030204" pitchFamily="18" charset="0"/>
                      </a:rPr>
                      <m:t>(</m:t>
                    </m:r>
                    <m:r>
                      <a:rPr lang="en-US" sz="2600" b="0" i="1" smtClean="0">
                        <a:latin typeface="Cambria Math" panose="02040503050406030204" pitchFamily="18" charset="0"/>
                      </a:rPr>
                      <m:t>𝑆</m:t>
                    </m:r>
                    <m:r>
                      <a:rPr lang="en-US" sz="2600" b="0" i="1" smtClean="0">
                        <a:latin typeface="Cambria Math" panose="02040503050406030204" pitchFamily="18" charset="0"/>
                      </a:rPr>
                      <m:t>, </m:t>
                    </m:r>
                    <m:r>
                      <a:rPr lang="en-US" sz="2600" b="0" i="1" smtClean="0">
                        <a:latin typeface="Cambria Math" panose="02040503050406030204" pitchFamily="18" charset="0"/>
                      </a:rPr>
                      <m:t>𝑟𝑜𝑤</m:t>
                    </m:r>
                    <m:r>
                      <a:rPr lang="en-US" sz="2600" b="0" i="1" smtClean="0">
                        <a:latin typeface="Cambria Math" panose="02040503050406030204" pitchFamily="18" charset="0"/>
                      </a:rPr>
                      <m:t>+1, </m:t>
                    </m:r>
                    <m:r>
                      <a:rPr lang="en-US" sz="2600" b="0" i="1" smtClean="0">
                        <a:latin typeface="Cambria Math" panose="02040503050406030204" pitchFamily="18" charset="0"/>
                      </a:rPr>
                      <m:t>𝑐𝑜𝑙</m:t>
                    </m:r>
                    <m:r>
                      <a:rPr lang="en-US" sz="2600" b="0" i="1" smtClean="0">
                        <a:latin typeface="Cambria Math" panose="02040503050406030204" pitchFamily="18" charset="0"/>
                      </a:rPr>
                      <m:t>)</m:t>
                    </m:r>
                  </m:oMath>
                </a14:m>
                <a:r>
                  <a:rPr lang="en-US" sz="2800" dirty="0">
                    <a:latin typeface="Cambria Math" panose="02040503050406030204" pitchFamily="18" charset="0"/>
                  </a:rPr>
                  <a:t> 		(solve recursively)</a:t>
                </a:r>
                <a:endParaRPr lang="en-US" sz="2600" dirty="0"/>
              </a:p>
              <a:p>
                <a:pPr marL="1428750" lvl="2" indent="-514350">
                  <a:lnSpc>
                    <a:spcPct val="100000"/>
                  </a:lnSpc>
                  <a:buFont typeface="+mj-lt"/>
                  <a:buAutoNum type="arabicPeriod"/>
                </a:pPr>
                <a14:m>
                  <m:oMath xmlns:m="http://schemas.openxmlformats.org/officeDocument/2006/math">
                    <m:r>
                      <a:rPr lang="en-US" sz="2800" b="0" i="1" smtClean="0">
                        <a:latin typeface="Cambria Math" panose="02040503050406030204" pitchFamily="18" charset="0"/>
                      </a:rPr>
                      <m:t>𝑂𝑇𝐻𝐸𝑅𝑊𝐼𝑆𝐸</m:t>
                    </m:r>
                  </m:oMath>
                </a14:m>
                <a:r>
                  <a:rPr lang="en-US" sz="2800" dirty="0"/>
                  <a:t>:</a:t>
                </a:r>
              </a:p>
              <a:p>
                <a:pPr marL="1885950" lvl="3" indent="-514350">
                  <a:lnSpc>
                    <a:spcPct val="100000"/>
                  </a:lnSpc>
                  <a:buFont typeface="+mj-lt"/>
                  <a:buAutoNum type="arabicPeriod"/>
                </a:pPr>
                <a14:m>
                  <m:oMath xmlns:m="http://schemas.openxmlformats.org/officeDocument/2006/math">
                    <m:r>
                      <a:rPr lang="en-US" sz="2600" b="0" i="1" smtClean="0">
                        <a:latin typeface="Cambria Math" panose="02040503050406030204" pitchFamily="18" charset="0"/>
                      </a:rPr>
                      <m:t>𝑆𝑂𝐿𝑉𝐸</m:t>
                    </m:r>
                    <m:r>
                      <a:rPr lang="en-US" sz="2600" b="0" i="1" smtClean="0">
                        <a:latin typeface="Cambria Math" panose="02040503050406030204" pitchFamily="18" charset="0"/>
                      </a:rPr>
                      <m:t>(</m:t>
                    </m:r>
                    <m:r>
                      <a:rPr lang="en-US" sz="2600" b="0" i="1" smtClean="0">
                        <a:latin typeface="Cambria Math" panose="02040503050406030204" pitchFamily="18" charset="0"/>
                      </a:rPr>
                      <m:t>𝑆</m:t>
                    </m:r>
                    <m:r>
                      <a:rPr lang="en-US" sz="2600" b="0" i="1" smtClean="0">
                        <a:latin typeface="Cambria Math" panose="02040503050406030204" pitchFamily="18" charset="0"/>
                      </a:rPr>
                      <m:t>,</m:t>
                    </m:r>
                    <m:r>
                      <a:rPr lang="en-US" sz="2600" b="0" i="1" smtClean="0">
                        <a:latin typeface="Cambria Math" panose="02040503050406030204" pitchFamily="18" charset="0"/>
                      </a:rPr>
                      <m:t>𝑟𝑜𝑤</m:t>
                    </m:r>
                    <m:r>
                      <a:rPr lang="en-US" sz="2600" b="0" i="1" smtClean="0">
                        <a:latin typeface="Cambria Math" panose="02040503050406030204" pitchFamily="18" charset="0"/>
                      </a:rPr>
                      <m:t>,</m:t>
                    </m:r>
                    <m:r>
                      <a:rPr lang="en-US" sz="2600" b="0" i="1" smtClean="0">
                        <a:latin typeface="Cambria Math" panose="02040503050406030204" pitchFamily="18" charset="0"/>
                      </a:rPr>
                      <m:t>𝑐𝑜𝑙</m:t>
                    </m:r>
                    <m:r>
                      <a:rPr lang="en-US" sz="2600" b="0" i="1" smtClean="0">
                        <a:latin typeface="Cambria Math" panose="02040503050406030204" pitchFamily="18" charset="0"/>
                      </a:rPr>
                      <m:t>+1)</m:t>
                    </m:r>
                  </m:oMath>
                </a14:m>
                <a:r>
                  <a:rPr lang="en-US" sz="2800" dirty="0">
                    <a:latin typeface="Cambria Math" panose="02040503050406030204" pitchFamily="18" charset="0"/>
                  </a:rPr>
                  <a:t> </a:t>
                </a:r>
                <a:endParaRPr lang="en-US" sz="2600" dirty="0"/>
              </a:p>
              <a:p>
                <a:pPr marL="1428750" lvl="2" indent="-514350">
                  <a:lnSpc>
                    <a:spcPct val="100000"/>
                  </a:lnSpc>
                  <a:buFont typeface="+mj-lt"/>
                  <a:buAutoNum type="arabicPeriod"/>
                </a:pPr>
                <a14:m>
                  <m:oMath xmlns:m="http://schemas.openxmlformats.org/officeDocument/2006/math">
                    <m:r>
                      <a:rPr lang="en-US" sz="2800" b="0" i="1" smtClean="0">
                        <a:latin typeface="Cambria Math" panose="02040503050406030204" pitchFamily="18" charset="0"/>
                      </a:rPr>
                      <m:t>𝐼𝐹</m:t>
                    </m:r>
                    <m:r>
                      <a:rPr lang="en-US" sz="2800" b="0" i="1" smtClean="0">
                        <a:latin typeface="Cambria Math" panose="02040503050406030204" pitchFamily="18" charset="0"/>
                      </a:rPr>
                      <m:t> </m:t>
                    </m:r>
                    <m:r>
                      <a:rPr lang="en-US" sz="2800" b="0" i="1" smtClean="0">
                        <a:latin typeface="Cambria Math" panose="02040503050406030204" pitchFamily="18" charset="0"/>
                      </a:rPr>
                      <m:t>𝑉𝐴𝐿𝐼𝐷𝐴𝑇𝐸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e>
                    </m:d>
                    <m:r>
                      <a:rPr lang="en-US" sz="2800" b="0" i="1" smtClean="0">
                        <a:latin typeface="Cambria Math" panose="02040503050406030204" pitchFamily="18" charset="0"/>
                      </a:rPr>
                      <m:t>=0</m:t>
                    </m:r>
                  </m:oMath>
                </a14:m>
                <a:r>
                  <a:rPr lang="en-US" sz="2800" b="0" dirty="0">
                    <a:latin typeface="Cambria Math" panose="02040503050406030204" pitchFamily="18" charset="0"/>
                  </a:rPr>
                  <a:t>, then:	(check if the square is still magic square)</a:t>
                </a:r>
              </a:p>
              <a:p>
                <a:pPr marL="1885950" lvl="3" indent="-514350">
                  <a:lnSpc>
                    <a:spcPct val="100000"/>
                  </a:lnSpc>
                  <a:buFont typeface="+mj-lt"/>
                  <a:buAutoNum type="arabicPeriod"/>
                </a:pPr>
                <a14:m>
                  <m:oMath xmlns:m="http://schemas.openxmlformats.org/officeDocument/2006/math">
                    <m:r>
                      <a:rPr lang="en-US" sz="2600" b="0" i="1" smtClean="0">
                        <a:latin typeface="Cambria Math" panose="02040503050406030204" pitchFamily="18" charset="0"/>
                      </a:rPr>
                      <m:t>𝑆</m:t>
                    </m:r>
                    <m:d>
                      <m:dPr>
                        <m:begChr m:val="["/>
                        <m:endChr m:val="]"/>
                        <m:ctrlPr>
                          <a:rPr lang="en-US" sz="2600" b="0" i="1" smtClean="0">
                            <a:latin typeface="Cambria Math" panose="02040503050406030204" pitchFamily="18" charset="0"/>
                          </a:rPr>
                        </m:ctrlPr>
                      </m:dPr>
                      <m:e>
                        <m:r>
                          <a:rPr lang="en-US" sz="2600" b="0" i="1" smtClean="0">
                            <a:latin typeface="Cambria Math" panose="02040503050406030204" pitchFamily="18" charset="0"/>
                          </a:rPr>
                          <m:t>𝑟𝑜𝑤</m:t>
                        </m:r>
                        <m:r>
                          <a:rPr lang="en-US" sz="2600" b="0" i="1" smtClean="0">
                            <a:latin typeface="Cambria Math" panose="02040503050406030204" pitchFamily="18" charset="0"/>
                          </a:rPr>
                          <m:t>,</m:t>
                        </m:r>
                        <m:r>
                          <a:rPr lang="en-US" sz="2600" b="0" i="1" smtClean="0">
                            <a:latin typeface="Cambria Math" panose="02040503050406030204" pitchFamily="18" charset="0"/>
                          </a:rPr>
                          <m:t>𝑐𝑜𝑙</m:t>
                        </m:r>
                      </m:e>
                    </m:d>
                    <m:r>
                      <a:rPr lang="en-US" sz="2600" b="0" i="1" smtClean="0">
                        <a:latin typeface="Cambria Math" panose="02040503050406030204" pitchFamily="18" charset="0"/>
                      </a:rPr>
                      <m:t>≔0</m:t>
                    </m:r>
                  </m:oMath>
                </a14:m>
                <a:r>
                  <a:rPr lang="en-US" sz="2600" b="0" dirty="0">
                    <a:latin typeface="Cambria Math" panose="02040503050406030204" pitchFamily="18" charset="0"/>
                  </a:rPr>
                  <a:t>			(backtrack)</a:t>
                </a:r>
              </a:p>
              <a:p>
                <a:pPr marL="514350" indent="-514350">
                  <a:lnSpc>
                    <a:spcPct val="100000"/>
                  </a:lnSpc>
                  <a:buFont typeface="+mj-lt"/>
                  <a:buAutoNum type="arabicPeriod"/>
                </a:pPr>
                <a14:m>
                  <m:oMath xmlns:m="http://schemas.openxmlformats.org/officeDocument/2006/math">
                    <m:r>
                      <a:rPr lang="en-US" sz="3000" b="0" i="1" smtClean="0">
                        <a:latin typeface="Cambria Math" panose="02040503050406030204" pitchFamily="18" charset="0"/>
                      </a:rPr>
                      <m:t>𝑅𝑒𝑡𝑢𝑟𝑛</m:t>
                    </m:r>
                    <m:r>
                      <a:rPr lang="en-US" sz="3000" b="0" i="1" smtClean="0">
                        <a:latin typeface="Cambria Math" panose="02040503050406030204" pitchFamily="18" charset="0"/>
                      </a:rPr>
                      <m:t> </m:t>
                    </m:r>
                    <m:r>
                      <a:rPr lang="en-US" sz="3000" b="0" i="1" smtClean="0">
                        <a:latin typeface="Cambria Math" panose="02040503050406030204" pitchFamily="18" charset="0"/>
                      </a:rPr>
                      <m:t>𝑆</m:t>
                    </m:r>
                  </m:oMath>
                </a14:m>
                <a:endParaRPr lang="en-US" sz="3000" b="0" dirty="0">
                  <a:latin typeface="Cambria Math" panose="02040503050406030204" pitchFamily="18" charset="0"/>
                </a:endParaRPr>
              </a:p>
            </p:txBody>
          </p:sp>
        </mc:Choice>
        <mc:Fallback xmlns="">
          <p:sp>
            <p:nvSpPr>
              <p:cNvPr id="6" name="Content Placeholder 2">
                <a:extLst>
                  <a:ext uri="{FF2B5EF4-FFF2-40B4-BE49-F238E27FC236}">
                    <a16:creationId xmlns:a16="http://schemas.microsoft.com/office/drawing/2014/main" id="{308CFE83-61A5-66B0-2255-AEC9311FF83A}"/>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2494"/>
                </a:stretch>
              </a:blipFill>
            </p:spPr>
            <p:txBody>
              <a:bodyPr/>
              <a:lstStyle/>
              <a:p>
                <a:r>
                  <a:rPr lang="en-US">
                    <a:noFill/>
                  </a:rPr>
                  <a:t> </a:t>
                </a:r>
              </a:p>
            </p:txBody>
          </p:sp>
        </mc:Fallback>
      </mc:AlternateContent>
    </p:spTree>
    <p:extLst>
      <p:ext uri="{BB962C8B-B14F-4D97-AF65-F5344CB8AC3E}">
        <p14:creationId xmlns:p14="http://schemas.microsoft.com/office/powerpoint/2010/main" val="3841703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6" name="Picture 2" descr="Introduction to Tree - Data Structure and Algorithm Tutorials">
            <a:extLst>
              <a:ext uri="{FF2B5EF4-FFF2-40B4-BE49-F238E27FC236}">
                <a16:creationId xmlns:a16="http://schemas.microsoft.com/office/drawing/2014/main" id="{525C41CB-8F97-5980-250B-53F61AF7A4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9" t="12456" r="6389"/>
          <a:stretch/>
        </p:blipFill>
        <p:spPr bwMode="auto">
          <a:xfrm>
            <a:off x="916853" y="1594782"/>
            <a:ext cx="10358294" cy="4880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247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4" name="Diagram 3">
            <a:extLst>
              <a:ext uri="{FF2B5EF4-FFF2-40B4-BE49-F238E27FC236}">
                <a16:creationId xmlns:a16="http://schemas.microsoft.com/office/drawing/2014/main" id="{FFE8BD40-D320-4522-3946-160CACA9F4F9}"/>
              </a:ext>
            </a:extLst>
          </p:cNvPr>
          <p:cNvGraphicFramePr/>
          <p:nvPr/>
        </p:nvGraphicFramePr>
        <p:xfrm>
          <a:off x="2083358" y="3953171"/>
          <a:ext cx="8025284" cy="2522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FFFF00A4-9075-E973-A571-B8131DAA72AC}"/>
              </a:ext>
            </a:extLst>
          </p:cNvPr>
          <p:cNvGraphicFramePr/>
          <p:nvPr/>
        </p:nvGraphicFramePr>
        <p:xfrm>
          <a:off x="6096000" y="1462665"/>
          <a:ext cx="6096000" cy="2399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1A3E496F-D647-61D5-36D6-14D37F844A26}"/>
              </a:ext>
            </a:extLst>
          </p:cNvPr>
          <p:cNvGraphicFramePr/>
          <p:nvPr/>
        </p:nvGraphicFramePr>
        <p:xfrm>
          <a:off x="220384" y="1462665"/>
          <a:ext cx="5875616" cy="237234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20419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4" name="Diagram 3">
            <a:extLst>
              <a:ext uri="{FF2B5EF4-FFF2-40B4-BE49-F238E27FC236}">
                <a16:creationId xmlns:a16="http://schemas.microsoft.com/office/drawing/2014/main" id="{FFE8BD40-D320-4522-3946-160CACA9F4F9}"/>
              </a:ext>
            </a:extLst>
          </p:cNvPr>
          <p:cNvGraphicFramePr/>
          <p:nvPr/>
        </p:nvGraphicFramePr>
        <p:xfrm>
          <a:off x="220384" y="1462665"/>
          <a:ext cx="5875616" cy="2522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FFFF00A4-9075-E973-A571-B8131DAA72AC}"/>
              </a:ext>
            </a:extLst>
          </p:cNvPr>
          <p:cNvGraphicFramePr/>
          <p:nvPr/>
        </p:nvGraphicFramePr>
        <p:xfrm>
          <a:off x="6096000" y="1462665"/>
          <a:ext cx="6096000" cy="24753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1A3E496F-D647-61D5-36D6-14D37F844A26}"/>
              </a:ext>
            </a:extLst>
          </p:cNvPr>
          <p:cNvGraphicFramePr/>
          <p:nvPr/>
        </p:nvGraphicFramePr>
        <p:xfrm>
          <a:off x="220384" y="4135638"/>
          <a:ext cx="5875616" cy="237234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3" name="Diagram 2">
            <a:extLst>
              <a:ext uri="{FF2B5EF4-FFF2-40B4-BE49-F238E27FC236}">
                <a16:creationId xmlns:a16="http://schemas.microsoft.com/office/drawing/2014/main" id="{4909DDD2-81B1-8AAA-00A7-8D82FD9785A1}"/>
              </a:ext>
            </a:extLst>
          </p:cNvPr>
          <p:cNvGraphicFramePr/>
          <p:nvPr/>
        </p:nvGraphicFramePr>
        <p:xfrm>
          <a:off x="6086275" y="4108417"/>
          <a:ext cx="5875616" cy="239944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174894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Graphic spid="3"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Depth First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30"/>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In-order: First, the left child is visited, then parent, and then right child. This is used to traverse the tree in the same order as the nodes where inserted.</a:t>
            </a:r>
          </a:p>
          <a:p>
            <a:pPr>
              <a:lnSpc>
                <a:spcPct val="120000"/>
              </a:lnSpc>
              <a:buFont typeface="Wingdings" panose="05000000000000000000" pitchFamily="2" charset="2"/>
              <a:buChar char="§"/>
            </a:pPr>
            <a:r>
              <a:rPr lang="en-US" sz="3000" dirty="0"/>
              <a:t>Pre-order: First, the parent is visited, then left child, then right child. This is mainly used to create a copy of tree.</a:t>
            </a:r>
          </a:p>
          <a:p>
            <a:pPr>
              <a:lnSpc>
                <a:spcPct val="120000"/>
              </a:lnSpc>
              <a:buFont typeface="Wingdings" panose="05000000000000000000" pitchFamily="2" charset="2"/>
              <a:buChar char="§"/>
            </a:pPr>
            <a:r>
              <a:rPr lang="en-US" sz="3000" dirty="0"/>
              <a:t>Post-order: First, the left child is visited, then right child, then parent. This is mainly used to destroy/clear a tree.</a:t>
            </a:r>
          </a:p>
        </p:txBody>
      </p:sp>
      <p:graphicFrame>
        <p:nvGraphicFramePr>
          <p:cNvPr id="4" name="Diagram 3">
            <a:extLst>
              <a:ext uri="{FF2B5EF4-FFF2-40B4-BE49-F238E27FC236}">
                <a16:creationId xmlns:a16="http://schemas.microsoft.com/office/drawing/2014/main" id="{822CF490-F88C-60D9-0DE8-D97C8DC9AF44}"/>
              </a:ext>
            </a:extLst>
          </p:cNvPr>
          <p:cNvGraphicFramePr/>
          <p:nvPr/>
        </p:nvGraphicFramePr>
        <p:xfrm>
          <a:off x="6724720" y="1688125"/>
          <a:ext cx="4609960" cy="26331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5">
            <a:extLst>
              <a:ext uri="{FF2B5EF4-FFF2-40B4-BE49-F238E27FC236}">
                <a16:creationId xmlns:a16="http://schemas.microsoft.com/office/drawing/2014/main" id="{532FF9AB-B8AF-572F-B7C7-44058A578943}"/>
              </a:ext>
            </a:extLst>
          </p:cNvPr>
          <p:cNvGraphicFramePr>
            <a:graphicFrameLocks noGrp="1"/>
          </p:cNvGraphicFramePr>
          <p:nvPr/>
        </p:nvGraphicFramePr>
        <p:xfrm>
          <a:off x="6104216" y="5040990"/>
          <a:ext cx="5867400" cy="1188720"/>
        </p:xfrm>
        <a:graphic>
          <a:graphicData uri="http://schemas.openxmlformats.org/drawingml/2006/table">
            <a:tbl>
              <a:tblPr firstRow="1" bandRow="1">
                <a:tableStyleId>{073A0DAA-6AF3-43AB-8588-CEC1D06C72B9}</a:tableStyleId>
              </a:tblPr>
              <a:tblGrid>
                <a:gridCol w="1309635">
                  <a:extLst>
                    <a:ext uri="{9D8B030D-6E8A-4147-A177-3AD203B41FA5}">
                      <a16:colId xmlns:a16="http://schemas.microsoft.com/office/drawing/2014/main" val="42375214"/>
                    </a:ext>
                  </a:extLst>
                </a:gridCol>
                <a:gridCol w="4557765">
                  <a:extLst>
                    <a:ext uri="{9D8B030D-6E8A-4147-A177-3AD203B41FA5}">
                      <a16:colId xmlns:a16="http://schemas.microsoft.com/office/drawing/2014/main" val="3544430437"/>
                    </a:ext>
                  </a:extLst>
                </a:gridCol>
              </a:tblGrid>
              <a:tr h="370840">
                <a:tc>
                  <a:txBody>
                    <a:bodyPr/>
                    <a:lstStyle/>
                    <a:p>
                      <a:r>
                        <a:rPr lang="en-US" sz="2000" dirty="0"/>
                        <a:t>Search</a:t>
                      </a:r>
                    </a:p>
                  </a:txBody>
                  <a:tcPr/>
                </a:tc>
                <a:tc>
                  <a:txBody>
                    <a:bodyPr/>
                    <a:lstStyle/>
                    <a:p>
                      <a:r>
                        <a:rPr lang="en-US" sz="2000" dirty="0"/>
                        <a:t>Order of Visiting Nodes if target is 5144</a:t>
                      </a:r>
                    </a:p>
                  </a:txBody>
                  <a:tcPr/>
                </a:tc>
                <a:extLst>
                  <a:ext uri="{0D108BD9-81ED-4DB2-BD59-A6C34878D82A}">
                    <a16:rowId xmlns:a16="http://schemas.microsoft.com/office/drawing/2014/main" val="1331460473"/>
                  </a:ext>
                </a:extLst>
              </a:tr>
              <a:tr h="370840">
                <a:tc>
                  <a:txBody>
                    <a:bodyPr/>
                    <a:lstStyle/>
                    <a:p>
                      <a:r>
                        <a:rPr lang="en-US" sz="2000" dirty="0"/>
                        <a:t>DFS</a:t>
                      </a:r>
                    </a:p>
                  </a:txBody>
                  <a:tcPr/>
                </a:tc>
                <a:tc>
                  <a:txBody>
                    <a:bodyPr/>
                    <a:lstStyle/>
                    <a:p>
                      <a:r>
                        <a:rPr lang="en-US" sz="2000" dirty="0"/>
                        <a:t>5019, 4669, 4930, 4901, 5040, 4910, 5144</a:t>
                      </a:r>
                    </a:p>
                  </a:txBody>
                  <a:tcPr/>
                </a:tc>
                <a:extLst>
                  <a:ext uri="{0D108BD9-81ED-4DB2-BD59-A6C34878D82A}">
                    <a16:rowId xmlns:a16="http://schemas.microsoft.com/office/drawing/2014/main" val="4096378736"/>
                  </a:ext>
                </a:extLst>
              </a:tr>
              <a:tr h="370840">
                <a:tc>
                  <a:txBody>
                    <a:bodyPr/>
                    <a:lstStyle/>
                    <a:p>
                      <a:r>
                        <a:rPr lang="en-US" sz="2000" dirty="0"/>
                        <a:t>BFS</a:t>
                      </a:r>
                    </a:p>
                  </a:txBody>
                  <a:tcPr/>
                </a:tc>
                <a:tc>
                  <a:txBody>
                    <a:bodyPr/>
                    <a:lstStyle/>
                    <a:p>
                      <a:r>
                        <a:rPr lang="en-US" sz="2000" dirty="0"/>
                        <a:t>5019, 4669, 5040, 4930, 4901, 4910, 5144</a:t>
                      </a:r>
                    </a:p>
                  </a:txBody>
                  <a:tcPr/>
                </a:tc>
                <a:extLst>
                  <a:ext uri="{0D108BD9-81ED-4DB2-BD59-A6C34878D82A}">
                    <a16:rowId xmlns:a16="http://schemas.microsoft.com/office/drawing/2014/main" val="2350062226"/>
                  </a:ext>
                </a:extLst>
              </a:tr>
            </a:tbl>
          </a:graphicData>
        </a:graphic>
      </p:graphicFrame>
    </p:spTree>
    <p:extLst>
      <p:ext uri="{BB962C8B-B14F-4D97-AF65-F5344CB8AC3E}">
        <p14:creationId xmlns:p14="http://schemas.microsoft.com/office/powerpoint/2010/main" val="197070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Depth First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null if root is null)</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root if it matches the element)</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mj-lt"/>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𝐷𝐹𝑆</m:t>
                    </m:r>
                    <m:d>
                      <m:d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(Search in left child recursively)</a:t>
                </a:r>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𝐷𝐹𝑆</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(Search in right child recursively)</a:t>
                </a: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778" t="-1161"/>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cs typeface="Cascadia Code" panose="020B0609020000020004" pitchFamily="49" charset="0"/>
              </a:rPr>
              <a:t>DFS(</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Searches for the node which matches the ‘element’; ‘root’ is the pointer to root node of Tree.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87244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N-Queen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Given a chessboard of size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≥4</m:t>
                    </m:r>
                  </m:oMath>
                </a14:m>
                <a:endParaRPr lang="en-GB" sz="3200" dirty="0"/>
              </a:p>
              <a:p>
                <a:pPr>
                  <a:lnSpc>
                    <a:spcPct val="120000"/>
                  </a:lnSpc>
                  <a:buFont typeface="Wingdings" panose="05000000000000000000" pitchFamily="2" charset="2"/>
                  <a:buChar char="§"/>
                </a:pPr>
                <a:r>
                  <a:rPr lang="en-GB" sz="3200" dirty="0"/>
                  <a:t>Place a queen in each row such that no queen attacks another.</a:t>
                </a:r>
              </a:p>
              <a:p>
                <a:pPr>
                  <a:lnSpc>
                    <a:spcPct val="120000"/>
                  </a:lnSpc>
                  <a:buFont typeface="Wingdings" panose="05000000000000000000" pitchFamily="2" charset="2"/>
                  <a:buChar char="§"/>
                </a:pPr>
                <a:r>
                  <a:rPr lang="en-GB" sz="3200" dirty="0"/>
                  <a:t>We start with a single Queen placed on 0, 0.</a:t>
                </a:r>
              </a:p>
              <a:p>
                <a:pPr>
                  <a:lnSpc>
                    <a:spcPct val="120000"/>
                  </a:lnSpc>
                  <a:buFont typeface="Wingdings" panose="05000000000000000000" pitchFamily="2" charset="2"/>
                  <a:buChar char="§"/>
                </a:pPr>
                <a:r>
                  <a:rPr lang="en-GB" sz="3200" dirty="0"/>
                  <a:t>Keep placing Queens as long as they do not attack each other from any of the axes.</a:t>
                </a:r>
              </a:p>
              <a:p>
                <a:pPr>
                  <a:lnSpc>
                    <a:spcPct val="120000"/>
                  </a:lnSpc>
                  <a:buFont typeface="Wingdings" panose="05000000000000000000" pitchFamily="2" charset="2"/>
                  <a:buChar char="§"/>
                </a:pPr>
                <a:r>
                  <a:rPr lang="en-GB" sz="3200" dirty="0"/>
                  <a:t>Let’s solve a 4-queen problem using Backtracking decision tree.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1452" t="-873" r="-1141"/>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80B78C4-B288-25B8-B66D-92DACFE8F475}"/>
              </a:ext>
            </a:extLst>
          </p:cNvPr>
          <p:cNvGraphicFramePr>
            <a:graphicFrameLocks noGrp="1"/>
          </p:cNvGraphicFramePr>
          <p:nvPr/>
        </p:nvGraphicFramePr>
        <p:xfrm>
          <a:off x="7221414" y="1599086"/>
          <a:ext cx="4572000" cy="4754880"/>
        </p:xfrm>
        <a:graphic>
          <a:graphicData uri="http://schemas.openxmlformats.org/drawingml/2006/table">
            <a:tbl>
              <a:tblPr firstRow="1" bandRow="1">
                <a:tableStyleId>{5940675A-B579-460E-94D1-54222C63F5DA}</a:tableStyleId>
              </a:tblPr>
              <a:tblGrid>
                <a:gridCol w="1143000">
                  <a:extLst>
                    <a:ext uri="{9D8B030D-6E8A-4147-A177-3AD203B41FA5}">
                      <a16:colId xmlns:a16="http://schemas.microsoft.com/office/drawing/2014/main" val="413119833"/>
                    </a:ext>
                  </a:extLst>
                </a:gridCol>
                <a:gridCol w="1143000">
                  <a:extLst>
                    <a:ext uri="{9D8B030D-6E8A-4147-A177-3AD203B41FA5}">
                      <a16:colId xmlns:a16="http://schemas.microsoft.com/office/drawing/2014/main" val="2857679917"/>
                    </a:ext>
                  </a:extLst>
                </a:gridCol>
                <a:gridCol w="1143000">
                  <a:extLst>
                    <a:ext uri="{9D8B030D-6E8A-4147-A177-3AD203B41FA5}">
                      <a16:colId xmlns:a16="http://schemas.microsoft.com/office/drawing/2014/main" val="696847025"/>
                    </a:ext>
                  </a:extLst>
                </a:gridCol>
                <a:gridCol w="1143000">
                  <a:extLst>
                    <a:ext uri="{9D8B030D-6E8A-4147-A177-3AD203B41FA5}">
                      <a16:colId xmlns:a16="http://schemas.microsoft.com/office/drawing/2014/main" val="753419477"/>
                    </a:ext>
                  </a:extLst>
                </a:gridCol>
              </a:tblGrid>
              <a:tr h="1143000">
                <a:tc>
                  <a:txBody>
                    <a:bodyPr/>
                    <a:lstStyle/>
                    <a:p>
                      <a:pPr algn="ctr"/>
                      <a:r>
                        <a:rPr lang="en-US" sz="7200" dirty="0"/>
                        <a:t>♕</a:t>
                      </a:r>
                    </a:p>
                  </a:txBody>
                  <a:tcPr anchor="ctr"/>
                </a:tc>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extLst>
                  <a:ext uri="{0D108BD9-81ED-4DB2-BD59-A6C34878D82A}">
                    <a16:rowId xmlns:a16="http://schemas.microsoft.com/office/drawing/2014/main" val="3218738019"/>
                  </a:ext>
                </a:extLst>
              </a:tr>
              <a:tr h="1143000">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extLst>
                  <a:ext uri="{0D108BD9-81ED-4DB2-BD59-A6C34878D82A}">
                    <a16:rowId xmlns:a16="http://schemas.microsoft.com/office/drawing/2014/main" val="2178311614"/>
                  </a:ext>
                </a:extLst>
              </a:tr>
              <a:tr h="1143000">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extLst>
                  <a:ext uri="{0D108BD9-81ED-4DB2-BD59-A6C34878D82A}">
                    <a16:rowId xmlns:a16="http://schemas.microsoft.com/office/drawing/2014/main" val="2676539758"/>
                  </a:ext>
                </a:extLst>
              </a:tr>
              <a:tr h="1143000">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tc>
                  <a:txBody>
                    <a:bodyPr/>
                    <a:lstStyle/>
                    <a:p>
                      <a:pPr algn="ctr"/>
                      <a:endParaRPr lang="en-US" sz="7200" dirty="0"/>
                    </a:p>
                  </a:txBody>
                  <a:tcPr anchor="ctr"/>
                </a:tc>
                <a:extLst>
                  <a:ext uri="{0D108BD9-81ED-4DB2-BD59-A6C34878D82A}">
                    <a16:rowId xmlns:a16="http://schemas.microsoft.com/office/drawing/2014/main" val="4215520996"/>
                  </a:ext>
                </a:extLst>
              </a:tr>
            </a:tbl>
          </a:graphicData>
        </a:graphic>
      </p:graphicFrame>
    </p:spTree>
    <p:extLst>
      <p:ext uri="{BB962C8B-B14F-4D97-AF65-F5344CB8AC3E}">
        <p14:creationId xmlns:p14="http://schemas.microsoft.com/office/powerpoint/2010/main" val="337849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N-Queen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7" name="Diagram 6">
            <a:extLst>
              <a:ext uri="{FF2B5EF4-FFF2-40B4-BE49-F238E27FC236}">
                <a16:creationId xmlns:a16="http://schemas.microsoft.com/office/drawing/2014/main" id="{177A2DCF-B95A-C5ED-54B7-1F967D56E7A8}"/>
              </a:ext>
            </a:extLst>
          </p:cNvPr>
          <p:cNvGraphicFramePr/>
          <p:nvPr/>
        </p:nvGraphicFramePr>
        <p:xfrm>
          <a:off x="220383" y="2379820"/>
          <a:ext cx="11743016" cy="39741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1EF7EEF-D65F-9AFD-6D36-741AEEAC8AC9}"/>
                  </a:ext>
                </a:extLst>
              </p:cNvPr>
              <p:cNvSpPr txBox="1">
                <a:spLocks/>
              </p:cNvSpPr>
              <p:nvPr/>
            </p:nvSpPr>
            <p:spPr>
              <a:xfrm>
                <a:off x="220384" y="1532588"/>
                <a:ext cx="11743016" cy="847232"/>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Denoting queens as </a:t>
                </a:r>
                <a14:m>
                  <m:oMath xmlns:m="http://schemas.openxmlformats.org/officeDocument/2006/math">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0" i="1" smtClean="0">
                        <a:latin typeface="Cambria Math" panose="02040503050406030204" pitchFamily="18" charset="0"/>
                      </a:rPr>
                      <m:t>𝑏</m:t>
                    </m:r>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𝑑</m:t>
                    </m:r>
                  </m:oMath>
                </a14:m>
                <a:r>
                  <a:rPr lang="en-GB" sz="3200" dirty="0"/>
                  <a:t>. The position in string represents column and the level of tree represents row in which a queen lies.</a:t>
                </a:r>
              </a:p>
            </p:txBody>
          </p:sp>
        </mc:Choice>
        <mc:Fallback xmlns="">
          <p:sp>
            <p:nvSpPr>
              <p:cNvPr id="8" name="Content Placeholder 2">
                <a:extLst>
                  <a:ext uri="{FF2B5EF4-FFF2-40B4-BE49-F238E27FC236}">
                    <a16:creationId xmlns:a16="http://schemas.microsoft.com/office/drawing/2014/main" id="{81EF7EEF-D65F-9AFD-6D36-741AEEAC8AC9}"/>
                  </a:ext>
                </a:extLst>
              </p:cNvPr>
              <p:cNvSpPr txBox="1">
                <a:spLocks noRot="1" noChangeAspect="1" noMove="1" noResize="1" noEditPoints="1" noAdjustHandles="1" noChangeArrowheads="1" noChangeShapeType="1" noTextEdit="1"/>
              </p:cNvSpPr>
              <p:nvPr/>
            </p:nvSpPr>
            <p:spPr>
              <a:xfrm>
                <a:off x="220384" y="1532588"/>
                <a:ext cx="11743016" cy="847232"/>
              </a:xfrm>
              <a:prstGeom prst="rect">
                <a:avLst/>
              </a:prstGeom>
              <a:blipFill>
                <a:blip r:embed="rId8"/>
                <a:stretch>
                  <a:fillRect l="-571" t="-4317" b="-5036"/>
                </a:stretch>
              </a:blipFill>
            </p:spPr>
            <p:txBody>
              <a:bodyPr/>
              <a:lstStyle/>
              <a:p>
                <a:r>
                  <a:rPr lang="en-US">
                    <a:noFill/>
                  </a:rPr>
                  <a:t> </a:t>
                </a:r>
              </a:p>
            </p:txBody>
          </p:sp>
        </mc:Fallback>
      </mc:AlternateContent>
    </p:spTree>
    <p:extLst>
      <p:ext uri="{BB962C8B-B14F-4D97-AF65-F5344CB8AC3E}">
        <p14:creationId xmlns:p14="http://schemas.microsoft.com/office/powerpoint/2010/main" val="200284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310706CA-9772-4D5F-AB88-342085F7D151}"/>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graphicEl>
                                              <a:dgm id="{F9395FC6-CB1B-4F85-8FE9-9E3163CEB9E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graphicEl>
                                              <a:dgm id="{A0B96DB5-C266-4C12-BD1C-E0E5A93078E8}"/>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graphicEl>
                                              <a:dgm id="{EB64EE87-D55C-4985-B89F-DB1778B8F091}"/>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graphicEl>
                                              <a:dgm id="{CF936592-E823-4FCF-B5DE-BC12AB4C4933}"/>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graphicEl>
                                              <a:dgm id="{60553512-CC60-441F-9078-5F334580B5B9}"/>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graphicEl>
                                              <a:dgm id="{74366023-EC2E-45BD-92D1-EAC3C80E74CC}"/>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graphicEl>
                                              <a:dgm id="{4A3BF15A-F5BA-4590-A433-866C63179BE3}"/>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graphicEl>
                                              <a:dgm id="{70EA1481-5B9A-4BD3-ACDE-622837DF03AA}"/>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graphicEl>
                                              <a:dgm id="{258E1F0F-44E8-42EA-AB88-08B737ABF74E}"/>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graphicEl>
                                              <a:dgm id="{484EE11B-4342-43DA-A4FE-A837AFB4A75A}"/>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graphicEl>
                                              <a:dgm id="{261B2401-23D9-47B7-854B-1390B55DFC22}"/>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graphicEl>
                                              <a:dgm id="{77C5F1CB-7744-41A3-ABCC-2816B3A3B7DC}"/>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graphicEl>
                                              <a:dgm id="{792EAE39-05E5-4F97-B2D3-8903E61FBF4F}"/>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graphicEl>
                                              <a:dgm id="{F122795B-A313-409A-9F52-57CFA92EDB93}"/>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
                                            <p:graphicEl>
                                              <a:dgm id="{EC09F82A-9B0B-4FF1-AD40-55C6C5973736}"/>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
                                            <p:graphicEl>
                                              <a:dgm id="{08C371E8-7779-40EB-B56C-98FA749A54CC}"/>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graphicEl>
                                              <a:dgm id="{7DC8AB40-D3F8-43AA-B83F-7AF81A494049}"/>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graphicEl>
                                              <a:dgm id="{3FE9F830-58FC-4D3A-A924-F0C63B5B41F1}"/>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7">
                                            <p:graphicEl>
                                              <a:dgm id="{4A256943-F1AC-4258-9F5D-6F3EA47D1A25}"/>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graphicEl>
                                              <a:dgm id="{2319A212-7D41-4265-8609-5A424E0E6CAB}"/>
                                            </p:graphic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graphicEl>
                                              <a:dgm id="{844F4F33-47F3-434F-8E92-34B7AB4C80E6}"/>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
                                            <p:graphicEl>
                                              <a:dgm id="{054EB2D9-8A06-4DA2-BB80-D171205F014D}"/>
                                            </p:graphic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
                                            <p:graphicEl>
                                              <a:dgm id="{74B3282B-DAE3-4893-9C41-8C4664666790}"/>
                                            </p:graphic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
                                            <p:graphicEl>
                                              <a:dgm id="{A85AC4DE-D4F2-4ABD-A286-C56B839D59DF}"/>
                                            </p:graphic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graphicEl>
                                              <a:dgm id="{295508F4-93DD-47CC-AD86-AB512C5180E3}"/>
                                            </p:graphic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
                                            <p:graphicEl>
                                              <a:dgm id="{ED2A92EF-039B-4F9A-BF8C-3EA749C49D84}"/>
                                            </p:graphic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
                                            <p:graphicEl>
                                              <a:dgm id="{A4FA3FA0-5934-482D-B5B5-C35599768775}"/>
                                            </p:graphic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7">
                                            <p:graphicEl>
                                              <a:dgm id="{91120E78-8AED-4115-ABFD-5A885A7BE55F}"/>
                                            </p:graphic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
                                            <p:graphicEl>
                                              <a:dgm id="{62FDC3F9-646D-4B67-A6DC-D705D9737401}"/>
                                            </p:graphicEl>
                                          </p:spTgt>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7">
                                            <p:graphicEl>
                                              <a:dgm id="{18B870B5-656E-4481-8AA2-2A6A4568029B}"/>
                                            </p:graphic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
                                            <p:graphicEl>
                                              <a:dgm id="{D35712CB-A146-4107-8ACA-E5AD96524B3D}"/>
                                            </p:graphicEl>
                                          </p:spTgt>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
                                            <p:graphicEl>
                                              <a:dgm id="{E7F51DED-CBF7-4BC1-A840-7525B169F018}"/>
                                            </p:graphic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
                                            <p:graphicEl>
                                              <a:dgm id="{108B68F4-4D1E-4EB2-A1C2-7818DC02AE3C}"/>
                                            </p:graphicEl>
                                          </p:spTgt>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7">
                                            <p:graphicEl>
                                              <a:dgm id="{7F785016-3D76-4606-9B29-7991F2FBD16A}"/>
                                            </p:graphic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
                                            <p:graphicEl>
                                              <a:dgm id="{33D7A658-62CB-44BE-912A-9E8B48493AD0}"/>
                                            </p:graphicEl>
                                          </p:spTgt>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
                                            <p:graphicEl>
                                              <a:dgm id="{6283DB4C-D922-4883-9BEE-5502D90357F7}"/>
                                            </p:graphic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
                                            <p:graphicEl>
                                              <a:dgm id="{9DFC7F07-A183-4755-8CF0-47D867504C57}"/>
                                            </p:graphicEl>
                                          </p:spTgt>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
                                            <p:graphicEl>
                                              <a:dgm id="{556183A6-72B4-4C1E-9884-E5897B97F7E2}"/>
                                            </p:graphic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
                                            <p:graphicEl>
                                              <a:dgm id="{C82FADC9-4A5C-48D1-8E0C-57617BD8B9D9}"/>
                                            </p:graphicEl>
                                          </p:spTgt>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
                                            <p:graphicEl>
                                              <a:dgm id="{6614FE4E-E6C9-4242-990F-0936FE9C4E00}"/>
                                            </p:graphic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
                                            <p:graphicEl>
                                              <a:dgm id="{306C6D96-E16E-495E-B082-140907B574C2}"/>
                                            </p:graphicEl>
                                          </p:spTgt>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7">
                                            <p:graphicEl>
                                              <a:dgm id="{6CCDEACC-4434-4565-902B-7DF5F248076A}"/>
                                            </p:graphic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7">
                                            <p:graphicEl>
                                              <a:dgm id="{0C41BB6F-138C-4E27-8621-DAAA1B033872}"/>
                                            </p:graphicEl>
                                          </p:spTgt>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
                                            <p:graphicEl>
                                              <a:dgm id="{D6014396-6DBB-434E-8247-62686AD8BAF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lvl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N-Queen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1EF7EEF-D65F-9AFD-6D36-741AEEAC8AC9}"/>
                  </a:ext>
                </a:extLst>
              </p:cNvPr>
              <p:cNvSpPr txBox="1">
                <a:spLocks/>
              </p:cNvSpPr>
              <p:nvPr/>
            </p:nvSpPr>
            <p:spPr>
              <a:xfrm>
                <a:off x="220384" y="1532587"/>
                <a:ext cx="11743016" cy="482137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As it can be clearly observed, the total number of decisions to be taken will be exponential.</a:t>
                </a:r>
              </a:p>
              <a:p>
                <a:pPr>
                  <a:lnSpc>
                    <a:spcPct val="120000"/>
                  </a:lnSpc>
                  <a:buFont typeface="Wingdings" panose="05000000000000000000" pitchFamily="2" charset="2"/>
                  <a:buChar char="§"/>
                </a:pPr>
                <a:r>
                  <a:rPr lang="en-US" sz="3200" dirty="0"/>
                  <a:t>To be precise, the total number of decisions will be </a:t>
                </a:r>
                <a14:m>
                  <m:oMath xmlns:m="http://schemas.openxmlformats.org/officeDocument/2006/math">
                    <m:r>
                      <a:rPr lang="en-US" sz="3200" i="1" dirty="0" smtClean="0">
                        <a:latin typeface="Cambria Math" panose="02040503050406030204" pitchFamily="18" charset="0"/>
                      </a:rPr>
                      <m:t>𝑛</m:t>
                    </m:r>
                    <m:r>
                      <a:rPr lang="en-US" sz="3200" i="1" dirty="0" smtClean="0">
                        <a:latin typeface="Cambria Math" panose="02040503050406030204" pitchFamily="18" charset="0"/>
                      </a:rPr>
                      <m:t>!=24</m:t>
                    </m:r>
                  </m:oMath>
                </a14:m>
                <a:r>
                  <a:rPr lang="en-US" sz="3200" dirty="0"/>
                  <a:t> in this problem.</a:t>
                </a:r>
              </a:p>
              <a:p>
                <a:pPr>
                  <a:lnSpc>
                    <a:spcPct val="120000"/>
                  </a:lnSpc>
                  <a:buFont typeface="Wingdings" panose="05000000000000000000" pitchFamily="2" charset="2"/>
                  <a:buChar char="§"/>
                </a:pPr>
                <a:r>
                  <a:rPr lang="en-US" sz="3200" i="1" dirty="0"/>
                  <a:t>Note: A variation of this solution can also be found in literature where there are 64 leaf nodes.</a:t>
                </a:r>
              </a:p>
              <a:p>
                <a:pPr>
                  <a:lnSpc>
                    <a:spcPct val="120000"/>
                  </a:lnSpc>
                  <a:buFont typeface="Wingdings" panose="05000000000000000000" pitchFamily="2" charset="2"/>
                  <a:buChar char="§"/>
                </a:pPr>
                <a:r>
                  <a:rPr lang="en-US" sz="3200" dirty="0"/>
                  <a:t>However, we are only interested in promising nodes. Using backtracking, we can preemptively avoid all non-promising nodes.</a:t>
                </a:r>
              </a:p>
            </p:txBody>
          </p:sp>
        </mc:Choice>
        <mc:Fallback xmlns="">
          <p:sp>
            <p:nvSpPr>
              <p:cNvPr id="8" name="Content Placeholder 2">
                <a:extLst>
                  <a:ext uri="{FF2B5EF4-FFF2-40B4-BE49-F238E27FC236}">
                    <a16:creationId xmlns:a16="http://schemas.microsoft.com/office/drawing/2014/main" id="{81EF7EEF-D65F-9AFD-6D36-741AEEAC8AC9}"/>
                  </a:ext>
                </a:extLst>
              </p:cNvPr>
              <p:cNvSpPr txBox="1">
                <a:spLocks noRot="1" noChangeAspect="1" noMove="1" noResize="1" noEditPoints="1" noAdjustHandles="1" noChangeArrowheads="1" noChangeShapeType="1" noTextEdit="1"/>
              </p:cNvSpPr>
              <p:nvPr/>
            </p:nvSpPr>
            <p:spPr>
              <a:xfrm>
                <a:off x="220384" y="1532587"/>
                <a:ext cx="11743016" cy="4821379"/>
              </a:xfrm>
              <a:prstGeom prst="rect">
                <a:avLst/>
              </a:prstGeom>
              <a:blipFill>
                <a:blip r:embed="rId3"/>
                <a:stretch>
                  <a:fillRect l="-1142" t="-1138" b="-2528"/>
                </a:stretch>
              </a:blipFill>
            </p:spPr>
            <p:txBody>
              <a:bodyPr/>
              <a:lstStyle/>
              <a:p>
                <a:r>
                  <a:rPr lang="en-US">
                    <a:noFill/>
                  </a:rPr>
                  <a:t> </a:t>
                </a:r>
              </a:p>
            </p:txBody>
          </p:sp>
        </mc:Fallback>
      </mc:AlternateContent>
    </p:spTree>
    <p:extLst>
      <p:ext uri="{BB962C8B-B14F-4D97-AF65-F5344CB8AC3E}">
        <p14:creationId xmlns:p14="http://schemas.microsoft.com/office/powerpoint/2010/main" val="78437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N-Queen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7" name="Diagram 6">
            <a:extLst>
              <a:ext uri="{FF2B5EF4-FFF2-40B4-BE49-F238E27FC236}">
                <a16:creationId xmlns:a16="http://schemas.microsoft.com/office/drawing/2014/main" id="{177A2DCF-B95A-C5ED-54B7-1F967D56E7A8}"/>
              </a:ext>
            </a:extLst>
          </p:cNvPr>
          <p:cNvGraphicFramePr/>
          <p:nvPr>
            <p:extLst>
              <p:ext uri="{D42A27DB-BD31-4B8C-83A1-F6EECF244321}">
                <p14:modId xmlns:p14="http://schemas.microsoft.com/office/powerpoint/2010/main" val="1294465991"/>
              </p:ext>
            </p:extLst>
          </p:nvPr>
        </p:nvGraphicFramePr>
        <p:xfrm>
          <a:off x="220383" y="3135086"/>
          <a:ext cx="7466606" cy="321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a:extLst>
              <a:ext uri="{FF2B5EF4-FFF2-40B4-BE49-F238E27FC236}">
                <a16:creationId xmlns:a16="http://schemas.microsoft.com/office/drawing/2014/main" id="{81EF7EEF-D65F-9AFD-6D36-741AEEAC8AC9}"/>
              </a:ext>
            </a:extLst>
          </p:cNvPr>
          <p:cNvSpPr txBox="1">
            <a:spLocks/>
          </p:cNvSpPr>
          <p:nvPr/>
        </p:nvSpPr>
        <p:spPr>
          <a:xfrm>
            <a:off x="220384" y="1532588"/>
            <a:ext cx="11743016" cy="1046466"/>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Non-promising nodes are never visited (Red). Algorithm backtracks from where Queens are attacking each other (Orange).</a:t>
            </a:r>
            <a:endParaRPr lang="en-GB" sz="3200" dirty="0"/>
          </a:p>
        </p:txBody>
      </p:sp>
      <p:graphicFrame>
        <p:nvGraphicFramePr>
          <p:cNvPr id="3" name="Table 2">
            <a:extLst>
              <a:ext uri="{FF2B5EF4-FFF2-40B4-BE49-F238E27FC236}">
                <a16:creationId xmlns:a16="http://schemas.microsoft.com/office/drawing/2014/main" id="{DC2D88F0-F313-4C1E-F298-FF203093E9C0}"/>
              </a:ext>
            </a:extLst>
          </p:cNvPr>
          <p:cNvGraphicFramePr>
            <a:graphicFrameLocks noGrp="1"/>
          </p:cNvGraphicFramePr>
          <p:nvPr>
            <p:extLst>
              <p:ext uri="{D42A27DB-BD31-4B8C-83A1-F6EECF244321}">
                <p14:modId xmlns:p14="http://schemas.microsoft.com/office/powerpoint/2010/main" val="866569361"/>
              </p:ext>
            </p:extLst>
          </p:nvPr>
        </p:nvGraphicFramePr>
        <p:xfrm>
          <a:off x="8571244" y="3137958"/>
          <a:ext cx="3200400" cy="3216008"/>
        </p:xfrm>
        <a:graphic>
          <a:graphicData uri="http://schemas.openxmlformats.org/drawingml/2006/table">
            <a:tbl>
              <a:tblPr firstRow="1" bandRow="1">
                <a:tableStyleId>{5940675A-B579-460E-94D1-54222C63F5DA}</a:tableStyleId>
              </a:tblPr>
              <a:tblGrid>
                <a:gridCol w="800100">
                  <a:extLst>
                    <a:ext uri="{9D8B030D-6E8A-4147-A177-3AD203B41FA5}">
                      <a16:colId xmlns:a16="http://schemas.microsoft.com/office/drawing/2014/main" val="413119833"/>
                    </a:ext>
                  </a:extLst>
                </a:gridCol>
                <a:gridCol w="800100">
                  <a:extLst>
                    <a:ext uri="{9D8B030D-6E8A-4147-A177-3AD203B41FA5}">
                      <a16:colId xmlns:a16="http://schemas.microsoft.com/office/drawing/2014/main" val="2857679917"/>
                    </a:ext>
                  </a:extLst>
                </a:gridCol>
                <a:gridCol w="800100">
                  <a:extLst>
                    <a:ext uri="{9D8B030D-6E8A-4147-A177-3AD203B41FA5}">
                      <a16:colId xmlns:a16="http://schemas.microsoft.com/office/drawing/2014/main" val="696847025"/>
                    </a:ext>
                  </a:extLst>
                </a:gridCol>
                <a:gridCol w="800100">
                  <a:extLst>
                    <a:ext uri="{9D8B030D-6E8A-4147-A177-3AD203B41FA5}">
                      <a16:colId xmlns:a16="http://schemas.microsoft.com/office/drawing/2014/main" val="753419477"/>
                    </a:ext>
                  </a:extLst>
                </a:gridCol>
              </a:tblGrid>
              <a:tr h="800100">
                <a:tc>
                  <a:txBody>
                    <a:bodyPr/>
                    <a:lstStyle/>
                    <a:p>
                      <a:pPr algn="ctr"/>
                      <a:r>
                        <a:rPr lang="en-US" sz="4800" dirty="0"/>
                        <a:t>♕</a:t>
                      </a:r>
                    </a:p>
                  </a:txBody>
                  <a:tcPr marL="72482" marR="72482" marT="36241" marB="36241" anchor="ctr"/>
                </a:tc>
                <a:tc>
                  <a:txBody>
                    <a:bodyPr/>
                    <a:lstStyle/>
                    <a:p>
                      <a:pPr algn="ctr"/>
                      <a:endParaRPr lang="en-US" sz="4800" dirty="0"/>
                    </a:p>
                  </a:txBody>
                  <a:tcPr marL="72482" marR="72482" marT="36241" marB="36241" anchor="ctr"/>
                </a:tc>
                <a:tc>
                  <a:txBody>
                    <a:bodyPr/>
                    <a:lstStyle/>
                    <a:p>
                      <a:pPr algn="ctr"/>
                      <a:endParaRPr lang="en-US" sz="4800" dirty="0"/>
                    </a:p>
                  </a:txBody>
                  <a:tcPr marL="72482" marR="72482" marT="36241" marB="36241" anchor="ctr"/>
                </a:tc>
                <a:tc>
                  <a:txBody>
                    <a:bodyPr/>
                    <a:lstStyle/>
                    <a:p>
                      <a:pPr algn="ctr"/>
                      <a:endParaRPr lang="en-US" sz="4800" dirty="0"/>
                    </a:p>
                  </a:txBody>
                  <a:tcPr marL="72482" marR="72482" marT="36241" marB="36241" anchor="ctr"/>
                </a:tc>
                <a:extLst>
                  <a:ext uri="{0D108BD9-81ED-4DB2-BD59-A6C34878D82A}">
                    <a16:rowId xmlns:a16="http://schemas.microsoft.com/office/drawing/2014/main" val="3218738019"/>
                  </a:ext>
                </a:extLst>
              </a:tr>
              <a:tr h="800100">
                <a:tc>
                  <a:txBody>
                    <a:bodyPr/>
                    <a:lstStyle/>
                    <a:p>
                      <a:pPr algn="ctr"/>
                      <a:endParaRPr lang="en-US" sz="4800" dirty="0"/>
                    </a:p>
                  </a:txBody>
                  <a:tcPr marL="72482" marR="72482" marT="36241" marB="36241" anchor="ctr"/>
                </a:tc>
                <a:tc>
                  <a:txBody>
                    <a:bodyPr/>
                    <a:lstStyle/>
                    <a:p>
                      <a:pPr algn="ctr"/>
                      <a:endParaRPr lang="en-US" sz="4800" dirty="0"/>
                    </a:p>
                  </a:txBody>
                  <a:tcPr marL="72482" marR="72482" marT="36241" marB="36241" anchor="ctr"/>
                </a:tc>
                <a:tc>
                  <a:txBody>
                    <a:bodyPr/>
                    <a:lstStyle/>
                    <a:p>
                      <a:pPr algn="ctr"/>
                      <a:endParaRPr lang="en-US" sz="4800" dirty="0"/>
                    </a:p>
                  </a:txBody>
                  <a:tcPr marL="72482" marR="72482" marT="36241" marB="36241" anchor="ctr"/>
                </a:tc>
                <a:tc>
                  <a:txBody>
                    <a:bodyPr/>
                    <a:lstStyle/>
                    <a:p>
                      <a:pPr algn="ctr"/>
                      <a:r>
                        <a:rPr lang="en-US" sz="4800" dirty="0"/>
                        <a:t>♕</a:t>
                      </a:r>
                    </a:p>
                  </a:txBody>
                  <a:tcPr marL="72482" marR="72482" marT="36241" marB="36241" anchor="ctr"/>
                </a:tc>
                <a:extLst>
                  <a:ext uri="{0D108BD9-81ED-4DB2-BD59-A6C34878D82A}">
                    <a16:rowId xmlns:a16="http://schemas.microsoft.com/office/drawing/2014/main" val="2178311614"/>
                  </a:ext>
                </a:extLst>
              </a:tr>
              <a:tr h="800100">
                <a:tc>
                  <a:txBody>
                    <a:bodyPr/>
                    <a:lstStyle/>
                    <a:p>
                      <a:pPr algn="ctr"/>
                      <a:endParaRPr lang="en-US" sz="4800" dirty="0"/>
                    </a:p>
                  </a:txBody>
                  <a:tcPr marL="72482" marR="72482" marT="36241" marB="36241" anchor="ctr"/>
                </a:tc>
                <a:tc>
                  <a:txBody>
                    <a:bodyPr/>
                    <a:lstStyle/>
                    <a:p>
                      <a:pPr algn="ctr"/>
                      <a:r>
                        <a:rPr lang="en-US" sz="4800" dirty="0"/>
                        <a:t>♕</a:t>
                      </a:r>
                    </a:p>
                  </a:txBody>
                  <a:tcPr marL="72482" marR="72482" marT="36241" marB="36241" anchor="ctr"/>
                </a:tc>
                <a:tc>
                  <a:txBody>
                    <a:bodyPr/>
                    <a:lstStyle/>
                    <a:p>
                      <a:pPr algn="ctr"/>
                      <a:endParaRPr lang="en-US" sz="4800" dirty="0"/>
                    </a:p>
                  </a:txBody>
                  <a:tcPr marL="72482" marR="72482" marT="36241" marB="36241" anchor="ctr"/>
                </a:tc>
                <a:tc>
                  <a:txBody>
                    <a:bodyPr/>
                    <a:lstStyle/>
                    <a:p>
                      <a:pPr algn="ctr"/>
                      <a:endParaRPr lang="en-US" sz="4800" dirty="0"/>
                    </a:p>
                  </a:txBody>
                  <a:tcPr marL="72482" marR="72482" marT="36241" marB="36241" anchor="ctr"/>
                </a:tc>
                <a:extLst>
                  <a:ext uri="{0D108BD9-81ED-4DB2-BD59-A6C34878D82A}">
                    <a16:rowId xmlns:a16="http://schemas.microsoft.com/office/drawing/2014/main" val="2676539758"/>
                  </a:ext>
                </a:extLst>
              </a:tr>
              <a:tr h="800100">
                <a:tc>
                  <a:txBody>
                    <a:bodyPr/>
                    <a:lstStyle/>
                    <a:p>
                      <a:pPr algn="ctr"/>
                      <a:r>
                        <a:rPr lang="en-US" sz="4800" dirty="0"/>
                        <a:t>?</a:t>
                      </a:r>
                    </a:p>
                  </a:txBody>
                  <a:tcPr marL="72482" marR="72482" marT="36241" marB="36241" anchor="ctr"/>
                </a:tc>
                <a:tc>
                  <a:txBody>
                    <a:bodyPr/>
                    <a:lstStyle/>
                    <a:p>
                      <a:pPr algn="ctr"/>
                      <a:r>
                        <a:rPr lang="en-US" sz="4800" dirty="0"/>
                        <a:t>?</a:t>
                      </a:r>
                    </a:p>
                  </a:txBody>
                  <a:tcPr marL="72482" marR="72482" marT="36241" marB="36241" anchor="ctr"/>
                </a:tc>
                <a:tc>
                  <a:txBody>
                    <a:bodyPr/>
                    <a:lstStyle/>
                    <a:p>
                      <a:pPr algn="ctr"/>
                      <a:r>
                        <a:rPr lang="en-US" sz="4800" dirty="0"/>
                        <a:t>?</a:t>
                      </a:r>
                    </a:p>
                  </a:txBody>
                  <a:tcPr marL="72482" marR="72482" marT="36241" marB="36241" anchor="ctr"/>
                </a:tc>
                <a:tc>
                  <a:txBody>
                    <a:bodyPr/>
                    <a:lstStyle/>
                    <a:p>
                      <a:pPr algn="ctr"/>
                      <a:r>
                        <a:rPr lang="en-US" sz="4800" dirty="0"/>
                        <a:t>?</a:t>
                      </a:r>
                    </a:p>
                  </a:txBody>
                  <a:tcPr marL="72482" marR="72482" marT="36241" marB="36241" anchor="ctr"/>
                </a:tc>
                <a:extLst>
                  <a:ext uri="{0D108BD9-81ED-4DB2-BD59-A6C34878D82A}">
                    <a16:rowId xmlns:a16="http://schemas.microsoft.com/office/drawing/2014/main" val="4215520996"/>
                  </a:ext>
                </a:extLst>
              </a:tr>
            </a:tbl>
          </a:graphicData>
        </a:graphic>
      </p:graphicFrame>
    </p:spTree>
    <p:extLst>
      <p:ext uri="{BB962C8B-B14F-4D97-AF65-F5344CB8AC3E}">
        <p14:creationId xmlns:p14="http://schemas.microsoft.com/office/powerpoint/2010/main" val="173176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Depth First Search</a:t>
            </a:r>
          </a:p>
        </p:txBody>
      </p:sp>
      <p:pic>
        <p:nvPicPr>
          <p:cNvPr id="5" name="Picture 2" descr="Backtracking Example - The N Queens Problem | CodeAhoy">
            <a:extLst>
              <a:ext uri="{FF2B5EF4-FFF2-40B4-BE49-F238E27FC236}">
                <a16:creationId xmlns:a16="http://schemas.microsoft.com/office/drawing/2014/main" id="{9158C062-3074-58AE-77F2-FD8016C38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113" y="0"/>
            <a:ext cx="9411287"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AA9EC9E-522E-AFED-40BB-B84BCCEC5B0F}"/>
                  </a:ext>
                </a:extLst>
              </p:cNvPr>
              <p:cNvSpPr txBox="1">
                <a:spLocks/>
              </p:cNvSpPr>
              <p:nvPr/>
            </p:nvSpPr>
            <p:spPr>
              <a:xfrm>
                <a:off x="220384" y="204892"/>
                <a:ext cx="3025234" cy="6448216"/>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There are two possible solutions when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=4</m:t>
                    </m:r>
                  </m:oMath>
                </a14:m>
                <a:r>
                  <a:rPr lang="en-US" sz="3000" dirty="0"/>
                  <a:t>.</a:t>
                </a:r>
              </a:p>
              <a:p>
                <a:pPr>
                  <a:lnSpc>
                    <a:spcPct val="120000"/>
                  </a:lnSpc>
                  <a:buFont typeface="Wingdings" panose="05000000000000000000" pitchFamily="2" charset="2"/>
                  <a:buChar char="§"/>
                </a:pPr>
                <a:r>
                  <a:rPr lang="en-US" sz="3000" dirty="0"/>
                  <a:t>How does DFS help us in extracting the solution?</a:t>
                </a:r>
              </a:p>
              <a:p>
                <a:pPr>
                  <a:lnSpc>
                    <a:spcPct val="120000"/>
                  </a:lnSpc>
                  <a:buFont typeface="Wingdings" panose="05000000000000000000" pitchFamily="2" charset="2"/>
                  <a:buChar char="§"/>
                </a:pPr>
                <a:r>
                  <a:rPr lang="en-US" sz="3000" dirty="0"/>
                  <a:t>Can you show how the algorithm will traverse for any of the two solutions?</a:t>
                </a:r>
              </a:p>
            </p:txBody>
          </p:sp>
        </mc:Choice>
        <mc:Fallback xmlns="">
          <p:sp>
            <p:nvSpPr>
              <p:cNvPr id="6" name="Content Placeholder 2">
                <a:extLst>
                  <a:ext uri="{FF2B5EF4-FFF2-40B4-BE49-F238E27FC236}">
                    <a16:creationId xmlns:a16="http://schemas.microsoft.com/office/drawing/2014/main" id="{CAA9EC9E-522E-AFED-40BB-B84BCCEC5B0F}"/>
                  </a:ext>
                </a:extLst>
              </p:cNvPr>
              <p:cNvSpPr txBox="1">
                <a:spLocks noRot="1" noChangeAspect="1" noMove="1" noResize="1" noEditPoints="1" noAdjustHandles="1" noChangeArrowheads="1" noChangeShapeType="1" noTextEdit="1"/>
              </p:cNvSpPr>
              <p:nvPr/>
            </p:nvSpPr>
            <p:spPr>
              <a:xfrm>
                <a:off x="220384" y="204892"/>
                <a:ext cx="3025234" cy="6448216"/>
              </a:xfrm>
              <a:prstGeom prst="rect">
                <a:avLst/>
              </a:prstGeom>
              <a:blipFill>
                <a:blip r:embed="rId4"/>
                <a:stretch>
                  <a:fillRect l="-3427" t="-662" r="-5645" b="-2365"/>
                </a:stretch>
              </a:blipFill>
            </p:spPr>
            <p:txBody>
              <a:bodyPr/>
              <a:lstStyle/>
              <a:p>
                <a:r>
                  <a:rPr lang="en-US">
                    <a:noFill/>
                  </a:rPr>
                  <a:t> </a:t>
                </a:r>
              </a:p>
            </p:txBody>
          </p:sp>
        </mc:Fallback>
      </mc:AlternateContent>
    </p:spTree>
    <p:extLst>
      <p:ext uri="{BB962C8B-B14F-4D97-AF65-F5344CB8AC3E}">
        <p14:creationId xmlns:p14="http://schemas.microsoft.com/office/powerpoint/2010/main" val="402688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N-Queen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7" name="Diagram 6">
            <a:extLst>
              <a:ext uri="{FF2B5EF4-FFF2-40B4-BE49-F238E27FC236}">
                <a16:creationId xmlns:a16="http://schemas.microsoft.com/office/drawing/2014/main" id="{177A2DCF-B95A-C5ED-54B7-1F967D56E7A8}"/>
              </a:ext>
            </a:extLst>
          </p:cNvPr>
          <p:cNvGraphicFramePr/>
          <p:nvPr>
            <p:extLst>
              <p:ext uri="{D42A27DB-BD31-4B8C-83A1-F6EECF244321}">
                <p14:modId xmlns:p14="http://schemas.microsoft.com/office/powerpoint/2010/main" val="732905479"/>
              </p:ext>
            </p:extLst>
          </p:nvPr>
        </p:nvGraphicFramePr>
        <p:xfrm>
          <a:off x="4491614" y="1532589"/>
          <a:ext cx="7698798" cy="4942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1EF7EEF-D65F-9AFD-6D36-741AEEAC8AC9}"/>
                  </a:ext>
                </a:extLst>
              </p:cNvPr>
              <p:cNvSpPr txBox="1">
                <a:spLocks/>
              </p:cNvSpPr>
              <p:nvPr/>
            </p:nvSpPr>
            <p:spPr>
              <a:xfrm>
                <a:off x="220384" y="1532588"/>
                <a:ext cx="4271229" cy="494282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Let’s see how we reached first solution. To avoid confusion, only the letters which belong to the row are mentioned in numbered nodes.</a:t>
                </a:r>
              </a:p>
              <a:p>
                <a:pPr>
                  <a:lnSpc>
                    <a:spcPct val="120000"/>
                  </a:lnSpc>
                  <a:buFont typeface="Wingdings" panose="05000000000000000000" pitchFamily="2" charset="2"/>
                  <a:buChar char="§"/>
                </a:pPr>
                <a:r>
                  <a:rPr lang="en-GB" sz="3200" dirty="0"/>
                  <a:t>In-order Depth First Traversal:</a:t>
                </a:r>
                <a:br>
                  <a:rPr lang="en-GB" sz="3200" dirty="0"/>
                </a:br>
                <a14:m>
                  <m:oMath xmlns:m="http://schemas.openxmlformats.org/officeDocument/2006/math">
                    <m:r>
                      <a:rPr lang="en-US" sz="3200" i="1">
                        <a:latin typeface="Cambria Math" panose="02040503050406030204" pitchFamily="18" charset="0"/>
                      </a:rPr>
                      <m:t>1</m:t>
                    </m:r>
                    <m:r>
                      <a:rPr lang="en-US" sz="3200" b="0" i="1" smtClean="0">
                        <a:latin typeface="Cambria Math" panose="02040503050406030204" pitchFamily="18" charset="0"/>
                      </a:rPr>
                      <m:t>→3→4→9→10→5→11→14→12→2→6→7→8→13→15</m:t>
                    </m:r>
                  </m:oMath>
                </a14:m>
                <a:endParaRPr lang="en-GB" sz="3200" dirty="0"/>
              </a:p>
              <a:p>
                <a:pPr>
                  <a:lnSpc>
                    <a:spcPct val="120000"/>
                  </a:lnSpc>
                  <a:buFont typeface="Wingdings" panose="05000000000000000000" pitchFamily="2" charset="2"/>
                  <a:buChar char="§"/>
                </a:pPr>
                <a:r>
                  <a:rPr lang="en-GB" sz="3200" dirty="0"/>
                  <a:t>The solution was found at </a:t>
                </a:r>
                <a14:m>
                  <m:oMath xmlns:m="http://schemas.openxmlformats.org/officeDocument/2006/math">
                    <m:r>
                      <a:rPr lang="en-US" sz="3200" b="0" i="1" smtClean="0">
                        <a:latin typeface="Cambria Math" panose="02040503050406030204" pitchFamily="18" charset="0"/>
                      </a:rPr>
                      <m:t>2→8→13→15</m:t>
                    </m:r>
                  </m:oMath>
                </a14:m>
                <a:endParaRPr lang="en-GB" sz="3200" dirty="0"/>
              </a:p>
            </p:txBody>
          </p:sp>
        </mc:Choice>
        <mc:Fallback xmlns="">
          <p:sp>
            <p:nvSpPr>
              <p:cNvPr id="8" name="Content Placeholder 2">
                <a:extLst>
                  <a:ext uri="{FF2B5EF4-FFF2-40B4-BE49-F238E27FC236}">
                    <a16:creationId xmlns:a16="http://schemas.microsoft.com/office/drawing/2014/main" id="{81EF7EEF-D65F-9AFD-6D36-741AEEAC8AC9}"/>
                  </a:ext>
                </a:extLst>
              </p:cNvPr>
              <p:cNvSpPr txBox="1">
                <a:spLocks noRot="1" noChangeAspect="1" noMove="1" noResize="1" noEditPoints="1" noAdjustHandles="1" noChangeArrowheads="1" noChangeShapeType="1" noTextEdit="1"/>
              </p:cNvSpPr>
              <p:nvPr/>
            </p:nvSpPr>
            <p:spPr>
              <a:xfrm>
                <a:off x="220384" y="1532588"/>
                <a:ext cx="4271229" cy="4942828"/>
              </a:xfrm>
              <a:prstGeom prst="rect">
                <a:avLst/>
              </a:prstGeom>
              <a:blipFill>
                <a:blip r:embed="rId8"/>
                <a:stretch>
                  <a:fillRect l="-1997" t="-863" r="-1569"/>
                </a:stretch>
              </a:blipFill>
            </p:spPr>
            <p:txBody>
              <a:bodyPr/>
              <a:lstStyle/>
              <a:p>
                <a:r>
                  <a:rPr lang="en-US">
                    <a:noFill/>
                  </a:rPr>
                  <a:t> </a:t>
                </a:r>
              </a:p>
            </p:txBody>
          </p:sp>
        </mc:Fallback>
      </mc:AlternateContent>
    </p:spTree>
    <p:extLst>
      <p:ext uri="{BB962C8B-B14F-4D97-AF65-F5344CB8AC3E}">
        <p14:creationId xmlns:p14="http://schemas.microsoft.com/office/powerpoint/2010/main" val="21211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DIY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1EF7EEF-D65F-9AFD-6D36-741AEEAC8AC9}"/>
                  </a:ext>
                </a:extLst>
              </p:cNvPr>
              <p:cNvSpPr txBox="1">
                <a:spLocks/>
              </p:cNvSpPr>
              <p:nvPr/>
            </p:nvSpPr>
            <p:spPr>
              <a:xfrm>
                <a:off x="220384" y="1532587"/>
                <a:ext cx="5875616" cy="4821379"/>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Solve the N-Queen problem for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=7</m:t>
                    </m:r>
                  </m:oMath>
                </a14:m>
                <a:endParaRPr lang="en-US" sz="3200" b="0" dirty="0"/>
              </a:p>
              <a:p>
                <a:pPr>
                  <a:lnSpc>
                    <a:spcPct val="120000"/>
                  </a:lnSpc>
                  <a:buFont typeface="Wingdings" panose="05000000000000000000" pitchFamily="2" charset="2"/>
                  <a:buChar char="§"/>
                </a:pPr>
                <a:r>
                  <a:rPr lang="en-US" sz="3200" dirty="0"/>
                  <a:t>The queens are labeled as </a:t>
                </a:r>
                <a14:m>
                  <m:oMath xmlns:m="http://schemas.openxmlformats.org/officeDocument/2006/math">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0" i="1" smtClean="0">
                        <a:latin typeface="Cambria Math" panose="02040503050406030204" pitchFamily="18" charset="0"/>
                      </a:rPr>
                      <m:t>𝑏</m:t>
                    </m:r>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𝑑</m:t>
                    </m:r>
                    <m:r>
                      <a:rPr lang="en-US" sz="3200" b="0" i="1" smtClean="0">
                        <a:latin typeface="Cambria Math" panose="02040503050406030204" pitchFamily="18" charset="0"/>
                      </a:rPr>
                      <m:t>,</m:t>
                    </m:r>
                    <m:r>
                      <a:rPr lang="en-US" sz="3200" b="0" i="1" smtClean="0">
                        <a:latin typeface="Cambria Math" panose="02040503050406030204" pitchFamily="18" charset="0"/>
                      </a:rPr>
                      <m:t>𝑒</m:t>
                    </m:r>
                    <m:r>
                      <a:rPr lang="en-US" sz="3200" b="0" i="1" smtClean="0">
                        <a:latin typeface="Cambria Math" panose="02040503050406030204" pitchFamily="18" charset="0"/>
                      </a:rPr>
                      <m:t>,</m:t>
                    </m:r>
                    <m:r>
                      <a:rPr lang="en-US" sz="3200" b="0" i="1" smtClean="0">
                        <a:latin typeface="Cambria Math" panose="02040503050406030204" pitchFamily="18" charset="0"/>
                      </a:rPr>
                      <m:t>𝑓</m:t>
                    </m:r>
                    <m:r>
                      <a:rPr lang="en-US" sz="3200" b="0" i="1" smtClean="0">
                        <a:latin typeface="Cambria Math" panose="02040503050406030204" pitchFamily="18" charset="0"/>
                      </a:rPr>
                      <m:t>,</m:t>
                    </m:r>
                    <m:r>
                      <a:rPr lang="en-US" sz="3200" b="0" i="1" smtClean="0">
                        <a:latin typeface="Cambria Math" panose="02040503050406030204" pitchFamily="18" charset="0"/>
                      </a:rPr>
                      <m:t>𝑔</m:t>
                    </m:r>
                  </m:oMath>
                </a14:m>
                <a:endParaRPr lang="en-US" sz="3200" dirty="0"/>
              </a:p>
              <a:p>
                <a:pPr>
                  <a:lnSpc>
                    <a:spcPct val="120000"/>
                  </a:lnSpc>
                  <a:buFont typeface="Wingdings" panose="05000000000000000000" pitchFamily="2" charset="2"/>
                  <a:buChar char="§"/>
                </a:pPr>
                <a:r>
                  <a:rPr lang="en-US" sz="3200" dirty="0"/>
                  <a:t>3 queens have already been placed:</a:t>
                </a:r>
              </a:p>
              <a:p>
                <a:pPr marL="971550" lvl="1" indent="-514350">
                  <a:lnSpc>
                    <a:spcPct val="120000"/>
                  </a:lnSpc>
                  <a:buFont typeface="+mj-lt"/>
                  <a:buAutoNum type="arabicPeriod"/>
                </a:pPr>
                <a:r>
                  <a:rPr lang="en-US" sz="3000" dirty="0"/>
                  <a:t>- - - a - - -</a:t>
                </a:r>
              </a:p>
              <a:p>
                <a:pPr marL="971550" lvl="1" indent="-514350">
                  <a:lnSpc>
                    <a:spcPct val="120000"/>
                  </a:lnSpc>
                  <a:buFont typeface="+mj-lt"/>
                  <a:buAutoNum type="arabicPeriod"/>
                </a:pPr>
                <a:r>
                  <a:rPr lang="en-US" sz="3000" dirty="0"/>
                  <a:t>- - - - - - b</a:t>
                </a:r>
              </a:p>
              <a:p>
                <a:pPr marL="971550" lvl="1" indent="-514350">
                  <a:lnSpc>
                    <a:spcPct val="120000"/>
                  </a:lnSpc>
                  <a:buFont typeface="+mj-lt"/>
                  <a:buAutoNum type="arabicPeriod"/>
                </a:pPr>
                <a:r>
                  <a:rPr lang="en-US" sz="3000" dirty="0"/>
                  <a:t>- - - - c - -</a:t>
                </a:r>
              </a:p>
            </p:txBody>
          </p:sp>
        </mc:Choice>
        <mc:Fallback xmlns="">
          <p:sp>
            <p:nvSpPr>
              <p:cNvPr id="8" name="Content Placeholder 2">
                <a:extLst>
                  <a:ext uri="{FF2B5EF4-FFF2-40B4-BE49-F238E27FC236}">
                    <a16:creationId xmlns:a16="http://schemas.microsoft.com/office/drawing/2014/main" id="{81EF7EEF-D65F-9AFD-6D36-741AEEAC8AC9}"/>
                  </a:ext>
                </a:extLst>
              </p:cNvPr>
              <p:cNvSpPr txBox="1">
                <a:spLocks noRot="1" noChangeAspect="1" noMove="1" noResize="1" noEditPoints="1" noAdjustHandles="1" noChangeArrowheads="1" noChangeShapeType="1" noTextEdit="1"/>
              </p:cNvSpPr>
              <p:nvPr/>
            </p:nvSpPr>
            <p:spPr>
              <a:xfrm>
                <a:off x="220384" y="1532587"/>
                <a:ext cx="5875616" cy="4821379"/>
              </a:xfrm>
              <a:prstGeom prst="rect">
                <a:avLst/>
              </a:prstGeom>
              <a:blipFill>
                <a:blip r:embed="rId3"/>
                <a:stretch>
                  <a:fillRect l="-2075" t="-1517"/>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58DDD372-08FB-EC2D-25C9-24C4AE371F55}"/>
              </a:ext>
            </a:extLst>
          </p:cNvPr>
          <p:cNvGraphicFramePr>
            <a:graphicFrameLocks noGrp="1"/>
          </p:cNvGraphicFramePr>
          <p:nvPr>
            <p:extLst>
              <p:ext uri="{D42A27DB-BD31-4B8C-83A1-F6EECF244321}">
                <p14:modId xmlns:p14="http://schemas.microsoft.com/office/powerpoint/2010/main" val="787448625"/>
              </p:ext>
            </p:extLst>
          </p:nvPr>
        </p:nvGraphicFramePr>
        <p:xfrm>
          <a:off x="6477003" y="1591962"/>
          <a:ext cx="5486397" cy="4702628"/>
        </p:xfrm>
        <a:graphic>
          <a:graphicData uri="http://schemas.openxmlformats.org/drawingml/2006/table">
            <a:tbl>
              <a:tblPr firstRow="1" bandRow="1">
                <a:tableStyleId>{5940675A-B579-460E-94D1-54222C63F5DA}</a:tableStyleId>
              </a:tblPr>
              <a:tblGrid>
                <a:gridCol w="783771">
                  <a:extLst>
                    <a:ext uri="{9D8B030D-6E8A-4147-A177-3AD203B41FA5}">
                      <a16:colId xmlns:a16="http://schemas.microsoft.com/office/drawing/2014/main" val="413119833"/>
                    </a:ext>
                  </a:extLst>
                </a:gridCol>
                <a:gridCol w="783771">
                  <a:extLst>
                    <a:ext uri="{9D8B030D-6E8A-4147-A177-3AD203B41FA5}">
                      <a16:colId xmlns:a16="http://schemas.microsoft.com/office/drawing/2014/main" val="2857679917"/>
                    </a:ext>
                  </a:extLst>
                </a:gridCol>
                <a:gridCol w="783771">
                  <a:extLst>
                    <a:ext uri="{9D8B030D-6E8A-4147-A177-3AD203B41FA5}">
                      <a16:colId xmlns:a16="http://schemas.microsoft.com/office/drawing/2014/main" val="696847025"/>
                    </a:ext>
                  </a:extLst>
                </a:gridCol>
                <a:gridCol w="783771">
                  <a:extLst>
                    <a:ext uri="{9D8B030D-6E8A-4147-A177-3AD203B41FA5}">
                      <a16:colId xmlns:a16="http://schemas.microsoft.com/office/drawing/2014/main" val="753419477"/>
                    </a:ext>
                  </a:extLst>
                </a:gridCol>
                <a:gridCol w="783771">
                  <a:extLst>
                    <a:ext uri="{9D8B030D-6E8A-4147-A177-3AD203B41FA5}">
                      <a16:colId xmlns:a16="http://schemas.microsoft.com/office/drawing/2014/main" val="3067099126"/>
                    </a:ext>
                  </a:extLst>
                </a:gridCol>
                <a:gridCol w="783771">
                  <a:extLst>
                    <a:ext uri="{9D8B030D-6E8A-4147-A177-3AD203B41FA5}">
                      <a16:colId xmlns:a16="http://schemas.microsoft.com/office/drawing/2014/main" val="2245599375"/>
                    </a:ext>
                  </a:extLst>
                </a:gridCol>
                <a:gridCol w="783771">
                  <a:extLst>
                    <a:ext uri="{9D8B030D-6E8A-4147-A177-3AD203B41FA5}">
                      <a16:colId xmlns:a16="http://schemas.microsoft.com/office/drawing/2014/main" val="1692762769"/>
                    </a:ext>
                  </a:extLst>
                </a:gridCol>
              </a:tblGrid>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r>
                        <a:rPr lang="en-US" sz="4000" dirty="0"/>
                        <a:t>♕</a:t>
                      </a:r>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extLst>
                  <a:ext uri="{0D108BD9-81ED-4DB2-BD59-A6C34878D82A}">
                    <a16:rowId xmlns:a16="http://schemas.microsoft.com/office/drawing/2014/main" val="3218738019"/>
                  </a:ext>
                </a:extLst>
              </a:tr>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r>
                        <a:rPr lang="en-US" sz="4000" dirty="0"/>
                        <a:t>♕</a:t>
                      </a:r>
                    </a:p>
                  </a:txBody>
                  <a:tcPr marL="62127" marR="62127" marT="31064" marB="31064" anchor="ctr"/>
                </a:tc>
                <a:extLst>
                  <a:ext uri="{0D108BD9-81ED-4DB2-BD59-A6C34878D82A}">
                    <a16:rowId xmlns:a16="http://schemas.microsoft.com/office/drawing/2014/main" val="2178311614"/>
                  </a:ext>
                </a:extLst>
              </a:tr>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r>
                        <a:rPr lang="en-US" sz="4000" dirty="0"/>
                        <a:t>♕</a:t>
                      </a:r>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extLst>
                  <a:ext uri="{0D108BD9-81ED-4DB2-BD59-A6C34878D82A}">
                    <a16:rowId xmlns:a16="http://schemas.microsoft.com/office/drawing/2014/main" val="2676539758"/>
                  </a:ext>
                </a:extLst>
              </a:tr>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extLst>
                  <a:ext uri="{0D108BD9-81ED-4DB2-BD59-A6C34878D82A}">
                    <a16:rowId xmlns:a16="http://schemas.microsoft.com/office/drawing/2014/main" val="4215520996"/>
                  </a:ext>
                </a:extLst>
              </a:tr>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extLst>
                  <a:ext uri="{0D108BD9-81ED-4DB2-BD59-A6C34878D82A}">
                    <a16:rowId xmlns:a16="http://schemas.microsoft.com/office/drawing/2014/main" val="2221846493"/>
                  </a:ext>
                </a:extLst>
              </a:tr>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extLst>
                  <a:ext uri="{0D108BD9-81ED-4DB2-BD59-A6C34878D82A}">
                    <a16:rowId xmlns:a16="http://schemas.microsoft.com/office/drawing/2014/main" val="863440449"/>
                  </a:ext>
                </a:extLst>
              </a:tr>
              <a:tr h="671804">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tc>
                  <a:txBody>
                    <a:bodyPr/>
                    <a:lstStyle/>
                    <a:p>
                      <a:pPr algn="ctr"/>
                      <a:endParaRPr lang="en-US" sz="4000" dirty="0"/>
                    </a:p>
                  </a:txBody>
                  <a:tcPr marL="62127" marR="62127" marT="31064" marB="31064" anchor="ctr"/>
                </a:tc>
                <a:extLst>
                  <a:ext uri="{0D108BD9-81ED-4DB2-BD59-A6C34878D82A}">
                    <a16:rowId xmlns:a16="http://schemas.microsoft.com/office/drawing/2014/main" val="831726361"/>
                  </a:ext>
                </a:extLst>
              </a:tr>
            </a:tbl>
          </a:graphicData>
        </a:graphic>
      </p:graphicFrame>
    </p:spTree>
    <p:extLst>
      <p:ext uri="{BB962C8B-B14F-4D97-AF65-F5344CB8AC3E}">
        <p14:creationId xmlns:p14="http://schemas.microsoft.com/office/powerpoint/2010/main" val="262643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7273</TotalTime>
  <Words>2023</Words>
  <Application>Microsoft Office PowerPoint</Application>
  <PresentationFormat>Widescreen</PresentationFormat>
  <Paragraphs>449</Paragraphs>
  <Slides>34</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Cambria Math</vt:lpstr>
      <vt:lpstr>Cascadia Code</vt:lpstr>
      <vt:lpstr>Wingdings</vt:lpstr>
      <vt:lpstr>Office Theme</vt:lpstr>
      <vt:lpstr>DESIGN AND ANALYSIS OF ALGORITHMS (113939)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178</cp:revision>
  <dcterms:created xsi:type="dcterms:W3CDTF">2022-11-22T20:08:03Z</dcterms:created>
  <dcterms:modified xsi:type="dcterms:W3CDTF">2023-12-14T09:50:13Z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