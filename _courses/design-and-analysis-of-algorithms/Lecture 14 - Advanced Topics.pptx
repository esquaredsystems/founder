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03" r:id="rId5"/>
    <p:sldId id="2462" r:id="rId6"/>
    <p:sldId id="2557" r:id="rId7"/>
    <p:sldId id="2558" r:id="rId8"/>
    <p:sldId id="2562" r:id="rId9"/>
    <p:sldId id="2559" r:id="rId10"/>
    <p:sldId id="2560" r:id="rId11"/>
    <p:sldId id="2561" r:id="rId12"/>
    <p:sldId id="24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BDB6D-F3BF-42E7-BF33-CF400C0690A8}" v="2136" dt="2024-01-03T11:13:59.386"/>
    <p1510:client id="{CD4F5E81-22EF-4282-811E-FE68E67F028A}" v="1379" dt="2024-01-03T10:46:09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2941" autoAdjust="0"/>
  </p:normalViewPr>
  <p:slideViewPr>
    <p:cSldViewPr snapToGrid="0">
      <p:cViewPr varScale="1">
        <p:scale>
          <a:sx n="76" d="100"/>
          <a:sy n="76" d="100"/>
        </p:scale>
        <p:origin x="696" y="67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75EC58F7-4BFE-47B9-AB78-477B48A064C5}"/>
    <pc:docChg chg="delSld">
      <pc:chgData name="Owais Ahmed" userId="6abc7d4556b3b071" providerId="LiveId" clId="{75EC58F7-4BFE-47B9-AB78-477B48A064C5}" dt="2023-10-31T10:51:29.055" v="1" actId="47"/>
      <pc:docMkLst>
        <pc:docMk/>
      </pc:docMkLst>
      <pc:sldChg chg="del">
        <pc:chgData name="Owais Ahmed" userId="6abc7d4556b3b071" providerId="LiveId" clId="{75EC58F7-4BFE-47B9-AB78-477B48A064C5}" dt="2023-10-31T10:51:28.057" v="0" actId="47"/>
        <pc:sldMkLst>
          <pc:docMk/>
          <pc:sldMk cId="1651692435" sldId="2574"/>
        </pc:sldMkLst>
      </pc:sldChg>
      <pc:sldChg chg="del">
        <pc:chgData name="Owais Ahmed" userId="6abc7d4556b3b071" providerId="LiveId" clId="{75EC58F7-4BFE-47B9-AB78-477B48A064C5}" dt="2023-10-31T10:51:29.055" v="1" actId="47"/>
        <pc:sldMkLst>
          <pc:docMk/>
          <pc:sldMk cId="1638662693" sldId="2575"/>
        </pc:sldMkLst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CD4F5E81-22EF-4282-811E-FE68E67F028A}"/>
    <pc:docChg chg="undo custSel addSld modSld">
      <pc:chgData name="Owais Ahmed" userId="6abc7d4556b3b071" providerId="LiveId" clId="{CD4F5E81-22EF-4282-811E-FE68E67F028A}" dt="2024-01-03T10:46:09.993" v="1438" actId="27636"/>
      <pc:docMkLst>
        <pc:docMk/>
      </pc:docMkLst>
      <pc:sldChg chg="modSp">
        <pc:chgData name="Owais Ahmed" userId="6abc7d4556b3b071" providerId="LiveId" clId="{CD4F5E81-22EF-4282-811E-FE68E67F028A}" dt="2023-12-28T04:38:29.505" v="29" actId="20577"/>
        <pc:sldMkLst>
          <pc:docMk/>
          <pc:sldMk cId="752439605" sldId="2628"/>
        </pc:sldMkLst>
        <pc:spChg chg="mod">
          <ac:chgData name="Owais Ahmed" userId="6abc7d4556b3b071" providerId="LiveId" clId="{CD4F5E81-22EF-4282-811E-FE68E67F028A}" dt="2023-12-28T04:38:29.505" v="29" actId="20577"/>
          <ac:spMkLst>
            <pc:docMk/>
            <pc:sldMk cId="752439605" sldId="2628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CD4F5E81-22EF-4282-811E-FE68E67F028A}" dt="2024-01-03T10:46:09.993" v="1438" actId="27636"/>
        <pc:sldMkLst>
          <pc:docMk/>
          <pc:sldMk cId="3356953712" sldId="2640"/>
        </pc:sldMkLst>
        <pc:spChg chg="mod">
          <ac:chgData name="Owais Ahmed" userId="6abc7d4556b3b071" providerId="LiveId" clId="{CD4F5E81-22EF-4282-811E-FE68E67F028A}" dt="2024-01-03T10:46:09.993" v="1438" actId="27636"/>
          <ac:spMkLst>
            <pc:docMk/>
            <pc:sldMk cId="3356953712" sldId="2640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D4F5E81-22EF-4282-811E-FE68E67F028A}" dt="2024-01-03T10:27:14.997" v="139" actId="20577"/>
        <pc:sldMkLst>
          <pc:docMk/>
          <pc:sldMk cId="2580306514" sldId="2641"/>
        </pc:sldMkLst>
        <pc:spChg chg="mod">
          <ac:chgData name="Owais Ahmed" userId="6abc7d4556b3b071" providerId="LiveId" clId="{CD4F5E81-22EF-4282-811E-FE68E67F028A}" dt="2024-01-03T10:27:14.997" v="139" actId="20577"/>
          <ac:spMkLst>
            <pc:docMk/>
            <pc:sldMk cId="2580306514" sldId="264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D4F5E81-22EF-4282-811E-FE68E67F028A}" dt="2024-01-03T10:35:38.837" v="909" actId="207"/>
        <pc:sldMkLst>
          <pc:docMk/>
          <pc:sldMk cId="3122047571" sldId="2642"/>
        </pc:sldMkLst>
        <pc:spChg chg="mod">
          <ac:chgData name="Owais Ahmed" userId="6abc7d4556b3b071" providerId="LiveId" clId="{CD4F5E81-22EF-4282-811E-FE68E67F028A}" dt="2024-01-03T10:35:38.837" v="909" actId="207"/>
          <ac:spMkLst>
            <pc:docMk/>
            <pc:sldMk cId="3122047571" sldId="2642"/>
            <ac:spMk id="3" creationId="{4A1C0383-58FE-E486-295E-B33B8683B938}"/>
          </ac:spMkLst>
        </pc:spChg>
        <pc:spChg chg="mod">
          <ac:chgData name="Owais Ahmed" userId="6abc7d4556b3b071" providerId="LiveId" clId="{CD4F5E81-22EF-4282-811E-FE68E67F028A}" dt="2024-01-03T10:27:34.439" v="155" actId="20577"/>
          <ac:spMkLst>
            <pc:docMk/>
            <pc:sldMk cId="3122047571" sldId="2642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D4F5E81-22EF-4282-811E-FE68E67F028A}" dt="2024-01-03T10:34:34.453" v="813" actId="20577"/>
        <pc:sldMkLst>
          <pc:docMk/>
          <pc:sldMk cId="2611405039" sldId="2643"/>
        </pc:sldMkLst>
        <pc:spChg chg="mod">
          <ac:chgData name="Owais Ahmed" userId="6abc7d4556b3b071" providerId="LiveId" clId="{CD4F5E81-22EF-4282-811E-FE68E67F028A}" dt="2024-01-03T10:34:34.453" v="813" actId="20577"/>
          <ac:spMkLst>
            <pc:docMk/>
            <pc:sldMk cId="2611405039" sldId="2643"/>
            <ac:spMk id="3" creationId="{4A1C0383-58FE-E486-295E-B33B8683B938}"/>
          </ac:spMkLst>
        </pc:spChg>
        <pc:spChg chg="mod">
          <ac:chgData name="Owais Ahmed" userId="6abc7d4556b3b071" providerId="LiveId" clId="{CD4F5E81-22EF-4282-811E-FE68E67F028A}" dt="2024-01-03T10:32:00.241" v="519" actId="313"/>
          <ac:spMkLst>
            <pc:docMk/>
            <pc:sldMk cId="2611405039" sldId="2643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9E13F44-C763-4748-BD1A-074551391773}"/>
    <pc:docChg chg="undo custSel addSld delSld modSld sldOrd">
      <pc:chgData name="Owais Ahmed" userId="6abc7d4556b3b071" providerId="LiveId" clId="{49E13F44-C763-4748-BD1A-074551391773}" dt="2023-12-26T12:06:12.280" v="7902" actId="20577"/>
      <pc:docMkLst>
        <pc:docMk/>
      </pc:docMkLst>
      <pc:sldChg chg="modSp mod">
        <pc:chgData name="Owais Ahmed" userId="6abc7d4556b3b071" providerId="LiveId" clId="{49E13F44-C763-4748-BD1A-074551391773}" dt="2023-12-26T11:13:16.972" v="6139" actId="20577"/>
        <pc:sldMkLst>
          <pc:docMk/>
          <pc:sldMk cId="1649098948" sldId="2462"/>
        </pc:sldMkLst>
        <pc:spChg chg="mod">
          <ac:chgData name="Owais Ahmed" userId="6abc7d4556b3b071" providerId="LiveId" clId="{49E13F44-C763-4748-BD1A-074551391773}" dt="2023-12-26T11:13:16.972" v="613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49E13F44-C763-4748-BD1A-074551391773}" dt="2023-12-26T06:50:27.968" v="2924" actId="20577"/>
        <pc:sldMkLst>
          <pc:docMk/>
          <pc:sldMk cId="296501705" sldId="2557"/>
        </pc:sldMkLst>
        <pc:spChg chg="mod">
          <ac:chgData name="Owais Ahmed" userId="6abc7d4556b3b071" providerId="LiveId" clId="{49E13F44-C763-4748-BD1A-074551391773}" dt="2023-12-26T06:50:27.968" v="292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6:06:10.024" v="150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466069214" sldId="255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962249788" sldId="255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931964295" sldId="256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128610596" sldId="257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21931584" sldId="257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54660575" sldId="257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33584551" sldId="2576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430398858" sldId="2577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37187332" sldId="257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037872955" sldId="257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749350364" sldId="258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50723358" sldId="258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398146419" sldId="258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38849399" sldId="258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10802253" sldId="258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942234132" sldId="258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841703636" sldId="2586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378497321" sldId="2587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02841446" sldId="258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560828611" sldId="258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784379583" sldId="259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31761612" sldId="259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818247331" sldId="259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204197998" sldId="259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48941122" sldId="259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872441387" sldId="260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970709770" sldId="260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4026886309" sldId="260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12115703" sldId="260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26432937" sldId="2604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3025855390" sldId="2623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3728738554" sldId="2624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184074489" sldId="2625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239445594" sldId="2626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614677527" sldId="2627"/>
        </pc:sldMkLst>
      </pc:sldChg>
      <pc:sldChg chg="modSp add mod addAnim delAnim modAnim">
        <pc:chgData name="Owais Ahmed" userId="6abc7d4556b3b071" providerId="LiveId" clId="{49E13F44-C763-4748-BD1A-074551391773}" dt="2023-12-26T07:07:22.737" v="3621" actId="114"/>
        <pc:sldMkLst>
          <pc:docMk/>
          <pc:sldMk cId="752439605" sldId="2628"/>
        </pc:sldMkLst>
        <pc:spChg chg="mod">
          <ac:chgData name="Owais Ahmed" userId="6abc7d4556b3b071" providerId="LiveId" clId="{49E13F44-C763-4748-BD1A-074551391773}" dt="2023-12-26T07:07:22.737" v="3621" actId="114"/>
          <ac:spMkLst>
            <pc:docMk/>
            <pc:sldMk cId="752439605" sldId="2628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6:47:50.012" v="2543" actId="20577"/>
          <ac:spMkLst>
            <pc:docMk/>
            <pc:sldMk cId="752439605" sldId="262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49E13F44-C763-4748-BD1A-074551391773}" dt="2023-12-26T11:46:23.029" v="6962" actId="114"/>
        <pc:sldMkLst>
          <pc:docMk/>
          <pc:sldMk cId="2359723620" sldId="2629"/>
        </pc:sldMkLst>
        <pc:spChg chg="mod">
          <ac:chgData name="Owais Ahmed" userId="6abc7d4556b3b071" providerId="LiveId" clId="{49E13F44-C763-4748-BD1A-074551391773}" dt="2023-12-26T11:46:23.029" v="6962" actId="114"/>
          <ac:spMkLst>
            <pc:docMk/>
            <pc:sldMk cId="2359723620" sldId="2629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11:13:41.220" v="6157" actId="20577"/>
          <ac:spMkLst>
            <pc:docMk/>
            <pc:sldMk cId="2359723620" sldId="2629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49E13F44-C763-4748-BD1A-074551391773}" dt="2023-12-26T10:55:21.335" v="5284" actId="20577"/>
        <pc:sldMkLst>
          <pc:docMk/>
          <pc:sldMk cId="912857983" sldId="2630"/>
        </pc:sldMkLst>
        <pc:spChg chg="mod">
          <ac:chgData name="Owais Ahmed" userId="6abc7d4556b3b071" providerId="LiveId" clId="{49E13F44-C763-4748-BD1A-074551391773}" dt="2023-12-26T10:55:21.335" v="5284" actId="20577"/>
          <ac:spMkLst>
            <pc:docMk/>
            <pc:sldMk cId="912857983" sldId="2630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7:33:10.026" v="4271" actId="20577"/>
          <ac:spMkLst>
            <pc:docMk/>
            <pc:sldMk cId="912857983" sldId="263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49E13F44-C763-4748-BD1A-074551391773}" dt="2023-12-26T07:33:38.983" v="4272" actId="6549"/>
        <pc:sldMkLst>
          <pc:docMk/>
          <pc:sldMk cId="525208816" sldId="2631"/>
        </pc:sldMkLst>
        <pc:spChg chg="mod">
          <ac:chgData name="Owais Ahmed" userId="6abc7d4556b3b071" providerId="LiveId" clId="{49E13F44-C763-4748-BD1A-074551391773}" dt="2023-12-26T07:33:38.983" v="4272" actId="6549"/>
          <ac:spMkLst>
            <pc:docMk/>
            <pc:sldMk cId="525208816" sldId="263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9E13F44-C763-4748-BD1A-074551391773}" dt="2023-12-26T07:06:07.617" v="3565" actId="20577"/>
        <pc:sldMkLst>
          <pc:docMk/>
          <pc:sldMk cId="1928092995" sldId="2632"/>
        </pc:sldMkLst>
        <pc:spChg chg="mod">
          <ac:chgData name="Owais Ahmed" userId="6abc7d4556b3b071" providerId="LiveId" clId="{49E13F44-C763-4748-BD1A-074551391773}" dt="2023-12-26T07:06:07.617" v="3565" actId="20577"/>
          <ac:spMkLst>
            <pc:docMk/>
            <pc:sldMk cId="1928092995" sldId="2632"/>
            <ac:spMk id="3" creationId="{4A1C0383-58FE-E486-295E-B33B8683B938}"/>
          </ac:spMkLst>
        </pc:spChg>
      </pc:sldChg>
      <pc:sldChg chg="add del">
        <pc:chgData name="Owais Ahmed" userId="6abc7d4556b3b071" providerId="LiveId" clId="{49E13F44-C763-4748-BD1A-074551391773}" dt="2023-12-26T07:25:48.660" v="4051" actId="47"/>
        <pc:sldMkLst>
          <pc:docMk/>
          <pc:sldMk cId="3559643190" sldId="2633"/>
        </pc:sldMkLst>
      </pc:sldChg>
      <pc:sldChg chg="modSp add mod modAnim">
        <pc:chgData name="Owais Ahmed" userId="6abc7d4556b3b071" providerId="LiveId" clId="{49E13F44-C763-4748-BD1A-074551391773}" dt="2023-12-26T07:32:42.252" v="4250" actId="20577"/>
        <pc:sldMkLst>
          <pc:docMk/>
          <pc:sldMk cId="399433902" sldId="2634"/>
        </pc:sldMkLst>
        <pc:spChg chg="mod">
          <ac:chgData name="Owais Ahmed" userId="6abc7d4556b3b071" providerId="LiveId" clId="{49E13F44-C763-4748-BD1A-074551391773}" dt="2023-12-26T07:32:42.252" v="4250" actId="20577"/>
          <ac:spMkLst>
            <pc:docMk/>
            <pc:sldMk cId="399433902" sldId="263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9E13F44-C763-4748-BD1A-074551391773}" dt="2023-12-26T07:41:38.839" v="4701" actId="20577"/>
        <pc:sldMkLst>
          <pc:docMk/>
          <pc:sldMk cId="1689536285" sldId="2635"/>
        </pc:sldMkLst>
        <pc:spChg chg="mod">
          <ac:chgData name="Owais Ahmed" userId="6abc7d4556b3b071" providerId="LiveId" clId="{49E13F44-C763-4748-BD1A-074551391773}" dt="2023-12-26T07:41:38.839" v="4701" actId="20577"/>
          <ac:spMkLst>
            <pc:docMk/>
            <pc:sldMk cId="1689536285" sldId="263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49E13F44-C763-4748-BD1A-074551391773}" dt="2023-12-26T11:11:26.572" v="6114" actId="20577"/>
        <pc:sldMkLst>
          <pc:docMk/>
          <pc:sldMk cId="360628243" sldId="2636"/>
        </pc:sldMkLst>
        <pc:spChg chg="mod">
          <ac:chgData name="Owais Ahmed" userId="6abc7d4556b3b071" providerId="LiveId" clId="{49E13F44-C763-4748-BD1A-074551391773}" dt="2023-12-26T11:11:26.572" v="6114" actId="20577"/>
          <ac:spMkLst>
            <pc:docMk/>
            <pc:sldMk cId="360628243" sldId="2636"/>
            <ac:spMk id="3" creationId="{4A1C0383-58FE-E486-295E-B33B8683B938}"/>
          </ac:spMkLst>
        </pc:spChg>
        <pc:spChg chg="add mod">
          <ac:chgData name="Owais Ahmed" userId="6abc7d4556b3b071" providerId="LiveId" clId="{49E13F44-C763-4748-BD1A-074551391773}" dt="2023-12-26T11:11:12.021" v="6102" actId="27636"/>
          <ac:spMkLst>
            <pc:docMk/>
            <pc:sldMk cId="360628243" sldId="2636"/>
            <ac:spMk id="4" creationId="{20331B87-3792-DE28-B4F0-D8478901506B}"/>
          </ac:spMkLst>
        </pc:spChg>
      </pc:sldChg>
      <pc:sldChg chg="addSp modSp add mod ord modAnim">
        <pc:chgData name="Owais Ahmed" userId="6abc7d4556b3b071" providerId="LiveId" clId="{49E13F44-C763-4748-BD1A-074551391773}" dt="2023-12-26T11:19:15.744" v="6606" actId="20577"/>
        <pc:sldMkLst>
          <pc:docMk/>
          <pc:sldMk cId="871554563" sldId="2637"/>
        </pc:sldMkLst>
        <pc:spChg chg="mod">
          <ac:chgData name="Owais Ahmed" userId="6abc7d4556b3b071" providerId="LiveId" clId="{49E13F44-C763-4748-BD1A-074551391773}" dt="2023-12-26T11:19:15.744" v="6606" actId="20577"/>
          <ac:spMkLst>
            <pc:docMk/>
            <pc:sldMk cId="871554563" sldId="2637"/>
            <ac:spMk id="3" creationId="{4A1C0383-58FE-E486-295E-B33B8683B938}"/>
          </ac:spMkLst>
        </pc:spChg>
        <pc:spChg chg="add mod">
          <ac:chgData name="Owais Ahmed" userId="6abc7d4556b3b071" providerId="LiveId" clId="{49E13F44-C763-4748-BD1A-074551391773}" dt="2023-12-26T11:17:45.866" v="6492" actId="27636"/>
          <ac:spMkLst>
            <pc:docMk/>
            <pc:sldMk cId="871554563" sldId="2637"/>
            <ac:spMk id="4" creationId="{FC3FFCAB-2F0B-9B5F-DA88-A658DFEB07B2}"/>
          </ac:spMkLst>
        </pc:spChg>
        <pc:spChg chg="mod">
          <ac:chgData name="Owais Ahmed" userId="6abc7d4556b3b071" providerId="LiveId" clId="{49E13F44-C763-4748-BD1A-074551391773}" dt="2023-12-26T11:13:44.078" v="6158"/>
          <ac:spMkLst>
            <pc:docMk/>
            <pc:sldMk cId="871554563" sldId="2637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49E13F44-C763-4748-BD1A-074551391773}" dt="2023-12-26T11:21:25.160" v="6915" actId="20577"/>
        <pc:sldMkLst>
          <pc:docMk/>
          <pc:sldMk cId="2694563689" sldId="2638"/>
        </pc:sldMkLst>
        <pc:spChg chg="mod">
          <ac:chgData name="Owais Ahmed" userId="6abc7d4556b3b071" providerId="LiveId" clId="{49E13F44-C763-4748-BD1A-074551391773}" dt="2023-12-26T11:21:25.160" v="6915" actId="20577"/>
          <ac:spMkLst>
            <pc:docMk/>
            <pc:sldMk cId="2694563689" sldId="263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49E13F44-C763-4748-BD1A-074551391773}" dt="2023-12-26T11:42:51.547" v="6927" actId="47"/>
        <pc:sldMkLst>
          <pc:docMk/>
          <pc:sldMk cId="366119280" sldId="2639"/>
        </pc:sldMkLst>
        <pc:spChg chg="mod">
          <ac:chgData name="Owais Ahmed" userId="6abc7d4556b3b071" providerId="LiveId" clId="{49E13F44-C763-4748-BD1A-074551391773}" dt="2023-12-26T11:40:01.898" v="6926" actId="20577"/>
          <ac:spMkLst>
            <pc:docMk/>
            <pc:sldMk cId="366119280" sldId="263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49E13F44-C763-4748-BD1A-074551391773}" dt="2023-12-26T11:51:51.485" v="7248"/>
        <pc:sldMkLst>
          <pc:docMk/>
          <pc:sldMk cId="1890703427" sldId="2639"/>
        </pc:sldMkLst>
        <pc:spChg chg="mod">
          <ac:chgData name="Owais Ahmed" userId="6abc7d4556b3b071" providerId="LiveId" clId="{49E13F44-C763-4748-BD1A-074551391773}" dt="2023-12-26T11:51:51.485" v="7248"/>
          <ac:spMkLst>
            <pc:docMk/>
            <pc:sldMk cId="1890703427" sldId="2639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11:47:10.411" v="6989" actId="20577"/>
          <ac:spMkLst>
            <pc:docMk/>
            <pc:sldMk cId="1890703427" sldId="263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49E13F44-C763-4748-BD1A-074551391773}" dt="2023-12-26T12:06:12.280" v="7902" actId="20577"/>
        <pc:sldMkLst>
          <pc:docMk/>
          <pc:sldMk cId="3356953712" sldId="2640"/>
        </pc:sldMkLst>
        <pc:spChg chg="mod">
          <ac:chgData name="Owais Ahmed" userId="6abc7d4556b3b071" providerId="LiveId" clId="{49E13F44-C763-4748-BD1A-074551391773}" dt="2023-12-26T12:06:12.280" v="7902" actId="20577"/>
          <ac:spMkLst>
            <pc:docMk/>
            <pc:sldMk cId="3356953712" sldId="2640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121F522D-F26C-4013-A2DF-2A6E836927F8}"/>
    <pc:docChg chg="custSel delSld modSld">
      <pc:chgData name="Owais Ahmed" userId="6abc7d4556b3b071" providerId="LiveId" clId="{121F522D-F26C-4013-A2DF-2A6E836927F8}" dt="2023-10-04T10:40:48.401" v="895" actId="47"/>
      <pc:docMkLst>
        <pc:docMk/>
      </pc:docMkLst>
      <pc:sldChg chg="modSp mod">
        <pc:chgData name="Owais Ahmed" userId="6abc7d4556b3b071" providerId="LiveId" clId="{121F522D-F26C-4013-A2DF-2A6E836927F8}" dt="2023-10-04T10:22:52.379" v="31" actId="20577"/>
        <pc:sldMkLst>
          <pc:docMk/>
          <pc:sldMk cId="1649098948" sldId="2462"/>
        </pc:sldMkLst>
        <pc:spChg chg="mod">
          <ac:chgData name="Owais Ahmed" userId="6abc7d4556b3b071" providerId="LiveId" clId="{121F522D-F26C-4013-A2DF-2A6E836927F8}" dt="2023-10-04T10:22:52.379" v="3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121F522D-F26C-4013-A2DF-2A6E836927F8}" dt="2023-10-04T10:31:43.246" v="889" actId="20577"/>
        <pc:sldMkLst>
          <pc:docMk/>
          <pc:sldMk cId="296501705" sldId="2557"/>
        </pc:sldMkLst>
        <pc:spChg chg="mod">
          <ac:chgData name="Owais Ahmed" userId="6abc7d4556b3b071" providerId="LiveId" clId="{121F522D-F26C-4013-A2DF-2A6E836927F8}" dt="2023-10-04T10:31:43.246" v="88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121F522D-F26C-4013-A2DF-2A6E836927F8}" dt="2023-10-04T10:24:28.472" v="5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434899577" sldId="2558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699905756" sldId="2559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653031371" sldId="2560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24988690" sldId="2561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132273384" sldId="2562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330436801" sldId="256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325755899" sldId="2564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2136095335" sldId="2565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786819306" sldId="2566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120982729" sldId="2568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259772413" sldId="2569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45547534" sldId="2570"/>
        </pc:sldMkLst>
      </pc:sldChg>
      <pc:sldChg chg="del">
        <pc:chgData name="Owais Ahmed" userId="6abc7d4556b3b071" providerId="LiveId" clId="{121F522D-F26C-4013-A2DF-2A6E836927F8}" dt="2023-10-04T10:40:48.401" v="895" actId="47"/>
        <pc:sldMkLst>
          <pc:docMk/>
          <pc:sldMk cId="2705189823" sldId="2571"/>
        </pc:sldMkLst>
      </pc:sldChg>
      <pc:sldChg chg="del">
        <pc:chgData name="Owais Ahmed" userId="6abc7d4556b3b071" providerId="LiveId" clId="{121F522D-F26C-4013-A2DF-2A6E836927F8}" dt="2023-10-04T10:40:45.936" v="894" actId="47"/>
        <pc:sldMkLst>
          <pc:docMk/>
          <pc:sldMk cId="195981011" sldId="2572"/>
        </pc:sldMkLst>
      </pc:sldChg>
      <pc:sldChg chg="del">
        <pc:chgData name="Owais Ahmed" userId="6abc7d4556b3b071" providerId="LiveId" clId="{121F522D-F26C-4013-A2DF-2A6E836927F8}" dt="2023-10-04T10:40:44.784" v="893" actId="47"/>
        <pc:sldMkLst>
          <pc:docMk/>
          <pc:sldMk cId="3050182891" sldId="257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835063850" sldId="2578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50925741" sldId="2579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3164841762" sldId="2580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4253636147" sldId="2581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684752333" sldId="2582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13204764" sldId="2584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970414602" sldId="2585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85914733" sldId="2586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1201433262" sldId="2587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08228190" sldId="2588"/>
        </pc:sldMkLst>
      </pc:sldChg>
    </pc:docChg>
  </pc:docChgLst>
  <pc:docChgLst>
    <pc:chgData name="Owais Ahmed" userId="6abc7d4556b3b071" providerId="LiveId" clId="{6FFEF911-251B-49DA-B0A6-87E57D1363F0}"/>
    <pc:docChg chg="undo redo custSel addSld delSld modSld sldOrd">
      <pc:chgData name="Owais Ahmed" userId="6abc7d4556b3b071" providerId="LiveId" clId="{6FFEF911-251B-49DA-B0A6-87E57D1363F0}" dt="2023-11-15T15:10:23.058" v="4257" actId="20577"/>
      <pc:docMkLst>
        <pc:docMk/>
      </pc:docMkLst>
      <pc:sldChg chg="modSp mod">
        <pc:chgData name="Owais Ahmed" userId="6abc7d4556b3b071" providerId="LiveId" clId="{6FFEF911-251B-49DA-B0A6-87E57D1363F0}" dt="2023-10-31T19:33:52.239" v="3241" actId="20577"/>
        <pc:sldMkLst>
          <pc:docMk/>
          <pc:sldMk cId="1649098948" sldId="2462"/>
        </pc:sldMkLst>
        <pc:spChg chg="mod">
          <ac:chgData name="Owais Ahmed" userId="6abc7d4556b3b071" providerId="LiveId" clId="{6FFEF911-251B-49DA-B0A6-87E57D1363F0}" dt="2023-10-31T19:33:52.239" v="324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FFEF911-251B-49DA-B0A6-87E57D1363F0}" dt="2023-10-31T17:44:42.968" v="265" actId="20577"/>
        <pc:sldMkLst>
          <pc:docMk/>
          <pc:sldMk cId="296501705" sldId="2557"/>
        </pc:sldMkLst>
        <pc:spChg chg="mod">
          <ac:chgData name="Owais Ahmed" userId="6abc7d4556b3b071" providerId="LiveId" clId="{6FFEF911-251B-49DA-B0A6-87E57D1363F0}" dt="2023-10-31T17:44:42.968" v="265" actId="20577"/>
          <ac:spMkLst>
            <pc:docMk/>
            <pc:sldMk cId="296501705" sldId="255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6FFEF911-251B-49DA-B0A6-87E57D1363F0}" dt="2023-10-31T18:31:36.081" v="1303" actId="20577"/>
        <pc:sldMkLst>
          <pc:docMk/>
          <pc:sldMk cId="1466069214" sldId="2558"/>
        </pc:sldMkLst>
        <pc:spChg chg="mod">
          <ac:chgData name="Owais Ahmed" userId="6abc7d4556b3b071" providerId="LiveId" clId="{6FFEF911-251B-49DA-B0A6-87E57D1363F0}" dt="2023-10-31T18:31:36.081" v="1303" actId="20577"/>
          <ac:spMkLst>
            <pc:docMk/>
            <pc:sldMk cId="1466069214" sldId="2558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17:45:49.391" v="292" actId="20577"/>
          <ac:spMkLst>
            <pc:docMk/>
            <pc:sldMk cId="1466069214" sldId="2558"/>
            <ac:spMk id="215" creationId="{00000000-0000-0000-0000-000000000000}"/>
          </ac:spMkLst>
        </pc:spChg>
      </pc:sldChg>
      <pc:sldChg chg="add del">
        <pc:chgData name="Owais Ahmed" userId="6abc7d4556b3b071" providerId="LiveId" clId="{6FFEF911-251B-49DA-B0A6-87E57D1363F0}" dt="2023-10-31T18:14:15.120" v="869" actId="2890"/>
        <pc:sldMkLst>
          <pc:docMk/>
          <pc:sldMk cId="1262923380" sldId="2559"/>
        </pc:sldMkLst>
      </pc:sldChg>
      <pc:sldChg chg="modSp add mod modAnim">
        <pc:chgData name="Owais Ahmed" userId="6abc7d4556b3b071" providerId="LiveId" clId="{6FFEF911-251B-49DA-B0A6-87E57D1363F0}" dt="2023-10-31T19:23:41.358" v="2473" actId="27636"/>
        <pc:sldMkLst>
          <pc:docMk/>
          <pc:sldMk cId="3962249788" sldId="2559"/>
        </pc:sldMkLst>
        <pc:spChg chg="mod">
          <ac:chgData name="Owais Ahmed" userId="6abc7d4556b3b071" providerId="LiveId" clId="{6FFEF911-251B-49DA-B0A6-87E57D1363F0}" dt="2023-10-31T19:23:41.358" v="2473" actId="27636"/>
          <ac:spMkLst>
            <pc:docMk/>
            <pc:sldMk cId="3962249788" sldId="255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FFEF911-251B-49DA-B0A6-87E57D1363F0}" dt="2023-10-31T19:46:23.719" v="3974" actId="20577"/>
        <pc:sldMkLst>
          <pc:docMk/>
          <pc:sldMk cId="2599850084" sldId="2560"/>
        </pc:sldMkLst>
        <pc:spChg chg="mod">
          <ac:chgData name="Owais Ahmed" userId="6abc7d4556b3b071" providerId="LiveId" clId="{6FFEF911-251B-49DA-B0A6-87E57D1363F0}" dt="2023-10-31T19:46:23.719" v="3974" actId="20577"/>
          <ac:spMkLst>
            <pc:docMk/>
            <pc:sldMk cId="2599850084" sldId="2560"/>
            <ac:spMk id="3" creationId="{4A1C0383-58FE-E486-295E-B33B8683B938}"/>
          </ac:spMkLst>
        </pc:spChg>
      </pc:sldChg>
      <pc:sldChg chg="modSp add del mod modAnim modNotesTx">
        <pc:chgData name="Owais Ahmed" userId="6abc7d4556b3b071" providerId="LiveId" clId="{6FFEF911-251B-49DA-B0A6-87E57D1363F0}" dt="2023-10-31T20:22:00.218" v="4003" actId="20577"/>
        <pc:sldMkLst>
          <pc:docMk/>
          <pc:sldMk cId="1963263386" sldId="2561"/>
        </pc:sldMkLst>
        <pc:spChg chg="mod">
          <ac:chgData name="Owais Ahmed" userId="6abc7d4556b3b071" providerId="LiveId" clId="{6FFEF911-251B-49DA-B0A6-87E57D1363F0}" dt="2023-10-31T20:21:59.418" v="4002" actId="20577"/>
          <ac:spMkLst>
            <pc:docMk/>
            <pc:sldMk cId="1963263386" sldId="2561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19:33:58.599" v="3242"/>
          <ac:spMkLst>
            <pc:docMk/>
            <pc:sldMk cId="1963263386" sldId="256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6FFEF911-251B-49DA-B0A6-87E57D1363F0}" dt="2023-10-31T20:29:35.599" v="4253" actId="20577"/>
        <pc:sldMkLst>
          <pc:docMk/>
          <pc:sldMk cId="3931964295" sldId="2562"/>
        </pc:sldMkLst>
        <pc:spChg chg="mod">
          <ac:chgData name="Owais Ahmed" userId="6abc7d4556b3b071" providerId="LiveId" clId="{6FFEF911-251B-49DA-B0A6-87E57D1363F0}" dt="2023-10-31T20:29:35.599" v="4253" actId="20577"/>
          <ac:spMkLst>
            <pc:docMk/>
            <pc:sldMk cId="3931964295" sldId="2562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20:22:13.853" v="4018" actId="20577"/>
          <ac:spMkLst>
            <pc:docMk/>
            <pc:sldMk cId="3931964295" sldId="2562"/>
            <ac:spMk id="215" creationId="{00000000-0000-0000-0000-000000000000}"/>
          </ac:spMkLst>
        </pc:spChg>
      </pc:sldChg>
      <pc:sldChg chg="modSp modAnim">
        <pc:chgData name="Owais Ahmed" userId="6abc7d4556b3b071" providerId="LiveId" clId="{6FFEF911-251B-49DA-B0A6-87E57D1363F0}" dt="2023-11-15T15:10:23.058" v="4257" actId="20577"/>
        <pc:sldMkLst>
          <pc:docMk/>
          <pc:sldMk cId="2248356840" sldId="2572"/>
        </pc:sldMkLst>
        <pc:spChg chg="mod">
          <ac:chgData name="Owais Ahmed" userId="6abc7d4556b3b071" providerId="LiveId" clId="{6FFEF911-251B-49DA-B0A6-87E57D1363F0}" dt="2023-11-15T15:10:23.058" v="4257" actId="20577"/>
          <ac:spMkLst>
            <pc:docMk/>
            <pc:sldMk cId="2248356840" sldId="2572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A73E0D9C-676C-43B7-9A99-875A4AA67F46}"/>
    <pc:docChg chg="undo redo custSel addSld delSld modSld sldOrd">
      <pc:chgData name="Owais Ahmed" userId="6abc7d4556b3b071" providerId="LiveId" clId="{A73E0D9C-676C-43B7-9A99-875A4AA67F46}" dt="2023-11-27T08:53:32.175" v="8787" actId="20577"/>
      <pc:docMkLst>
        <pc:docMk/>
      </pc:docMkLst>
      <pc:sldChg chg="modSp mod">
        <pc:chgData name="Owais Ahmed" userId="6abc7d4556b3b071" providerId="LiveId" clId="{A73E0D9C-676C-43B7-9A99-875A4AA67F46}" dt="2023-11-01T10:36:41.330" v="6107" actId="20577"/>
        <pc:sldMkLst>
          <pc:docMk/>
          <pc:sldMk cId="1649098948" sldId="2462"/>
        </pc:sldMkLst>
        <pc:spChg chg="mod">
          <ac:chgData name="Owais Ahmed" userId="6abc7d4556b3b071" providerId="LiveId" clId="{A73E0D9C-676C-43B7-9A99-875A4AA67F46}" dt="2023-11-01T10:36:41.330" v="610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A73E0D9C-676C-43B7-9A99-875A4AA67F46}" dt="2023-10-31T11:00:49.625" v="219" actId="20577"/>
        <pc:sldMkLst>
          <pc:docMk/>
          <pc:sldMk cId="296501705" sldId="2557"/>
        </pc:sldMkLst>
        <pc:spChg chg="mod">
          <ac:chgData name="Owais Ahmed" userId="6abc7d4556b3b071" providerId="LiveId" clId="{A73E0D9C-676C-43B7-9A99-875A4AA67F46}" dt="2023-10-31T11:00:49.625" v="21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0-31T10:59:48.407" v="5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mod modAnim">
        <pc:chgData name="Owais Ahmed" userId="6abc7d4556b3b071" providerId="LiveId" clId="{A73E0D9C-676C-43B7-9A99-875A4AA67F46}" dt="2023-11-02T07:32:13.823" v="6109" actId="20577"/>
        <pc:sldMkLst>
          <pc:docMk/>
          <pc:sldMk cId="1466069214" sldId="2558"/>
        </pc:sldMkLst>
        <pc:spChg chg="mod">
          <ac:chgData name="Owais Ahmed" userId="6abc7d4556b3b071" providerId="LiveId" clId="{A73E0D9C-676C-43B7-9A99-875A4AA67F46}" dt="2023-11-02T07:32:13.823" v="6109" actId="20577"/>
          <ac:spMkLst>
            <pc:docMk/>
            <pc:sldMk cId="1466069214" sldId="2558"/>
            <ac:spMk id="3" creationId="{4A1C0383-58FE-E486-295E-B33B8683B938}"/>
          </ac:spMkLst>
        </pc:spChg>
      </pc:sldChg>
      <pc:sldChg chg="modSp">
        <pc:chgData name="Owais Ahmed" userId="6abc7d4556b3b071" providerId="LiveId" clId="{A73E0D9C-676C-43B7-9A99-875A4AA67F46}" dt="2023-11-02T07:32:22.396" v="6110" actId="20577"/>
        <pc:sldMkLst>
          <pc:docMk/>
          <pc:sldMk cId="3962249788" sldId="2559"/>
        </pc:sldMkLst>
        <pc:spChg chg="mod">
          <ac:chgData name="Owais Ahmed" userId="6abc7d4556b3b071" providerId="LiveId" clId="{A73E0D9C-676C-43B7-9A99-875A4AA67F46}" dt="2023-11-02T07:32:22.396" v="6110" actId="20577"/>
          <ac:spMkLst>
            <pc:docMk/>
            <pc:sldMk cId="3962249788" sldId="2559"/>
            <ac:spMk id="3" creationId="{4A1C0383-58FE-E486-295E-B33B8683B938}"/>
          </ac:spMkLst>
        </pc:spChg>
      </pc:sldChg>
      <pc:sldChg chg="modSp">
        <pc:chgData name="Owais Ahmed" userId="6abc7d4556b3b071" providerId="LiveId" clId="{A73E0D9C-676C-43B7-9A99-875A4AA67F46}" dt="2023-11-02T07:32:54.228" v="6131" actId="20577"/>
        <pc:sldMkLst>
          <pc:docMk/>
          <pc:sldMk cId="2599850084" sldId="2560"/>
        </pc:sldMkLst>
        <pc:spChg chg="mod">
          <ac:chgData name="Owais Ahmed" userId="6abc7d4556b3b071" providerId="LiveId" clId="{A73E0D9C-676C-43B7-9A99-875A4AA67F46}" dt="2023-11-02T07:32:54.228" v="6131" actId="20577"/>
          <ac:spMkLst>
            <pc:docMk/>
            <pc:sldMk cId="2599850084" sldId="2560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A73E0D9C-676C-43B7-9A99-875A4AA67F46}" dt="2023-11-01T08:44:23.401" v="1903"/>
        <pc:sldMkLst>
          <pc:docMk/>
          <pc:sldMk cId="1963263386" sldId="2561"/>
        </pc:sldMkLst>
        <pc:spChg chg="mod">
          <ac:chgData name="Owais Ahmed" userId="6abc7d4556b3b071" providerId="LiveId" clId="{A73E0D9C-676C-43B7-9A99-875A4AA67F46}" dt="2023-11-01T06:59:20.319" v="373" actId="27636"/>
          <ac:spMkLst>
            <pc:docMk/>
            <pc:sldMk cId="1963263386" sldId="2561"/>
            <ac:spMk id="3" creationId="{4A1C0383-58FE-E486-295E-B33B8683B938}"/>
          </ac:spMkLst>
        </pc:spChg>
      </pc:sldChg>
      <pc:sldChg chg="modSp modAnim">
        <pc:chgData name="Owais Ahmed" userId="6abc7d4556b3b071" providerId="LiveId" clId="{A73E0D9C-676C-43B7-9A99-875A4AA67F46}" dt="2023-11-01T07:00:22.101" v="546" actId="20577"/>
        <pc:sldMkLst>
          <pc:docMk/>
          <pc:sldMk cId="3931964295" sldId="2562"/>
        </pc:sldMkLst>
        <pc:spChg chg="mod">
          <ac:chgData name="Owais Ahmed" userId="6abc7d4556b3b071" providerId="LiveId" clId="{A73E0D9C-676C-43B7-9A99-875A4AA67F46}" dt="2023-11-01T07:00:22.101" v="546" actId="20577"/>
          <ac:spMkLst>
            <pc:docMk/>
            <pc:sldMk cId="3931964295" sldId="2562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A73E0D9C-676C-43B7-9A99-875A4AA67F46}" dt="2023-11-08T10:51:21.154" v="7329"/>
        <pc:sldMkLst>
          <pc:docMk/>
          <pc:sldMk cId="2389114497" sldId="2563"/>
        </pc:sldMkLst>
        <pc:spChg chg="mod">
          <ac:chgData name="Owais Ahmed" userId="6abc7d4556b3b071" providerId="LiveId" clId="{A73E0D9C-676C-43B7-9A99-875A4AA67F46}" dt="2023-11-08T10:51:21.154" v="7329"/>
          <ac:spMkLst>
            <pc:docMk/>
            <pc:sldMk cId="2389114497" sldId="2563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1-01T07:06:40.851" v="566" actId="20577"/>
          <ac:spMkLst>
            <pc:docMk/>
            <pc:sldMk cId="2389114497" sldId="2563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A73E0D9C-676C-43B7-9A99-875A4AA67F46}" dt="2023-11-01T09:11:25.859" v="3616" actId="20577"/>
        <pc:sldMkLst>
          <pc:docMk/>
          <pc:sldMk cId="3353402870" sldId="2564"/>
        </pc:sldMkLst>
        <pc:spChg chg="mod">
          <ac:chgData name="Owais Ahmed" userId="6abc7d4556b3b071" providerId="LiveId" clId="{A73E0D9C-676C-43B7-9A99-875A4AA67F46}" dt="2023-11-01T09:10:29.513" v="3594" actId="20577"/>
          <ac:spMkLst>
            <pc:docMk/>
            <pc:sldMk cId="3353402870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A73E0D9C-676C-43B7-9A99-875A4AA67F46}" dt="2023-11-01T09:11:25.859" v="3616" actId="20577"/>
          <ac:graphicFrameMkLst>
            <pc:docMk/>
            <pc:sldMk cId="3353402870" sldId="2564"/>
            <ac:graphicFrameMk id="4" creationId="{90A278D2-EC83-AE47-5102-39FCC71464CE}"/>
          </ac:graphicFrameMkLst>
        </pc:graphicFrameChg>
      </pc:sldChg>
      <pc:sldChg chg="delSp modSp add mod delAnim modAnim modNotesTx">
        <pc:chgData name="Owais Ahmed" userId="6abc7d4556b3b071" providerId="LiveId" clId="{A73E0D9C-676C-43B7-9A99-875A4AA67F46}" dt="2023-11-01T10:35:10.811" v="6003" actId="20577"/>
        <pc:sldMkLst>
          <pc:docMk/>
          <pc:sldMk cId="503313006" sldId="2565"/>
        </pc:sldMkLst>
        <pc:spChg chg="mod">
          <ac:chgData name="Owais Ahmed" userId="6abc7d4556b3b071" providerId="LiveId" clId="{A73E0D9C-676C-43B7-9A99-875A4AA67F46}" dt="2023-11-01T10:35:10.811" v="6003" actId="20577"/>
          <ac:spMkLst>
            <pc:docMk/>
            <pc:sldMk cId="503313006" sldId="2565"/>
            <ac:spMk id="3" creationId="{4A1C0383-58FE-E486-295E-B33B8683B938}"/>
          </ac:spMkLst>
        </pc:spChg>
        <pc:graphicFrameChg chg="del">
          <ac:chgData name="Owais Ahmed" userId="6abc7d4556b3b071" providerId="LiveId" clId="{A73E0D9C-676C-43B7-9A99-875A4AA67F46}" dt="2023-11-01T08:47:14.182" v="2190" actId="478"/>
          <ac:graphicFrameMkLst>
            <pc:docMk/>
            <pc:sldMk cId="503313006" sldId="2565"/>
            <ac:graphicFrameMk id="4" creationId="{90A278D2-EC83-AE47-5102-39FCC71464CE}"/>
          </ac:graphicFrameMkLst>
        </pc:graphicFrameChg>
      </pc:sldChg>
      <pc:sldChg chg="modSp add mod modAnim">
        <pc:chgData name="Owais Ahmed" userId="6abc7d4556b3b071" providerId="LiveId" clId="{A73E0D9C-676C-43B7-9A99-875A4AA67F46}" dt="2023-11-01T09:03:45.256" v="3321" actId="20577"/>
        <pc:sldMkLst>
          <pc:docMk/>
          <pc:sldMk cId="3854100598" sldId="2566"/>
        </pc:sldMkLst>
        <pc:spChg chg="mod">
          <ac:chgData name="Owais Ahmed" userId="6abc7d4556b3b071" providerId="LiveId" clId="{A73E0D9C-676C-43B7-9A99-875A4AA67F46}" dt="2023-11-01T09:03:45.256" v="3321" actId="20577"/>
          <ac:spMkLst>
            <pc:docMk/>
            <pc:sldMk cId="3854100598" sldId="2566"/>
            <ac:spMk id="3" creationId="{4A1C0383-58FE-E486-295E-B33B8683B938}"/>
          </ac:spMkLst>
        </pc:spChg>
      </pc:sldChg>
      <pc:sldChg chg="add del">
        <pc:chgData name="Owais Ahmed" userId="6abc7d4556b3b071" providerId="LiveId" clId="{A73E0D9C-676C-43B7-9A99-875A4AA67F46}" dt="2023-11-01T09:04:06.567" v="3325" actId="2890"/>
        <pc:sldMkLst>
          <pc:docMk/>
          <pc:sldMk cId="1315436998" sldId="2567"/>
        </pc:sldMkLst>
      </pc:sldChg>
      <pc:sldChg chg="addSp delSp modSp add mod ord addAnim delAnim modAnim">
        <pc:chgData name="Owais Ahmed" userId="6abc7d4556b3b071" providerId="LiveId" clId="{A73E0D9C-676C-43B7-9A99-875A4AA67F46}" dt="2023-11-01T10:18:27.425" v="4674" actId="1076"/>
        <pc:sldMkLst>
          <pc:docMk/>
          <pc:sldMk cId="3011284567" sldId="2567"/>
        </pc:sldMkLst>
        <pc:spChg chg="add del mod">
          <ac:chgData name="Owais Ahmed" userId="6abc7d4556b3b071" providerId="LiveId" clId="{A73E0D9C-676C-43B7-9A99-875A4AA67F46}" dt="2023-11-01T10:18:16.532" v="4670" actId="20577"/>
          <ac:spMkLst>
            <pc:docMk/>
            <pc:sldMk cId="3011284567" sldId="2567"/>
            <ac:spMk id="3" creationId="{4A1C0383-58FE-E486-295E-B33B8683B938}"/>
          </ac:spMkLst>
        </pc:spChg>
        <pc:spChg chg="add del mod">
          <ac:chgData name="Owais Ahmed" userId="6abc7d4556b3b071" providerId="LiveId" clId="{A73E0D9C-676C-43B7-9A99-875A4AA67F46}" dt="2023-11-01T10:17:53.841" v="4637" actId="478"/>
          <ac:spMkLst>
            <pc:docMk/>
            <pc:sldMk cId="3011284567" sldId="2567"/>
            <ac:spMk id="6" creationId="{A37A02BB-2A7C-4A7A-CF92-D4F9A758A1C5}"/>
          </ac:spMkLst>
        </pc:spChg>
        <pc:spChg chg="add del mod">
          <ac:chgData name="Owais Ahmed" userId="6abc7d4556b3b071" providerId="LiveId" clId="{A73E0D9C-676C-43B7-9A99-875A4AA67F46}" dt="2023-11-01T09:29:37.079" v="3956" actId="478"/>
          <ac:spMkLst>
            <pc:docMk/>
            <pc:sldMk cId="3011284567" sldId="2567"/>
            <ac:spMk id="8" creationId="{B51B7434-9668-112D-1DBA-DC27B6C9B120}"/>
          </ac:spMkLst>
        </pc:spChg>
        <pc:spChg chg="add del mod">
          <ac:chgData name="Owais Ahmed" userId="6abc7d4556b3b071" providerId="LiveId" clId="{A73E0D9C-676C-43B7-9A99-875A4AA67F46}" dt="2023-11-01T09:28:52.165" v="3949"/>
          <ac:spMkLst>
            <pc:docMk/>
            <pc:sldMk cId="3011284567" sldId="2567"/>
            <ac:spMk id="9" creationId="{FC85F41C-FB33-6F53-25E4-6F1937BDBDB1}"/>
          </ac:spMkLst>
        </pc:spChg>
        <pc:spChg chg="add del mod">
          <ac:chgData name="Owais Ahmed" userId="6abc7d4556b3b071" providerId="LiveId" clId="{A73E0D9C-676C-43B7-9A99-875A4AA67F46}" dt="2023-11-01T09:31:05.127" v="3978" actId="478"/>
          <ac:spMkLst>
            <pc:docMk/>
            <pc:sldMk cId="3011284567" sldId="2567"/>
            <ac:spMk id="10" creationId="{FCAAA679-2BFE-794F-86E4-5F42736037F2}"/>
          </ac:spMkLst>
        </pc:spChg>
        <pc:spChg chg="add del mod">
          <ac:chgData name="Owais Ahmed" userId="6abc7d4556b3b071" providerId="LiveId" clId="{A73E0D9C-676C-43B7-9A99-875A4AA67F46}" dt="2023-11-01T09:31:05.984" v="3979" actId="478"/>
          <ac:spMkLst>
            <pc:docMk/>
            <pc:sldMk cId="3011284567" sldId="2567"/>
            <ac:spMk id="11" creationId="{B1D57B42-80E4-622B-2163-9D52DD746A94}"/>
          </ac:spMkLst>
        </pc:spChg>
        <pc:spChg chg="add del mod">
          <ac:chgData name="Owais Ahmed" userId="6abc7d4556b3b071" providerId="LiveId" clId="{A73E0D9C-676C-43B7-9A99-875A4AA67F46}" dt="2023-11-01T09:31:03.614" v="3977" actId="478"/>
          <ac:spMkLst>
            <pc:docMk/>
            <pc:sldMk cId="3011284567" sldId="2567"/>
            <ac:spMk id="12" creationId="{2987EBF9-9B25-B8D1-4405-09CC5FB4F4DB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3" creationId="{137EB1FE-81B3-B9CB-0EDF-B81887C87AB1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4" creationId="{A851962C-E198-12CF-C030-35A8920BB83A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5" creationId="{3CAC2DE7-AE19-4C41-4744-4C92B36D78B7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6" creationId="{B0467C12-FEBA-CBB6-A141-AC141960F894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7" creationId="{829BB52B-B7FB-EC35-0AED-E8948B88797B}"/>
          </ac:spMkLst>
        </pc:spChg>
        <pc:spChg chg="add del mod">
          <ac:chgData name="Owais Ahmed" userId="6abc7d4556b3b071" providerId="LiveId" clId="{A73E0D9C-676C-43B7-9A99-875A4AA67F46}" dt="2023-11-01T09:34:57.400" v="4020" actId="478"/>
          <ac:spMkLst>
            <pc:docMk/>
            <pc:sldMk cId="3011284567" sldId="2567"/>
            <ac:spMk id="18" creationId="{BF2F2498-EC66-DEB4-AD83-3D7A194AC3E3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9" creationId="{32B5B6CB-4566-30EA-D922-EDA937D3CB8E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0" creationId="{E1DA110E-59CC-B618-5595-EC4E1FDF2E87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1" creationId="{CB27C5A1-3498-EEAF-66D5-3B5B54E2F595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2" creationId="{2BD4B54D-4E71-AA43-BC4E-E7A106A9D8D9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3" creationId="{ED8DB914-6F6A-39DB-ACA3-3D474ADBA281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4" creationId="{52BF3C11-7E24-E15A-B99B-EA6F162D68C6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9" creationId="{47D5EB1E-707A-E268-1525-8A3E1BDBB262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39" creationId="{35379958-F3C8-D09C-7CA8-CD06F6879574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44" creationId="{E98ECAE0-2231-5E90-E53D-4F5CE6C43A89}"/>
          </ac:spMkLst>
        </pc:spChg>
        <pc:grpChg chg="add mod">
          <ac:chgData name="Owais Ahmed" userId="6abc7d4556b3b071" providerId="LiveId" clId="{A73E0D9C-676C-43B7-9A99-875A4AA67F46}" dt="2023-11-01T10:16:11.187" v="4626" actId="164"/>
          <ac:grpSpMkLst>
            <pc:docMk/>
            <pc:sldMk cId="3011284567" sldId="2567"/>
            <ac:grpSpMk id="60" creationId="{44CA4005-5562-A4A9-4E94-005126EB286A}"/>
          </ac:grpSpMkLst>
        </pc:grpChg>
        <pc:graphicFrameChg chg="add mod modGraphic">
          <ac:chgData name="Owais Ahmed" userId="6abc7d4556b3b071" providerId="LiveId" clId="{A73E0D9C-676C-43B7-9A99-875A4AA67F46}" dt="2023-11-01T10:18:27.425" v="4674" actId="1076"/>
          <ac:graphicFrameMkLst>
            <pc:docMk/>
            <pc:sldMk cId="3011284567" sldId="2567"/>
            <ac:graphicFrameMk id="4" creationId="{57C6CE5B-28E6-3601-53E7-C7DDF4BF5C4B}"/>
          </ac:graphicFrameMkLst>
        </pc:graphicFrameChg>
        <pc:graphicFrameChg chg="add del modGraphic">
          <ac:chgData name="Owais Ahmed" userId="6abc7d4556b3b071" providerId="LiveId" clId="{A73E0D9C-676C-43B7-9A99-875A4AA67F46}" dt="2023-11-01T09:16:28.383" v="3712" actId="1032"/>
          <ac:graphicFrameMkLst>
            <pc:docMk/>
            <pc:sldMk cId="3011284567" sldId="2567"/>
            <ac:graphicFrameMk id="5" creationId="{6552F4A7-3117-563A-3BF1-0F2B35E30783}"/>
          </ac:graphicFrameMkLst>
        </pc:graphicFrameChg>
        <pc:graphicFrameChg chg="add del mod modGraphic">
          <ac:chgData name="Owais Ahmed" userId="6abc7d4556b3b071" providerId="LiveId" clId="{A73E0D9C-676C-43B7-9A99-875A4AA67F46}" dt="2023-11-01T09:28:30.536" v="3945" actId="478"/>
          <ac:graphicFrameMkLst>
            <pc:docMk/>
            <pc:sldMk cId="3011284567" sldId="2567"/>
            <ac:graphicFrameMk id="7" creationId="{D5B5FCF0-57AA-1DA6-160B-46B5CF2C8A43}"/>
          </ac:graphicFrameMkLst>
        </pc:graphicFrame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26" creationId="{E4EFFF76-B83C-B0E8-CEBD-F75402658650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28" creationId="{A07F829E-F840-E581-2363-267280976922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31" creationId="{14F9AB7C-7C99-E7DA-BD3E-85892AC0B164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33" creationId="{4AEC6057-6FB8-DD8D-5F96-F9E8BBD7D56E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1" creationId="{64D76290-5388-F145-C2A8-C4AB58433F6E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3" creationId="{AF6C53BF-EA22-CE93-0D5C-84F080B231B4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6" creationId="{57475851-EAEE-8B03-DCB3-673357A57A8D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8" creationId="{796894D6-8A92-56E0-5DDB-6FAB0BD9E8A9}"/>
          </ac:cxnSpMkLst>
        </pc:cxnChg>
      </pc:sldChg>
      <pc:sldChg chg="add del">
        <pc:chgData name="Owais Ahmed" userId="6abc7d4556b3b071" providerId="LiveId" clId="{A73E0D9C-676C-43B7-9A99-875A4AA67F46}" dt="2023-11-01T09:04:05.455" v="3324" actId="2890"/>
        <pc:sldMkLst>
          <pc:docMk/>
          <pc:sldMk cId="926835550" sldId="2568"/>
        </pc:sldMkLst>
      </pc:sldChg>
      <pc:sldChg chg="addSp delSp modSp add mod delAnim modAnim">
        <pc:chgData name="Owais Ahmed" userId="6abc7d4556b3b071" providerId="LiveId" clId="{A73E0D9C-676C-43B7-9A99-875A4AA67F46}" dt="2023-11-01T10:20:13.808" v="4763"/>
        <pc:sldMkLst>
          <pc:docMk/>
          <pc:sldMk cId="3163091979" sldId="2568"/>
        </pc:sldMkLst>
        <pc:spChg chg="mod">
          <ac:chgData name="Owais Ahmed" userId="6abc7d4556b3b071" providerId="LiveId" clId="{A73E0D9C-676C-43B7-9A99-875A4AA67F46}" dt="2023-11-01T10:20:05.337" v="4762" actId="20577"/>
          <ac:spMkLst>
            <pc:docMk/>
            <pc:sldMk cId="3163091979" sldId="2568"/>
            <ac:spMk id="3" creationId="{4A1C0383-58FE-E486-295E-B33B8683B938}"/>
          </ac:spMkLst>
        </pc:spChg>
        <pc:spChg chg="del">
          <ac:chgData name="Owais Ahmed" userId="6abc7d4556b3b071" providerId="LiveId" clId="{A73E0D9C-676C-43B7-9A99-875A4AA67F46}" dt="2023-11-01T09:44:55.100" v="4244" actId="478"/>
          <ac:spMkLst>
            <pc:docMk/>
            <pc:sldMk cId="3163091979" sldId="2568"/>
            <ac:spMk id="6" creationId="{A37A02BB-2A7C-4A7A-CF92-D4F9A758A1C5}"/>
          </ac:spMkLst>
        </pc:spChg>
        <pc:spChg chg="add del mod">
          <ac:chgData name="Owais Ahmed" userId="6abc7d4556b3b071" providerId="LiveId" clId="{A73E0D9C-676C-43B7-9A99-875A4AA67F46}" dt="2023-11-01T09:51:23.355" v="4359" actId="767"/>
          <ac:spMkLst>
            <pc:docMk/>
            <pc:sldMk cId="3163091979" sldId="2568"/>
            <ac:spMk id="7" creationId="{6BAF7E7F-9F12-00A7-0566-9F93051CB771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9" creationId="{87CAE9EC-6C1A-D1F3-40FD-89E3C3353256}"/>
          </ac:spMkLst>
        </pc:spChg>
        <pc:spChg chg="del mod topLvl">
          <ac:chgData name="Owais Ahmed" userId="6abc7d4556b3b071" providerId="LiveId" clId="{A73E0D9C-676C-43B7-9A99-875A4AA67F46}" dt="2023-11-01T09:52:22.233" v="4377" actId="478"/>
          <ac:spMkLst>
            <pc:docMk/>
            <pc:sldMk cId="3163091979" sldId="2568"/>
            <ac:spMk id="10" creationId="{C5DD003F-7768-4FB9-13C8-46D7A0BFED8F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11" creationId="{BBD71F52-67AF-87E8-BBDF-3B5551EB24EF}"/>
          </ac:spMkLst>
        </pc:spChg>
        <pc:spChg chg="del mod topLvl">
          <ac:chgData name="Owais Ahmed" userId="6abc7d4556b3b071" providerId="LiveId" clId="{A73E0D9C-676C-43B7-9A99-875A4AA67F46}" dt="2023-11-01T09:52:20.793" v="4375" actId="478"/>
          <ac:spMkLst>
            <pc:docMk/>
            <pc:sldMk cId="3163091979" sldId="2568"/>
            <ac:spMk id="12" creationId="{D3FCCAD0-385A-EDDB-D99C-B66E71554225}"/>
          </ac:spMkLst>
        </pc:spChg>
        <pc:spChg chg="del">
          <ac:chgData name="Owais Ahmed" userId="6abc7d4556b3b071" providerId="LiveId" clId="{A73E0D9C-676C-43B7-9A99-875A4AA67F46}" dt="2023-11-01T09:49:21.490" v="4354" actId="478"/>
          <ac:spMkLst>
            <pc:docMk/>
            <pc:sldMk cId="3163091979" sldId="2568"/>
            <ac:spMk id="13" creationId="{137EB1FE-81B3-B9CB-0EDF-B81887C87AB1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4" creationId="{A851962C-E198-12CF-C030-35A8920BB83A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5" creationId="{3CAC2DE7-AE19-4C41-4744-4C92B36D78B7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6" creationId="{B0467C12-FEBA-CBB6-A141-AC141960F894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7" creationId="{829BB52B-B7FB-EC35-0AED-E8948B88797B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18" creationId="{1380ECEA-7D3C-DA64-EAB9-147EB50354F3}"/>
          </ac:spMkLst>
        </pc:spChg>
        <pc:spChg chg="del">
          <ac:chgData name="Owais Ahmed" userId="6abc7d4556b3b071" providerId="LiveId" clId="{A73E0D9C-676C-43B7-9A99-875A4AA67F46}" dt="2023-11-01T09:49:21.490" v="4354" actId="478"/>
          <ac:spMkLst>
            <pc:docMk/>
            <pc:sldMk cId="3163091979" sldId="2568"/>
            <ac:spMk id="19" creationId="{32B5B6CB-4566-30EA-D922-EDA937D3CB8E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0" creationId="{E1DA110E-59CC-B618-5595-EC4E1FDF2E87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1" creationId="{CB27C5A1-3498-EEAF-66D5-3B5B54E2F595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2" creationId="{2BD4B54D-4E71-AA43-BC4E-E7A106A9D8D9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3" creationId="{ED8DB914-6F6A-39DB-ACA3-3D474ADBA281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4" creationId="{52BF3C11-7E24-E15A-B99B-EA6F162D68C6}"/>
          </ac:spMkLst>
        </pc:spChg>
        <pc:spChg chg="del mod topLvl">
          <ac:chgData name="Owais Ahmed" userId="6abc7d4556b3b071" providerId="LiveId" clId="{A73E0D9C-676C-43B7-9A99-875A4AA67F46}" dt="2023-11-01T09:52:15.237" v="4371" actId="478"/>
          <ac:spMkLst>
            <pc:docMk/>
            <pc:sldMk cId="3163091979" sldId="2568"/>
            <ac:spMk id="25" creationId="{902C7B29-244A-1926-4AE3-99D852760D95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27" creationId="{B6D5F59A-6EF9-60EE-8D1F-1A870FC8E930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9" creationId="{47D5EB1E-707A-E268-1525-8A3E1BDBB262}"/>
          </ac:spMkLst>
        </pc:spChg>
        <pc:spChg chg="del mod topLvl">
          <ac:chgData name="Owais Ahmed" userId="6abc7d4556b3b071" providerId="LiveId" clId="{A73E0D9C-676C-43B7-9A99-875A4AA67F46}" dt="2023-11-01T09:52:19.725" v="4374" actId="478"/>
          <ac:spMkLst>
            <pc:docMk/>
            <pc:sldMk cId="3163091979" sldId="2568"/>
            <ac:spMk id="30" creationId="{D89544BF-6ADE-DE22-032D-8874055F2747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2" creationId="{863D9BA3-98E8-4801-8459-2FFAEE4BBDEB}"/>
          </ac:spMkLst>
        </pc:spChg>
        <pc:spChg chg="del mod topLvl">
          <ac:chgData name="Owais Ahmed" userId="6abc7d4556b3b071" providerId="LiveId" clId="{A73E0D9C-676C-43B7-9A99-875A4AA67F46}" dt="2023-11-01T09:52:21.367" v="4376" actId="478"/>
          <ac:spMkLst>
            <pc:docMk/>
            <pc:sldMk cId="3163091979" sldId="2568"/>
            <ac:spMk id="34" creationId="{58ABC0E3-7ED0-9387-36F6-62C325D6DBB0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5" creationId="{9558D0F8-C623-9775-3149-124817711849}"/>
          </ac:spMkLst>
        </pc:spChg>
        <pc:spChg chg="add del mod topLvl">
          <ac:chgData name="Owais Ahmed" userId="6abc7d4556b3b071" providerId="LiveId" clId="{A73E0D9C-676C-43B7-9A99-875A4AA67F46}" dt="2023-11-01T09:52:44.303" v="4386" actId="478"/>
          <ac:spMkLst>
            <pc:docMk/>
            <pc:sldMk cId="3163091979" sldId="2568"/>
            <ac:spMk id="36" creationId="{EAFAA709-51C6-F350-4C43-5C87DBCB2670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7" creationId="{7CAD3275-A006-C65D-440A-1F69825CC4CF}"/>
          </ac:spMkLst>
        </pc:spChg>
        <pc:spChg chg="del mod">
          <ac:chgData name="Owais Ahmed" userId="6abc7d4556b3b071" providerId="LiveId" clId="{A73E0D9C-676C-43B7-9A99-875A4AA67F46}" dt="2023-11-01T09:52:03.672" v="4366" actId="478"/>
          <ac:spMkLst>
            <pc:docMk/>
            <pc:sldMk cId="3163091979" sldId="2568"/>
            <ac:spMk id="38" creationId="{6C2BFD66-7299-338D-BB99-286852850E98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39" creationId="{35379958-F3C8-D09C-7CA8-CD06F6879574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40" creationId="{EA6305AC-E134-43C9-0803-DDD95B8516D0}"/>
          </ac:spMkLst>
        </pc:spChg>
        <pc:spChg chg="del mod">
          <ac:chgData name="Owais Ahmed" userId="6abc7d4556b3b071" providerId="LiveId" clId="{A73E0D9C-676C-43B7-9A99-875A4AA67F46}" dt="2023-11-01T09:52:07.930" v="4369" actId="478"/>
          <ac:spMkLst>
            <pc:docMk/>
            <pc:sldMk cId="3163091979" sldId="2568"/>
            <ac:spMk id="42" creationId="{F7F4FA1A-475B-925D-2303-B5BA76AA275E}"/>
          </ac:spMkLst>
        </pc:spChg>
        <pc:spChg chg="del">
          <ac:chgData name="Owais Ahmed" userId="6abc7d4556b3b071" providerId="LiveId" clId="{A73E0D9C-676C-43B7-9A99-875A4AA67F46}" dt="2023-11-01T09:49:17.914" v="4352" actId="478"/>
          <ac:spMkLst>
            <pc:docMk/>
            <pc:sldMk cId="3163091979" sldId="2568"/>
            <ac:spMk id="44" creationId="{E98ECAE0-2231-5E90-E53D-4F5CE6C43A89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45" creationId="{8EC3416F-7BFE-C6D2-9CDF-673B134BA6EF}"/>
          </ac:spMkLst>
        </pc:spChg>
        <pc:spChg chg="add mod">
          <ac:chgData name="Owais Ahmed" userId="6abc7d4556b3b071" providerId="LiveId" clId="{A73E0D9C-676C-43B7-9A99-875A4AA67F46}" dt="2023-11-01T10:14:45.259" v="4595" actId="164"/>
          <ac:spMkLst>
            <pc:docMk/>
            <pc:sldMk cId="3163091979" sldId="2568"/>
            <ac:spMk id="68" creationId="{BCD82606-ECE5-EFDE-02A5-F6766E95ACDD}"/>
          </ac:spMkLst>
        </pc:spChg>
        <pc:spChg chg="add mod">
          <ac:chgData name="Owais Ahmed" userId="6abc7d4556b3b071" providerId="LiveId" clId="{A73E0D9C-676C-43B7-9A99-875A4AA67F46}" dt="2023-11-01T10:14:29.996" v="4593" actId="164"/>
          <ac:spMkLst>
            <pc:docMk/>
            <pc:sldMk cId="3163091979" sldId="2568"/>
            <ac:spMk id="69" creationId="{006E418D-CBBE-9656-C77B-FE2234F9E2BC}"/>
          </ac:spMkLst>
        </pc:spChg>
        <pc:spChg chg="add mod">
          <ac:chgData name="Owais Ahmed" userId="6abc7d4556b3b071" providerId="LiveId" clId="{A73E0D9C-676C-43B7-9A99-875A4AA67F46}" dt="2023-11-01T10:14:39.786" v="4594" actId="164"/>
          <ac:spMkLst>
            <pc:docMk/>
            <pc:sldMk cId="3163091979" sldId="2568"/>
            <ac:spMk id="70" creationId="{097B7B8A-3E1F-B963-1A2E-C394FCEB0831}"/>
          </ac:spMkLst>
        </pc:spChg>
        <pc:spChg chg="add mod">
          <ac:chgData name="Owais Ahmed" userId="6abc7d4556b3b071" providerId="LiveId" clId="{A73E0D9C-676C-43B7-9A99-875A4AA67F46}" dt="2023-11-01T10:14:21.171" v="4592" actId="164"/>
          <ac:spMkLst>
            <pc:docMk/>
            <pc:sldMk cId="3163091979" sldId="2568"/>
            <ac:spMk id="71" creationId="{564BFC14-DAFC-3D7F-6BD6-F6A61EF7474E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2" creationId="{0450214B-5641-3F69-E7F3-664B2EE61DA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3" creationId="{232D2AB6-A896-1FAA-8B06-596DF79EDDB2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4" creationId="{E2533949-D559-6B96-BBD7-C8B0FFAF6741}"/>
          </ac:spMkLst>
        </pc:spChg>
        <pc:spChg chg="add del mod">
          <ac:chgData name="Owais Ahmed" userId="6abc7d4556b3b071" providerId="LiveId" clId="{A73E0D9C-676C-43B7-9A99-875A4AA67F46}" dt="2023-11-01T10:04:57.502" v="4491"/>
          <ac:spMkLst>
            <pc:docMk/>
            <pc:sldMk cId="3163091979" sldId="2568"/>
            <ac:spMk id="75" creationId="{721C2D42-AEC3-E0BF-79A6-CF0CBFC4044B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6" creationId="{0D71E067-E299-F0C6-8A2E-365720722D3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7" creationId="{BAA59CA3-D273-8243-1736-ACA71A37E052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99" creationId="{09E7CDE6-D415-97EB-D160-B302547EDCB7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0" creationId="{34946177-4449-B88F-B241-697695198134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1" creationId="{AB1E37C9-8259-83CB-9D62-9AC29C2B905F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2" creationId="{C3E77A41-CCC1-4715-164F-D651A76EE22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3" creationId="{B07F6A2C-1510-5454-662F-EA28688C4A79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4" creationId="{65CDD666-5E68-4964-3563-72737121A75F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5" creationId="{5F79D34A-8321-0B1C-0D26-3FD9DA4A6D90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6" creationId="{404BED28-A5FE-C775-38A2-448BEE7B8966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1" creationId="{E301F274-F8CE-6C89-BA98-176181D567B2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6" creationId="{D335BC02-001B-A57A-2CF8-78F76C0A93DB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7" creationId="{933B5C2B-E23D-F965-53D0-E37FCF477F3A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8" creationId="{C38D4138-FC0B-206E-7C92-A4AFC92E8317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9" creationId="{86242F01-5493-0B4F-3AC3-A6A075845959}"/>
          </ac:spMkLst>
        </pc:spChg>
        <pc:spChg chg="mod">
          <ac:chgData name="Owais Ahmed" userId="6abc7d4556b3b071" providerId="LiveId" clId="{A73E0D9C-676C-43B7-9A99-875A4AA67F46}" dt="2023-11-01T09:46:57.084" v="4315" actId="1076"/>
          <ac:spMkLst>
            <pc:docMk/>
            <pc:sldMk cId="3163091979" sldId="2568"/>
            <ac:spMk id="215" creationId="{00000000-0000-0000-0000-000000000000}"/>
          </ac:spMkLst>
        </pc:spChg>
        <pc:grpChg chg="add del mod">
          <ac:chgData name="Owais Ahmed" userId="6abc7d4556b3b071" providerId="LiveId" clId="{A73E0D9C-676C-43B7-9A99-875A4AA67F46}" dt="2023-11-01T09:52:11.774" v="4370" actId="165"/>
          <ac:grpSpMkLst>
            <pc:docMk/>
            <pc:sldMk cId="3163091979" sldId="2568"/>
            <ac:grpSpMk id="8" creationId="{4D35D4D0-B236-074F-B271-5AA5D0751536}"/>
          </ac:grpSpMkLst>
        </pc:grpChg>
        <pc:grpChg chg="add mod">
          <ac:chgData name="Owais Ahmed" userId="6abc7d4556b3b071" providerId="LiveId" clId="{A73E0D9C-676C-43B7-9A99-875A4AA67F46}" dt="2023-11-01T10:14:10.422" v="4591" actId="164"/>
          <ac:grpSpMkLst>
            <pc:docMk/>
            <pc:sldMk cId="3163091979" sldId="2568"/>
            <ac:grpSpMk id="120" creationId="{37E7F3B0-33CA-A21C-D653-44CADF0A2329}"/>
          </ac:grpSpMkLst>
        </pc:grpChg>
        <pc:grpChg chg="add mod">
          <ac:chgData name="Owais Ahmed" userId="6abc7d4556b3b071" providerId="LiveId" clId="{A73E0D9C-676C-43B7-9A99-875A4AA67F46}" dt="2023-11-01T10:14:10.422" v="4591" actId="164"/>
          <ac:grpSpMkLst>
            <pc:docMk/>
            <pc:sldMk cId="3163091979" sldId="2568"/>
            <ac:grpSpMk id="121" creationId="{F22D7D7D-AC04-0807-250A-ACD8EFC42426}"/>
          </ac:grpSpMkLst>
        </pc:grpChg>
        <pc:grpChg chg="add mod">
          <ac:chgData name="Owais Ahmed" userId="6abc7d4556b3b071" providerId="LiveId" clId="{A73E0D9C-676C-43B7-9A99-875A4AA67F46}" dt="2023-11-01T10:14:21.171" v="4592" actId="164"/>
          <ac:grpSpMkLst>
            <pc:docMk/>
            <pc:sldMk cId="3163091979" sldId="2568"/>
            <ac:grpSpMk id="122" creationId="{776EA610-3B34-8EE3-7CB3-44A6F9407CB8}"/>
          </ac:grpSpMkLst>
        </pc:grpChg>
        <pc:grpChg chg="add mod">
          <ac:chgData name="Owais Ahmed" userId="6abc7d4556b3b071" providerId="LiveId" clId="{A73E0D9C-676C-43B7-9A99-875A4AA67F46}" dt="2023-11-01T10:14:29.996" v="4593" actId="164"/>
          <ac:grpSpMkLst>
            <pc:docMk/>
            <pc:sldMk cId="3163091979" sldId="2568"/>
            <ac:grpSpMk id="123" creationId="{D83AEC27-D780-F55B-1E06-9326615E754A}"/>
          </ac:grpSpMkLst>
        </pc:grpChg>
        <pc:grpChg chg="add mod">
          <ac:chgData name="Owais Ahmed" userId="6abc7d4556b3b071" providerId="LiveId" clId="{A73E0D9C-676C-43B7-9A99-875A4AA67F46}" dt="2023-11-01T10:14:39.786" v="4594" actId="164"/>
          <ac:grpSpMkLst>
            <pc:docMk/>
            <pc:sldMk cId="3163091979" sldId="2568"/>
            <ac:grpSpMk id="124" creationId="{6A886EC0-5493-92D1-5C9B-572DBC1224EA}"/>
          </ac:grpSpMkLst>
        </pc:grpChg>
        <pc:grpChg chg="add mod">
          <ac:chgData name="Owais Ahmed" userId="6abc7d4556b3b071" providerId="LiveId" clId="{A73E0D9C-676C-43B7-9A99-875A4AA67F46}" dt="2023-11-01T10:14:45.259" v="4595" actId="164"/>
          <ac:grpSpMkLst>
            <pc:docMk/>
            <pc:sldMk cId="3163091979" sldId="2568"/>
            <ac:grpSpMk id="125" creationId="{372B1379-3BE9-FB40-629B-44B184F96767}"/>
          </ac:grpSpMkLst>
        </pc:grpChg>
        <pc:grpChg chg="add mod">
          <ac:chgData name="Owais Ahmed" userId="6abc7d4556b3b071" providerId="LiveId" clId="{A73E0D9C-676C-43B7-9A99-875A4AA67F46}" dt="2023-11-01T10:14:56.499" v="4596" actId="164"/>
          <ac:grpSpMkLst>
            <pc:docMk/>
            <pc:sldMk cId="3163091979" sldId="2568"/>
            <ac:grpSpMk id="126" creationId="{DFC75BE8-F648-3FB3-4530-394D2258BC2B}"/>
          </ac:grpSpMkLst>
        </pc:grpChg>
        <pc:graphicFrameChg chg="del">
          <ac:chgData name="Owais Ahmed" userId="6abc7d4556b3b071" providerId="LiveId" clId="{A73E0D9C-676C-43B7-9A99-875A4AA67F46}" dt="2023-11-01T09:44:53.122" v="4243" actId="478"/>
          <ac:graphicFrameMkLst>
            <pc:docMk/>
            <pc:sldMk cId="3163091979" sldId="2568"/>
            <ac:graphicFrameMk id="4" creationId="{57C6CE5B-28E6-3601-53E7-C7DDF4BF5C4B}"/>
          </ac:graphicFrameMkLst>
        </pc:graphicFrameChg>
        <pc:graphicFrameChg chg="add del mod modGraphic">
          <ac:chgData name="Owais Ahmed" userId="6abc7d4556b3b071" providerId="LiveId" clId="{A73E0D9C-676C-43B7-9A99-875A4AA67F46}" dt="2023-11-01T09:51:32.184" v="4360" actId="18245"/>
          <ac:graphicFrameMkLst>
            <pc:docMk/>
            <pc:sldMk cId="3163091979" sldId="2568"/>
            <ac:graphicFrameMk id="5" creationId="{C84D9F91-9B47-8231-AA28-8236118A09DB}"/>
          </ac:graphicFrameMkLst>
        </pc:graphicFrameChg>
        <pc:cxnChg chg="del mod">
          <ac:chgData name="Owais Ahmed" userId="6abc7d4556b3b071" providerId="LiveId" clId="{A73E0D9C-676C-43B7-9A99-875A4AA67F46}" dt="2023-11-01T09:49:21.490" v="4354" actId="478"/>
          <ac:cxnSpMkLst>
            <pc:docMk/>
            <pc:sldMk cId="3163091979" sldId="2568"/>
            <ac:cxnSpMk id="26" creationId="{E4EFFF76-B83C-B0E8-CEBD-F75402658650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28" creationId="{A07F829E-F840-E581-2363-267280976922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31" creationId="{14F9AB7C-7C99-E7DA-BD3E-85892AC0B164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33" creationId="{4AEC6057-6FB8-DD8D-5F96-F9E8BBD7D56E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1" creationId="{64D76290-5388-F145-C2A8-C4AB58433F6E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3" creationId="{AF6C53BF-EA22-CE93-0D5C-84F080B231B4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6" creationId="{57475851-EAEE-8B03-DCB3-673357A57A8D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8" creationId="{796894D6-8A92-56E0-5DDB-6FAB0BD9E8A9}"/>
          </ac:cxnSpMkLst>
        </pc:cxnChg>
        <pc:cxnChg chg="add del mod">
          <ac:chgData name="Owais Ahmed" userId="6abc7d4556b3b071" providerId="LiveId" clId="{A73E0D9C-676C-43B7-9A99-875A4AA67F46}" dt="2023-11-01T09:54:57.883" v="4411" actId="11529"/>
          <ac:cxnSpMkLst>
            <pc:docMk/>
            <pc:sldMk cId="3163091979" sldId="2568"/>
            <ac:cxnSpMk id="49" creationId="{2AE9B71E-5BC5-2702-337B-F89918FDC76D}"/>
          </ac:cxnSpMkLst>
        </pc:cxnChg>
        <pc:cxnChg chg="add del mod">
          <ac:chgData name="Owais Ahmed" userId="6abc7d4556b3b071" providerId="LiveId" clId="{A73E0D9C-676C-43B7-9A99-875A4AA67F46}" dt="2023-11-01T09:55:09.816" v="4413" actId="11529"/>
          <ac:cxnSpMkLst>
            <pc:docMk/>
            <pc:sldMk cId="3163091979" sldId="2568"/>
            <ac:cxnSpMk id="51" creationId="{8DA44400-5B13-6482-0AD9-67256D595B8D}"/>
          </ac:cxnSpMkLst>
        </pc:cxnChg>
        <pc:cxnChg chg="add del mod">
          <ac:chgData name="Owais Ahmed" userId="6abc7d4556b3b071" providerId="LiveId" clId="{A73E0D9C-676C-43B7-9A99-875A4AA67F46}" dt="2023-11-01T09:56:56.526" v="4441" actId="11529"/>
          <ac:cxnSpMkLst>
            <pc:docMk/>
            <pc:sldMk cId="3163091979" sldId="2568"/>
            <ac:cxnSpMk id="53" creationId="{E0A70951-9894-ABFE-611A-36D1AA0C0641}"/>
          </ac:cxnSpMkLst>
        </pc:cxnChg>
        <pc:cxnChg chg="add del">
          <ac:chgData name="Owais Ahmed" userId="6abc7d4556b3b071" providerId="LiveId" clId="{A73E0D9C-676C-43B7-9A99-875A4AA67F46}" dt="2023-11-01T09:55:28.125" v="4418" actId="11529"/>
          <ac:cxnSpMkLst>
            <pc:docMk/>
            <pc:sldMk cId="3163091979" sldId="2568"/>
            <ac:cxnSpMk id="55" creationId="{CD790572-9650-3E1F-3C02-B6EA6316B9BF}"/>
          </ac:cxnSpMkLst>
        </pc:cxnChg>
        <pc:cxnChg chg="add del mod">
          <ac:chgData name="Owais Ahmed" userId="6abc7d4556b3b071" providerId="LiveId" clId="{A73E0D9C-676C-43B7-9A99-875A4AA67F46}" dt="2023-11-01T09:56:41.332" v="4435" actId="11529"/>
          <ac:cxnSpMkLst>
            <pc:docMk/>
            <pc:sldMk cId="3163091979" sldId="2568"/>
            <ac:cxnSpMk id="57" creationId="{6C3C515F-32C2-AB26-89FF-396A75270133}"/>
          </ac:cxnSpMkLst>
        </pc:cxnChg>
        <pc:cxnChg chg="add del mod">
          <ac:chgData name="Owais Ahmed" userId="6abc7d4556b3b071" providerId="LiveId" clId="{A73E0D9C-676C-43B7-9A99-875A4AA67F46}" dt="2023-11-01T09:56:40.557" v="4433" actId="11529"/>
          <ac:cxnSpMkLst>
            <pc:docMk/>
            <pc:sldMk cId="3163091979" sldId="2568"/>
            <ac:cxnSpMk id="59" creationId="{3AB39198-5A04-7350-0AF6-905DB82D7A1A}"/>
          </ac:cxnSpMkLst>
        </pc:cxnChg>
        <pc:cxnChg chg="add del mod">
          <ac:chgData name="Owais Ahmed" userId="6abc7d4556b3b071" providerId="LiveId" clId="{A73E0D9C-676C-43B7-9A99-875A4AA67F46}" dt="2023-11-01T09:56:12.639" v="4425" actId="11529"/>
          <ac:cxnSpMkLst>
            <pc:docMk/>
            <pc:sldMk cId="3163091979" sldId="2568"/>
            <ac:cxnSpMk id="61" creationId="{C61F4320-A3DC-0BCB-057A-A054C1AC4B09}"/>
          </ac:cxnSpMkLst>
        </pc:cxnChg>
        <pc:cxnChg chg="add del mod">
          <ac:chgData name="Owais Ahmed" userId="6abc7d4556b3b071" providerId="LiveId" clId="{A73E0D9C-676C-43B7-9A99-875A4AA67F46}" dt="2023-11-01T09:56:39.890" v="4431" actId="11529"/>
          <ac:cxnSpMkLst>
            <pc:docMk/>
            <pc:sldMk cId="3163091979" sldId="2568"/>
            <ac:cxnSpMk id="63" creationId="{3156C520-6D18-0664-BA19-A08C106665B1}"/>
          </ac:cxnSpMkLst>
        </pc:cxnChg>
        <pc:cxnChg chg="add del mod">
          <ac:chgData name="Owais Ahmed" userId="6abc7d4556b3b071" providerId="LiveId" clId="{A73E0D9C-676C-43B7-9A99-875A4AA67F46}" dt="2023-11-01T09:56:39.640" v="4430" actId="11529"/>
          <ac:cxnSpMkLst>
            <pc:docMk/>
            <pc:sldMk cId="3163091979" sldId="2568"/>
            <ac:cxnSpMk id="65" creationId="{610A26BE-BFB1-A8BE-388B-C112D04EC202}"/>
          </ac:cxnSpMkLst>
        </pc:cxnChg>
        <pc:cxnChg chg="add del mod">
          <ac:chgData name="Owais Ahmed" userId="6abc7d4556b3b071" providerId="LiveId" clId="{A73E0D9C-676C-43B7-9A99-875A4AA67F46}" dt="2023-11-01T09:56:38.526" v="4429" actId="11529"/>
          <ac:cxnSpMkLst>
            <pc:docMk/>
            <pc:sldMk cId="3163091979" sldId="2568"/>
            <ac:cxnSpMk id="67" creationId="{46298143-CD07-D218-6ABA-AC10389577B5}"/>
          </ac:cxnSpMkLst>
        </pc:cxnChg>
        <pc:cxnChg chg="add mod">
          <ac:chgData name="Owais Ahmed" userId="6abc7d4556b3b071" providerId="LiveId" clId="{A73E0D9C-676C-43B7-9A99-875A4AA67F46}" dt="2023-11-01T10:14:21.171" v="4592" actId="164"/>
          <ac:cxnSpMkLst>
            <pc:docMk/>
            <pc:sldMk cId="3163091979" sldId="2568"/>
            <ac:cxnSpMk id="79" creationId="{FD88976C-AF76-30AA-F419-B7BAAA1F03CA}"/>
          </ac:cxnSpMkLst>
        </pc:cxnChg>
        <pc:cxnChg chg="add mod">
          <ac:chgData name="Owais Ahmed" userId="6abc7d4556b3b071" providerId="LiveId" clId="{A73E0D9C-676C-43B7-9A99-875A4AA67F46}" dt="2023-11-01T10:14:21.171" v="4592" actId="164"/>
          <ac:cxnSpMkLst>
            <pc:docMk/>
            <pc:sldMk cId="3163091979" sldId="2568"/>
            <ac:cxnSpMk id="81" creationId="{6B677DD5-DFA8-63C0-3933-3ED2694F0B52}"/>
          </ac:cxnSpMkLst>
        </pc:cxnChg>
        <pc:cxnChg chg="add mod">
          <ac:chgData name="Owais Ahmed" userId="6abc7d4556b3b071" providerId="LiveId" clId="{A73E0D9C-676C-43B7-9A99-875A4AA67F46}" dt="2023-11-01T10:14:29.996" v="4593" actId="164"/>
          <ac:cxnSpMkLst>
            <pc:docMk/>
            <pc:sldMk cId="3163091979" sldId="2568"/>
            <ac:cxnSpMk id="83" creationId="{F2E6B8DA-238F-15A1-A935-2E319B8FA3D1}"/>
          </ac:cxnSpMkLst>
        </pc:cxnChg>
        <pc:cxnChg chg="add mod">
          <ac:chgData name="Owais Ahmed" userId="6abc7d4556b3b071" providerId="LiveId" clId="{A73E0D9C-676C-43B7-9A99-875A4AA67F46}" dt="2023-11-01T10:14:29.996" v="4593" actId="164"/>
          <ac:cxnSpMkLst>
            <pc:docMk/>
            <pc:sldMk cId="3163091979" sldId="2568"/>
            <ac:cxnSpMk id="85" creationId="{6339F942-E619-2B63-EE71-19656A337D64}"/>
          </ac:cxnSpMkLst>
        </pc:cxnChg>
        <pc:cxnChg chg="add mod">
          <ac:chgData name="Owais Ahmed" userId="6abc7d4556b3b071" providerId="LiveId" clId="{A73E0D9C-676C-43B7-9A99-875A4AA67F46}" dt="2023-11-01T10:14:45.259" v="4595" actId="164"/>
          <ac:cxnSpMkLst>
            <pc:docMk/>
            <pc:sldMk cId="3163091979" sldId="2568"/>
            <ac:cxnSpMk id="87" creationId="{0DB551ED-E558-32EE-2D48-239E2734B3D4}"/>
          </ac:cxnSpMkLst>
        </pc:cxnChg>
        <pc:cxnChg chg="add mod">
          <ac:chgData name="Owais Ahmed" userId="6abc7d4556b3b071" providerId="LiveId" clId="{A73E0D9C-676C-43B7-9A99-875A4AA67F46}" dt="2023-11-01T10:14:39.786" v="4594" actId="164"/>
          <ac:cxnSpMkLst>
            <pc:docMk/>
            <pc:sldMk cId="3163091979" sldId="2568"/>
            <ac:cxnSpMk id="90" creationId="{9E9C9FA7-CD7C-DB3B-651F-D17F714E58A5}"/>
          </ac:cxnSpMkLst>
        </pc:cxnChg>
        <pc:cxnChg chg="add mod">
          <ac:chgData name="Owais Ahmed" userId="6abc7d4556b3b071" providerId="LiveId" clId="{A73E0D9C-676C-43B7-9A99-875A4AA67F46}" dt="2023-11-01T10:14:39.786" v="4594" actId="164"/>
          <ac:cxnSpMkLst>
            <pc:docMk/>
            <pc:sldMk cId="3163091979" sldId="2568"/>
            <ac:cxnSpMk id="92" creationId="{E21F82FB-9C82-2B6D-799A-2D6856424F93}"/>
          </ac:cxnSpMkLst>
        </pc:cxnChg>
        <pc:cxnChg chg="add mod">
          <ac:chgData name="Owais Ahmed" userId="6abc7d4556b3b071" providerId="LiveId" clId="{A73E0D9C-676C-43B7-9A99-875A4AA67F46}" dt="2023-11-01T10:14:45.259" v="4595" actId="164"/>
          <ac:cxnSpMkLst>
            <pc:docMk/>
            <pc:sldMk cId="3163091979" sldId="2568"/>
            <ac:cxnSpMk id="94" creationId="{891FC1A9-51B5-063A-3320-8DED74EDC89D}"/>
          </ac:cxnSpMkLst>
        </pc:cxnChg>
      </pc:sldChg>
      <pc:sldChg chg="addSp modSp add mod ord modAnim">
        <pc:chgData name="Owais Ahmed" userId="6abc7d4556b3b071" providerId="LiveId" clId="{A73E0D9C-676C-43B7-9A99-875A4AA67F46}" dt="2023-11-01T10:27:57.830" v="5186" actId="20577"/>
        <pc:sldMkLst>
          <pc:docMk/>
          <pc:sldMk cId="1491632328" sldId="2569"/>
        </pc:sldMkLst>
        <pc:spChg chg="mod">
          <ac:chgData name="Owais Ahmed" userId="6abc7d4556b3b071" providerId="LiveId" clId="{A73E0D9C-676C-43B7-9A99-875A4AA67F46}" dt="2023-11-01T10:27:57.830" v="5186" actId="20577"/>
          <ac:spMkLst>
            <pc:docMk/>
            <pc:sldMk cId="1491632328" sldId="2569"/>
            <ac:spMk id="3" creationId="{4A1C0383-58FE-E486-295E-B33B8683B938}"/>
          </ac:spMkLst>
        </pc:spChg>
        <pc:graphicFrameChg chg="add mod modGraphic">
          <ac:chgData name="Owais Ahmed" userId="6abc7d4556b3b071" providerId="LiveId" clId="{A73E0D9C-676C-43B7-9A99-875A4AA67F46}" dt="2023-11-01T10:24:27.016" v="4931" actId="1076"/>
          <ac:graphicFrameMkLst>
            <pc:docMk/>
            <pc:sldMk cId="1491632328" sldId="2569"/>
            <ac:graphicFrameMk id="4" creationId="{1886179F-B192-0DC6-38FB-8E73C6ECFA83}"/>
          </ac:graphicFrameMkLst>
        </pc:graphicFrame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631501028" sldId="2569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38675736" sldId="2570"/>
        </pc:sldMkLst>
      </pc:sldChg>
      <pc:sldChg chg="modSp add mod ord modAnim">
        <pc:chgData name="Owais Ahmed" userId="6abc7d4556b3b071" providerId="LiveId" clId="{A73E0D9C-676C-43B7-9A99-875A4AA67F46}" dt="2023-11-01T10:35:40.948" v="6025" actId="20577"/>
        <pc:sldMkLst>
          <pc:docMk/>
          <pc:sldMk cId="2792038537" sldId="2570"/>
        </pc:sldMkLst>
        <pc:spChg chg="mod">
          <ac:chgData name="Owais Ahmed" userId="6abc7d4556b3b071" providerId="LiveId" clId="{A73E0D9C-676C-43B7-9A99-875A4AA67F46}" dt="2023-11-01T10:35:40.948" v="6025" actId="20577"/>
          <ac:spMkLst>
            <pc:docMk/>
            <pc:sldMk cId="2792038537" sldId="2570"/>
            <ac:spMk id="3" creationId="{4A1C0383-58FE-E486-295E-B33B8683B938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374809449" sldId="2571"/>
        </pc:sldMkLst>
      </pc:sldChg>
      <pc:sldChg chg="modSp add mod modAnim">
        <pc:chgData name="Owais Ahmed" userId="6abc7d4556b3b071" providerId="LiveId" clId="{A73E0D9C-676C-43B7-9A99-875A4AA67F46}" dt="2023-11-08T08:21:51.690" v="7312" actId="20577"/>
        <pc:sldMkLst>
          <pc:docMk/>
          <pc:sldMk cId="1305108838" sldId="2571"/>
        </pc:sldMkLst>
        <pc:spChg chg="mod">
          <ac:chgData name="Owais Ahmed" userId="6abc7d4556b3b071" providerId="LiveId" clId="{A73E0D9C-676C-43B7-9A99-875A4AA67F46}" dt="2023-11-08T08:21:51.690" v="7312" actId="20577"/>
          <ac:spMkLst>
            <pc:docMk/>
            <pc:sldMk cId="1305108838" sldId="2571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1-08T08:01:48.371" v="6156" actId="20577"/>
          <ac:spMkLst>
            <pc:docMk/>
            <pc:sldMk cId="1305108838" sldId="2571"/>
            <ac:spMk id="215" creationId="{00000000-0000-0000-0000-000000000000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771613767" sldId="2572"/>
        </pc:sldMkLst>
      </pc:sldChg>
      <pc:sldChg chg="addSp modSp add mod modAnim">
        <pc:chgData name="Owais Ahmed" userId="6abc7d4556b3b071" providerId="LiveId" clId="{A73E0D9C-676C-43B7-9A99-875A4AA67F46}" dt="2023-11-27T08:53:32.175" v="8787" actId="20577"/>
        <pc:sldMkLst>
          <pc:docMk/>
          <pc:sldMk cId="2248356840" sldId="2572"/>
        </pc:sldMkLst>
        <pc:spChg chg="mod">
          <ac:chgData name="Owais Ahmed" userId="6abc7d4556b3b071" providerId="LiveId" clId="{A73E0D9C-676C-43B7-9A99-875A4AA67F46}" dt="2023-11-27T08:53:32.175" v="8787" actId="20577"/>
          <ac:spMkLst>
            <pc:docMk/>
            <pc:sldMk cId="2248356840" sldId="2572"/>
            <ac:spMk id="3" creationId="{4A1C0383-58FE-E486-295E-B33B8683B938}"/>
          </ac:spMkLst>
        </pc:spChg>
        <pc:spChg chg="add mod">
          <ac:chgData name="Owais Ahmed" userId="6abc7d4556b3b071" providerId="LiveId" clId="{A73E0D9C-676C-43B7-9A99-875A4AA67F46}" dt="2023-11-27T08:52:00.874" v="8651" actId="27636"/>
          <ac:spMkLst>
            <pc:docMk/>
            <pc:sldMk cId="2248356840" sldId="2572"/>
            <ac:spMk id="4" creationId="{0C092F88-C68E-5338-85F5-48DB7C3F018D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3391492129" sldId="2573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860775333" sldId="2574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100516667" sldId="2575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334425768" sldId="2576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987271229" sldId="2577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529958825" sldId="2578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566144150" sldId="2579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265411487" sldId="2580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063931830" sldId="2581"/>
        </pc:sldMkLst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81CA97F3-07D4-40E2-83B8-88E50E57682F}"/>
    <pc:docChg chg="undo custSel addSld modSld">
      <pc:chgData name="Owais Ahmed" userId="6abc7d4556b3b071" providerId="LiveId" clId="{81CA97F3-07D4-40E2-83B8-88E50E57682F}" dt="2023-12-06T12:06:57.685" v="951" actId="1076"/>
      <pc:docMkLst>
        <pc:docMk/>
      </pc:docMkLst>
      <pc:sldChg chg="modSp mod">
        <pc:chgData name="Owais Ahmed" userId="6abc7d4556b3b071" providerId="LiveId" clId="{81CA97F3-07D4-40E2-83B8-88E50E57682F}" dt="2023-12-06T11:06:14.589" v="82" actId="20577"/>
        <pc:sldMkLst>
          <pc:docMk/>
          <pc:sldMk cId="1649098948" sldId="2462"/>
        </pc:sldMkLst>
        <pc:spChg chg="mod">
          <ac:chgData name="Owais Ahmed" userId="6abc7d4556b3b071" providerId="LiveId" clId="{81CA97F3-07D4-40E2-83B8-88E50E57682F}" dt="2023-12-06T11:06:14.589" v="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">
        <pc:chgData name="Owais Ahmed" userId="6abc7d4556b3b071" providerId="LiveId" clId="{81CA97F3-07D4-40E2-83B8-88E50E57682F}" dt="2023-12-06T11:03:52.377" v="0"/>
        <pc:sldMkLst>
          <pc:docMk/>
          <pc:sldMk cId="146856052" sldId="2503"/>
        </pc:sldMkLst>
        <pc:spChg chg="mod">
          <ac:chgData name="Owais Ahmed" userId="6abc7d4556b3b071" providerId="LiveId" clId="{81CA97F3-07D4-40E2-83B8-88E50E57682F}" dt="2023-12-06T11:03:52.377" v="0"/>
          <ac:spMkLst>
            <pc:docMk/>
            <pc:sldMk cId="146856052" sldId="2503"/>
            <ac:spMk id="9" creationId="{79DC1498-E692-42BA-B69F-6D37E6CFACA0}"/>
          </ac:spMkLst>
        </pc:spChg>
      </pc:sldChg>
      <pc:sldChg chg="modSp mod modAnim">
        <pc:chgData name="Owais Ahmed" userId="6abc7d4556b3b071" providerId="LiveId" clId="{81CA97F3-07D4-40E2-83B8-88E50E57682F}" dt="2023-12-06T11:12:21.775" v="500" actId="20577"/>
        <pc:sldMkLst>
          <pc:docMk/>
          <pc:sldMk cId="296501705" sldId="2557"/>
        </pc:sldMkLst>
        <pc:spChg chg="mod">
          <ac:chgData name="Owais Ahmed" userId="6abc7d4556b3b071" providerId="LiveId" clId="{81CA97F3-07D4-40E2-83B8-88E50E57682F}" dt="2023-12-06T11:12:21.775" v="50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1CA97F3-07D4-40E2-83B8-88E50E57682F}" dt="2023-12-06T11:07:21.277" v="94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mod modAnim">
        <pc:chgData name="Owais Ahmed" userId="6abc7d4556b3b071" providerId="LiveId" clId="{81CA97F3-07D4-40E2-83B8-88E50E57682F}" dt="2023-12-06T11:58:37.385" v="850" actId="208"/>
        <pc:sldMkLst>
          <pc:docMk/>
          <pc:sldMk cId="1466069214" sldId="2558"/>
        </pc:sldMkLst>
        <pc:spChg chg="mod">
          <ac:chgData name="Owais Ahmed" userId="6abc7d4556b3b071" providerId="LiveId" clId="{81CA97F3-07D4-40E2-83B8-88E50E57682F}" dt="2023-12-06T11:58:19.285" v="848" actId="20577"/>
          <ac:spMkLst>
            <pc:docMk/>
            <pc:sldMk cId="1466069214" sldId="2558"/>
            <ac:spMk id="3" creationId="{4A1C0383-58FE-E486-295E-B33B8683B938}"/>
          </ac:spMkLst>
        </pc:spChg>
        <pc:picChg chg="add del">
          <ac:chgData name="Owais Ahmed" userId="6abc7d4556b3b071" providerId="LiveId" clId="{81CA97F3-07D4-40E2-83B8-88E50E57682F}" dt="2023-12-06T11:57:47.515" v="798"/>
          <ac:picMkLst>
            <pc:docMk/>
            <pc:sldMk cId="1466069214" sldId="2558"/>
            <ac:picMk id="1026" creationId="{378DF756-400E-2765-321C-97D6B5DD6C16}"/>
          </ac:picMkLst>
        </pc:picChg>
        <pc:picChg chg="add mod">
          <ac:chgData name="Owais Ahmed" userId="6abc7d4556b3b071" providerId="LiveId" clId="{81CA97F3-07D4-40E2-83B8-88E50E57682F}" dt="2023-12-06T11:58:37.385" v="850" actId="208"/>
          <ac:picMkLst>
            <pc:docMk/>
            <pc:sldMk cId="1466069214" sldId="2558"/>
            <ac:picMk id="1028" creationId="{A9BAED3D-52DA-71E5-DE89-364D5D8EB2B1}"/>
          </ac:picMkLst>
        </pc:picChg>
      </pc:sldChg>
      <pc:sldChg chg="addSp delSp modSp add mod delAnim modAnim">
        <pc:chgData name="Owais Ahmed" userId="6abc7d4556b3b071" providerId="LiveId" clId="{81CA97F3-07D4-40E2-83B8-88E50E57682F}" dt="2023-12-06T12:06:57.685" v="951" actId="1076"/>
        <pc:sldMkLst>
          <pc:docMk/>
          <pc:sldMk cId="3128610596" sldId="2573"/>
        </pc:sldMkLst>
        <pc:spChg chg="del mod">
          <ac:chgData name="Owais Ahmed" userId="6abc7d4556b3b071" providerId="LiveId" clId="{81CA97F3-07D4-40E2-83B8-88E50E57682F}" dt="2023-12-06T11:59:20.206" v="935" actId="478"/>
          <ac:spMkLst>
            <pc:docMk/>
            <pc:sldMk cId="3128610596" sldId="2573"/>
            <ac:spMk id="3" creationId="{4A1C0383-58FE-E486-295E-B33B8683B938}"/>
          </ac:spMkLst>
        </pc:spChg>
        <pc:picChg chg="add del mod">
          <ac:chgData name="Owais Ahmed" userId="6abc7d4556b3b071" providerId="LiveId" clId="{81CA97F3-07D4-40E2-83B8-88E50E57682F}" dt="2023-12-06T12:06:53.613" v="950" actId="14100"/>
          <ac:picMkLst>
            <pc:docMk/>
            <pc:sldMk cId="3128610596" sldId="2573"/>
            <ac:picMk id="4" creationId="{0036E5AC-22BC-5688-1C64-C772BA1131FF}"/>
          </ac:picMkLst>
        </pc:picChg>
        <pc:picChg chg="add del">
          <ac:chgData name="Owais Ahmed" userId="6abc7d4556b3b071" providerId="LiveId" clId="{81CA97F3-07D4-40E2-83B8-88E50E57682F}" dt="2023-12-06T12:06:19.965" v="942" actId="22"/>
          <ac:picMkLst>
            <pc:docMk/>
            <pc:sldMk cId="3128610596" sldId="2573"/>
            <ac:picMk id="6" creationId="{4FBDB016-35EE-ECD4-73D0-C52C9FBB61E5}"/>
          </ac:picMkLst>
        </pc:picChg>
        <pc:picChg chg="add del mod">
          <ac:chgData name="Owais Ahmed" userId="6abc7d4556b3b071" providerId="LiveId" clId="{81CA97F3-07D4-40E2-83B8-88E50E57682F}" dt="2023-12-06T12:06:19.692" v="941"/>
          <ac:picMkLst>
            <pc:docMk/>
            <pc:sldMk cId="3128610596" sldId="2573"/>
            <ac:picMk id="7" creationId="{69417AB3-7B8E-C1EA-AEA9-4C94185ACBE3}"/>
          </ac:picMkLst>
        </pc:picChg>
        <pc:picChg chg="add del mod">
          <ac:chgData name="Owais Ahmed" userId="6abc7d4556b3b071" providerId="LiveId" clId="{81CA97F3-07D4-40E2-83B8-88E50E57682F}" dt="2023-12-06T12:06:22.448" v="945"/>
          <ac:picMkLst>
            <pc:docMk/>
            <pc:sldMk cId="3128610596" sldId="2573"/>
            <ac:picMk id="8" creationId="{E505A230-BCFD-2762-41C1-FA72F043F03F}"/>
          </ac:picMkLst>
        </pc:picChg>
        <pc:picChg chg="add mod">
          <ac:chgData name="Owais Ahmed" userId="6abc7d4556b3b071" providerId="LiveId" clId="{81CA97F3-07D4-40E2-83B8-88E50E57682F}" dt="2023-12-06T12:06:57.685" v="951" actId="1076"/>
          <ac:picMkLst>
            <pc:docMk/>
            <pc:sldMk cId="3128610596" sldId="2573"/>
            <ac:picMk id="10" creationId="{E0E9F8CD-10F3-03D2-8E86-7940961D62D4}"/>
          </ac:picMkLst>
        </pc:picChg>
        <pc:picChg chg="del">
          <ac:chgData name="Owais Ahmed" userId="6abc7d4556b3b071" providerId="LiveId" clId="{81CA97F3-07D4-40E2-83B8-88E50E57682F}" dt="2023-12-06T11:58:41.457" v="851" actId="478"/>
          <ac:picMkLst>
            <pc:docMk/>
            <pc:sldMk cId="3128610596" sldId="2573"/>
            <ac:picMk id="1028" creationId="{A9BAED3D-52DA-71E5-DE89-364D5D8EB2B1}"/>
          </ac:picMkLst>
        </pc:picChg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69A6FD51-02D8-45A5-972C-CEF9253318D0}"/>
    <pc:docChg chg="undo redo custSel addSld delSld modSld sldOrd">
      <pc:chgData name="Owais Ahmed" userId="6abc7d4556b3b071" providerId="LiveId" clId="{69A6FD51-02D8-45A5-972C-CEF9253318D0}" dt="2023-12-14T09:50:10.201" v="10680"/>
      <pc:docMkLst>
        <pc:docMk/>
      </pc:docMkLst>
      <pc:sldChg chg="modSp mod">
        <pc:chgData name="Owais Ahmed" userId="6abc7d4556b3b071" providerId="LiveId" clId="{69A6FD51-02D8-45A5-972C-CEF9253318D0}" dt="2023-12-13T15:01:23.963" v="9515" actId="20577"/>
        <pc:sldMkLst>
          <pc:docMk/>
          <pc:sldMk cId="1649098948" sldId="2462"/>
        </pc:sldMkLst>
        <pc:spChg chg="mod">
          <ac:chgData name="Owais Ahmed" userId="6abc7d4556b3b071" providerId="LiveId" clId="{69A6FD51-02D8-45A5-972C-CEF9253318D0}" dt="2023-12-13T15:01:23.963" v="95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">
        <pc:chgData name="Owais Ahmed" userId="6abc7d4556b3b071" providerId="LiveId" clId="{69A6FD51-02D8-45A5-972C-CEF9253318D0}" dt="2023-12-13T10:37:25.365" v="5867" actId="115"/>
        <pc:sldMkLst>
          <pc:docMk/>
          <pc:sldMk cId="296501705" sldId="2557"/>
        </pc:sldMkLst>
        <pc:spChg chg="mod">
          <ac:chgData name="Owais Ahmed" userId="6abc7d4556b3b071" providerId="LiveId" clId="{69A6FD51-02D8-45A5-972C-CEF9253318D0}" dt="2023-12-13T10:37:25.365" v="5867" actId="115"/>
          <ac:spMkLst>
            <pc:docMk/>
            <pc:sldMk cId="296501705" sldId="2557"/>
            <ac:spMk id="3" creationId="{4A1C0383-58FE-E486-295E-B33B8683B938}"/>
          </ac:spMkLst>
        </pc:spChg>
      </pc:sldChg>
      <pc:sldChg chg="addSp delSp modSp mod">
        <pc:chgData name="Owais Ahmed" userId="6abc7d4556b3b071" providerId="LiveId" clId="{69A6FD51-02D8-45A5-972C-CEF9253318D0}" dt="2023-12-07T05:34:37.150" v="51" actId="20577"/>
        <pc:sldMkLst>
          <pc:docMk/>
          <pc:sldMk cId="1466069214" sldId="2558"/>
        </pc:sldMkLst>
        <pc:spChg chg="mod">
          <ac:chgData name="Owais Ahmed" userId="6abc7d4556b3b071" providerId="LiveId" clId="{69A6FD51-02D8-45A5-972C-CEF9253318D0}" dt="2023-12-07T05:34:37.150" v="51" actId="20577"/>
          <ac:spMkLst>
            <pc:docMk/>
            <pc:sldMk cId="1466069214" sldId="2558"/>
            <ac:spMk id="3" creationId="{4A1C0383-58FE-E486-295E-B33B8683B938}"/>
          </ac:spMkLst>
        </pc:spChg>
        <pc:graphicFrameChg chg="add del mod">
          <ac:chgData name="Owais Ahmed" userId="6abc7d4556b3b071" providerId="LiveId" clId="{69A6FD51-02D8-45A5-972C-CEF9253318D0}" dt="2023-12-07T05:31:13.315" v="4"/>
          <ac:graphicFrameMkLst>
            <pc:docMk/>
            <pc:sldMk cId="1466069214" sldId="2558"/>
            <ac:graphicFrameMk id="4" creationId="{D4B6EC4A-58A7-0226-D177-80806A2674E9}"/>
          </ac:graphicFrameMkLst>
        </pc:graphicFrameChg>
        <pc:graphicFrameChg chg="add del mod">
          <ac:chgData name="Owais Ahmed" userId="6abc7d4556b3b071" providerId="LiveId" clId="{69A6FD51-02D8-45A5-972C-CEF9253318D0}" dt="2023-12-07T05:32:08.612" v="10"/>
          <ac:graphicFrameMkLst>
            <pc:docMk/>
            <pc:sldMk cId="1466069214" sldId="2558"/>
            <ac:graphicFrameMk id="7" creationId="{82BB582C-FA39-7905-2A92-B9363B40714F}"/>
          </ac:graphicFrameMkLst>
        </pc:graphicFrameChg>
        <pc:picChg chg="del">
          <ac:chgData name="Owais Ahmed" userId="6abc7d4556b3b071" providerId="LiveId" clId="{69A6FD51-02D8-45A5-972C-CEF9253318D0}" dt="2023-12-07T05:31:21.430" v="5"/>
          <ac:picMkLst>
            <pc:docMk/>
            <pc:sldMk cId="1466069214" sldId="2558"/>
            <ac:picMk id="5" creationId="{D9FE8C76-4EC1-CE7E-3069-EB43DA9AD199}"/>
          </ac:picMkLst>
        </pc:picChg>
        <pc:picChg chg="del">
          <ac:chgData name="Owais Ahmed" userId="6abc7d4556b3b071" providerId="LiveId" clId="{69A6FD51-02D8-45A5-972C-CEF9253318D0}" dt="2023-12-07T05:31:25.262" v="6"/>
          <ac:picMkLst>
            <pc:docMk/>
            <pc:sldMk cId="1466069214" sldId="2558"/>
            <ac:picMk id="6" creationId="{53A0C4F4-CD7B-69A0-1D46-11BFAEAA156D}"/>
          </ac:picMkLst>
        </pc:picChg>
        <pc:picChg chg="del mod">
          <ac:chgData name="Owais Ahmed" userId="6abc7d4556b3b071" providerId="LiveId" clId="{69A6FD51-02D8-45A5-972C-CEF9253318D0}" dt="2023-12-07T05:32:33.324" v="15"/>
          <ac:picMkLst>
            <pc:docMk/>
            <pc:sldMk cId="1466069214" sldId="2558"/>
            <ac:picMk id="8" creationId="{A3036178-7945-33C6-B583-CD9DAEC250AB}"/>
          </ac:picMkLst>
        </pc:picChg>
        <pc:picChg chg="add mod">
          <ac:chgData name="Owais Ahmed" userId="6abc7d4556b3b071" providerId="LiveId" clId="{69A6FD51-02D8-45A5-972C-CEF9253318D0}" dt="2023-12-07T05:34:15.950" v="18" actId="1076"/>
          <ac:picMkLst>
            <pc:docMk/>
            <pc:sldMk cId="1466069214" sldId="2558"/>
            <ac:picMk id="10" creationId="{31F6E7E2-9051-5EE1-71CA-860F5AA0EE9F}"/>
          </ac:picMkLst>
        </pc:picChg>
        <pc:picChg chg="add del">
          <ac:chgData name="Owais Ahmed" userId="6abc7d4556b3b071" providerId="LiveId" clId="{69A6FD51-02D8-45A5-972C-CEF9253318D0}" dt="2023-12-07T05:32:05.195" v="8" actId="478"/>
          <ac:picMkLst>
            <pc:docMk/>
            <pc:sldMk cId="1466069214" sldId="2558"/>
            <ac:picMk id="1028" creationId="{A9BAED3D-52DA-71E5-DE89-364D5D8EB2B1}"/>
          </ac:picMkLst>
        </pc:picChg>
      </pc:sldChg>
      <pc:sldChg chg="addSp modSp mod modAnim">
        <pc:chgData name="Owais Ahmed" userId="6abc7d4556b3b071" providerId="LiveId" clId="{69A6FD51-02D8-45A5-972C-CEF9253318D0}" dt="2023-12-07T06:14:24.098" v="2064" actId="20577"/>
        <pc:sldMkLst>
          <pc:docMk/>
          <pc:sldMk cId="3962249788" sldId="2559"/>
        </pc:sldMkLst>
        <pc:spChg chg="mod">
          <ac:chgData name="Owais Ahmed" userId="6abc7d4556b3b071" providerId="LiveId" clId="{69A6FD51-02D8-45A5-972C-CEF9253318D0}" dt="2023-12-07T06:14:24.098" v="2064" actId="20577"/>
          <ac:spMkLst>
            <pc:docMk/>
            <pc:sldMk cId="3962249788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69A6FD51-02D8-45A5-972C-CEF9253318D0}" dt="2023-12-07T06:12:40.161" v="1879" actId="14100"/>
          <ac:graphicFrameMkLst>
            <pc:docMk/>
            <pc:sldMk cId="3962249788" sldId="2559"/>
            <ac:graphicFrameMk id="4" creationId="{DEEB0BB9-18E0-C28E-DD06-9225E84BA934}"/>
          </ac:graphicFrameMkLst>
        </pc:graphicFrameChg>
      </pc:sldChg>
      <pc:sldChg chg="del">
        <pc:chgData name="Owais Ahmed" userId="6abc7d4556b3b071" providerId="LiveId" clId="{69A6FD51-02D8-45A5-972C-CEF9253318D0}" dt="2023-12-07T06:14:36.806" v="2066" actId="47"/>
        <pc:sldMkLst>
          <pc:docMk/>
          <pc:sldMk cId="2599850084" sldId="2560"/>
        </pc:sldMkLst>
      </pc:sldChg>
      <pc:sldChg chg="del">
        <pc:chgData name="Owais Ahmed" userId="6abc7d4556b3b071" providerId="LiveId" clId="{69A6FD51-02D8-45A5-972C-CEF9253318D0}" dt="2023-12-07T06:14:34.892" v="2065" actId="47"/>
        <pc:sldMkLst>
          <pc:docMk/>
          <pc:sldMk cId="1963263386" sldId="2561"/>
        </pc:sldMkLst>
      </pc:sldChg>
      <pc:sldChg chg="addSp modSp mod ord modAnim">
        <pc:chgData name="Owais Ahmed" userId="6abc7d4556b3b071" providerId="LiveId" clId="{69A6FD51-02D8-45A5-972C-CEF9253318D0}" dt="2023-12-13T10:12:41.397" v="5064"/>
        <pc:sldMkLst>
          <pc:docMk/>
          <pc:sldMk cId="3931964295" sldId="2562"/>
        </pc:sldMkLst>
        <pc:spChg chg="mod">
          <ac:chgData name="Owais Ahmed" userId="6abc7d4556b3b071" providerId="LiveId" clId="{69A6FD51-02D8-45A5-972C-CEF9253318D0}" dt="2023-12-07T06:43:46.823" v="2638" actId="20577"/>
          <ac:spMkLst>
            <pc:docMk/>
            <pc:sldMk cId="3931964295" sldId="2562"/>
            <ac:spMk id="3" creationId="{4A1C0383-58FE-E486-295E-B33B8683B938}"/>
          </ac:spMkLst>
        </pc:spChg>
        <pc:picChg chg="add mod">
          <ac:chgData name="Owais Ahmed" userId="6abc7d4556b3b071" providerId="LiveId" clId="{69A6FD51-02D8-45A5-972C-CEF9253318D0}" dt="2023-12-07T06:40:36.889" v="2391" actId="1076"/>
          <ac:picMkLst>
            <pc:docMk/>
            <pc:sldMk cId="3931964295" sldId="2562"/>
            <ac:picMk id="5" creationId="{557D8AC8-BBE1-DDA9-CBA5-F15350B658D3}"/>
          </ac:picMkLst>
        </pc:picChg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389114497" sldId="2563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353402870" sldId="2564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503313006" sldId="2565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854100598" sldId="2566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011284567" sldId="2567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163091979" sldId="2568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1491632328" sldId="2569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792038537" sldId="2570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1305108838" sldId="2571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248356840" sldId="2572"/>
        </pc:sldMkLst>
      </pc:sldChg>
      <pc:sldChg chg="addSp delSp modSp mod modAnim">
        <pc:chgData name="Owais Ahmed" userId="6abc7d4556b3b071" providerId="LiveId" clId="{69A6FD51-02D8-45A5-972C-CEF9253318D0}" dt="2023-12-07T05:39:02.102" v="251" actId="1076"/>
        <pc:sldMkLst>
          <pc:docMk/>
          <pc:sldMk cId="3128610596" sldId="2573"/>
        </pc:sldMkLst>
        <pc:spChg chg="add mod">
          <ac:chgData name="Owais Ahmed" userId="6abc7d4556b3b071" providerId="LiveId" clId="{69A6FD51-02D8-45A5-972C-CEF9253318D0}" dt="2023-12-07T05:38:46.579" v="246" actId="27636"/>
          <ac:spMkLst>
            <pc:docMk/>
            <pc:sldMk cId="3128610596" sldId="2573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35:24.123" v="53"/>
          <ac:graphicFrameMkLst>
            <pc:docMk/>
            <pc:sldMk cId="3128610596" sldId="2573"/>
            <ac:graphicFrameMk id="3" creationId="{2588A930-6BCF-6F59-5E01-BEFBF0AD7B36}"/>
          </ac:graphicFrameMkLst>
        </pc:graphicFrameChg>
        <pc:picChg chg="del">
          <ac:chgData name="Owais Ahmed" userId="6abc7d4556b3b071" providerId="LiveId" clId="{69A6FD51-02D8-45A5-972C-CEF9253318D0}" dt="2023-12-07T05:31:05.115" v="0" actId="478"/>
          <ac:picMkLst>
            <pc:docMk/>
            <pc:sldMk cId="3128610596" sldId="2573"/>
            <ac:picMk id="4" creationId="{0036E5AC-22BC-5688-1C64-C772BA1131FF}"/>
          </ac:picMkLst>
        </pc:picChg>
        <pc:picChg chg="del">
          <ac:chgData name="Owais Ahmed" userId="6abc7d4556b3b071" providerId="LiveId" clId="{69A6FD51-02D8-45A5-972C-CEF9253318D0}" dt="2023-12-07T05:35:29.448" v="54"/>
          <ac:picMkLst>
            <pc:docMk/>
            <pc:sldMk cId="3128610596" sldId="2573"/>
            <ac:picMk id="5" creationId="{53C64B63-BD8A-FACF-C36D-F7E7E68ADF80}"/>
          </ac:picMkLst>
        </pc:picChg>
        <pc:picChg chg="add mod">
          <ac:chgData name="Owais Ahmed" userId="6abc7d4556b3b071" providerId="LiveId" clId="{69A6FD51-02D8-45A5-972C-CEF9253318D0}" dt="2023-12-07T05:39:02.102" v="251" actId="1076"/>
          <ac:picMkLst>
            <pc:docMk/>
            <pc:sldMk cId="3128610596" sldId="2573"/>
            <ac:picMk id="7" creationId="{7EFA5F50-8596-CBEC-D3E3-0EF26EF12EF1}"/>
          </ac:picMkLst>
        </pc:picChg>
        <pc:picChg chg="del">
          <ac:chgData name="Owais Ahmed" userId="6abc7d4556b3b071" providerId="LiveId" clId="{69A6FD51-02D8-45A5-972C-CEF9253318D0}" dt="2023-12-07T05:31:05.782" v="1" actId="478"/>
          <ac:picMkLst>
            <pc:docMk/>
            <pc:sldMk cId="3128610596" sldId="2573"/>
            <ac:picMk id="10" creationId="{E0E9F8CD-10F3-03D2-8E86-7940961D62D4}"/>
          </ac:picMkLst>
        </pc:picChg>
        <pc:picChg chg="add mod">
          <ac:chgData name="Owais Ahmed" userId="6abc7d4556b3b071" providerId="LiveId" clId="{69A6FD51-02D8-45A5-972C-CEF9253318D0}" dt="2023-12-07T05:38:57.816" v="250" actId="1076"/>
          <ac:picMkLst>
            <pc:docMk/>
            <pc:sldMk cId="3128610596" sldId="2573"/>
            <ac:picMk id="11" creationId="{868D31FF-5C39-3856-31A4-288B621B6600}"/>
          </ac:picMkLst>
        </pc:picChg>
      </pc:sldChg>
      <pc:sldChg chg="addSp delSp modSp add del mod">
        <pc:chgData name="Owais Ahmed" userId="6abc7d4556b3b071" providerId="LiveId" clId="{69A6FD51-02D8-45A5-972C-CEF9253318D0}" dt="2023-12-07T05:39:12.878" v="252" actId="47"/>
        <pc:sldMkLst>
          <pc:docMk/>
          <pc:sldMk cId="1198226644" sldId="2574"/>
        </pc:sldMkLst>
        <pc:picChg chg="add mod">
          <ac:chgData name="Owais Ahmed" userId="6abc7d4556b3b071" providerId="LiveId" clId="{69A6FD51-02D8-45A5-972C-CEF9253318D0}" dt="2023-12-07T05:37:46.762" v="220" actId="1076"/>
          <ac:picMkLst>
            <pc:docMk/>
            <pc:sldMk cId="1198226644" sldId="2574"/>
            <ac:picMk id="4" creationId="{9E630CE6-DAA6-943B-71C4-8D9B7DC7C41D}"/>
          </ac:picMkLst>
        </pc:picChg>
        <pc:picChg chg="del">
          <ac:chgData name="Owais Ahmed" userId="6abc7d4556b3b071" providerId="LiveId" clId="{69A6FD51-02D8-45A5-972C-CEF9253318D0}" dt="2023-12-07T05:37:37.352" v="218" actId="478"/>
          <ac:picMkLst>
            <pc:docMk/>
            <pc:sldMk cId="1198226644" sldId="2574"/>
            <ac:picMk id="7" creationId="{7EFA5F50-8596-CBEC-D3E3-0EF26EF12EF1}"/>
          </ac:picMkLst>
        </pc:picChg>
      </pc:sldChg>
      <pc:sldChg chg="addSp delSp modSp add mod">
        <pc:chgData name="Owais Ahmed" userId="6abc7d4556b3b071" providerId="LiveId" clId="{69A6FD51-02D8-45A5-972C-CEF9253318D0}" dt="2023-12-07T05:42:26.058" v="432" actId="1076"/>
        <pc:sldMkLst>
          <pc:docMk/>
          <pc:sldMk cId="2021931584" sldId="2574"/>
        </pc:sldMkLst>
        <pc:spChg chg="mod">
          <ac:chgData name="Owais Ahmed" userId="6abc7d4556b3b071" providerId="LiveId" clId="{69A6FD51-02D8-45A5-972C-CEF9253318D0}" dt="2023-12-07T05:40:45.068" v="422" actId="20577"/>
          <ac:spMkLst>
            <pc:docMk/>
            <pc:sldMk cId="2021931584" sldId="2574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41:32.683" v="425"/>
          <ac:graphicFrameMkLst>
            <pc:docMk/>
            <pc:sldMk cId="2021931584" sldId="2574"/>
            <ac:graphicFrameMk id="3" creationId="{06BA9100-8A8D-C158-F476-A0AB4A9304D7}"/>
          </ac:graphicFrameMkLst>
        </pc:graphicFrameChg>
        <pc:picChg chg="add mod">
          <ac:chgData name="Owais Ahmed" userId="6abc7d4556b3b071" providerId="LiveId" clId="{69A6FD51-02D8-45A5-972C-CEF9253318D0}" dt="2023-12-07T05:42:23.244" v="431" actId="1076"/>
          <ac:picMkLst>
            <pc:docMk/>
            <pc:sldMk cId="2021931584" sldId="2574"/>
            <ac:picMk id="5" creationId="{DA4579CE-CACB-564B-35DE-A75F2311478E}"/>
          </ac:picMkLst>
        </pc:picChg>
        <pc:picChg chg="add mod">
          <ac:chgData name="Owais Ahmed" userId="6abc7d4556b3b071" providerId="LiveId" clId="{69A6FD51-02D8-45A5-972C-CEF9253318D0}" dt="2023-12-07T05:42:26.058" v="432" actId="1076"/>
          <ac:picMkLst>
            <pc:docMk/>
            <pc:sldMk cId="2021931584" sldId="2574"/>
            <ac:picMk id="6" creationId="{389158BF-0047-3CAB-71B5-92C97E2518CA}"/>
          </ac:picMkLst>
        </pc:picChg>
        <pc:picChg chg="del">
          <ac:chgData name="Owais Ahmed" userId="6abc7d4556b3b071" providerId="LiveId" clId="{69A6FD51-02D8-45A5-972C-CEF9253318D0}" dt="2023-12-07T05:41:29.850" v="423" actId="478"/>
          <ac:picMkLst>
            <pc:docMk/>
            <pc:sldMk cId="2021931584" sldId="2574"/>
            <ac:picMk id="7" creationId="{7EFA5F50-8596-CBEC-D3E3-0EF26EF12EF1}"/>
          </ac:picMkLst>
        </pc:picChg>
        <pc:picChg chg="del">
          <ac:chgData name="Owais Ahmed" userId="6abc7d4556b3b071" providerId="LiveId" clId="{69A6FD51-02D8-45A5-972C-CEF9253318D0}" dt="2023-12-07T05:42:18.537" v="430" actId="478"/>
          <ac:picMkLst>
            <pc:docMk/>
            <pc:sldMk cId="2021931584" sldId="2574"/>
            <ac:picMk id="11" creationId="{868D31FF-5C39-3856-31A4-288B621B6600}"/>
          </ac:picMkLst>
        </pc:picChg>
      </pc:sldChg>
      <pc:sldChg chg="addSp delSp modSp add mod">
        <pc:chgData name="Owais Ahmed" userId="6abc7d4556b3b071" providerId="LiveId" clId="{69A6FD51-02D8-45A5-972C-CEF9253318D0}" dt="2023-12-07T05:44:42.187" v="559" actId="1076"/>
        <pc:sldMkLst>
          <pc:docMk/>
          <pc:sldMk cId="1754660575" sldId="2575"/>
        </pc:sldMkLst>
        <pc:spChg chg="mod">
          <ac:chgData name="Owais Ahmed" userId="6abc7d4556b3b071" providerId="LiveId" clId="{69A6FD51-02D8-45A5-972C-CEF9253318D0}" dt="2023-12-07T05:43:26.473" v="557" actId="20577"/>
          <ac:spMkLst>
            <pc:docMk/>
            <pc:sldMk cId="1754660575" sldId="2575"/>
            <ac:spMk id="8" creationId="{80F9FA8D-D3E9-85D9-7650-497AC6ECFAEE}"/>
          </ac:spMkLst>
        </pc:spChg>
        <pc:picChg chg="add mod">
          <ac:chgData name="Owais Ahmed" userId="6abc7d4556b3b071" providerId="LiveId" clId="{69A6FD51-02D8-45A5-972C-CEF9253318D0}" dt="2023-12-07T05:44:42.187" v="559" actId="1076"/>
          <ac:picMkLst>
            <pc:docMk/>
            <pc:sldMk cId="1754660575" sldId="2575"/>
            <ac:picMk id="4" creationId="{770C1951-113C-4326-459F-E17537D675C9}"/>
          </ac:picMkLst>
        </pc:picChg>
        <pc:picChg chg="mod">
          <ac:chgData name="Owais Ahmed" userId="6abc7d4556b3b071" providerId="LiveId" clId="{69A6FD51-02D8-45A5-972C-CEF9253318D0}" dt="2023-12-07T05:42:48.857" v="438" actId="1076"/>
          <ac:picMkLst>
            <pc:docMk/>
            <pc:sldMk cId="1754660575" sldId="2575"/>
            <ac:picMk id="5" creationId="{DA4579CE-CACB-564B-35DE-A75F2311478E}"/>
          </ac:picMkLst>
        </pc:picChg>
        <pc:picChg chg="add del">
          <ac:chgData name="Owais Ahmed" userId="6abc7d4556b3b071" providerId="LiveId" clId="{69A6FD51-02D8-45A5-972C-CEF9253318D0}" dt="2023-12-07T05:42:51.770" v="439" actId="478"/>
          <ac:picMkLst>
            <pc:docMk/>
            <pc:sldMk cId="1754660575" sldId="2575"/>
            <ac:picMk id="6" creationId="{389158BF-0047-3CAB-71B5-92C97E2518CA}"/>
          </ac:picMkLst>
        </pc:picChg>
      </pc:sldChg>
      <pc:sldChg chg="addSp delSp modSp add mod modAnim">
        <pc:chgData name="Owais Ahmed" userId="6abc7d4556b3b071" providerId="LiveId" clId="{69A6FD51-02D8-45A5-972C-CEF9253318D0}" dt="2023-12-07T05:50:28.868" v="748" actId="20577"/>
        <pc:sldMkLst>
          <pc:docMk/>
          <pc:sldMk cId="2633584551" sldId="2576"/>
        </pc:sldMkLst>
        <pc:spChg chg="mod">
          <ac:chgData name="Owais Ahmed" userId="6abc7d4556b3b071" providerId="LiveId" clId="{69A6FD51-02D8-45A5-972C-CEF9253318D0}" dt="2023-12-07T05:50:28.868" v="748" actId="20577"/>
          <ac:spMkLst>
            <pc:docMk/>
            <pc:sldMk cId="2633584551" sldId="2576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48:44.582" v="697"/>
          <ac:graphicFrameMkLst>
            <pc:docMk/>
            <pc:sldMk cId="2633584551" sldId="2576"/>
            <ac:graphicFrameMk id="3" creationId="{0AAF4CDB-326E-B580-8D24-9F949CDD3C02}"/>
          </ac:graphicFrameMkLst>
        </pc:graphicFrameChg>
        <pc:picChg chg="add del mod ord">
          <ac:chgData name="Owais Ahmed" userId="6abc7d4556b3b071" providerId="LiveId" clId="{69A6FD51-02D8-45A5-972C-CEF9253318D0}" dt="2023-12-07T05:50:14.812" v="734" actId="1076"/>
          <ac:picMkLst>
            <pc:docMk/>
            <pc:sldMk cId="2633584551" sldId="2576"/>
            <ac:picMk id="4" creationId="{770C1951-113C-4326-459F-E17537D675C9}"/>
          </ac:picMkLst>
        </pc:picChg>
        <pc:picChg chg="del">
          <ac:chgData name="Owais Ahmed" userId="6abc7d4556b3b071" providerId="LiveId" clId="{69A6FD51-02D8-45A5-972C-CEF9253318D0}" dt="2023-12-07T05:46:14.649" v="665" actId="478"/>
          <ac:picMkLst>
            <pc:docMk/>
            <pc:sldMk cId="2633584551" sldId="2576"/>
            <ac:picMk id="5" creationId="{DA4579CE-CACB-564B-35DE-A75F2311478E}"/>
          </ac:picMkLst>
        </pc:picChg>
        <pc:picChg chg="add del mod">
          <ac:chgData name="Owais Ahmed" userId="6abc7d4556b3b071" providerId="LiveId" clId="{69A6FD51-02D8-45A5-972C-CEF9253318D0}" dt="2023-12-07T05:50:21.034" v="735" actId="1076"/>
          <ac:picMkLst>
            <pc:docMk/>
            <pc:sldMk cId="2633584551" sldId="2576"/>
            <ac:picMk id="7" creationId="{9310FCFE-17EE-A5DD-B9DB-20911B5E7F0C}"/>
          </ac:picMkLst>
        </pc:picChg>
        <pc:picChg chg="add del mod">
          <ac:chgData name="Owais Ahmed" userId="6abc7d4556b3b071" providerId="LiveId" clId="{69A6FD51-02D8-45A5-972C-CEF9253318D0}" dt="2023-12-07T05:50:08.398" v="727" actId="22"/>
          <ac:picMkLst>
            <pc:docMk/>
            <pc:sldMk cId="2633584551" sldId="2576"/>
            <ac:picMk id="10" creationId="{75FAD296-0ADF-14D6-9EA4-7C251706B760}"/>
          </ac:picMkLst>
        </pc:picChg>
      </pc:sldChg>
      <pc:sldChg chg="addSp delSp modSp add mod">
        <pc:chgData name="Owais Ahmed" userId="6abc7d4556b3b071" providerId="LiveId" clId="{69A6FD51-02D8-45A5-972C-CEF9253318D0}" dt="2023-12-07T05:52:37.458" v="894" actId="1076"/>
        <pc:sldMkLst>
          <pc:docMk/>
          <pc:sldMk cId="2430398858" sldId="2577"/>
        </pc:sldMkLst>
        <pc:spChg chg="mod">
          <ac:chgData name="Owais Ahmed" userId="6abc7d4556b3b071" providerId="LiveId" clId="{69A6FD51-02D8-45A5-972C-CEF9253318D0}" dt="2023-12-07T05:51:10.100" v="888" actId="20577"/>
          <ac:spMkLst>
            <pc:docMk/>
            <pc:sldMk cId="2430398858" sldId="2577"/>
            <ac:spMk id="8" creationId="{80F9FA8D-D3E9-85D9-7650-497AC6ECFAEE}"/>
          </ac:spMkLst>
        </pc:spChg>
        <pc:picChg chg="del">
          <ac:chgData name="Owais Ahmed" userId="6abc7d4556b3b071" providerId="LiveId" clId="{69A6FD51-02D8-45A5-972C-CEF9253318D0}" dt="2023-12-07T05:51:26.079" v="889" actId="478"/>
          <ac:picMkLst>
            <pc:docMk/>
            <pc:sldMk cId="2430398858" sldId="2577"/>
            <ac:picMk id="4" creationId="{770C1951-113C-4326-459F-E17537D675C9}"/>
          </ac:picMkLst>
        </pc:picChg>
        <pc:picChg chg="add mod">
          <ac:chgData name="Owais Ahmed" userId="6abc7d4556b3b071" providerId="LiveId" clId="{69A6FD51-02D8-45A5-972C-CEF9253318D0}" dt="2023-12-07T05:51:30.765" v="891" actId="1076"/>
          <ac:picMkLst>
            <pc:docMk/>
            <pc:sldMk cId="2430398858" sldId="2577"/>
            <ac:picMk id="5" creationId="{712E8780-3FC7-0C7D-A1D2-3EDCCAB5421A}"/>
          </ac:picMkLst>
        </pc:picChg>
        <pc:picChg chg="del">
          <ac:chgData name="Owais Ahmed" userId="6abc7d4556b3b071" providerId="LiveId" clId="{69A6FD51-02D8-45A5-972C-CEF9253318D0}" dt="2023-12-07T05:51:43.529" v="892" actId="478"/>
          <ac:picMkLst>
            <pc:docMk/>
            <pc:sldMk cId="2430398858" sldId="2577"/>
            <ac:picMk id="7" creationId="{9310FCFE-17EE-A5DD-B9DB-20911B5E7F0C}"/>
          </ac:picMkLst>
        </pc:picChg>
        <pc:picChg chg="add mod">
          <ac:chgData name="Owais Ahmed" userId="6abc7d4556b3b071" providerId="LiveId" clId="{69A6FD51-02D8-45A5-972C-CEF9253318D0}" dt="2023-12-07T05:52:37.458" v="894" actId="1076"/>
          <ac:picMkLst>
            <pc:docMk/>
            <pc:sldMk cId="2430398858" sldId="2577"/>
            <ac:picMk id="9" creationId="{134C81A3-B788-7D1F-0051-D579B7265924}"/>
          </ac:picMkLst>
        </pc:picChg>
      </pc:sldChg>
      <pc:sldChg chg="addSp delSp modSp add mod modAnim">
        <pc:chgData name="Owais Ahmed" userId="6abc7d4556b3b071" providerId="LiveId" clId="{69A6FD51-02D8-45A5-972C-CEF9253318D0}" dt="2023-12-07T05:54:42.435" v="1120" actId="1076"/>
        <pc:sldMkLst>
          <pc:docMk/>
          <pc:sldMk cId="2637187332" sldId="2578"/>
        </pc:sldMkLst>
        <pc:spChg chg="mod">
          <ac:chgData name="Owais Ahmed" userId="6abc7d4556b3b071" providerId="LiveId" clId="{69A6FD51-02D8-45A5-972C-CEF9253318D0}" dt="2023-12-07T05:54:08.305" v="1118" actId="20577"/>
          <ac:spMkLst>
            <pc:docMk/>
            <pc:sldMk cId="2637187332" sldId="2578"/>
            <ac:spMk id="8" creationId="{80F9FA8D-D3E9-85D9-7650-497AC6ECFAEE}"/>
          </ac:spMkLst>
        </pc:spChg>
        <pc:picChg chg="add mod">
          <ac:chgData name="Owais Ahmed" userId="6abc7d4556b3b071" providerId="LiveId" clId="{69A6FD51-02D8-45A5-972C-CEF9253318D0}" dt="2023-12-07T05:54:42.435" v="1120" actId="1076"/>
          <ac:picMkLst>
            <pc:docMk/>
            <pc:sldMk cId="2637187332" sldId="2578"/>
            <ac:picMk id="4" creationId="{8073E023-4CD4-2D5F-A9E2-6D76C67C5A89}"/>
          </ac:picMkLst>
        </pc:picChg>
        <pc:picChg chg="del">
          <ac:chgData name="Owais Ahmed" userId="6abc7d4556b3b071" providerId="LiveId" clId="{69A6FD51-02D8-45A5-972C-CEF9253318D0}" dt="2023-12-07T05:52:57.802" v="898" actId="478"/>
          <ac:picMkLst>
            <pc:docMk/>
            <pc:sldMk cId="2637187332" sldId="2578"/>
            <ac:picMk id="5" creationId="{712E8780-3FC7-0C7D-A1D2-3EDCCAB5421A}"/>
          </ac:picMkLst>
        </pc:picChg>
        <pc:picChg chg="mod ord">
          <ac:chgData name="Owais Ahmed" userId="6abc7d4556b3b071" providerId="LiveId" clId="{69A6FD51-02D8-45A5-972C-CEF9253318D0}" dt="2023-12-07T05:52:56.112" v="897" actId="1076"/>
          <ac:picMkLst>
            <pc:docMk/>
            <pc:sldMk cId="2637187332" sldId="2578"/>
            <ac:picMk id="9" creationId="{134C81A3-B788-7D1F-0051-D579B7265924}"/>
          </ac:picMkLst>
        </pc:picChg>
      </pc:sldChg>
      <pc:sldChg chg="addSp delSp modSp add mod modAnim">
        <pc:chgData name="Owais Ahmed" userId="6abc7d4556b3b071" providerId="LiveId" clId="{69A6FD51-02D8-45A5-972C-CEF9253318D0}" dt="2023-12-07T05:56:17.697" v="1278" actId="1076"/>
        <pc:sldMkLst>
          <pc:docMk/>
          <pc:sldMk cId="3037872955" sldId="2579"/>
        </pc:sldMkLst>
        <pc:spChg chg="mod">
          <ac:chgData name="Owais Ahmed" userId="6abc7d4556b3b071" providerId="LiveId" clId="{69A6FD51-02D8-45A5-972C-CEF9253318D0}" dt="2023-12-07T05:55:49.828" v="1274" actId="20577"/>
          <ac:spMkLst>
            <pc:docMk/>
            <pc:sldMk cId="3037872955" sldId="2579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56:06.914" v="1276"/>
          <ac:graphicFrameMkLst>
            <pc:docMk/>
            <pc:sldMk cId="3037872955" sldId="2579"/>
            <ac:graphicFrameMk id="3" creationId="{3BCC459E-07C9-24E1-2144-72E27B9E7D84}"/>
          </ac:graphicFrameMkLst>
        </pc:graphicFrameChg>
        <pc:picChg chg="mod ord">
          <ac:chgData name="Owais Ahmed" userId="6abc7d4556b3b071" providerId="LiveId" clId="{69A6FD51-02D8-45A5-972C-CEF9253318D0}" dt="2023-12-07T05:54:58.128" v="1123" actId="1076"/>
          <ac:picMkLst>
            <pc:docMk/>
            <pc:sldMk cId="3037872955" sldId="2579"/>
            <ac:picMk id="4" creationId="{8073E023-4CD4-2D5F-A9E2-6D76C67C5A89}"/>
          </ac:picMkLst>
        </pc:picChg>
        <pc:picChg chg="add mod">
          <ac:chgData name="Owais Ahmed" userId="6abc7d4556b3b071" providerId="LiveId" clId="{69A6FD51-02D8-45A5-972C-CEF9253318D0}" dt="2023-12-07T05:56:17.697" v="1278" actId="1076"/>
          <ac:picMkLst>
            <pc:docMk/>
            <pc:sldMk cId="3037872955" sldId="2579"/>
            <ac:picMk id="6" creationId="{D96B364E-E9D6-B692-0E53-B8848A4F99EB}"/>
          </ac:picMkLst>
        </pc:picChg>
        <pc:picChg chg="del">
          <ac:chgData name="Owais Ahmed" userId="6abc7d4556b3b071" providerId="LiveId" clId="{69A6FD51-02D8-45A5-972C-CEF9253318D0}" dt="2023-12-07T05:54:59.970" v="1124" actId="478"/>
          <ac:picMkLst>
            <pc:docMk/>
            <pc:sldMk cId="3037872955" sldId="2579"/>
            <ac:picMk id="9" creationId="{134C81A3-B788-7D1F-0051-D579B7265924}"/>
          </ac:picMkLst>
        </pc:picChg>
      </pc:sldChg>
      <pc:sldChg chg="addSp delSp modSp add mod">
        <pc:chgData name="Owais Ahmed" userId="6abc7d4556b3b071" providerId="LiveId" clId="{69A6FD51-02D8-45A5-972C-CEF9253318D0}" dt="2023-12-07T05:58:46.248" v="1438" actId="1076"/>
        <pc:sldMkLst>
          <pc:docMk/>
          <pc:sldMk cId="3749350364" sldId="2580"/>
        </pc:sldMkLst>
        <pc:spChg chg="mod">
          <ac:chgData name="Owais Ahmed" userId="6abc7d4556b3b071" providerId="LiveId" clId="{69A6FD51-02D8-45A5-972C-CEF9253318D0}" dt="2023-12-07T05:58:16.703" v="1436" actId="20577"/>
          <ac:spMkLst>
            <pc:docMk/>
            <pc:sldMk cId="3749350364" sldId="2580"/>
            <ac:spMk id="8" creationId="{80F9FA8D-D3E9-85D9-7650-497AC6ECFAEE}"/>
          </ac:spMkLst>
        </pc:spChg>
        <pc:picChg chg="del">
          <ac:chgData name="Owais Ahmed" userId="6abc7d4556b3b071" providerId="LiveId" clId="{69A6FD51-02D8-45A5-972C-CEF9253318D0}" dt="2023-12-07T05:57:25.565" v="1282" actId="478"/>
          <ac:picMkLst>
            <pc:docMk/>
            <pc:sldMk cId="3749350364" sldId="2580"/>
            <ac:picMk id="4" creationId="{8073E023-4CD4-2D5F-A9E2-6D76C67C5A89}"/>
          </ac:picMkLst>
        </pc:picChg>
        <pc:picChg chg="add mod">
          <ac:chgData name="Owais Ahmed" userId="6abc7d4556b3b071" providerId="LiveId" clId="{69A6FD51-02D8-45A5-972C-CEF9253318D0}" dt="2023-12-07T05:58:46.248" v="1438" actId="1076"/>
          <ac:picMkLst>
            <pc:docMk/>
            <pc:sldMk cId="3749350364" sldId="2580"/>
            <ac:picMk id="5" creationId="{98622035-67E0-C70B-361F-544F49F19B03}"/>
          </ac:picMkLst>
        </pc:picChg>
        <pc:picChg chg="mod ord">
          <ac:chgData name="Owais Ahmed" userId="6abc7d4556b3b071" providerId="LiveId" clId="{69A6FD51-02D8-45A5-972C-CEF9253318D0}" dt="2023-12-07T05:57:23.490" v="1281" actId="1076"/>
          <ac:picMkLst>
            <pc:docMk/>
            <pc:sldMk cId="3749350364" sldId="2580"/>
            <ac:picMk id="6" creationId="{D96B364E-E9D6-B692-0E53-B8848A4F99EB}"/>
          </ac:picMkLst>
        </pc:picChg>
      </pc:sldChg>
      <pc:sldChg chg="addSp delSp modSp add mod">
        <pc:chgData name="Owais Ahmed" userId="6abc7d4556b3b071" providerId="LiveId" clId="{69A6FD51-02D8-45A5-972C-CEF9253318D0}" dt="2023-12-07T06:00:24.449" v="1526" actId="20577"/>
        <pc:sldMkLst>
          <pc:docMk/>
          <pc:sldMk cId="2050723358" sldId="2581"/>
        </pc:sldMkLst>
        <pc:spChg chg="mod">
          <ac:chgData name="Owais Ahmed" userId="6abc7d4556b3b071" providerId="LiveId" clId="{69A6FD51-02D8-45A5-972C-CEF9253318D0}" dt="2023-12-07T06:00:24.449" v="1526" actId="20577"/>
          <ac:spMkLst>
            <pc:docMk/>
            <pc:sldMk cId="2050723358" sldId="2581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6:00:00.235" v="1476"/>
          <ac:graphicFrameMkLst>
            <pc:docMk/>
            <pc:sldMk cId="2050723358" sldId="2581"/>
            <ac:graphicFrameMk id="3" creationId="{9333D4EC-2C94-C9D6-38CE-FADFE6DAB56F}"/>
          </ac:graphicFrameMkLst>
        </pc:graphicFrameChg>
        <pc:picChg chg="mod ord">
          <ac:chgData name="Owais Ahmed" userId="6abc7d4556b3b071" providerId="LiveId" clId="{69A6FD51-02D8-45A5-972C-CEF9253318D0}" dt="2023-12-07T05:59:07.451" v="1441" actId="1076"/>
          <ac:picMkLst>
            <pc:docMk/>
            <pc:sldMk cId="2050723358" sldId="2581"/>
            <ac:picMk id="5" creationId="{98622035-67E0-C70B-361F-544F49F19B03}"/>
          </ac:picMkLst>
        </pc:picChg>
        <pc:picChg chg="del">
          <ac:chgData name="Owais Ahmed" userId="6abc7d4556b3b071" providerId="LiveId" clId="{69A6FD51-02D8-45A5-972C-CEF9253318D0}" dt="2023-12-07T05:59:09.142" v="1442" actId="478"/>
          <ac:picMkLst>
            <pc:docMk/>
            <pc:sldMk cId="2050723358" sldId="2581"/>
            <ac:picMk id="6" creationId="{D96B364E-E9D6-B692-0E53-B8848A4F99EB}"/>
          </ac:picMkLst>
        </pc:picChg>
        <pc:picChg chg="add mod">
          <ac:chgData name="Owais Ahmed" userId="6abc7d4556b3b071" providerId="LiveId" clId="{69A6FD51-02D8-45A5-972C-CEF9253318D0}" dt="2023-12-07T06:00:11.451" v="1478" actId="1076"/>
          <ac:picMkLst>
            <pc:docMk/>
            <pc:sldMk cId="2050723358" sldId="2581"/>
            <ac:picMk id="7" creationId="{3CF1299B-3E48-BCA1-52F6-71327E4A8A84}"/>
          </ac:picMkLst>
        </pc:picChg>
      </pc:sldChg>
      <pc:sldChg chg="modSp add mod">
        <pc:chgData name="Owais Ahmed" userId="6abc7d4556b3b071" providerId="LiveId" clId="{69A6FD51-02D8-45A5-972C-CEF9253318D0}" dt="2023-12-13T10:38:02.688" v="5899" actId="20577"/>
        <pc:sldMkLst>
          <pc:docMk/>
          <pc:sldMk cId="2398146419" sldId="2582"/>
        </pc:sldMkLst>
        <pc:spChg chg="mod">
          <ac:chgData name="Owais Ahmed" userId="6abc7d4556b3b071" providerId="LiveId" clId="{69A6FD51-02D8-45A5-972C-CEF9253318D0}" dt="2023-12-13T10:38:02.688" v="5899" actId="20577"/>
          <ac:spMkLst>
            <pc:docMk/>
            <pc:sldMk cId="2398146419" sldId="2582"/>
            <ac:spMk id="3" creationId="{4A1C0383-58FE-E486-295E-B33B8683B938}"/>
          </ac:spMkLst>
        </pc:spChg>
        <pc:graphicFrameChg chg="mod">
          <ac:chgData name="Owais Ahmed" userId="6abc7d4556b3b071" providerId="LiveId" clId="{69A6FD51-02D8-45A5-972C-CEF9253318D0}" dt="2023-12-07T06:35:06.568" v="2223" actId="207"/>
          <ac:graphicFrameMkLst>
            <pc:docMk/>
            <pc:sldMk cId="2398146419" sldId="2582"/>
            <ac:graphicFrameMk id="4" creationId="{DEEB0BB9-18E0-C28E-DD06-9225E84BA934}"/>
          </ac:graphicFrameMkLst>
        </pc:graphicFrameChg>
      </pc:sldChg>
      <pc:sldChg chg="addSp delSp modSp add mod ord modAnim">
        <pc:chgData name="Owais Ahmed" userId="6abc7d4556b3b071" providerId="LiveId" clId="{69A6FD51-02D8-45A5-972C-CEF9253318D0}" dt="2023-12-13T10:12:41.397" v="5064"/>
        <pc:sldMkLst>
          <pc:docMk/>
          <pc:sldMk cId="238849399" sldId="2583"/>
        </pc:sldMkLst>
        <pc:spChg chg="mod">
          <ac:chgData name="Owais Ahmed" userId="6abc7d4556b3b071" providerId="LiveId" clId="{69A6FD51-02D8-45A5-972C-CEF9253318D0}" dt="2023-12-07T06:50:51.838" v="2938" actId="20577"/>
          <ac:spMkLst>
            <pc:docMk/>
            <pc:sldMk cId="238849399" sldId="2583"/>
            <ac:spMk id="3" creationId="{4A1C0383-58FE-E486-295E-B33B8683B938}"/>
          </ac:spMkLst>
        </pc:spChg>
        <pc:spChg chg="del">
          <ac:chgData name="Owais Ahmed" userId="6abc7d4556b3b071" providerId="LiveId" clId="{69A6FD51-02D8-45A5-972C-CEF9253318D0}" dt="2023-12-07T06:49:28.851" v="2647" actId="478"/>
          <ac:spMkLst>
            <pc:docMk/>
            <pc:sldMk cId="238849399" sldId="2583"/>
            <ac:spMk id="89" creationId="{00000000-0000-0000-0000-000000000000}"/>
          </ac:spMkLst>
        </pc:spChg>
        <pc:spChg chg="del">
          <ac:chgData name="Owais Ahmed" userId="6abc7d4556b3b071" providerId="LiveId" clId="{69A6FD51-02D8-45A5-972C-CEF9253318D0}" dt="2023-12-07T06:49:29.861" v="2648" actId="478"/>
          <ac:spMkLst>
            <pc:docMk/>
            <pc:sldMk cId="238849399" sldId="2583"/>
            <ac:spMk id="215" creationId="{00000000-0000-0000-0000-000000000000}"/>
          </ac:spMkLst>
        </pc:spChg>
        <pc:spChg chg="del">
          <ac:chgData name="Owais Ahmed" userId="6abc7d4556b3b071" providerId="LiveId" clId="{69A6FD51-02D8-45A5-972C-CEF9253318D0}" dt="2023-12-07T06:49:30.853" v="2649" actId="478"/>
          <ac:spMkLst>
            <pc:docMk/>
            <pc:sldMk cId="238849399" sldId="2583"/>
            <ac:spMk id="216" creationId="{00000000-0000-0000-0000-000000000000}"/>
          </ac:spMkLst>
        </pc:spChg>
        <pc:picChg chg="del">
          <ac:chgData name="Owais Ahmed" userId="6abc7d4556b3b071" providerId="LiveId" clId="{69A6FD51-02D8-45A5-972C-CEF9253318D0}" dt="2023-12-07T06:49:04.174" v="2642" actId="478"/>
          <ac:picMkLst>
            <pc:docMk/>
            <pc:sldMk cId="238849399" sldId="2583"/>
            <ac:picMk id="5" creationId="{557D8AC8-BBE1-DDA9-CBA5-F15350B658D3}"/>
          </ac:picMkLst>
        </pc:picChg>
        <pc:picChg chg="add mod">
          <ac:chgData name="Owais Ahmed" userId="6abc7d4556b3b071" providerId="LiveId" clId="{69A6FD51-02D8-45A5-972C-CEF9253318D0}" dt="2023-12-07T06:49:36.076" v="2651" actId="14100"/>
          <ac:picMkLst>
            <pc:docMk/>
            <pc:sldMk cId="238849399" sldId="2583"/>
            <ac:picMk id="6" creationId="{5C1ABEE7-5F78-8E9F-7DA3-7EDBB9CF7669}"/>
          </ac:picMkLst>
        </pc:picChg>
      </pc:sldChg>
      <pc:sldChg chg="new del">
        <pc:chgData name="Owais Ahmed" userId="6abc7d4556b3b071" providerId="LiveId" clId="{69A6FD51-02D8-45A5-972C-CEF9253318D0}" dt="2023-12-07T06:48:56.330" v="2640" actId="680"/>
        <pc:sldMkLst>
          <pc:docMk/>
          <pc:sldMk cId="3656799702" sldId="2583"/>
        </pc:sldMkLst>
      </pc:sldChg>
      <pc:sldChg chg="addSp delSp modSp add mod ord delAnim modAnim">
        <pc:chgData name="Owais Ahmed" userId="6abc7d4556b3b071" providerId="LiveId" clId="{69A6FD51-02D8-45A5-972C-CEF9253318D0}" dt="2023-12-13T10:40:15.871" v="6302" actId="20577"/>
        <pc:sldMkLst>
          <pc:docMk/>
          <pc:sldMk cId="210802253" sldId="2584"/>
        </pc:sldMkLst>
        <pc:spChg chg="mod">
          <ac:chgData name="Owais Ahmed" userId="6abc7d4556b3b071" providerId="LiveId" clId="{69A6FD51-02D8-45A5-972C-CEF9253318D0}" dt="2023-12-13T10:40:15.871" v="6302" actId="20577"/>
          <ac:spMkLst>
            <pc:docMk/>
            <pc:sldMk cId="210802253" sldId="2584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38:23.582" v="5906" actId="20577"/>
          <ac:spMkLst>
            <pc:docMk/>
            <pc:sldMk cId="210802253" sldId="2584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69A6FD51-02D8-45A5-972C-CEF9253318D0}" dt="2023-12-13T10:38:26.378" v="5907" actId="478"/>
          <ac:graphicFrameMkLst>
            <pc:docMk/>
            <pc:sldMk cId="210802253" sldId="2584"/>
            <ac:graphicFrameMk id="4" creationId="{D80B78C4-B288-25B8-B66D-92DACFE8F475}"/>
          </ac:graphicFrameMkLst>
        </pc:graphicFrameChg>
        <pc:graphicFrameChg chg="add del mod">
          <ac:chgData name="Owais Ahmed" userId="6abc7d4556b3b071" providerId="LiveId" clId="{69A6FD51-02D8-45A5-972C-CEF9253318D0}" dt="2023-12-13T09:23:20.880" v="3421"/>
          <ac:graphicFrameMkLst>
            <pc:docMk/>
            <pc:sldMk cId="210802253" sldId="2584"/>
            <ac:graphicFrameMk id="5" creationId="{A5B5F4FC-E9AF-4637-96B8-66569F2F07BE}"/>
          </ac:graphicFrameMkLst>
        </pc:graphicFrameChg>
      </pc:sldChg>
      <pc:sldChg chg="addSp delSp modSp add del mod delAnim modAnim">
        <pc:chgData name="Owais Ahmed" userId="6abc7d4556b3b071" providerId="LiveId" clId="{69A6FD51-02D8-45A5-972C-CEF9253318D0}" dt="2023-12-13T10:10:49.400" v="5008" actId="20577"/>
        <pc:sldMkLst>
          <pc:docMk/>
          <pc:sldMk cId="942234132" sldId="2585"/>
        </pc:sldMkLst>
        <pc:spChg chg="mod">
          <ac:chgData name="Owais Ahmed" userId="6abc7d4556b3b071" providerId="LiveId" clId="{69A6FD51-02D8-45A5-972C-CEF9253318D0}" dt="2023-12-13T10:10:49.400" v="5008" actId="20577"/>
          <ac:spMkLst>
            <pc:docMk/>
            <pc:sldMk cId="942234132" sldId="2585"/>
            <ac:spMk id="3" creationId="{4A1C0383-58FE-E486-295E-B33B8683B938}"/>
          </ac:spMkLst>
        </pc:spChg>
        <pc:spChg chg="add del">
          <ac:chgData name="Owais Ahmed" userId="6abc7d4556b3b071" providerId="LiveId" clId="{69A6FD51-02D8-45A5-972C-CEF9253318D0}" dt="2023-12-13T09:35:05.307" v="3769"/>
          <ac:spMkLst>
            <pc:docMk/>
            <pc:sldMk cId="942234132" sldId="2585"/>
            <ac:spMk id="5" creationId="{6E1C6180-A0AA-3452-E76D-9C69849A8F8A}"/>
          </ac:spMkLst>
        </pc:spChg>
        <pc:spChg chg="add mod">
          <ac:chgData name="Owais Ahmed" userId="6abc7d4556b3b071" providerId="LiveId" clId="{69A6FD51-02D8-45A5-972C-CEF9253318D0}" dt="2023-12-13T10:04:07.330" v="4659" actId="20577"/>
          <ac:spMkLst>
            <pc:docMk/>
            <pc:sldMk cId="942234132" sldId="2585"/>
            <ac:spMk id="6" creationId="{308CFE83-61A5-66B0-2255-AEC9311FF83A}"/>
          </ac:spMkLst>
        </pc:spChg>
        <pc:graphicFrameChg chg="del">
          <ac:chgData name="Owais Ahmed" userId="6abc7d4556b3b071" providerId="LiveId" clId="{69A6FD51-02D8-45A5-972C-CEF9253318D0}" dt="2023-12-13T09:25:29.775" v="3657" actId="478"/>
          <ac:graphicFrameMkLst>
            <pc:docMk/>
            <pc:sldMk cId="942234132" sldId="2585"/>
            <ac:graphicFrameMk id="4" creationId="{D80B78C4-B288-25B8-B66D-92DACFE8F475}"/>
          </ac:graphicFrameMkLst>
        </pc:graphicFrameChg>
      </pc:sldChg>
      <pc:sldChg chg="delSp modSp add mod">
        <pc:chgData name="Owais Ahmed" userId="6abc7d4556b3b071" providerId="LiveId" clId="{69A6FD51-02D8-45A5-972C-CEF9253318D0}" dt="2023-12-13T10:36:14.263" v="5718" actId="20577"/>
        <pc:sldMkLst>
          <pc:docMk/>
          <pc:sldMk cId="3841703636" sldId="2586"/>
        </pc:sldMkLst>
        <pc:spChg chg="del">
          <ac:chgData name="Owais Ahmed" userId="6abc7d4556b3b071" providerId="LiveId" clId="{69A6FD51-02D8-45A5-972C-CEF9253318D0}" dt="2023-12-13T10:04:30.872" v="4661" actId="478"/>
          <ac:spMkLst>
            <pc:docMk/>
            <pc:sldMk cId="3841703636" sldId="2586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36:14.263" v="5718" actId="20577"/>
          <ac:spMkLst>
            <pc:docMk/>
            <pc:sldMk cId="3841703636" sldId="2586"/>
            <ac:spMk id="6" creationId="{308CFE83-61A5-66B0-2255-AEC9311FF83A}"/>
          </ac:spMkLst>
        </pc:spChg>
      </pc:sldChg>
      <pc:sldChg chg="modSp add del mod ord addAnim delAnim modAnim">
        <pc:chgData name="Owais Ahmed" userId="6abc7d4556b3b071" providerId="LiveId" clId="{69A6FD51-02D8-45A5-972C-CEF9253318D0}" dt="2023-12-13T15:01:11.093" v="9511" actId="2696"/>
        <pc:sldMkLst>
          <pc:docMk/>
          <pc:sldMk cId="929486763" sldId="2587"/>
        </pc:sldMkLst>
        <pc:spChg chg="mod">
          <ac:chgData name="Owais Ahmed" userId="6abc7d4556b3b071" providerId="LiveId" clId="{69A6FD51-02D8-45A5-972C-CEF9253318D0}" dt="2023-12-13T10:54:39.770" v="6703" actId="20577"/>
          <ac:spMkLst>
            <pc:docMk/>
            <pc:sldMk cId="929486763" sldId="2587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13:54.286" v="5091" actId="20577"/>
          <ac:spMkLst>
            <pc:docMk/>
            <pc:sldMk cId="929486763" sldId="2587"/>
            <ac:spMk id="215" creationId="{00000000-0000-0000-0000-000000000000}"/>
          </ac:spMkLst>
        </pc:spChg>
        <pc:graphicFrameChg chg="mod modGraphic">
          <ac:chgData name="Owais Ahmed" userId="6abc7d4556b3b071" providerId="LiveId" clId="{69A6FD51-02D8-45A5-972C-CEF9253318D0}" dt="2023-12-13T10:31:45.970" v="5232" actId="6549"/>
          <ac:graphicFrameMkLst>
            <pc:docMk/>
            <pc:sldMk cId="929486763" sldId="2587"/>
            <ac:graphicFrameMk id="4" creationId="{D80B78C4-B288-25B8-B66D-92DACFE8F475}"/>
          </ac:graphicFrameMkLst>
        </pc:graphicFrameChg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3378497321" sldId="2587"/>
        </pc:sldMkLst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2002841446" sldId="2588"/>
        </pc:sldMkLst>
      </pc:sldChg>
      <pc:sldChg chg="addSp delSp modSp add del mod delAnim modAnim">
        <pc:chgData name="Owais Ahmed" userId="6abc7d4556b3b071" providerId="LiveId" clId="{69A6FD51-02D8-45A5-972C-CEF9253318D0}" dt="2023-12-13T15:01:11.093" v="9511" actId="2696"/>
        <pc:sldMkLst>
          <pc:docMk/>
          <pc:sldMk cId="3620919296" sldId="2588"/>
        </pc:sldMkLst>
        <pc:spChg chg="del mod">
          <ac:chgData name="Owais Ahmed" userId="6abc7d4556b3b071" providerId="LiveId" clId="{69A6FD51-02D8-45A5-972C-CEF9253318D0}" dt="2023-12-13T10:41:46.608" v="6334" actId="478"/>
          <ac:spMkLst>
            <pc:docMk/>
            <pc:sldMk cId="3620919296" sldId="2588"/>
            <ac:spMk id="3" creationId="{4A1C0383-58FE-E486-295E-B33B8683B938}"/>
          </ac:spMkLst>
        </pc:spChg>
        <pc:spChg chg="add mod">
          <ac:chgData name="Owais Ahmed" userId="6abc7d4556b3b071" providerId="LiveId" clId="{69A6FD51-02D8-45A5-972C-CEF9253318D0}" dt="2023-12-13T11:19:25.918" v="7508" actId="20577"/>
          <ac:spMkLst>
            <pc:docMk/>
            <pc:sldMk cId="3620919296" sldId="2588"/>
            <ac:spMk id="8" creationId="{81EF7EEF-D65F-9AFD-6D36-741AEEAC8AC9}"/>
          </ac:spMkLst>
        </pc:spChg>
        <pc:spChg chg="mod">
          <ac:chgData name="Owais Ahmed" userId="6abc7d4556b3b071" providerId="LiveId" clId="{69A6FD51-02D8-45A5-972C-CEF9253318D0}" dt="2023-12-13T10:41:38.972" v="6331" actId="1076"/>
          <ac:spMkLst>
            <pc:docMk/>
            <pc:sldMk cId="3620919296" sldId="2588"/>
            <ac:spMk id="215" creationId="{00000000-0000-0000-0000-000000000000}"/>
          </ac:spMkLst>
        </pc:spChg>
        <pc:graphicFrameChg chg="del">
          <ac:chgData name="Owais Ahmed" userId="6abc7d4556b3b071" providerId="LiveId" clId="{69A6FD51-02D8-45A5-972C-CEF9253318D0}" dt="2023-12-13T11:18:21.457" v="7437" actId="478"/>
          <ac:graphicFrameMkLst>
            <pc:docMk/>
            <pc:sldMk cId="3620919296" sldId="2588"/>
            <ac:graphicFrameMk id="4" creationId="{D80B78C4-B288-25B8-B66D-92DACFE8F475}"/>
          </ac:graphicFrameMkLst>
        </pc:graphicFrameChg>
        <pc:graphicFrameChg chg="add mod modGraphic">
          <ac:chgData name="Owais Ahmed" userId="6abc7d4556b3b071" providerId="LiveId" clId="{69A6FD51-02D8-45A5-972C-CEF9253318D0}" dt="2023-12-13T11:19:43.286" v="7530" actId="5793"/>
          <ac:graphicFrameMkLst>
            <pc:docMk/>
            <pc:sldMk cId="3620919296" sldId="2588"/>
            <ac:graphicFrameMk id="7" creationId="{177A2DCF-B95A-C5ED-54B7-1F967D56E7A8}"/>
          </ac:graphicFrameMkLst>
        </pc:graphicFrameChg>
      </pc:sldChg>
      <pc:sldChg chg="add">
        <pc:chgData name="Owais Ahmed" userId="6abc7d4556b3b071" providerId="LiveId" clId="{69A6FD51-02D8-45A5-972C-CEF9253318D0}" dt="2023-12-13T10:38:13.508" v="5900" actId="2890"/>
        <pc:sldMkLst>
          <pc:docMk/>
          <pc:sldMk cId="2560828611" sldId="2589"/>
        </pc:sldMkLst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784379583" sldId="2590"/>
        </pc:sldMkLst>
      </pc:sldChg>
      <pc:sldChg chg="delSp modSp add del mod delAnim modAnim">
        <pc:chgData name="Owais Ahmed" userId="6abc7d4556b3b071" providerId="LiveId" clId="{69A6FD51-02D8-45A5-972C-CEF9253318D0}" dt="2023-12-13T15:01:11.093" v="9511" actId="2696"/>
        <pc:sldMkLst>
          <pc:docMk/>
          <pc:sldMk cId="2621982120" sldId="2590"/>
        </pc:sldMkLst>
        <pc:spChg chg="mod">
          <ac:chgData name="Owais Ahmed" userId="6abc7d4556b3b071" providerId="LiveId" clId="{69A6FD51-02D8-45A5-972C-CEF9253318D0}" dt="2023-12-13T11:20:59.584" v="7707" actId="20577"/>
          <ac:spMkLst>
            <pc:docMk/>
            <pc:sldMk cId="2621982120" sldId="2590"/>
            <ac:spMk id="8" creationId="{81EF7EEF-D65F-9AFD-6D36-741AEEAC8AC9}"/>
          </ac:spMkLst>
        </pc:spChg>
        <pc:graphicFrameChg chg="del mod">
          <ac:chgData name="Owais Ahmed" userId="6abc7d4556b3b071" providerId="LiveId" clId="{69A6FD51-02D8-45A5-972C-CEF9253318D0}" dt="2023-12-13T11:19:59.962" v="7534" actId="478"/>
          <ac:graphicFrameMkLst>
            <pc:docMk/>
            <pc:sldMk cId="2621982120" sldId="2590"/>
            <ac:graphicFrameMk id="4" creationId="{D80B78C4-B288-25B8-B66D-92DACFE8F475}"/>
          </ac:graphicFrameMkLst>
        </pc:graphicFrameChg>
        <pc:graphicFrameChg chg="del">
          <ac:chgData name="Owais Ahmed" userId="6abc7d4556b3b071" providerId="LiveId" clId="{69A6FD51-02D8-45A5-972C-CEF9253318D0}" dt="2023-12-13T10:59:51.042" v="6927" actId="478"/>
          <ac:graphicFrameMkLst>
            <pc:docMk/>
            <pc:sldMk cId="2621982120" sldId="2590"/>
            <ac:graphicFrameMk id="7" creationId="{177A2DCF-B95A-C5ED-54B7-1F967D56E7A8}"/>
          </ac:graphicFrameMkLst>
        </pc:graphicFrameChg>
      </pc:sldChg>
      <pc:sldChg chg="modSp add mod modAnim">
        <pc:chgData name="Owais Ahmed" userId="6abc7d4556b3b071" providerId="LiveId" clId="{69A6FD51-02D8-45A5-972C-CEF9253318D0}" dt="2023-12-13T15:04:51.637" v="9596" actId="20577"/>
        <pc:sldMkLst>
          <pc:docMk/>
          <pc:sldMk cId="1731761612" sldId="2591"/>
        </pc:sldMkLst>
        <pc:spChg chg="mod">
          <ac:chgData name="Owais Ahmed" userId="6abc7d4556b3b071" providerId="LiveId" clId="{69A6FD51-02D8-45A5-972C-CEF9253318D0}" dt="2023-12-13T15:04:51.637" v="9596" actId="20577"/>
          <ac:spMkLst>
            <pc:docMk/>
            <pc:sldMk cId="1731761612" sldId="2591"/>
            <ac:spMk id="8" creationId="{81EF7EEF-D65F-9AFD-6D36-741AEEAC8AC9}"/>
          </ac:spMkLst>
        </pc:spChg>
        <pc:graphicFrameChg chg="mod modGraphic">
          <ac:chgData name="Owais Ahmed" userId="6abc7d4556b3b071" providerId="LiveId" clId="{69A6FD51-02D8-45A5-972C-CEF9253318D0}" dt="2023-12-13T15:04:13.436" v="9547" actId="1076"/>
          <ac:graphicFrameMkLst>
            <pc:docMk/>
            <pc:sldMk cId="1731761612" sldId="2591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5:03:47.772" v="9541" actId="14100"/>
          <ac:graphicFrameMkLst>
            <pc:docMk/>
            <pc:sldMk cId="1731761612" sldId="2591"/>
            <ac:graphicFrameMk id="7" creationId="{177A2DCF-B95A-C5ED-54B7-1F967D56E7A8}"/>
          </ac:graphicFrameMkLst>
        </pc:graphicFrameChg>
      </pc:sldChg>
      <pc:sldChg chg="addSp modSp add del mod ord modAnim">
        <pc:chgData name="Owais Ahmed" userId="6abc7d4556b3b071" providerId="LiveId" clId="{69A6FD51-02D8-45A5-972C-CEF9253318D0}" dt="2023-12-13T15:01:11.093" v="9511" actId="2696"/>
        <pc:sldMkLst>
          <pc:docMk/>
          <pc:sldMk cId="3361293322" sldId="2591"/>
        </pc:sldMkLst>
        <pc:spChg chg="mod">
          <ac:chgData name="Owais Ahmed" userId="6abc7d4556b3b071" providerId="LiveId" clId="{69A6FD51-02D8-45A5-972C-CEF9253318D0}" dt="2023-12-13T11:28:20.223" v="8017" actId="27636"/>
          <ac:spMkLst>
            <pc:docMk/>
            <pc:sldMk cId="3361293322" sldId="2591"/>
            <ac:spMk id="8" creationId="{81EF7EEF-D65F-9AFD-6D36-741AEEAC8AC9}"/>
          </ac:spMkLst>
        </pc:spChg>
        <pc:graphicFrameChg chg="add mod modGraphic">
          <ac:chgData name="Owais Ahmed" userId="6abc7d4556b3b071" providerId="LiveId" clId="{69A6FD51-02D8-45A5-972C-CEF9253318D0}" dt="2023-12-13T11:28:30.411" v="8021" actId="20577"/>
          <ac:graphicFrameMkLst>
            <pc:docMk/>
            <pc:sldMk cId="3361293322" sldId="2591"/>
            <ac:graphicFrameMk id="3" creationId="{DC2D88F0-F313-4C1E-F298-FF203093E9C0}"/>
          </ac:graphicFrameMkLst>
        </pc:graphicFrameChg>
        <pc:graphicFrameChg chg="mod modGraphic">
          <ac:chgData name="Owais Ahmed" userId="6abc7d4556b3b071" providerId="LiveId" clId="{69A6FD51-02D8-45A5-972C-CEF9253318D0}" dt="2023-12-13T11:27:33.776" v="7932" actId="207"/>
          <ac:graphicFrameMkLst>
            <pc:docMk/>
            <pc:sldMk cId="3361293322" sldId="2591"/>
            <ac:graphicFrameMk id="7" creationId="{177A2DCF-B95A-C5ED-54B7-1F967D56E7A8}"/>
          </ac:graphicFrameMkLst>
        </pc:graphicFrameChg>
      </pc:sldChg>
      <pc:sldChg chg="modSp add del mod">
        <pc:chgData name="Owais Ahmed" userId="6abc7d4556b3b071" providerId="LiveId" clId="{69A6FD51-02D8-45A5-972C-CEF9253318D0}" dt="2023-12-13T15:01:11.093" v="9511" actId="2696"/>
        <pc:sldMkLst>
          <pc:docMk/>
          <pc:sldMk cId="289149646" sldId="2592"/>
        </pc:sldMkLst>
        <pc:spChg chg="mod">
          <ac:chgData name="Owais Ahmed" userId="6abc7d4556b3b071" providerId="LiveId" clId="{69A6FD51-02D8-45A5-972C-CEF9253318D0}" dt="2023-12-13T11:33:39.467" v="8146" actId="20577"/>
          <ac:spMkLst>
            <pc:docMk/>
            <pc:sldMk cId="289149646" sldId="2592"/>
            <ac:spMk id="8" creationId="{81EF7EEF-D65F-9AFD-6D36-741AEEAC8AC9}"/>
          </ac:spMkLst>
        </pc:spChg>
        <pc:graphicFrameChg chg="mod modGraphic">
          <ac:chgData name="Owais Ahmed" userId="6abc7d4556b3b071" providerId="LiveId" clId="{69A6FD51-02D8-45A5-972C-CEF9253318D0}" dt="2023-12-13T11:32:03.470" v="8126"/>
          <ac:graphicFrameMkLst>
            <pc:docMk/>
            <pc:sldMk cId="289149646" sldId="2592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1:33:21.398" v="8138" actId="207"/>
          <ac:graphicFrameMkLst>
            <pc:docMk/>
            <pc:sldMk cId="289149646" sldId="2592"/>
            <ac:graphicFrameMk id="7" creationId="{177A2DCF-B95A-C5ED-54B7-1F967D56E7A8}"/>
          </ac:graphicFrameMkLst>
        </pc:graphicFrameChg>
      </pc:sldChg>
      <pc:sldChg chg="delSp add del mod delAnim">
        <pc:chgData name="Owais Ahmed" userId="6abc7d4556b3b071" providerId="LiveId" clId="{69A6FD51-02D8-45A5-972C-CEF9253318D0}" dt="2023-12-13T15:05:25.772" v="9600" actId="47"/>
        <pc:sldMkLst>
          <pc:docMk/>
          <pc:sldMk cId="2153717059" sldId="2592"/>
        </pc:sldMkLst>
        <pc:graphicFrameChg chg="del">
          <ac:chgData name="Owais Ahmed" userId="6abc7d4556b3b071" providerId="LiveId" clId="{69A6FD51-02D8-45A5-972C-CEF9253318D0}" dt="2023-12-13T15:05:06.232" v="9597" actId="478"/>
          <ac:graphicFrameMkLst>
            <pc:docMk/>
            <pc:sldMk cId="2153717059" sldId="2592"/>
            <ac:graphicFrameMk id="7" creationId="{177A2DCF-B95A-C5ED-54B7-1F967D56E7A8}"/>
          </ac:graphicFrameMkLst>
        </pc:graphicFrameChg>
      </pc:sldChg>
      <pc:sldChg chg="add">
        <pc:chgData name="Owais Ahmed" userId="6abc7d4556b3b071" providerId="LiveId" clId="{69A6FD51-02D8-45A5-972C-CEF9253318D0}" dt="2023-12-13T11:35:15.593" v="8165"/>
        <pc:sldMkLst>
          <pc:docMk/>
          <pc:sldMk cId="818247331" sldId="2593"/>
        </pc:sldMkLst>
      </pc:sldChg>
      <pc:sldChg chg="add">
        <pc:chgData name="Owais Ahmed" userId="6abc7d4556b3b071" providerId="LiveId" clId="{69A6FD51-02D8-45A5-972C-CEF9253318D0}" dt="2023-12-13T11:35:36.582" v="8166"/>
        <pc:sldMkLst>
          <pc:docMk/>
          <pc:sldMk cId="3204197998" sldId="2594"/>
        </pc:sldMkLst>
      </pc:sldChg>
      <pc:sldChg chg="add">
        <pc:chgData name="Owais Ahmed" userId="6abc7d4556b3b071" providerId="LiveId" clId="{69A6FD51-02D8-45A5-972C-CEF9253318D0}" dt="2023-12-13T11:35:36.582" v="8166"/>
        <pc:sldMkLst>
          <pc:docMk/>
          <pc:sldMk cId="1748941122" sldId="2595"/>
        </pc:sldMkLst>
      </pc:sldChg>
      <pc:sldChg chg="modSp add mod">
        <pc:chgData name="Owais Ahmed" userId="6abc7d4556b3b071" providerId="LiveId" clId="{69A6FD51-02D8-45A5-972C-CEF9253318D0}" dt="2023-12-13T15:16:08.304" v="9728" actId="20577"/>
        <pc:sldMkLst>
          <pc:docMk/>
          <pc:sldMk cId="3872441387" sldId="2600"/>
        </pc:sldMkLst>
        <pc:spChg chg="mod">
          <ac:chgData name="Owais Ahmed" userId="6abc7d4556b3b071" providerId="LiveId" clId="{69A6FD51-02D8-45A5-972C-CEF9253318D0}" dt="2023-12-13T15:16:08.304" v="9728" actId="20577"/>
          <ac:spMkLst>
            <pc:docMk/>
            <pc:sldMk cId="3872441387" sldId="2600"/>
            <ac:spMk id="6" creationId="{36332C98-C5E5-CF55-0295-E21FCA3141F5}"/>
          </ac:spMkLst>
        </pc:spChg>
        <pc:spChg chg="mod">
          <ac:chgData name="Owais Ahmed" userId="6abc7d4556b3b071" providerId="LiveId" clId="{69A6FD51-02D8-45A5-972C-CEF9253318D0}" dt="2023-12-13T11:39:27.119" v="8211"/>
          <ac:spMkLst>
            <pc:docMk/>
            <pc:sldMk cId="3872441387" sldId="2600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69A6FD51-02D8-45A5-972C-CEF9253318D0}" dt="2023-12-13T14:40:48.440" v="9056"/>
        <pc:sldMkLst>
          <pc:docMk/>
          <pc:sldMk cId="1970709770" sldId="2601"/>
        </pc:sldMkLst>
        <pc:spChg chg="mod">
          <ac:chgData name="Owais Ahmed" userId="6abc7d4556b3b071" providerId="LiveId" clId="{69A6FD51-02D8-45A5-972C-CEF9253318D0}" dt="2023-12-13T11:38:46.976" v="8209" actId="27636"/>
          <ac:spMkLst>
            <pc:docMk/>
            <pc:sldMk cId="1970709770" sldId="2601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1:37:22.622" v="8189" actId="20577"/>
          <ac:spMkLst>
            <pc:docMk/>
            <pc:sldMk cId="1970709770" sldId="2601"/>
            <ac:spMk id="215" creationId="{00000000-0000-0000-0000-000000000000}"/>
          </ac:spMkLst>
        </pc:spChg>
      </pc:sldChg>
      <pc:sldChg chg="add del">
        <pc:chgData name="Owais Ahmed" userId="6abc7d4556b3b071" providerId="LiveId" clId="{69A6FD51-02D8-45A5-972C-CEF9253318D0}" dt="2023-12-13T11:39:29.677" v="8212" actId="47"/>
        <pc:sldMkLst>
          <pc:docMk/>
          <pc:sldMk cId="3063644903" sldId="2602"/>
        </pc:sldMkLst>
      </pc:sldChg>
      <pc:sldChg chg="addSp delSp modSp add mod ord delAnim modAnim">
        <pc:chgData name="Owais Ahmed" userId="6abc7d4556b3b071" providerId="LiveId" clId="{69A6FD51-02D8-45A5-972C-CEF9253318D0}" dt="2023-12-13T15:15:43.010" v="9720" actId="20577"/>
        <pc:sldMkLst>
          <pc:docMk/>
          <pc:sldMk cId="4026886309" sldId="2602"/>
        </pc:sldMkLst>
        <pc:spChg chg="add mod">
          <ac:chgData name="Owais Ahmed" userId="6abc7d4556b3b071" providerId="LiveId" clId="{69A6FD51-02D8-45A5-972C-CEF9253318D0}" dt="2023-12-13T15:15:43.010" v="9720" actId="20577"/>
          <ac:spMkLst>
            <pc:docMk/>
            <pc:sldMk cId="4026886309" sldId="2602"/>
            <ac:spMk id="6" creationId="{CAA9EC9E-522E-AFED-40BB-B84BCCEC5B0F}"/>
          </ac:spMkLst>
        </pc:spChg>
        <pc:spChg chg="del mod">
          <ac:chgData name="Owais Ahmed" userId="6abc7d4556b3b071" providerId="LiveId" clId="{69A6FD51-02D8-45A5-972C-CEF9253318D0}" dt="2023-12-13T14:53:34.319" v="9332" actId="478"/>
          <ac:spMkLst>
            <pc:docMk/>
            <pc:sldMk cId="4026886309" sldId="2602"/>
            <ac:spMk id="8" creationId="{81EF7EEF-D65F-9AFD-6D36-741AEEAC8AC9}"/>
          </ac:spMkLst>
        </pc:spChg>
        <pc:spChg chg="del">
          <ac:chgData name="Owais Ahmed" userId="6abc7d4556b3b071" providerId="LiveId" clId="{69A6FD51-02D8-45A5-972C-CEF9253318D0}" dt="2023-12-13T14:53:41.269" v="9334" actId="478"/>
          <ac:spMkLst>
            <pc:docMk/>
            <pc:sldMk cId="4026886309" sldId="2602"/>
            <ac:spMk id="89" creationId="{00000000-0000-0000-0000-000000000000}"/>
          </ac:spMkLst>
        </pc:spChg>
        <pc:spChg chg="del">
          <ac:chgData name="Owais Ahmed" userId="6abc7d4556b3b071" providerId="LiveId" clId="{69A6FD51-02D8-45A5-972C-CEF9253318D0}" dt="2023-12-13T14:53:44.686" v="9336" actId="478"/>
          <ac:spMkLst>
            <pc:docMk/>
            <pc:sldMk cId="4026886309" sldId="2602"/>
            <ac:spMk id="214" creationId="{00000000-0000-0000-0000-000000000000}"/>
          </ac:spMkLst>
        </pc:spChg>
        <pc:spChg chg="mod">
          <ac:chgData name="Owais Ahmed" userId="6abc7d4556b3b071" providerId="LiveId" clId="{69A6FD51-02D8-45A5-972C-CEF9253318D0}" dt="2023-12-13T14:40:45.272" v="9054" actId="20577"/>
          <ac:spMkLst>
            <pc:docMk/>
            <pc:sldMk cId="4026886309" sldId="2602"/>
            <ac:spMk id="215" creationId="{00000000-0000-0000-0000-000000000000}"/>
          </ac:spMkLst>
        </pc:spChg>
        <pc:spChg chg="del">
          <ac:chgData name="Owais Ahmed" userId="6abc7d4556b3b071" providerId="LiveId" clId="{69A6FD51-02D8-45A5-972C-CEF9253318D0}" dt="2023-12-13T14:53:43.290" v="9335" actId="478"/>
          <ac:spMkLst>
            <pc:docMk/>
            <pc:sldMk cId="4026886309" sldId="2602"/>
            <ac:spMk id="216" creationId="{00000000-0000-0000-0000-000000000000}"/>
          </ac:spMkLst>
        </pc:spChg>
        <pc:graphicFrameChg chg="del">
          <ac:chgData name="Owais Ahmed" userId="6abc7d4556b3b071" providerId="LiveId" clId="{69A6FD51-02D8-45A5-972C-CEF9253318D0}" dt="2023-12-13T14:29:12.043" v="8215" actId="478"/>
          <ac:graphicFrameMkLst>
            <pc:docMk/>
            <pc:sldMk cId="4026886309" sldId="2602"/>
            <ac:graphicFrameMk id="3" creationId="{DC2D88F0-F313-4C1E-F298-FF203093E9C0}"/>
          </ac:graphicFrameMkLst>
        </pc:graphicFrameChg>
        <pc:graphicFrameChg chg="del mod">
          <ac:chgData name="Owais Ahmed" userId="6abc7d4556b3b071" providerId="LiveId" clId="{69A6FD51-02D8-45A5-972C-CEF9253318D0}" dt="2023-12-13T14:53:10.640" v="9327" actId="478"/>
          <ac:graphicFrameMkLst>
            <pc:docMk/>
            <pc:sldMk cId="4026886309" sldId="2602"/>
            <ac:graphicFrameMk id="7" creationId="{177A2DCF-B95A-C5ED-54B7-1F967D56E7A8}"/>
          </ac:graphicFrameMkLst>
        </pc:graphicFrameChg>
        <pc:picChg chg="add del mod">
          <ac:chgData name="Owais Ahmed" userId="6abc7d4556b3b071" providerId="LiveId" clId="{69A6FD51-02D8-45A5-972C-CEF9253318D0}" dt="2023-12-13T14:57:33.212" v="9343" actId="478"/>
          <ac:picMkLst>
            <pc:docMk/>
            <pc:sldMk cId="4026886309" sldId="2602"/>
            <ac:picMk id="4" creationId="{4922AAE8-AA2E-6A9F-7DAF-326733C6A874}"/>
          </ac:picMkLst>
        </pc:picChg>
        <pc:picChg chg="add mod">
          <ac:chgData name="Owais Ahmed" userId="6abc7d4556b3b071" providerId="LiveId" clId="{69A6FD51-02D8-45A5-972C-CEF9253318D0}" dt="2023-12-13T14:57:30.870" v="9342" actId="571"/>
          <ac:picMkLst>
            <pc:docMk/>
            <pc:sldMk cId="4026886309" sldId="2602"/>
            <ac:picMk id="5" creationId="{9158C062-3074-58AE-77F2-FD8016C38323}"/>
          </ac:picMkLst>
        </pc:picChg>
        <pc:picChg chg="add del mod">
          <ac:chgData name="Owais Ahmed" userId="6abc7d4556b3b071" providerId="LiveId" clId="{69A6FD51-02D8-45A5-972C-CEF9253318D0}" dt="2023-12-13T14:57:37.100" v="9344" actId="478"/>
          <ac:picMkLst>
            <pc:docMk/>
            <pc:sldMk cId="4026886309" sldId="2602"/>
            <ac:picMk id="1026" creationId="{A3D42A3D-C6A0-8D99-22F6-407ACAEAD833}"/>
          </ac:picMkLst>
        </pc:picChg>
      </pc:sldChg>
      <pc:sldChg chg="delSp modSp add mod ord delAnim modAnim">
        <pc:chgData name="Owais Ahmed" userId="6abc7d4556b3b071" providerId="LiveId" clId="{69A6FD51-02D8-45A5-972C-CEF9253318D0}" dt="2023-12-14T09:50:10.201" v="10680"/>
        <pc:sldMkLst>
          <pc:docMk/>
          <pc:sldMk cId="212115703" sldId="2603"/>
        </pc:sldMkLst>
        <pc:spChg chg="mod">
          <ac:chgData name="Owais Ahmed" userId="6abc7d4556b3b071" providerId="LiveId" clId="{69A6FD51-02D8-45A5-972C-CEF9253318D0}" dt="2023-12-13T15:38:08.371" v="10428" actId="20577"/>
          <ac:spMkLst>
            <pc:docMk/>
            <pc:sldMk cId="212115703" sldId="2603"/>
            <ac:spMk id="8" creationId="{81EF7EEF-D65F-9AFD-6D36-741AEEAC8AC9}"/>
          </ac:spMkLst>
        </pc:spChg>
        <pc:graphicFrameChg chg="del">
          <ac:chgData name="Owais Ahmed" userId="6abc7d4556b3b071" providerId="LiveId" clId="{69A6FD51-02D8-45A5-972C-CEF9253318D0}" dt="2023-12-13T15:17:03.202" v="9732" actId="478"/>
          <ac:graphicFrameMkLst>
            <pc:docMk/>
            <pc:sldMk cId="212115703" sldId="2603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5:33:30.611" v="10158" actId="14100"/>
          <ac:graphicFrameMkLst>
            <pc:docMk/>
            <pc:sldMk cId="212115703" sldId="2603"/>
            <ac:graphicFrameMk id="7" creationId="{177A2DCF-B95A-C5ED-54B7-1F967D56E7A8}"/>
          </ac:graphicFrameMkLst>
        </pc:graphicFrameChg>
      </pc:sldChg>
      <pc:sldChg chg="addSp modSp add mod ord modAnim">
        <pc:chgData name="Owais Ahmed" userId="6abc7d4556b3b071" providerId="LiveId" clId="{69A6FD51-02D8-45A5-972C-CEF9253318D0}" dt="2023-12-13T15:47:23.042" v="10679"/>
        <pc:sldMkLst>
          <pc:docMk/>
          <pc:sldMk cId="2626432937" sldId="2604"/>
        </pc:sldMkLst>
        <pc:spChg chg="mod">
          <ac:chgData name="Owais Ahmed" userId="6abc7d4556b3b071" providerId="LiveId" clId="{69A6FD51-02D8-45A5-972C-CEF9253318D0}" dt="2023-12-13T15:47:05.619" v="10678" actId="20577"/>
          <ac:spMkLst>
            <pc:docMk/>
            <pc:sldMk cId="2626432937" sldId="2604"/>
            <ac:spMk id="8" creationId="{81EF7EEF-D65F-9AFD-6D36-741AEEAC8AC9}"/>
          </ac:spMkLst>
        </pc:spChg>
        <pc:spChg chg="mod">
          <ac:chgData name="Owais Ahmed" userId="6abc7d4556b3b071" providerId="LiveId" clId="{69A6FD51-02D8-45A5-972C-CEF9253318D0}" dt="2023-12-13T15:40:01.998" v="10449" actId="20577"/>
          <ac:spMkLst>
            <pc:docMk/>
            <pc:sldMk cId="2626432937" sldId="26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9A6FD51-02D8-45A5-972C-CEF9253318D0}" dt="2023-12-13T15:45:35.070" v="10517" actId="1076"/>
          <ac:graphicFrameMkLst>
            <pc:docMk/>
            <pc:sldMk cId="2626432937" sldId="2604"/>
            <ac:graphicFrameMk id="3" creationId="{58DDD372-08FB-EC2D-25C9-24C4AE371F55}"/>
          </ac:graphicFrameMkLst>
        </pc:graphicFrameChg>
      </pc:sldChg>
    </pc:docChg>
  </pc:docChgLst>
  <pc:docChgLst>
    <pc:chgData name="Owais Ahmed" userId="6abc7d4556b3b071" providerId="LiveId" clId="{31CBDB6D-F3BF-42E7-BF33-CF400C0690A8}"/>
    <pc:docChg chg="undo redo custSel addSld delSld modSld">
      <pc:chgData name="Owais Ahmed" userId="6abc7d4556b3b071" providerId="LiveId" clId="{31CBDB6D-F3BF-42E7-BF33-CF400C0690A8}" dt="2024-01-03T11:13:59.386" v="2527" actId="20577"/>
      <pc:docMkLst>
        <pc:docMk/>
      </pc:docMkLst>
      <pc:sldChg chg="modSp mod">
        <pc:chgData name="Owais Ahmed" userId="6abc7d4556b3b071" providerId="LiveId" clId="{31CBDB6D-F3BF-42E7-BF33-CF400C0690A8}" dt="2024-01-03T10:54:25.077" v="980" actId="20577"/>
        <pc:sldMkLst>
          <pc:docMk/>
          <pc:sldMk cId="1649098948" sldId="2462"/>
        </pc:sldMkLst>
        <pc:spChg chg="mod">
          <ac:chgData name="Owais Ahmed" userId="6abc7d4556b3b071" providerId="LiveId" clId="{31CBDB6D-F3BF-42E7-BF33-CF400C0690A8}" dt="2024-01-03T10:54:25.077" v="98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1CBDB6D-F3BF-42E7-BF33-CF400C0690A8}" dt="2024-01-03T10:54:05.611" v="950" actId="5793"/>
        <pc:sldMkLst>
          <pc:docMk/>
          <pc:sldMk cId="296501705" sldId="2557"/>
        </pc:sldMkLst>
        <pc:spChg chg="mod">
          <ac:chgData name="Owais Ahmed" userId="6abc7d4556b3b071" providerId="LiveId" clId="{31CBDB6D-F3BF-42E7-BF33-CF400C0690A8}" dt="2024-01-03T10:54:05.611" v="950" actId="5793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31CBDB6D-F3BF-42E7-BF33-CF400C0690A8}" dt="2024-01-03T10:50:01.301" v="310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31CBDB6D-F3BF-42E7-BF33-CF400C0690A8}" dt="2024-01-03T11:13:59.386" v="2527" actId="20577"/>
        <pc:sldMkLst>
          <pc:docMk/>
          <pc:sldMk cId="4286977398" sldId="2558"/>
        </pc:sldMkLst>
        <pc:spChg chg="mod">
          <ac:chgData name="Owais Ahmed" userId="6abc7d4556b3b071" providerId="LiveId" clId="{31CBDB6D-F3BF-42E7-BF33-CF400C0690A8}" dt="2024-01-03T11:13:59.386" v="2527" actId="20577"/>
          <ac:spMkLst>
            <pc:docMk/>
            <pc:sldMk cId="4286977398" sldId="255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1CBDB6D-F3BF-42E7-BF33-CF400C0690A8}" dt="2024-01-03T11:05:54.911" v="1659" actId="27636"/>
        <pc:sldMkLst>
          <pc:docMk/>
          <pc:sldMk cId="1031633002" sldId="2559"/>
        </pc:sldMkLst>
        <pc:spChg chg="mod">
          <ac:chgData name="Owais Ahmed" userId="6abc7d4556b3b071" providerId="LiveId" clId="{31CBDB6D-F3BF-42E7-BF33-CF400C0690A8}" dt="2024-01-03T11:05:54.911" v="1659" actId="27636"/>
          <ac:spMkLst>
            <pc:docMk/>
            <pc:sldMk cId="1031633002" sldId="255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1CBDB6D-F3BF-42E7-BF33-CF400C0690A8}" dt="2024-01-03T11:09:01.683" v="2111" actId="20577"/>
        <pc:sldMkLst>
          <pc:docMk/>
          <pc:sldMk cId="566078231" sldId="2560"/>
        </pc:sldMkLst>
        <pc:spChg chg="mod">
          <ac:chgData name="Owais Ahmed" userId="6abc7d4556b3b071" providerId="LiveId" clId="{31CBDB6D-F3BF-42E7-BF33-CF400C0690A8}" dt="2024-01-03T11:09:01.683" v="2111" actId="20577"/>
          <ac:spMkLst>
            <pc:docMk/>
            <pc:sldMk cId="566078231" sldId="2560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1CBDB6D-F3BF-42E7-BF33-CF400C0690A8}" dt="2024-01-03T11:10:28.285" v="2276" actId="20577"/>
        <pc:sldMkLst>
          <pc:docMk/>
          <pc:sldMk cId="1999090648" sldId="2561"/>
        </pc:sldMkLst>
        <pc:spChg chg="mod">
          <ac:chgData name="Owais Ahmed" userId="6abc7d4556b3b071" providerId="LiveId" clId="{31CBDB6D-F3BF-42E7-BF33-CF400C0690A8}" dt="2024-01-03T11:10:28.285" v="2276" actId="20577"/>
          <ac:spMkLst>
            <pc:docMk/>
            <pc:sldMk cId="1999090648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1CBDB6D-F3BF-42E7-BF33-CF400C0690A8}" dt="2024-01-03T11:11:06.978" v="2279" actId="27636"/>
        <pc:sldMkLst>
          <pc:docMk/>
          <pc:sldMk cId="1095180753" sldId="2562"/>
        </pc:sldMkLst>
        <pc:spChg chg="mod">
          <ac:chgData name="Owais Ahmed" userId="6abc7d4556b3b071" providerId="LiveId" clId="{31CBDB6D-F3BF-42E7-BF33-CF400C0690A8}" dt="2024-01-03T11:11:06.978" v="2279" actId="27636"/>
          <ac:spMkLst>
            <pc:docMk/>
            <pc:sldMk cId="1095180753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752439605" sldId="2628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2359723620" sldId="2629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912857983" sldId="2630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525208816" sldId="2631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1928092995" sldId="2632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399433902" sldId="2634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1689536285" sldId="2635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360628243" sldId="2636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871554563" sldId="2637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2694563689" sldId="2638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1890703427" sldId="2639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3356953712" sldId="2640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2580306514" sldId="2641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3122047571" sldId="2642"/>
        </pc:sldMkLst>
      </pc:sldChg>
      <pc:sldChg chg="del">
        <pc:chgData name="Owais Ahmed" userId="6abc7d4556b3b071" providerId="LiveId" clId="{31CBDB6D-F3BF-42E7-BF33-CF400C0690A8}" dt="2024-01-03T10:48:21.758" v="76" actId="47"/>
        <pc:sldMkLst>
          <pc:docMk/>
          <pc:sldMk cId="2611405039" sldId="2643"/>
        </pc:sldMkLst>
      </pc:sldChg>
    </pc:docChg>
  </pc:docChgLst>
  <pc:docChgLst>
    <pc:chgData name="Owais Ahmed" userId="6abc7d4556b3b071" providerId="LiveId" clId="{53383B45-B17A-4806-BA45-0D31F109C868}"/>
    <pc:docChg chg="undo custSel addSld delSld modSld sldOrd">
      <pc:chgData name="Owais Ahmed" userId="6abc7d4556b3b071" providerId="LiveId" clId="{53383B45-B17A-4806-BA45-0D31F109C868}" dt="2023-09-27T09:56:42.272" v="2584" actId="20577"/>
      <pc:docMkLst>
        <pc:docMk/>
      </pc:docMkLst>
      <pc:sldChg chg="modSp mod">
        <pc:chgData name="Owais Ahmed" userId="6abc7d4556b3b071" providerId="LiveId" clId="{53383B45-B17A-4806-BA45-0D31F109C868}" dt="2023-09-27T05:07:46.636" v="32"/>
        <pc:sldMkLst>
          <pc:docMk/>
          <pc:sldMk cId="1649098948" sldId="2462"/>
        </pc:sldMkLst>
        <pc:spChg chg="mod">
          <ac:chgData name="Owais Ahmed" userId="6abc7d4556b3b071" providerId="LiveId" clId="{53383B45-B17A-4806-BA45-0D31F109C868}" dt="2023-09-27T05:07:46.636" v="32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">
        <pc:chgData name="Owais Ahmed" userId="6abc7d4556b3b071" providerId="LiveId" clId="{53383B45-B17A-4806-BA45-0D31F109C868}" dt="2023-09-27T05:06:36.031" v="1"/>
        <pc:sldMkLst>
          <pc:docMk/>
          <pc:sldMk cId="2136095335" sldId="2565"/>
        </pc:sldMkLst>
        <pc:graphicFrameChg chg="add del mod">
          <ac:chgData name="Owais Ahmed" userId="6abc7d4556b3b071" providerId="LiveId" clId="{53383B45-B17A-4806-BA45-0D31F109C868}" dt="2023-09-27T05:06:36.031" v="1"/>
          <ac:graphicFrameMkLst>
            <pc:docMk/>
            <pc:sldMk cId="2136095335" sldId="2565"/>
            <ac:graphicFrameMk id="4" creationId="{0343B9A1-D7FE-33A9-FC1E-D43F1EB7F87D}"/>
          </ac:graphicFrameMkLst>
        </pc:graphicFrameChg>
      </pc:sldChg>
      <pc:sldChg chg="modSp mod">
        <pc:chgData name="Owais Ahmed" userId="6abc7d4556b3b071" providerId="LiveId" clId="{53383B45-B17A-4806-BA45-0D31F109C868}" dt="2023-09-27T05:22:45.827" v="124" actId="20577"/>
        <pc:sldMkLst>
          <pc:docMk/>
          <pc:sldMk cId="786819306" sldId="2566"/>
        </pc:sldMkLst>
        <pc:spChg chg="mod">
          <ac:chgData name="Owais Ahmed" userId="6abc7d4556b3b071" providerId="LiveId" clId="{53383B45-B17A-4806-BA45-0D31F109C868}" dt="2023-09-27T05:22:45.827" v="124" actId="20577"/>
          <ac:spMkLst>
            <pc:docMk/>
            <pc:sldMk cId="786819306" sldId="2566"/>
            <ac:spMk id="215" creationId="{00000000-0000-0000-0000-000000000000}"/>
          </ac:spMkLst>
        </pc:spChg>
      </pc:sldChg>
      <pc:sldChg chg="add del">
        <pc:chgData name="Owais Ahmed" userId="6abc7d4556b3b071" providerId="LiveId" clId="{53383B45-B17A-4806-BA45-0D31F109C868}" dt="2023-09-27T05:23:15.731" v="125" actId="47"/>
        <pc:sldMkLst>
          <pc:docMk/>
          <pc:sldMk cId="138900574" sldId="2567"/>
        </pc:sldMkLst>
      </pc:sldChg>
      <pc:sldChg chg="modSp modAnim">
        <pc:chgData name="Owais Ahmed" userId="6abc7d4556b3b071" providerId="LiveId" clId="{53383B45-B17A-4806-BA45-0D31F109C868}" dt="2023-09-27T05:49:40.333" v="1297" actId="20577"/>
        <pc:sldMkLst>
          <pc:docMk/>
          <pc:sldMk cId="1120982729" sldId="2568"/>
        </pc:sldMkLst>
        <pc:spChg chg="mod">
          <ac:chgData name="Owais Ahmed" userId="6abc7d4556b3b071" providerId="LiveId" clId="{53383B45-B17A-4806-BA45-0D31F109C868}" dt="2023-09-27T05:49:40.333" v="1297" actId="20577"/>
          <ac:spMkLst>
            <pc:docMk/>
            <pc:sldMk cId="1120982729" sldId="2568"/>
            <ac:spMk id="3" creationId="{4A1C0383-58FE-E486-295E-B33B8683B938}"/>
          </ac:spMkLst>
        </pc:spChg>
      </pc:sldChg>
      <pc:sldChg chg="del">
        <pc:chgData name="Owais Ahmed" userId="6abc7d4556b3b071" providerId="LiveId" clId="{53383B45-B17A-4806-BA45-0D31F109C868}" dt="2023-09-27T09:20:42.985" v="1298" actId="47"/>
        <pc:sldMkLst>
          <pc:docMk/>
          <pc:sldMk cId="3849819283" sldId="2576"/>
        </pc:sldMkLst>
      </pc:sldChg>
      <pc:sldChg chg="del">
        <pc:chgData name="Owais Ahmed" userId="6abc7d4556b3b071" providerId="LiveId" clId="{53383B45-B17A-4806-BA45-0D31F109C868}" dt="2023-09-27T09:20:43.749" v="1299" actId="47"/>
        <pc:sldMkLst>
          <pc:docMk/>
          <pc:sldMk cId="2362627110" sldId="2577"/>
        </pc:sldMkLst>
      </pc:sldChg>
      <pc:sldChg chg="modSp add mod modAnim">
        <pc:chgData name="Owais Ahmed" userId="6abc7d4556b3b071" providerId="LiveId" clId="{53383B45-B17A-4806-BA45-0D31F109C868}" dt="2023-09-27T05:10:11.070" v="79" actId="27636"/>
        <pc:sldMkLst>
          <pc:docMk/>
          <pc:sldMk cId="1835063850" sldId="2578"/>
        </pc:sldMkLst>
        <pc:spChg chg="mod">
          <ac:chgData name="Owais Ahmed" userId="6abc7d4556b3b071" providerId="LiveId" clId="{53383B45-B17A-4806-BA45-0D31F109C868}" dt="2023-09-27T05:10:11.070" v="79" actId="27636"/>
          <ac:spMkLst>
            <pc:docMk/>
            <pc:sldMk cId="1835063850" sldId="2578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08:03.843" v="45" actId="20577"/>
          <ac:spMkLst>
            <pc:docMk/>
            <pc:sldMk cId="1835063850" sldId="257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27.514" v="95" actId="20577"/>
        <pc:sldMkLst>
          <pc:docMk/>
          <pc:sldMk cId="150925741" sldId="2579"/>
        </pc:sldMkLst>
        <pc:spChg chg="mod">
          <ac:chgData name="Owais Ahmed" userId="6abc7d4556b3b071" providerId="LiveId" clId="{53383B45-B17A-4806-BA45-0D31F109C868}" dt="2023-09-27T05:20:27.514" v="95" actId="20577"/>
          <ac:spMkLst>
            <pc:docMk/>
            <pc:sldMk cId="150925741" sldId="257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45.634" v="97"/>
        <pc:sldMkLst>
          <pc:docMk/>
          <pc:sldMk cId="3164841762" sldId="2580"/>
        </pc:sldMkLst>
        <pc:spChg chg="mod">
          <ac:chgData name="Owais Ahmed" userId="6abc7d4556b3b071" providerId="LiveId" clId="{53383B45-B17A-4806-BA45-0D31F109C868}" dt="2023-09-27T05:20:45.634" v="97"/>
          <ac:spMkLst>
            <pc:docMk/>
            <pc:sldMk cId="3164841762" sldId="2580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1:33.310" v="99" actId="20577"/>
        <pc:sldMkLst>
          <pc:docMk/>
          <pc:sldMk cId="4253636147" sldId="2581"/>
        </pc:sldMkLst>
        <pc:spChg chg="mod">
          <ac:chgData name="Owais Ahmed" userId="6abc7d4556b3b071" providerId="LiveId" clId="{53383B45-B17A-4806-BA45-0D31F109C868}" dt="2023-09-27T05:21:33.310" v="99" actId="20577"/>
          <ac:spMkLst>
            <pc:docMk/>
            <pc:sldMk cId="4253636147" sldId="2581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0:50.696" v="98"/>
          <ac:spMkLst>
            <pc:docMk/>
            <pc:sldMk cId="4253636147" sldId="2581"/>
            <ac:spMk id="215" creationId="{00000000-0000-0000-0000-000000000000}"/>
          </ac:spMkLst>
        </pc:spChg>
      </pc:sldChg>
      <pc:sldChg chg="modSp add">
        <pc:chgData name="Owais Ahmed" userId="6abc7d4556b3b071" providerId="LiveId" clId="{53383B45-B17A-4806-BA45-0D31F109C868}" dt="2023-09-27T05:21:40.553" v="102" actId="20577"/>
        <pc:sldMkLst>
          <pc:docMk/>
          <pc:sldMk cId="2684752333" sldId="2582"/>
        </pc:sldMkLst>
        <pc:spChg chg="mod">
          <ac:chgData name="Owais Ahmed" userId="6abc7d4556b3b071" providerId="LiveId" clId="{53383B45-B17A-4806-BA45-0D31F109C868}" dt="2023-09-27T05:21:40.553" v="102" actId="20577"/>
          <ac:spMkLst>
            <pc:docMk/>
            <pc:sldMk cId="2684752333" sldId="2582"/>
            <ac:spMk id="3" creationId="{4A1C0383-58FE-E486-295E-B33B8683B938}"/>
          </ac:spMkLst>
        </pc:spChg>
      </pc:sldChg>
      <pc:sldChg chg="add del">
        <pc:chgData name="Owais Ahmed" userId="6abc7d4556b3b071" providerId="LiveId" clId="{53383B45-B17A-4806-BA45-0D31F109C868}" dt="2023-09-27T05:23:17.819" v="126" actId="47"/>
        <pc:sldMkLst>
          <pc:docMk/>
          <pc:sldMk cId="1329531230" sldId="2583"/>
        </pc:sldMkLst>
      </pc:sldChg>
      <pc:sldChg chg="modSp add mod">
        <pc:chgData name="Owais Ahmed" userId="6abc7d4556b3b071" providerId="LiveId" clId="{53383B45-B17A-4806-BA45-0D31F109C868}" dt="2023-09-27T05:25:24.412" v="165" actId="20577"/>
        <pc:sldMkLst>
          <pc:docMk/>
          <pc:sldMk cId="213204764" sldId="2584"/>
        </pc:sldMkLst>
        <pc:spChg chg="mod">
          <ac:chgData name="Owais Ahmed" userId="6abc7d4556b3b071" providerId="LiveId" clId="{53383B45-B17A-4806-BA45-0D31F109C868}" dt="2023-09-27T05:25:24.412" v="165" actId="20577"/>
          <ac:spMkLst>
            <pc:docMk/>
            <pc:sldMk cId="213204764" sldId="2584"/>
            <ac:spMk id="215" creationId="{00000000-0000-0000-0000-000000000000}"/>
          </ac:spMkLst>
        </pc:spChg>
      </pc:sldChg>
      <pc:sldChg chg="add">
        <pc:chgData name="Owais Ahmed" userId="6abc7d4556b3b071" providerId="LiveId" clId="{53383B45-B17A-4806-BA45-0D31F109C868}" dt="2023-09-27T05:06:44.656" v="2"/>
        <pc:sldMkLst>
          <pc:docMk/>
          <pc:sldMk cId="3970414602" sldId="2585"/>
        </pc:sldMkLst>
      </pc:sldChg>
      <pc:sldChg chg="modSp add mod modAnim">
        <pc:chgData name="Owais Ahmed" userId="6abc7d4556b3b071" providerId="LiveId" clId="{53383B45-B17A-4806-BA45-0D31F109C868}" dt="2023-09-27T05:36:05.275" v="1295" actId="20577"/>
        <pc:sldMkLst>
          <pc:docMk/>
          <pc:sldMk cId="2285914733" sldId="2586"/>
        </pc:sldMkLst>
        <pc:spChg chg="mod">
          <ac:chgData name="Owais Ahmed" userId="6abc7d4556b3b071" providerId="LiveId" clId="{53383B45-B17A-4806-BA45-0D31F109C868}" dt="2023-09-27T05:36:05.275" v="1295" actId="20577"/>
          <ac:spMkLst>
            <pc:docMk/>
            <pc:sldMk cId="2285914733" sldId="2586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7:15.262" v="304" actId="20577"/>
          <ac:spMkLst>
            <pc:docMk/>
            <pc:sldMk cId="2285914733" sldId="258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53383B45-B17A-4806-BA45-0D31F109C868}" dt="2023-09-27T09:21:26.814" v="1301" actId="14"/>
        <pc:sldMkLst>
          <pc:docMk/>
          <pc:sldMk cId="1201433262" sldId="2587"/>
        </pc:sldMkLst>
        <pc:spChg chg="mod">
          <ac:chgData name="Owais Ahmed" userId="6abc7d4556b3b071" providerId="LiveId" clId="{53383B45-B17A-4806-BA45-0D31F109C868}" dt="2023-09-27T09:21:26.814" v="1301" actId="14"/>
          <ac:spMkLst>
            <pc:docMk/>
            <pc:sldMk cId="1201433262" sldId="2587"/>
            <ac:spMk id="3" creationId="{4A1C0383-58FE-E486-295E-B33B8683B938}"/>
          </ac:spMkLst>
        </pc:spChg>
      </pc:sldChg>
      <pc:sldChg chg="addSp modSp add mod ord modAnim modNotesTx">
        <pc:chgData name="Owais Ahmed" userId="6abc7d4556b3b071" providerId="LiveId" clId="{53383B45-B17A-4806-BA45-0D31F109C868}" dt="2023-09-27T09:56:42.272" v="2584" actId="20577"/>
        <pc:sldMkLst>
          <pc:docMk/>
          <pc:sldMk cId="2208228190" sldId="2588"/>
        </pc:sldMkLst>
        <pc:spChg chg="mod">
          <ac:chgData name="Owais Ahmed" userId="6abc7d4556b3b071" providerId="LiveId" clId="{53383B45-B17A-4806-BA45-0D31F109C868}" dt="2023-09-27T09:34:45.843" v="1447" actId="27636"/>
          <ac:spMkLst>
            <pc:docMk/>
            <pc:sldMk cId="2208228190" sldId="2588"/>
            <ac:spMk id="3" creationId="{4A1C0383-58FE-E486-295E-B33B8683B938}"/>
          </ac:spMkLst>
        </pc:spChg>
        <pc:spChg chg="add mod">
          <ac:chgData name="Owais Ahmed" userId="6abc7d4556b3b071" providerId="LiveId" clId="{53383B45-B17A-4806-BA45-0D31F109C868}" dt="2023-09-27T09:56:42.272" v="2584" actId="20577"/>
          <ac:spMkLst>
            <pc:docMk/>
            <pc:sldMk cId="2208228190" sldId="2588"/>
            <ac:spMk id="4" creationId="{94726610-A2E3-1316-07F6-F3E15154A6A9}"/>
          </ac:spMkLst>
        </pc:spChg>
        <pc:spChg chg="mod">
          <ac:chgData name="Owais Ahmed" userId="6abc7d4556b3b071" providerId="LiveId" clId="{53383B45-B17A-4806-BA45-0D31F109C868}" dt="2023-09-27T09:23:20.702" v="1328" actId="20577"/>
          <ac:spMkLst>
            <pc:docMk/>
            <pc:sldMk cId="2208228190" sldId="2588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03-Jan-24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03-Jan-24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439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75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27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9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Where to, from here???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world of Algorithms is like a buffet. You can eat anything you want, but you can only eat according to your appetite.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 your appetite whetting, there are various branches in this domain.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Algorithm design is at the top of food chain in all Computer Sciences, and </a:t>
            </a:r>
            <a:r>
              <a:rPr lang="en-US" sz="3200" b="1" i="1" u="sng" dirty="0"/>
              <a:t>it will</a:t>
            </a:r>
            <a:r>
              <a:rPr lang="en-US" sz="3200" dirty="0"/>
              <a:t> stay for as long as computers exist.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next slides will give you multiple pathways, should you choose to walk further…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Complexity Analysis: </a:t>
            </a:r>
            <a:r>
              <a:rPr lang="en-US" sz="3000" dirty="0"/>
              <a:t>Master the Master theorem to resolve any recursion.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Classification of Problems according to their complexity: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P-type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NP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NP hard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NP complete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Algorithmic Reducibility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Explore classes beyond P and NP like PSPACE, EXP</a:t>
            </a:r>
            <a:r>
              <a:rPr lang="en-US" sz="3000"/>
              <a:t>, to </a:t>
            </a:r>
            <a:r>
              <a:rPr lang="en-US" sz="3000" dirty="0"/>
              <a:t>understand the broader landscape of computational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428697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Graphs: Study Regular, Random and Complex graphs.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 topological properties and behaviour of scale-fee graphs.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Dive into theoretical concepts of of Clique, Convex Hull, Sparsity, Clustering and Resilience.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Learn how to transform and solve any natural problem into a graph problem.</a:t>
            </a:r>
          </a:p>
        </p:txBody>
      </p:sp>
    </p:spTree>
    <p:extLst>
      <p:ext uri="{BB962C8B-B14F-4D97-AF65-F5344CB8AC3E}">
        <p14:creationId xmlns:p14="http://schemas.microsoft.com/office/powerpoint/2010/main" val="109518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Approximation Methods:</a:t>
            </a:r>
            <a:br>
              <a:rPr lang="en-US" sz="3200" dirty="0"/>
            </a:br>
            <a:r>
              <a:rPr lang="en-US" sz="3200" dirty="0"/>
              <a:t>Explore sophisticated approximation techniques for NP-hard problems. Understand the limitations of approximation algorithms, proofs of hardness of approximation results for certain problems.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Randomized Methods:</a:t>
            </a:r>
            <a:br>
              <a:rPr lang="en-US" sz="3200" dirty="0"/>
            </a:br>
            <a:r>
              <a:rPr lang="en-US" sz="3200" dirty="0"/>
              <a:t>Experiment Monte Carlo simulations for probabilistic solutions. Apply Las Vegas algorithms that guarantee correct result with a probabilistic runtime. Exploring data structures like skip lists or randomized search trees that use randomness to achieve average-case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3163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Machine Learning:</a:t>
            </a:r>
            <a:br>
              <a:rPr lang="en-US" sz="3200" dirty="0"/>
            </a:br>
            <a:r>
              <a:rPr lang="en-US" sz="3200" dirty="0"/>
              <a:t>Implement popular data mining algorithms for Supervised and Unsupervised learning; Classification methods using Decision trees, Bayesian Networks and Support Vector Machines.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Deep Learning:</a:t>
            </a:r>
            <a:br>
              <a:rPr lang="en-US" sz="3200" dirty="0"/>
            </a:br>
            <a:r>
              <a:rPr lang="en-US" sz="3200" dirty="0"/>
              <a:t>Write your first Artificial Neural Network with more than 3 layers. Push your limits to Convolutional (CNN) and Recurrent (RNN)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56607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Game Theory: investigating how algorithmic techniques can be applied to problems in game theory, including algorithmic mechanism design and algorithmic incentives.</a:t>
            </a:r>
          </a:p>
          <a:p>
            <a:pPr marL="0" indent="0">
              <a:buNone/>
            </a:pPr>
            <a:r>
              <a:rPr lang="en-US" sz="3200" dirty="0"/>
              <a:t>Note: Game theory must not be confused with games. In some situations, they can mean life and death, war and peace.</a:t>
            </a:r>
          </a:p>
        </p:txBody>
      </p:sp>
    </p:spTree>
    <p:extLst>
      <p:ext uri="{BB962C8B-B14F-4D97-AF65-F5344CB8AC3E}">
        <p14:creationId xmlns:p14="http://schemas.microsoft.com/office/powerpoint/2010/main" val="199909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7683</TotalTime>
  <Words>465</Words>
  <Application>Microsoft Office PowerPoint</Application>
  <PresentationFormat>Widescreen</PresentationFormat>
  <Paragraphs>50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178</cp:revision>
  <dcterms:created xsi:type="dcterms:W3CDTF">2022-11-22T20:08:03Z</dcterms:created>
  <dcterms:modified xsi:type="dcterms:W3CDTF">2024-01-03T11:14:02Z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