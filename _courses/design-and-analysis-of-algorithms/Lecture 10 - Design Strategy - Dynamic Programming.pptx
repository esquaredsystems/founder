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3"/>
  </p:notesMasterIdLst>
  <p:handoutMasterIdLst>
    <p:handoutMasterId r:id="rId34"/>
  </p:handoutMasterIdLst>
  <p:sldIdLst>
    <p:sldId id="2503" r:id="rId5"/>
    <p:sldId id="2462" r:id="rId6"/>
    <p:sldId id="2557" r:id="rId7"/>
    <p:sldId id="2558" r:id="rId8"/>
    <p:sldId id="2605" r:id="rId9"/>
    <p:sldId id="2606" r:id="rId10"/>
    <p:sldId id="2607" r:id="rId11"/>
    <p:sldId id="2577" r:id="rId12"/>
    <p:sldId id="2623" r:id="rId13"/>
    <p:sldId id="2625" r:id="rId14"/>
    <p:sldId id="2626" r:id="rId15"/>
    <p:sldId id="2627" r:id="rId16"/>
    <p:sldId id="2624" r:id="rId17"/>
    <p:sldId id="2609" r:id="rId18"/>
    <p:sldId id="2620" r:id="rId19"/>
    <p:sldId id="2608" r:id="rId20"/>
    <p:sldId id="2619" r:id="rId21"/>
    <p:sldId id="2610" r:id="rId22"/>
    <p:sldId id="2611" r:id="rId23"/>
    <p:sldId id="2612" r:id="rId24"/>
    <p:sldId id="2614" r:id="rId25"/>
    <p:sldId id="2613" r:id="rId26"/>
    <p:sldId id="2615" r:id="rId27"/>
    <p:sldId id="2617" r:id="rId28"/>
    <p:sldId id="2618" r:id="rId29"/>
    <p:sldId id="2621" r:id="rId30"/>
    <p:sldId id="2622" r:id="rId31"/>
    <p:sldId id="243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25E4A3-582D-4400-95B5-8831CF3995E8}" v="3" dt="2023-12-27T07:40:56.6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90" autoAdjust="0"/>
    <p:restoredTop sz="92288" autoAdjust="0"/>
  </p:normalViewPr>
  <p:slideViewPr>
    <p:cSldViewPr snapToGrid="0">
      <p:cViewPr varScale="1">
        <p:scale>
          <a:sx n="76" d="100"/>
          <a:sy n="76" d="100"/>
        </p:scale>
        <p:origin x="682" y="58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6/11/relationships/changesInfo" Target="changesInfos/changesInfo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D3454F6F-C406-424F-B801-E2C21BB8D133}"/>
    <pc:docChg chg="modSld">
      <pc:chgData name="Owais Ahmed" userId="6abc7d4556b3b071" providerId="LiveId" clId="{D3454F6F-C406-424F-B801-E2C21BB8D133}" dt="2023-12-25T11:45:38.857" v="0" actId="1076"/>
      <pc:docMkLst>
        <pc:docMk/>
      </pc:docMkLst>
      <pc:sldChg chg="modSp mod">
        <pc:chgData name="Owais Ahmed" userId="6abc7d4556b3b071" providerId="LiveId" clId="{D3454F6F-C406-424F-B801-E2C21BB8D133}" dt="2023-12-25T11:45:38.857" v="0" actId="1076"/>
        <pc:sldMkLst>
          <pc:docMk/>
          <pc:sldMk cId="3581268254" sldId="2608"/>
        </pc:sldMkLst>
        <pc:spChg chg="mod">
          <ac:chgData name="Owais Ahmed" userId="6abc7d4556b3b071" providerId="LiveId" clId="{D3454F6F-C406-424F-B801-E2C21BB8D133}" dt="2023-12-25T11:45:38.857" v="0" actId="1076"/>
          <ac:spMkLst>
            <pc:docMk/>
            <pc:sldMk cId="3581268254" sldId="2608"/>
            <ac:spMk id="73" creationId="{2CC46CDA-B239-7358-AF59-F596FF1C5CF9}"/>
          </ac:spMkLst>
        </pc:spChg>
      </pc:sldChg>
    </pc:docChg>
  </pc:docChgLst>
  <pc:docChgLst>
    <pc:chgData name="Owais Ahmed" userId="6abc7d4556b3b071" providerId="LiveId" clId="{C125E4A3-582D-4400-95B5-8831CF3995E8}"/>
    <pc:docChg chg="undo redo custSel addSld delSld modSld sldOrd">
      <pc:chgData name="Owais Ahmed" userId="6abc7d4556b3b071" providerId="LiveId" clId="{C125E4A3-582D-4400-95B5-8831CF3995E8}" dt="2024-01-15T06:47:06.740" v="5163" actId="14734"/>
      <pc:docMkLst>
        <pc:docMk/>
      </pc:docMkLst>
      <pc:sldChg chg="modSp mod">
        <pc:chgData name="Owais Ahmed" userId="6abc7d4556b3b071" providerId="LiveId" clId="{C125E4A3-582D-4400-95B5-8831CF3995E8}" dt="2023-12-21T07:04:27.539" v="4946" actId="20577"/>
        <pc:sldMkLst>
          <pc:docMk/>
          <pc:sldMk cId="1649098948" sldId="2462"/>
        </pc:sldMkLst>
        <pc:spChg chg="mod">
          <ac:chgData name="Owais Ahmed" userId="6abc7d4556b3b071" providerId="LiveId" clId="{C125E4A3-582D-4400-95B5-8831CF3995E8}" dt="2023-12-21T07:04:27.539" v="4946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">
        <pc:chgData name="Owais Ahmed" userId="6abc7d4556b3b071" providerId="LiveId" clId="{C125E4A3-582D-4400-95B5-8831CF3995E8}" dt="2023-12-21T07:42:33.889" v="5145" actId="20577"/>
        <pc:sldMkLst>
          <pc:docMk/>
          <pc:sldMk cId="2422445133" sldId="2606"/>
        </pc:sldMkLst>
        <pc:spChg chg="mod">
          <ac:chgData name="Owais Ahmed" userId="6abc7d4556b3b071" providerId="LiveId" clId="{C125E4A3-582D-4400-95B5-8831CF3995E8}" dt="2023-12-21T07:42:33.889" v="5145" actId="20577"/>
          <ac:spMkLst>
            <pc:docMk/>
            <pc:sldMk cId="2422445133" sldId="2606"/>
            <ac:spMk id="49" creationId="{57E7173D-1B96-5F91-1CB2-F9128CE5AA99}"/>
          </ac:spMkLst>
        </pc:spChg>
      </pc:sldChg>
      <pc:sldChg chg="modSp mod modAnim">
        <pc:chgData name="Owais Ahmed" userId="6abc7d4556b3b071" providerId="LiveId" clId="{C125E4A3-582D-4400-95B5-8831CF3995E8}" dt="2023-12-27T07:40:56.649" v="5157" actId="20577"/>
        <pc:sldMkLst>
          <pc:docMk/>
          <pc:sldMk cId="3581268254" sldId="2608"/>
        </pc:sldMkLst>
        <pc:spChg chg="mod">
          <ac:chgData name="Owais Ahmed" userId="6abc7d4556b3b071" providerId="LiveId" clId="{C125E4A3-582D-4400-95B5-8831CF3995E8}" dt="2023-12-27T07:40:56.649" v="5157" actId="20577"/>
          <ac:spMkLst>
            <pc:docMk/>
            <pc:sldMk cId="3581268254" sldId="2608"/>
            <ac:spMk id="3" creationId="{4A1C0383-58FE-E486-295E-B33B8683B938}"/>
          </ac:spMkLst>
        </pc:spChg>
        <pc:spChg chg="mod">
          <ac:chgData name="Owais Ahmed" userId="6abc7d4556b3b071" providerId="LiveId" clId="{C125E4A3-582D-4400-95B5-8831CF3995E8}" dt="2023-12-21T06:24:56.799" v="2869" actId="1076"/>
          <ac:spMkLst>
            <pc:docMk/>
            <pc:sldMk cId="3581268254" sldId="2608"/>
            <ac:spMk id="17" creationId="{47005554-618A-CCC7-9048-E4D0996704A9}"/>
          </ac:spMkLst>
        </pc:spChg>
        <pc:cxnChg chg="mod">
          <ac:chgData name="Owais Ahmed" userId="6abc7d4556b3b071" providerId="LiveId" clId="{C125E4A3-582D-4400-95B5-8831CF3995E8}" dt="2023-12-21T06:24:56.799" v="2869" actId="1076"/>
          <ac:cxnSpMkLst>
            <pc:docMk/>
            <pc:sldMk cId="3581268254" sldId="2608"/>
            <ac:cxnSpMk id="39" creationId="{EFBF8EC7-D7F5-AA63-1DB4-E30B84BA0F23}"/>
          </ac:cxnSpMkLst>
        </pc:cxnChg>
        <pc:cxnChg chg="mod">
          <ac:chgData name="Owais Ahmed" userId="6abc7d4556b3b071" providerId="LiveId" clId="{C125E4A3-582D-4400-95B5-8831CF3995E8}" dt="2023-12-21T06:24:56.799" v="2869" actId="1076"/>
          <ac:cxnSpMkLst>
            <pc:docMk/>
            <pc:sldMk cId="3581268254" sldId="2608"/>
            <ac:cxnSpMk id="41" creationId="{D7B35FA2-5983-D451-9A64-3BFD5938B193}"/>
          </ac:cxnSpMkLst>
        </pc:cxnChg>
        <pc:cxnChg chg="mod">
          <ac:chgData name="Owais Ahmed" userId="6abc7d4556b3b071" providerId="LiveId" clId="{C125E4A3-582D-4400-95B5-8831CF3995E8}" dt="2023-12-21T06:24:56.799" v="2869" actId="1076"/>
          <ac:cxnSpMkLst>
            <pc:docMk/>
            <pc:sldMk cId="3581268254" sldId="2608"/>
            <ac:cxnSpMk id="43" creationId="{C04A1824-3B8E-8386-F9BC-9704BB78D772}"/>
          </ac:cxnSpMkLst>
        </pc:cxnChg>
      </pc:sldChg>
      <pc:sldChg chg="modSp mod ord modAnim">
        <pc:chgData name="Owais Ahmed" userId="6abc7d4556b3b071" providerId="LiveId" clId="{C125E4A3-582D-4400-95B5-8831CF3995E8}" dt="2023-12-21T06:21:32.019" v="2693" actId="20577"/>
        <pc:sldMkLst>
          <pc:docMk/>
          <pc:sldMk cId="581283705" sldId="2609"/>
        </pc:sldMkLst>
        <pc:spChg chg="mod">
          <ac:chgData name="Owais Ahmed" userId="6abc7d4556b3b071" providerId="LiveId" clId="{C125E4A3-582D-4400-95B5-8831CF3995E8}" dt="2023-12-21T06:21:32.019" v="2693" actId="20577"/>
          <ac:spMkLst>
            <pc:docMk/>
            <pc:sldMk cId="581283705" sldId="2609"/>
            <ac:spMk id="3" creationId="{4A1C0383-58FE-E486-295E-B33B8683B938}"/>
          </ac:spMkLst>
        </pc:spChg>
        <pc:spChg chg="mod">
          <ac:chgData name="Owais Ahmed" userId="6abc7d4556b3b071" providerId="LiveId" clId="{C125E4A3-582D-4400-95B5-8831CF3995E8}" dt="2023-12-21T06:13:53.180" v="1590" actId="20577"/>
          <ac:spMkLst>
            <pc:docMk/>
            <pc:sldMk cId="581283705" sldId="2609"/>
            <ac:spMk id="215" creationId="{00000000-0000-0000-0000-000000000000}"/>
          </ac:spMkLst>
        </pc:spChg>
      </pc:sldChg>
      <pc:sldChg chg="modSp mod">
        <pc:chgData name="Owais Ahmed" userId="6abc7d4556b3b071" providerId="LiveId" clId="{C125E4A3-582D-4400-95B5-8831CF3995E8}" dt="2023-12-21T05:24:22.541" v="3" actId="27636"/>
        <pc:sldMkLst>
          <pc:docMk/>
          <pc:sldMk cId="2856980288" sldId="2613"/>
        </pc:sldMkLst>
        <pc:spChg chg="mod">
          <ac:chgData name="Owais Ahmed" userId="6abc7d4556b3b071" providerId="LiveId" clId="{C125E4A3-582D-4400-95B5-8831CF3995E8}" dt="2023-12-21T05:24:12.515" v="0" actId="14100"/>
          <ac:spMkLst>
            <pc:docMk/>
            <pc:sldMk cId="2856980288" sldId="2613"/>
            <ac:spMk id="3" creationId="{4A1C0383-58FE-E486-295E-B33B8683B938}"/>
          </ac:spMkLst>
        </pc:spChg>
        <pc:spChg chg="mod">
          <ac:chgData name="Owais Ahmed" userId="6abc7d4556b3b071" providerId="LiveId" clId="{C125E4A3-582D-4400-95B5-8831CF3995E8}" dt="2023-12-21T05:24:22.541" v="3" actId="27636"/>
          <ac:spMkLst>
            <pc:docMk/>
            <pc:sldMk cId="2856980288" sldId="2613"/>
            <ac:spMk id="4" creationId="{004AF1E8-BB07-8D17-E86C-B7701F08674B}"/>
          </ac:spMkLst>
        </pc:spChg>
        <pc:graphicFrameChg chg="mod">
          <ac:chgData name="Owais Ahmed" userId="6abc7d4556b3b071" providerId="LiveId" clId="{C125E4A3-582D-4400-95B5-8831CF3995E8}" dt="2023-12-21T05:24:16.510" v="1" actId="1076"/>
          <ac:graphicFrameMkLst>
            <pc:docMk/>
            <pc:sldMk cId="2856980288" sldId="2613"/>
            <ac:graphicFrameMk id="6" creationId="{C7ABE252-B49A-E673-8FDC-EA2859AD1B83}"/>
          </ac:graphicFrameMkLst>
        </pc:graphicFrameChg>
      </pc:sldChg>
      <pc:sldChg chg="modSp">
        <pc:chgData name="Owais Ahmed" userId="6abc7d4556b3b071" providerId="LiveId" clId="{C125E4A3-582D-4400-95B5-8831CF3995E8}" dt="2023-12-21T05:24:31.652" v="4" actId="20577"/>
        <pc:sldMkLst>
          <pc:docMk/>
          <pc:sldMk cId="4027482815" sldId="2615"/>
        </pc:sldMkLst>
        <pc:spChg chg="mod">
          <ac:chgData name="Owais Ahmed" userId="6abc7d4556b3b071" providerId="LiveId" clId="{C125E4A3-582D-4400-95B5-8831CF3995E8}" dt="2023-12-21T05:24:31.652" v="4" actId="20577"/>
          <ac:spMkLst>
            <pc:docMk/>
            <pc:sldMk cId="4027482815" sldId="2615"/>
            <ac:spMk id="3" creationId="{4A1C0383-58FE-E486-295E-B33B8683B938}"/>
          </ac:spMkLst>
        </pc:spChg>
      </pc:sldChg>
      <pc:sldChg chg="addSp modSp del mod modAnim">
        <pc:chgData name="Owais Ahmed" userId="6abc7d4556b3b071" providerId="LiveId" clId="{C125E4A3-582D-4400-95B5-8831CF3995E8}" dt="2023-12-21T06:05:29.403" v="1009" actId="47"/>
        <pc:sldMkLst>
          <pc:docMk/>
          <pc:sldMk cId="3696756933" sldId="2616"/>
        </pc:sldMkLst>
        <pc:spChg chg="mod">
          <ac:chgData name="Owais Ahmed" userId="6abc7d4556b3b071" providerId="LiveId" clId="{C125E4A3-582D-4400-95B5-8831CF3995E8}" dt="2023-12-21T05:46:55.403" v="972" actId="20577"/>
          <ac:spMkLst>
            <pc:docMk/>
            <pc:sldMk cId="3696756933" sldId="2616"/>
            <ac:spMk id="3" creationId="{4A1C0383-58FE-E486-295E-B33B8683B938}"/>
          </ac:spMkLst>
        </pc:spChg>
        <pc:graphicFrameChg chg="add mod modGraphic">
          <ac:chgData name="Owais Ahmed" userId="6abc7d4556b3b071" providerId="LiveId" clId="{C125E4A3-582D-4400-95B5-8831CF3995E8}" dt="2023-12-21T06:01:48.433" v="988" actId="20577"/>
          <ac:graphicFrameMkLst>
            <pc:docMk/>
            <pc:sldMk cId="3696756933" sldId="2616"/>
            <ac:graphicFrameMk id="4" creationId="{03E96163-EF81-B3C6-F99F-8E2190E9C613}"/>
          </ac:graphicFrameMkLst>
        </pc:graphicFrameChg>
      </pc:sldChg>
      <pc:sldChg chg="modSp add mod modAnim">
        <pc:chgData name="Owais Ahmed" userId="6abc7d4556b3b071" providerId="LiveId" clId="{C125E4A3-582D-4400-95B5-8831CF3995E8}" dt="2023-12-21T07:13:14.748" v="5143"/>
        <pc:sldMkLst>
          <pc:docMk/>
          <pc:sldMk cId="2363331465" sldId="2617"/>
        </pc:sldMkLst>
        <pc:graphicFrameChg chg="mod modGraphic">
          <ac:chgData name="Owais Ahmed" userId="6abc7d4556b3b071" providerId="LiveId" clId="{C125E4A3-582D-4400-95B5-8831CF3995E8}" dt="2023-12-21T06:05:19.842" v="1008" actId="20577"/>
          <ac:graphicFrameMkLst>
            <pc:docMk/>
            <pc:sldMk cId="2363331465" sldId="2617"/>
            <ac:graphicFrameMk id="4" creationId="{03E96163-EF81-B3C6-F99F-8E2190E9C613}"/>
          </ac:graphicFrameMkLst>
        </pc:graphicFrameChg>
      </pc:sldChg>
      <pc:sldChg chg="modSp add mod modAnim">
        <pc:chgData name="Owais Ahmed" userId="6abc7d4556b3b071" providerId="LiveId" clId="{C125E4A3-582D-4400-95B5-8831CF3995E8}" dt="2024-01-15T06:47:06.740" v="5163" actId="14734"/>
        <pc:sldMkLst>
          <pc:docMk/>
          <pc:sldMk cId="1292567488" sldId="2618"/>
        </pc:sldMkLst>
        <pc:spChg chg="mod">
          <ac:chgData name="Owais Ahmed" userId="6abc7d4556b3b071" providerId="LiveId" clId="{C125E4A3-582D-4400-95B5-8831CF3995E8}" dt="2023-12-21T06:32:42.475" v="3084" actId="6549"/>
          <ac:spMkLst>
            <pc:docMk/>
            <pc:sldMk cId="1292567488" sldId="2618"/>
            <ac:spMk id="3" creationId="{4A1C0383-58FE-E486-295E-B33B8683B938}"/>
          </ac:spMkLst>
        </pc:spChg>
        <pc:graphicFrameChg chg="mod modGraphic">
          <ac:chgData name="Owais Ahmed" userId="6abc7d4556b3b071" providerId="LiveId" clId="{C125E4A3-582D-4400-95B5-8831CF3995E8}" dt="2024-01-15T06:47:06.740" v="5163" actId="14734"/>
          <ac:graphicFrameMkLst>
            <pc:docMk/>
            <pc:sldMk cId="1292567488" sldId="2618"/>
            <ac:graphicFrameMk id="4" creationId="{03E96163-EF81-B3C6-F99F-8E2190E9C613}"/>
          </ac:graphicFrameMkLst>
        </pc:graphicFrameChg>
      </pc:sldChg>
      <pc:sldChg chg="new del">
        <pc:chgData name="Owais Ahmed" userId="6abc7d4556b3b071" providerId="LiveId" clId="{C125E4A3-582D-4400-95B5-8831CF3995E8}" dt="2023-12-21T06:05:36.930" v="1011" actId="680"/>
        <pc:sldMkLst>
          <pc:docMk/>
          <pc:sldMk cId="3636449349" sldId="2618"/>
        </pc:sldMkLst>
      </pc:sldChg>
      <pc:sldChg chg="add">
        <pc:chgData name="Owais Ahmed" userId="6abc7d4556b3b071" providerId="LiveId" clId="{C125E4A3-582D-4400-95B5-8831CF3995E8}" dt="2023-12-21T06:13:46.100" v="1575" actId="2890"/>
        <pc:sldMkLst>
          <pc:docMk/>
          <pc:sldMk cId="3113619066" sldId="2619"/>
        </pc:sldMkLst>
      </pc:sldChg>
      <pc:sldChg chg="modSp add mod modAnim">
        <pc:chgData name="Owais Ahmed" userId="6abc7d4556b3b071" providerId="LiveId" clId="{C125E4A3-582D-4400-95B5-8831CF3995E8}" dt="2023-12-21T06:24:36.471" v="2868" actId="20577"/>
        <pc:sldMkLst>
          <pc:docMk/>
          <pc:sldMk cId="2524059187" sldId="2620"/>
        </pc:sldMkLst>
        <pc:spChg chg="mod">
          <ac:chgData name="Owais Ahmed" userId="6abc7d4556b3b071" providerId="LiveId" clId="{C125E4A3-582D-4400-95B5-8831CF3995E8}" dt="2023-12-21T06:24:36.471" v="2868" actId="20577"/>
          <ac:spMkLst>
            <pc:docMk/>
            <pc:sldMk cId="2524059187" sldId="2620"/>
            <ac:spMk id="3" creationId="{4A1C0383-58FE-E486-295E-B33B8683B938}"/>
          </ac:spMkLst>
        </pc:spChg>
      </pc:sldChg>
      <pc:sldChg chg="modSp add mod ord modAnim">
        <pc:chgData name="Owais Ahmed" userId="6abc7d4556b3b071" providerId="LiveId" clId="{C125E4A3-582D-4400-95B5-8831CF3995E8}" dt="2023-12-21T06:36:47.385" v="3462" actId="20577"/>
        <pc:sldMkLst>
          <pc:docMk/>
          <pc:sldMk cId="3486991016" sldId="2621"/>
        </pc:sldMkLst>
        <pc:spChg chg="mod">
          <ac:chgData name="Owais Ahmed" userId="6abc7d4556b3b071" providerId="LiveId" clId="{C125E4A3-582D-4400-95B5-8831CF3995E8}" dt="2023-12-21T06:36:47.385" v="3462" actId="20577"/>
          <ac:spMkLst>
            <pc:docMk/>
            <pc:sldMk cId="3486991016" sldId="262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125E4A3-582D-4400-95B5-8831CF3995E8}" dt="2023-12-21T06:38:29.314" v="3759" actId="20577"/>
        <pc:sldMkLst>
          <pc:docMk/>
          <pc:sldMk cId="2593369830" sldId="2622"/>
        </pc:sldMkLst>
        <pc:spChg chg="mod">
          <ac:chgData name="Owais Ahmed" userId="6abc7d4556b3b071" providerId="LiveId" clId="{C125E4A3-582D-4400-95B5-8831CF3995E8}" dt="2023-12-21T06:38:29.314" v="3759" actId="20577"/>
          <ac:spMkLst>
            <pc:docMk/>
            <pc:sldMk cId="2593369830" sldId="2622"/>
            <ac:spMk id="3" creationId="{4A1C0383-58FE-E486-295E-B33B8683B938}"/>
          </ac:spMkLst>
        </pc:spChg>
        <pc:spChg chg="mod">
          <ac:chgData name="Owais Ahmed" userId="6abc7d4556b3b071" providerId="LiveId" clId="{C125E4A3-582D-4400-95B5-8831CF3995E8}" dt="2023-12-21T06:36:55.494" v="3468" actId="20577"/>
          <ac:spMkLst>
            <pc:docMk/>
            <pc:sldMk cId="2593369830" sldId="2622"/>
            <ac:spMk id="215" creationId="{00000000-0000-0000-0000-000000000000}"/>
          </ac:spMkLst>
        </pc:spChg>
      </pc:sldChg>
      <pc:sldChg chg="modSp add del mod modAnim">
        <pc:chgData name="Owais Ahmed" userId="6abc7d4556b3b071" providerId="LiveId" clId="{C125E4A3-582D-4400-95B5-8831CF3995E8}" dt="2023-12-21T07:03:49.687" v="4937" actId="2696"/>
        <pc:sldMkLst>
          <pc:docMk/>
          <pc:sldMk cId="903850986" sldId="2623"/>
        </pc:sldMkLst>
        <pc:spChg chg="mod">
          <ac:chgData name="Owais Ahmed" userId="6abc7d4556b3b071" providerId="LiveId" clId="{C125E4A3-582D-4400-95B5-8831CF3995E8}" dt="2023-12-21T07:01:53.201" v="4926"/>
          <ac:spMkLst>
            <pc:docMk/>
            <pc:sldMk cId="903850986" sldId="2623"/>
            <ac:spMk id="3" creationId="{4A1C0383-58FE-E486-295E-B33B8683B938}"/>
          </ac:spMkLst>
        </pc:spChg>
        <pc:spChg chg="mod">
          <ac:chgData name="Owais Ahmed" userId="6abc7d4556b3b071" providerId="LiveId" clId="{C125E4A3-582D-4400-95B5-8831CF3995E8}" dt="2023-12-21T06:42:41.634" v="3803" actId="20577"/>
          <ac:spMkLst>
            <pc:docMk/>
            <pc:sldMk cId="903850986" sldId="2623"/>
            <ac:spMk id="215" creationId="{00000000-0000-0000-0000-000000000000}"/>
          </ac:spMkLst>
        </pc:spChg>
      </pc:sldChg>
      <pc:sldChg chg="add del">
        <pc:chgData name="Owais Ahmed" userId="6abc7d4556b3b071" providerId="LiveId" clId="{C125E4A3-582D-4400-95B5-8831CF3995E8}" dt="2023-12-21T07:04:10.175" v="4939"/>
        <pc:sldMkLst>
          <pc:docMk/>
          <pc:sldMk cId="1541977698" sldId="2623"/>
        </pc:sldMkLst>
      </pc:sldChg>
      <pc:sldChg chg="add">
        <pc:chgData name="Owais Ahmed" userId="6abc7d4556b3b071" providerId="LiveId" clId="{C125E4A3-582D-4400-95B5-8831CF3995E8}" dt="2023-12-21T07:04:16.364" v="4940"/>
        <pc:sldMkLst>
          <pc:docMk/>
          <pc:sldMk cId="3025855390" sldId="2623"/>
        </pc:sldMkLst>
      </pc:sldChg>
      <pc:sldChg chg="modSp add del mod modAnim">
        <pc:chgData name="Owais Ahmed" userId="6abc7d4556b3b071" providerId="LiveId" clId="{C125E4A3-582D-4400-95B5-8831CF3995E8}" dt="2023-12-21T07:03:49.687" v="4937" actId="2696"/>
        <pc:sldMkLst>
          <pc:docMk/>
          <pc:sldMk cId="867612044" sldId="2624"/>
        </pc:sldMkLst>
        <pc:spChg chg="mod">
          <ac:chgData name="Owais Ahmed" userId="6abc7d4556b3b071" providerId="LiveId" clId="{C125E4A3-582D-4400-95B5-8831CF3995E8}" dt="2023-12-21T07:02:43.179" v="4932" actId="11"/>
          <ac:spMkLst>
            <pc:docMk/>
            <pc:sldMk cId="867612044" sldId="2624"/>
            <ac:spMk id="3" creationId="{4A1C0383-58FE-E486-295E-B33B8683B938}"/>
          </ac:spMkLst>
        </pc:spChg>
      </pc:sldChg>
      <pc:sldChg chg="add del">
        <pc:chgData name="Owais Ahmed" userId="6abc7d4556b3b071" providerId="LiveId" clId="{C125E4A3-582D-4400-95B5-8831CF3995E8}" dt="2023-12-21T07:04:10.175" v="4939"/>
        <pc:sldMkLst>
          <pc:docMk/>
          <pc:sldMk cId="3324975630" sldId="2624"/>
        </pc:sldMkLst>
      </pc:sldChg>
      <pc:sldChg chg="modSp add modAnim">
        <pc:chgData name="Owais Ahmed" userId="6abc7d4556b3b071" providerId="LiveId" clId="{C125E4A3-582D-4400-95B5-8831CF3995E8}" dt="2023-12-21T08:08:09.492" v="5154" actId="20577"/>
        <pc:sldMkLst>
          <pc:docMk/>
          <pc:sldMk cId="3728738554" sldId="2624"/>
        </pc:sldMkLst>
        <pc:spChg chg="mod">
          <ac:chgData name="Owais Ahmed" userId="6abc7d4556b3b071" providerId="LiveId" clId="{C125E4A3-582D-4400-95B5-8831CF3995E8}" dt="2023-12-21T08:08:09.492" v="5154" actId="20577"/>
          <ac:spMkLst>
            <pc:docMk/>
            <pc:sldMk cId="3728738554" sldId="2624"/>
            <ac:spMk id="3" creationId="{4A1C0383-58FE-E486-295E-B33B8683B938}"/>
          </ac:spMkLst>
        </pc:spChg>
      </pc:sldChg>
      <pc:sldChg chg="add modAnim">
        <pc:chgData name="Owais Ahmed" userId="6abc7d4556b3b071" providerId="LiveId" clId="{C125E4A3-582D-4400-95B5-8831CF3995E8}" dt="2023-12-21T07:12:13.439" v="5126"/>
        <pc:sldMkLst>
          <pc:docMk/>
          <pc:sldMk cId="184074489" sldId="2625"/>
        </pc:sldMkLst>
      </pc:sldChg>
      <pc:sldChg chg="add del">
        <pc:chgData name="Owais Ahmed" userId="6abc7d4556b3b071" providerId="LiveId" clId="{C125E4A3-582D-4400-95B5-8831CF3995E8}" dt="2023-12-21T07:04:10.175" v="4939"/>
        <pc:sldMkLst>
          <pc:docMk/>
          <pc:sldMk cId="1037993651" sldId="2625"/>
        </pc:sldMkLst>
      </pc:sldChg>
      <pc:sldChg chg="addSp delSp modSp add del mod delAnim modAnim">
        <pc:chgData name="Owais Ahmed" userId="6abc7d4556b3b071" providerId="LiveId" clId="{C125E4A3-582D-4400-95B5-8831CF3995E8}" dt="2023-12-21T07:03:49.687" v="4937" actId="2696"/>
        <pc:sldMkLst>
          <pc:docMk/>
          <pc:sldMk cId="3992664541" sldId="2625"/>
        </pc:sldMkLst>
        <pc:spChg chg="del mod">
          <ac:chgData name="Owais Ahmed" userId="6abc7d4556b3b071" providerId="LiveId" clId="{C125E4A3-582D-4400-95B5-8831CF3995E8}" dt="2023-12-21T06:56:46.868" v="4523" actId="478"/>
          <ac:spMkLst>
            <pc:docMk/>
            <pc:sldMk cId="3992664541" sldId="2625"/>
            <ac:spMk id="3" creationId="{4A1C0383-58FE-E486-295E-B33B8683B938}"/>
          </ac:spMkLst>
        </pc:spChg>
        <pc:picChg chg="add mod">
          <ac:chgData name="Owais Ahmed" userId="6abc7d4556b3b071" providerId="LiveId" clId="{C125E4A3-582D-4400-95B5-8831CF3995E8}" dt="2023-12-21T06:58:35.535" v="4559" actId="1076"/>
          <ac:picMkLst>
            <pc:docMk/>
            <pc:sldMk cId="3992664541" sldId="2625"/>
            <ac:picMk id="1026" creationId="{6D318DE6-AD32-B945-1773-716017839982}"/>
          </ac:picMkLst>
        </pc:picChg>
        <pc:picChg chg="add mod">
          <ac:chgData name="Owais Ahmed" userId="6abc7d4556b3b071" providerId="LiveId" clId="{C125E4A3-582D-4400-95B5-8831CF3995E8}" dt="2023-12-21T06:58:35.535" v="4559" actId="1076"/>
          <ac:picMkLst>
            <pc:docMk/>
            <pc:sldMk cId="3992664541" sldId="2625"/>
            <ac:picMk id="1028" creationId="{FA7CCCE8-E195-CAD6-3E57-2A5565269AE1}"/>
          </ac:picMkLst>
        </pc:picChg>
        <pc:picChg chg="add del mod">
          <ac:chgData name="Owais Ahmed" userId="6abc7d4556b3b071" providerId="LiveId" clId="{C125E4A3-582D-4400-95B5-8831CF3995E8}" dt="2023-12-21T06:58:22.109" v="4551"/>
          <ac:picMkLst>
            <pc:docMk/>
            <pc:sldMk cId="3992664541" sldId="2625"/>
            <ac:picMk id="1030" creationId="{230AF32A-00ED-29A7-38C1-9BFD173CCE51}"/>
          </ac:picMkLst>
        </pc:picChg>
        <pc:picChg chg="add del mod">
          <ac:chgData name="Owais Ahmed" userId="6abc7d4556b3b071" providerId="LiveId" clId="{C125E4A3-582D-4400-95B5-8831CF3995E8}" dt="2023-12-21T06:58:21.271" v="4548"/>
          <ac:picMkLst>
            <pc:docMk/>
            <pc:sldMk cId="3992664541" sldId="2625"/>
            <ac:picMk id="1032" creationId="{C23133FF-9B1C-3815-D80F-1546D3AAD87B}"/>
          </ac:picMkLst>
        </pc:picChg>
      </pc:sldChg>
      <pc:sldChg chg="add modAnim">
        <pc:chgData name="Owais Ahmed" userId="6abc7d4556b3b071" providerId="LiveId" clId="{C125E4A3-582D-4400-95B5-8831CF3995E8}" dt="2023-12-21T07:12:19.994" v="5129"/>
        <pc:sldMkLst>
          <pc:docMk/>
          <pc:sldMk cId="239445594" sldId="2626"/>
        </pc:sldMkLst>
      </pc:sldChg>
      <pc:sldChg chg="addSp delSp modSp add del">
        <pc:chgData name="Owais Ahmed" userId="6abc7d4556b3b071" providerId="LiveId" clId="{C125E4A3-582D-4400-95B5-8831CF3995E8}" dt="2023-12-21T07:03:49.687" v="4937" actId="2696"/>
        <pc:sldMkLst>
          <pc:docMk/>
          <pc:sldMk cId="2111339805" sldId="2626"/>
        </pc:sldMkLst>
        <pc:picChg chg="del">
          <ac:chgData name="Owais Ahmed" userId="6abc7d4556b3b071" providerId="LiveId" clId="{C125E4A3-582D-4400-95B5-8831CF3995E8}" dt="2023-12-21T06:58:49.358" v="4563" actId="478"/>
          <ac:picMkLst>
            <pc:docMk/>
            <pc:sldMk cId="2111339805" sldId="2626"/>
            <ac:picMk id="1026" creationId="{6D318DE6-AD32-B945-1773-716017839982}"/>
          </ac:picMkLst>
        </pc:picChg>
        <pc:picChg chg="del">
          <ac:chgData name="Owais Ahmed" userId="6abc7d4556b3b071" providerId="LiveId" clId="{C125E4A3-582D-4400-95B5-8831CF3995E8}" dt="2023-12-21T06:58:40.355" v="4561" actId="478"/>
          <ac:picMkLst>
            <pc:docMk/>
            <pc:sldMk cId="2111339805" sldId="2626"/>
            <ac:picMk id="1028" creationId="{FA7CCCE8-E195-CAD6-3E57-2A5565269AE1}"/>
          </ac:picMkLst>
        </pc:picChg>
        <pc:picChg chg="add mod">
          <ac:chgData name="Owais Ahmed" userId="6abc7d4556b3b071" providerId="LiveId" clId="{C125E4A3-582D-4400-95B5-8831CF3995E8}" dt="2023-12-21T06:59:17.746" v="4567" actId="1076"/>
          <ac:picMkLst>
            <pc:docMk/>
            <pc:sldMk cId="2111339805" sldId="2626"/>
            <ac:picMk id="2050" creationId="{03F9C4C9-66F8-88CE-B2E1-1416F24ED08B}"/>
          </ac:picMkLst>
        </pc:picChg>
        <pc:picChg chg="add mod">
          <ac:chgData name="Owais Ahmed" userId="6abc7d4556b3b071" providerId="LiveId" clId="{C125E4A3-582D-4400-95B5-8831CF3995E8}" dt="2023-12-21T06:59:17.746" v="4567" actId="1076"/>
          <ac:picMkLst>
            <pc:docMk/>
            <pc:sldMk cId="2111339805" sldId="2626"/>
            <ac:picMk id="2052" creationId="{5385A7CD-0576-745D-A231-180AA1E9BC48}"/>
          </ac:picMkLst>
        </pc:picChg>
      </pc:sldChg>
      <pc:sldChg chg="add del">
        <pc:chgData name="Owais Ahmed" userId="6abc7d4556b3b071" providerId="LiveId" clId="{C125E4A3-582D-4400-95B5-8831CF3995E8}" dt="2023-12-21T07:04:10.175" v="4939"/>
        <pc:sldMkLst>
          <pc:docMk/>
          <pc:sldMk cId="2432122443" sldId="2626"/>
        </pc:sldMkLst>
      </pc:sldChg>
      <pc:sldChg chg="modSp add mod modAnim modNotesTx">
        <pc:chgData name="Owais Ahmed" userId="6abc7d4556b3b071" providerId="LiveId" clId="{C125E4A3-582D-4400-95B5-8831CF3995E8}" dt="2023-12-21T07:12:43.556" v="5142"/>
        <pc:sldMkLst>
          <pc:docMk/>
          <pc:sldMk cId="614677527" sldId="2627"/>
        </pc:sldMkLst>
        <pc:spChg chg="mod">
          <ac:chgData name="Owais Ahmed" userId="6abc7d4556b3b071" providerId="LiveId" clId="{C125E4A3-582D-4400-95B5-8831CF3995E8}" dt="2023-12-21T07:12:40.545" v="5141" actId="21"/>
          <ac:spMkLst>
            <pc:docMk/>
            <pc:sldMk cId="614677527" sldId="2627"/>
            <ac:spMk id="3" creationId="{8230BA49-FE69-3A4B-7C6D-424D38CFAB11}"/>
          </ac:spMkLst>
        </pc:spChg>
        <pc:picChg chg="mod">
          <ac:chgData name="Owais Ahmed" userId="6abc7d4556b3b071" providerId="LiveId" clId="{C125E4A3-582D-4400-95B5-8831CF3995E8}" dt="2023-12-21T07:09:20.019" v="5124" actId="1076"/>
          <ac:picMkLst>
            <pc:docMk/>
            <pc:sldMk cId="614677527" sldId="2627"/>
            <ac:picMk id="3074" creationId="{CDFB0424-430E-50E7-6284-5E9DCFB331AA}"/>
          </ac:picMkLst>
        </pc:picChg>
      </pc:sldChg>
      <pc:sldChg chg="add del">
        <pc:chgData name="Owais Ahmed" userId="6abc7d4556b3b071" providerId="LiveId" clId="{C125E4A3-582D-4400-95B5-8831CF3995E8}" dt="2023-12-21T07:04:10.175" v="4939"/>
        <pc:sldMkLst>
          <pc:docMk/>
          <pc:sldMk cId="1563110923" sldId="2627"/>
        </pc:sldMkLst>
      </pc:sldChg>
      <pc:sldChg chg="addSp delSp modSp add del mod modAnim">
        <pc:chgData name="Owais Ahmed" userId="6abc7d4556b3b071" providerId="LiveId" clId="{C125E4A3-582D-4400-95B5-8831CF3995E8}" dt="2023-12-21T07:03:49.687" v="4937" actId="2696"/>
        <pc:sldMkLst>
          <pc:docMk/>
          <pc:sldMk cId="2465181076" sldId="2627"/>
        </pc:sldMkLst>
        <pc:spChg chg="add mod">
          <ac:chgData name="Owais Ahmed" userId="6abc7d4556b3b071" providerId="LiveId" clId="{C125E4A3-582D-4400-95B5-8831CF3995E8}" dt="2023-12-21T06:59:59.910" v="4577" actId="27636"/>
          <ac:spMkLst>
            <pc:docMk/>
            <pc:sldMk cId="2465181076" sldId="2627"/>
            <ac:spMk id="3" creationId="{8230BA49-FE69-3A4B-7C6D-424D38CFAB11}"/>
          </ac:spMkLst>
        </pc:spChg>
        <pc:picChg chg="del">
          <ac:chgData name="Owais Ahmed" userId="6abc7d4556b3b071" providerId="LiveId" clId="{C125E4A3-582D-4400-95B5-8831CF3995E8}" dt="2023-12-21T06:59:34.520" v="4569" actId="478"/>
          <ac:picMkLst>
            <pc:docMk/>
            <pc:sldMk cId="2465181076" sldId="2627"/>
            <ac:picMk id="2050" creationId="{03F9C4C9-66F8-88CE-B2E1-1416F24ED08B}"/>
          </ac:picMkLst>
        </pc:picChg>
        <pc:picChg chg="del">
          <ac:chgData name="Owais Ahmed" userId="6abc7d4556b3b071" providerId="LiveId" clId="{C125E4A3-582D-4400-95B5-8831CF3995E8}" dt="2023-12-21T06:59:35.770" v="4570" actId="478"/>
          <ac:picMkLst>
            <pc:docMk/>
            <pc:sldMk cId="2465181076" sldId="2627"/>
            <ac:picMk id="2052" creationId="{5385A7CD-0576-745D-A231-180AA1E9BC48}"/>
          </ac:picMkLst>
        </pc:picChg>
        <pc:picChg chg="add mod">
          <ac:chgData name="Owais Ahmed" userId="6abc7d4556b3b071" providerId="LiveId" clId="{C125E4A3-582D-4400-95B5-8831CF3995E8}" dt="2023-12-21T06:59:54.100" v="4575" actId="1076"/>
          <ac:picMkLst>
            <pc:docMk/>
            <pc:sldMk cId="2465181076" sldId="2627"/>
            <ac:picMk id="3074" creationId="{CDFB0424-430E-50E7-6284-5E9DCFB331AA}"/>
          </ac:picMkLst>
        </pc:picChg>
      </pc:sldChg>
    </pc:docChg>
  </pc:docChgLst>
  <pc:docChgLst>
    <pc:chgData name="Owais Ahmed" userId="6abc7d4556b3b071" providerId="LiveId" clId="{48391DDF-A673-4104-93AB-6CD383CDB107}"/>
    <pc:docChg chg="undo custSel addSld modSld sldOrd">
      <pc:chgData name="Owais Ahmed" userId="6abc7d4556b3b071" providerId="LiveId" clId="{48391DDF-A673-4104-93AB-6CD383CDB107}" dt="2023-12-20T16:02:10.957" v="2330" actId="20577"/>
      <pc:docMkLst>
        <pc:docMk/>
      </pc:docMkLst>
      <pc:sldChg chg="addSp delSp modSp mod delAnim modAnim">
        <pc:chgData name="Owais Ahmed" userId="6abc7d4556b3b071" providerId="LiveId" clId="{48391DDF-A673-4104-93AB-6CD383CDB107}" dt="2023-12-20T15:34:06.867" v="250" actId="478"/>
        <pc:sldMkLst>
          <pc:docMk/>
          <pc:sldMk cId="3929105960" sldId="2611"/>
        </pc:sldMkLst>
        <pc:spChg chg="mod">
          <ac:chgData name="Owais Ahmed" userId="6abc7d4556b3b071" providerId="LiveId" clId="{48391DDF-A673-4104-93AB-6CD383CDB107}" dt="2023-12-20T15:33:46.676" v="246" actId="27636"/>
          <ac:spMkLst>
            <pc:docMk/>
            <pc:sldMk cId="3929105960" sldId="2611"/>
            <ac:spMk id="3" creationId="{4A1C0383-58FE-E486-295E-B33B8683B938}"/>
          </ac:spMkLst>
        </pc:spChg>
        <pc:grpChg chg="del">
          <ac:chgData name="Owais Ahmed" userId="6abc7d4556b3b071" providerId="LiveId" clId="{48391DDF-A673-4104-93AB-6CD383CDB107}" dt="2023-12-20T15:18:42.711" v="72" actId="478"/>
          <ac:grpSpMkLst>
            <pc:docMk/>
            <pc:sldMk cId="3929105960" sldId="2611"/>
            <ac:grpSpMk id="7" creationId="{C2FA7F5B-06DF-9395-8F07-7A8F5FAB9FA3}"/>
          </ac:grpSpMkLst>
        </pc:grpChg>
        <pc:graphicFrameChg chg="del mod modGraphic">
          <ac:chgData name="Owais Ahmed" userId="6abc7d4556b3b071" providerId="LiveId" clId="{48391DDF-A673-4104-93AB-6CD383CDB107}" dt="2023-12-20T15:34:06.867" v="250" actId="478"/>
          <ac:graphicFrameMkLst>
            <pc:docMk/>
            <pc:sldMk cId="3929105960" sldId="2611"/>
            <ac:graphicFrameMk id="6" creationId="{C7ABE252-B49A-E673-8FDC-EA2859AD1B83}"/>
          </ac:graphicFrameMkLst>
        </pc:graphicFrameChg>
        <pc:graphicFrameChg chg="add mod modGraphic">
          <ac:chgData name="Owais Ahmed" userId="6abc7d4556b3b071" providerId="LiveId" clId="{48391DDF-A673-4104-93AB-6CD383CDB107}" dt="2023-12-20T15:32:17.799" v="119" actId="1076"/>
          <ac:graphicFrameMkLst>
            <pc:docMk/>
            <pc:sldMk cId="3929105960" sldId="2611"/>
            <ac:graphicFrameMk id="55" creationId="{3343C82F-98E2-1EBA-1B7F-A1CCABAFDD14}"/>
          </ac:graphicFrameMkLst>
        </pc:graphicFrame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9" creationId="{44B04367-6F42-3B57-27C4-6FE5292DBE71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10" creationId="{85653E6D-12ED-9A36-8941-D2173E294AA0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11" creationId="{72D30630-27E2-E74C-2754-2E9785ADF336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12" creationId="{E1E0B096-E8F3-1ED3-2BEC-40DBC842D1E6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13" creationId="{B16ECBB6-6C48-F809-3BA3-7C21882F9CBF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14" creationId="{46D079B4-635C-C149-2F09-0C98934C082F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15" creationId="{C67779C8-4115-003C-8628-23EB619FF8E9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16" creationId="{CA064A17-3BAE-FAF7-3779-5165474A4568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17" creationId="{711AB5F2-08BB-7800-8B05-FEE16409C2F5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18" creationId="{5971D4FD-B6A1-13C5-2584-9EA47FB35CCC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19" creationId="{AC1FA2AC-C864-EA17-7F0C-DFDD8B5F0E49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20" creationId="{19BDA333-788A-B167-BC00-294DBD81C85D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21" creationId="{B0516F35-FE65-3FB0-64B3-4D16069C04DA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22" creationId="{81D844A5-7F56-01A4-C516-0684ABDB7F71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23" creationId="{D865C10A-3160-8404-8F2E-B729DEA541DA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24" creationId="{58D64988-84D4-5AF0-1FE9-7EC23F6910D0}"/>
          </ac:cxnSpMkLst>
        </pc:cxnChg>
        <pc:cxnChg chg="mod">
          <ac:chgData name="Owais Ahmed" userId="6abc7d4556b3b071" providerId="LiveId" clId="{48391DDF-A673-4104-93AB-6CD383CDB107}" dt="2023-12-20T15:18:42.711" v="72" actId="478"/>
          <ac:cxnSpMkLst>
            <pc:docMk/>
            <pc:sldMk cId="3929105960" sldId="2611"/>
            <ac:cxnSpMk id="25" creationId="{D78A9AD9-6358-4D74-C388-57F1DC1AFBF5}"/>
          </ac:cxnSpMkLst>
        </pc:cxnChg>
      </pc:sldChg>
      <pc:sldChg chg="modSp mod ord modAnim">
        <pc:chgData name="Owais Ahmed" userId="6abc7d4556b3b071" providerId="LiveId" clId="{48391DDF-A673-4104-93AB-6CD383CDB107}" dt="2023-12-20T15:41:46.308" v="1115" actId="2710"/>
        <pc:sldMkLst>
          <pc:docMk/>
          <pc:sldMk cId="736747099" sldId="2612"/>
        </pc:sldMkLst>
        <pc:spChg chg="mod">
          <ac:chgData name="Owais Ahmed" userId="6abc7d4556b3b071" providerId="LiveId" clId="{48391DDF-A673-4104-93AB-6CD383CDB107}" dt="2023-12-20T15:41:46.308" v="1115" actId="2710"/>
          <ac:spMkLst>
            <pc:docMk/>
            <pc:sldMk cId="736747099" sldId="2612"/>
            <ac:spMk id="3" creationId="{4A1C0383-58FE-E486-295E-B33B8683B938}"/>
          </ac:spMkLst>
        </pc:spChg>
      </pc:sldChg>
      <pc:sldChg chg="addSp delSp modSp add mod delAnim modAnim">
        <pc:chgData name="Owais Ahmed" userId="6abc7d4556b3b071" providerId="LiveId" clId="{48391DDF-A673-4104-93AB-6CD383CDB107}" dt="2023-12-20T15:46:04.930" v="1441" actId="20577"/>
        <pc:sldMkLst>
          <pc:docMk/>
          <pc:sldMk cId="2856980288" sldId="2613"/>
        </pc:sldMkLst>
        <pc:spChg chg="mod">
          <ac:chgData name="Owais Ahmed" userId="6abc7d4556b3b071" providerId="LiveId" clId="{48391DDF-A673-4104-93AB-6CD383CDB107}" dt="2023-12-20T15:43:22.703" v="1139" actId="14100"/>
          <ac:spMkLst>
            <pc:docMk/>
            <pc:sldMk cId="2856980288" sldId="2613"/>
            <ac:spMk id="3" creationId="{4A1C0383-58FE-E486-295E-B33B8683B938}"/>
          </ac:spMkLst>
        </pc:spChg>
        <pc:spChg chg="add mod">
          <ac:chgData name="Owais Ahmed" userId="6abc7d4556b3b071" providerId="LiveId" clId="{48391DDF-A673-4104-93AB-6CD383CDB107}" dt="2023-12-20T15:46:04.930" v="1441" actId="20577"/>
          <ac:spMkLst>
            <pc:docMk/>
            <pc:sldMk cId="2856980288" sldId="2613"/>
            <ac:spMk id="4" creationId="{004AF1E8-BB07-8D17-E86C-B7701F08674B}"/>
          </ac:spMkLst>
        </pc:spChg>
        <pc:graphicFrameChg chg="mod">
          <ac:chgData name="Owais Ahmed" userId="6abc7d4556b3b071" providerId="LiveId" clId="{48391DDF-A673-4104-93AB-6CD383CDB107}" dt="2023-12-20T15:42:59.342" v="1133" actId="1076"/>
          <ac:graphicFrameMkLst>
            <pc:docMk/>
            <pc:sldMk cId="2856980288" sldId="2613"/>
            <ac:graphicFrameMk id="6" creationId="{C7ABE252-B49A-E673-8FDC-EA2859AD1B83}"/>
          </ac:graphicFrameMkLst>
        </pc:graphicFrameChg>
        <pc:graphicFrameChg chg="del">
          <ac:chgData name="Owais Ahmed" userId="6abc7d4556b3b071" providerId="LiveId" clId="{48391DDF-A673-4104-93AB-6CD383CDB107}" dt="2023-12-20T15:42:31.886" v="1116" actId="478"/>
          <ac:graphicFrameMkLst>
            <pc:docMk/>
            <pc:sldMk cId="2856980288" sldId="2613"/>
            <ac:graphicFrameMk id="55" creationId="{3343C82F-98E2-1EBA-1B7F-A1CCABAFDD14}"/>
          </ac:graphicFrameMkLst>
        </pc:graphicFrameChg>
      </pc:sldChg>
      <pc:sldChg chg="modSp add modAnim">
        <pc:chgData name="Owais Ahmed" userId="6abc7d4556b3b071" providerId="LiveId" clId="{48391DDF-A673-4104-93AB-6CD383CDB107}" dt="2023-12-20T15:41:25.960" v="1114" actId="20577"/>
        <pc:sldMkLst>
          <pc:docMk/>
          <pc:sldMk cId="933177507" sldId="2614"/>
        </pc:sldMkLst>
        <pc:spChg chg="mod">
          <ac:chgData name="Owais Ahmed" userId="6abc7d4556b3b071" providerId="LiveId" clId="{48391DDF-A673-4104-93AB-6CD383CDB107}" dt="2023-12-20T15:41:25.960" v="1114" actId="20577"/>
          <ac:spMkLst>
            <pc:docMk/>
            <pc:sldMk cId="933177507" sldId="2614"/>
            <ac:spMk id="3" creationId="{4A1C0383-58FE-E486-295E-B33B8683B938}"/>
          </ac:spMkLst>
        </pc:spChg>
      </pc:sldChg>
      <pc:sldChg chg="modSp add mod ord modAnim">
        <pc:chgData name="Owais Ahmed" userId="6abc7d4556b3b071" providerId="LiveId" clId="{48391DDF-A673-4104-93AB-6CD383CDB107}" dt="2023-12-20T16:01:45.197" v="2325" actId="20577"/>
        <pc:sldMkLst>
          <pc:docMk/>
          <pc:sldMk cId="4027482815" sldId="2615"/>
        </pc:sldMkLst>
        <pc:spChg chg="mod">
          <ac:chgData name="Owais Ahmed" userId="6abc7d4556b3b071" providerId="LiveId" clId="{48391DDF-A673-4104-93AB-6CD383CDB107}" dt="2023-12-20T16:01:45.197" v="2325" actId="20577"/>
          <ac:spMkLst>
            <pc:docMk/>
            <pc:sldMk cId="4027482815" sldId="2615"/>
            <ac:spMk id="3" creationId="{4A1C0383-58FE-E486-295E-B33B8683B938}"/>
          </ac:spMkLst>
        </pc:spChg>
        <pc:spChg chg="mod">
          <ac:chgData name="Owais Ahmed" userId="6abc7d4556b3b071" providerId="LiveId" clId="{48391DDF-A673-4104-93AB-6CD383CDB107}" dt="2023-12-20T15:48:34.530" v="1466" actId="20577"/>
          <ac:spMkLst>
            <pc:docMk/>
            <pc:sldMk cId="4027482815" sldId="2615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48391DDF-A673-4104-93AB-6CD383CDB107}" dt="2023-12-20T16:02:10.957" v="2330" actId="20577"/>
        <pc:sldMkLst>
          <pc:docMk/>
          <pc:sldMk cId="3696756933" sldId="2616"/>
        </pc:sldMkLst>
        <pc:spChg chg="mod">
          <ac:chgData name="Owais Ahmed" userId="6abc7d4556b3b071" providerId="LiveId" clId="{48391DDF-A673-4104-93AB-6CD383CDB107}" dt="2023-12-20T16:02:10.957" v="2330" actId="20577"/>
          <ac:spMkLst>
            <pc:docMk/>
            <pc:sldMk cId="3696756933" sldId="2616"/>
            <ac:spMk id="3" creationId="{4A1C0383-58FE-E486-295E-B33B8683B93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6E01B0-7475-4C7A-923E-08C6E240DA8F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66E3FCA-3D41-42F3-9AE7-E1C078B45A7E}">
      <dgm:prSet phldrT="[Text]"/>
      <dgm:spPr/>
      <dgm:t>
        <a:bodyPr/>
        <a:lstStyle/>
        <a:p>
          <a:r>
            <a:rPr lang="en-US" dirty="0"/>
            <a:t>Fib(4)</a:t>
          </a:r>
        </a:p>
      </dgm:t>
    </dgm:pt>
    <dgm:pt modelId="{01EC8E7C-A651-4CC7-B3B1-26A56EFFE992}" type="parTrans" cxnId="{E42478AC-05BC-42CB-BB8D-7893C598C221}">
      <dgm:prSet/>
      <dgm:spPr/>
      <dgm:t>
        <a:bodyPr/>
        <a:lstStyle/>
        <a:p>
          <a:endParaRPr lang="en-US"/>
        </a:p>
      </dgm:t>
    </dgm:pt>
    <dgm:pt modelId="{7676B177-6687-4476-B2A8-BD00CA4FC2D1}" type="sibTrans" cxnId="{E42478AC-05BC-42CB-BB8D-7893C598C221}">
      <dgm:prSet/>
      <dgm:spPr/>
      <dgm:t>
        <a:bodyPr/>
        <a:lstStyle/>
        <a:p>
          <a:endParaRPr lang="en-US"/>
        </a:p>
      </dgm:t>
    </dgm:pt>
    <dgm:pt modelId="{EFCF4B24-FEAD-4630-B8D3-E15BA2B49252}">
      <dgm:prSet phldrT="[Text]"/>
      <dgm:spPr/>
      <dgm:t>
        <a:bodyPr/>
        <a:lstStyle/>
        <a:p>
          <a:r>
            <a:rPr lang="en-US" dirty="0"/>
            <a:t>Fib(3)</a:t>
          </a:r>
        </a:p>
      </dgm:t>
    </dgm:pt>
    <dgm:pt modelId="{A269067F-3627-4F60-B6E1-BFBD9068CB4F}" type="parTrans" cxnId="{E5A6FD29-01A1-4D8E-BAAA-E0B850325D1E}">
      <dgm:prSet/>
      <dgm:spPr/>
      <dgm:t>
        <a:bodyPr/>
        <a:lstStyle/>
        <a:p>
          <a:endParaRPr lang="en-US"/>
        </a:p>
      </dgm:t>
    </dgm:pt>
    <dgm:pt modelId="{1C1D24FA-9479-4A8B-A1FC-93FC5444C980}" type="sibTrans" cxnId="{E5A6FD29-01A1-4D8E-BAAA-E0B850325D1E}">
      <dgm:prSet/>
      <dgm:spPr/>
      <dgm:t>
        <a:bodyPr/>
        <a:lstStyle/>
        <a:p>
          <a:endParaRPr lang="en-US"/>
        </a:p>
      </dgm:t>
    </dgm:pt>
    <dgm:pt modelId="{7ACB5E19-4CA6-4FE0-BAD5-0FA6DB8DC80B}">
      <dgm:prSet phldrT="[Text]"/>
      <dgm:spPr/>
      <dgm:t>
        <a:bodyPr/>
        <a:lstStyle/>
        <a:p>
          <a:r>
            <a:rPr lang="en-US" dirty="0"/>
            <a:t>Fib(2)</a:t>
          </a:r>
        </a:p>
      </dgm:t>
    </dgm:pt>
    <dgm:pt modelId="{31F2C0A3-A74F-4F26-82C8-80B566AA9561}" type="parTrans" cxnId="{B6A5DF55-80D1-42C9-ACD6-2952D00B2493}">
      <dgm:prSet/>
      <dgm:spPr/>
      <dgm:t>
        <a:bodyPr/>
        <a:lstStyle/>
        <a:p>
          <a:endParaRPr lang="en-US"/>
        </a:p>
      </dgm:t>
    </dgm:pt>
    <dgm:pt modelId="{31E25F71-53DA-48B1-B451-CC19368049E4}" type="sibTrans" cxnId="{B6A5DF55-80D1-42C9-ACD6-2952D00B2493}">
      <dgm:prSet/>
      <dgm:spPr/>
      <dgm:t>
        <a:bodyPr/>
        <a:lstStyle/>
        <a:p>
          <a:endParaRPr lang="en-US"/>
        </a:p>
      </dgm:t>
    </dgm:pt>
    <dgm:pt modelId="{B76B2D71-08C8-496E-8370-3F01DE561D6D}">
      <dgm:prSet phldrT="[Text]"/>
      <dgm:spPr/>
      <dgm:t>
        <a:bodyPr/>
        <a:lstStyle/>
        <a:p>
          <a:r>
            <a:rPr lang="en-US" dirty="0"/>
            <a:t>Fib(2)</a:t>
          </a:r>
        </a:p>
      </dgm:t>
    </dgm:pt>
    <dgm:pt modelId="{77EA6027-BA56-41FC-947F-C34AA24D2564}" type="parTrans" cxnId="{0075FBE6-2524-4CA5-8417-683F0D1B6EEF}">
      <dgm:prSet/>
      <dgm:spPr/>
      <dgm:t>
        <a:bodyPr/>
        <a:lstStyle/>
        <a:p>
          <a:endParaRPr lang="en-US"/>
        </a:p>
      </dgm:t>
    </dgm:pt>
    <dgm:pt modelId="{55C272FE-98DE-4A8C-9572-AD92837FD993}" type="sibTrans" cxnId="{0075FBE6-2524-4CA5-8417-683F0D1B6EEF}">
      <dgm:prSet/>
      <dgm:spPr/>
      <dgm:t>
        <a:bodyPr/>
        <a:lstStyle/>
        <a:p>
          <a:endParaRPr lang="en-US"/>
        </a:p>
      </dgm:t>
    </dgm:pt>
    <dgm:pt modelId="{42AEBBD9-EE3C-470B-96DE-A5742284FD98}">
      <dgm:prSet phldrT="[Text]"/>
      <dgm:spPr/>
      <dgm:t>
        <a:bodyPr/>
        <a:lstStyle/>
        <a:p>
          <a:r>
            <a:rPr lang="en-US" dirty="0"/>
            <a:t>Fib(1)</a:t>
          </a:r>
        </a:p>
      </dgm:t>
    </dgm:pt>
    <dgm:pt modelId="{982A61C4-A90E-46AE-9891-4A35DF98C852}" type="parTrans" cxnId="{78A712B2-23B8-47D6-AD33-CC1A316D7F49}">
      <dgm:prSet/>
      <dgm:spPr/>
      <dgm:t>
        <a:bodyPr/>
        <a:lstStyle/>
        <a:p>
          <a:endParaRPr lang="en-US"/>
        </a:p>
      </dgm:t>
    </dgm:pt>
    <dgm:pt modelId="{FB2E6AE3-FC85-4D63-BBA3-9FC39B94AB9F}" type="sibTrans" cxnId="{78A712B2-23B8-47D6-AD33-CC1A316D7F49}">
      <dgm:prSet/>
      <dgm:spPr/>
      <dgm:t>
        <a:bodyPr/>
        <a:lstStyle/>
        <a:p>
          <a:endParaRPr lang="en-US"/>
        </a:p>
      </dgm:t>
    </dgm:pt>
    <dgm:pt modelId="{E3DB9C57-A415-46C3-8A7D-AE2233715A4D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0BD21B95-26F2-432A-AC08-0ABC5FAA5DAB}" type="parTrans" cxnId="{26208FDF-6E54-4D8F-BE88-810784C59C25}">
      <dgm:prSet/>
      <dgm:spPr/>
      <dgm:t>
        <a:bodyPr/>
        <a:lstStyle/>
        <a:p>
          <a:endParaRPr lang="en-US"/>
        </a:p>
      </dgm:t>
    </dgm:pt>
    <dgm:pt modelId="{E17DE8B9-48F8-4B4A-9681-55F757E6648E}" type="sibTrans" cxnId="{26208FDF-6E54-4D8F-BE88-810784C59C25}">
      <dgm:prSet/>
      <dgm:spPr/>
      <dgm:t>
        <a:bodyPr/>
        <a:lstStyle/>
        <a:p>
          <a:endParaRPr lang="en-US"/>
        </a:p>
      </dgm:t>
    </dgm:pt>
    <dgm:pt modelId="{5B1AFB76-0B18-4CB0-887A-90D42C45E1DE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02BAA81D-98CF-47C8-9A4C-A29376D5A61E}" type="parTrans" cxnId="{FF2C12C1-C782-402F-8B1A-287F1455BA02}">
      <dgm:prSet/>
      <dgm:spPr/>
      <dgm:t>
        <a:bodyPr/>
        <a:lstStyle/>
        <a:p>
          <a:endParaRPr lang="en-US"/>
        </a:p>
      </dgm:t>
    </dgm:pt>
    <dgm:pt modelId="{903C0266-E6A0-46F2-B302-F837117B4B16}" type="sibTrans" cxnId="{FF2C12C1-C782-402F-8B1A-287F1455BA02}">
      <dgm:prSet/>
      <dgm:spPr/>
      <dgm:t>
        <a:bodyPr/>
        <a:lstStyle/>
        <a:p>
          <a:endParaRPr lang="en-US"/>
        </a:p>
      </dgm:t>
    </dgm:pt>
    <dgm:pt modelId="{5C3EFB8E-B203-4C74-A6D2-0B5EDFD7C3AF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A918B9C4-A4AE-4AAF-B2D2-2F8FF02464EA}" type="parTrans" cxnId="{24134D58-9827-4DFA-8FCF-9D13DA0352BE}">
      <dgm:prSet/>
      <dgm:spPr/>
      <dgm:t>
        <a:bodyPr/>
        <a:lstStyle/>
        <a:p>
          <a:endParaRPr lang="en-US"/>
        </a:p>
      </dgm:t>
    </dgm:pt>
    <dgm:pt modelId="{35211FE4-967C-4BE0-A47B-A56E8BA717BD}" type="sibTrans" cxnId="{24134D58-9827-4DFA-8FCF-9D13DA0352BE}">
      <dgm:prSet/>
      <dgm:spPr/>
      <dgm:t>
        <a:bodyPr/>
        <a:lstStyle/>
        <a:p>
          <a:endParaRPr lang="en-US"/>
        </a:p>
      </dgm:t>
    </dgm:pt>
    <dgm:pt modelId="{952E4017-E056-49B0-B96C-7D5A93099DC4}">
      <dgm:prSet phldrT="[Text]"/>
      <dgm:spPr/>
      <dgm:t>
        <a:bodyPr/>
        <a:lstStyle/>
        <a:p>
          <a:r>
            <a:rPr lang="en-US" dirty="0"/>
            <a:t>Fib(5)</a:t>
          </a:r>
        </a:p>
      </dgm:t>
    </dgm:pt>
    <dgm:pt modelId="{8BC4F287-5A79-4387-B569-A31D13BD7DEE}" type="parTrans" cxnId="{4ACBB167-6CF5-4C9C-A130-EEF54C2F0AB3}">
      <dgm:prSet/>
      <dgm:spPr/>
      <dgm:t>
        <a:bodyPr/>
        <a:lstStyle/>
        <a:p>
          <a:endParaRPr lang="en-US"/>
        </a:p>
      </dgm:t>
    </dgm:pt>
    <dgm:pt modelId="{8C9B4622-1AAA-4ACF-B086-76021892A9A7}" type="sibTrans" cxnId="{4ACBB167-6CF5-4C9C-A130-EEF54C2F0AB3}">
      <dgm:prSet/>
      <dgm:spPr/>
      <dgm:t>
        <a:bodyPr/>
        <a:lstStyle/>
        <a:p>
          <a:endParaRPr lang="en-US"/>
        </a:p>
      </dgm:t>
    </dgm:pt>
    <dgm:pt modelId="{DA0DFD3D-F54C-4DF9-B6E4-870E2CC85B71}">
      <dgm:prSet phldrT="[Text]"/>
      <dgm:spPr/>
      <dgm:t>
        <a:bodyPr/>
        <a:lstStyle/>
        <a:p>
          <a:r>
            <a:rPr lang="en-US" dirty="0"/>
            <a:t>Fib(3)</a:t>
          </a:r>
        </a:p>
      </dgm:t>
    </dgm:pt>
    <dgm:pt modelId="{73DE6227-CE68-41B8-80BC-E6AAE6F92ECE}" type="parTrans" cxnId="{50040B44-A05E-443D-B857-3A1152921EA0}">
      <dgm:prSet/>
      <dgm:spPr/>
      <dgm:t>
        <a:bodyPr/>
        <a:lstStyle/>
        <a:p>
          <a:endParaRPr lang="en-US"/>
        </a:p>
      </dgm:t>
    </dgm:pt>
    <dgm:pt modelId="{3F5C5E83-5D5A-44D0-A7B3-87B2EA18F0AD}" type="sibTrans" cxnId="{50040B44-A05E-443D-B857-3A1152921EA0}">
      <dgm:prSet/>
      <dgm:spPr/>
      <dgm:t>
        <a:bodyPr/>
        <a:lstStyle/>
        <a:p>
          <a:endParaRPr lang="en-US"/>
        </a:p>
      </dgm:t>
    </dgm:pt>
    <dgm:pt modelId="{77553E8F-E6A8-469E-BFA8-98FF49E30A35}">
      <dgm:prSet phldrT="[Text]"/>
      <dgm:spPr/>
      <dgm:t>
        <a:bodyPr/>
        <a:lstStyle/>
        <a:p>
          <a:r>
            <a:rPr lang="en-US" dirty="0"/>
            <a:t>Fib(1)</a:t>
          </a:r>
        </a:p>
      </dgm:t>
    </dgm:pt>
    <dgm:pt modelId="{25741DC6-BEEF-448E-8A83-381D0AC6B232}" type="parTrans" cxnId="{97E1F2FE-18EC-43A5-B6FA-86AF2F287F75}">
      <dgm:prSet/>
      <dgm:spPr/>
      <dgm:t>
        <a:bodyPr/>
        <a:lstStyle/>
        <a:p>
          <a:endParaRPr lang="en-US"/>
        </a:p>
      </dgm:t>
    </dgm:pt>
    <dgm:pt modelId="{F8D7A305-D548-438B-BED2-702F6E0FD916}" type="sibTrans" cxnId="{97E1F2FE-18EC-43A5-B6FA-86AF2F287F75}">
      <dgm:prSet/>
      <dgm:spPr/>
      <dgm:t>
        <a:bodyPr/>
        <a:lstStyle/>
        <a:p>
          <a:endParaRPr lang="en-US"/>
        </a:p>
      </dgm:t>
    </dgm:pt>
    <dgm:pt modelId="{9128D997-512B-49A0-8706-3732CBA1A76B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18FE5B10-231B-47C3-9AC7-924E5095AFD2}" type="parTrans" cxnId="{3DA95D2D-D406-490D-9E61-004D8822B0DF}">
      <dgm:prSet/>
      <dgm:spPr/>
      <dgm:t>
        <a:bodyPr/>
        <a:lstStyle/>
        <a:p>
          <a:endParaRPr lang="en-US"/>
        </a:p>
      </dgm:t>
    </dgm:pt>
    <dgm:pt modelId="{8BEE9631-4643-42A5-8AF6-551D4A20897F}" type="sibTrans" cxnId="{3DA95D2D-D406-490D-9E61-004D8822B0DF}">
      <dgm:prSet/>
      <dgm:spPr/>
      <dgm:t>
        <a:bodyPr/>
        <a:lstStyle/>
        <a:p>
          <a:endParaRPr lang="en-US"/>
        </a:p>
      </dgm:t>
    </dgm:pt>
    <dgm:pt modelId="{BF6C9DBA-5A31-4D88-A67B-CF68F2CB3A40}">
      <dgm:prSet phldrT="[Text]"/>
      <dgm:spPr/>
      <dgm:t>
        <a:bodyPr/>
        <a:lstStyle/>
        <a:p>
          <a:r>
            <a:rPr lang="en-US" dirty="0"/>
            <a:t>Fib(2)</a:t>
          </a:r>
        </a:p>
      </dgm:t>
    </dgm:pt>
    <dgm:pt modelId="{F73A1F25-9575-48F4-9D37-72E21F21B042}" type="parTrans" cxnId="{EE42CEDE-E7A7-42BB-869C-06E9392F8D2F}">
      <dgm:prSet/>
      <dgm:spPr/>
      <dgm:t>
        <a:bodyPr/>
        <a:lstStyle/>
        <a:p>
          <a:endParaRPr lang="en-US"/>
        </a:p>
      </dgm:t>
    </dgm:pt>
    <dgm:pt modelId="{9A984C28-FC74-4CF5-AF25-6790F4E7F780}" type="sibTrans" cxnId="{EE42CEDE-E7A7-42BB-869C-06E9392F8D2F}">
      <dgm:prSet/>
      <dgm:spPr/>
      <dgm:t>
        <a:bodyPr/>
        <a:lstStyle/>
        <a:p>
          <a:endParaRPr lang="en-US"/>
        </a:p>
      </dgm:t>
    </dgm:pt>
    <dgm:pt modelId="{ED7A98BD-9C0F-4019-B63D-AE6845F2BAEE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12FE2490-8498-4120-89C2-63BC712D5FE3}" type="parTrans" cxnId="{35BE89E0-7ED0-491E-A347-D96840415139}">
      <dgm:prSet/>
      <dgm:spPr/>
      <dgm:t>
        <a:bodyPr/>
        <a:lstStyle/>
        <a:p>
          <a:endParaRPr lang="en-US"/>
        </a:p>
      </dgm:t>
    </dgm:pt>
    <dgm:pt modelId="{5D82BB24-0738-4CAB-9070-9EA9D27CC11C}" type="sibTrans" cxnId="{35BE89E0-7ED0-491E-A347-D96840415139}">
      <dgm:prSet/>
      <dgm:spPr/>
      <dgm:t>
        <a:bodyPr/>
        <a:lstStyle/>
        <a:p>
          <a:endParaRPr lang="en-US"/>
        </a:p>
      </dgm:t>
    </dgm:pt>
    <dgm:pt modelId="{4873A05E-2E15-4952-8D2C-CBF8428E175D}" type="pres">
      <dgm:prSet presAssocID="{FA6E01B0-7475-4C7A-923E-08C6E240DA8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A544D56-C7E1-46A0-B98D-95B9EC872B10}" type="pres">
      <dgm:prSet presAssocID="{FA6E01B0-7475-4C7A-923E-08C6E240DA8F}" presName="hierFlow" presStyleCnt="0"/>
      <dgm:spPr/>
    </dgm:pt>
    <dgm:pt modelId="{46EBE6A6-6A5C-44A6-817E-B3EE18EC2425}" type="pres">
      <dgm:prSet presAssocID="{FA6E01B0-7475-4C7A-923E-08C6E240DA8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7C23E5E0-0793-4FE5-A817-5D4526AEA5F1}" type="pres">
      <dgm:prSet presAssocID="{952E4017-E056-49B0-B96C-7D5A93099DC4}" presName="Name14" presStyleCnt="0"/>
      <dgm:spPr/>
    </dgm:pt>
    <dgm:pt modelId="{E4306C6C-F022-479B-A81C-3C4094A53A3D}" type="pres">
      <dgm:prSet presAssocID="{952E4017-E056-49B0-B96C-7D5A93099DC4}" presName="level1Shape" presStyleLbl="node0" presStyleIdx="0" presStyleCnt="1">
        <dgm:presLayoutVars>
          <dgm:chPref val="3"/>
        </dgm:presLayoutVars>
      </dgm:prSet>
      <dgm:spPr/>
    </dgm:pt>
    <dgm:pt modelId="{57D267DD-68F7-470E-B967-9737B2C911F2}" type="pres">
      <dgm:prSet presAssocID="{952E4017-E056-49B0-B96C-7D5A93099DC4}" presName="hierChild2" presStyleCnt="0"/>
      <dgm:spPr/>
    </dgm:pt>
    <dgm:pt modelId="{1CE02A99-1FBA-41E3-9C63-4E805DDB1403}" type="pres">
      <dgm:prSet presAssocID="{01EC8E7C-A651-4CC7-B3B1-26A56EFFE992}" presName="Name19" presStyleLbl="parChTrans1D2" presStyleIdx="0" presStyleCnt="2"/>
      <dgm:spPr/>
    </dgm:pt>
    <dgm:pt modelId="{E695FFDC-3230-4BAC-9CBD-8AAD10C324C0}" type="pres">
      <dgm:prSet presAssocID="{166E3FCA-3D41-42F3-9AE7-E1C078B45A7E}" presName="Name21" presStyleCnt="0"/>
      <dgm:spPr/>
    </dgm:pt>
    <dgm:pt modelId="{D6AECC65-43C0-4D34-B143-74DF4A977D37}" type="pres">
      <dgm:prSet presAssocID="{166E3FCA-3D41-42F3-9AE7-E1C078B45A7E}" presName="level2Shape" presStyleLbl="node2" presStyleIdx="0" presStyleCnt="2"/>
      <dgm:spPr/>
    </dgm:pt>
    <dgm:pt modelId="{D88137C2-35D1-4B23-A35B-FDC1DC3185B8}" type="pres">
      <dgm:prSet presAssocID="{166E3FCA-3D41-42F3-9AE7-E1C078B45A7E}" presName="hierChild3" presStyleCnt="0"/>
      <dgm:spPr/>
    </dgm:pt>
    <dgm:pt modelId="{52C9D270-27F2-4746-AD48-0D154AA8958A}" type="pres">
      <dgm:prSet presAssocID="{A269067F-3627-4F60-B6E1-BFBD9068CB4F}" presName="Name19" presStyleLbl="parChTrans1D3" presStyleIdx="0" presStyleCnt="4"/>
      <dgm:spPr/>
    </dgm:pt>
    <dgm:pt modelId="{9C494A6E-C8DC-4134-BDA6-94AC8522A9A6}" type="pres">
      <dgm:prSet presAssocID="{EFCF4B24-FEAD-4630-B8D3-E15BA2B49252}" presName="Name21" presStyleCnt="0"/>
      <dgm:spPr/>
    </dgm:pt>
    <dgm:pt modelId="{835FF622-6341-416E-90F8-2CC250A0A570}" type="pres">
      <dgm:prSet presAssocID="{EFCF4B24-FEAD-4630-B8D3-E15BA2B49252}" presName="level2Shape" presStyleLbl="node3" presStyleIdx="0" presStyleCnt="4"/>
      <dgm:spPr/>
    </dgm:pt>
    <dgm:pt modelId="{68FE0B76-65D1-4974-BB82-E664384916CC}" type="pres">
      <dgm:prSet presAssocID="{EFCF4B24-FEAD-4630-B8D3-E15BA2B49252}" presName="hierChild3" presStyleCnt="0"/>
      <dgm:spPr/>
    </dgm:pt>
    <dgm:pt modelId="{4EAD4FD0-BF9F-4FF7-8E1E-71128267D5BC}" type="pres">
      <dgm:prSet presAssocID="{982A61C4-A90E-46AE-9891-4A35DF98C852}" presName="Name19" presStyleLbl="parChTrans1D4" presStyleIdx="0" presStyleCnt="7"/>
      <dgm:spPr/>
    </dgm:pt>
    <dgm:pt modelId="{1AB79349-0E22-467A-8E0E-D0642E528E16}" type="pres">
      <dgm:prSet presAssocID="{42AEBBD9-EE3C-470B-96DE-A5742284FD98}" presName="Name21" presStyleCnt="0"/>
      <dgm:spPr/>
    </dgm:pt>
    <dgm:pt modelId="{4454FA0D-3869-488B-8B13-866CCB8A5791}" type="pres">
      <dgm:prSet presAssocID="{42AEBBD9-EE3C-470B-96DE-A5742284FD98}" presName="level2Shape" presStyleLbl="node4" presStyleIdx="0" presStyleCnt="7"/>
      <dgm:spPr/>
    </dgm:pt>
    <dgm:pt modelId="{45FA3273-AA94-4CBE-B94A-F313B0480FD1}" type="pres">
      <dgm:prSet presAssocID="{42AEBBD9-EE3C-470B-96DE-A5742284FD98}" presName="hierChild3" presStyleCnt="0"/>
      <dgm:spPr/>
    </dgm:pt>
    <dgm:pt modelId="{584C86D4-45E0-4B20-A63B-6F8A0F9AFEC0}" type="pres">
      <dgm:prSet presAssocID="{02BAA81D-98CF-47C8-9A4C-A29376D5A61E}" presName="Name19" presStyleLbl="parChTrans1D4" presStyleIdx="1" presStyleCnt="7"/>
      <dgm:spPr/>
    </dgm:pt>
    <dgm:pt modelId="{91914F86-2704-4E6A-ADCC-3F1171D905F4}" type="pres">
      <dgm:prSet presAssocID="{5B1AFB76-0B18-4CB0-887A-90D42C45E1DE}" presName="Name21" presStyleCnt="0"/>
      <dgm:spPr/>
    </dgm:pt>
    <dgm:pt modelId="{FC3BD571-895A-41DF-8BD5-2C34AD0C023E}" type="pres">
      <dgm:prSet presAssocID="{5B1AFB76-0B18-4CB0-887A-90D42C45E1DE}" presName="level2Shape" presStyleLbl="node4" presStyleIdx="1" presStyleCnt="7"/>
      <dgm:spPr/>
    </dgm:pt>
    <dgm:pt modelId="{0BFA8D1A-D5DF-4D72-ABC5-57DDC9782451}" type="pres">
      <dgm:prSet presAssocID="{5B1AFB76-0B18-4CB0-887A-90D42C45E1DE}" presName="hierChild3" presStyleCnt="0"/>
      <dgm:spPr/>
    </dgm:pt>
    <dgm:pt modelId="{CEA4AA81-6664-485C-BF2B-26EA1F161CB6}" type="pres">
      <dgm:prSet presAssocID="{31F2C0A3-A74F-4F26-82C8-80B566AA9561}" presName="Name19" presStyleLbl="parChTrans1D4" presStyleIdx="2" presStyleCnt="7"/>
      <dgm:spPr/>
    </dgm:pt>
    <dgm:pt modelId="{3006CC71-1380-4AC7-A921-D40E89A3C8A6}" type="pres">
      <dgm:prSet presAssocID="{7ACB5E19-4CA6-4FE0-BAD5-0FA6DB8DC80B}" presName="Name21" presStyleCnt="0"/>
      <dgm:spPr/>
    </dgm:pt>
    <dgm:pt modelId="{8A49FCD1-9DF2-4D77-9B63-17B770F589EF}" type="pres">
      <dgm:prSet presAssocID="{7ACB5E19-4CA6-4FE0-BAD5-0FA6DB8DC80B}" presName="level2Shape" presStyleLbl="node4" presStyleIdx="2" presStyleCnt="7"/>
      <dgm:spPr/>
    </dgm:pt>
    <dgm:pt modelId="{AD916BA7-0ABA-4FF7-8BAD-1C4DBF832CF4}" type="pres">
      <dgm:prSet presAssocID="{7ACB5E19-4CA6-4FE0-BAD5-0FA6DB8DC80B}" presName="hierChild3" presStyleCnt="0"/>
      <dgm:spPr/>
    </dgm:pt>
    <dgm:pt modelId="{1AA65AEF-73DA-4C28-A1D6-066ADEE9B268}" type="pres">
      <dgm:prSet presAssocID="{A918B9C4-A4AE-4AAF-B2D2-2F8FF02464EA}" presName="Name19" presStyleLbl="parChTrans1D4" presStyleIdx="3" presStyleCnt="7"/>
      <dgm:spPr/>
    </dgm:pt>
    <dgm:pt modelId="{ACD43EC2-6611-4F17-834E-451C80C7AD58}" type="pres">
      <dgm:prSet presAssocID="{5C3EFB8E-B203-4C74-A6D2-0B5EDFD7C3AF}" presName="Name21" presStyleCnt="0"/>
      <dgm:spPr/>
    </dgm:pt>
    <dgm:pt modelId="{4D883BFF-4F3E-4655-878A-15A81A37CB5F}" type="pres">
      <dgm:prSet presAssocID="{5C3EFB8E-B203-4C74-A6D2-0B5EDFD7C3AF}" presName="level2Shape" presStyleLbl="node4" presStyleIdx="3" presStyleCnt="7"/>
      <dgm:spPr/>
    </dgm:pt>
    <dgm:pt modelId="{B3B1D463-5C0F-404B-AD1C-D7CF3E4EFA8D}" type="pres">
      <dgm:prSet presAssocID="{5C3EFB8E-B203-4C74-A6D2-0B5EDFD7C3AF}" presName="hierChild3" presStyleCnt="0"/>
      <dgm:spPr/>
    </dgm:pt>
    <dgm:pt modelId="{5EDA3F09-F122-4EC6-8C2B-69E3D6A75D90}" type="pres">
      <dgm:prSet presAssocID="{77EA6027-BA56-41FC-947F-C34AA24D2564}" presName="Name19" presStyleLbl="parChTrans1D3" presStyleIdx="1" presStyleCnt="4"/>
      <dgm:spPr/>
    </dgm:pt>
    <dgm:pt modelId="{1AA1EF89-2C08-41A9-B350-7379C9D8244D}" type="pres">
      <dgm:prSet presAssocID="{B76B2D71-08C8-496E-8370-3F01DE561D6D}" presName="Name21" presStyleCnt="0"/>
      <dgm:spPr/>
    </dgm:pt>
    <dgm:pt modelId="{F8470DC0-16E2-4A63-8EB1-87206F3713C3}" type="pres">
      <dgm:prSet presAssocID="{B76B2D71-08C8-496E-8370-3F01DE561D6D}" presName="level2Shape" presStyleLbl="node3" presStyleIdx="1" presStyleCnt="4"/>
      <dgm:spPr/>
    </dgm:pt>
    <dgm:pt modelId="{8FD8968B-C614-45BF-A22A-76BE1F3F9BBF}" type="pres">
      <dgm:prSet presAssocID="{B76B2D71-08C8-496E-8370-3F01DE561D6D}" presName="hierChild3" presStyleCnt="0"/>
      <dgm:spPr/>
    </dgm:pt>
    <dgm:pt modelId="{E105D189-2BD2-4CCA-AD27-0DC7F1B41CA8}" type="pres">
      <dgm:prSet presAssocID="{0BD21B95-26F2-432A-AC08-0ABC5FAA5DAB}" presName="Name19" presStyleLbl="parChTrans1D4" presStyleIdx="4" presStyleCnt="7"/>
      <dgm:spPr/>
    </dgm:pt>
    <dgm:pt modelId="{0A7FD77A-7468-404F-95FB-E7BA0CB3C6CE}" type="pres">
      <dgm:prSet presAssocID="{E3DB9C57-A415-46C3-8A7D-AE2233715A4D}" presName="Name21" presStyleCnt="0"/>
      <dgm:spPr/>
    </dgm:pt>
    <dgm:pt modelId="{73E5B160-555D-4CB8-A202-7AE8BE379D5E}" type="pres">
      <dgm:prSet presAssocID="{E3DB9C57-A415-46C3-8A7D-AE2233715A4D}" presName="level2Shape" presStyleLbl="node4" presStyleIdx="4" presStyleCnt="7"/>
      <dgm:spPr/>
    </dgm:pt>
    <dgm:pt modelId="{8BA209EB-0FD9-4EB8-A21F-5E98ED42F69C}" type="pres">
      <dgm:prSet presAssocID="{E3DB9C57-A415-46C3-8A7D-AE2233715A4D}" presName="hierChild3" presStyleCnt="0"/>
      <dgm:spPr/>
    </dgm:pt>
    <dgm:pt modelId="{334192BC-88DB-46D9-84C5-DD80F02AABD4}" type="pres">
      <dgm:prSet presAssocID="{73DE6227-CE68-41B8-80BC-E6AAE6F92ECE}" presName="Name19" presStyleLbl="parChTrans1D2" presStyleIdx="1" presStyleCnt="2"/>
      <dgm:spPr/>
    </dgm:pt>
    <dgm:pt modelId="{B37C6C9D-2AFB-4987-B683-3543EE9D7D1C}" type="pres">
      <dgm:prSet presAssocID="{DA0DFD3D-F54C-4DF9-B6E4-870E2CC85B71}" presName="Name21" presStyleCnt="0"/>
      <dgm:spPr/>
    </dgm:pt>
    <dgm:pt modelId="{5F81CC8C-986E-44C0-8512-33171EDBE931}" type="pres">
      <dgm:prSet presAssocID="{DA0DFD3D-F54C-4DF9-B6E4-870E2CC85B71}" presName="level2Shape" presStyleLbl="node2" presStyleIdx="1" presStyleCnt="2"/>
      <dgm:spPr/>
    </dgm:pt>
    <dgm:pt modelId="{3CB87104-092B-4FBE-A335-55B023495577}" type="pres">
      <dgm:prSet presAssocID="{DA0DFD3D-F54C-4DF9-B6E4-870E2CC85B71}" presName="hierChild3" presStyleCnt="0"/>
      <dgm:spPr/>
    </dgm:pt>
    <dgm:pt modelId="{ABEDBE4C-38BD-40C2-A5A2-89F217C83D12}" type="pres">
      <dgm:prSet presAssocID="{25741DC6-BEEF-448E-8A83-381D0AC6B232}" presName="Name19" presStyleLbl="parChTrans1D3" presStyleIdx="2" presStyleCnt="4"/>
      <dgm:spPr/>
    </dgm:pt>
    <dgm:pt modelId="{360F9503-6B47-42D6-B775-17481A6CEFBC}" type="pres">
      <dgm:prSet presAssocID="{77553E8F-E6A8-469E-BFA8-98FF49E30A35}" presName="Name21" presStyleCnt="0"/>
      <dgm:spPr/>
    </dgm:pt>
    <dgm:pt modelId="{3DE169E4-B502-46A5-BC70-59CD6AD7FAB9}" type="pres">
      <dgm:prSet presAssocID="{77553E8F-E6A8-469E-BFA8-98FF49E30A35}" presName="level2Shape" presStyleLbl="node3" presStyleIdx="2" presStyleCnt="4"/>
      <dgm:spPr/>
    </dgm:pt>
    <dgm:pt modelId="{EF6B888F-8477-4C68-A8B7-65A4814B7A9D}" type="pres">
      <dgm:prSet presAssocID="{77553E8F-E6A8-469E-BFA8-98FF49E30A35}" presName="hierChild3" presStyleCnt="0"/>
      <dgm:spPr/>
    </dgm:pt>
    <dgm:pt modelId="{887BE2E9-EC5B-4286-BAE9-793A70C3AA61}" type="pres">
      <dgm:prSet presAssocID="{18FE5B10-231B-47C3-9AC7-924E5095AFD2}" presName="Name19" presStyleLbl="parChTrans1D4" presStyleIdx="5" presStyleCnt="7"/>
      <dgm:spPr/>
    </dgm:pt>
    <dgm:pt modelId="{E0D000B2-75C5-4B77-B9AA-CBCCA9782A0A}" type="pres">
      <dgm:prSet presAssocID="{9128D997-512B-49A0-8706-3732CBA1A76B}" presName="Name21" presStyleCnt="0"/>
      <dgm:spPr/>
    </dgm:pt>
    <dgm:pt modelId="{50735809-8509-433D-9751-78563E2E0E6A}" type="pres">
      <dgm:prSet presAssocID="{9128D997-512B-49A0-8706-3732CBA1A76B}" presName="level2Shape" presStyleLbl="node4" presStyleIdx="5" presStyleCnt="7"/>
      <dgm:spPr/>
    </dgm:pt>
    <dgm:pt modelId="{A6FBE2B7-50B6-4DAA-B8EE-935FF7F318E1}" type="pres">
      <dgm:prSet presAssocID="{9128D997-512B-49A0-8706-3732CBA1A76B}" presName="hierChild3" presStyleCnt="0"/>
      <dgm:spPr/>
    </dgm:pt>
    <dgm:pt modelId="{D2CFD8B4-2A64-44A2-8DCA-E12ADCC720AB}" type="pres">
      <dgm:prSet presAssocID="{F73A1F25-9575-48F4-9D37-72E21F21B042}" presName="Name19" presStyleLbl="parChTrans1D3" presStyleIdx="3" presStyleCnt="4"/>
      <dgm:spPr/>
    </dgm:pt>
    <dgm:pt modelId="{57E3F86C-5C98-4203-AA5A-F760479E0EC4}" type="pres">
      <dgm:prSet presAssocID="{BF6C9DBA-5A31-4D88-A67B-CF68F2CB3A40}" presName="Name21" presStyleCnt="0"/>
      <dgm:spPr/>
    </dgm:pt>
    <dgm:pt modelId="{114626E1-9BE7-4FAF-998D-425383AEA7C1}" type="pres">
      <dgm:prSet presAssocID="{BF6C9DBA-5A31-4D88-A67B-CF68F2CB3A40}" presName="level2Shape" presStyleLbl="node3" presStyleIdx="3" presStyleCnt="4"/>
      <dgm:spPr/>
    </dgm:pt>
    <dgm:pt modelId="{4F4B93FC-02BD-4E64-A517-52585DD2B5D4}" type="pres">
      <dgm:prSet presAssocID="{BF6C9DBA-5A31-4D88-A67B-CF68F2CB3A40}" presName="hierChild3" presStyleCnt="0"/>
      <dgm:spPr/>
    </dgm:pt>
    <dgm:pt modelId="{DD01A732-5A14-4C55-95F3-286835581391}" type="pres">
      <dgm:prSet presAssocID="{12FE2490-8498-4120-89C2-63BC712D5FE3}" presName="Name19" presStyleLbl="parChTrans1D4" presStyleIdx="6" presStyleCnt="7"/>
      <dgm:spPr/>
    </dgm:pt>
    <dgm:pt modelId="{FDE29C56-4409-4711-8DD1-7952E8487672}" type="pres">
      <dgm:prSet presAssocID="{ED7A98BD-9C0F-4019-B63D-AE6845F2BAEE}" presName="Name21" presStyleCnt="0"/>
      <dgm:spPr/>
    </dgm:pt>
    <dgm:pt modelId="{BC435839-FDEE-4285-AF1E-CD35E17EC312}" type="pres">
      <dgm:prSet presAssocID="{ED7A98BD-9C0F-4019-B63D-AE6845F2BAEE}" presName="level2Shape" presStyleLbl="node4" presStyleIdx="6" presStyleCnt="7"/>
      <dgm:spPr/>
    </dgm:pt>
    <dgm:pt modelId="{28553565-F057-4E1D-88DC-B6BC0F10A42E}" type="pres">
      <dgm:prSet presAssocID="{ED7A98BD-9C0F-4019-B63D-AE6845F2BAEE}" presName="hierChild3" presStyleCnt="0"/>
      <dgm:spPr/>
    </dgm:pt>
    <dgm:pt modelId="{5A90F33F-643E-4502-9AF6-9D2791DBAB65}" type="pres">
      <dgm:prSet presAssocID="{FA6E01B0-7475-4C7A-923E-08C6E240DA8F}" presName="bgShapesFlow" presStyleCnt="0"/>
      <dgm:spPr/>
    </dgm:pt>
  </dgm:ptLst>
  <dgm:cxnLst>
    <dgm:cxn modelId="{4E408302-AA53-457E-97E4-DC0EF30A7F4A}" type="presOf" srcId="{73DE6227-CE68-41B8-80BC-E6AAE6F92ECE}" destId="{334192BC-88DB-46D9-84C5-DD80F02AABD4}" srcOrd="0" destOrd="0" presId="urn:microsoft.com/office/officeart/2005/8/layout/hierarchy6"/>
    <dgm:cxn modelId="{C4F8E40A-0276-4671-AEC3-BB710C2CED77}" type="presOf" srcId="{A269067F-3627-4F60-B6E1-BFBD9068CB4F}" destId="{52C9D270-27F2-4746-AD48-0D154AA8958A}" srcOrd="0" destOrd="0" presId="urn:microsoft.com/office/officeart/2005/8/layout/hierarchy6"/>
    <dgm:cxn modelId="{DD93F412-FA06-49BA-8AD6-4324AE18A9EA}" type="presOf" srcId="{0BD21B95-26F2-432A-AC08-0ABC5FAA5DAB}" destId="{E105D189-2BD2-4CCA-AD27-0DC7F1B41CA8}" srcOrd="0" destOrd="0" presId="urn:microsoft.com/office/officeart/2005/8/layout/hierarchy6"/>
    <dgm:cxn modelId="{01DD8514-6FB1-4055-8EA9-5D99F99624AA}" type="presOf" srcId="{A918B9C4-A4AE-4AAF-B2D2-2F8FF02464EA}" destId="{1AA65AEF-73DA-4C28-A1D6-066ADEE9B268}" srcOrd="0" destOrd="0" presId="urn:microsoft.com/office/officeart/2005/8/layout/hierarchy6"/>
    <dgm:cxn modelId="{0C72AF1A-5FFC-4024-80A9-5B71317CA035}" type="presOf" srcId="{77EA6027-BA56-41FC-947F-C34AA24D2564}" destId="{5EDA3F09-F122-4EC6-8C2B-69E3D6A75D90}" srcOrd="0" destOrd="0" presId="urn:microsoft.com/office/officeart/2005/8/layout/hierarchy6"/>
    <dgm:cxn modelId="{E9A29F1C-4BC3-4D9B-AA09-4B19A406C7D9}" type="presOf" srcId="{5B1AFB76-0B18-4CB0-887A-90D42C45E1DE}" destId="{FC3BD571-895A-41DF-8BD5-2C34AD0C023E}" srcOrd="0" destOrd="0" presId="urn:microsoft.com/office/officeart/2005/8/layout/hierarchy6"/>
    <dgm:cxn modelId="{C443EA1E-2FAD-49D3-9FA1-F0047AAC49D9}" type="presOf" srcId="{31F2C0A3-A74F-4F26-82C8-80B566AA9561}" destId="{CEA4AA81-6664-485C-BF2B-26EA1F161CB6}" srcOrd="0" destOrd="0" presId="urn:microsoft.com/office/officeart/2005/8/layout/hierarchy6"/>
    <dgm:cxn modelId="{9299001F-A240-416D-9CF0-5747C82A5C3C}" type="presOf" srcId="{77553E8F-E6A8-469E-BFA8-98FF49E30A35}" destId="{3DE169E4-B502-46A5-BC70-59CD6AD7FAB9}" srcOrd="0" destOrd="0" presId="urn:microsoft.com/office/officeart/2005/8/layout/hierarchy6"/>
    <dgm:cxn modelId="{E5A6FD29-01A1-4D8E-BAAA-E0B850325D1E}" srcId="{166E3FCA-3D41-42F3-9AE7-E1C078B45A7E}" destId="{EFCF4B24-FEAD-4630-B8D3-E15BA2B49252}" srcOrd="0" destOrd="0" parTransId="{A269067F-3627-4F60-B6E1-BFBD9068CB4F}" sibTransId="{1C1D24FA-9479-4A8B-A1FC-93FC5444C980}"/>
    <dgm:cxn modelId="{6B8AEB2C-A452-4F3A-9E19-E106FF2253CA}" type="presOf" srcId="{25741DC6-BEEF-448E-8A83-381D0AC6B232}" destId="{ABEDBE4C-38BD-40C2-A5A2-89F217C83D12}" srcOrd="0" destOrd="0" presId="urn:microsoft.com/office/officeart/2005/8/layout/hierarchy6"/>
    <dgm:cxn modelId="{3DA95D2D-D406-490D-9E61-004D8822B0DF}" srcId="{77553E8F-E6A8-469E-BFA8-98FF49E30A35}" destId="{9128D997-512B-49A0-8706-3732CBA1A76B}" srcOrd="0" destOrd="0" parTransId="{18FE5B10-231B-47C3-9AC7-924E5095AFD2}" sibTransId="{8BEE9631-4643-42A5-8AF6-551D4A20897F}"/>
    <dgm:cxn modelId="{D7FC9F2D-7B7F-41A7-A455-9C0A3DE17373}" type="presOf" srcId="{F73A1F25-9575-48F4-9D37-72E21F21B042}" destId="{D2CFD8B4-2A64-44A2-8DCA-E12ADCC720AB}" srcOrd="0" destOrd="0" presId="urn:microsoft.com/office/officeart/2005/8/layout/hierarchy6"/>
    <dgm:cxn modelId="{A79AAA2F-31B4-42F2-80B0-8B27E727F944}" type="presOf" srcId="{982A61C4-A90E-46AE-9891-4A35DF98C852}" destId="{4EAD4FD0-BF9F-4FF7-8E1E-71128267D5BC}" srcOrd="0" destOrd="0" presId="urn:microsoft.com/office/officeart/2005/8/layout/hierarchy6"/>
    <dgm:cxn modelId="{8F2F1434-6D8F-40D7-80C6-5AB11FB48D36}" type="presOf" srcId="{42AEBBD9-EE3C-470B-96DE-A5742284FD98}" destId="{4454FA0D-3869-488B-8B13-866CCB8A5791}" srcOrd="0" destOrd="0" presId="urn:microsoft.com/office/officeart/2005/8/layout/hierarchy6"/>
    <dgm:cxn modelId="{B783943E-D7BF-426D-BEFA-B4E6325BD96E}" type="presOf" srcId="{166E3FCA-3D41-42F3-9AE7-E1C078B45A7E}" destId="{D6AECC65-43C0-4D34-B143-74DF4A977D37}" srcOrd="0" destOrd="0" presId="urn:microsoft.com/office/officeart/2005/8/layout/hierarchy6"/>
    <dgm:cxn modelId="{50040B44-A05E-443D-B857-3A1152921EA0}" srcId="{952E4017-E056-49B0-B96C-7D5A93099DC4}" destId="{DA0DFD3D-F54C-4DF9-B6E4-870E2CC85B71}" srcOrd="1" destOrd="0" parTransId="{73DE6227-CE68-41B8-80BC-E6AAE6F92ECE}" sibTransId="{3F5C5E83-5D5A-44D0-A7B3-87B2EA18F0AD}"/>
    <dgm:cxn modelId="{4ACBB167-6CF5-4C9C-A130-EEF54C2F0AB3}" srcId="{FA6E01B0-7475-4C7A-923E-08C6E240DA8F}" destId="{952E4017-E056-49B0-B96C-7D5A93099DC4}" srcOrd="0" destOrd="0" parTransId="{8BC4F287-5A79-4387-B569-A31D13BD7DEE}" sibTransId="{8C9B4622-1AAA-4ACF-B086-76021892A9A7}"/>
    <dgm:cxn modelId="{B6A5DF55-80D1-42C9-ACD6-2952D00B2493}" srcId="{EFCF4B24-FEAD-4630-B8D3-E15BA2B49252}" destId="{7ACB5E19-4CA6-4FE0-BAD5-0FA6DB8DC80B}" srcOrd="1" destOrd="0" parTransId="{31F2C0A3-A74F-4F26-82C8-80B566AA9561}" sibTransId="{31E25F71-53DA-48B1-B451-CC19368049E4}"/>
    <dgm:cxn modelId="{96F22157-1159-412D-8E48-562C62B66CC3}" type="presOf" srcId="{12FE2490-8498-4120-89C2-63BC712D5FE3}" destId="{DD01A732-5A14-4C55-95F3-286835581391}" srcOrd="0" destOrd="0" presId="urn:microsoft.com/office/officeart/2005/8/layout/hierarchy6"/>
    <dgm:cxn modelId="{2A1FE057-2E13-4C22-A6E6-13CDD3AB13BC}" type="presOf" srcId="{ED7A98BD-9C0F-4019-B63D-AE6845F2BAEE}" destId="{BC435839-FDEE-4285-AF1E-CD35E17EC312}" srcOrd="0" destOrd="0" presId="urn:microsoft.com/office/officeart/2005/8/layout/hierarchy6"/>
    <dgm:cxn modelId="{24134D58-9827-4DFA-8FCF-9D13DA0352BE}" srcId="{7ACB5E19-4CA6-4FE0-BAD5-0FA6DB8DC80B}" destId="{5C3EFB8E-B203-4C74-A6D2-0B5EDFD7C3AF}" srcOrd="0" destOrd="0" parTransId="{A918B9C4-A4AE-4AAF-B2D2-2F8FF02464EA}" sibTransId="{35211FE4-967C-4BE0-A47B-A56E8BA717BD}"/>
    <dgm:cxn modelId="{DE698E80-877F-45D4-B2F3-4E401DEFE61B}" type="presOf" srcId="{BF6C9DBA-5A31-4D88-A67B-CF68F2CB3A40}" destId="{114626E1-9BE7-4FAF-998D-425383AEA7C1}" srcOrd="0" destOrd="0" presId="urn:microsoft.com/office/officeart/2005/8/layout/hierarchy6"/>
    <dgm:cxn modelId="{02B80E92-F2C9-4C98-A921-D0A4D3D919C8}" type="presOf" srcId="{B76B2D71-08C8-496E-8370-3F01DE561D6D}" destId="{F8470DC0-16E2-4A63-8EB1-87206F3713C3}" srcOrd="0" destOrd="0" presId="urn:microsoft.com/office/officeart/2005/8/layout/hierarchy6"/>
    <dgm:cxn modelId="{89FE0DA3-D34F-4982-B560-605897F4C54A}" type="presOf" srcId="{EFCF4B24-FEAD-4630-B8D3-E15BA2B49252}" destId="{835FF622-6341-416E-90F8-2CC250A0A570}" srcOrd="0" destOrd="0" presId="urn:microsoft.com/office/officeart/2005/8/layout/hierarchy6"/>
    <dgm:cxn modelId="{B23FC5A4-1E54-4EA0-AC20-47F0B2CFA2E7}" type="presOf" srcId="{7ACB5E19-4CA6-4FE0-BAD5-0FA6DB8DC80B}" destId="{8A49FCD1-9DF2-4D77-9B63-17B770F589EF}" srcOrd="0" destOrd="0" presId="urn:microsoft.com/office/officeart/2005/8/layout/hierarchy6"/>
    <dgm:cxn modelId="{E42478AC-05BC-42CB-BB8D-7893C598C221}" srcId="{952E4017-E056-49B0-B96C-7D5A93099DC4}" destId="{166E3FCA-3D41-42F3-9AE7-E1C078B45A7E}" srcOrd="0" destOrd="0" parTransId="{01EC8E7C-A651-4CC7-B3B1-26A56EFFE992}" sibTransId="{7676B177-6687-4476-B2A8-BD00CA4FC2D1}"/>
    <dgm:cxn modelId="{78A712B2-23B8-47D6-AD33-CC1A316D7F49}" srcId="{EFCF4B24-FEAD-4630-B8D3-E15BA2B49252}" destId="{42AEBBD9-EE3C-470B-96DE-A5742284FD98}" srcOrd="0" destOrd="0" parTransId="{982A61C4-A90E-46AE-9891-4A35DF98C852}" sibTransId="{FB2E6AE3-FC85-4D63-BBA3-9FC39B94AB9F}"/>
    <dgm:cxn modelId="{DCB40DBF-F2D1-4CA5-99FF-D4BE7FBE34D7}" type="presOf" srcId="{E3DB9C57-A415-46C3-8A7D-AE2233715A4D}" destId="{73E5B160-555D-4CB8-A202-7AE8BE379D5E}" srcOrd="0" destOrd="0" presId="urn:microsoft.com/office/officeart/2005/8/layout/hierarchy6"/>
    <dgm:cxn modelId="{FF2C12C1-C782-402F-8B1A-287F1455BA02}" srcId="{42AEBBD9-EE3C-470B-96DE-A5742284FD98}" destId="{5B1AFB76-0B18-4CB0-887A-90D42C45E1DE}" srcOrd="0" destOrd="0" parTransId="{02BAA81D-98CF-47C8-9A4C-A29376D5A61E}" sibTransId="{903C0266-E6A0-46F2-B302-F837117B4B16}"/>
    <dgm:cxn modelId="{93285DC1-5ADD-447B-A6C0-84E0D5EFC2D1}" type="presOf" srcId="{FA6E01B0-7475-4C7A-923E-08C6E240DA8F}" destId="{4873A05E-2E15-4952-8D2C-CBF8428E175D}" srcOrd="0" destOrd="0" presId="urn:microsoft.com/office/officeart/2005/8/layout/hierarchy6"/>
    <dgm:cxn modelId="{0052B5D0-A2D2-4789-AF1B-30E671CB1181}" type="presOf" srcId="{5C3EFB8E-B203-4C74-A6D2-0B5EDFD7C3AF}" destId="{4D883BFF-4F3E-4655-878A-15A81A37CB5F}" srcOrd="0" destOrd="0" presId="urn:microsoft.com/office/officeart/2005/8/layout/hierarchy6"/>
    <dgm:cxn modelId="{F21C9CD6-C375-4619-9766-4E580F2901D8}" type="presOf" srcId="{DA0DFD3D-F54C-4DF9-B6E4-870E2CC85B71}" destId="{5F81CC8C-986E-44C0-8512-33171EDBE931}" srcOrd="0" destOrd="0" presId="urn:microsoft.com/office/officeart/2005/8/layout/hierarchy6"/>
    <dgm:cxn modelId="{EE42CEDE-E7A7-42BB-869C-06E9392F8D2F}" srcId="{DA0DFD3D-F54C-4DF9-B6E4-870E2CC85B71}" destId="{BF6C9DBA-5A31-4D88-A67B-CF68F2CB3A40}" srcOrd="1" destOrd="0" parTransId="{F73A1F25-9575-48F4-9D37-72E21F21B042}" sibTransId="{9A984C28-FC74-4CF5-AF25-6790F4E7F780}"/>
    <dgm:cxn modelId="{26208FDF-6E54-4D8F-BE88-810784C59C25}" srcId="{B76B2D71-08C8-496E-8370-3F01DE561D6D}" destId="{E3DB9C57-A415-46C3-8A7D-AE2233715A4D}" srcOrd="0" destOrd="0" parTransId="{0BD21B95-26F2-432A-AC08-0ABC5FAA5DAB}" sibTransId="{E17DE8B9-48F8-4B4A-9681-55F757E6648E}"/>
    <dgm:cxn modelId="{35BE89E0-7ED0-491E-A347-D96840415139}" srcId="{BF6C9DBA-5A31-4D88-A67B-CF68F2CB3A40}" destId="{ED7A98BD-9C0F-4019-B63D-AE6845F2BAEE}" srcOrd="0" destOrd="0" parTransId="{12FE2490-8498-4120-89C2-63BC712D5FE3}" sibTransId="{5D82BB24-0738-4CAB-9070-9EA9D27CC11C}"/>
    <dgm:cxn modelId="{A967BCE3-961E-444C-B80C-BB3A13F18055}" type="presOf" srcId="{01EC8E7C-A651-4CC7-B3B1-26A56EFFE992}" destId="{1CE02A99-1FBA-41E3-9C63-4E805DDB1403}" srcOrd="0" destOrd="0" presId="urn:microsoft.com/office/officeart/2005/8/layout/hierarchy6"/>
    <dgm:cxn modelId="{0075FBE6-2524-4CA5-8417-683F0D1B6EEF}" srcId="{166E3FCA-3D41-42F3-9AE7-E1C078B45A7E}" destId="{B76B2D71-08C8-496E-8370-3F01DE561D6D}" srcOrd="1" destOrd="0" parTransId="{77EA6027-BA56-41FC-947F-C34AA24D2564}" sibTransId="{55C272FE-98DE-4A8C-9572-AD92837FD993}"/>
    <dgm:cxn modelId="{2129DAF0-81D2-4446-8CBD-2F4AF4800B3A}" type="presOf" srcId="{18FE5B10-231B-47C3-9AC7-924E5095AFD2}" destId="{887BE2E9-EC5B-4286-BAE9-793A70C3AA61}" srcOrd="0" destOrd="0" presId="urn:microsoft.com/office/officeart/2005/8/layout/hierarchy6"/>
    <dgm:cxn modelId="{522BB3FC-DA10-4190-ABEF-BCB970D06B63}" type="presOf" srcId="{02BAA81D-98CF-47C8-9A4C-A29376D5A61E}" destId="{584C86D4-45E0-4B20-A63B-6F8A0F9AFEC0}" srcOrd="0" destOrd="0" presId="urn:microsoft.com/office/officeart/2005/8/layout/hierarchy6"/>
    <dgm:cxn modelId="{B8264EFD-CA2B-4C20-AC58-34AFB2834FFF}" type="presOf" srcId="{952E4017-E056-49B0-B96C-7D5A93099DC4}" destId="{E4306C6C-F022-479B-A81C-3C4094A53A3D}" srcOrd="0" destOrd="0" presId="urn:microsoft.com/office/officeart/2005/8/layout/hierarchy6"/>
    <dgm:cxn modelId="{97E1F2FE-18EC-43A5-B6FA-86AF2F287F75}" srcId="{DA0DFD3D-F54C-4DF9-B6E4-870E2CC85B71}" destId="{77553E8F-E6A8-469E-BFA8-98FF49E30A35}" srcOrd="0" destOrd="0" parTransId="{25741DC6-BEEF-448E-8A83-381D0AC6B232}" sibTransId="{F8D7A305-D548-438B-BED2-702F6E0FD916}"/>
    <dgm:cxn modelId="{B7D055FF-3C44-4C2C-AE01-9921E0089915}" type="presOf" srcId="{9128D997-512B-49A0-8706-3732CBA1A76B}" destId="{50735809-8509-433D-9751-78563E2E0E6A}" srcOrd="0" destOrd="0" presId="urn:microsoft.com/office/officeart/2005/8/layout/hierarchy6"/>
    <dgm:cxn modelId="{A0497984-EDC9-4DFD-A8BC-40F3F17FE3E8}" type="presParOf" srcId="{4873A05E-2E15-4952-8D2C-CBF8428E175D}" destId="{4A544D56-C7E1-46A0-B98D-95B9EC872B10}" srcOrd="0" destOrd="0" presId="urn:microsoft.com/office/officeart/2005/8/layout/hierarchy6"/>
    <dgm:cxn modelId="{F0AA96C4-C73C-417D-B53A-8D5FAC8A1D7C}" type="presParOf" srcId="{4A544D56-C7E1-46A0-B98D-95B9EC872B10}" destId="{46EBE6A6-6A5C-44A6-817E-B3EE18EC2425}" srcOrd="0" destOrd="0" presId="urn:microsoft.com/office/officeart/2005/8/layout/hierarchy6"/>
    <dgm:cxn modelId="{77811AA0-382B-45D0-93AF-026DA3860794}" type="presParOf" srcId="{46EBE6A6-6A5C-44A6-817E-B3EE18EC2425}" destId="{7C23E5E0-0793-4FE5-A817-5D4526AEA5F1}" srcOrd="0" destOrd="0" presId="urn:microsoft.com/office/officeart/2005/8/layout/hierarchy6"/>
    <dgm:cxn modelId="{C0CF51FE-B5B4-4F8C-9490-CC90E0F4E736}" type="presParOf" srcId="{7C23E5E0-0793-4FE5-A817-5D4526AEA5F1}" destId="{E4306C6C-F022-479B-A81C-3C4094A53A3D}" srcOrd="0" destOrd="0" presId="urn:microsoft.com/office/officeart/2005/8/layout/hierarchy6"/>
    <dgm:cxn modelId="{947AC70A-05A0-4460-8375-93E32CD10F89}" type="presParOf" srcId="{7C23E5E0-0793-4FE5-A817-5D4526AEA5F1}" destId="{57D267DD-68F7-470E-B967-9737B2C911F2}" srcOrd="1" destOrd="0" presId="urn:microsoft.com/office/officeart/2005/8/layout/hierarchy6"/>
    <dgm:cxn modelId="{FA857BEF-CA25-4B1B-8681-E65F34B1C433}" type="presParOf" srcId="{57D267DD-68F7-470E-B967-9737B2C911F2}" destId="{1CE02A99-1FBA-41E3-9C63-4E805DDB1403}" srcOrd="0" destOrd="0" presId="urn:microsoft.com/office/officeart/2005/8/layout/hierarchy6"/>
    <dgm:cxn modelId="{885D5636-2C61-4BCE-8D8C-A5FE076FAE3A}" type="presParOf" srcId="{57D267DD-68F7-470E-B967-9737B2C911F2}" destId="{E695FFDC-3230-4BAC-9CBD-8AAD10C324C0}" srcOrd="1" destOrd="0" presId="urn:microsoft.com/office/officeart/2005/8/layout/hierarchy6"/>
    <dgm:cxn modelId="{46F8F8B4-E2AC-4316-9B32-AE66097AD85A}" type="presParOf" srcId="{E695FFDC-3230-4BAC-9CBD-8AAD10C324C0}" destId="{D6AECC65-43C0-4D34-B143-74DF4A977D37}" srcOrd="0" destOrd="0" presId="urn:microsoft.com/office/officeart/2005/8/layout/hierarchy6"/>
    <dgm:cxn modelId="{C3DE8A0B-8273-46FD-979D-7C2867FC35E0}" type="presParOf" srcId="{E695FFDC-3230-4BAC-9CBD-8AAD10C324C0}" destId="{D88137C2-35D1-4B23-A35B-FDC1DC3185B8}" srcOrd="1" destOrd="0" presId="urn:microsoft.com/office/officeart/2005/8/layout/hierarchy6"/>
    <dgm:cxn modelId="{81C346B0-325E-40C1-8071-5904FFE71979}" type="presParOf" srcId="{D88137C2-35D1-4B23-A35B-FDC1DC3185B8}" destId="{52C9D270-27F2-4746-AD48-0D154AA8958A}" srcOrd="0" destOrd="0" presId="urn:microsoft.com/office/officeart/2005/8/layout/hierarchy6"/>
    <dgm:cxn modelId="{BA0CD606-297C-42E9-B328-B581B53A534E}" type="presParOf" srcId="{D88137C2-35D1-4B23-A35B-FDC1DC3185B8}" destId="{9C494A6E-C8DC-4134-BDA6-94AC8522A9A6}" srcOrd="1" destOrd="0" presId="urn:microsoft.com/office/officeart/2005/8/layout/hierarchy6"/>
    <dgm:cxn modelId="{7ADDA610-FE9C-43E2-8922-5ADD9B6180F9}" type="presParOf" srcId="{9C494A6E-C8DC-4134-BDA6-94AC8522A9A6}" destId="{835FF622-6341-416E-90F8-2CC250A0A570}" srcOrd="0" destOrd="0" presId="urn:microsoft.com/office/officeart/2005/8/layout/hierarchy6"/>
    <dgm:cxn modelId="{A33A3D74-6707-479F-A5D1-4AAF41D63E44}" type="presParOf" srcId="{9C494A6E-C8DC-4134-BDA6-94AC8522A9A6}" destId="{68FE0B76-65D1-4974-BB82-E664384916CC}" srcOrd="1" destOrd="0" presId="urn:microsoft.com/office/officeart/2005/8/layout/hierarchy6"/>
    <dgm:cxn modelId="{B00C7CA9-7BEB-4888-9421-69FE015AF51A}" type="presParOf" srcId="{68FE0B76-65D1-4974-BB82-E664384916CC}" destId="{4EAD4FD0-BF9F-4FF7-8E1E-71128267D5BC}" srcOrd="0" destOrd="0" presId="urn:microsoft.com/office/officeart/2005/8/layout/hierarchy6"/>
    <dgm:cxn modelId="{BC4CB32C-6887-4466-9665-A4F8BD04ADCF}" type="presParOf" srcId="{68FE0B76-65D1-4974-BB82-E664384916CC}" destId="{1AB79349-0E22-467A-8E0E-D0642E528E16}" srcOrd="1" destOrd="0" presId="urn:microsoft.com/office/officeart/2005/8/layout/hierarchy6"/>
    <dgm:cxn modelId="{1B96986A-942B-49EF-BE00-ED82820D7F98}" type="presParOf" srcId="{1AB79349-0E22-467A-8E0E-D0642E528E16}" destId="{4454FA0D-3869-488B-8B13-866CCB8A5791}" srcOrd="0" destOrd="0" presId="urn:microsoft.com/office/officeart/2005/8/layout/hierarchy6"/>
    <dgm:cxn modelId="{C749339A-217D-4BF7-9F41-13226E39CF97}" type="presParOf" srcId="{1AB79349-0E22-467A-8E0E-D0642E528E16}" destId="{45FA3273-AA94-4CBE-B94A-F313B0480FD1}" srcOrd="1" destOrd="0" presId="urn:microsoft.com/office/officeart/2005/8/layout/hierarchy6"/>
    <dgm:cxn modelId="{E3FECE9E-194D-4DFC-AE3D-08A39725D2D0}" type="presParOf" srcId="{45FA3273-AA94-4CBE-B94A-F313B0480FD1}" destId="{584C86D4-45E0-4B20-A63B-6F8A0F9AFEC0}" srcOrd="0" destOrd="0" presId="urn:microsoft.com/office/officeart/2005/8/layout/hierarchy6"/>
    <dgm:cxn modelId="{1A1DE01D-4F03-460B-978E-0F4F8F132EF4}" type="presParOf" srcId="{45FA3273-AA94-4CBE-B94A-F313B0480FD1}" destId="{91914F86-2704-4E6A-ADCC-3F1171D905F4}" srcOrd="1" destOrd="0" presId="urn:microsoft.com/office/officeart/2005/8/layout/hierarchy6"/>
    <dgm:cxn modelId="{CA1EB3A6-91B6-41C8-AEC0-84FAAD4FB808}" type="presParOf" srcId="{91914F86-2704-4E6A-ADCC-3F1171D905F4}" destId="{FC3BD571-895A-41DF-8BD5-2C34AD0C023E}" srcOrd="0" destOrd="0" presId="urn:microsoft.com/office/officeart/2005/8/layout/hierarchy6"/>
    <dgm:cxn modelId="{4BF80052-19D9-4BAF-92AB-61F9B6183790}" type="presParOf" srcId="{91914F86-2704-4E6A-ADCC-3F1171D905F4}" destId="{0BFA8D1A-D5DF-4D72-ABC5-57DDC9782451}" srcOrd="1" destOrd="0" presId="urn:microsoft.com/office/officeart/2005/8/layout/hierarchy6"/>
    <dgm:cxn modelId="{FE1C85C4-C883-46B4-95C7-473A69E1CDEF}" type="presParOf" srcId="{68FE0B76-65D1-4974-BB82-E664384916CC}" destId="{CEA4AA81-6664-485C-BF2B-26EA1F161CB6}" srcOrd="2" destOrd="0" presId="urn:microsoft.com/office/officeart/2005/8/layout/hierarchy6"/>
    <dgm:cxn modelId="{FDD57E80-3593-43BE-A844-B2356352908F}" type="presParOf" srcId="{68FE0B76-65D1-4974-BB82-E664384916CC}" destId="{3006CC71-1380-4AC7-A921-D40E89A3C8A6}" srcOrd="3" destOrd="0" presId="urn:microsoft.com/office/officeart/2005/8/layout/hierarchy6"/>
    <dgm:cxn modelId="{19399E44-C12F-4A15-BCD3-E098C45CCA31}" type="presParOf" srcId="{3006CC71-1380-4AC7-A921-D40E89A3C8A6}" destId="{8A49FCD1-9DF2-4D77-9B63-17B770F589EF}" srcOrd="0" destOrd="0" presId="urn:microsoft.com/office/officeart/2005/8/layout/hierarchy6"/>
    <dgm:cxn modelId="{F169EFF7-3A73-4D0C-A2DC-B1AA82FEF2CF}" type="presParOf" srcId="{3006CC71-1380-4AC7-A921-D40E89A3C8A6}" destId="{AD916BA7-0ABA-4FF7-8BAD-1C4DBF832CF4}" srcOrd="1" destOrd="0" presId="urn:microsoft.com/office/officeart/2005/8/layout/hierarchy6"/>
    <dgm:cxn modelId="{9ABA8A15-7F7E-4EB4-91E7-5CD7541AD5FF}" type="presParOf" srcId="{AD916BA7-0ABA-4FF7-8BAD-1C4DBF832CF4}" destId="{1AA65AEF-73DA-4C28-A1D6-066ADEE9B268}" srcOrd="0" destOrd="0" presId="urn:microsoft.com/office/officeart/2005/8/layout/hierarchy6"/>
    <dgm:cxn modelId="{4FFD6D9C-1CF6-406B-AFF9-28B6B771B42B}" type="presParOf" srcId="{AD916BA7-0ABA-4FF7-8BAD-1C4DBF832CF4}" destId="{ACD43EC2-6611-4F17-834E-451C80C7AD58}" srcOrd="1" destOrd="0" presId="urn:microsoft.com/office/officeart/2005/8/layout/hierarchy6"/>
    <dgm:cxn modelId="{0EE9ADB8-304A-406B-B447-B7A7A2A91765}" type="presParOf" srcId="{ACD43EC2-6611-4F17-834E-451C80C7AD58}" destId="{4D883BFF-4F3E-4655-878A-15A81A37CB5F}" srcOrd="0" destOrd="0" presId="urn:microsoft.com/office/officeart/2005/8/layout/hierarchy6"/>
    <dgm:cxn modelId="{F7B98410-B094-436B-9B80-CCA2ECCFAE68}" type="presParOf" srcId="{ACD43EC2-6611-4F17-834E-451C80C7AD58}" destId="{B3B1D463-5C0F-404B-AD1C-D7CF3E4EFA8D}" srcOrd="1" destOrd="0" presId="urn:microsoft.com/office/officeart/2005/8/layout/hierarchy6"/>
    <dgm:cxn modelId="{6E2A1844-749B-48A5-8E97-CC8DDA26017D}" type="presParOf" srcId="{D88137C2-35D1-4B23-A35B-FDC1DC3185B8}" destId="{5EDA3F09-F122-4EC6-8C2B-69E3D6A75D90}" srcOrd="2" destOrd="0" presId="urn:microsoft.com/office/officeart/2005/8/layout/hierarchy6"/>
    <dgm:cxn modelId="{A4D96A5B-69DC-4695-923B-0DF42369A0E2}" type="presParOf" srcId="{D88137C2-35D1-4B23-A35B-FDC1DC3185B8}" destId="{1AA1EF89-2C08-41A9-B350-7379C9D8244D}" srcOrd="3" destOrd="0" presId="urn:microsoft.com/office/officeart/2005/8/layout/hierarchy6"/>
    <dgm:cxn modelId="{1F9365BF-E622-4DB6-ABC6-D637AD797457}" type="presParOf" srcId="{1AA1EF89-2C08-41A9-B350-7379C9D8244D}" destId="{F8470DC0-16E2-4A63-8EB1-87206F3713C3}" srcOrd="0" destOrd="0" presId="urn:microsoft.com/office/officeart/2005/8/layout/hierarchy6"/>
    <dgm:cxn modelId="{4B37479E-2089-4630-A809-F20D7FCAFD1E}" type="presParOf" srcId="{1AA1EF89-2C08-41A9-B350-7379C9D8244D}" destId="{8FD8968B-C614-45BF-A22A-76BE1F3F9BBF}" srcOrd="1" destOrd="0" presId="urn:microsoft.com/office/officeart/2005/8/layout/hierarchy6"/>
    <dgm:cxn modelId="{31F3EFA1-7014-4181-90D9-998E7BC3CECA}" type="presParOf" srcId="{8FD8968B-C614-45BF-A22A-76BE1F3F9BBF}" destId="{E105D189-2BD2-4CCA-AD27-0DC7F1B41CA8}" srcOrd="0" destOrd="0" presId="urn:microsoft.com/office/officeart/2005/8/layout/hierarchy6"/>
    <dgm:cxn modelId="{1D6F730B-4080-4B1B-8A7D-F08AD3152C89}" type="presParOf" srcId="{8FD8968B-C614-45BF-A22A-76BE1F3F9BBF}" destId="{0A7FD77A-7468-404F-95FB-E7BA0CB3C6CE}" srcOrd="1" destOrd="0" presId="urn:microsoft.com/office/officeart/2005/8/layout/hierarchy6"/>
    <dgm:cxn modelId="{F07278AB-629D-43B4-9A6F-B18681ABB1BD}" type="presParOf" srcId="{0A7FD77A-7468-404F-95FB-E7BA0CB3C6CE}" destId="{73E5B160-555D-4CB8-A202-7AE8BE379D5E}" srcOrd="0" destOrd="0" presId="urn:microsoft.com/office/officeart/2005/8/layout/hierarchy6"/>
    <dgm:cxn modelId="{32FFBFA4-D861-4734-A242-150D0B5F498D}" type="presParOf" srcId="{0A7FD77A-7468-404F-95FB-E7BA0CB3C6CE}" destId="{8BA209EB-0FD9-4EB8-A21F-5E98ED42F69C}" srcOrd="1" destOrd="0" presId="urn:microsoft.com/office/officeart/2005/8/layout/hierarchy6"/>
    <dgm:cxn modelId="{D98940BF-4337-430C-9F31-1686F85B43B1}" type="presParOf" srcId="{57D267DD-68F7-470E-B967-9737B2C911F2}" destId="{334192BC-88DB-46D9-84C5-DD80F02AABD4}" srcOrd="2" destOrd="0" presId="urn:microsoft.com/office/officeart/2005/8/layout/hierarchy6"/>
    <dgm:cxn modelId="{435B9196-7612-4491-8201-D2B9E0FC0262}" type="presParOf" srcId="{57D267DD-68F7-470E-B967-9737B2C911F2}" destId="{B37C6C9D-2AFB-4987-B683-3543EE9D7D1C}" srcOrd="3" destOrd="0" presId="urn:microsoft.com/office/officeart/2005/8/layout/hierarchy6"/>
    <dgm:cxn modelId="{5B61AD38-D3E0-45FB-99BE-D5950AC1C20C}" type="presParOf" srcId="{B37C6C9D-2AFB-4987-B683-3543EE9D7D1C}" destId="{5F81CC8C-986E-44C0-8512-33171EDBE931}" srcOrd="0" destOrd="0" presId="urn:microsoft.com/office/officeart/2005/8/layout/hierarchy6"/>
    <dgm:cxn modelId="{29625F22-0EC3-4D2E-A0BE-287ABE3F07A0}" type="presParOf" srcId="{B37C6C9D-2AFB-4987-B683-3543EE9D7D1C}" destId="{3CB87104-092B-4FBE-A335-55B023495577}" srcOrd="1" destOrd="0" presId="urn:microsoft.com/office/officeart/2005/8/layout/hierarchy6"/>
    <dgm:cxn modelId="{19FE0058-3237-4053-9F93-9D8EB249C792}" type="presParOf" srcId="{3CB87104-092B-4FBE-A335-55B023495577}" destId="{ABEDBE4C-38BD-40C2-A5A2-89F217C83D12}" srcOrd="0" destOrd="0" presId="urn:microsoft.com/office/officeart/2005/8/layout/hierarchy6"/>
    <dgm:cxn modelId="{D49FF4C9-2A61-4F4A-8648-46A9EEBDFF2D}" type="presParOf" srcId="{3CB87104-092B-4FBE-A335-55B023495577}" destId="{360F9503-6B47-42D6-B775-17481A6CEFBC}" srcOrd="1" destOrd="0" presId="urn:microsoft.com/office/officeart/2005/8/layout/hierarchy6"/>
    <dgm:cxn modelId="{8ACCA270-42E7-4AB2-BB4B-F774DD742E64}" type="presParOf" srcId="{360F9503-6B47-42D6-B775-17481A6CEFBC}" destId="{3DE169E4-B502-46A5-BC70-59CD6AD7FAB9}" srcOrd="0" destOrd="0" presId="urn:microsoft.com/office/officeart/2005/8/layout/hierarchy6"/>
    <dgm:cxn modelId="{6CB4926F-D0B4-4122-9902-C10700AECD6A}" type="presParOf" srcId="{360F9503-6B47-42D6-B775-17481A6CEFBC}" destId="{EF6B888F-8477-4C68-A8B7-65A4814B7A9D}" srcOrd="1" destOrd="0" presId="urn:microsoft.com/office/officeart/2005/8/layout/hierarchy6"/>
    <dgm:cxn modelId="{9421195C-08F3-42DB-87D2-EE4952100DA8}" type="presParOf" srcId="{EF6B888F-8477-4C68-A8B7-65A4814B7A9D}" destId="{887BE2E9-EC5B-4286-BAE9-793A70C3AA61}" srcOrd="0" destOrd="0" presId="urn:microsoft.com/office/officeart/2005/8/layout/hierarchy6"/>
    <dgm:cxn modelId="{194EC8FE-45E3-4062-96F4-D04CB4DF4961}" type="presParOf" srcId="{EF6B888F-8477-4C68-A8B7-65A4814B7A9D}" destId="{E0D000B2-75C5-4B77-B9AA-CBCCA9782A0A}" srcOrd="1" destOrd="0" presId="urn:microsoft.com/office/officeart/2005/8/layout/hierarchy6"/>
    <dgm:cxn modelId="{732BA29B-62F3-4294-910C-BEBFA615BF46}" type="presParOf" srcId="{E0D000B2-75C5-4B77-B9AA-CBCCA9782A0A}" destId="{50735809-8509-433D-9751-78563E2E0E6A}" srcOrd="0" destOrd="0" presId="urn:microsoft.com/office/officeart/2005/8/layout/hierarchy6"/>
    <dgm:cxn modelId="{3CA29BCE-3E94-46AD-B7A2-447DA9BC82B2}" type="presParOf" srcId="{E0D000B2-75C5-4B77-B9AA-CBCCA9782A0A}" destId="{A6FBE2B7-50B6-4DAA-B8EE-935FF7F318E1}" srcOrd="1" destOrd="0" presId="urn:microsoft.com/office/officeart/2005/8/layout/hierarchy6"/>
    <dgm:cxn modelId="{D5E33F10-E70E-4297-B5D7-D0DA5808E9A8}" type="presParOf" srcId="{3CB87104-092B-4FBE-A335-55B023495577}" destId="{D2CFD8B4-2A64-44A2-8DCA-E12ADCC720AB}" srcOrd="2" destOrd="0" presId="urn:microsoft.com/office/officeart/2005/8/layout/hierarchy6"/>
    <dgm:cxn modelId="{BF936B78-E2E6-47CB-A549-7FBA1AF23F42}" type="presParOf" srcId="{3CB87104-092B-4FBE-A335-55B023495577}" destId="{57E3F86C-5C98-4203-AA5A-F760479E0EC4}" srcOrd="3" destOrd="0" presId="urn:microsoft.com/office/officeart/2005/8/layout/hierarchy6"/>
    <dgm:cxn modelId="{4403FD02-CA73-490A-AD5A-C7A660193BA6}" type="presParOf" srcId="{57E3F86C-5C98-4203-AA5A-F760479E0EC4}" destId="{114626E1-9BE7-4FAF-998D-425383AEA7C1}" srcOrd="0" destOrd="0" presId="urn:microsoft.com/office/officeart/2005/8/layout/hierarchy6"/>
    <dgm:cxn modelId="{9D573E1A-5A20-4F30-9ECA-EB33F6847BB0}" type="presParOf" srcId="{57E3F86C-5C98-4203-AA5A-F760479E0EC4}" destId="{4F4B93FC-02BD-4E64-A517-52585DD2B5D4}" srcOrd="1" destOrd="0" presId="urn:microsoft.com/office/officeart/2005/8/layout/hierarchy6"/>
    <dgm:cxn modelId="{5BFF1EEB-A324-4363-82BC-33B6AC66371C}" type="presParOf" srcId="{4F4B93FC-02BD-4E64-A517-52585DD2B5D4}" destId="{DD01A732-5A14-4C55-95F3-286835581391}" srcOrd="0" destOrd="0" presId="urn:microsoft.com/office/officeart/2005/8/layout/hierarchy6"/>
    <dgm:cxn modelId="{1563E505-5A43-4C90-8C83-36CF31409184}" type="presParOf" srcId="{4F4B93FC-02BD-4E64-A517-52585DD2B5D4}" destId="{FDE29C56-4409-4711-8DD1-7952E8487672}" srcOrd="1" destOrd="0" presId="urn:microsoft.com/office/officeart/2005/8/layout/hierarchy6"/>
    <dgm:cxn modelId="{6031B9C1-1F70-4C3D-9E1C-26B8D2F6DD8B}" type="presParOf" srcId="{FDE29C56-4409-4711-8DD1-7952E8487672}" destId="{BC435839-FDEE-4285-AF1E-CD35E17EC312}" srcOrd="0" destOrd="0" presId="urn:microsoft.com/office/officeart/2005/8/layout/hierarchy6"/>
    <dgm:cxn modelId="{4558C4DD-908C-4D89-A001-29F8DECE36C5}" type="presParOf" srcId="{FDE29C56-4409-4711-8DD1-7952E8487672}" destId="{28553565-F057-4E1D-88DC-B6BC0F10A42E}" srcOrd="1" destOrd="0" presId="urn:microsoft.com/office/officeart/2005/8/layout/hierarchy6"/>
    <dgm:cxn modelId="{F79DD5FF-6C76-4288-87FD-B14D3A5D060C}" type="presParOf" srcId="{4873A05E-2E15-4952-8D2C-CBF8428E175D}" destId="{5A90F33F-643E-4502-9AF6-9D2791DBAB6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6E01B0-7475-4C7A-923E-08C6E240DA8F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66E3FCA-3D41-42F3-9AE7-E1C078B45A7E}">
      <dgm:prSet phldrT="[Text]"/>
      <dgm:spPr/>
      <dgm:t>
        <a:bodyPr/>
        <a:lstStyle/>
        <a:p>
          <a:r>
            <a:rPr lang="en-US" dirty="0"/>
            <a:t>Fib(4)</a:t>
          </a:r>
        </a:p>
      </dgm:t>
    </dgm:pt>
    <dgm:pt modelId="{01EC8E7C-A651-4CC7-B3B1-26A56EFFE992}" type="parTrans" cxnId="{E42478AC-05BC-42CB-BB8D-7893C598C221}">
      <dgm:prSet/>
      <dgm:spPr/>
      <dgm:t>
        <a:bodyPr/>
        <a:lstStyle/>
        <a:p>
          <a:endParaRPr lang="en-US"/>
        </a:p>
      </dgm:t>
    </dgm:pt>
    <dgm:pt modelId="{7676B177-6687-4476-B2A8-BD00CA4FC2D1}" type="sibTrans" cxnId="{E42478AC-05BC-42CB-BB8D-7893C598C221}">
      <dgm:prSet/>
      <dgm:spPr/>
      <dgm:t>
        <a:bodyPr/>
        <a:lstStyle/>
        <a:p>
          <a:endParaRPr lang="en-US"/>
        </a:p>
      </dgm:t>
    </dgm:pt>
    <dgm:pt modelId="{EFCF4B24-FEAD-4630-B8D3-E15BA2B49252}">
      <dgm:prSet phldrT="[Text]"/>
      <dgm:spPr/>
      <dgm:t>
        <a:bodyPr/>
        <a:lstStyle/>
        <a:p>
          <a:r>
            <a:rPr lang="en-US" dirty="0"/>
            <a:t>Fib(3)</a:t>
          </a:r>
        </a:p>
      </dgm:t>
    </dgm:pt>
    <dgm:pt modelId="{A269067F-3627-4F60-B6E1-BFBD9068CB4F}" type="parTrans" cxnId="{E5A6FD29-01A1-4D8E-BAAA-E0B850325D1E}">
      <dgm:prSet/>
      <dgm:spPr/>
      <dgm:t>
        <a:bodyPr/>
        <a:lstStyle/>
        <a:p>
          <a:endParaRPr lang="en-US"/>
        </a:p>
      </dgm:t>
    </dgm:pt>
    <dgm:pt modelId="{1C1D24FA-9479-4A8B-A1FC-93FC5444C980}" type="sibTrans" cxnId="{E5A6FD29-01A1-4D8E-BAAA-E0B850325D1E}">
      <dgm:prSet/>
      <dgm:spPr/>
      <dgm:t>
        <a:bodyPr/>
        <a:lstStyle/>
        <a:p>
          <a:endParaRPr lang="en-US"/>
        </a:p>
      </dgm:t>
    </dgm:pt>
    <dgm:pt modelId="{7ACB5E19-4CA6-4FE0-BAD5-0FA6DB8DC80B}">
      <dgm:prSet phldrT="[Text]"/>
      <dgm:spPr/>
      <dgm:t>
        <a:bodyPr/>
        <a:lstStyle/>
        <a:p>
          <a:r>
            <a:rPr lang="en-US" dirty="0"/>
            <a:t>Fib(2)</a:t>
          </a:r>
        </a:p>
      </dgm:t>
    </dgm:pt>
    <dgm:pt modelId="{31F2C0A3-A74F-4F26-82C8-80B566AA9561}" type="parTrans" cxnId="{B6A5DF55-80D1-42C9-ACD6-2952D00B2493}">
      <dgm:prSet/>
      <dgm:spPr/>
      <dgm:t>
        <a:bodyPr/>
        <a:lstStyle/>
        <a:p>
          <a:endParaRPr lang="en-US"/>
        </a:p>
      </dgm:t>
    </dgm:pt>
    <dgm:pt modelId="{31E25F71-53DA-48B1-B451-CC19368049E4}" type="sibTrans" cxnId="{B6A5DF55-80D1-42C9-ACD6-2952D00B2493}">
      <dgm:prSet/>
      <dgm:spPr/>
      <dgm:t>
        <a:bodyPr/>
        <a:lstStyle/>
        <a:p>
          <a:endParaRPr lang="en-US"/>
        </a:p>
      </dgm:t>
    </dgm:pt>
    <dgm:pt modelId="{B76B2D71-08C8-496E-8370-3F01DE561D6D}">
      <dgm:prSet phldrT="[Text]"/>
      <dgm:spPr/>
      <dgm:t>
        <a:bodyPr/>
        <a:lstStyle/>
        <a:p>
          <a:r>
            <a:rPr lang="en-US" strike="sngStrike" dirty="0"/>
            <a:t>Fib(2)</a:t>
          </a:r>
        </a:p>
      </dgm:t>
    </dgm:pt>
    <dgm:pt modelId="{77EA6027-BA56-41FC-947F-C34AA24D2564}" type="parTrans" cxnId="{0075FBE6-2524-4CA5-8417-683F0D1B6EEF}">
      <dgm:prSet/>
      <dgm:spPr/>
      <dgm:t>
        <a:bodyPr/>
        <a:lstStyle/>
        <a:p>
          <a:endParaRPr lang="en-US"/>
        </a:p>
      </dgm:t>
    </dgm:pt>
    <dgm:pt modelId="{55C272FE-98DE-4A8C-9572-AD92837FD993}" type="sibTrans" cxnId="{0075FBE6-2524-4CA5-8417-683F0D1B6EEF}">
      <dgm:prSet/>
      <dgm:spPr/>
      <dgm:t>
        <a:bodyPr/>
        <a:lstStyle/>
        <a:p>
          <a:endParaRPr lang="en-US"/>
        </a:p>
      </dgm:t>
    </dgm:pt>
    <dgm:pt modelId="{42AEBBD9-EE3C-470B-96DE-A5742284FD98}">
      <dgm:prSet phldrT="[Text]"/>
      <dgm:spPr/>
      <dgm:t>
        <a:bodyPr/>
        <a:lstStyle/>
        <a:p>
          <a:r>
            <a:rPr lang="en-US" dirty="0"/>
            <a:t>Fib(1)</a:t>
          </a:r>
        </a:p>
      </dgm:t>
    </dgm:pt>
    <dgm:pt modelId="{982A61C4-A90E-46AE-9891-4A35DF98C852}" type="parTrans" cxnId="{78A712B2-23B8-47D6-AD33-CC1A316D7F49}">
      <dgm:prSet/>
      <dgm:spPr/>
      <dgm:t>
        <a:bodyPr/>
        <a:lstStyle/>
        <a:p>
          <a:endParaRPr lang="en-US"/>
        </a:p>
      </dgm:t>
    </dgm:pt>
    <dgm:pt modelId="{FB2E6AE3-FC85-4D63-BBA3-9FC39B94AB9F}" type="sibTrans" cxnId="{78A712B2-23B8-47D6-AD33-CC1A316D7F49}">
      <dgm:prSet/>
      <dgm:spPr/>
      <dgm:t>
        <a:bodyPr/>
        <a:lstStyle/>
        <a:p>
          <a:endParaRPr lang="en-US"/>
        </a:p>
      </dgm:t>
    </dgm:pt>
    <dgm:pt modelId="{5B1AFB76-0B18-4CB0-887A-90D42C45E1DE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02BAA81D-98CF-47C8-9A4C-A29376D5A61E}" type="parTrans" cxnId="{FF2C12C1-C782-402F-8B1A-287F1455BA02}">
      <dgm:prSet/>
      <dgm:spPr/>
      <dgm:t>
        <a:bodyPr/>
        <a:lstStyle/>
        <a:p>
          <a:endParaRPr lang="en-US"/>
        </a:p>
      </dgm:t>
    </dgm:pt>
    <dgm:pt modelId="{903C0266-E6A0-46F2-B302-F837117B4B16}" type="sibTrans" cxnId="{FF2C12C1-C782-402F-8B1A-287F1455BA02}">
      <dgm:prSet/>
      <dgm:spPr/>
      <dgm:t>
        <a:bodyPr/>
        <a:lstStyle/>
        <a:p>
          <a:endParaRPr lang="en-US"/>
        </a:p>
      </dgm:t>
    </dgm:pt>
    <dgm:pt modelId="{5C3EFB8E-B203-4C74-A6D2-0B5EDFD7C3AF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A918B9C4-A4AE-4AAF-B2D2-2F8FF02464EA}" type="parTrans" cxnId="{24134D58-9827-4DFA-8FCF-9D13DA0352BE}">
      <dgm:prSet/>
      <dgm:spPr/>
      <dgm:t>
        <a:bodyPr/>
        <a:lstStyle/>
        <a:p>
          <a:endParaRPr lang="en-US"/>
        </a:p>
      </dgm:t>
    </dgm:pt>
    <dgm:pt modelId="{35211FE4-967C-4BE0-A47B-A56E8BA717BD}" type="sibTrans" cxnId="{24134D58-9827-4DFA-8FCF-9D13DA0352BE}">
      <dgm:prSet/>
      <dgm:spPr/>
      <dgm:t>
        <a:bodyPr/>
        <a:lstStyle/>
        <a:p>
          <a:endParaRPr lang="en-US"/>
        </a:p>
      </dgm:t>
    </dgm:pt>
    <dgm:pt modelId="{952E4017-E056-49B0-B96C-7D5A93099DC4}">
      <dgm:prSet phldrT="[Text]"/>
      <dgm:spPr/>
      <dgm:t>
        <a:bodyPr/>
        <a:lstStyle/>
        <a:p>
          <a:r>
            <a:rPr lang="en-US" dirty="0"/>
            <a:t>Fib(5)</a:t>
          </a:r>
        </a:p>
      </dgm:t>
    </dgm:pt>
    <dgm:pt modelId="{8BC4F287-5A79-4387-B569-A31D13BD7DEE}" type="parTrans" cxnId="{4ACBB167-6CF5-4C9C-A130-EEF54C2F0AB3}">
      <dgm:prSet/>
      <dgm:spPr/>
      <dgm:t>
        <a:bodyPr/>
        <a:lstStyle/>
        <a:p>
          <a:endParaRPr lang="en-US"/>
        </a:p>
      </dgm:t>
    </dgm:pt>
    <dgm:pt modelId="{8C9B4622-1AAA-4ACF-B086-76021892A9A7}" type="sibTrans" cxnId="{4ACBB167-6CF5-4C9C-A130-EEF54C2F0AB3}">
      <dgm:prSet/>
      <dgm:spPr/>
      <dgm:t>
        <a:bodyPr/>
        <a:lstStyle/>
        <a:p>
          <a:endParaRPr lang="en-US"/>
        </a:p>
      </dgm:t>
    </dgm:pt>
    <dgm:pt modelId="{DA0DFD3D-F54C-4DF9-B6E4-870E2CC85B71}">
      <dgm:prSet phldrT="[Text]"/>
      <dgm:spPr/>
      <dgm:t>
        <a:bodyPr/>
        <a:lstStyle/>
        <a:p>
          <a:r>
            <a:rPr lang="en-US" strike="sngStrike" dirty="0"/>
            <a:t>Fib(3)</a:t>
          </a:r>
        </a:p>
      </dgm:t>
    </dgm:pt>
    <dgm:pt modelId="{73DE6227-CE68-41B8-80BC-E6AAE6F92ECE}" type="parTrans" cxnId="{50040B44-A05E-443D-B857-3A1152921EA0}">
      <dgm:prSet/>
      <dgm:spPr/>
      <dgm:t>
        <a:bodyPr/>
        <a:lstStyle/>
        <a:p>
          <a:endParaRPr lang="en-US"/>
        </a:p>
      </dgm:t>
    </dgm:pt>
    <dgm:pt modelId="{3F5C5E83-5D5A-44D0-A7B3-87B2EA18F0AD}" type="sibTrans" cxnId="{50040B44-A05E-443D-B857-3A1152921EA0}">
      <dgm:prSet/>
      <dgm:spPr/>
      <dgm:t>
        <a:bodyPr/>
        <a:lstStyle/>
        <a:p>
          <a:endParaRPr lang="en-US"/>
        </a:p>
      </dgm:t>
    </dgm:pt>
    <dgm:pt modelId="{77553E8F-E6A8-469E-BFA8-98FF49E30A35}">
      <dgm:prSet phldrT="[Text]"/>
      <dgm:spPr/>
      <dgm:t>
        <a:bodyPr/>
        <a:lstStyle/>
        <a:p>
          <a:r>
            <a:rPr lang="en-US" strike="sngStrike" dirty="0"/>
            <a:t>Fib(1)</a:t>
          </a:r>
        </a:p>
      </dgm:t>
    </dgm:pt>
    <dgm:pt modelId="{25741DC6-BEEF-448E-8A83-381D0AC6B232}" type="parTrans" cxnId="{97E1F2FE-18EC-43A5-B6FA-86AF2F287F75}">
      <dgm:prSet/>
      <dgm:spPr/>
      <dgm:t>
        <a:bodyPr/>
        <a:lstStyle/>
        <a:p>
          <a:endParaRPr lang="en-US"/>
        </a:p>
      </dgm:t>
    </dgm:pt>
    <dgm:pt modelId="{F8D7A305-D548-438B-BED2-702F6E0FD916}" type="sibTrans" cxnId="{97E1F2FE-18EC-43A5-B6FA-86AF2F287F75}">
      <dgm:prSet/>
      <dgm:spPr/>
      <dgm:t>
        <a:bodyPr/>
        <a:lstStyle/>
        <a:p>
          <a:endParaRPr lang="en-US"/>
        </a:p>
      </dgm:t>
    </dgm:pt>
    <dgm:pt modelId="{BF6C9DBA-5A31-4D88-A67B-CF68F2CB3A40}">
      <dgm:prSet phldrT="[Text]"/>
      <dgm:spPr/>
      <dgm:t>
        <a:bodyPr/>
        <a:lstStyle/>
        <a:p>
          <a:r>
            <a:rPr lang="en-US" strike="sngStrike" dirty="0"/>
            <a:t>Fib(2)</a:t>
          </a:r>
        </a:p>
      </dgm:t>
    </dgm:pt>
    <dgm:pt modelId="{F73A1F25-9575-48F4-9D37-72E21F21B042}" type="parTrans" cxnId="{EE42CEDE-E7A7-42BB-869C-06E9392F8D2F}">
      <dgm:prSet/>
      <dgm:spPr/>
      <dgm:t>
        <a:bodyPr/>
        <a:lstStyle/>
        <a:p>
          <a:endParaRPr lang="en-US"/>
        </a:p>
      </dgm:t>
    </dgm:pt>
    <dgm:pt modelId="{9A984C28-FC74-4CF5-AF25-6790F4E7F780}" type="sibTrans" cxnId="{EE42CEDE-E7A7-42BB-869C-06E9392F8D2F}">
      <dgm:prSet/>
      <dgm:spPr/>
      <dgm:t>
        <a:bodyPr/>
        <a:lstStyle/>
        <a:p>
          <a:endParaRPr lang="en-US"/>
        </a:p>
      </dgm:t>
    </dgm:pt>
    <dgm:pt modelId="{4873A05E-2E15-4952-8D2C-CBF8428E175D}" type="pres">
      <dgm:prSet presAssocID="{FA6E01B0-7475-4C7A-923E-08C6E240DA8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A544D56-C7E1-46A0-B98D-95B9EC872B10}" type="pres">
      <dgm:prSet presAssocID="{FA6E01B0-7475-4C7A-923E-08C6E240DA8F}" presName="hierFlow" presStyleCnt="0"/>
      <dgm:spPr/>
    </dgm:pt>
    <dgm:pt modelId="{46EBE6A6-6A5C-44A6-817E-B3EE18EC2425}" type="pres">
      <dgm:prSet presAssocID="{FA6E01B0-7475-4C7A-923E-08C6E240DA8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7C23E5E0-0793-4FE5-A817-5D4526AEA5F1}" type="pres">
      <dgm:prSet presAssocID="{952E4017-E056-49B0-B96C-7D5A93099DC4}" presName="Name14" presStyleCnt="0"/>
      <dgm:spPr/>
    </dgm:pt>
    <dgm:pt modelId="{E4306C6C-F022-479B-A81C-3C4094A53A3D}" type="pres">
      <dgm:prSet presAssocID="{952E4017-E056-49B0-B96C-7D5A93099DC4}" presName="level1Shape" presStyleLbl="node0" presStyleIdx="0" presStyleCnt="1">
        <dgm:presLayoutVars>
          <dgm:chPref val="3"/>
        </dgm:presLayoutVars>
      </dgm:prSet>
      <dgm:spPr/>
    </dgm:pt>
    <dgm:pt modelId="{57D267DD-68F7-470E-B967-9737B2C911F2}" type="pres">
      <dgm:prSet presAssocID="{952E4017-E056-49B0-B96C-7D5A93099DC4}" presName="hierChild2" presStyleCnt="0"/>
      <dgm:spPr/>
    </dgm:pt>
    <dgm:pt modelId="{1CE02A99-1FBA-41E3-9C63-4E805DDB1403}" type="pres">
      <dgm:prSet presAssocID="{01EC8E7C-A651-4CC7-B3B1-26A56EFFE992}" presName="Name19" presStyleLbl="parChTrans1D2" presStyleIdx="0" presStyleCnt="2"/>
      <dgm:spPr/>
    </dgm:pt>
    <dgm:pt modelId="{E695FFDC-3230-4BAC-9CBD-8AAD10C324C0}" type="pres">
      <dgm:prSet presAssocID="{166E3FCA-3D41-42F3-9AE7-E1C078B45A7E}" presName="Name21" presStyleCnt="0"/>
      <dgm:spPr/>
    </dgm:pt>
    <dgm:pt modelId="{D6AECC65-43C0-4D34-B143-74DF4A977D37}" type="pres">
      <dgm:prSet presAssocID="{166E3FCA-3D41-42F3-9AE7-E1C078B45A7E}" presName="level2Shape" presStyleLbl="node2" presStyleIdx="0" presStyleCnt="2"/>
      <dgm:spPr/>
    </dgm:pt>
    <dgm:pt modelId="{D88137C2-35D1-4B23-A35B-FDC1DC3185B8}" type="pres">
      <dgm:prSet presAssocID="{166E3FCA-3D41-42F3-9AE7-E1C078B45A7E}" presName="hierChild3" presStyleCnt="0"/>
      <dgm:spPr/>
    </dgm:pt>
    <dgm:pt modelId="{52C9D270-27F2-4746-AD48-0D154AA8958A}" type="pres">
      <dgm:prSet presAssocID="{A269067F-3627-4F60-B6E1-BFBD9068CB4F}" presName="Name19" presStyleLbl="parChTrans1D3" presStyleIdx="0" presStyleCnt="4"/>
      <dgm:spPr/>
    </dgm:pt>
    <dgm:pt modelId="{9C494A6E-C8DC-4134-BDA6-94AC8522A9A6}" type="pres">
      <dgm:prSet presAssocID="{EFCF4B24-FEAD-4630-B8D3-E15BA2B49252}" presName="Name21" presStyleCnt="0"/>
      <dgm:spPr/>
    </dgm:pt>
    <dgm:pt modelId="{835FF622-6341-416E-90F8-2CC250A0A570}" type="pres">
      <dgm:prSet presAssocID="{EFCF4B24-FEAD-4630-B8D3-E15BA2B49252}" presName="level2Shape" presStyleLbl="node3" presStyleIdx="0" presStyleCnt="4"/>
      <dgm:spPr/>
    </dgm:pt>
    <dgm:pt modelId="{68FE0B76-65D1-4974-BB82-E664384916CC}" type="pres">
      <dgm:prSet presAssocID="{EFCF4B24-FEAD-4630-B8D3-E15BA2B49252}" presName="hierChild3" presStyleCnt="0"/>
      <dgm:spPr/>
    </dgm:pt>
    <dgm:pt modelId="{4EAD4FD0-BF9F-4FF7-8E1E-71128267D5BC}" type="pres">
      <dgm:prSet presAssocID="{982A61C4-A90E-46AE-9891-4A35DF98C852}" presName="Name19" presStyleLbl="parChTrans1D4" presStyleIdx="0" presStyleCnt="4"/>
      <dgm:spPr/>
    </dgm:pt>
    <dgm:pt modelId="{1AB79349-0E22-467A-8E0E-D0642E528E16}" type="pres">
      <dgm:prSet presAssocID="{42AEBBD9-EE3C-470B-96DE-A5742284FD98}" presName="Name21" presStyleCnt="0"/>
      <dgm:spPr/>
    </dgm:pt>
    <dgm:pt modelId="{4454FA0D-3869-488B-8B13-866CCB8A5791}" type="pres">
      <dgm:prSet presAssocID="{42AEBBD9-EE3C-470B-96DE-A5742284FD98}" presName="level2Shape" presStyleLbl="node4" presStyleIdx="0" presStyleCnt="4"/>
      <dgm:spPr/>
    </dgm:pt>
    <dgm:pt modelId="{45FA3273-AA94-4CBE-B94A-F313B0480FD1}" type="pres">
      <dgm:prSet presAssocID="{42AEBBD9-EE3C-470B-96DE-A5742284FD98}" presName="hierChild3" presStyleCnt="0"/>
      <dgm:spPr/>
    </dgm:pt>
    <dgm:pt modelId="{584C86D4-45E0-4B20-A63B-6F8A0F9AFEC0}" type="pres">
      <dgm:prSet presAssocID="{02BAA81D-98CF-47C8-9A4C-A29376D5A61E}" presName="Name19" presStyleLbl="parChTrans1D4" presStyleIdx="1" presStyleCnt="4"/>
      <dgm:spPr/>
    </dgm:pt>
    <dgm:pt modelId="{91914F86-2704-4E6A-ADCC-3F1171D905F4}" type="pres">
      <dgm:prSet presAssocID="{5B1AFB76-0B18-4CB0-887A-90D42C45E1DE}" presName="Name21" presStyleCnt="0"/>
      <dgm:spPr/>
    </dgm:pt>
    <dgm:pt modelId="{FC3BD571-895A-41DF-8BD5-2C34AD0C023E}" type="pres">
      <dgm:prSet presAssocID="{5B1AFB76-0B18-4CB0-887A-90D42C45E1DE}" presName="level2Shape" presStyleLbl="node4" presStyleIdx="1" presStyleCnt="4"/>
      <dgm:spPr/>
    </dgm:pt>
    <dgm:pt modelId="{0BFA8D1A-D5DF-4D72-ABC5-57DDC9782451}" type="pres">
      <dgm:prSet presAssocID="{5B1AFB76-0B18-4CB0-887A-90D42C45E1DE}" presName="hierChild3" presStyleCnt="0"/>
      <dgm:spPr/>
    </dgm:pt>
    <dgm:pt modelId="{CEA4AA81-6664-485C-BF2B-26EA1F161CB6}" type="pres">
      <dgm:prSet presAssocID="{31F2C0A3-A74F-4F26-82C8-80B566AA9561}" presName="Name19" presStyleLbl="parChTrans1D4" presStyleIdx="2" presStyleCnt="4"/>
      <dgm:spPr/>
    </dgm:pt>
    <dgm:pt modelId="{3006CC71-1380-4AC7-A921-D40E89A3C8A6}" type="pres">
      <dgm:prSet presAssocID="{7ACB5E19-4CA6-4FE0-BAD5-0FA6DB8DC80B}" presName="Name21" presStyleCnt="0"/>
      <dgm:spPr/>
    </dgm:pt>
    <dgm:pt modelId="{8A49FCD1-9DF2-4D77-9B63-17B770F589EF}" type="pres">
      <dgm:prSet presAssocID="{7ACB5E19-4CA6-4FE0-BAD5-0FA6DB8DC80B}" presName="level2Shape" presStyleLbl="node4" presStyleIdx="2" presStyleCnt="4"/>
      <dgm:spPr/>
    </dgm:pt>
    <dgm:pt modelId="{AD916BA7-0ABA-4FF7-8BAD-1C4DBF832CF4}" type="pres">
      <dgm:prSet presAssocID="{7ACB5E19-4CA6-4FE0-BAD5-0FA6DB8DC80B}" presName="hierChild3" presStyleCnt="0"/>
      <dgm:spPr/>
    </dgm:pt>
    <dgm:pt modelId="{1AA65AEF-73DA-4C28-A1D6-066ADEE9B268}" type="pres">
      <dgm:prSet presAssocID="{A918B9C4-A4AE-4AAF-B2D2-2F8FF02464EA}" presName="Name19" presStyleLbl="parChTrans1D4" presStyleIdx="3" presStyleCnt="4"/>
      <dgm:spPr/>
    </dgm:pt>
    <dgm:pt modelId="{ACD43EC2-6611-4F17-834E-451C80C7AD58}" type="pres">
      <dgm:prSet presAssocID="{5C3EFB8E-B203-4C74-A6D2-0B5EDFD7C3AF}" presName="Name21" presStyleCnt="0"/>
      <dgm:spPr/>
    </dgm:pt>
    <dgm:pt modelId="{4D883BFF-4F3E-4655-878A-15A81A37CB5F}" type="pres">
      <dgm:prSet presAssocID="{5C3EFB8E-B203-4C74-A6D2-0B5EDFD7C3AF}" presName="level2Shape" presStyleLbl="node4" presStyleIdx="3" presStyleCnt="4"/>
      <dgm:spPr/>
    </dgm:pt>
    <dgm:pt modelId="{B3B1D463-5C0F-404B-AD1C-D7CF3E4EFA8D}" type="pres">
      <dgm:prSet presAssocID="{5C3EFB8E-B203-4C74-A6D2-0B5EDFD7C3AF}" presName="hierChild3" presStyleCnt="0"/>
      <dgm:spPr/>
    </dgm:pt>
    <dgm:pt modelId="{5EDA3F09-F122-4EC6-8C2B-69E3D6A75D90}" type="pres">
      <dgm:prSet presAssocID="{77EA6027-BA56-41FC-947F-C34AA24D2564}" presName="Name19" presStyleLbl="parChTrans1D3" presStyleIdx="1" presStyleCnt="4"/>
      <dgm:spPr/>
    </dgm:pt>
    <dgm:pt modelId="{1AA1EF89-2C08-41A9-B350-7379C9D8244D}" type="pres">
      <dgm:prSet presAssocID="{B76B2D71-08C8-496E-8370-3F01DE561D6D}" presName="Name21" presStyleCnt="0"/>
      <dgm:spPr/>
    </dgm:pt>
    <dgm:pt modelId="{F8470DC0-16E2-4A63-8EB1-87206F3713C3}" type="pres">
      <dgm:prSet presAssocID="{B76B2D71-08C8-496E-8370-3F01DE561D6D}" presName="level2Shape" presStyleLbl="node3" presStyleIdx="1" presStyleCnt="4"/>
      <dgm:spPr/>
    </dgm:pt>
    <dgm:pt modelId="{8FD8968B-C614-45BF-A22A-76BE1F3F9BBF}" type="pres">
      <dgm:prSet presAssocID="{B76B2D71-08C8-496E-8370-3F01DE561D6D}" presName="hierChild3" presStyleCnt="0"/>
      <dgm:spPr/>
    </dgm:pt>
    <dgm:pt modelId="{334192BC-88DB-46D9-84C5-DD80F02AABD4}" type="pres">
      <dgm:prSet presAssocID="{73DE6227-CE68-41B8-80BC-E6AAE6F92ECE}" presName="Name19" presStyleLbl="parChTrans1D2" presStyleIdx="1" presStyleCnt="2"/>
      <dgm:spPr/>
    </dgm:pt>
    <dgm:pt modelId="{B37C6C9D-2AFB-4987-B683-3543EE9D7D1C}" type="pres">
      <dgm:prSet presAssocID="{DA0DFD3D-F54C-4DF9-B6E4-870E2CC85B71}" presName="Name21" presStyleCnt="0"/>
      <dgm:spPr/>
    </dgm:pt>
    <dgm:pt modelId="{5F81CC8C-986E-44C0-8512-33171EDBE931}" type="pres">
      <dgm:prSet presAssocID="{DA0DFD3D-F54C-4DF9-B6E4-870E2CC85B71}" presName="level2Shape" presStyleLbl="node2" presStyleIdx="1" presStyleCnt="2"/>
      <dgm:spPr/>
    </dgm:pt>
    <dgm:pt modelId="{3CB87104-092B-4FBE-A335-55B023495577}" type="pres">
      <dgm:prSet presAssocID="{DA0DFD3D-F54C-4DF9-B6E4-870E2CC85B71}" presName="hierChild3" presStyleCnt="0"/>
      <dgm:spPr/>
    </dgm:pt>
    <dgm:pt modelId="{ABEDBE4C-38BD-40C2-A5A2-89F217C83D12}" type="pres">
      <dgm:prSet presAssocID="{25741DC6-BEEF-448E-8A83-381D0AC6B232}" presName="Name19" presStyleLbl="parChTrans1D3" presStyleIdx="2" presStyleCnt="4"/>
      <dgm:spPr/>
    </dgm:pt>
    <dgm:pt modelId="{360F9503-6B47-42D6-B775-17481A6CEFBC}" type="pres">
      <dgm:prSet presAssocID="{77553E8F-E6A8-469E-BFA8-98FF49E30A35}" presName="Name21" presStyleCnt="0"/>
      <dgm:spPr/>
    </dgm:pt>
    <dgm:pt modelId="{3DE169E4-B502-46A5-BC70-59CD6AD7FAB9}" type="pres">
      <dgm:prSet presAssocID="{77553E8F-E6A8-469E-BFA8-98FF49E30A35}" presName="level2Shape" presStyleLbl="node3" presStyleIdx="2" presStyleCnt="4"/>
      <dgm:spPr/>
    </dgm:pt>
    <dgm:pt modelId="{EF6B888F-8477-4C68-A8B7-65A4814B7A9D}" type="pres">
      <dgm:prSet presAssocID="{77553E8F-E6A8-469E-BFA8-98FF49E30A35}" presName="hierChild3" presStyleCnt="0"/>
      <dgm:spPr/>
    </dgm:pt>
    <dgm:pt modelId="{D2CFD8B4-2A64-44A2-8DCA-E12ADCC720AB}" type="pres">
      <dgm:prSet presAssocID="{F73A1F25-9575-48F4-9D37-72E21F21B042}" presName="Name19" presStyleLbl="parChTrans1D3" presStyleIdx="3" presStyleCnt="4"/>
      <dgm:spPr/>
    </dgm:pt>
    <dgm:pt modelId="{57E3F86C-5C98-4203-AA5A-F760479E0EC4}" type="pres">
      <dgm:prSet presAssocID="{BF6C9DBA-5A31-4D88-A67B-CF68F2CB3A40}" presName="Name21" presStyleCnt="0"/>
      <dgm:spPr/>
    </dgm:pt>
    <dgm:pt modelId="{114626E1-9BE7-4FAF-998D-425383AEA7C1}" type="pres">
      <dgm:prSet presAssocID="{BF6C9DBA-5A31-4D88-A67B-CF68F2CB3A40}" presName="level2Shape" presStyleLbl="node3" presStyleIdx="3" presStyleCnt="4"/>
      <dgm:spPr/>
    </dgm:pt>
    <dgm:pt modelId="{4F4B93FC-02BD-4E64-A517-52585DD2B5D4}" type="pres">
      <dgm:prSet presAssocID="{BF6C9DBA-5A31-4D88-A67B-CF68F2CB3A40}" presName="hierChild3" presStyleCnt="0"/>
      <dgm:spPr/>
    </dgm:pt>
    <dgm:pt modelId="{5A90F33F-643E-4502-9AF6-9D2791DBAB65}" type="pres">
      <dgm:prSet presAssocID="{FA6E01B0-7475-4C7A-923E-08C6E240DA8F}" presName="bgShapesFlow" presStyleCnt="0"/>
      <dgm:spPr/>
    </dgm:pt>
  </dgm:ptLst>
  <dgm:cxnLst>
    <dgm:cxn modelId="{4E408302-AA53-457E-97E4-DC0EF30A7F4A}" type="presOf" srcId="{73DE6227-CE68-41B8-80BC-E6AAE6F92ECE}" destId="{334192BC-88DB-46D9-84C5-DD80F02AABD4}" srcOrd="0" destOrd="0" presId="urn:microsoft.com/office/officeart/2005/8/layout/hierarchy6"/>
    <dgm:cxn modelId="{C4F8E40A-0276-4671-AEC3-BB710C2CED77}" type="presOf" srcId="{A269067F-3627-4F60-B6E1-BFBD9068CB4F}" destId="{52C9D270-27F2-4746-AD48-0D154AA8958A}" srcOrd="0" destOrd="0" presId="urn:microsoft.com/office/officeart/2005/8/layout/hierarchy6"/>
    <dgm:cxn modelId="{01DD8514-6FB1-4055-8EA9-5D99F99624AA}" type="presOf" srcId="{A918B9C4-A4AE-4AAF-B2D2-2F8FF02464EA}" destId="{1AA65AEF-73DA-4C28-A1D6-066ADEE9B268}" srcOrd="0" destOrd="0" presId="urn:microsoft.com/office/officeart/2005/8/layout/hierarchy6"/>
    <dgm:cxn modelId="{0C72AF1A-5FFC-4024-80A9-5B71317CA035}" type="presOf" srcId="{77EA6027-BA56-41FC-947F-C34AA24D2564}" destId="{5EDA3F09-F122-4EC6-8C2B-69E3D6A75D90}" srcOrd="0" destOrd="0" presId="urn:microsoft.com/office/officeart/2005/8/layout/hierarchy6"/>
    <dgm:cxn modelId="{E9A29F1C-4BC3-4D9B-AA09-4B19A406C7D9}" type="presOf" srcId="{5B1AFB76-0B18-4CB0-887A-90D42C45E1DE}" destId="{FC3BD571-895A-41DF-8BD5-2C34AD0C023E}" srcOrd="0" destOrd="0" presId="urn:microsoft.com/office/officeart/2005/8/layout/hierarchy6"/>
    <dgm:cxn modelId="{C443EA1E-2FAD-49D3-9FA1-F0047AAC49D9}" type="presOf" srcId="{31F2C0A3-A74F-4F26-82C8-80B566AA9561}" destId="{CEA4AA81-6664-485C-BF2B-26EA1F161CB6}" srcOrd="0" destOrd="0" presId="urn:microsoft.com/office/officeart/2005/8/layout/hierarchy6"/>
    <dgm:cxn modelId="{9299001F-A240-416D-9CF0-5747C82A5C3C}" type="presOf" srcId="{77553E8F-E6A8-469E-BFA8-98FF49E30A35}" destId="{3DE169E4-B502-46A5-BC70-59CD6AD7FAB9}" srcOrd="0" destOrd="0" presId="urn:microsoft.com/office/officeart/2005/8/layout/hierarchy6"/>
    <dgm:cxn modelId="{E5A6FD29-01A1-4D8E-BAAA-E0B850325D1E}" srcId="{166E3FCA-3D41-42F3-9AE7-E1C078B45A7E}" destId="{EFCF4B24-FEAD-4630-B8D3-E15BA2B49252}" srcOrd="0" destOrd="0" parTransId="{A269067F-3627-4F60-B6E1-BFBD9068CB4F}" sibTransId="{1C1D24FA-9479-4A8B-A1FC-93FC5444C980}"/>
    <dgm:cxn modelId="{6B8AEB2C-A452-4F3A-9E19-E106FF2253CA}" type="presOf" srcId="{25741DC6-BEEF-448E-8A83-381D0AC6B232}" destId="{ABEDBE4C-38BD-40C2-A5A2-89F217C83D12}" srcOrd="0" destOrd="0" presId="urn:microsoft.com/office/officeart/2005/8/layout/hierarchy6"/>
    <dgm:cxn modelId="{D7FC9F2D-7B7F-41A7-A455-9C0A3DE17373}" type="presOf" srcId="{F73A1F25-9575-48F4-9D37-72E21F21B042}" destId="{D2CFD8B4-2A64-44A2-8DCA-E12ADCC720AB}" srcOrd="0" destOrd="0" presId="urn:microsoft.com/office/officeart/2005/8/layout/hierarchy6"/>
    <dgm:cxn modelId="{A79AAA2F-31B4-42F2-80B0-8B27E727F944}" type="presOf" srcId="{982A61C4-A90E-46AE-9891-4A35DF98C852}" destId="{4EAD4FD0-BF9F-4FF7-8E1E-71128267D5BC}" srcOrd="0" destOrd="0" presId="urn:microsoft.com/office/officeart/2005/8/layout/hierarchy6"/>
    <dgm:cxn modelId="{8F2F1434-6D8F-40D7-80C6-5AB11FB48D36}" type="presOf" srcId="{42AEBBD9-EE3C-470B-96DE-A5742284FD98}" destId="{4454FA0D-3869-488B-8B13-866CCB8A5791}" srcOrd="0" destOrd="0" presId="urn:microsoft.com/office/officeart/2005/8/layout/hierarchy6"/>
    <dgm:cxn modelId="{B783943E-D7BF-426D-BEFA-B4E6325BD96E}" type="presOf" srcId="{166E3FCA-3D41-42F3-9AE7-E1C078B45A7E}" destId="{D6AECC65-43C0-4D34-B143-74DF4A977D37}" srcOrd="0" destOrd="0" presId="urn:microsoft.com/office/officeart/2005/8/layout/hierarchy6"/>
    <dgm:cxn modelId="{50040B44-A05E-443D-B857-3A1152921EA0}" srcId="{952E4017-E056-49B0-B96C-7D5A93099DC4}" destId="{DA0DFD3D-F54C-4DF9-B6E4-870E2CC85B71}" srcOrd="1" destOrd="0" parTransId="{73DE6227-CE68-41B8-80BC-E6AAE6F92ECE}" sibTransId="{3F5C5E83-5D5A-44D0-A7B3-87B2EA18F0AD}"/>
    <dgm:cxn modelId="{4ACBB167-6CF5-4C9C-A130-EEF54C2F0AB3}" srcId="{FA6E01B0-7475-4C7A-923E-08C6E240DA8F}" destId="{952E4017-E056-49B0-B96C-7D5A93099DC4}" srcOrd="0" destOrd="0" parTransId="{8BC4F287-5A79-4387-B569-A31D13BD7DEE}" sibTransId="{8C9B4622-1AAA-4ACF-B086-76021892A9A7}"/>
    <dgm:cxn modelId="{B6A5DF55-80D1-42C9-ACD6-2952D00B2493}" srcId="{EFCF4B24-FEAD-4630-B8D3-E15BA2B49252}" destId="{7ACB5E19-4CA6-4FE0-BAD5-0FA6DB8DC80B}" srcOrd="1" destOrd="0" parTransId="{31F2C0A3-A74F-4F26-82C8-80B566AA9561}" sibTransId="{31E25F71-53DA-48B1-B451-CC19368049E4}"/>
    <dgm:cxn modelId="{24134D58-9827-4DFA-8FCF-9D13DA0352BE}" srcId="{7ACB5E19-4CA6-4FE0-BAD5-0FA6DB8DC80B}" destId="{5C3EFB8E-B203-4C74-A6D2-0B5EDFD7C3AF}" srcOrd="0" destOrd="0" parTransId="{A918B9C4-A4AE-4AAF-B2D2-2F8FF02464EA}" sibTransId="{35211FE4-967C-4BE0-A47B-A56E8BA717BD}"/>
    <dgm:cxn modelId="{DE698E80-877F-45D4-B2F3-4E401DEFE61B}" type="presOf" srcId="{BF6C9DBA-5A31-4D88-A67B-CF68F2CB3A40}" destId="{114626E1-9BE7-4FAF-998D-425383AEA7C1}" srcOrd="0" destOrd="0" presId="urn:microsoft.com/office/officeart/2005/8/layout/hierarchy6"/>
    <dgm:cxn modelId="{02B80E92-F2C9-4C98-A921-D0A4D3D919C8}" type="presOf" srcId="{B76B2D71-08C8-496E-8370-3F01DE561D6D}" destId="{F8470DC0-16E2-4A63-8EB1-87206F3713C3}" srcOrd="0" destOrd="0" presId="urn:microsoft.com/office/officeart/2005/8/layout/hierarchy6"/>
    <dgm:cxn modelId="{89FE0DA3-D34F-4982-B560-605897F4C54A}" type="presOf" srcId="{EFCF4B24-FEAD-4630-B8D3-E15BA2B49252}" destId="{835FF622-6341-416E-90F8-2CC250A0A570}" srcOrd="0" destOrd="0" presId="urn:microsoft.com/office/officeart/2005/8/layout/hierarchy6"/>
    <dgm:cxn modelId="{B23FC5A4-1E54-4EA0-AC20-47F0B2CFA2E7}" type="presOf" srcId="{7ACB5E19-4CA6-4FE0-BAD5-0FA6DB8DC80B}" destId="{8A49FCD1-9DF2-4D77-9B63-17B770F589EF}" srcOrd="0" destOrd="0" presId="urn:microsoft.com/office/officeart/2005/8/layout/hierarchy6"/>
    <dgm:cxn modelId="{E42478AC-05BC-42CB-BB8D-7893C598C221}" srcId="{952E4017-E056-49B0-B96C-7D5A93099DC4}" destId="{166E3FCA-3D41-42F3-9AE7-E1C078B45A7E}" srcOrd="0" destOrd="0" parTransId="{01EC8E7C-A651-4CC7-B3B1-26A56EFFE992}" sibTransId="{7676B177-6687-4476-B2A8-BD00CA4FC2D1}"/>
    <dgm:cxn modelId="{78A712B2-23B8-47D6-AD33-CC1A316D7F49}" srcId="{EFCF4B24-FEAD-4630-B8D3-E15BA2B49252}" destId="{42AEBBD9-EE3C-470B-96DE-A5742284FD98}" srcOrd="0" destOrd="0" parTransId="{982A61C4-A90E-46AE-9891-4A35DF98C852}" sibTransId="{FB2E6AE3-FC85-4D63-BBA3-9FC39B94AB9F}"/>
    <dgm:cxn modelId="{FF2C12C1-C782-402F-8B1A-287F1455BA02}" srcId="{42AEBBD9-EE3C-470B-96DE-A5742284FD98}" destId="{5B1AFB76-0B18-4CB0-887A-90D42C45E1DE}" srcOrd="0" destOrd="0" parTransId="{02BAA81D-98CF-47C8-9A4C-A29376D5A61E}" sibTransId="{903C0266-E6A0-46F2-B302-F837117B4B16}"/>
    <dgm:cxn modelId="{93285DC1-5ADD-447B-A6C0-84E0D5EFC2D1}" type="presOf" srcId="{FA6E01B0-7475-4C7A-923E-08C6E240DA8F}" destId="{4873A05E-2E15-4952-8D2C-CBF8428E175D}" srcOrd="0" destOrd="0" presId="urn:microsoft.com/office/officeart/2005/8/layout/hierarchy6"/>
    <dgm:cxn modelId="{0052B5D0-A2D2-4789-AF1B-30E671CB1181}" type="presOf" srcId="{5C3EFB8E-B203-4C74-A6D2-0B5EDFD7C3AF}" destId="{4D883BFF-4F3E-4655-878A-15A81A37CB5F}" srcOrd="0" destOrd="0" presId="urn:microsoft.com/office/officeart/2005/8/layout/hierarchy6"/>
    <dgm:cxn modelId="{F21C9CD6-C375-4619-9766-4E580F2901D8}" type="presOf" srcId="{DA0DFD3D-F54C-4DF9-B6E4-870E2CC85B71}" destId="{5F81CC8C-986E-44C0-8512-33171EDBE931}" srcOrd="0" destOrd="0" presId="urn:microsoft.com/office/officeart/2005/8/layout/hierarchy6"/>
    <dgm:cxn modelId="{EE42CEDE-E7A7-42BB-869C-06E9392F8D2F}" srcId="{DA0DFD3D-F54C-4DF9-B6E4-870E2CC85B71}" destId="{BF6C9DBA-5A31-4D88-A67B-CF68F2CB3A40}" srcOrd="1" destOrd="0" parTransId="{F73A1F25-9575-48F4-9D37-72E21F21B042}" sibTransId="{9A984C28-FC74-4CF5-AF25-6790F4E7F780}"/>
    <dgm:cxn modelId="{A967BCE3-961E-444C-B80C-BB3A13F18055}" type="presOf" srcId="{01EC8E7C-A651-4CC7-B3B1-26A56EFFE992}" destId="{1CE02A99-1FBA-41E3-9C63-4E805DDB1403}" srcOrd="0" destOrd="0" presId="urn:microsoft.com/office/officeart/2005/8/layout/hierarchy6"/>
    <dgm:cxn modelId="{0075FBE6-2524-4CA5-8417-683F0D1B6EEF}" srcId="{166E3FCA-3D41-42F3-9AE7-E1C078B45A7E}" destId="{B76B2D71-08C8-496E-8370-3F01DE561D6D}" srcOrd="1" destOrd="0" parTransId="{77EA6027-BA56-41FC-947F-C34AA24D2564}" sibTransId="{55C272FE-98DE-4A8C-9572-AD92837FD993}"/>
    <dgm:cxn modelId="{522BB3FC-DA10-4190-ABEF-BCB970D06B63}" type="presOf" srcId="{02BAA81D-98CF-47C8-9A4C-A29376D5A61E}" destId="{584C86D4-45E0-4B20-A63B-6F8A0F9AFEC0}" srcOrd="0" destOrd="0" presId="urn:microsoft.com/office/officeart/2005/8/layout/hierarchy6"/>
    <dgm:cxn modelId="{B8264EFD-CA2B-4C20-AC58-34AFB2834FFF}" type="presOf" srcId="{952E4017-E056-49B0-B96C-7D5A93099DC4}" destId="{E4306C6C-F022-479B-A81C-3C4094A53A3D}" srcOrd="0" destOrd="0" presId="urn:microsoft.com/office/officeart/2005/8/layout/hierarchy6"/>
    <dgm:cxn modelId="{97E1F2FE-18EC-43A5-B6FA-86AF2F287F75}" srcId="{DA0DFD3D-F54C-4DF9-B6E4-870E2CC85B71}" destId="{77553E8F-E6A8-469E-BFA8-98FF49E30A35}" srcOrd="0" destOrd="0" parTransId="{25741DC6-BEEF-448E-8A83-381D0AC6B232}" sibTransId="{F8D7A305-D548-438B-BED2-702F6E0FD916}"/>
    <dgm:cxn modelId="{A0497984-EDC9-4DFD-A8BC-40F3F17FE3E8}" type="presParOf" srcId="{4873A05E-2E15-4952-8D2C-CBF8428E175D}" destId="{4A544D56-C7E1-46A0-B98D-95B9EC872B10}" srcOrd="0" destOrd="0" presId="urn:microsoft.com/office/officeart/2005/8/layout/hierarchy6"/>
    <dgm:cxn modelId="{F0AA96C4-C73C-417D-B53A-8D5FAC8A1D7C}" type="presParOf" srcId="{4A544D56-C7E1-46A0-B98D-95B9EC872B10}" destId="{46EBE6A6-6A5C-44A6-817E-B3EE18EC2425}" srcOrd="0" destOrd="0" presId="urn:microsoft.com/office/officeart/2005/8/layout/hierarchy6"/>
    <dgm:cxn modelId="{77811AA0-382B-45D0-93AF-026DA3860794}" type="presParOf" srcId="{46EBE6A6-6A5C-44A6-817E-B3EE18EC2425}" destId="{7C23E5E0-0793-4FE5-A817-5D4526AEA5F1}" srcOrd="0" destOrd="0" presId="urn:microsoft.com/office/officeart/2005/8/layout/hierarchy6"/>
    <dgm:cxn modelId="{C0CF51FE-B5B4-4F8C-9490-CC90E0F4E736}" type="presParOf" srcId="{7C23E5E0-0793-4FE5-A817-5D4526AEA5F1}" destId="{E4306C6C-F022-479B-A81C-3C4094A53A3D}" srcOrd="0" destOrd="0" presId="urn:microsoft.com/office/officeart/2005/8/layout/hierarchy6"/>
    <dgm:cxn modelId="{947AC70A-05A0-4460-8375-93E32CD10F89}" type="presParOf" srcId="{7C23E5E0-0793-4FE5-A817-5D4526AEA5F1}" destId="{57D267DD-68F7-470E-B967-9737B2C911F2}" srcOrd="1" destOrd="0" presId="urn:microsoft.com/office/officeart/2005/8/layout/hierarchy6"/>
    <dgm:cxn modelId="{FA857BEF-CA25-4B1B-8681-E65F34B1C433}" type="presParOf" srcId="{57D267DD-68F7-470E-B967-9737B2C911F2}" destId="{1CE02A99-1FBA-41E3-9C63-4E805DDB1403}" srcOrd="0" destOrd="0" presId="urn:microsoft.com/office/officeart/2005/8/layout/hierarchy6"/>
    <dgm:cxn modelId="{885D5636-2C61-4BCE-8D8C-A5FE076FAE3A}" type="presParOf" srcId="{57D267DD-68F7-470E-B967-9737B2C911F2}" destId="{E695FFDC-3230-4BAC-9CBD-8AAD10C324C0}" srcOrd="1" destOrd="0" presId="urn:microsoft.com/office/officeart/2005/8/layout/hierarchy6"/>
    <dgm:cxn modelId="{46F8F8B4-E2AC-4316-9B32-AE66097AD85A}" type="presParOf" srcId="{E695FFDC-3230-4BAC-9CBD-8AAD10C324C0}" destId="{D6AECC65-43C0-4D34-B143-74DF4A977D37}" srcOrd="0" destOrd="0" presId="urn:microsoft.com/office/officeart/2005/8/layout/hierarchy6"/>
    <dgm:cxn modelId="{C3DE8A0B-8273-46FD-979D-7C2867FC35E0}" type="presParOf" srcId="{E695FFDC-3230-4BAC-9CBD-8AAD10C324C0}" destId="{D88137C2-35D1-4B23-A35B-FDC1DC3185B8}" srcOrd="1" destOrd="0" presId="urn:microsoft.com/office/officeart/2005/8/layout/hierarchy6"/>
    <dgm:cxn modelId="{81C346B0-325E-40C1-8071-5904FFE71979}" type="presParOf" srcId="{D88137C2-35D1-4B23-A35B-FDC1DC3185B8}" destId="{52C9D270-27F2-4746-AD48-0D154AA8958A}" srcOrd="0" destOrd="0" presId="urn:microsoft.com/office/officeart/2005/8/layout/hierarchy6"/>
    <dgm:cxn modelId="{BA0CD606-297C-42E9-B328-B581B53A534E}" type="presParOf" srcId="{D88137C2-35D1-4B23-A35B-FDC1DC3185B8}" destId="{9C494A6E-C8DC-4134-BDA6-94AC8522A9A6}" srcOrd="1" destOrd="0" presId="urn:microsoft.com/office/officeart/2005/8/layout/hierarchy6"/>
    <dgm:cxn modelId="{7ADDA610-FE9C-43E2-8922-5ADD9B6180F9}" type="presParOf" srcId="{9C494A6E-C8DC-4134-BDA6-94AC8522A9A6}" destId="{835FF622-6341-416E-90F8-2CC250A0A570}" srcOrd="0" destOrd="0" presId="urn:microsoft.com/office/officeart/2005/8/layout/hierarchy6"/>
    <dgm:cxn modelId="{A33A3D74-6707-479F-A5D1-4AAF41D63E44}" type="presParOf" srcId="{9C494A6E-C8DC-4134-BDA6-94AC8522A9A6}" destId="{68FE0B76-65D1-4974-BB82-E664384916CC}" srcOrd="1" destOrd="0" presId="urn:microsoft.com/office/officeart/2005/8/layout/hierarchy6"/>
    <dgm:cxn modelId="{B00C7CA9-7BEB-4888-9421-69FE015AF51A}" type="presParOf" srcId="{68FE0B76-65D1-4974-BB82-E664384916CC}" destId="{4EAD4FD0-BF9F-4FF7-8E1E-71128267D5BC}" srcOrd="0" destOrd="0" presId="urn:microsoft.com/office/officeart/2005/8/layout/hierarchy6"/>
    <dgm:cxn modelId="{BC4CB32C-6887-4466-9665-A4F8BD04ADCF}" type="presParOf" srcId="{68FE0B76-65D1-4974-BB82-E664384916CC}" destId="{1AB79349-0E22-467A-8E0E-D0642E528E16}" srcOrd="1" destOrd="0" presId="urn:microsoft.com/office/officeart/2005/8/layout/hierarchy6"/>
    <dgm:cxn modelId="{1B96986A-942B-49EF-BE00-ED82820D7F98}" type="presParOf" srcId="{1AB79349-0E22-467A-8E0E-D0642E528E16}" destId="{4454FA0D-3869-488B-8B13-866CCB8A5791}" srcOrd="0" destOrd="0" presId="urn:microsoft.com/office/officeart/2005/8/layout/hierarchy6"/>
    <dgm:cxn modelId="{C749339A-217D-4BF7-9F41-13226E39CF97}" type="presParOf" srcId="{1AB79349-0E22-467A-8E0E-D0642E528E16}" destId="{45FA3273-AA94-4CBE-B94A-F313B0480FD1}" srcOrd="1" destOrd="0" presId="urn:microsoft.com/office/officeart/2005/8/layout/hierarchy6"/>
    <dgm:cxn modelId="{E3FECE9E-194D-4DFC-AE3D-08A39725D2D0}" type="presParOf" srcId="{45FA3273-AA94-4CBE-B94A-F313B0480FD1}" destId="{584C86D4-45E0-4B20-A63B-6F8A0F9AFEC0}" srcOrd="0" destOrd="0" presId="urn:microsoft.com/office/officeart/2005/8/layout/hierarchy6"/>
    <dgm:cxn modelId="{1A1DE01D-4F03-460B-978E-0F4F8F132EF4}" type="presParOf" srcId="{45FA3273-AA94-4CBE-B94A-F313B0480FD1}" destId="{91914F86-2704-4E6A-ADCC-3F1171D905F4}" srcOrd="1" destOrd="0" presId="urn:microsoft.com/office/officeart/2005/8/layout/hierarchy6"/>
    <dgm:cxn modelId="{CA1EB3A6-91B6-41C8-AEC0-84FAAD4FB808}" type="presParOf" srcId="{91914F86-2704-4E6A-ADCC-3F1171D905F4}" destId="{FC3BD571-895A-41DF-8BD5-2C34AD0C023E}" srcOrd="0" destOrd="0" presId="urn:microsoft.com/office/officeart/2005/8/layout/hierarchy6"/>
    <dgm:cxn modelId="{4BF80052-19D9-4BAF-92AB-61F9B6183790}" type="presParOf" srcId="{91914F86-2704-4E6A-ADCC-3F1171D905F4}" destId="{0BFA8D1A-D5DF-4D72-ABC5-57DDC9782451}" srcOrd="1" destOrd="0" presId="urn:microsoft.com/office/officeart/2005/8/layout/hierarchy6"/>
    <dgm:cxn modelId="{FE1C85C4-C883-46B4-95C7-473A69E1CDEF}" type="presParOf" srcId="{68FE0B76-65D1-4974-BB82-E664384916CC}" destId="{CEA4AA81-6664-485C-BF2B-26EA1F161CB6}" srcOrd="2" destOrd="0" presId="urn:microsoft.com/office/officeart/2005/8/layout/hierarchy6"/>
    <dgm:cxn modelId="{FDD57E80-3593-43BE-A844-B2356352908F}" type="presParOf" srcId="{68FE0B76-65D1-4974-BB82-E664384916CC}" destId="{3006CC71-1380-4AC7-A921-D40E89A3C8A6}" srcOrd="3" destOrd="0" presId="urn:microsoft.com/office/officeart/2005/8/layout/hierarchy6"/>
    <dgm:cxn modelId="{19399E44-C12F-4A15-BCD3-E098C45CCA31}" type="presParOf" srcId="{3006CC71-1380-4AC7-A921-D40E89A3C8A6}" destId="{8A49FCD1-9DF2-4D77-9B63-17B770F589EF}" srcOrd="0" destOrd="0" presId="urn:microsoft.com/office/officeart/2005/8/layout/hierarchy6"/>
    <dgm:cxn modelId="{F169EFF7-3A73-4D0C-A2DC-B1AA82FEF2CF}" type="presParOf" srcId="{3006CC71-1380-4AC7-A921-D40E89A3C8A6}" destId="{AD916BA7-0ABA-4FF7-8BAD-1C4DBF832CF4}" srcOrd="1" destOrd="0" presId="urn:microsoft.com/office/officeart/2005/8/layout/hierarchy6"/>
    <dgm:cxn modelId="{9ABA8A15-7F7E-4EB4-91E7-5CD7541AD5FF}" type="presParOf" srcId="{AD916BA7-0ABA-4FF7-8BAD-1C4DBF832CF4}" destId="{1AA65AEF-73DA-4C28-A1D6-066ADEE9B268}" srcOrd="0" destOrd="0" presId="urn:microsoft.com/office/officeart/2005/8/layout/hierarchy6"/>
    <dgm:cxn modelId="{4FFD6D9C-1CF6-406B-AFF9-28B6B771B42B}" type="presParOf" srcId="{AD916BA7-0ABA-4FF7-8BAD-1C4DBF832CF4}" destId="{ACD43EC2-6611-4F17-834E-451C80C7AD58}" srcOrd="1" destOrd="0" presId="urn:microsoft.com/office/officeart/2005/8/layout/hierarchy6"/>
    <dgm:cxn modelId="{0EE9ADB8-304A-406B-B447-B7A7A2A91765}" type="presParOf" srcId="{ACD43EC2-6611-4F17-834E-451C80C7AD58}" destId="{4D883BFF-4F3E-4655-878A-15A81A37CB5F}" srcOrd="0" destOrd="0" presId="urn:microsoft.com/office/officeart/2005/8/layout/hierarchy6"/>
    <dgm:cxn modelId="{F7B98410-B094-436B-9B80-CCA2ECCFAE68}" type="presParOf" srcId="{ACD43EC2-6611-4F17-834E-451C80C7AD58}" destId="{B3B1D463-5C0F-404B-AD1C-D7CF3E4EFA8D}" srcOrd="1" destOrd="0" presId="urn:microsoft.com/office/officeart/2005/8/layout/hierarchy6"/>
    <dgm:cxn modelId="{6E2A1844-749B-48A5-8E97-CC8DDA26017D}" type="presParOf" srcId="{D88137C2-35D1-4B23-A35B-FDC1DC3185B8}" destId="{5EDA3F09-F122-4EC6-8C2B-69E3D6A75D90}" srcOrd="2" destOrd="0" presId="urn:microsoft.com/office/officeart/2005/8/layout/hierarchy6"/>
    <dgm:cxn modelId="{A4D96A5B-69DC-4695-923B-0DF42369A0E2}" type="presParOf" srcId="{D88137C2-35D1-4B23-A35B-FDC1DC3185B8}" destId="{1AA1EF89-2C08-41A9-B350-7379C9D8244D}" srcOrd="3" destOrd="0" presId="urn:microsoft.com/office/officeart/2005/8/layout/hierarchy6"/>
    <dgm:cxn modelId="{1F9365BF-E622-4DB6-ABC6-D637AD797457}" type="presParOf" srcId="{1AA1EF89-2C08-41A9-B350-7379C9D8244D}" destId="{F8470DC0-16E2-4A63-8EB1-87206F3713C3}" srcOrd="0" destOrd="0" presId="urn:microsoft.com/office/officeart/2005/8/layout/hierarchy6"/>
    <dgm:cxn modelId="{4B37479E-2089-4630-A809-F20D7FCAFD1E}" type="presParOf" srcId="{1AA1EF89-2C08-41A9-B350-7379C9D8244D}" destId="{8FD8968B-C614-45BF-A22A-76BE1F3F9BBF}" srcOrd="1" destOrd="0" presId="urn:microsoft.com/office/officeart/2005/8/layout/hierarchy6"/>
    <dgm:cxn modelId="{D98940BF-4337-430C-9F31-1686F85B43B1}" type="presParOf" srcId="{57D267DD-68F7-470E-B967-9737B2C911F2}" destId="{334192BC-88DB-46D9-84C5-DD80F02AABD4}" srcOrd="2" destOrd="0" presId="urn:microsoft.com/office/officeart/2005/8/layout/hierarchy6"/>
    <dgm:cxn modelId="{435B9196-7612-4491-8201-D2B9E0FC0262}" type="presParOf" srcId="{57D267DD-68F7-470E-B967-9737B2C911F2}" destId="{B37C6C9D-2AFB-4987-B683-3543EE9D7D1C}" srcOrd="3" destOrd="0" presId="urn:microsoft.com/office/officeart/2005/8/layout/hierarchy6"/>
    <dgm:cxn modelId="{5B61AD38-D3E0-45FB-99BE-D5950AC1C20C}" type="presParOf" srcId="{B37C6C9D-2AFB-4987-B683-3543EE9D7D1C}" destId="{5F81CC8C-986E-44C0-8512-33171EDBE931}" srcOrd="0" destOrd="0" presId="urn:microsoft.com/office/officeart/2005/8/layout/hierarchy6"/>
    <dgm:cxn modelId="{29625F22-0EC3-4D2E-A0BE-287ABE3F07A0}" type="presParOf" srcId="{B37C6C9D-2AFB-4987-B683-3543EE9D7D1C}" destId="{3CB87104-092B-4FBE-A335-55B023495577}" srcOrd="1" destOrd="0" presId="urn:microsoft.com/office/officeart/2005/8/layout/hierarchy6"/>
    <dgm:cxn modelId="{19FE0058-3237-4053-9F93-9D8EB249C792}" type="presParOf" srcId="{3CB87104-092B-4FBE-A335-55B023495577}" destId="{ABEDBE4C-38BD-40C2-A5A2-89F217C83D12}" srcOrd="0" destOrd="0" presId="urn:microsoft.com/office/officeart/2005/8/layout/hierarchy6"/>
    <dgm:cxn modelId="{D49FF4C9-2A61-4F4A-8648-46A9EEBDFF2D}" type="presParOf" srcId="{3CB87104-092B-4FBE-A335-55B023495577}" destId="{360F9503-6B47-42D6-B775-17481A6CEFBC}" srcOrd="1" destOrd="0" presId="urn:microsoft.com/office/officeart/2005/8/layout/hierarchy6"/>
    <dgm:cxn modelId="{8ACCA270-42E7-4AB2-BB4B-F774DD742E64}" type="presParOf" srcId="{360F9503-6B47-42D6-B775-17481A6CEFBC}" destId="{3DE169E4-B502-46A5-BC70-59CD6AD7FAB9}" srcOrd="0" destOrd="0" presId="urn:microsoft.com/office/officeart/2005/8/layout/hierarchy6"/>
    <dgm:cxn modelId="{6CB4926F-D0B4-4122-9902-C10700AECD6A}" type="presParOf" srcId="{360F9503-6B47-42D6-B775-17481A6CEFBC}" destId="{EF6B888F-8477-4C68-A8B7-65A4814B7A9D}" srcOrd="1" destOrd="0" presId="urn:microsoft.com/office/officeart/2005/8/layout/hierarchy6"/>
    <dgm:cxn modelId="{D5E33F10-E70E-4297-B5D7-D0DA5808E9A8}" type="presParOf" srcId="{3CB87104-092B-4FBE-A335-55B023495577}" destId="{D2CFD8B4-2A64-44A2-8DCA-E12ADCC720AB}" srcOrd="2" destOrd="0" presId="urn:microsoft.com/office/officeart/2005/8/layout/hierarchy6"/>
    <dgm:cxn modelId="{BF936B78-E2E6-47CB-A549-7FBA1AF23F42}" type="presParOf" srcId="{3CB87104-092B-4FBE-A335-55B023495577}" destId="{57E3F86C-5C98-4203-AA5A-F760479E0EC4}" srcOrd="3" destOrd="0" presId="urn:microsoft.com/office/officeart/2005/8/layout/hierarchy6"/>
    <dgm:cxn modelId="{4403FD02-CA73-490A-AD5A-C7A660193BA6}" type="presParOf" srcId="{57E3F86C-5C98-4203-AA5A-F760479E0EC4}" destId="{114626E1-9BE7-4FAF-998D-425383AEA7C1}" srcOrd="0" destOrd="0" presId="urn:microsoft.com/office/officeart/2005/8/layout/hierarchy6"/>
    <dgm:cxn modelId="{9D573E1A-5A20-4F30-9ECA-EB33F6847BB0}" type="presParOf" srcId="{57E3F86C-5C98-4203-AA5A-F760479E0EC4}" destId="{4F4B93FC-02BD-4E64-A517-52585DD2B5D4}" srcOrd="1" destOrd="0" presId="urn:microsoft.com/office/officeart/2005/8/layout/hierarchy6"/>
    <dgm:cxn modelId="{F79DD5FF-6C76-4288-87FD-B14D3A5D060C}" type="presParOf" srcId="{4873A05E-2E15-4952-8D2C-CBF8428E175D}" destId="{5A90F33F-643E-4502-9AF6-9D2791DBAB6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6E01B0-7475-4C7A-923E-08C6E240DA8F}" type="doc">
      <dgm:prSet loTypeId="urn:microsoft.com/office/officeart/2005/8/layout/hierarchy6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166E3FCA-3D41-42F3-9AE7-E1C078B45A7E}">
      <dgm:prSet phldrT="[Text]"/>
      <dgm:spPr/>
      <dgm:t>
        <a:bodyPr/>
        <a:lstStyle/>
        <a:p>
          <a:r>
            <a:rPr lang="en-US" dirty="0"/>
            <a:t>Fib(4)</a:t>
          </a:r>
        </a:p>
      </dgm:t>
    </dgm:pt>
    <dgm:pt modelId="{01EC8E7C-A651-4CC7-B3B1-26A56EFFE992}" type="parTrans" cxnId="{E42478AC-05BC-42CB-BB8D-7893C598C221}">
      <dgm:prSet/>
      <dgm:spPr/>
      <dgm:t>
        <a:bodyPr/>
        <a:lstStyle/>
        <a:p>
          <a:endParaRPr lang="en-US"/>
        </a:p>
      </dgm:t>
    </dgm:pt>
    <dgm:pt modelId="{7676B177-6687-4476-B2A8-BD00CA4FC2D1}" type="sibTrans" cxnId="{E42478AC-05BC-42CB-BB8D-7893C598C221}">
      <dgm:prSet/>
      <dgm:spPr/>
      <dgm:t>
        <a:bodyPr/>
        <a:lstStyle/>
        <a:p>
          <a:endParaRPr lang="en-US"/>
        </a:p>
      </dgm:t>
    </dgm:pt>
    <dgm:pt modelId="{EFCF4B24-FEAD-4630-B8D3-E15BA2B49252}">
      <dgm:prSet phldrT="[Text]"/>
      <dgm:spPr/>
      <dgm:t>
        <a:bodyPr/>
        <a:lstStyle/>
        <a:p>
          <a:r>
            <a:rPr lang="en-US" dirty="0"/>
            <a:t>Fib(3)</a:t>
          </a:r>
        </a:p>
      </dgm:t>
    </dgm:pt>
    <dgm:pt modelId="{A269067F-3627-4F60-B6E1-BFBD9068CB4F}" type="parTrans" cxnId="{E5A6FD29-01A1-4D8E-BAAA-E0B850325D1E}">
      <dgm:prSet/>
      <dgm:spPr/>
      <dgm:t>
        <a:bodyPr/>
        <a:lstStyle/>
        <a:p>
          <a:endParaRPr lang="en-US"/>
        </a:p>
      </dgm:t>
    </dgm:pt>
    <dgm:pt modelId="{1C1D24FA-9479-4A8B-A1FC-93FC5444C980}" type="sibTrans" cxnId="{E5A6FD29-01A1-4D8E-BAAA-E0B850325D1E}">
      <dgm:prSet/>
      <dgm:spPr/>
      <dgm:t>
        <a:bodyPr/>
        <a:lstStyle/>
        <a:p>
          <a:endParaRPr lang="en-US"/>
        </a:p>
      </dgm:t>
    </dgm:pt>
    <dgm:pt modelId="{7ACB5E19-4CA6-4FE0-BAD5-0FA6DB8DC80B}">
      <dgm:prSet phldrT="[Text]"/>
      <dgm:spPr/>
      <dgm:t>
        <a:bodyPr/>
        <a:lstStyle/>
        <a:p>
          <a:r>
            <a:rPr lang="en-US" dirty="0"/>
            <a:t>Fib(2)</a:t>
          </a:r>
        </a:p>
      </dgm:t>
    </dgm:pt>
    <dgm:pt modelId="{31F2C0A3-A74F-4F26-82C8-80B566AA9561}" type="parTrans" cxnId="{B6A5DF55-80D1-42C9-ACD6-2952D00B2493}">
      <dgm:prSet/>
      <dgm:spPr/>
      <dgm:t>
        <a:bodyPr/>
        <a:lstStyle/>
        <a:p>
          <a:endParaRPr lang="en-US"/>
        </a:p>
      </dgm:t>
    </dgm:pt>
    <dgm:pt modelId="{31E25F71-53DA-48B1-B451-CC19368049E4}" type="sibTrans" cxnId="{B6A5DF55-80D1-42C9-ACD6-2952D00B2493}">
      <dgm:prSet/>
      <dgm:spPr/>
      <dgm:t>
        <a:bodyPr/>
        <a:lstStyle/>
        <a:p>
          <a:endParaRPr lang="en-US"/>
        </a:p>
      </dgm:t>
    </dgm:pt>
    <dgm:pt modelId="{B76B2D71-08C8-496E-8370-3F01DE561D6D}">
      <dgm:prSet phldrT="[Text]"/>
      <dgm:spPr/>
      <dgm:t>
        <a:bodyPr/>
        <a:lstStyle/>
        <a:p>
          <a:r>
            <a:rPr lang="en-US" strike="sngStrike" dirty="0"/>
            <a:t>Fib(2)</a:t>
          </a:r>
        </a:p>
      </dgm:t>
    </dgm:pt>
    <dgm:pt modelId="{77EA6027-BA56-41FC-947F-C34AA24D2564}" type="parTrans" cxnId="{0075FBE6-2524-4CA5-8417-683F0D1B6EEF}">
      <dgm:prSet/>
      <dgm:spPr/>
      <dgm:t>
        <a:bodyPr/>
        <a:lstStyle/>
        <a:p>
          <a:endParaRPr lang="en-US"/>
        </a:p>
      </dgm:t>
    </dgm:pt>
    <dgm:pt modelId="{55C272FE-98DE-4A8C-9572-AD92837FD993}" type="sibTrans" cxnId="{0075FBE6-2524-4CA5-8417-683F0D1B6EEF}">
      <dgm:prSet/>
      <dgm:spPr/>
      <dgm:t>
        <a:bodyPr/>
        <a:lstStyle/>
        <a:p>
          <a:endParaRPr lang="en-US"/>
        </a:p>
      </dgm:t>
    </dgm:pt>
    <dgm:pt modelId="{42AEBBD9-EE3C-470B-96DE-A5742284FD98}">
      <dgm:prSet phldrT="[Text]"/>
      <dgm:spPr/>
      <dgm:t>
        <a:bodyPr/>
        <a:lstStyle/>
        <a:p>
          <a:r>
            <a:rPr lang="en-US" dirty="0"/>
            <a:t>Fib(1)</a:t>
          </a:r>
        </a:p>
      </dgm:t>
    </dgm:pt>
    <dgm:pt modelId="{982A61C4-A90E-46AE-9891-4A35DF98C852}" type="parTrans" cxnId="{78A712B2-23B8-47D6-AD33-CC1A316D7F49}">
      <dgm:prSet/>
      <dgm:spPr/>
      <dgm:t>
        <a:bodyPr/>
        <a:lstStyle/>
        <a:p>
          <a:endParaRPr lang="en-US"/>
        </a:p>
      </dgm:t>
    </dgm:pt>
    <dgm:pt modelId="{FB2E6AE3-FC85-4D63-BBA3-9FC39B94AB9F}" type="sibTrans" cxnId="{78A712B2-23B8-47D6-AD33-CC1A316D7F49}">
      <dgm:prSet/>
      <dgm:spPr/>
      <dgm:t>
        <a:bodyPr/>
        <a:lstStyle/>
        <a:p>
          <a:endParaRPr lang="en-US"/>
        </a:p>
      </dgm:t>
    </dgm:pt>
    <dgm:pt modelId="{5B1AFB76-0B18-4CB0-887A-90D42C45E1DE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02BAA81D-98CF-47C8-9A4C-A29376D5A61E}" type="parTrans" cxnId="{FF2C12C1-C782-402F-8B1A-287F1455BA02}">
      <dgm:prSet/>
      <dgm:spPr/>
      <dgm:t>
        <a:bodyPr/>
        <a:lstStyle/>
        <a:p>
          <a:endParaRPr lang="en-US"/>
        </a:p>
      </dgm:t>
    </dgm:pt>
    <dgm:pt modelId="{903C0266-E6A0-46F2-B302-F837117B4B16}" type="sibTrans" cxnId="{FF2C12C1-C782-402F-8B1A-287F1455BA02}">
      <dgm:prSet/>
      <dgm:spPr/>
      <dgm:t>
        <a:bodyPr/>
        <a:lstStyle/>
        <a:p>
          <a:endParaRPr lang="en-US"/>
        </a:p>
      </dgm:t>
    </dgm:pt>
    <dgm:pt modelId="{5C3EFB8E-B203-4C74-A6D2-0B5EDFD7C3AF}">
      <dgm:prSet phldrT="[Text]"/>
      <dgm:spPr/>
      <dgm:t>
        <a:bodyPr/>
        <a:lstStyle/>
        <a:p>
          <a:r>
            <a:rPr lang="en-US" dirty="0"/>
            <a:t>1</a:t>
          </a:r>
        </a:p>
      </dgm:t>
    </dgm:pt>
    <dgm:pt modelId="{A918B9C4-A4AE-4AAF-B2D2-2F8FF02464EA}" type="parTrans" cxnId="{24134D58-9827-4DFA-8FCF-9D13DA0352BE}">
      <dgm:prSet/>
      <dgm:spPr/>
      <dgm:t>
        <a:bodyPr/>
        <a:lstStyle/>
        <a:p>
          <a:endParaRPr lang="en-US"/>
        </a:p>
      </dgm:t>
    </dgm:pt>
    <dgm:pt modelId="{35211FE4-967C-4BE0-A47B-A56E8BA717BD}" type="sibTrans" cxnId="{24134D58-9827-4DFA-8FCF-9D13DA0352BE}">
      <dgm:prSet/>
      <dgm:spPr/>
      <dgm:t>
        <a:bodyPr/>
        <a:lstStyle/>
        <a:p>
          <a:endParaRPr lang="en-US"/>
        </a:p>
      </dgm:t>
    </dgm:pt>
    <dgm:pt modelId="{952E4017-E056-49B0-B96C-7D5A93099DC4}">
      <dgm:prSet phldrT="[Text]"/>
      <dgm:spPr/>
      <dgm:t>
        <a:bodyPr/>
        <a:lstStyle/>
        <a:p>
          <a:r>
            <a:rPr lang="en-US" dirty="0"/>
            <a:t>Fib(5)</a:t>
          </a:r>
        </a:p>
      </dgm:t>
    </dgm:pt>
    <dgm:pt modelId="{8BC4F287-5A79-4387-B569-A31D13BD7DEE}" type="parTrans" cxnId="{4ACBB167-6CF5-4C9C-A130-EEF54C2F0AB3}">
      <dgm:prSet/>
      <dgm:spPr/>
      <dgm:t>
        <a:bodyPr/>
        <a:lstStyle/>
        <a:p>
          <a:endParaRPr lang="en-US"/>
        </a:p>
      </dgm:t>
    </dgm:pt>
    <dgm:pt modelId="{8C9B4622-1AAA-4ACF-B086-76021892A9A7}" type="sibTrans" cxnId="{4ACBB167-6CF5-4C9C-A130-EEF54C2F0AB3}">
      <dgm:prSet/>
      <dgm:spPr/>
      <dgm:t>
        <a:bodyPr/>
        <a:lstStyle/>
        <a:p>
          <a:endParaRPr lang="en-US"/>
        </a:p>
      </dgm:t>
    </dgm:pt>
    <dgm:pt modelId="{DA0DFD3D-F54C-4DF9-B6E4-870E2CC85B71}">
      <dgm:prSet phldrT="[Text]"/>
      <dgm:spPr/>
      <dgm:t>
        <a:bodyPr/>
        <a:lstStyle/>
        <a:p>
          <a:r>
            <a:rPr lang="en-US" strike="sngStrike" dirty="0"/>
            <a:t>Fib</a:t>
          </a:r>
          <a:r>
            <a:rPr lang="en-US" dirty="0"/>
            <a:t>(3)</a:t>
          </a:r>
        </a:p>
      </dgm:t>
    </dgm:pt>
    <dgm:pt modelId="{73DE6227-CE68-41B8-80BC-E6AAE6F92ECE}" type="parTrans" cxnId="{50040B44-A05E-443D-B857-3A1152921EA0}">
      <dgm:prSet/>
      <dgm:spPr/>
      <dgm:t>
        <a:bodyPr/>
        <a:lstStyle/>
        <a:p>
          <a:endParaRPr lang="en-US"/>
        </a:p>
      </dgm:t>
    </dgm:pt>
    <dgm:pt modelId="{3F5C5E83-5D5A-44D0-A7B3-87B2EA18F0AD}" type="sibTrans" cxnId="{50040B44-A05E-443D-B857-3A1152921EA0}">
      <dgm:prSet/>
      <dgm:spPr/>
      <dgm:t>
        <a:bodyPr/>
        <a:lstStyle/>
        <a:p>
          <a:endParaRPr lang="en-US"/>
        </a:p>
      </dgm:t>
    </dgm:pt>
    <dgm:pt modelId="{4873A05E-2E15-4952-8D2C-CBF8428E175D}" type="pres">
      <dgm:prSet presAssocID="{FA6E01B0-7475-4C7A-923E-08C6E240DA8F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A544D56-C7E1-46A0-B98D-95B9EC872B10}" type="pres">
      <dgm:prSet presAssocID="{FA6E01B0-7475-4C7A-923E-08C6E240DA8F}" presName="hierFlow" presStyleCnt="0"/>
      <dgm:spPr/>
    </dgm:pt>
    <dgm:pt modelId="{46EBE6A6-6A5C-44A6-817E-B3EE18EC2425}" type="pres">
      <dgm:prSet presAssocID="{FA6E01B0-7475-4C7A-923E-08C6E240DA8F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7C23E5E0-0793-4FE5-A817-5D4526AEA5F1}" type="pres">
      <dgm:prSet presAssocID="{952E4017-E056-49B0-B96C-7D5A93099DC4}" presName="Name14" presStyleCnt="0"/>
      <dgm:spPr/>
    </dgm:pt>
    <dgm:pt modelId="{E4306C6C-F022-479B-A81C-3C4094A53A3D}" type="pres">
      <dgm:prSet presAssocID="{952E4017-E056-49B0-B96C-7D5A93099DC4}" presName="level1Shape" presStyleLbl="node0" presStyleIdx="0" presStyleCnt="1">
        <dgm:presLayoutVars>
          <dgm:chPref val="3"/>
        </dgm:presLayoutVars>
      </dgm:prSet>
      <dgm:spPr/>
    </dgm:pt>
    <dgm:pt modelId="{57D267DD-68F7-470E-B967-9737B2C911F2}" type="pres">
      <dgm:prSet presAssocID="{952E4017-E056-49B0-B96C-7D5A93099DC4}" presName="hierChild2" presStyleCnt="0"/>
      <dgm:spPr/>
    </dgm:pt>
    <dgm:pt modelId="{1CE02A99-1FBA-41E3-9C63-4E805DDB1403}" type="pres">
      <dgm:prSet presAssocID="{01EC8E7C-A651-4CC7-B3B1-26A56EFFE992}" presName="Name19" presStyleLbl="parChTrans1D2" presStyleIdx="0" presStyleCnt="2"/>
      <dgm:spPr/>
    </dgm:pt>
    <dgm:pt modelId="{E695FFDC-3230-4BAC-9CBD-8AAD10C324C0}" type="pres">
      <dgm:prSet presAssocID="{166E3FCA-3D41-42F3-9AE7-E1C078B45A7E}" presName="Name21" presStyleCnt="0"/>
      <dgm:spPr/>
    </dgm:pt>
    <dgm:pt modelId="{D6AECC65-43C0-4D34-B143-74DF4A977D37}" type="pres">
      <dgm:prSet presAssocID="{166E3FCA-3D41-42F3-9AE7-E1C078B45A7E}" presName="level2Shape" presStyleLbl="node2" presStyleIdx="0" presStyleCnt="2"/>
      <dgm:spPr/>
    </dgm:pt>
    <dgm:pt modelId="{D88137C2-35D1-4B23-A35B-FDC1DC3185B8}" type="pres">
      <dgm:prSet presAssocID="{166E3FCA-3D41-42F3-9AE7-E1C078B45A7E}" presName="hierChild3" presStyleCnt="0"/>
      <dgm:spPr/>
    </dgm:pt>
    <dgm:pt modelId="{52C9D270-27F2-4746-AD48-0D154AA8958A}" type="pres">
      <dgm:prSet presAssocID="{A269067F-3627-4F60-B6E1-BFBD9068CB4F}" presName="Name19" presStyleLbl="parChTrans1D3" presStyleIdx="0" presStyleCnt="2"/>
      <dgm:spPr/>
    </dgm:pt>
    <dgm:pt modelId="{9C494A6E-C8DC-4134-BDA6-94AC8522A9A6}" type="pres">
      <dgm:prSet presAssocID="{EFCF4B24-FEAD-4630-B8D3-E15BA2B49252}" presName="Name21" presStyleCnt="0"/>
      <dgm:spPr/>
    </dgm:pt>
    <dgm:pt modelId="{835FF622-6341-416E-90F8-2CC250A0A570}" type="pres">
      <dgm:prSet presAssocID="{EFCF4B24-FEAD-4630-B8D3-E15BA2B49252}" presName="level2Shape" presStyleLbl="node3" presStyleIdx="0" presStyleCnt="2"/>
      <dgm:spPr/>
    </dgm:pt>
    <dgm:pt modelId="{68FE0B76-65D1-4974-BB82-E664384916CC}" type="pres">
      <dgm:prSet presAssocID="{EFCF4B24-FEAD-4630-B8D3-E15BA2B49252}" presName="hierChild3" presStyleCnt="0"/>
      <dgm:spPr/>
    </dgm:pt>
    <dgm:pt modelId="{4EAD4FD0-BF9F-4FF7-8E1E-71128267D5BC}" type="pres">
      <dgm:prSet presAssocID="{982A61C4-A90E-46AE-9891-4A35DF98C852}" presName="Name19" presStyleLbl="parChTrans1D4" presStyleIdx="0" presStyleCnt="4"/>
      <dgm:spPr/>
    </dgm:pt>
    <dgm:pt modelId="{1AB79349-0E22-467A-8E0E-D0642E528E16}" type="pres">
      <dgm:prSet presAssocID="{42AEBBD9-EE3C-470B-96DE-A5742284FD98}" presName="Name21" presStyleCnt="0"/>
      <dgm:spPr/>
    </dgm:pt>
    <dgm:pt modelId="{4454FA0D-3869-488B-8B13-866CCB8A5791}" type="pres">
      <dgm:prSet presAssocID="{42AEBBD9-EE3C-470B-96DE-A5742284FD98}" presName="level2Shape" presStyleLbl="node4" presStyleIdx="0" presStyleCnt="4"/>
      <dgm:spPr/>
    </dgm:pt>
    <dgm:pt modelId="{45FA3273-AA94-4CBE-B94A-F313B0480FD1}" type="pres">
      <dgm:prSet presAssocID="{42AEBBD9-EE3C-470B-96DE-A5742284FD98}" presName="hierChild3" presStyleCnt="0"/>
      <dgm:spPr/>
    </dgm:pt>
    <dgm:pt modelId="{584C86D4-45E0-4B20-A63B-6F8A0F9AFEC0}" type="pres">
      <dgm:prSet presAssocID="{02BAA81D-98CF-47C8-9A4C-A29376D5A61E}" presName="Name19" presStyleLbl="parChTrans1D4" presStyleIdx="1" presStyleCnt="4"/>
      <dgm:spPr/>
    </dgm:pt>
    <dgm:pt modelId="{91914F86-2704-4E6A-ADCC-3F1171D905F4}" type="pres">
      <dgm:prSet presAssocID="{5B1AFB76-0B18-4CB0-887A-90D42C45E1DE}" presName="Name21" presStyleCnt="0"/>
      <dgm:spPr/>
    </dgm:pt>
    <dgm:pt modelId="{FC3BD571-895A-41DF-8BD5-2C34AD0C023E}" type="pres">
      <dgm:prSet presAssocID="{5B1AFB76-0B18-4CB0-887A-90D42C45E1DE}" presName="level2Shape" presStyleLbl="node4" presStyleIdx="1" presStyleCnt="4"/>
      <dgm:spPr/>
    </dgm:pt>
    <dgm:pt modelId="{0BFA8D1A-D5DF-4D72-ABC5-57DDC9782451}" type="pres">
      <dgm:prSet presAssocID="{5B1AFB76-0B18-4CB0-887A-90D42C45E1DE}" presName="hierChild3" presStyleCnt="0"/>
      <dgm:spPr/>
    </dgm:pt>
    <dgm:pt modelId="{CEA4AA81-6664-485C-BF2B-26EA1F161CB6}" type="pres">
      <dgm:prSet presAssocID="{31F2C0A3-A74F-4F26-82C8-80B566AA9561}" presName="Name19" presStyleLbl="parChTrans1D4" presStyleIdx="2" presStyleCnt="4"/>
      <dgm:spPr/>
    </dgm:pt>
    <dgm:pt modelId="{3006CC71-1380-4AC7-A921-D40E89A3C8A6}" type="pres">
      <dgm:prSet presAssocID="{7ACB5E19-4CA6-4FE0-BAD5-0FA6DB8DC80B}" presName="Name21" presStyleCnt="0"/>
      <dgm:spPr/>
    </dgm:pt>
    <dgm:pt modelId="{8A49FCD1-9DF2-4D77-9B63-17B770F589EF}" type="pres">
      <dgm:prSet presAssocID="{7ACB5E19-4CA6-4FE0-BAD5-0FA6DB8DC80B}" presName="level2Shape" presStyleLbl="node4" presStyleIdx="2" presStyleCnt="4"/>
      <dgm:spPr/>
    </dgm:pt>
    <dgm:pt modelId="{AD916BA7-0ABA-4FF7-8BAD-1C4DBF832CF4}" type="pres">
      <dgm:prSet presAssocID="{7ACB5E19-4CA6-4FE0-BAD5-0FA6DB8DC80B}" presName="hierChild3" presStyleCnt="0"/>
      <dgm:spPr/>
    </dgm:pt>
    <dgm:pt modelId="{1AA65AEF-73DA-4C28-A1D6-066ADEE9B268}" type="pres">
      <dgm:prSet presAssocID="{A918B9C4-A4AE-4AAF-B2D2-2F8FF02464EA}" presName="Name19" presStyleLbl="parChTrans1D4" presStyleIdx="3" presStyleCnt="4"/>
      <dgm:spPr/>
    </dgm:pt>
    <dgm:pt modelId="{ACD43EC2-6611-4F17-834E-451C80C7AD58}" type="pres">
      <dgm:prSet presAssocID="{5C3EFB8E-B203-4C74-A6D2-0B5EDFD7C3AF}" presName="Name21" presStyleCnt="0"/>
      <dgm:spPr/>
    </dgm:pt>
    <dgm:pt modelId="{4D883BFF-4F3E-4655-878A-15A81A37CB5F}" type="pres">
      <dgm:prSet presAssocID="{5C3EFB8E-B203-4C74-A6D2-0B5EDFD7C3AF}" presName="level2Shape" presStyleLbl="node4" presStyleIdx="3" presStyleCnt="4"/>
      <dgm:spPr/>
    </dgm:pt>
    <dgm:pt modelId="{B3B1D463-5C0F-404B-AD1C-D7CF3E4EFA8D}" type="pres">
      <dgm:prSet presAssocID="{5C3EFB8E-B203-4C74-A6D2-0B5EDFD7C3AF}" presName="hierChild3" presStyleCnt="0"/>
      <dgm:spPr/>
    </dgm:pt>
    <dgm:pt modelId="{5EDA3F09-F122-4EC6-8C2B-69E3D6A75D90}" type="pres">
      <dgm:prSet presAssocID="{77EA6027-BA56-41FC-947F-C34AA24D2564}" presName="Name19" presStyleLbl="parChTrans1D3" presStyleIdx="1" presStyleCnt="2"/>
      <dgm:spPr/>
    </dgm:pt>
    <dgm:pt modelId="{1AA1EF89-2C08-41A9-B350-7379C9D8244D}" type="pres">
      <dgm:prSet presAssocID="{B76B2D71-08C8-496E-8370-3F01DE561D6D}" presName="Name21" presStyleCnt="0"/>
      <dgm:spPr/>
    </dgm:pt>
    <dgm:pt modelId="{F8470DC0-16E2-4A63-8EB1-87206F3713C3}" type="pres">
      <dgm:prSet presAssocID="{B76B2D71-08C8-496E-8370-3F01DE561D6D}" presName="level2Shape" presStyleLbl="node3" presStyleIdx="1" presStyleCnt="2"/>
      <dgm:spPr/>
    </dgm:pt>
    <dgm:pt modelId="{8FD8968B-C614-45BF-A22A-76BE1F3F9BBF}" type="pres">
      <dgm:prSet presAssocID="{B76B2D71-08C8-496E-8370-3F01DE561D6D}" presName="hierChild3" presStyleCnt="0"/>
      <dgm:spPr/>
    </dgm:pt>
    <dgm:pt modelId="{334192BC-88DB-46D9-84C5-DD80F02AABD4}" type="pres">
      <dgm:prSet presAssocID="{73DE6227-CE68-41B8-80BC-E6AAE6F92ECE}" presName="Name19" presStyleLbl="parChTrans1D2" presStyleIdx="1" presStyleCnt="2"/>
      <dgm:spPr/>
    </dgm:pt>
    <dgm:pt modelId="{B37C6C9D-2AFB-4987-B683-3543EE9D7D1C}" type="pres">
      <dgm:prSet presAssocID="{DA0DFD3D-F54C-4DF9-B6E4-870E2CC85B71}" presName="Name21" presStyleCnt="0"/>
      <dgm:spPr/>
    </dgm:pt>
    <dgm:pt modelId="{5F81CC8C-986E-44C0-8512-33171EDBE931}" type="pres">
      <dgm:prSet presAssocID="{DA0DFD3D-F54C-4DF9-B6E4-870E2CC85B71}" presName="level2Shape" presStyleLbl="node2" presStyleIdx="1" presStyleCnt="2"/>
      <dgm:spPr/>
    </dgm:pt>
    <dgm:pt modelId="{3CB87104-092B-4FBE-A335-55B023495577}" type="pres">
      <dgm:prSet presAssocID="{DA0DFD3D-F54C-4DF9-B6E4-870E2CC85B71}" presName="hierChild3" presStyleCnt="0"/>
      <dgm:spPr/>
    </dgm:pt>
    <dgm:pt modelId="{5A90F33F-643E-4502-9AF6-9D2791DBAB65}" type="pres">
      <dgm:prSet presAssocID="{FA6E01B0-7475-4C7A-923E-08C6E240DA8F}" presName="bgShapesFlow" presStyleCnt="0"/>
      <dgm:spPr/>
    </dgm:pt>
  </dgm:ptLst>
  <dgm:cxnLst>
    <dgm:cxn modelId="{4E408302-AA53-457E-97E4-DC0EF30A7F4A}" type="presOf" srcId="{73DE6227-CE68-41B8-80BC-E6AAE6F92ECE}" destId="{334192BC-88DB-46D9-84C5-DD80F02AABD4}" srcOrd="0" destOrd="0" presId="urn:microsoft.com/office/officeart/2005/8/layout/hierarchy6"/>
    <dgm:cxn modelId="{C4F8E40A-0276-4671-AEC3-BB710C2CED77}" type="presOf" srcId="{A269067F-3627-4F60-B6E1-BFBD9068CB4F}" destId="{52C9D270-27F2-4746-AD48-0D154AA8958A}" srcOrd="0" destOrd="0" presId="urn:microsoft.com/office/officeart/2005/8/layout/hierarchy6"/>
    <dgm:cxn modelId="{01DD8514-6FB1-4055-8EA9-5D99F99624AA}" type="presOf" srcId="{A918B9C4-A4AE-4AAF-B2D2-2F8FF02464EA}" destId="{1AA65AEF-73DA-4C28-A1D6-066ADEE9B268}" srcOrd="0" destOrd="0" presId="urn:microsoft.com/office/officeart/2005/8/layout/hierarchy6"/>
    <dgm:cxn modelId="{0C72AF1A-5FFC-4024-80A9-5B71317CA035}" type="presOf" srcId="{77EA6027-BA56-41FC-947F-C34AA24D2564}" destId="{5EDA3F09-F122-4EC6-8C2B-69E3D6A75D90}" srcOrd="0" destOrd="0" presId="urn:microsoft.com/office/officeart/2005/8/layout/hierarchy6"/>
    <dgm:cxn modelId="{E9A29F1C-4BC3-4D9B-AA09-4B19A406C7D9}" type="presOf" srcId="{5B1AFB76-0B18-4CB0-887A-90D42C45E1DE}" destId="{FC3BD571-895A-41DF-8BD5-2C34AD0C023E}" srcOrd="0" destOrd="0" presId="urn:microsoft.com/office/officeart/2005/8/layout/hierarchy6"/>
    <dgm:cxn modelId="{C443EA1E-2FAD-49D3-9FA1-F0047AAC49D9}" type="presOf" srcId="{31F2C0A3-A74F-4F26-82C8-80B566AA9561}" destId="{CEA4AA81-6664-485C-BF2B-26EA1F161CB6}" srcOrd="0" destOrd="0" presId="urn:microsoft.com/office/officeart/2005/8/layout/hierarchy6"/>
    <dgm:cxn modelId="{E5A6FD29-01A1-4D8E-BAAA-E0B850325D1E}" srcId="{166E3FCA-3D41-42F3-9AE7-E1C078B45A7E}" destId="{EFCF4B24-FEAD-4630-B8D3-E15BA2B49252}" srcOrd="0" destOrd="0" parTransId="{A269067F-3627-4F60-B6E1-BFBD9068CB4F}" sibTransId="{1C1D24FA-9479-4A8B-A1FC-93FC5444C980}"/>
    <dgm:cxn modelId="{A79AAA2F-31B4-42F2-80B0-8B27E727F944}" type="presOf" srcId="{982A61C4-A90E-46AE-9891-4A35DF98C852}" destId="{4EAD4FD0-BF9F-4FF7-8E1E-71128267D5BC}" srcOrd="0" destOrd="0" presId="urn:microsoft.com/office/officeart/2005/8/layout/hierarchy6"/>
    <dgm:cxn modelId="{8F2F1434-6D8F-40D7-80C6-5AB11FB48D36}" type="presOf" srcId="{42AEBBD9-EE3C-470B-96DE-A5742284FD98}" destId="{4454FA0D-3869-488B-8B13-866CCB8A5791}" srcOrd="0" destOrd="0" presId="urn:microsoft.com/office/officeart/2005/8/layout/hierarchy6"/>
    <dgm:cxn modelId="{B783943E-D7BF-426D-BEFA-B4E6325BD96E}" type="presOf" srcId="{166E3FCA-3D41-42F3-9AE7-E1C078B45A7E}" destId="{D6AECC65-43C0-4D34-B143-74DF4A977D37}" srcOrd="0" destOrd="0" presId="urn:microsoft.com/office/officeart/2005/8/layout/hierarchy6"/>
    <dgm:cxn modelId="{50040B44-A05E-443D-B857-3A1152921EA0}" srcId="{952E4017-E056-49B0-B96C-7D5A93099DC4}" destId="{DA0DFD3D-F54C-4DF9-B6E4-870E2CC85B71}" srcOrd="1" destOrd="0" parTransId="{73DE6227-CE68-41B8-80BC-E6AAE6F92ECE}" sibTransId="{3F5C5E83-5D5A-44D0-A7B3-87B2EA18F0AD}"/>
    <dgm:cxn modelId="{4ACBB167-6CF5-4C9C-A130-EEF54C2F0AB3}" srcId="{FA6E01B0-7475-4C7A-923E-08C6E240DA8F}" destId="{952E4017-E056-49B0-B96C-7D5A93099DC4}" srcOrd="0" destOrd="0" parTransId="{8BC4F287-5A79-4387-B569-A31D13BD7DEE}" sibTransId="{8C9B4622-1AAA-4ACF-B086-76021892A9A7}"/>
    <dgm:cxn modelId="{B6A5DF55-80D1-42C9-ACD6-2952D00B2493}" srcId="{EFCF4B24-FEAD-4630-B8D3-E15BA2B49252}" destId="{7ACB5E19-4CA6-4FE0-BAD5-0FA6DB8DC80B}" srcOrd="1" destOrd="0" parTransId="{31F2C0A3-A74F-4F26-82C8-80B566AA9561}" sibTransId="{31E25F71-53DA-48B1-B451-CC19368049E4}"/>
    <dgm:cxn modelId="{24134D58-9827-4DFA-8FCF-9D13DA0352BE}" srcId="{7ACB5E19-4CA6-4FE0-BAD5-0FA6DB8DC80B}" destId="{5C3EFB8E-B203-4C74-A6D2-0B5EDFD7C3AF}" srcOrd="0" destOrd="0" parTransId="{A918B9C4-A4AE-4AAF-B2D2-2F8FF02464EA}" sibTransId="{35211FE4-967C-4BE0-A47B-A56E8BA717BD}"/>
    <dgm:cxn modelId="{02B80E92-F2C9-4C98-A921-D0A4D3D919C8}" type="presOf" srcId="{B76B2D71-08C8-496E-8370-3F01DE561D6D}" destId="{F8470DC0-16E2-4A63-8EB1-87206F3713C3}" srcOrd="0" destOrd="0" presId="urn:microsoft.com/office/officeart/2005/8/layout/hierarchy6"/>
    <dgm:cxn modelId="{89FE0DA3-D34F-4982-B560-605897F4C54A}" type="presOf" srcId="{EFCF4B24-FEAD-4630-B8D3-E15BA2B49252}" destId="{835FF622-6341-416E-90F8-2CC250A0A570}" srcOrd="0" destOrd="0" presId="urn:microsoft.com/office/officeart/2005/8/layout/hierarchy6"/>
    <dgm:cxn modelId="{B23FC5A4-1E54-4EA0-AC20-47F0B2CFA2E7}" type="presOf" srcId="{7ACB5E19-4CA6-4FE0-BAD5-0FA6DB8DC80B}" destId="{8A49FCD1-9DF2-4D77-9B63-17B770F589EF}" srcOrd="0" destOrd="0" presId="urn:microsoft.com/office/officeart/2005/8/layout/hierarchy6"/>
    <dgm:cxn modelId="{E42478AC-05BC-42CB-BB8D-7893C598C221}" srcId="{952E4017-E056-49B0-B96C-7D5A93099DC4}" destId="{166E3FCA-3D41-42F3-9AE7-E1C078B45A7E}" srcOrd="0" destOrd="0" parTransId="{01EC8E7C-A651-4CC7-B3B1-26A56EFFE992}" sibTransId="{7676B177-6687-4476-B2A8-BD00CA4FC2D1}"/>
    <dgm:cxn modelId="{78A712B2-23B8-47D6-AD33-CC1A316D7F49}" srcId="{EFCF4B24-FEAD-4630-B8D3-E15BA2B49252}" destId="{42AEBBD9-EE3C-470B-96DE-A5742284FD98}" srcOrd="0" destOrd="0" parTransId="{982A61C4-A90E-46AE-9891-4A35DF98C852}" sibTransId="{FB2E6AE3-FC85-4D63-BBA3-9FC39B94AB9F}"/>
    <dgm:cxn modelId="{FF2C12C1-C782-402F-8B1A-287F1455BA02}" srcId="{42AEBBD9-EE3C-470B-96DE-A5742284FD98}" destId="{5B1AFB76-0B18-4CB0-887A-90D42C45E1DE}" srcOrd="0" destOrd="0" parTransId="{02BAA81D-98CF-47C8-9A4C-A29376D5A61E}" sibTransId="{903C0266-E6A0-46F2-B302-F837117B4B16}"/>
    <dgm:cxn modelId="{93285DC1-5ADD-447B-A6C0-84E0D5EFC2D1}" type="presOf" srcId="{FA6E01B0-7475-4C7A-923E-08C6E240DA8F}" destId="{4873A05E-2E15-4952-8D2C-CBF8428E175D}" srcOrd="0" destOrd="0" presId="urn:microsoft.com/office/officeart/2005/8/layout/hierarchy6"/>
    <dgm:cxn modelId="{0052B5D0-A2D2-4789-AF1B-30E671CB1181}" type="presOf" srcId="{5C3EFB8E-B203-4C74-A6D2-0B5EDFD7C3AF}" destId="{4D883BFF-4F3E-4655-878A-15A81A37CB5F}" srcOrd="0" destOrd="0" presId="urn:microsoft.com/office/officeart/2005/8/layout/hierarchy6"/>
    <dgm:cxn modelId="{F21C9CD6-C375-4619-9766-4E580F2901D8}" type="presOf" srcId="{DA0DFD3D-F54C-4DF9-B6E4-870E2CC85B71}" destId="{5F81CC8C-986E-44C0-8512-33171EDBE931}" srcOrd="0" destOrd="0" presId="urn:microsoft.com/office/officeart/2005/8/layout/hierarchy6"/>
    <dgm:cxn modelId="{A967BCE3-961E-444C-B80C-BB3A13F18055}" type="presOf" srcId="{01EC8E7C-A651-4CC7-B3B1-26A56EFFE992}" destId="{1CE02A99-1FBA-41E3-9C63-4E805DDB1403}" srcOrd="0" destOrd="0" presId="urn:microsoft.com/office/officeart/2005/8/layout/hierarchy6"/>
    <dgm:cxn modelId="{0075FBE6-2524-4CA5-8417-683F0D1B6EEF}" srcId="{166E3FCA-3D41-42F3-9AE7-E1C078B45A7E}" destId="{B76B2D71-08C8-496E-8370-3F01DE561D6D}" srcOrd="1" destOrd="0" parTransId="{77EA6027-BA56-41FC-947F-C34AA24D2564}" sibTransId="{55C272FE-98DE-4A8C-9572-AD92837FD993}"/>
    <dgm:cxn modelId="{522BB3FC-DA10-4190-ABEF-BCB970D06B63}" type="presOf" srcId="{02BAA81D-98CF-47C8-9A4C-A29376D5A61E}" destId="{584C86D4-45E0-4B20-A63B-6F8A0F9AFEC0}" srcOrd="0" destOrd="0" presId="urn:microsoft.com/office/officeart/2005/8/layout/hierarchy6"/>
    <dgm:cxn modelId="{B8264EFD-CA2B-4C20-AC58-34AFB2834FFF}" type="presOf" srcId="{952E4017-E056-49B0-B96C-7D5A93099DC4}" destId="{E4306C6C-F022-479B-A81C-3C4094A53A3D}" srcOrd="0" destOrd="0" presId="urn:microsoft.com/office/officeart/2005/8/layout/hierarchy6"/>
    <dgm:cxn modelId="{A0497984-EDC9-4DFD-A8BC-40F3F17FE3E8}" type="presParOf" srcId="{4873A05E-2E15-4952-8D2C-CBF8428E175D}" destId="{4A544D56-C7E1-46A0-B98D-95B9EC872B10}" srcOrd="0" destOrd="0" presId="urn:microsoft.com/office/officeart/2005/8/layout/hierarchy6"/>
    <dgm:cxn modelId="{F0AA96C4-C73C-417D-B53A-8D5FAC8A1D7C}" type="presParOf" srcId="{4A544D56-C7E1-46A0-B98D-95B9EC872B10}" destId="{46EBE6A6-6A5C-44A6-817E-B3EE18EC2425}" srcOrd="0" destOrd="0" presId="urn:microsoft.com/office/officeart/2005/8/layout/hierarchy6"/>
    <dgm:cxn modelId="{77811AA0-382B-45D0-93AF-026DA3860794}" type="presParOf" srcId="{46EBE6A6-6A5C-44A6-817E-B3EE18EC2425}" destId="{7C23E5E0-0793-4FE5-A817-5D4526AEA5F1}" srcOrd="0" destOrd="0" presId="urn:microsoft.com/office/officeart/2005/8/layout/hierarchy6"/>
    <dgm:cxn modelId="{C0CF51FE-B5B4-4F8C-9490-CC90E0F4E736}" type="presParOf" srcId="{7C23E5E0-0793-4FE5-A817-5D4526AEA5F1}" destId="{E4306C6C-F022-479B-A81C-3C4094A53A3D}" srcOrd="0" destOrd="0" presId="urn:microsoft.com/office/officeart/2005/8/layout/hierarchy6"/>
    <dgm:cxn modelId="{947AC70A-05A0-4460-8375-93E32CD10F89}" type="presParOf" srcId="{7C23E5E0-0793-4FE5-A817-5D4526AEA5F1}" destId="{57D267DD-68F7-470E-B967-9737B2C911F2}" srcOrd="1" destOrd="0" presId="urn:microsoft.com/office/officeart/2005/8/layout/hierarchy6"/>
    <dgm:cxn modelId="{FA857BEF-CA25-4B1B-8681-E65F34B1C433}" type="presParOf" srcId="{57D267DD-68F7-470E-B967-9737B2C911F2}" destId="{1CE02A99-1FBA-41E3-9C63-4E805DDB1403}" srcOrd="0" destOrd="0" presId="urn:microsoft.com/office/officeart/2005/8/layout/hierarchy6"/>
    <dgm:cxn modelId="{885D5636-2C61-4BCE-8D8C-A5FE076FAE3A}" type="presParOf" srcId="{57D267DD-68F7-470E-B967-9737B2C911F2}" destId="{E695FFDC-3230-4BAC-9CBD-8AAD10C324C0}" srcOrd="1" destOrd="0" presId="urn:microsoft.com/office/officeart/2005/8/layout/hierarchy6"/>
    <dgm:cxn modelId="{46F8F8B4-E2AC-4316-9B32-AE66097AD85A}" type="presParOf" srcId="{E695FFDC-3230-4BAC-9CBD-8AAD10C324C0}" destId="{D6AECC65-43C0-4D34-B143-74DF4A977D37}" srcOrd="0" destOrd="0" presId="urn:microsoft.com/office/officeart/2005/8/layout/hierarchy6"/>
    <dgm:cxn modelId="{C3DE8A0B-8273-46FD-979D-7C2867FC35E0}" type="presParOf" srcId="{E695FFDC-3230-4BAC-9CBD-8AAD10C324C0}" destId="{D88137C2-35D1-4B23-A35B-FDC1DC3185B8}" srcOrd="1" destOrd="0" presId="urn:microsoft.com/office/officeart/2005/8/layout/hierarchy6"/>
    <dgm:cxn modelId="{81C346B0-325E-40C1-8071-5904FFE71979}" type="presParOf" srcId="{D88137C2-35D1-4B23-A35B-FDC1DC3185B8}" destId="{52C9D270-27F2-4746-AD48-0D154AA8958A}" srcOrd="0" destOrd="0" presId="urn:microsoft.com/office/officeart/2005/8/layout/hierarchy6"/>
    <dgm:cxn modelId="{BA0CD606-297C-42E9-B328-B581B53A534E}" type="presParOf" srcId="{D88137C2-35D1-4B23-A35B-FDC1DC3185B8}" destId="{9C494A6E-C8DC-4134-BDA6-94AC8522A9A6}" srcOrd="1" destOrd="0" presId="urn:microsoft.com/office/officeart/2005/8/layout/hierarchy6"/>
    <dgm:cxn modelId="{7ADDA610-FE9C-43E2-8922-5ADD9B6180F9}" type="presParOf" srcId="{9C494A6E-C8DC-4134-BDA6-94AC8522A9A6}" destId="{835FF622-6341-416E-90F8-2CC250A0A570}" srcOrd="0" destOrd="0" presId="urn:microsoft.com/office/officeart/2005/8/layout/hierarchy6"/>
    <dgm:cxn modelId="{A33A3D74-6707-479F-A5D1-4AAF41D63E44}" type="presParOf" srcId="{9C494A6E-C8DC-4134-BDA6-94AC8522A9A6}" destId="{68FE0B76-65D1-4974-BB82-E664384916CC}" srcOrd="1" destOrd="0" presId="urn:microsoft.com/office/officeart/2005/8/layout/hierarchy6"/>
    <dgm:cxn modelId="{B00C7CA9-7BEB-4888-9421-69FE015AF51A}" type="presParOf" srcId="{68FE0B76-65D1-4974-BB82-E664384916CC}" destId="{4EAD4FD0-BF9F-4FF7-8E1E-71128267D5BC}" srcOrd="0" destOrd="0" presId="urn:microsoft.com/office/officeart/2005/8/layout/hierarchy6"/>
    <dgm:cxn modelId="{BC4CB32C-6887-4466-9665-A4F8BD04ADCF}" type="presParOf" srcId="{68FE0B76-65D1-4974-BB82-E664384916CC}" destId="{1AB79349-0E22-467A-8E0E-D0642E528E16}" srcOrd="1" destOrd="0" presId="urn:microsoft.com/office/officeart/2005/8/layout/hierarchy6"/>
    <dgm:cxn modelId="{1B96986A-942B-49EF-BE00-ED82820D7F98}" type="presParOf" srcId="{1AB79349-0E22-467A-8E0E-D0642E528E16}" destId="{4454FA0D-3869-488B-8B13-866CCB8A5791}" srcOrd="0" destOrd="0" presId="urn:microsoft.com/office/officeart/2005/8/layout/hierarchy6"/>
    <dgm:cxn modelId="{C749339A-217D-4BF7-9F41-13226E39CF97}" type="presParOf" srcId="{1AB79349-0E22-467A-8E0E-D0642E528E16}" destId="{45FA3273-AA94-4CBE-B94A-F313B0480FD1}" srcOrd="1" destOrd="0" presId="urn:microsoft.com/office/officeart/2005/8/layout/hierarchy6"/>
    <dgm:cxn modelId="{E3FECE9E-194D-4DFC-AE3D-08A39725D2D0}" type="presParOf" srcId="{45FA3273-AA94-4CBE-B94A-F313B0480FD1}" destId="{584C86D4-45E0-4B20-A63B-6F8A0F9AFEC0}" srcOrd="0" destOrd="0" presId="urn:microsoft.com/office/officeart/2005/8/layout/hierarchy6"/>
    <dgm:cxn modelId="{1A1DE01D-4F03-460B-978E-0F4F8F132EF4}" type="presParOf" srcId="{45FA3273-AA94-4CBE-B94A-F313B0480FD1}" destId="{91914F86-2704-4E6A-ADCC-3F1171D905F4}" srcOrd="1" destOrd="0" presId="urn:microsoft.com/office/officeart/2005/8/layout/hierarchy6"/>
    <dgm:cxn modelId="{CA1EB3A6-91B6-41C8-AEC0-84FAAD4FB808}" type="presParOf" srcId="{91914F86-2704-4E6A-ADCC-3F1171D905F4}" destId="{FC3BD571-895A-41DF-8BD5-2C34AD0C023E}" srcOrd="0" destOrd="0" presId="urn:microsoft.com/office/officeart/2005/8/layout/hierarchy6"/>
    <dgm:cxn modelId="{4BF80052-19D9-4BAF-92AB-61F9B6183790}" type="presParOf" srcId="{91914F86-2704-4E6A-ADCC-3F1171D905F4}" destId="{0BFA8D1A-D5DF-4D72-ABC5-57DDC9782451}" srcOrd="1" destOrd="0" presId="urn:microsoft.com/office/officeart/2005/8/layout/hierarchy6"/>
    <dgm:cxn modelId="{FE1C85C4-C883-46B4-95C7-473A69E1CDEF}" type="presParOf" srcId="{68FE0B76-65D1-4974-BB82-E664384916CC}" destId="{CEA4AA81-6664-485C-BF2B-26EA1F161CB6}" srcOrd="2" destOrd="0" presId="urn:microsoft.com/office/officeart/2005/8/layout/hierarchy6"/>
    <dgm:cxn modelId="{FDD57E80-3593-43BE-A844-B2356352908F}" type="presParOf" srcId="{68FE0B76-65D1-4974-BB82-E664384916CC}" destId="{3006CC71-1380-4AC7-A921-D40E89A3C8A6}" srcOrd="3" destOrd="0" presId="urn:microsoft.com/office/officeart/2005/8/layout/hierarchy6"/>
    <dgm:cxn modelId="{19399E44-C12F-4A15-BCD3-E098C45CCA31}" type="presParOf" srcId="{3006CC71-1380-4AC7-A921-D40E89A3C8A6}" destId="{8A49FCD1-9DF2-4D77-9B63-17B770F589EF}" srcOrd="0" destOrd="0" presId="urn:microsoft.com/office/officeart/2005/8/layout/hierarchy6"/>
    <dgm:cxn modelId="{F169EFF7-3A73-4D0C-A2DC-B1AA82FEF2CF}" type="presParOf" srcId="{3006CC71-1380-4AC7-A921-D40E89A3C8A6}" destId="{AD916BA7-0ABA-4FF7-8BAD-1C4DBF832CF4}" srcOrd="1" destOrd="0" presId="urn:microsoft.com/office/officeart/2005/8/layout/hierarchy6"/>
    <dgm:cxn modelId="{9ABA8A15-7F7E-4EB4-91E7-5CD7541AD5FF}" type="presParOf" srcId="{AD916BA7-0ABA-4FF7-8BAD-1C4DBF832CF4}" destId="{1AA65AEF-73DA-4C28-A1D6-066ADEE9B268}" srcOrd="0" destOrd="0" presId="urn:microsoft.com/office/officeart/2005/8/layout/hierarchy6"/>
    <dgm:cxn modelId="{4FFD6D9C-1CF6-406B-AFF9-28B6B771B42B}" type="presParOf" srcId="{AD916BA7-0ABA-4FF7-8BAD-1C4DBF832CF4}" destId="{ACD43EC2-6611-4F17-834E-451C80C7AD58}" srcOrd="1" destOrd="0" presId="urn:microsoft.com/office/officeart/2005/8/layout/hierarchy6"/>
    <dgm:cxn modelId="{0EE9ADB8-304A-406B-B447-B7A7A2A91765}" type="presParOf" srcId="{ACD43EC2-6611-4F17-834E-451C80C7AD58}" destId="{4D883BFF-4F3E-4655-878A-15A81A37CB5F}" srcOrd="0" destOrd="0" presId="urn:microsoft.com/office/officeart/2005/8/layout/hierarchy6"/>
    <dgm:cxn modelId="{F7B98410-B094-436B-9B80-CCA2ECCFAE68}" type="presParOf" srcId="{ACD43EC2-6611-4F17-834E-451C80C7AD58}" destId="{B3B1D463-5C0F-404B-AD1C-D7CF3E4EFA8D}" srcOrd="1" destOrd="0" presId="urn:microsoft.com/office/officeart/2005/8/layout/hierarchy6"/>
    <dgm:cxn modelId="{6E2A1844-749B-48A5-8E97-CC8DDA26017D}" type="presParOf" srcId="{D88137C2-35D1-4B23-A35B-FDC1DC3185B8}" destId="{5EDA3F09-F122-4EC6-8C2B-69E3D6A75D90}" srcOrd="2" destOrd="0" presId="urn:microsoft.com/office/officeart/2005/8/layout/hierarchy6"/>
    <dgm:cxn modelId="{A4D96A5B-69DC-4695-923B-0DF42369A0E2}" type="presParOf" srcId="{D88137C2-35D1-4B23-A35B-FDC1DC3185B8}" destId="{1AA1EF89-2C08-41A9-B350-7379C9D8244D}" srcOrd="3" destOrd="0" presId="urn:microsoft.com/office/officeart/2005/8/layout/hierarchy6"/>
    <dgm:cxn modelId="{1F9365BF-E622-4DB6-ABC6-D637AD797457}" type="presParOf" srcId="{1AA1EF89-2C08-41A9-B350-7379C9D8244D}" destId="{F8470DC0-16E2-4A63-8EB1-87206F3713C3}" srcOrd="0" destOrd="0" presId="urn:microsoft.com/office/officeart/2005/8/layout/hierarchy6"/>
    <dgm:cxn modelId="{4B37479E-2089-4630-A809-F20D7FCAFD1E}" type="presParOf" srcId="{1AA1EF89-2C08-41A9-B350-7379C9D8244D}" destId="{8FD8968B-C614-45BF-A22A-76BE1F3F9BBF}" srcOrd="1" destOrd="0" presId="urn:microsoft.com/office/officeart/2005/8/layout/hierarchy6"/>
    <dgm:cxn modelId="{D98940BF-4337-430C-9F31-1686F85B43B1}" type="presParOf" srcId="{57D267DD-68F7-470E-B967-9737B2C911F2}" destId="{334192BC-88DB-46D9-84C5-DD80F02AABD4}" srcOrd="2" destOrd="0" presId="urn:microsoft.com/office/officeart/2005/8/layout/hierarchy6"/>
    <dgm:cxn modelId="{435B9196-7612-4491-8201-D2B9E0FC0262}" type="presParOf" srcId="{57D267DD-68F7-470E-B967-9737B2C911F2}" destId="{B37C6C9D-2AFB-4987-B683-3543EE9D7D1C}" srcOrd="3" destOrd="0" presId="urn:microsoft.com/office/officeart/2005/8/layout/hierarchy6"/>
    <dgm:cxn modelId="{5B61AD38-D3E0-45FB-99BE-D5950AC1C20C}" type="presParOf" srcId="{B37C6C9D-2AFB-4987-B683-3543EE9D7D1C}" destId="{5F81CC8C-986E-44C0-8512-33171EDBE931}" srcOrd="0" destOrd="0" presId="urn:microsoft.com/office/officeart/2005/8/layout/hierarchy6"/>
    <dgm:cxn modelId="{29625F22-0EC3-4D2E-A0BE-287ABE3F07A0}" type="presParOf" srcId="{B37C6C9D-2AFB-4987-B683-3543EE9D7D1C}" destId="{3CB87104-092B-4FBE-A335-55B023495577}" srcOrd="1" destOrd="0" presId="urn:microsoft.com/office/officeart/2005/8/layout/hierarchy6"/>
    <dgm:cxn modelId="{F79DD5FF-6C76-4288-87FD-B14D3A5D060C}" type="presParOf" srcId="{4873A05E-2E15-4952-8D2C-CBF8428E175D}" destId="{5A90F33F-643E-4502-9AF6-9D2791DBAB65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06C6C-F022-479B-A81C-3C4094A53A3D}">
      <dsp:nvSpPr>
        <dsp:cNvPr id="0" name=""/>
        <dsp:cNvSpPr/>
      </dsp:nvSpPr>
      <dsp:spPr>
        <a:xfrm>
          <a:off x="2925973" y="361079"/>
          <a:ext cx="946754" cy="6311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Fib(5)</a:t>
          </a:r>
        </a:p>
      </dsp:txBody>
      <dsp:txXfrm>
        <a:off x="2944459" y="379565"/>
        <a:ext cx="909782" cy="594197"/>
      </dsp:txXfrm>
    </dsp:sp>
    <dsp:sp modelId="{1CE02A99-1FBA-41E3-9C63-4E805DDB1403}">
      <dsp:nvSpPr>
        <dsp:cNvPr id="0" name=""/>
        <dsp:cNvSpPr/>
      </dsp:nvSpPr>
      <dsp:spPr>
        <a:xfrm>
          <a:off x="2014721" y="992248"/>
          <a:ext cx="1384628" cy="252467"/>
        </a:xfrm>
        <a:custGeom>
          <a:avLst/>
          <a:gdLst/>
          <a:ahLst/>
          <a:cxnLst/>
          <a:rect l="0" t="0" r="0" b="0"/>
          <a:pathLst>
            <a:path>
              <a:moveTo>
                <a:pt x="1384628" y="0"/>
              </a:moveTo>
              <a:lnTo>
                <a:pt x="1384628" y="126233"/>
              </a:lnTo>
              <a:lnTo>
                <a:pt x="0" y="126233"/>
              </a:lnTo>
              <a:lnTo>
                <a:pt x="0" y="25246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AECC65-43C0-4D34-B143-74DF4A977D37}">
      <dsp:nvSpPr>
        <dsp:cNvPr id="0" name=""/>
        <dsp:cNvSpPr/>
      </dsp:nvSpPr>
      <dsp:spPr>
        <a:xfrm>
          <a:off x="1541344" y="1244716"/>
          <a:ext cx="946754" cy="6311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Fib(4)</a:t>
          </a:r>
        </a:p>
      </dsp:txBody>
      <dsp:txXfrm>
        <a:off x="1559830" y="1263202"/>
        <a:ext cx="909782" cy="594197"/>
      </dsp:txXfrm>
    </dsp:sp>
    <dsp:sp modelId="{52C9D270-27F2-4746-AD48-0D154AA8958A}">
      <dsp:nvSpPr>
        <dsp:cNvPr id="0" name=""/>
        <dsp:cNvSpPr/>
      </dsp:nvSpPr>
      <dsp:spPr>
        <a:xfrm>
          <a:off x="1091636" y="1875886"/>
          <a:ext cx="923085" cy="252467"/>
        </a:xfrm>
        <a:custGeom>
          <a:avLst/>
          <a:gdLst/>
          <a:ahLst/>
          <a:cxnLst/>
          <a:rect l="0" t="0" r="0" b="0"/>
          <a:pathLst>
            <a:path>
              <a:moveTo>
                <a:pt x="923085" y="0"/>
              </a:moveTo>
              <a:lnTo>
                <a:pt x="923085" y="126233"/>
              </a:lnTo>
              <a:lnTo>
                <a:pt x="0" y="126233"/>
              </a:lnTo>
              <a:lnTo>
                <a:pt x="0" y="2524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5FF622-6341-416E-90F8-2CC250A0A570}">
      <dsp:nvSpPr>
        <dsp:cNvPr id="0" name=""/>
        <dsp:cNvSpPr/>
      </dsp:nvSpPr>
      <dsp:spPr>
        <a:xfrm>
          <a:off x="618259" y="2128354"/>
          <a:ext cx="946754" cy="6311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Fib(3)</a:t>
          </a:r>
        </a:p>
      </dsp:txBody>
      <dsp:txXfrm>
        <a:off x="636745" y="2146840"/>
        <a:ext cx="909782" cy="594197"/>
      </dsp:txXfrm>
    </dsp:sp>
    <dsp:sp modelId="{4EAD4FD0-BF9F-4FF7-8E1E-71128267D5BC}">
      <dsp:nvSpPr>
        <dsp:cNvPr id="0" name=""/>
        <dsp:cNvSpPr/>
      </dsp:nvSpPr>
      <dsp:spPr>
        <a:xfrm>
          <a:off x="476246" y="2759523"/>
          <a:ext cx="615390" cy="252467"/>
        </a:xfrm>
        <a:custGeom>
          <a:avLst/>
          <a:gdLst/>
          <a:ahLst/>
          <a:cxnLst/>
          <a:rect l="0" t="0" r="0" b="0"/>
          <a:pathLst>
            <a:path>
              <a:moveTo>
                <a:pt x="615390" y="0"/>
              </a:moveTo>
              <a:lnTo>
                <a:pt x="615390" y="126233"/>
              </a:lnTo>
              <a:lnTo>
                <a:pt x="0" y="126233"/>
              </a:lnTo>
              <a:lnTo>
                <a:pt x="0" y="2524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54FA0D-3869-488B-8B13-866CCB8A5791}">
      <dsp:nvSpPr>
        <dsp:cNvPr id="0" name=""/>
        <dsp:cNvSpPr/>
      </dsp:nvSpPr>
      <dsp:spPr>
        <a:xfrm>
          <a:off x="2868" y="3011991"/>
          <a:ext cx="946754" cy="6311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Fib(1)</a:t>
          </a:r>
        </a:p>
      </dsp:txBody>
      <dsp:txXfrm>
        <a:off x="21354" y="3030477"/>
        <a:ext cx="909782" cy="594197"/>
      </dsp:txXfrm>
    </dsp:sp>
    <dsp:sp modelId="{584C86D4-45E0-4B20-A63B-6F8A0F9AFEC0}">
      <dsp:nvSpPr>
        <dsp:cNvPr id="0" name=""/>
        <dsp:cNvSpPr/>
      </dsp:nvSpPr>
      <dsp:spPr>
        <a:xfrm>
          <a:off x="430526" y="3643161"/>
          <a:ext cx="91440" cy="2524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24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3BD571-895A-41DF-8BD5-2C34AD0C023E}">
      <dsp:nvSpPr>
        <dsp:cNvPr id="0" name=""/>
        <dsp:cNvSpPr/>
      </dsp:nvSpPr>
      <dsp:spPr>
        <a:xfrm>
          <a:off x="2868" y="3895629"/>
          <a:ext cx="946754" cy="6311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</a:t>
          </a:r>
        </a:p>
      </dsp:txBody>
      <dsp:txXfrm>
        <a:off x="21354" y="3914115"/>
        <a:ext cx="909782" cy="594197"/>
      </dsp:txXfrm>
    </dsp:sp>
    <dsp:sp modelId="{CEA4AA81-6664-485C-BF2B-26EA1F161CB6}">
      <dsp:nvSpPr>
        <dsp:cNvPr id="0" name=""/>
        <dsp:cNvSpPr/>
      </dsp:nvSpPr>
      <dsp:spPr>
        <a:xfrm>
          <a:off x="1091636" y="2759523"/>
          <a:ext cx="615390" cy="252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233"/>
              </a:lnTo>
              <a:lnTo>
                <a:pt x="615390" y="126233"/>
              </a:lnTo>
              <a:lnTo>
                <a:pt x="615390" y="2524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49FCD1-9DF2-4D77-9B63-17B770F589EF}">
      <dsp:nvSpPr>
        <dsp:cNvPr id="0" name=""/>
        <dsp:cNvSpPr/>
      </dsp:nvSpPr>
      <dsp:spPr>
        <a:xfrm>
          <a:off x="1233649" y="3011991"/>
          <a:ext cx="946754" cy="6311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Fib(2)</a:t>
          </a:r>
        </a:p>
      </dsp:txBody>
      <dsp:txXfrm>
        <a:off x="1252135" y="3030477"/>
        <a:ext cx="909782" cy="594197"/>
      </dsp:txXfrm>
    </dsp:sp>
    <dsp:sp modelId="{1AA65AEF-73DA-4C28-A1D6-066ADEE9B268}">
      <dsp:nvSpPr>
        <dsp:cNvPr id="0" name=""/>
        <dsp:cNvSpPr/>
      </dsp:nvSpPr>
      <dsp:spPr>
        <a:xfrm>
          <a:off x="1661306" y="3643161"/>
          <a:ext cx="91440" cy="2524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24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883BFF-4F3E-4655-878A-15A81A37CB5F}">
      <dsp:nvSpPr>
        <dsp:cNvPr id="0" name=""/>
        <dsp:cNvSpPr/>
      </dsp:nvSpPr>
      <dsp:spPr>
        <a:xfrm>
          <a:off x="1233649" y="3895629"/>
          <a:ext cx="946754" cy="6311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</a:t>
          </a:r>
        </a:p>
      </dsp:txBody>
      <dsp:txXfrm>
        <a:off x="1252135" y="3914115"/>
        <a:ext cx="909782" cy="594197"/>
      </dsp:txXfrm>
    </dsp:sp>
    <dsp:sp modelId="{5EDA3F09-F122-4EC6-8C2B-69E3D6A75D90}">
      <dsp:nvSpPr>
        <dsp:cNvPr id="0" name=""/>
        <dsp:cNvSpPr/>
      </dsp:nvSpPr>
      <dsp:spPr>
        <a:xfrm>
          <a:off x="2014721" y="1875886"/>
          <a:ext cx="923085" cy="252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233"/>
              </a:lnTo>
              <a:lnTo>
                <a:pt x="923085" y="126233"/>
              </a:lnTo>
              <a:lnTo>
                <a:pt x="923085" y="2524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470DC0-16E2-4A63-8EB1-87206F3713C3}">
      <dsp:nvSpPr>
        <dsp:cNvPr id="0" name=""/>
        <dsp:cNvSpPr/>
      </dsp:nvSpPr>
      <dsp:spPr>
        <a:xfrm>
          <a:off x="2464430" y="2128354"/>
          <a:ext cx="946754" cy="6311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Fib(2)</a:t>
          </a:r>
        </a:p>
      </dsp:txBody>
      <dsp:txXfrm>
        <a:off x="2482916" y="2146840"/>
        <a:ext cx="909782" cy="594197"/>
      </dsp:txXfrm>
    </dsp:sp>
    <dsp:sp modelId="{E105D189-2BD2-4CCA-AD27-0DC7F1B41CA8}">
      <dsp:nvSpPr>
        <dsp:cNvPr id="0" name=""/>
        <dsp:cNvSpPr/>
      </dsp:nvSpPr>
      <dsp:spPr>
        <a:xfrm>
          <a:off x="2892087" y="2759523"/>
          <a:ext cx="91440" cy="2524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24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E5B160-555D-4CB8-A202-7AE8BE379D5E}">
      <dsp:nvSpPr>
        <dsp:cNvPr id="0" name=""/>
        <dsp:cNvSpPr/>
      </dsp:nvSpPr>
      <dsp:spPr>
        <a:xfrm>
          <a:off x="2464430" y="3011991"/>
          <a:ext cx="946754" cy="6311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</a:t>
          </a:r>
        </a:p>
      </dsp:txBody>
      <dsp:txXfrm>
        <a:off x="2482916" y="3030477"/>
        <a:ext cx="909782" cy="594197"/>
      </dsp:txXfrm>
    </dsp:sp>
    <dsp:sp modelId="{334192BC-88DB-46D9-84C5-DD80F02AABD4}">
      <dsp:nvSpPr>
        <dsp:cNvPr id="0" name=""/>
        <dsp:cNvSpPr/>
      </dsp:nvSpPr>
      <dsp:spPr>
        <a:xfrm>
          <a:off x="3399350" y="992248"/>
          <a:ext cx="1384628" cy="252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233"/>
              </a:lnTo>
              <a:lnTo>
                <a:pt x="1384628" y="126233"/>
              </a:lnTo>
              <a:lnTo>
                <a:pt x="1384628" y="252467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81CC8C-986E-44C0-8512-33171EDBE931}">
      <dsp:nvSpPr>
        <dsp:cNvPr id="0" name=""/>
        <dsp:cNvSpPr/>
      </dsp:nvSpPr>
      <dsp:spPr>
        <a:xfrm>
          <a:off x="4310601" y="1244716"/>
          <a:ext cx="946754" cy="6311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Fib(3)</a:t>
          </a:r>
        </a:p>
      </dsp:txBody>
      <dsp:txXfrm>
        <a:off x="4329087" y="1263202"/>
        <a:ext cx="909782" cy="594197"/>
      </dsp:txXfrm>
    </dsp:sp>
    <dsp:sp modelId="{ABEDBE4C-38BD-40C2-A5A2-89F217C83D12}">
      <dsp:nvSpPr>
        <dsp:cNvPr id="0" name=""/>
        <dsp:cNvSpPr/>
      </dsp:nvSpPr>
      <dsp:spPr>
        <a:xfrm>
          <a:off x="4168588" y="1875886"/>
          <a:ext cx="615390" cy="252467"/>
        </a:xfrm>
        <a:custGeom>
          <a:avLst/>
          <a:gdLst/>
          <a:ahLst/>
          <a:cxnLst/>
          <a:rect l="0" t="0" r="0" b="0"/>
          <a:pathLst>
            <a:path>
              <a:moveTo>
                <a:pt x="615390" y="0"/>
              </a:moveTo>
              <a:lnTo>
                <a:pt x="615390" y="126233"/>
              </a:lnTo>
              <a:lnTo>
                <a:pt x="0" y="126233"/>
              </a:lnTo>
              <a:lnTo>
                <a:pt x="0" y="2524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E169E4-B502-46A5-BC70-59CD6AD7FAB9}">
      <dsp:nvSpPr>
        <dsp:cNvPr id="0" name=""/>
        <dsp:cNvSpPr/>
      </dsp:nvSpPr>
      <dsp:spPr>
        <a:xfrm>
          <a:off x="3695210" y="2128354"/>
          <a:ext cx="946754" cy="6311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Fib(1)</a:t>
          </a:r>
        </a:p>
      </dsp:txBody>
      <dsp:txXfrm>
        <a:off x="3713696" y="2146840"/>
        <a:ext cx="909782" cy="594197"/>
      </dsp:txXfrm>
    </dsp:sp>
    <dsp:sp modelId="{887BE2E9-EC5B-4286-BAE9-793A70C3AA61}">
      <dsp:nvSpPr>
        <dsp:cNvPr id="0" name=""/>
        <dsp:cNvSpPr/>
      </dsp:nvSpPr>
      <dsp:spPr>
        <a:xfrm>
          <a:off x="4122868" y="2759523"/>
          <a:ext cx="91440" cy="2524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24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735809-8509-433D-9751-78563E2E0E6A}">
      <dsp:nvSpPr>
        <dsp:cNvPr id="0" name=""/>
        <dsp:cNvSpPr/>
      </dsp:nvSpPr>
      <dsp:spPr>
        <a:xfrm>
          <a:off x="3695210" y="3011991"/>
          <a:ext cx="946754" cy="6311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</a:t>
          </a:r>
        </a:p>
      </dsp:txBody>
      <dsp:txXfrm>
        <a:off x="3713696" y="3030477"/>
        <a:ext cx="909782" cy="594197"/>
      </dsp:txXfrm>
    </dsp:sp>
    <dsp:sp modelId="{D2CFD8B4-2A64-44A2-8DCA-E12ADCC720AB}">
      <dsp:nvSpPr>
        <dsp:cNvPr id="0" name=""/>
        <dsp:cNvSpPr/>
      </dsp:nvSpPr>
      <dsp:spPr>
        <a:xfrm>
          <a:off x="4783978" y="1875886"/>
          <a:ext cx="615390" cy="252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6233"/>
              </a:lnTo>
              <a:lnTo>
                <a:pt x="615390" y="126233"/>
              </a:lnTo>
              <a:lnTo>
                <a:pt x="615390" y="2524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4626E1-9BE7-4FAF-998D-425383AEA7C1}">
      <dsp:nvSpPr>
        <dsp:cNvPr id="0" name=""/>
        <dsp:cNvSpPr/>
      </dsp:nvSpPr>
      <dsp:spPr>
        <a:xfrm>
          <a:off x="4925991" y="2128354"/>
          <a:ext cx="946754" cy="6311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Fib(2)</a:t>
          </a:r>
        </a:p>
      </dsp:txBody>
      <dsp:txXfrm>
        <a:off x="4944477" y="2146840"/>
        <a:ext cx="909782" cy="594197"/>
      </dsp:txXfrm>
    </dsp:sp>
    <dsp:sp modelId="{DD01A732-5A14-4C55-95F3-286835581391}">
      <dsp:nvSpPr>
        <dsp:cNvPr id="0" name=""/>
        <dsp:cNvSpPr/>
      </dsp:nvSpPr>
      <dsp:spPr>
        <a:xfrm>
          <a:off x="5353648" y="2759523"/>
          <a:ext cx="91440" cy="2524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2467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435839-FDEE-4285-AF1E-CD35E17EC312}">
      <dsp:nvSpPr>
        <dsp:cNvPr id="0" name=""/>
        <dsp:cNvSpPr/>
      </dsp:nvSpPr>
      <dsp:spPr>
        <a:xfrm>
          <a:off x="4925991" y="3011991"/>
          <a:ext cx="946754" cy="6311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</a:t>
          </a:r>
        </a:p>
      </dsp:txBody>
      <dsp:txXfrm>
        <a:off x="4944477" y="3030477"/>
        <a:ext cx="909782" cy="5941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06C6C-F022-479B-A81C-3C4094A53A3D}">
      <dsp:nvSpPr>
        <dsp:cNvPr id="0" name=""/>
        <dsp:cNvSpPr/>
      </dsp:nvSpPr>
      <dsp:spPr>
        <a:xfrm>
          <a:off x="2752544" y="114923"/>
          <a:ext cx="1058643" cy="7057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Fib(5)</a:t>
          </a:r>
        </a:p>
      </dsp:txBody>
      <dsp:txXfrm>
        <a:off x="2773215" y="135594"/>
        <a:ext cx="1017301" cy="664420"/>
      </dsp:txXfrm>
    </dsp:sp>
    <dsp:sp modelId="{1CE02A99-1FBA-41E3-9C63-4E805DDB1403}">
      <dsp:nvSpPr>
        <dsp:cNvPr id="0" name=""/>
        <dsp:cNvSpPr/>
      </dsp:nvSpPr>
      <dsp:spPr>
        <a:xfrm>
          <a:off x="1905630" y="820685"/>
          <a:ext cx="1376236" cy="282304"/>
        </a:xfrm>
        <a:custGeom>
          <a:avLst/>
          <a:gdLst/>
          <a:ahLst/>
          <a:cxnLst/>
          <a:rect l="0" t="0" r="0" b="0"/>
          <a:pathLst>
            <a:path>
              <a:moveTo>
                <a:pt x="1376236" y="0"/>
              </a:moveTo>
              <a:lnTo>
                <a:pt x="1376236" y="141152"/>
              </a:lnTo>
              <a:lnTo>
                <a:pt x="0" y="141152"/>
              </a:lnTo>
              <a:lnTo>
                <a:pt x="0" y="28230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AECC65-43C0-4D34-B143-74DF4A977D37}">
      <dsp:nvSpPr>
        <dsp:cNvPr id="0" name=""/>
        <dsp:cNvSpPr/>
      </dsp:nvSpPr>
      <dsp:spPr>
        <a:xfrm>
          <a:off x="1376308" y="1102990"/>
          <a:ext cx="1058643" cy="7057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Fib(4)</a:t>
          </a:r>
        </a:p>
      </dsp:txBody>
      <dsp:txXfrm>
        <a:off x="1396979" y="1123661"/>
        <a:ext cx="1017301" cy="664420"/>
      </dsp:txXfrm>
    </dsp:sp>
    <dsp:sp modelId="{52C9D270-27F2-4746-AD48-0D154AA8958A}">
      <dsp:nvSpPr>
        <dsp:cNvPr id="0" name=""/>
        <dsp:cNvSpPr/>
      </dsp:nvSpPr>
      <dsp:spPr>
        <a:xfrm>
          <a:off x="1217511" y="1808752"/>
          <a:ext cx="688118" cy="282304"/>
        </a:xfrm>
        <a:custGeom>
          <a:avLst/>
          <a:gdLst/>
          <a:ahLst/>
          <a:cxnLst/>
          <a:rect l="0" t="0" r="0" b="0"/>
          <a:pathLst>
            <a:path>
              <a:moveTo>
                <a:pt x="688118" y="0"/>
              </a:moveTo>
              <a:lnTo>
                <a:pt x="688118" y="141152"/>
              </a:lnTo>
              <a:lnTo>
                <a:pt x="0" y="141152"/>
              </a:lnTo>
              <a:lnTo>
                <a:pt x="0" y="28230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5FF622-6341-416E-90F8-2CC250A0A570}">
      <dsp:nvSpPr>
        <dsp:cNvPr id="0" name=""/>
        <dsp:cNvSpPr/>
      </dsp:nvSpPr>
      <dsp:spPr>
        <a:xfrm>
          <a:off x="688190" y="2091057"/>
          <a:ext cx="1058643" cy="7057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Fib(3)</a:t>
          </a:r>
        </a:p>
      </dsp:txBody>
      <dsp:txXfrm>
        <a:off x="708861" y="2111728"/>
        <a:ext cx="1017301" cy="664420"/>
      </dsp:txXfrm>
    </dsp:sp>
    <dsp:sp modelId="{4EAD4FD0-BF9F-4FF7-8E1E-71128267D5BC}">
      <dsp:nvSpPr>
        <dsp:cNvPr id="0" name=""/>
        <dsp:cNvSpPr/>
      </dsp:nvSpPr>
      <dsp:spPr>
        <a:xfrm>
          <a:off x="529393" y="2796820"/>
          <a:ext cx="688118" cy="282304"/>
        </a:xfrm>
        <a:custGeom>
          <a:avLst/>
          <a:gdLst/>
          <a:ahLst/>
          <a:cxnLst/>
          <a:rect l="0" t="0" r="0" b="0"/>
          <a:pathLst>
            <a:path>
              <a:moveTo>
                <a:pt x="688118" y="0"/>
              </a:moveTo>
              <a:lnTo>
                <a:pt x="688118" y="141152"/>
              </a:lnTo>
              <a:lnTo>
                <a:pt x="0" y="141152"/>
              </a:lnTo>
              <a:lnTo>
                <a:pt x="0" y="28230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54FA0D-3869-488B-8B13-866CCB8A5791}">
      <dsp:nvSpPr>
        <dsp:cNvPr id="0" name=""/>
        <dsp:cNvSpPr/>
      </dsp:nvSpPr>
      <dsp:spPr>
        <a:xfrm>
          <a:off x="71" y="3079125"/>
          <a:ext cx="1058643" cy="7057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Fib(1)</a:t>
          </a:r>
        </a:p>
      </dsp:txBody>
      <dsp:txXfrm>
        <a:off x="20742" y="3099796"/>
        <a:ext cx="1017301" cy="664420"/>
      </dsp:txXfrm>
    </dsp:sp>
    <dsp:sp modelId="{584C86D4-45E0-4B20-A63B-6F8A0F9AFEC0}">
      <dsp:nvSpPr>
        <dsp:cNvPr id="0" name=""/>
        <dsp:cNvSpPr/>
      </dsp:nvSpPr>
      <dsp:spPr>
        <a:xfrm>
          <a:off x="483673" y="3784887"/>
          <a:ext cx="91440" cy="2823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230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3BD571-895A-41DF-8BD5-2C34AD0C023E}">
      <dsp:nvSpPr>
        <dsp:cNvPr id="0" name=""/>
        <dsp:cNvSpPr/>
      </dsp:nvSpPr>
      <dsp:spPr>
        <a:xfrm>
          <a:off x="71" y="4067192"/>
          <a:ext cx="1058643" cy="7057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1</a:t>
          </a:r>
        </a:p>
      </dsp:txBody>
      <dsp:txXfrm>
        <a:off x="20742" y="4087863"/>
        <a:ext cx="1017301" cy="664420"/>
      </dsp:txXfrm>
    </dsp:sp>
    <dsp:sp modelId="{CEA4AA81-6664-485C-BF2B-26EA1F161CB6}">
      <dsp:nvSpPr>
        <dsp:cNvPr id="0" name=""/>
        <dsp:cNvSpPr/>
      </dsp:nvSpPr>
      <dsp:spPr>
        <a:xfrm>
          <a:off x="1217511" y="2796820"/>
          <a:ext cx="688118" cy="282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152"/>
              </a:lnTo>
              <a:lnTo>
                <a:pt x="688118" y="141152"/>
              </a:lnTo>
              <a:lnTo>
                <a:pt x="688118" y="28230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49FCD1-9DF2-4D77-9B63-17B770F589EF}">
      <dsp:nvSpPr>
        <dsp:cNvPr id="0" name=""/>
        <dsp:cNvSpPr/>
      </dsp:nvSpPr>
      <dsp:spPr>
        <a:xfrm>
          <a:off x="1376308" y="3079125"/>
          <a:ext cx="1058643" cy="7057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Fib(2)</a:t>
          </a:r>
        </a:p>
      </dsp:txBody>
      <dsp:txXfrm>
        <a:off x="1396979" y="3099796"/>
        <a:ext cx="1017301" cy="664420"/>
      </dsp:txXfrm>
    </dsp:sp>
    <dsp:sp modelId="{1AA65AEF-73DA-4C28-A1D6-066ADEE9B268}">
      <dsp:nvSpPr>
        <dsp:cNvPr id="0" name=""/>
        <dsp:cNvSpPr/>
      </dsp:nvSpPr>
      <dsp:spPr>
        <a:xfrm>
          <a:off x="1859910" y="3784887"/>
          <a:ext cx="91440" cy="2823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230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883BFF-4F3E-4655-878A-15A81A37CB5F}">
      <dsp:nvSpPr>
        <dsp:cNvPr id="0" name=""/>
        <dsp:cNvSpPr/>
      </dsp:nvSpPr>
      <dsp:spPr>
        <a:xfrm>
          <a:off x="1376308" y="4067192"/>
          <a:ext cx="1058643" cy="7057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1</a:t>
          </a:r>
        </a:p>
      </dsp:txBody>
      <dsp:txXfrm>
        <a:off x="1396979" y="4087863"/>
        <a:ext cx="1017301" cy="664420"/>
      </dsp:txXfrm>
    </dsp:sp>
    <dsp:sp modelId="{5EDA3F09-F122-4EC6-8C2B-69E3D6A75D90}">
      <dsp:nvSpPr>
        <dsp:cNvPr id="0" name=""/>
        <dsp:cNvSpPr/>
      </dsp:nvSpPr>
      <dsp:spPr>
        <a:xfrm>
          <a:off x="1905630" y="1808752"/>
          <a:ext cx="688118" cy="282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152"/>
              </a:lnTo>
              <a:lnTo>
                <a:pt x="688118" y="141152"/>
              </a:lnTo>
              <a:lnTo>
                <a:pt x="688118" y="28230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470DC0-16E2-4A63-8EB1-87206F3713C3}">
      <dsp:nvSpPr>
        <dsp:cNvPr id="0" name=""/>
        <dsp:cNvSpPr/>
      </dsp:nvSpPr>
      <dsp:spPr>
        <a:xfrm>
          <a:off x="2064426" y="2091057"/>
          <a:ext cx="1058643" cy="7057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strike="sngStrike" kern="1200" dirty="0"/>
            <a:t>Fib(2)</a:t>
          </a:r>
        </a:p>
      </dsp:txBody>
      <dsp:txXfrm>
        <a:off x="2085097" y="2111728"/>
        <a:ext cx="1017301" cy="664420"/>
      </dsp:txXfrm>
    </dsp:sp>
    <dsp:sp modelId="{334192BC-88DB-46D9-84C5-DD80F02AABD4}">
      <dsp:nvSpPr>
        <dsp:cNvPr id="0" name=""/>
        <dsp:cNvSpPr/>
      </dsp:nvSpPr>
      <dsp:spPr>
        <a:xfrm>
          <a:off x="3281866" y="820685"/>
          <a:ext cx="1376236" cy="282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152"/>
              </a:lnTo>
              <a:lnTo>
                <a:pt x="1376236" y="141152"/>
              </a:lnTo>
              <a:lnTo>
                <a:pt x="1376236" y="28230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81CC8C-986E-44C0-8512-33171EDBE931}">
      <dsp:nvSpPr>
        <dsp:cNvPr id="0" name=""/>
        <dsp:cNvSpPr/>
      </dsp:nvSpPr>
      <dsp:spPr>
        <a:xfrm>
          <a:off x="4128781" y="1102990"/>
          <a:ext cx="1058643" cy="7057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strike="sngStrike" kern="1200" dirty="0"/>
            <a:t>Fib(3)</a:t>
          </a:r>
        </a:p>
      </dsp:txBody>
      <dsp:txXfrm>
        <a:off x="4149452" y="1123661"/>
        <a:ext cx="1017301" cy="664420"/>
      </dsp:txXfrm>
    </dsp:sp>
    <dsp:sp modelId="{ABEDBE4C-38BD-40C2-A5A2-89F217C83D12}">
      <dsp:nvSpPr>
        <dsp:cNvPr id="0" name=""/>
        <dsp:cNvSpPr/>
      </dsp:nvSpPr>
      <dsp:spPr>
        <a:xfrm>
          <a:off x="3969984" y="1808752"/>
          <a:ext cx="688118" cy="282304"/>
        </a:xfrm>
        <a:custGeom>
          <a:avLst/>
          <a:gdLst/>
          <a:ahLst/>
          <a:cxnLst/>
          <a:rect l="0" t="0" r="0" b="0"/>
          <a:pathLst>
            <a:path>
              <a:moveTo>
                <a:pt x="688118" y="0"/>
              </a:moveTo>
              <a:lnTo>
                <a:pt x="688118" y="141152"/>
              </a:lnTo>
              <a:lnTo>
                <a:pt x="0" y="141152"/>
              </a:lnTo>
              <a:lnTo>
                <a:pt x="0" y="28230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E169E4-B502-46A5-BC70-59CD6AD7FAB9}">
      <dsp:nvSpPr>
        <dsp:cNvPr id="0" name=""/>
        <dsp:cNvSpPr/>
      </dsp:nvSpPr>
      <dsp:spPr>
        <a:xfrm>
          <a:off x="3440663" y="2091057"/>
          <a:ext cx="1058643" cy="7057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strike="sngStrike" kern="1200" dirty="0"/>
            <a:t>Fib(1)</a:t>
          </a:r>
        </a:p>
      </dsp:txBody>
      <dsp:txXfrm>
        <a:off x="3461334" y="2111728"/>
        <a:ext cx="1017301" cy="664420"/>
      </dsp:txXfrm>
    </dsp:sp>
    <dsp:sp modelId="{D2CFD8B4-2A64-44A2-8DCA-E12ADCC720AB}">
      <dsp:nvSpPr>
        <dsp:cNvPr id="0" name=""/>
        <dsp:cNvSpPr/>
      </dsp:nvSpPr>
      <dsp:spPr>
        <a:xfrm>
          <a:off x="4658103" y="1808752"/>
          <a:ext cx="688118" cy="282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152"/>
              </a:lnTo>
              <a:lnTo>
                <a:pt x="688118" y="141152"/>
              </a:lnTo>
              <a:lnTo>
                <a:pt x="688118" y="28230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4626E1-9BE7-4FAF-998D-425383AEA7C1}">
      <dsp:nvSpPr>
        <dsp:cNvPr id="0" name=""/>
        <dsp:cNvSpPr/>
      </dsp:nvSpPr>
      <dsp:spPr>
        <a:xfrm>
          <a:off x="4816899" y="2091057"/>
          <a:ext cx="1058643" cy="705762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strike="sngStrike" kern="1200" dirty="0"/>
            <a:t>Fib(2)</a:t>
          </a:r>
        </a:p>
      </dsp:txBody>
      <dsp:txXfrm>
        <a:off x="4837570" y="2111728"/>
        <a:ext cx="1017301" cy="6644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06C6C-F022-479B-A81C-3C4094A53A3D}">
      <dsp:nvSpPr>
        <dsp:cNvPr id="0" name=""/>
        <dsp:cNvSpPr/>
      </dsp:nvSpPr>
      <dsp:spPr>
        <a:xfrm>
          <a:off x="1500155" y="2830"/>
          <a:ext cx="753193" cy="5021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Fib(5)</a:t>
          </a:r>
        </a:p>
      </dsp:txBody>
      <dsp:txXfrm>
        <a:off x="1514862" y="17537"/>
        <a:ext cx="723779" cy="472714"/>
      </dsp:txXfrm>
    </dsp:sp>
    <dsp:sp modelId="{1CE02A99-1FBA-41E3-9C63-4E805DDB1403}">
      <dsp:nvSpPr>
        <dsp:cNvPr id="0" name=""/>
        <dsp:cNvSpPr/>
      </dsp:nvSpPr>
      <dsp:spPr>
        <a:xfrm>
          <a:off x="1387176" y="504959"/>
          <a:ext cx="489575" cy="200851"/>
        </a:xfrm>
        <a:custGeom>
          <a:avLst/>
          <a:gdLst/>
          <a:ahLst/>
          <a:cxnLst/>
          <a:rect l="0" t="0" r="0" b="0"/>
          <a:pathLst>
            <a:path>
              <a:moveTo>
                <a:pt x="489575" y="0"/>
              </a:moveTo>
              <a:lnTo>
                <a:pt x="489575" y="100425"/>
              </a:lnTo>
              <a:lnTo>
                <a:pt x="0" y="100425"/>
              </a:lnTo>
              <a:lnTo>
                <a:pt x="0" y="200851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AECC65-43C0-4D34-B143-74DF4A977D37}">
      <dsp:nvSpPr>
        <dsp:cNvPr id="0" name=""/>
        <dsp:cNvSpPr/>
      </dsp:nvSpPr>
      <dsp:spPr>
        <a:xfrm>
          <a:off x="1010579" y="705810"/>
          <a:ext cx="753193" cy="5021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Fib(4)</a:t>
          </a:r>
        </a:p>
      </dsp:txBody>
      <dsp:txXfrm>
        <a:off x="1025286" y="720517"/>
        <a:ext cx="723779" cy="472714"/>
      </dsp:txXfrm>
    </dsp:sp>
    <dsp:sp modelId="{52C9D270-27F2-4746-AD48-0D154AA8958A}">
      <dsp:nvSpPr>
        <dsp:cNvPr id="0" name=""/>
        <dsp:cNvSpPr/>
      </dsp:nvSpPr>
      <dsp:spPr>
        <a:xfrm>
          <a:off x="897600" y="1207939"/>
          <a:ext cx="489575" cy="200851"/>
        </a:xfrm>
        <a:custGeom>
          <a:avLst/>
          <a:gdLst/>
          <a:ahLst/>
          <a:cxnLst/>
          <a:rect l="0" t="0" r="0" b="0"/>
          <a:pathLst>
            <a:path>
              <a:moveTo>
                <a:pt x="489575" y="0"/>
              </a:moveTo>
              <a:lnTo>
                <a:pt x="489575" y="100425"/>
              </a:lnTo>
              <a:lnTo>
                <a:pt x="0" y="100425"/>
              </a:lnTo>
              <a:lnTo>
                <a:pt x="0" y="2008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5FF622-6341-416E-90F8-2CC250A0A570}">
      <dsp:nvSpPr>
        <dsp:cNvPr id="0" name=""/>
        <dsp:cNvSpPr/>
      </dsp:nvSpPr>
      <dsp:spPr>
        <a:xfrm>
          <a:off x="521003" y="1408791"/>
          <a:ext cx="753193" cy="5021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Fib(3)</a:t>
          </a:r>
        </a:p>
      </dsp:txBody>
      <dsp:txXfrm>
        <a:off x="535710" y="1423498"/>
        <a:ext cx="723779" cy="472714"/>
      </dsp:txXfrm>
    </dsp:sp>
    <dsp:sp modelId="{4EAD4FD0-BF9F-4FF7-8E1E-71128267D5BC}">
      <dsp:nvSpPr>
        <dsp:cNvPr id="0" name=""/>
        <dsp:cNvSpPr/>
      </dsp:nvSpPr>
      <dsp:spPr>
        <a:xfrm>
          <a:off x="408024" y="1910920"/>
          <a:ext cx="489575" cy="200851"/>
        </a:xfrm>
        <a:custGeom>
          <a:avLst/>
          <a:gdLst/>
          <a:ahLst/>
          <a:cxnLst/>
          <a:rect l="0" t="0" r="0" b="0"/>
          <a:pathLst>
            <a:path>
              <a:moveTo>
                <a:pt x="489575" y="0"/>
              </a:moveTo>
              <a:lnTo>
                <a:pt x="489575" y="100425"/>
              </a:lnTo>
              <a:lnTo>
                <a:pt x="0" y="100425"/>
              </a:lnTo>
              <a:lnTo>
                <a:pt x="0" y="2008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54FA0D-3869-488B-8B13-866CCB8A5791}">
      <dsp:nvSpPr>
        <dsp:cNvPr id="0" name=""/>
        <dsp:cNvSpPr/>
      </dsp:nvSpPr>
      <dsp:spPr>
        <a:xfrm>
          <a:off x="31428" y="2111772"/>
          <a:ext cx="753193" cy="5021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Fib(1)</a:t>
          </a:r>
        </a:p>
      </dsp:txBody>
      <dsp:txXfrm>
        <a:off x="46135" y="2126479"/>
        <a:ext cx="723779" cy="472714"/>
      </dsp:txXfrm>
    </dsp:sp>
    <dsp:sp modelId="{584C86D4-45E0-4B20-A63B-6F8A0F9AFEC0}">
      <dsp:nvSpPr>
        <dsp:cNvPr id="0" name=""/>
        <dsp:cNvSpPr/>
      </dsp:nvSpPr>
      <dsp:spPr>
        <a:xfrm>
          <a:off x="362304" y="2613901"/>
          <a:ext cx="91440" cy="20085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08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3BD571-895A-41DF-8BD5-2C34AD0C023E}">
      <dsp:nvSpPr>
        <dsp:cNvPr id="0" name=""/>
        <dsp:cNvSpPr/>
      </dsp:nvSpPr>
      <dsp:spPr>
        <a:xfrm>
          <a:off x="31428" y="2814752"/>
          <a:ext cx="753193" cy="5021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</a:t>
          </a:r>
        </a:p>
      </dsp:txBody>
      <dsp:txXfrm>
        <a:off x="46135" y="2829459"/>
        <a:ext cx="723779" cy="472714"/>
      </dsp:txXfrm>
    </dsp:sp>
    <dsp:sp modelId="{CEA4AA81-6664-485C-BF2B-26EA1F161CB6}">
      <dsp:nvSpPr>
        <dsp:cNvPr id="0" name=""/>
        <dsp:cNvSpPr/>
      </dsp:nvSpPr>
      <dsp:spPr>
        <a:xfrm>
          <a:off x="897600" y="1910920"/>
          <a:ext cx="489575" cy="2008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425"/>
              </a:lnTo>
              <a:lnTo>
                <a:pt x="489575" y="100425"/>
              </a:lnTo>
              <a:lnTo>
                <a:pt x="489575" y="2008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49FCD1-9DF2-4D77-9B63-17B770F589EF}">
      <dsp:nvSpPr>
        <dsp:cNvPr id="0" name=""/>
        <dsp:cNvSpPr/>
      </dsp:nvSpPr>
      <dsp:spPr>
        <a:xfrm>
          <a:off x="1010579" y="2111772"/>
          <a:ext cx="753193" cy="5021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Fib(2)</a:t>
          </a:r>
        </a:p>
      </dsp:txBody>
      <dsp:txXfrm>
        <a:off x="1025286" y="2126479"/>
        <a:ext cx="723779" cy="472714"/>
      </dsp:txXfrm>
    </dsp:sp>
    <dsp:sp modelId="{1AA65AEF-73DA-4C28-A1D6-066ADEE9B268}">
      <dsp:nvSpPr>
        <dsp:cNvPr id="0" name=""/>
        <dsp:cNvSpPr/>
      </dsp:nvSpPr>
      <dsp:spPr>
        <a:xfrm>
          <a:off x="1341456" y="2613901"/>
          <a:ext cx="91440" cy="20085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08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883BFF-4F3E-4655-878A-15A81A37CB5F}">
      <dsp:nvSpPr>
        <dsp:cNvPr id="0" name=""/>
        <dsp:cNvSpPr/>
      </dsp:nvSpPr>
      <dsp:spPr>
        <a:xfrm>
          <a:off x="1010579" y="2814752"/>
          <a:ext cx="753193" cy="5021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1</a:t>
          </a:r>
        </a:p>
      </dsp:txBody>
      <dsp:txXfrm>
        <a:off x="1025286" y="2829459"/>
        <a:ext cx="723779" cy="472714"/>
      </dsp:txXfrm>
    </dsp:sp>
    <dsp:sp modelId="{5EDA3F09-F122-4EC6-8C2B-69E3D6A75D90}">
      <dsp:nvSpPr>
        <dsp:cNvPr id="0" name=""/>
        <dsp:cNvSpPr/>
      </dsp:nvSpPr>
      <dsp:spPr>
        <a:xfrm>
          <a:off x="1387176" y="1207939"/>
          <a:ext cx="489575" cy="2008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425"/>
              </a:lnTo>
              <a:lnTo>
                <a:pt x="489575" y="100425"/>
              </a:lnTo>
              <a:lnTo>
                <a:pt x="489575" y="200851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470DC0-16E2-4A63-8EB1-87206F3713C3}">
      <dsp:nvSpPr>
        <dsp:cNvPr id="0" name=""/>
        <dsp:cNvSpPr/>
      </dsp:nvSpPr>
      <dsp:spPr>
        <a:xfrm>
          <a:off x="1500155" y="1408791"/>
          <a:ext cx="753193" cy="5021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strike="sngStrike" kern="1200" dirty="0"/>
            <a:t>Fib(2)</a:t>
          </a:r>
        </a:p>
      </dsp:txBody>
      <dsp:txXfrm>
        <a:off x="1514862" y="1423498"/>
        <a:ext cx="723779" cy="472714"/>
      </dsp:txXfrm>
    </dsp:sp>
    <dsp:sp modelId="{334192BC-88DB-46D9-84C5-DD80F02AABD4}">
      <dsp:nvSpPr>
        <dsp:cNvPr id="0" name=""/>
        <dsp:cNvSpPr/>
      </dsp:nvSpPr>
      <dsp:spPr>
        <a:xfrm>
          <a:off x="1876752" y="504959"/>
          <a:ext cx="489575" cy="2008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425"/>
              </a:lnTo>
              <a:lnTo>
                <a:pt x="489575" y="100425"/>
              </a:lnTo>
              <a:lnTo>
                <a:pt x="489575" y="200851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81CC8C-986E-44C0-8512-33171EDBE931}">
      <dsp:nvSpPr>
        <dsp:cNvPr id="0" name=""/>
        <dsp:cNvSpPr/>
      </dsp:nvSpPr>
      <dsp:spPr>
        <a:xfrm>
          <a:off x="1989731" y="705810"/>
          <a:ext cx="753193" cy="5021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strike="sngStrike" kern="1200" dirty="0"/>
            <a:t>Fib</a:t>
          </a:r>
          <a:r>
            <a:rPr lang="en-US" sz="1900" kern="1200" dirty="0"/>
            <a:t>(3)</a:t>
          </a:r>
        </a:p>
      </dsp:txBody>
      <dsp:txXfrm>
        <a:off x="2004438" y="720517"/>
        <a:ext cx="723779" cy="4727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15-Jan-24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15-Jan-24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985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465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997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597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546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032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54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441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776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1200" i="1" dirty="0"/>
              <a:t>Note! The screenshots were taken from GeeksForGeeks.org.</a:t>
            </a:r>
            <a:endParaRPr lang="en-GB" sz="1200" i="1" dirty="0"/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3487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957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8242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574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29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01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0840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8045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8199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8370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5423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6926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892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2437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8160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914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image" Target="../media/image5.png"/><Relationship Id="rId21" Type="http://schemas.openxmlformats.org/officeDocument/2006/relationships/image" Target="../media/image18.png"/><Relationship Id="rId7" Type="http://schemas.openxmlformats.org/officeDocument/2006/relationships/diagramColors" Target="../diagrams/colors3.xml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3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3.xml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32" Type="http://schemas.openxmlformats.org/officeDocument/2006/relationships/image" Target="../media/image29.png"/><Relationship Id="rId5" Type="http://schemas.openxmlformats.org/officeDocument/2006/relationships/diagramLayout" Target="../diagrams/layout3.xml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31" Type="http://schemas.openxmlformats.org/officeDocument/2006/relationships/image" Target="../media/image28.png"/><Relationship Id="rId4" Type="http://schemas.openxmlformats.org/officeDocument/2006/relationships/diagramData" Target="../diagrams/data3.xml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Relationship Id="rId8" Type="http://schemas.microsoft.com/office/2007/relationships/diagramDrawing" Target="../diagrams/drawin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microsoft.com/office/2007/relationships/hdphoto" Target="../media/hdphoto1.wdp"/><Relationship Id="rId7" Type="http://schemas.openxmlformats.org/officeDocument/2006/relationships/image" Target="../media/image3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DESIGN AND ANALYSIS OF ALGORITHMS (113939)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1808703"/>
            <a:ext cx="4480450" cy="4406369"/>
          </a:xfrm>
        </p:spPr>
        <p:txBody>
          <a:bodyPr/>
          <a:lstStyle/>
          <a:p>
            <a:r>
              <a:rPr lang="en-US" dirty="0"/>
              <a:t>Dynamic Programming Strategy</a:t>
            </a:r>
          </a:p>
          <a:p>
            <a:r>
              <a:rPr lang="en-US" dirty="0"/>
              <a:t>Fibonacci Series (again)</a:t>
            </a:r>
          </a:p>
          <a:p>
            <a:r>
              <a:rPr lang="en-US" dirty="0"/>
              <a:t>Primer Numbers</a:t>
            </a:r>
          </a:p>
          <a:p>
            <a:r>
              <a:rPr lang="en-US" dirty="0"/>
              <a:t>Recap: Graphs</a:t>
            </a:r>
          </a:p>
          <a:p>
            <a:r>
              <a:rPr lang="en-US" dirty="0"/>
              <a:t>Commute in Karachi</a:t>
            </a:r>
          </a:p>
          <a:p>
            <a:r>
              <a:rPr lang="en-US" dirty="0"/>
              <a:t>Exercise</a:t>
            </a:r>
          </a:p>
          <a:p>
            <a:r>
              <a:rPr lang="en-US" dirty="0"/>
              <a:t>0/1 Knapsack Problem</a:t>
            </a:r>
          </a:p>
          <a:p>
            <a:r>
              <a:rPr lang="en-US" dirty="0"/>
              <a:t>DIY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Dynamic Programming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Dynamic Programming is an algorithm design strategy used to solve optimization problems through a sequence of sub-problems.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Like Greedy technique, it solves a sequence of steps to reach the solution.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The main theme is to store each solution in memory, so that it can be reused when solving next stage of the problem.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In backtracking, we prune non-promising solutions; in dynamic programming, we avoid re-computation.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Particularly effective for problems that are recursive in nature.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Trades additional storage cost for high efficiency.</a:t>
            </a:r>
          </a:p>
        </p:txBody>
      </p:sp>
    </p:spTree>
    <p:extLst>
      <p:ext uri="{BB962C8B-B14F-4D97-AF65-F5344CB8AC3E}">
        <p14:creationId xmlns:p14="http://schemas.microsoft.com/office/powerpoint/2010/main" val="29650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Fibonacci Series (again)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9CDFB7-965C-8507-F81C-4A8EFBCF98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5875616" cy="494282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FIBONACCI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n), returns nth number in Fibonacci series.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≤2,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𝑡h𝑒𝑛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</a:t>
                </a:r>
                <a:endParaRPr lang="en-US" sz="240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1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𝑂𝑇𝐻𝐸𝑅𝑊𝐼𝑆𝐸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1≔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𝐹𝐼𝐵𝑂𝑁𝐴𝐶𝐶𝐼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2200" b="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2≔</m:t>
                    </m:r>
                    <m:r>
                      <a:rPr lang="en-US" sz="2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𝐹𝐼𝐵𝑂𝑁𝐴𝐶𝐶𝐼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−2</m:t>
                        </m:r>
                      </m:e>
                    </m:d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1+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2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9CDFB7-965C-8507-F81C-4A8EFBCF9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5875616" cy="4942829"/>
              </a:xfrm>
              <a:prstGeom prst="rect">
                <a:avLst/>
              </a:prstGeom>
              <a:blipFill>
                <a:blip r:embed="rId3"/>
                <a:stretch>
                  <a:fillRect l="-1556" t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9682230-80D3-E902-2BB4-C015CB6BCE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1849323"/>
              </p:ext>
            </p:extLst>
          </p:nvPr>
        </p:nvGraphicFramePr>
        <p:xfrm>
          <a:off x="6096000" y="1532587"/>
          <a:ext cx="5875615" cy="4887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6606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Fibonacci Series (again)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Recall that the recursive implementation of Fibonacci was discourage because its complexity is exponential (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).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By dynamic programming, once a sub-solution is calculated, its solution is reused from cache.</a:t>
                </a:r>
                <a:endParaRPr lang="en-GB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  <a:blipFill>
                <a:blip r:embed="rId3"/>
                <a:stretch>
                  <a:fillRect l="-2282" t="-374" r="-4149" b="-3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7288BE9-1D8F-5F0B-FFDC-641DD94AE6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8079942"/>
              </p:ext>
            </p:extLst>
          </p:nvPr>
        </p:nvGraphicFramePr>
        <p:xfrm>
          <a:off x="6096000" y="1532587"/>
          <a:ext cx="5875615" cy="4887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6810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4306C6C-F022-479B-A81C-3C4094A53A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CE02A99-1FBA-41E3-9C63-4E805DDB14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6AECC65-43C0-4D34-B143-74DF4A977D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2C9D270-27F2-4746-AD48-0D154AA895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35FF622-6341-416E-90F8-2CC250A0A5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EAD4FD0-BF9F-4FF7-8E1E-71128267D5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454FA0D-3869-488B-8B13-866CCB8A57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84C86D4-45E0-4B20-A63B-6F8A0F9AFE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C3BD571-895A-41DF-8BD5-2C34AD0C02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EA4AA81-6664-485C-BF2B-26EA1F161C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49FCD1-9DF2-4D77-9B63-17B770F589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AA65AEF-73DA-4C28-A1D6-066ADEE9B2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D883BFF-4F3E-4655-878A-15A81A37CB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EDA3F09-F122-4EC6-8C2B-69E3D6A75D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8470DC0-16E2-4A63-8EB1-87206F3713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34192BC-88DB-46D9-84C5-DD80F02AAB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F81CC8C-986E-44C0-8512-33171EDBE9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BEDBE4C-38BD-40C2-A5A2-89F217C83D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DE169E4-B502-46A5-BC70-59CD6AD7FA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2CFD8B4-2A64-44A2-8DCA-E12ADCC720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14626E1-9BE7-4FAF-998D-425383AEA7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Fibonacci Series (again)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678194" cy="1826003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To convert the algorithm into dynamic programming, we introduce an array of size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to store sub-solutions.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As the nodes are solved, their solution is stored at respective index in the array.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Before calling Fib method, we first check if that index already has the answer.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678194" cy="1826003"/>
              </a:xfrm>
              <a:prstGeom prst="rect">
                <a:avLst/>
              </a:prstGeom>
              <a:blipFill>
                <a:blip r:embed="rId3"/>
                <a:stretch>
                  <a:fillRect l="-835" t="-6667" b="-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B47ECCC-60C7-F8AE-96B8-3AD3E399BC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4034043"/>
              </p:ext>
            </p:extLst>
          </p:nvPr>
        </p:nvGraphicFramePr>
        <p:xfrm>
          <a:off x="9124225" y="3100753"/>
          <a:ext cx="2774353" cy="3319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A6DD99B3-3E0F-7C56-B4EB-2A48316DA89B}"/>
              </a:ext>
            </a:extLst>
          </p:cNvPr>
          <p:cNvGrpSpPr/>
          <p:nvPr/>
        </p:nvGrpSpPr>
        <p:grpSpPr>
          <a:xfrm>
            <a:off x="456308" y="3388808"/>
            <a:ext cx="4305602" cy="579528"/>
            <a:chOff x="456308" y="3209574"/>
            <a:chExt cx="4305602" cy="57952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0710143-6427-91BF-038C-F511CF967FE2}"/>
                </a:ext>
              </a:extLst>
            </p:cNvPr>
            <p:cNvGrpSpPr/>
            <p:nvPr/>
          </p:nvGrpSpPr>
          <p:grpSpPr>
            <a:xfrm>
              <a:off x="456308" y="3209574"/>
              <a:ext cx="869292" cy="579528"/>
              <a:chOff x="2785681" y="1551"/>
              <a:chExt cx="869292" cy="579528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1F55D73D-0870-ED13-5CEA-3A54900397FF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: Rounded Corners 4">
                    <a:extLst>
                      <a:ext uri="{FF2B5EF4-FFF2-40B4-BE49-F238E27FC236}">
                        <a16:creationId xmlns:a16="http://schemas.microsoft.com/office/drawing/2014/main" id="{887A6919-E716-2527-45A2-DE9FD6A6479A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8" name="Rectangle: Rounded Corners 4">
                    <a:extLst>
                      <a:ext uri="{FF2B5EF4-FFF2-40B4-BE49-F238E27FC236}">
                        <a16:creationId xmlns:a16="http://schemas.microsoft.com/office/drawing/2014/main" id="{887A6919-E716-2527-45A2-DE9FD6A6479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FB86A75-9996-DC94-E75D-D63DBC8B49E3}"/>
                </a:ext>
              </a:extLst>
            </p:cNvPr>
            <p:cNvGrpSpPr/>
            <p:nvPr/>
          </p:nvGrpSpPr>
          <p:grpSpPr>
            <a:xfrm>
              <a:off x="1313658" y="3209574"/>
              <a:ext cx="869292" cy="579528"/>
              <a:chOff x="2785681" y="1551"/>
              <a:chExt cx="869292" cy="579528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6DB9A4BC-16CB-7D58-FD98-3A1D8F366492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: Rounded Corners 4">
                    <a:extLst>
                      <a:ext uri="{FF2B5EF4-FFF2-40B4-BE49-F238E27FC236}">
                        <a16:creationId xmlns:a16="http://schemas.microsoft.com/office/drawing/2014/main" id="{4118CF0B-3DC1-0E04-DA94-E25A955B2777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11" name="Rectangle: Rounded Corners 4">
                    <a:extLst>
                      <a:ext uri="{FF2B5EF4-FFF2-40B4-BE49-F238E27FC236}">
                        <a16:creationId xmlns:a16="http://schemas.microsoft.com/office/drawing/2014/main" id="{4118CF0B-3DC1-0E04-DA94-E25A955B27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3D9C086-667F-FB77-8A2E-D97161FDA5B0}"/>
                </a:ext>
              </a:extLst>
            </p:cNvPr>
            <p:cNvGrpSpPr/>
            <p:nvPr/>
          </p:nvGrpSpPr>
          <p:grpSpPr>
            <a:xfrm>
              <a:off x="2165976" y="3209574"/>
              <a:ext cx="869292" cy="579528"/>
              <a:chOff x="2785681" y="1551"/>
              <a:chExt cx="869292" cy="579528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02F6AC8-4843-AD96-D5D0-89254729AC55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: Rounded Corners 4">
                    <a:extLst>
                      <a:ext uri="{FF2B5EF4-FFF2-40B4-BE49-F238E27FC236}">
                        <a16:creationId xmlns:a16="http://schemas.microsoft.com/office/drawing/2014/main" id="{523F6553-AF4D-226A-0E69-A48382C27E15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14" name="Rectangle: Rounded Corners 4">
                    <a:extLst>
                      <a:ext uri="{FF2B5EF4-FFF2-40B4-BE49-F238E27FC236}">
                        <a16:creationId xmlns:a16="http://schemas.microsoft.com/office/drawing/2014/main" id="{523F6553-AF4D-226A-0E69-A48382C27E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E0D2EB0-D9D9-4E5D-BB40-EAD9F20EBC52}"/>
                </a:ext>
              </a:extLst>
            </p:cNvPr>
            <p:cNvGrpSpPr/>
            <p:nvPr/>
          </p:nvGrpSpPr>
          <p:grpSpPr>
            <a:xfrm>
              <a:off x="3023326" y="3209574"/>
              <a:ext cx="869292" cy="579528"/>
              <a:chOff x="2785681" y="1551"/>
              <a:chExt cx="869292" cy="579528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788ED00C-24CA-B5CD-3E65-5C376C935C3B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Rectangle: Rounded Corners 4">
                    <a:extLst>
                      <a:ext uri="{FF2B5EF4-FFF2-40B4-BE49-F238E27FC236}">
                        <a16:creationId xmlns:a16="http://schemas.microsoft.com/office/drawing/2014/main" id="{56DCFDA0-A845-16FC-2CD5-85BE14C92F95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17" name="Rectangle: Rounded Corners 4">
                    <a:extLst>
                      <a:ext uri="{FF2B5EF4-FFF2-40B4-BE49-F238E27FC236}">
                        <a16:creationId xmlns:a16="http://schemas.microsoft.com/office/drawing/2014/main" id="{56DCFDA0-A845-16FC-2CD5-85BE14C92F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A5CA093-90B9-6DE9-A515-7119BB3B9E0B}"/>
                </a:ext>
              </a:extLst>
            </p:cNvPr>
            <p:cNvGrpSpPr/>
            <p:nvPr/>
          </p:nvGrpSpPr>
          <p:grpSpPr>
            <a:xfrm>
              <a:off x="3892618" y="3209574"/>
              <a:ext cx="869292" cy="579528"/>
              <a:chOff x="2785681" y="1551"/>
              <a:chExt cx="869292" cy="579528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8387648B-C365-F541-BC70-CD7B0A028AE6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: Rounded Corners 4">
                    <a:extLst>
                      <a:ext uri="{FF2B5EF4-FFF2-40B4-BE49-F238E27FC236}">
                        <a16:creationId xmlns:a16="http://schemas.microsoft.com/office/drawing/2014/main" id="{A9294E6B-59F6-A264-2E9A-474940324A50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20" name="Rectangle: Rounded Corners 4">
                    <a:extLst>
                      <a:ext uri="{FF2B5EF4-FFF2-40B4-BE49-F238E27FC236}">
                        <a16:creationId xmlns:a16="http://schemas.microsoft.com/office/drawing/2014/main" id="{A9294E6B-59F6-A264-2E9A-474940324A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7E6E9B3-911C-F5CD-7BF0-2F5E00394244}"/>
              </a:ext>
            </a:extLst>
          </p:cNvPr>
          <p:cNvGrpSpPr/>
          <p:nvPr/>
        </p:nvGrpSpPr>
        <p:grpSpPr>
          <a:xfrm>
            <a:off x="456308" y="3986682"/>
            <a:ext cx="4305602" cy="579528"/>
            <a:chOff x="456308" y="3209574"/>
            <a:chExt cx="4305602" cy="57952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20944CE-4767-E99D-F8E7-A7B6A513AE0F}"/>
                </a:ext>
              </a:extLst>
            </p:cNvPr>
            <p:cNvGrpSpPr/>
            <p:nvPr/>
          </p:nvGrpSpPr>
          <p:grpSpPr>
            <a:xfrm>
              <a:off x="456308" y="3209574"/>
              <a:ext cx="869292" cy="579528"/>
              <a:chOff x="2785681" y="1551"/>
              <a:chExt cx="869292" cy="579528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026AC14B-EC6B-6706-7C25-32C0DBE11FC2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Rectangle: Rounded Corners 4">
                    <a:extLst>
                      <a:ext uri="{FF2B5EF4-FFF2-40B4-BE49-F238E27FC236}">
                        <a16:creationId xmlns:a16="http://schemas.microsoft.com/office/drawing/2014/main" id="{0F094965-ED49-2F56-4D38-19F14941D066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37" name="Rectangle: Rounded Corners 4">
                    <a:extLst>
                      <a:ext uri="{FF2B5EF4-FFF2-40B4-BE49-F238E27FC236}">
                        <a16:creationId xmlns:a16="http://schemas.microsoft.com/office/drawing/2014/main" id="{0F094965-ED49-2F56-4D38-19F14941D0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EABC11F-B0E1-C398-FE0B-1FE4D29A457D}"/>
                </a:ext>
              </a:extLst>
            </p:cNvPr>
            <p:cNvGrpSpPr/>
            <p:nvPr/>
          </p:nvGrpSpPr>
          <p:grpSpPr>
            <a:xfrm>
              <a:off x="1313658" y="3209574"/>
              <a:ext cx="869292" cy="579528"/>
              <a:chOff x="2785681" y="1551"/>
              <a:chExt cx="869292" cy="579528"/>
            </a:xfrm>
          </p:grpSpPr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8C0CEA41-8233-A5B8-D8AE-ED760B02ED1F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: Rounded Corners 4">
                    <a:extLst>
                      <a:ext uri="{FF2B5EF4-FFF2-40B4-BE49-F238E27FC236}">
                        <a16:creationId xmlns:a16="http://schemas.microsoft.com/office/drawing/2014/main" id="{938A3F84-9DAA-BCC8-94D7-125DFA081B15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35" name="Rectangle: Rounded Corners 4">
                    <a:extLst>
                      <a:ext uri="{FF2B5EF4-FFF2-40B4-BE49-F238E27FC236}">
                        <a16:creationId xmlns:a16="http://schemas.microsoft.com/office/drawing/2014/main" id="{938A3F84-9DAA-BCC8-94D7-125DFA081B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798D4F1-C0E3-E10B-184C-FB9130319EE9}"/>
                </a:ext>
              </a:extLst>
            </p:cNvPr>
            <p:cNvGrpSpPr/>
            <p:nvPr/>
          </p:nvGrpSpPr>
          <p:grpSpPr>
            <a:xfrm>
              <a:off x="2165976" y="3209574"/>
              <a:ext cx="869292" cy="579528"/>
              <a:chOff x="2785681" y="1551"/>
              <a:chExt cx="869292" cy="579528"/>
            </a:xfrm>
          </p:grpSpPr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7FA304D2-5C4B-1656-B8F6-1C32F10DCA7A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: Rounded Corners 4">
                    <a:extLst>
                      <a:ext uri="{FF2B5EF4-FFF2-40B4-BE49-F238E27FC236}">
                        <a16:creationId xmlns:a16="http://schemas.microsoft.com/office/drawing/2014/main" id="{F8837AC8-0746-1734-0D20-AF8F1F8177A9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33" name="Rectangle: Rounded Corners 4">
                    <a:extLst>
                      <a:ext uri="{FF2B5EF4-FFF2-40B4-BE49-F238E27FC236}">
                        <a16:creationId xmlns:a16="http://schemas.microsoft.com/office/drawing/2014/main" id="{F8837AC8-0746-1734-0D20-AF8F1F8177A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9A9A0D8-31CD-F394-80A1-7CF830297A5B}"/>
                </a:ext>
              </a:extLst>
            </p:cNvPr>
            <p:cNvGrpSpPr/>
            <p:nvPr/>
          </p:nvGrpSpPr>
          <p:grpSpPr>
            <a:xfrm>
              <a:off x="3023326" y="3209574"/>
              <a:ext cx="869292" cy="579528"/>
              <a:chOff x="2785681" y="1551"/>
              <a:chExt cx="869292" cy="579528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8E46C956-13DB-D65D-37B7-24AFB830F687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Rectangle: Rounded Corners 4">
                    <a:extLst>
                      <a:ext uri="{FF2B5EF4-FFF2-40B4-BE49-F238E27FC236}">
                        <a16:creationId xmlns:a16="http://schemas.microsoft.com/office/drawing/2014/main" id="{B2F08B2E-3242-023C-D083-A2D5DD40A7A2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31" name="Rectangle: Rounded Corners 4">
                    <a:extLst>
                      <a:ext uri="{FF2B5EF4-FFF2-40B4-BE49-F238E27FC236}">
                        <a16:creationId xmlns:a16="http://schemas.microsoft.com/office/drawing/2014/main" id="{B2F08B2E-3242-023C-D083-A2D5DD40A7A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AABB547-7812-4458-4133-C753366DF284}"/>
                </a:ext>
              </a:extLst>
            </p:cNvPr>
            <p:cNvGrpSpPr/>
            <p:nvPr/>
          </p:nvGrpSpPr>
          <p:grpSpPr>
            <a:xfrm>
              <a:off x="3892618" y="3209574"/>
              <a:ext cx="869292" cy="579528"/>
              <a:chOff x="2785681" y="1551"/>
              <a:chExt cx="869292" cy="579528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F68E2751-1228-5F2C-3A82-625771EE194B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angle: Rounded Corners 4">
                    <a:extLst>
                      <a:ext uri="{FF2B5EF4-FFF2-40B4-BE49-F238E27FC236}">
                        <a16:creationId xmlns:a16="http://schemas.microsoft.com/office/drawing/2014/main" id="{181C71E2-9769-FE42-A3CD-3285D384FFBB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29" name="Rectangle: Rounded Corners 4">
                    <a:extLst>
                      <a:ext uri="{FF2B5EF4-FFF2-40B4-BE49-F238E27FC236}">
                        <a16:creationId xmlns:a16="http://schemas.microsoft.com/office/drawing/2014/main" id="{181C71E2-9769-FE42-A3CD-3285D384FFB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2FB4653-06FC-9E23-4381-E6096F032266}"/>
              </a:ext>
            </a:extLst>
          </p:cNvPr>
          <p:cNvGrpSpPr/>
          <p:nvPr/>
        </p:nvGrpSpPr>
        <p:grpSpPr>
          <a:xfrm>
            <a:off x="456308" y="4584556"/>
            <a:ext cx="4305602" cy="579528"/>
            <a:chOff x="456308" y="3209574"/>
            <a:chExt cx="4305602" cy="579528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BE0BCE9-93C7-598F-1710-CB4198847C96}"/>
                </a:ext>
              </a:extLst>
            </p:cNvPr>
            <p:cNvGrpSpPr/>
            <p:nvPr/>
          </p:nvGrpSpPr>
          <p:grpSpPr>
            <a:xfrm>
              <a:off x="456308" y="3209574"/>
              <a:ext cx="869292" cy="579528"/>
              <a:chOff x="2785681" y="1551"/>
              <a:chExt cx="869292" cy="579528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1A162B85-BD9F-8151-2281-11677394CBAE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Rectangle: Rounded Corners 4">
                    <a:extLst>
                      <a:ext uri="{FF2B5EF4-FFF2-40B4-BE49-F238E27FC236}">
                        <a16:creationId xmlns:a16="http://schemas.microsoft.com/office/drawing/2014/main" id="{AFBE1C5B-D10E-4DD1-CADA-FAEA0774C0C0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53" name="Rectangle: Rounded Corners 4">
                    <a:extLst>
                      <a:ext uri="{FF2B5EF4-FFF2-40B4-BE49-F238E27FC236}">
                        <a16:creationId xmlns:a16="http://schemas.microsoft.com/office/drawing/2014/main" id="{AFBE1C5B-D10E-4DD1-CADA-FAEA0774C0C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4B737C4-2D4E-1DB2-EA57-84491E97E346}"/>
                </a:ext>
              </a:extLst>
            </p:cNvPr>
            <p:cNvGrpSpPr/>
            <p:nvPr/>
          </p:nvGrpSpPr>
          <p:grpSpPr>
            <a:xfrm>
              <a:off x="1313658" y="3209574"/>
              <a:ext cx="869292" cy="579528"/>
              <a:chOff x="2785681" y="1551"/>
              <a:chExt cx="869292" cy="579528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AD32E6AC-BFFB-A5A8-F3BB-14C76492E319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Rectangle: Rounded Corners 4">
                    <a:extLst>
                      <a:ext uri="{FF2B5EF4-FFF2-40B4-BE49-F238E27FC236}">
                        <a16:creationId xmlns:a16="http://schemas.microsoft.com/office/drawing/2014/main" id="{D683A7DC-8C1B-A1BA-970D-D83C70E0C0DA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51" name="Rectangle: Rounded Corners 4">
                    <a:extLst>
                      <a:ext uri="{FF2B5EF4-FFF2-40B4-BE49-F238E27FC236}">
                        <a16:creationId xmlns:a16="http://schemas.microsoft.com/office/drawing/2014/main" id="{D683A7DC-8C1B-A1BA-970D-D83C70E0C0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086DD67-5540-D7A7-3B8B-2203BF97458F}"/>
                </a:ext>
              </a:extLst>
            </p:cNvPr>
            <p:cNvGrpSpPr/>
            <p:nvPr/>
          </p:nvGrpSpPr>
          <p:grpSpPr>
            <a:xfrm>
              <a:off x="2165976" y="3209574"/>
              <a:ext cx="869292" cy="579528"/>
              <a:chOff x="2785681" y="1551"/>
              <a:chExt cx="869292" cy="579528"/>
            </a:xfrm>
          </p:grpSpPr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594240A3-5F66-B1F9-1F68-13DDC018B7F6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: Rounded Corners 4">
                    <a:extLst>
                      <a:ext uri="{FF2B5EF4-FFF2-40B4-BE49-F238E27FC236}">
                        <a16:creationId xmlns:a16="http://schemas.microsoft.com/office/drawing/2014/main" id="{57E7173D-1B96-5F91-1CB2-F9128CE5AA99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49" name="Rectangle: Rounded Corners 4">
                    <a:extLst>
                      <a:ext uri="{FF2B5EF4-FFF2-40B4-BE49-F238E27FC236}">
                        <a16:creationId xmlns:a16="http://schemas.microsoft.com/office/drawing/2014/main" id="{57E7173D-1B96-5F91-1CB2-F9128CE5AA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DCF1681-CBB0-0D8E-3F70-13900F0C68E6}"/>
                </a:ext>
              </a:extLst>
            </p:cNvPr>
            <p:cNvGrpSpPr/>
            <p:nvPr/>
          </p:nvGrpSpPr>
          <p:grpSpPr>
            <a:xfrm>
              <a:off x="3023326" y="3209574"/>
              <a:ext cx="869292" cy="579528"/>
              <a:chOff x="2785681" y="1551"/>
              <a:chExt cx="869292" cy="579528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B4C8DF52-E906-CF5C-6241-F1CBCF9D4121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: Rounded Corners 4">
                    <a:extLst>
                      <a:ext uri="{FF2B5EF4-FFF2-40B4-BE49-F238E27FC236}">
                        <a16:creationId xmlns:a16="http://schemas.microsoft.com/office/drawing/2014/main" id="{2488A862-726A-ED21-A60C-EAB807FF1624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47" name="Rectangle: Rounded Corners 4">
                    <a:extLst>
                      <a:ext uri="{FF2B5EF4-FFF2-40B4-BE49-F238E27FC236}">
                        <a16:creationId xmlns:a16="http://schemas.microsoft.com/office/drawing/2014/main" id="{2488A862-726A-ED21-A60C-EAB807FF16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110C305-8C47-7ECD-54B4-1489881A1E55}"/>
                </a:ext>
              </a:extLst>
            </p:cNvPr>
            <p:cNvGrpSpPr/>
            <p:nvPr/>
          </p:nvGrpSpPr>
          <p:grpSpPr>
            <a:xfrm>
              <a:off x="3892618" y="3209574"/>
              <a:ext cx="869292" cy="579528"/>
              <a:chOff x="2785681" y="1551"/>
              <a:chExt cx="869292" cy="579528"/>
            </a:xfrm>
          </p:grpSpPr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195AEBCE-B46F-E629-8992-35947A78CA7E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Rectangle: Rounded Corners 4">
                    <a:extLst>
                      <a:ext uri="{FF2B5EF4-FFF2-40B4-BE49-F238E27FC236}">
                        <a16:creationId xmlns:a16="http://schemas.microsoft.com/office/drawing/2014/main" id="{7A4F9E6B-07AA-9D94-CE5E-6F69E2F4572C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45" name="Rectangle: Rounded Corners 4">
                    <a:extLst>
                      <a:ext uri="{FF2B5EF4-FFF2-40B4-BE49-F238E27FC236}">
                        <a16:creationId xmlns:a16="http://schemas.microsoft.com/office/drawing/2014/main" id="{7A4F9E6B-07AA-9D94-CE5E-6F69E2F457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75B6AED-3722-2380-A96D-DC17EFE766BF}"/>
              </a:ext>
            </a:extLst>
          </p:cNvPr>
          <p:cNvGrpSpPr/>
          <p:nvPr/>
        </p:nvGrpSpPr>
        <p:grpSpPr>
          <a:xfrm>
            <a:off x="456308" y="5182430"/>
            <a:ext cx="4305602" cy="579528"/>
            <a:chOff x="456308" y="3209574"/>
            <a:chExt cx="4305602" cy="579528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0E7DA1F-51C5-DAE0-E08C-476AD3823A58}"/>
                </a:ext>
              </a:extLst>
            </p:cNvPr>
            <p:cNvGrpSpPr/>
            <p:nvPr/>
          </p:nvGrpSpPr>
          <p:grpSpPr>
            <a:xfrm>
              <a:off x="456308" y="3209574"/>
              <a:ext cx="869292" cy="579528"/>
              <a:chOff x="2785681" y="1551"/>
              <a:chExt cx="869292" cy="579528"/>
            </a:xfrm>
          </p:grpSpPr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47B46652-424E-8C90-C198-DCF2E95A0D8F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Rectangle: Rounded Corners 4">
                    <a:extLst>
                      <a:ext uri="{FF2B5EF4-FFF2-40B4-BE49-F238E27FC236}">
                        <a16:creationId xmlns:a16="http://schemas.microsoft.com/office/drawing/2014/main" id="{D07B2E46-13A7-D171-740F-07B826D59007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69" name="Rectangle: Rounded Corners 4">
                    <a:extLst>
                      <a:ext uri="{FF2B5EF4-FFF2-40B4-BE49-F238E27FC236}">
                        <a16:creationId xmlns:a16="http://schemas.microsoft.com/office/drawing/2014/main" id="{D07B2E46-13A7-D171-740F-07B826D5900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6E397A8-F4E4-B42F-F159-F2BD12E34D8A}"/>
                </a:ext>
              </a:extLst>
            </p:cNvPr>
            <p:cNvGrpSpPr/>
            <p:nvPr/>
          </p:nvGrpSpPr>
          <p:grpSpPr>
            <a:xfrm>
              <a:off x="1313658" y="3209574"/>
              <a:ext cx="869292" cy="579528"/>
              <a:chOff x="2785681" y="1551"/>
              <a:chExt cx="869292" cy="579528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122DF401-B010-111F-EE93-A3DFEA119E1C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Rectangle: Rounded Corners 4">
                    <a:extLst>
                      <a:ext uri="{FF2B5EF4-FFF2-40B4-BE49-F238E27FC236}">
                        <a16:creationId xmlns:a16="http://schemas.microsoft.com/office/drawing/2014/main" id="{A5823BEB-9C11-06CD-E308-8FB0B53BEAE6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67" name="Rectangle: Rounded Corners 4">
                    <a:extLst>
                      <a:ext uri="{FF2B5EF4-FFF2-40B4-BE49-F238E27FC236}">
                        <a16:creationId xmlns:a16="http://schemas.microsoft.com/office/drawing/2014/main" id="{A5823BEB-9C11-06CD-E308-8FB0B53BEA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EDEEF0BB-3899-F009-8005-392AEC87B341}"/>
                </a:ext>
              </a:extLst>
            </p:cNvPr>
            <p:cNvGrpSpPr/>
            <p:nvPr/>
          </p:nvGrpSpPr>
          <p:grpSpPr>
            <a:xfrm>
              <a:off x="2165976" y="3209574"/>
              <a:ext cx="869292" cy="579528"/>
              <a:chOff x="2785681" y="1551"/>
              <a:chExt cx="869292" cy="579528"/>
            </a:xfrm>
          </p:grpSpPr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8BC0A29B-20D5-5E3D-60FB-F268A6102085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Rectangle: Rounded Corners 4">
                    <a:extLst>
                      <a:ext uri="{FF2B5EF4-FFF2-40B4-BE49-F238E27FC236}">
                        <a16:creationId xmlns:a16="http://schemas.microsoft.com/office/drawing/2014/main" id="{DEC7F72D-D6F5-02ED-8BA0-73D9E0420586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65" name="Rectangle: Rounded Corners 4">
                    <a:extLst>
                      <a:ext uri="{FF2B5EF4-FFF2-40B4-BE49-F238E27FC236}">
                        <a16:creationId xmlns:a16="http://schemas.microsoft.com/office/drawing/2014/main" id="{DEC7F72D-D6F5-02ED-8BA0-73D9E04205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37B3DBB-A7C3-650E-16F0-DEE9905260B2}"/>
                </a:ext>
              </a:extLst>
            </p:cNvPr>
            <p:cNvGrpSpPr/>
            <p:nvPr/>
          </p:nvGrpSpPr>
          <p:grpSpPr>
            <a:xfrm>
              <a:off x="3023326" y="3209574"/>
              <a:ext cx="869292" cy="579528"/>
              <a:chOff x="2785681" y="1551"/>
              <a:chExt cx="869292" cy="579528"/>
            </a:xfrm>
          </p:grpSpPr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7F92EA95-39C2-8451-EAED-C42968F78322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Rectangle: Rounded Corners 4">
                    <a:extLst>
                      <a:ext uri="{FF2B5EF4-FFF2-40B4-BE49-F238E27FC236}">
                        <a16:creationId xmlns:a16="http://schemas.microsoft.com/office/drawing/2014/main" id="{6E7FBF0F-66F5-C42D-B394-64062114B580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63" name="Rectangle: Rounded Corners 4">
                    <a:extLst>
                      <a:ext uri="{FF2B5EF4-FFF2-40B4-BE49-F238E27FC236}">
                        <a16:creationId xmlns:a16="http://schemas.microsoft.com/office/drawing/2014/main" id="{6E7FBF0F-66F5-C42D-B394-64062114B58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8154EF7-C87E-BDA7-1F9D-346DF6101BF6}"/>
                </a:ext>
              </a:extLst>
            </p:cNvPr>
            <p:cNvGrpSpPr/>
            <p:nvPr/>
          </p:nvGrpSpPr>
          <p:grpSpPr>
            <a:xfrm>
              <a:off x="3892618" y="3209574"/>
              <a:ext cx="869292" cy="579528"/>
              <a:chOff x="2785681" y="1551"/>
              <a:chExt cx="869292" cy="579528"/>
            </a:xfrm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084C06B0-A9A7-645B-EC6E-60EEC3F2E3A4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Rectangle: Rounded Corners 4">
                    <a:extLst>
                      <a:ext uri="{FF2B5EF4-FFF2-40B4-BE49-F238E27FC236}">
                        <a16:creationId xmlns:a16="http://schemas.microsoft.com/office/drawing/2014/main" id="{94FA2ADD-A055-88A0-B28D-977AA3140A39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61" name="Rectangle: Rounded Corners 4">
                    <a:extLst>
                      <a:ext uri="{FF2B5EF4-FFF2-40B4-BE49-F238E27FC236}">
                        <a16:creationId xmlns:a16="http://schemas.microsoft.com/office/drawing/2014/main" id="{94FA2ADD-A055-88A0-B28D-977AA3140A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029FFA0-40B7-6FC5-6569-326A33E9868C}"/>
              </a:ext>
            </a:extLst>
          </p:cNvPr>
          <p:cNvGrpSpPr/>
          <p:nvPr/>
        </p:nvGrpSpPr>
        <p:grpSpPr>
          <a:xfrm>
            <a:off x="456308" y="5777182"/>
            <a:ext cx="4305602" cy="579528"/>
            <a:chOff x="456308" y="3209574"/>
            <a:chExt cx="4305602" cy="579528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9B686B22-F420-56F4-EFB1-C10E7388514C}"/>
                </a:ext>
              </a:extLst>
            </p:cNvPr>
            <p:cNvGrpSpPr/>
            <p:nvPr/>
          </p:nvGrpSpPr>
          <p:grpSpPr>
            <a:xfrm>
              <a:off x="456308" y="3209574"/>
              <a:ext cx="869292" cy="579528"/>
              <a:chOff x="2785681" y="1551"/>
              <a:chExt cx="869292" cy="579528"/>
            </a:xfrm>
          </p:grpSpPr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E5358F60-EEBB-C545-A475-3C31D661DBE6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Rectangle: Rounded Corners 4">
                    <a:extLst>
                      <a:ext uri="{FF2B5EF4-FFF2-40B4-BE49-F238E27FC236}">
                        <a16:creationId xmlns:a16="http://schemas.microsoft.com/office/drawing/2014/main" id="{603789B0-E92C-0B7E-6398-2088A7272AF5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85" name="Rectangle: Rounded Corners 4">
                    <a:extLst>
                      <a:ext uri="{FF2B5EF4-FFF2-40B4-BE49-F238E27FC236}">
                        <a16:creationId xmlns:a16="http://schemas.microsoft.com/office/drawing/2014/main" id="{603789B0-E92C-0B7E-6398-2088A7272A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CC717C28-F0F9-99BB-1F2C-8BB2FE3B84E4}"/>
                </a:ext>
              </a:extLst>
            </p:cNvPr>
            <p:cNvGrpSpPr/>
            <p:nvPr/>
          </p:nvGrpSpPr>
          <p:grpSpPr>
            <a:xfrm>
              <a:off x="1313658" y="3209574"/>
              <a:ext cx="869292" cy="579528"/>
              <a:chOff x="2785681" y="1551"/>
              <a:chExt cx="869292" cy="579528"/>
            </a:xfrm>
          </p:grpSpPr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AD453010-D9A1-459D-D6C9-9D253AAA506C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Rectangle: Rounded Corners 4">
                    <a:extLst>
                      <a:ext uri="{FF2B5EF4-FFF2-40B4-BE49-F238E27FC236}">
                        <a16:creationId xmlns:a16="http://schemas.microsoft.com/office/drawing/2014/main" id="{7D0A1422-ED34-82FB-7B83-79015AA6F3EF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83" name="Rectangle: Rounded Corners 4">
                    <a:extLst>
                      <a:ext uri="{FF2B5EF4-FFF2-40B4-BE49-F238E27FC236}">
                        <a16:creationId xmlns:a16="http://schemas.microsoft.com/office/drawing/2014/main" id="{7D0A1422-ED34-82FB-7B83-79015AA6F3E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6F65BE75-B7B5-D3BA-03C9-4AF2617439FD}"/>
                </a:ext>
              </a:extLst>
            </p:cNvPr>
            <p:cNvGrpSpPr/>
            <p:nvPr/>
          </p:nvGrpSpPr>
          <p:grpSpPr>
            <a:xfrm>
              <a:off x="2165976" y="3209574"/>
              <a:ext cx="869292" cy="579528"/>
              <a:chOff x="2785681" y="1551"/>
              <a:chExt cx="869292" cy="579528"/>
            </a:xfrm>
          </p:grpSpPr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7D3B17B5-2724-22D5-CE18-0CF3F86A91E2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Rectangle: Rounded Corners 4">
                    <a:extLst>
                      <a:ext uri="{FF2B5EF4-FFF2-40B4-BE49-F238E27FC236}">
                        <a16:creationId xmlns:a16="http://schemas.microsoft.com/office/drawing/2014/main" id="{D3C07E44-DD75-D76D-62FE-58F0300E6B58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81" name="Rectangle: Rounded Corners 4">
                    <a:extLst>
                      <a:ext uri="{FF2B5EF4-FFF2-40B4-BE49-F238E27FC236}">
                        <a16:creationId xmlns:a16="http://schemas.microsoft.com/office/drawing/2014/main" id="{D3C07E44-DD75-D76D-62FE-58F0300E6B5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09DE423-E854-29B2-D3C3-5A4B23AE5F18}"/>
                </a:ext>
              </a:extLst>
            </p:cNvPr>
            <p:cNvGrpSpPr/>
            <p:nvPr/>
          </p:nvGrpSpPr>
          <p:grpSpPr>
            <a:xfrm>
              <a:off x="3023326" y="3209574"/>
              <a:ext cx="869292" cy="579528"/>
              <a:chOff x="2785681" y="1551"/>
              <a:chExt cx="869292" cy="579528"/>
            </a:xfrm>
          </p:grpSpPr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B0748B93-1FBF-5386-9C79-B0DC9A8EFF75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Rectangle: Rounded Corners 4">
                    <a:extLst>
                      <a:ext uri="{FF2B5EF4-FFF2-40B4-BE49-F238E27FC236}">
                        <a16:creationId xmlns:a16="http://schemas.microsoft.com/office/drawing/2014/main" id="{DA40AA83-2E3E-7A47-C0A4-AB5C09DF246D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79" name="Rectangle: Rounded Corners 4">
                    <a:extLst>
                      <a:ext uri="{FF2B5EF4-FFF2-40B4-BE49-F238E27FC236}">
                        <a16:creationId xmlns:a16="http://schemas.microsoft.com/office/drawing/2014/main" id="{DA40AA83-2E3E-7A47-C0A4-AB5C09DF24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1A7D742-AE26-78B8-9C05-534430F3BFF4}"/>
                </a:ext>
              </a:extLst>
            </p:cNvPr>
            <p:cNvGrpSpPr/>
            <p:nvPr/>
          </p:nvGrpSpPr>
          <p:grpSpPr>
            <a:xfrm>
              <a:off x="3892618" y="3209574"/>
              <a:ext cx="869292" cy="579528"/>
              <a:chOff x="2785681" y="1551"/>
              <a:chExt cx="869292" cy="579528"/>
            </a:xfrm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CE2CAB6C-9D6B-C2A9-A8E4-750138D0EBA5}"/>
                  </a:ext>
                </a:extLst>
              </p:cNvPr>
              <p:cNvSpPr/>
              <p:nvPr/>
            </p:nvSpPr>
            <p:spPr>
              <a:xfrm>
                <a:off x="2785681" y="1551"/>
                <a:ext cx="869292" cy="579528"/>
              </a:xfrm>
              <a:prstGeom prst="roundRect">
                <a:avLst>
                  <a:gd name="adj" fmla="val 10000"/>
                </a:avLst>
              </a:prstGeom>
            </p:spPr>
            <p:style>
              <a:lnRef idx="2">
                <a:schemeClr val="dk1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Rectangle: Rounded Corners 4">
                    <a:extLst>
                      <a:ext uri="{FF2B5EF4-FFF2-40B4-BE49-F238E27FC236}">
                        <a16:creationId xmlns:a16="http://schemas.microsoft.com/office/drawing/2014/main" id="{A91F7AAA-4DF3-9C54-DAA1-3A2CC71FAFDE}"/>
                      </a:ext>
                    </a:extLst>
                  </p:cNvPr>
                  <p:cNvSpPr txBox="1"/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83820" tIns="83820" rIns="83820" bIns="83820" numCol="1" spcCol="1270" anchor="ctr" anchorCtr="0">
                    <a:noAutofit/>
                  </a:bodyPr>
                  <a:lstStyle/>
                  <a:p>
                    <a:pPr marL="0" lvl="0" indent="0" algn="ctr" defTabSz="97790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0" i="1" kern="1200" dirty="0" smtClean="0"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en-US" sz="2200" kern="1200" dirty="0"/>
                  </a:p>
                </p:txBody>
              </p:sp>
            </mc:Choice>
            <mc:Fallback xmlns="">
              <p:sp>
                <p:nvSpPr>
                  <p:cNvPr id="77" name="Rectangle: Rounded Corners 4">
                    <a:extLst>
                      <a:ext uri="{FF2B5EF4-FFF2-40B4-BE49-F238E27FC236}">
                        <a16:creationId xmlns:a16="http://schemas.microsoft.com/office/drawing/2014/main" id="{A91F7AAA-4DF3-9C54-DAA1-3A2CC71FAFD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02655" y="18525"/>
                    <a:ext cx="835344" cy="545580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42244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4306C6C-F022-479B-A81C-3C4094A53A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CE02A99-1FBA-41E3-9C63-4E805DDB14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6AECC65-43C0-4D34-B143-74DF4A977D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2C9D270-27F2-4746-AD48-0D154AA895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35FF622-6341-416E-90F8-2CC250A0A5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EAD4FD0-BF9F-4FF7-8E1E-71128267D5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454FA0D-3869-488B-8B13-866CCB8A57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84C86D4-45E0-4B20-A63B-6F8A0F9AFE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C3BD571-895A-41DF-8BD5-2C34AD0C02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EA4AA81-6664-485C-BF2B-26EA1F161C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A49FCD1-9DF2-4D77-9B63-17B770F589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AA65AEF-73DA-4C28-A1D6-066ADEE9B2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D883BFF-4F3E-4655-878A-15A81A37CB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EDA3F09-F122-4EC6-8C2B-69E3D6A75D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8470DC0-16E2-4A63-8EB1-87206F3713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34192BC-88DB-46D9-84C5-DD80F02AAB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F81CC8C-986E-44C0-8512-33171EDBE9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Fibonacci Series (again)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9CDFB7-965C-8507-F81C-4A8EFBCF98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942829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DYNAMIC_FIBONACCI</a:t>
                </a:r>
                <a:r>
                  <a:rPr lang="en-US" sz="24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24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n, A), returns nth number in Fibonacci series. A is a linear array of size n for caching.</a:t>
                </a:r>
                <a:endParaRPr lang="en-US" sz="2400" i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r>
                  <a:rPr lang="en-US" sz="2400" b="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 then: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[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]</m:t>
                    </m:r>
                  </m:oMath>
                </a14:m>
                <a:endParaRPr lang="en-US" sz="2200" b="0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≤2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, then: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1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457200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𝑂𝑇𝐻𝐸𝑅𝑊𝐼𝑆𝐸</m:t>
                    </m:r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:</a:t>
                </a: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1≔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𝐹𝐼𝐵𝑂𝑁𝐴𝐶𝐶𝐼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−1, 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𝐴</m:t>
                        </m:r>
                      </m:e>
                    </m:d>
                  </m:oMath>
                </a14:m>
                <a:endParaRPr lang="en-US" sz="2200" b="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2≔</m:t>
                    </m:r>
                    <m:r>
                      <a:rPr lang="en-US" sz="2200" i="1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𝐹𝐼𝐵𝑂𝑁𝐴𝐶𝐶𝐼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−2, 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𝐴</m:t>
                        </m:r>
                      </m:e>
                    </m:d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d>
                      <m:dPr>
                        <m:begChr m:val="["/>
                        <m:endChr m:val="]"/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Cascadia Code" panose="020B0609020000020004" pitchFamily="49" charset="0"/>
                            <a:cs typeface="Cascadia Code" panose="020B0609020000020004" pitchFamily="49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1+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2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pPr marL="914400" lvl="1" indent="-457200">
                  <a:lnSpc>
                    <a:spcPct val="1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𝑅𝑒𝑡𝑢𝑟𝑛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[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scadia Code" panose="020B0609020000020004" pitchFamily="49" charset="0"/>
                        <a:cs typeface="Cascadia Code" panose="020B0609020000020004" pitchFamily="49" charset="0"/>
                      </a:rPr>
                      <m:t>]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89CDFB7-965C-8507-F81C-4A8EFBCF98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942829"/>
              </a:xfrm>
              <a:prstGeom prst="rect">
                <a:avLst/>
              </a:prstGeom>
              <a:blipFill>
                <a:blip r:embed="rId3"/>
                <a:stretch>
                  <a:fillRect l="-778" t="-986" r="-1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778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Analysis of Selection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FA0D26-897A-AAAC-3840-3D519B15B6FF}"/>
              </a:ext>
            </a:extLst>
          </p:cNvPr>
          <p:cNvSpPr/>
          <p:nvPr/>
        </p:nvSpPr>
        <p:spPr>
          <a:xfrm>
            <a:off x="2294542" y="1905506"/>
            <a:ext cx="7602915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728196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Prime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famous Greek Geographer, Astronomer, Philosopher, Poet, Eratosthenes born in 276AD, who was first to measure the size of Earth.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He proposed a method to calculate Primer numbers using a technique which is a combination of backtracking as well as dynamic programming.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This method is known as Sieve of Eratosthenes.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We write all numbers from 2 to n in a table and Mark prime numbers.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2 is marked as prime and all of its multiples are then eliminated.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Next number 3 is marked as prime and all multiples of 3 are also eliminated.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process goes on till we have reached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.</a:t>
                </a:r>
                <a:endParaRPr lang="en-GB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830" t="-998" r="-1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5855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Prime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026" name="Picture 2" descr="Sieve1">
            <a:extLst>
              <a:ext uri="{FF2B5EF4-FFF2-40B4-BE49-F238E27FC236}">
                <a16:creationId xmlns:a16="http://schemas.microsoft.com/office/drawing/2014/main" id="{6D318DE6-AD32-B945-1773-716017839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477" y="2005012"/>
            <a:ext cx="8686800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eve2">
            <a:extLst>
              <a:ext uri="{FF2B5EF4-FFF2-40B4-BE49-F238E27FC236}">
                <a16:creationId xmlns:a16="http://schemas.microsoft.com/office/drawing/2014/main" id="{FA7CCCE8-E195-CAD6-3E57-2A5565269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477" y="3929062"/>
            <a:ext cx="876300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7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Prime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2050" name="Picture 2" descr="SieveofEratosthenes3">
            <a:extLst>
              <a:ext uri="{FF2B5EF4-FFF2-40B4-BE49-F238E27FC236}">
                <a16:creationId xmlns:a16="http://schemas.microsoft.com/office/drawing/2014/main" id="{03F9C4C9-66F8-88CE-B2E1-1416F24ED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1908971"/>
            <a:ext cx="872490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ieve4">
            <a:extLst>
              <a:ext uri="{FF2B5EF4-FFF2-40B4-BE49-F238E27FC236}">
                <a16:creationId xmlns:a16="http://schemas.microsoft.com/office/drawing/2014/main" id="{5385A7CD-0576-745D-A231-180AA1E9B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3937796"/>
            <a:ext cx="8677275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4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Prime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074" name="Picture 2" descr="Sieve5">
            <a:extLst>
              <a:ext uri="{FF2B5EF4-FFF2-40B4-BE49-F238E27FC236}">
                <a16:creationId xmlns:a16="http://schemas.microsoft.com/office/drawing/2014/main" id="{CDFB0424-430E-50E7-6284-5E9DCFB33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3848100"/>
            <a:ext cx="86487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0BA49-FE69-3A4B-7C6D-424D38CFAB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2154526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All non-primes will be eliminated before reaching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30BA49-FE69-3A4B-7C6D-424D38CFA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2154526"/>
              </a:xfrm>
              <a:prstGeom prst="rect">
                <a:avLst/>
              </a:prstGeom>
              <a:blipFill>
                <a:blip r:embed="rId4"/>
                <a:stretch>
                  <a:fillRect l="-1142" t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67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Prime Numbers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GB" sz="3200" dirty="0">
                    <a:latin typeface="Cascadia Code" panose="020B0609020000020004" pitchFamily="49" charset="0"/>
                    <a:cs typeface="Cascadia Code" panose="020B0609020000020004" pitchFamily="49" charset="0"/>
                  </a:rPr>
                  <a:t>SIEVE_OF_ERATOSTHENES(n) find prime numbers up to n: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≔[2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𝑡𝑜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]</m:t>
                    </m:r>
                  </m:oMath>
                </a14:m>
                <a:endParaRPr lang="en-GB" sz="3200" dirty="0">
                  <a:cs typeface="Cascadia Code" panose="020B0609020000020004" pitchFamily="49" charset="0"/>
                </a:endParaRP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𝐴𝐿𝐿𝑂𝐶𝐴𝑇𝐸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()</m:t>
                    </m:r>
                  </m:oMath>
                </a14:m>
                <a:r>
                  <a:rPr lang="en-GB" sz="3200" dirty="0">
                    <a:cs typeface="Cascadia Code" panose="020B0609020000020004" pitchFamily="49" charset="0"/>
                  </a:rPr>
                  <a:t>	(dynamic list)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𝑅𝐸𝑃𝐸𝐴𝑇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𝑊h𝑖𝑙𝑒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≠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𝜙</m:t>
                    </m:r>
                  </m:oMath>
                </a14:m>
                <a:r>
                  <a:rPr lang="en-GB" sz="3200" dirty="0">
                    <a:cs typeface="Cascadia Code" panose="020B0609020000020004" pitchFamily="49" charset="0"/>
                  </a:rPr>
                  <a:t>:</a:t>
                </a:r>
              </a:p>
              <a:p>
                <a:pPr marL="1028700" lvl="1" indent="-571500">
                  <a:lnSpc>
                    <a:spcPct val="120000"/>
                  </a:lnSpc>
                  <a:buFont typeface="+mj-lt"/>
                  <a:buAutoNum type="romanUcPeriod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𝑆𝐸𝑇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𝑖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≔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𝐴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[0]</m:t>
                    </m:r>
                  </m:oMath>
                </a14:m>
                <a:r>
                  <a:rPr lang="en-GB" sz="3000" dirty="0">
                    <a:cs typeface="Cascadia Code" panose="020B0609020000020004" pitchFamily="49" charset="0"/>
                  </a:rPr>
                  <a:t>:</a:t>
                </a:r>
              </a:p>
              <a:p>
                <a:pPr marL="1428750" lvl="2" indent="-514350">
                  <a:lnSpc>
                    <a:spcPct val="12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𝐼𝑁𝑆𝐸𝑅𝑇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𝑃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, 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𝑖</m:t>
                        </m:r>
                      </m:e>
                    </m:d>
                  </m:oMath>
                </a14:m>
                <a:endParaRPr lang="en-GB" sz="3000" dirty="0">
                  <a:cs typeface="Cascadia Code" panose="020B0609020000020004" pitchFamily="49" charset="0"/>
                </a:endParaRPr>
              </a:p>
              <a:p>
                <a:pPr marL="1428750" lvl="2" indent="-514350">
                  <a:lnSpc>
                    <a:spcPct val="120000"/>
                  </a:lnSpc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𝐹𝑂𝑅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𝑎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𝐼𝑁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𝐴</m:t>
                    </m:r>
                  </m:oMath>
                </a14:m>
                <a:r>
                  <a:rPr lang="en-GB" sz="3000" dirty="0">
                    <a:cs typeface="Cascadia Code" panose="020B0609020000020004" pitchFamily="49" charset="0"/>
                  </a:rPr>
                  <a:t>:</a:t>
                </a:r>
              </a:p>
              <a:p>
                <a:pPr marL="1943100" lvl="3" indent="-571500">
                  <a:lnSpc>
                    <a:spcPct val="12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𝐼𝐹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𝑎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𝑀𝑂𝐷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=0</m:t>
                    </m:r>
                  </m:oMath>
                </a14:m>
                <a:r>
                  <a:rPr lang="en-GB" sz="2800" dirty="0">
                    <a:cs typeface="Cascadia Code" panose="020B0609020000020004" pitchFamily="49" charset="0"/>
                  </a:rPr>
                  <a:t>, then:</a:t>
                </a:r>
              </a:p>
              <a:p>
                <a:pPr marL="2343150" lvl="4" indent="-514350">
                  <a:lnSpc>
                    <a:spcPct val="120000"/>
                  </a:lnSpc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Cascadia Code" panose="020B0609020000020004" pitchFamily="49" charset="0"/>
                      </a:rPr>
                      <m:t>𝑅𝐸𝑀𝑂𝑉𝐸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𝐴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Cascadia Code" panose="020B0609020000020004" pitchFamily="49" charset="0"/>
                          </a:rPr>
                          <m:t>𝑎</m:t>
                        </m:r>
                      </m:e>
                    </m:d>
                  </m:oMath>
                </a14:m>
                <a:endParaRPr lang="en-GB" sz="2800" dirty="0">
                  <a:latin typeface="Cascadia Code" panose="020B0609020000020004" pitchFamily="49" charset="0"/>
                  <a:cs typeface="Cascadia Code" panose="020B06090200000200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986" t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8738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Recap: Graphs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4942830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 graph is a mathematical model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3200" dirty="0"/>
                  <a:t>, which consists of a set of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3200" dirty="0"/>
                  <a:t> vertices (a.k.a. nodes)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3200" dirty="0"/>
                  <a:t> edges (a.k.a. links).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 vertex is any data point on a graph with a unique Id.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An edge is a connection between a pair of vertices.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 directed graph is one in which edges are directed from one node to another.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Un undirected graph is one in which edges are always bi-directional.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 weighted graph is one in which edges have a value associated with them.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An acyclic graph is one which does not contain cycles. Meaning if you traverse from any node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3200" dirty="0"/>
                  <a:t>, then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3200" dirty="0"/>
                  <a:t> will not occur more than once in your path. A Tree is an acyclic graph.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4942830"/>
              </a:xfrm>
              <a:prstGeom prst="rect">
                <a:avLst/>
              </a:prstGeom>
              <a:blipFill>
                <a:blip r:embed="rId3"/>
                <a:stretch>
                  <a:fillRect l="-727" t="-863" r="-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1283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Recap: Graphs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494283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 cyclic graph contains cycles. You can start traversing from a node, follow edges, and eventually return to the same node.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 path is a sequence of nodes where each adjacent pair is connected by an edge. The length of a path is the number of edges in it.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shortest path between two nodes is the path with the minimum number of edges.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 graph can be represented as a 2D adjacency matrix.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 graph with nodes 1, 2, 3, and 4, and edges (1, 2), (1, 3), (2, 4), (3, 2), (4, 3) can be expressed as: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1  1  0  0  0</a:t>
            </a:r>
            <a:br>
              <a:rPr lang="en-US" sz="3200" dirty="0"/>
            </a:br>
            <a:r>
              <a:rPr lang="en-US" sz="3200" dirty="0"/>
              <a:t>1  0  1  1  0</a:t>
            </a:r>
            <a:br>
              <a:rPr lang="en-US" sz="3200" dirty="0"/>
            </a:br>
            <a:r>
              <a:rPr lang="en-US" sz="3200" dirty="0"/>
              <a:t>0  1  0  0  0</a:t>
            </a:r>
            <a:br>
              <a:rPr lang="en-US" sz="3200" dirty="0"/>
            </a:br>
            <a:r>
              <a:rPr lang="en-US" sz="3200" dirty="0"/>
              <a:t>0  0  1  1  1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2405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Commute in Karachi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141459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 graph illustrates various paths you can take to </a:t>
            </a:r>
            <a:r>
              <a:rPr lang="en-US" sz="3200"/>
              <a:t>reach Tower </a:t>
            </a:r>
            <a:r>
              <a:rPr lang="en-US" sz="3200" dirty="0"/>
              <a:t>from Water pump roundabout.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Each stop takes an approximate amount of time to reach the other.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6E1BE18-0DC8-5B48-73AD-BCBD8BE9D937}"/>
              </a:ext>
            </a:extLst>
          </p:cNvPr>
          <p:cNvGrpSpPr/>
          <p:nvPr/>
        </p:nvGrpSpPr>
        <p:grpSpPr>
          <a:xfrm>
            <a:off x="393405" y="3011135"/>
            <a:ext cx="11335256" cy="3289568"/>
            <a:chOff x="393405" y="3011135"/>
            <a:chExt cx="11335256" cy="328956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0C97B12-F88F-AED1-5DFC-3FB4E7DFD9A2}"/>
                </a:ext>
              </a:extLst>
            </p:cNvPr>
            <p:cNvGrpSpPr/>
            <p:nvPr/>
          </p:nvGrpSpPr>
          <p:grpSpPr>
            <a:xfrm>
              <a:off x="393405" y="3069462"/>
              <a:ext cx="11335256" cy="3194202"/>
              <a:chOff x="393405" y="3069462"/>
              <a:chExt cx="11335256" cy="3194202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EC9EE6B0-609E-0F65-41B6-5AED00CD4CDF}"/>
                  </a:ext>
                </a:extLst>
              </p:cNvPr>
              <p:cNvSpPr/>
              <p:nvPr/>
            </p:nvSpPr>
            <p:spPr>
              <a:xfrm>
                <a:off x="393405" y="4387015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Water pump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4187942A-716A-3B76-8240-220E2D2B9D9B}"/>
                  </a:ext>
                </a:extLst>
              </p:cNvPr>
              <p:cNvSpPr/>
              <p:nvPr/>
            </p:nvSpPr>
            <p:spPr>
              <a:xfrm>
                <a:off x="299129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 Hatti</a:t>
                </a: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CF0BD19C-AF64-06CA-E964-9570B89EA2A4}"/>
                  </a:ext>
                </a:extLst>
              </p:cNvPr>
              <p:cNvSpPr/>
              <p:nvPr/>
            </p:nvSpPr>
            <p:spPr>
              <a:xfrm>
                <a:off x="553869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Saddar</a:t>
                </a: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4067E3C-76F4-4248-153F-96D69AED019C}"/>
                  </a:ext>
                </a:extLst>
              </p:cNvPr>
              <p:cNvSpPr/>
              <p:nvPr/>
            </p:nvSpPr>
            <p:spPr>
              <a:xfrm>
                <a:off x="8086103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Light house</a:t>
                </a: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58CB75D0-6A12-11D4-CCDE-F00F5E5E3255}"/>
                  </a:ext>
                </a:extLst>
              </p:cNvPr>
              <p:cNvSpPr/>
              <p:nvPr/>
            </p:nvSpPr>
            <p:spPr>
              <a:xfrm>
                <a:off x="10633508" y="4387014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Tower</a:t>
                </a: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470FA86-A873-D967-B808-71287499B306}"/>
                  </a:ext>
                </a:extLst>
              </p:cNvPr>
              <p:cNvSpPr/>
              <p:nvPr/>
            </p:nvSpPr>
            <p:spPr>
              <a:xfrm>
                <a:off x="1645371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NIPA</a:t>
                </a: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C573648E-FBCB-C732-126E-52A2DE2B0113}"/>
                  </a:ext>
                </a:extLst>
              </p:cNvPr>
              <p:cNvSpPr/>
              <p:nvPr/>
            </p:nvSpPr>
            <p:spPr>
              <a:xfrm>
                <a:off x="4192776" y="306946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Bahria Uni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47005554-618A-CCC7-9048-E4D0996704A9}"/>
                  </a:ext>
                </a:extLst>
              </p:cNvPr>
              <p:cNvSpPr/>
              <p:nvPr/>
            </p:nvSpPr>
            <p:spPr>
              <a:xfrm>
                <a:off x="8105555" y="306946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Sh</a:t>
                </a:r>
                <a:r>
                  <a:rPr lang="en-US" dirty="0"/>
                  <a:t>-e-Faisal</a:t>
                </a: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1E03D5D0-2D0B-ECC6-A9E2-CC424CA4AF79}"/>
                  </a:ext>
                </a:extLst>
              </p:cNvPr>
              <p:cNvSpPr/>
              <p:nvPr/>
            </p:nvSpPr>
            <p:spPr>
              <a:xfrm>
                <a:off x="1645371" y="5678873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Five Star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40ACA6F7-15C6-1694-EBEB-52D0F55F3AA2}"/>
                  </a:ext>
                </a:extLst>
              </p:cNvPr>
              <p:cNvSpPr/>
              <p:nvPr/>
            </p:nvSpPr>
            <p:spPr>
              <a:xfrm>
                <a:off x="4192776" y="5678872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Lasbela</a:t>
                </a:r>
                <a:endParaRPr lang="en-US" dirty="0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1DC9FFA9-FD59-A82D-B508-26B09CDFD04A}"/>
                  </a:ext>
                </a:extLst>
              </p:cNvPr>
              <p:cNvSpPr/>
              <p:nvPr/>
            </p:nvSpPr>
            <p:spPr>
              <a:xfrm>
                <a:off x="6740182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Soldier Bazar</a:t>
                </a: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2F8C86E3-DF6E-8CAB-9BE7-FFB2E023A8A6}"/>
                  </a:ext>
                </a:extLst>
              </p:cNvPr>
              <p:cNvSpPr/>
              <p:nvPr/>
            </p:nvSpPr>
            <p:spPr>
              <a:xfrm>
                <a:off x="9451476" y="5678871"/>
                <a:ext cx="1095153" cy="58479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Nanakwarra</a:t>
                </a:r>
                <a:endParaRPr lang="en-US" dirty="0"/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E3555075-DA74-B9FA-CB48-F2BDBA15734D}"/>
                </a:ext>
              </a:extLst>
            </p:cNvPr>
            <p:cNvCxnSpPr>
              <a:stCxn id="9" idx="3"/>
              <a:endCxn id="10" idx="1"/>
            </p:cNvCxnSpPr>
            <p:nvPr/>
          </p:nvCxnSpPr>
          <p:spPr>
            <a:xfrm flipV="1">
              <a:off x="1488558" y="4679410"/>
              <a:ext cx="150273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6BF2D44-C43E-43BC-9943-CC03D2BB2839}"/>
                </a:ext>
              </a:extLst>
            </p:cNvPr>
            <p:cNvCxnSpPr>
              <a:stCxn id="10" idx="3"/>
              <a:endCxn id="11" idx="1"/>
            </p:cNvCxnSpPr>
            <p:nvPr/>
          </p:nvCxnSpPr>
          <p:spPr>
            <a:xfrm>
              <a:off x="4086446" y="4679410"/>
              <a:ext cx="14522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97375AA-AEF9-76D3-AB0B-5749223B6A85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>
              <a:off x="6633851" y="4679410"/>
              <a:ext cx="14522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C88008CF-9BCC-CD6E-7C2C-7079269DFDA7}"/>
                </a:ext>
              </a:extLst>
            </p:cNvPr>
            <p:cNvCxnSpPr>
              <a:stCxn id="12" idx="3"/>
              <a:endCxn id="13" idx="1"/>
            </p:cNvCxnSpPr>
            <p:nvPr/>
          </p:nvCxnSpPr>
          <p:spPr>
            <a:xfrm>
              <a:off x="9181256" y="4679410"/>
              <a:ext cx="14522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251F6D0F-8400-3B4B-7186-D9BBFCA84ED3}"/>
                </a:ext>
              </a:extLst>
            </p:cNvPr>
            <p:cNvCxnSpPr>
              <a:stCxn id="9" idx="0"/>
              <a:endCxn id="14" idx="2"/>
            </p:cNvCxnSpPr>
            <p:nvPr/>
          </p:nvCxnSpPr>
          <p:spPr>
            <a:xfrm flipV="1">
              <a:off x="940982" y="3654254"/>
              <a:ext cx="1251966" cy="73276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327C16A-EF49-0AD5-D03E-E03325F95D45}"/>
                </a:ext>
              </a:extLst>
            </p:cNvPr>
            <p:cNvCxnSpPr>
              <a:stCxn id="14" idx="3"/>
              <a:endCxn id="15" idx="1"/>
            </p:cNvCxnSpPr>
            <p:nvPr/>
          </p:nvCxnSpPr>
          <p:spPr>
            <a:xfrm>
              <a:off x="2740524" y="3361859"/>
              <a:ext cx="145225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FBF8EC7-D7F5-AA63-1DB4-E30B84BA0F23}"/>
                </a:ext>
              </a:extLst>
            </p:cNvPr>
            <p:cNvCxnSpPr>
              <a:stCxn id="15" idx="3"/>
              <a:endCxn id="17" idx="1"/>
            </p:cNvCxnSpPr>
            <p:nvPr/>
          </p:nvCxnSpPr>
          <p:spPr>
            <a:xfrm flipV="1">
              <a:off x="5287929" y="3361858"/>
              <a:ext cx="281762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D7B35FA2-5983-D451-9A64-3BFD5938B193}"/>
                </a:ext>
              </a:extLst>
            </p:cNvPr>
            <p:cNvCxnSpPr>
              <a:cxnSpLocks/>
              <a:stCxn id="11" idx="0"/>
              <a:endCxn id="17" idx="2"/>
            </p:cNvCxnSpPr>
            <p:nvPr/>
          </p:nvCxnSpPr>
          <p:spPr>
            <a:xfrm flipV="1">
              <a:off x="6086275" y="3654253"/>
              <a:ext cx="2566857" cy="73276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04A1824-3B8E-8386-F9BC-9704BB78D772}"/>
                </a:ext>
              </a:extLst>
            </p:cNvPr>
            <p:cNvCxnSpPr>
              <a:stCxn id="17" idx="3"/>
              <a:endCxn id="13" idx="0"/>
            </p:cNvCxnSpPr>
            <p:nvPr/>
          </p:nvCxnSpPr>
          <p:spPr>
            <a:xfrm>
              <a:off x="9200708" y="3361858"/>
              <a:ext cx="1980377" cy="102515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EB7BD11-1E81-C108-EB58-2340892545DD}"/>
                </a:ext>
              </a:extLst>
            </p:cNvPr>
            <p:cNvCxnSpPr>
              <a:stCxn id="9" idx="2"/>
              <a:endCxn id="19" idx="0"/>
            </p:cNvCxnSpPr>
            <p:nvPr/>
          </p:nvCxnSpPr>
          <p:spPr>
            <a:xfrm>
              <a:off x="940982" y="4971806"/>
              <a:ext cx="1251966" cy="7070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DD8BEEE2-49B4-2C91-7001-0A88599E540A}"/>
                </a:ext>
              </a:extLst>
            </p:cNvPr>
            <p:cNvCxnSpPr>
              <a:stCxn id="19" idx="3"/>
              <a:endCxn id="20" idx="1"/>
            </p:cNvCxnSpPr>
            <p:nvPr/>
          </p:nvCxnSpPr>
          <p:spPr>
            <a:xfrm flipV="1">
              <a:off x="2740524" y="5971268"/>
              <a:ext cx="145225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BE33AD1F-E082-84F0-F15E-4CAB2A636161}"/>
                </a:ext>
              </a:extLst>
            </p:cNvPr>
            <p:cNvCxnSpPr>
              <a:cxnSpLocks/>
              <a:stCxn id="10" idx="2"/>
              <a:endCxn id="20" idx="0"/>
            </p:cNvCxnSpPr>
            <p:nvPr/>
          </p:nvCxnSpPr>
          <p:spPr>
            <a:xfrm>
              <a:off x="3538870" y="4971805"/>
              <a:ext cx="1201483" cy="70706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2A21015-1C3F-BDA1-004F-08E066C9848B}"/>
                </a:ext>
              </a:extLst>
            </p:cNvPr>
            <p:cNvCxnSpPr>
              <a:stCxn id="20" idx="3"/>
              <a:endCxn id="21" idx="1"/>
            </p:cNvCxnSpPr>
            <p:nvPr/>
          </p:nvCxnSpPr>
          <p:spPr>
            <a:xfrm flipV="1">
              <a:off x="5287929" y="5971267"/>
              <a:ext cx="145225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5C686B3-F8B4-69B3-F3E4-8D9E31DA0D22}"/>
                </a:ext>
              </a:extLst>
            </p:cNvPr>
            <p:cNvCxnSpPr>
              <a:cxnSpLocks/>
              <a:stCxn id="11" idx="2"/>
              <a:endCxn id="21" idx="0"/>
            </p:cNvCxnSpPr>
            <p:nvPr/>
          </p:nvCxnSpPr>
          <p:spPr>
            <a:xfrm>
              <a:off x="6086275" y="4971805"/>
              <a:ext cx="1201484" cy="7070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7AAB7C6F-B21B-3ADA-C5B8-5DFD5E93DACE}"/>
                </a:ext>
              </a:extLst>
            </p:cNvPr>
            <p:cNvCxnSpPr>
              <a:stCxn id="21" idx="3"/>
              <a:endCxn id="12" idx="2"/>
            </p:cNvCxnSpPr>
            <p:nvPr/>
          </p:nvCxnSpPr>
          <p:spPr>
            <a:xfrm flipV="1">
              <a:off x="7835335" y="4971805"/>
              <a:ext cx="798345" cy="99946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7E966DD6-C5AB-08FB-A7E8-4E49D91AB365}"/>
                </a:ext>
              </a:extLst>
            </p:cNvPr>
            <p:cNvCxnSpPr>
              <a:stCxn id="21" idx="3"/>
              <a:endCxn id="22" idx="1"/>
            </p:cNvCxnSpPr>
            <p:nvPr/>
          </p:nvCxnSpPr>
          <p:spPr>
            <a:xfrm>
              <a:off x="7835335" y="5971267"/>
              <a:ext cx="16161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1C9F4406-FA4D-67C4-4974-ABB21C6A380D}"/>
                </a:ext>
              </a:extLst>
            </p:cNvPr>
            <p:cNvCxnSpPr>
              <a:stCxn id="22" idx="3"/>
              <a:endCxn id="13" idx="2"/>
            </p:cNvCxnSpPr>
            <p:nvPr/>
          </p:nvCxnSpPr>
          <p:spPr>
            <a:xfrm flipV="1">
              <a:off x="10546629" y="4971805"/>
              <a:ext cx="634456" cy="99946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88588CE-7455-1F8E-E283-BE524B136459}"/>
                </a:ext>
              </a:extLst>
            </p:cNvPr>
            <p:cNvSpPr txBox="1"/>
            <p:nvPr/>
          </p:nvSpPr>
          <p:spPr>
            <a:xfrm>
              <a:off x="1091045" y="381346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AE896D1-8037-06A8-B397-326C0421DCC3}"/>
                </a:ext>
              </a:extLst>
            </p:cNvPr>
            <p:cNvSpPr txBox="1"/>
            <p:nvPr/>
          </p:nvSpPr>
          <p:spPr>
            <a:xfrm>
              <a:off x="3226496" y="302090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18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B430076-B92B-41C0-7E4B-76DF74B693B7}"/>
                </a:ext>
              </a:extLst>
            </p:cNvPr>
            <p:cNvSpPr txBox="1"/>
            <p:nvPr/>
          </p:nvSpPr>
          <p:spPr>
            <a:xfrm>
              <a:off x="5732484" y="301113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ACAF4A0-8241-79EB-FBA6-95D994B17F89}"/>
                </a:ext>
              </a:extLst>
            </p:cNvPr>
            <p:cNvSpPr txBox="1"/>
            <p:nvPr/>
          </p:nvSpPr>
          <p:spPr>
            <a:xfrm>
              <a:off x="2055815" y="434391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318CE522-9C99-BAA8-DA43-8D3756BAEB42}"/>
                </a:ext>
              </a:extLst>
            </p:cNvPr>
            <p:cNvSpPr txBox="1"/>
            <p:nvPr/>
          </p:nvSpPr>
          <p:spPr>
            <a:xfrm>
              <a:off x="1153126" y="524840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3DA4C5B-FCCF-EAA3-7AEA-B75CE6122169}"/>
                </a:ext>
              </a:extLst>
            </p:cNvPr>
            <p:cNvSpPr txBox="1"/>
            <p:nvPr/>
          </p:nvSpPr>
          <p:spPr>
            <a:xfrm>
              <a:off x="3185078" y="593137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865FD1F-B529-0A23-9E9C-3CC0BC670CCA}"/>
                </a:ext>
              </a:extLst>
            </p:cNvPr>
            <p:cNvSpPr txBox="1"/>
            <p:nvPr/>
          </p:nvSpPr>
          <p:spPr>
            <a:xfrm>
              <a:off x="4572418" y="436132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4FC519B-B08B-925F-C920-731027654B3F}"/>
                </a:ext>
              </a:extLst>
            </p:cNvPr>
            <p:cNvSpPr txBox="1"/>
            <p:nvPr/>
          </p:nvSpPr>
          <p:spPr>
            <a:xfrm>
              <a:off x="3667742" y="521434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2A9FF56-9532-77A2-28D2-B5D48997FF65}"/>
                </a:ext>
              </a:extLst>
            </p:cNvPr>
            <p:cNvSpPr txBox="1"/>
            <p:nvPr/>
          </p:nvSpPr>
          <p:spPr>
            <a:xfrm>
              <a:off x="6213799" y="523850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64F7211-6133-6246-AAF7-DFFFEC4FE927}"/>
                </a:ext>
              </a:extLst>
            </p:cNvPr>
            <p:cNvSpPr txBox="1"/>
            <p:nvPr/>
          </p:nvSpPr>
          <p:spPr>
            <a:xfrm>
              <a:off x="5732484" y="593137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10F2AF8-945A-B121-6E38-C4E8B7DB5536}"/>
                </a:ext>
              </a:extLst>
            </p:cNvPr>
            <p:cNvSpPr txBox="1"/>
            <p:nvPr/>
          </p:nvSpPr>
          <p:spPr>
            <a:xfrm>
              <a:off x="6321478" y="37509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CC46CDA-B239-7358-AF59-F596FF1C5CF9}"/>
                </a:ext>
              </a:extLst>
            </p:cNvPr>
            <p:cNvSpPr txBox="1"/>
            <p:nvPr/>
          </p:nvSpPr>
          <p:spPr>
            <a:xfrm>
              <a:off x="10027763" y="347004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71038B0-5102-0307-3754-15B97D79CBDA}"/>
                </a:ext>
              </a:extLst>
            </p:cNvPr>
            <p:cNvSpPr txBox="1"/>
            <p:nvPr/>
          </p:nvSpPr>
          <p:spPr>
            <a:xfrm>
              <a:off x="7119823" y="4361319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186869A-D77E-A4A2-415B-719F478F187A}"/>
                </a:ext>
              </a:extLst>
            </p:cNvPr>
            <p:cNvSpPr txBox="1"/>
            <p:nvPr/>
          </p:nvSpPr>
          <p:spPr>
            <a:xfrm>
              <a:off x="8234428" y="529102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17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CCCAAB59-0D75-0C0C-926E-FAC86031D8FD}"/>
                </a:ext>
              </a:extLst>
            </p:cNvPr>
            <p:cNvSpPr txBox="1"/>
            <p:nvPr/>
          </p:nvSpPr>
          <p:spPr>
            <a:xfrm>
              <a:off x="9667228" y="434391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B3306A9-5691-0140-C1FA-614FA354E261}"/>
                </a:ext>
              </a:extLst>
            </p:cNvPr>
            <p:cNvSpPr txBox="1"/>
            <p:nvPr/>
          </p:nvSpPr>
          <p:spPr>
            <a:xfrm>
              <a:off x="10829522" y="537793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166DA76-CF7A-F27F-9BC7-E61B66B5B9F4}"/>
                </a:ext>
              </a:extLst>
            </p:cNvPr>
            <p:cNvSpPr txBox="1"/>
            <p:nvPr/>
          </p:nvSpPr>
          <p:spPr>
            <a:xfrm>
              <a:off x="8559438" y="592115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1268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Commute in Karachi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4942830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Let’s take dynamic programming approach to find an optimal path.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Start tracking from Tower to Water Pump. Each time, note down the time it takes to reach to Tower from each stop.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For example, it takes 14 minutes from </a:t>
                </a:r>
                <a:r>
                  <a:rPr lang="en-US" sz="3200" dirty="0" err="1"/>
                  <a:t>Sh</a:t>
                </a:r>
                <a:r>
                  <a:rPr lang="en-US" sz="3200" dirty="0"/>
                  <a:t>-e-Faisal to Tower; 8 from Light house to Tower and 6 from </a:t>
                </a:r>
                <a:r>
                  <a:rPr lang="en-US" sz="3200" dirty="0" err="1"/>
                  <a:t>Nanakwara</a:t>
                </a:r>
                <a:r>
                  <a:rPr lang="en-US" sz="3200" dirty="0"/>
                  <a:t> to Tower. We will therefore select the faster route.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Similarly, from each Stop, we will calculate distance to the next destination which is fastest to reach.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Mathematically, calculate: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𝑚𝑖𝑛</m:t>
                    </m:r>
                    <m:d>
                      <m:dPr>
                        <m:begChr m:val="{"/>
                        <m:endChr m:val="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𝑡𝑖𝑚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𝑡𝑖𝑚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𝑡𝑖𝑚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𝑡𝑖𝑚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𝑡𝑖𝑚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𝑡𝑖𝑚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sz="3200" dirty="0"/>
                  <a:t> and choose the stop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200" dirty="0"/>
                  <a:t> which has minimum time.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4942830"/>
              </a:xfrm>
              <a:prstGeom prst="rect">
                <a:avLst/>
              </a:prstGeom>
              <a:blipFill>
                <a:blip r:embed="rId3"/>
                <a:stretch>
                  <a:fillRect l="-727" t="-863" r="-934" b="-1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361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Commute in Karachi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6"/>
                <a:ext cx="11743016" cy="4942830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Let’s take dynamic programming approach to find an optimal path.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𝑇𝑜𝑤𝑒𝑟</m:t>
                        </m:r>
                      </m:e>
                    </m:d>
                    <m:r>
                      <a:rPr lang="en-US" sz="3000" i="1" dirty="0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endParaRPr lang="en-US" sz="300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𝑁𝑎𝑛𝑎𝑘𝑤𝑎𝑟𝑎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𝑇𝑜𝑤𝑒𝑟</m:t>
                        </m:r>
                      </m:e>
                    </m:d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=6+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𝑇𝑜𝑤𝑒𝑟</m:t>
                        </m:r>
                      </m:e>
                    </m:d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sz="3000" b="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𝐿𝑖𝑔h𝑡h𝑜𝑢𝑠𝑒</m:t>
                        </m:r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𝑇𝑜𝑤𝑒𝑟</m:t>
                        </m:r>
                      </m:e>
                    </m:d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=8+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𝑜𝑤𝑒𝑟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sz="3000" b="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𝑆h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𝐹𝑎𝑖𝑠𝑎𝑙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𝑇𝑜𝑤𝑒𝑟</m:t>
                        </m:r>
                      </m:e>
                    </m:d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=14+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𝑜𝑤𝑒𝑟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=14</m:t>
                    </m:r>
                  </m:oMath>
                </a14:m>
                <a:endParaRPr lang="en-US" sz="3000" b="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𝑆𝑜𝑙𝑑𝑖𝑒𝑟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𝐵𝑎𝑧𝑎𝑟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𝑁𝑎𝑛𝑎𝑘𝑤𝑎𝑟𝑎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=8+</m:t>
                    </m:r>
                    <m:r>
                      <a:rPr lang="en-US" sz="30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𝑁𝑎𝑛𝑎𝑘𝑤𝑎𝑟𝑎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𝑇𝑜𝑤𝑒𝑟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=14</m:t>
                    </m:r>
                  </m:oMath>
                </a14:m>
                <a:endParaRPr lang="en-US" sz="3000" b="0" i="1" dirty="0">
                  <a:latin typeface="Cambria Math" panose="02040503050406030204" pitchFamily="18" charset="0"/>
                </a:endParaRP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𝑆𝑎𝑑𝑑𝑎𝑟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𝑆h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𝐹𝑎𝑖𝑠𝑎𝑙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=6+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𝑆h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𝐹𝑎𝑖𝑠𝑎𝑙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3000" i="1" dirty="0">
                            <a:latin typeface="Cambria Math" panose="02040503050406030204" pitchFamily="18" charset="0"/>
                          </a:rPr>
                          <m:t>𝑇𝑜𝑤𝑒𝑟</m:t>
                        </m:r>
                      </m:e>
                    </m:d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sz="3000" dirty="0"/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𝑆𝑎𝑑𝑑𝑎𝑟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𝑆𝑜𝑙𝑑𝑖𝑒𝑟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𝐵𝑎𝑧𝑎𝑟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=5+</m:t>
                    </m:r>
                    <m:r>
                      <a:rPr lang="en-US" sz="30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𝑆𝑜𝑙𝑑𝑖𝑒𝑟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𝐵𝑎𝑧𝑎𝑟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𝑁𝑎𝑛𝑎𝑘𝑤𝑎𝑟𝑎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=19</m:t>
                    </m:r>
                  </m:oMath>
                </a14:m>
                <a:endParaRPr lang="en-US" sz="3000" b="0" dirty="0"/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This is how we calculate time from each Stop to another.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next steps is to make a table of the best candidates.</a:t>
                </a:r>
              </a:p>
              <a:p>
                <a:pPr lvl="1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endParaRPr lang="en-US" sz="3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6"/>
                <a:ext cx="11743016" cy="4942830"/>
              </a:xfrm>
              <a:prstGeom prst="rect">
                <a:avLst/>
              </a:prstGeom>
              <a:blipFill>
                <a:blip r:embed="rId3"/>
                <a:stretch>
                  <a:fillRect l="-830" t="-1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719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146812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Can you complete the rest of the table?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Remember to use the equation when there are more than one paths.</a:t>
            </a:r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3343C82F-98E2-1EBA-1B7F-A1CCABAFD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146573"/>
              </p:ext>
            </p:extLst>
          </p:nvPr>
        </p:nvGraphicFramePr>
        <p:xfrm>
          <a:off x="155435" y="3150556"/>
          <a:ext cx="11881129" cy="146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933">
                  <a:extLst>
                    <a:ext uri="{9D8B030D-6E8A-4147-A177-3AD203B41FA5}">
                      <a16:colId xmlns:a16="http://schemas.microsoft.com/office/drawing/2014/main" val="1464960004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3970460452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2136997193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3455978466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1447109970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2310886391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2122975474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2484572991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3487081750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1431299091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2732653783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2084232923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533535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Water pump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NIPA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Five Star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 Hatti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Bahria Uni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Lasbela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Saddar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Soldier Bazar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Sh</a:t>
                      </a:r>
                      <a:r>
                        <a:rPr lang="en-US" sz="1400" dirty="0"/>
                        <a:t>-e-Faisal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Light house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Nanakwara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Tower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837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Time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LID4096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4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Stop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Soldier Bazar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Nanakwara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Tower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Tower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Tower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Tower</a:t>
                      </a:r>
                      <a:endParaRPr lang="LID4096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290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910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494283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Once the table is complete, it is easy to calculate the optimal path.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Start from Water Pump and go to its respective destination.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From that destination, go to next. Keep on until you reach Tower.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However, keep in mind that if there is a tie between two stops, note down both.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/>
              <a:t>But where did we apply the Dynamic programming precisely?</a:t>
            </a:r>
          </a:p>
        </p:txBody>
      </p:sp>
    </p:spTree>
    <p:extLst>
      <p:ext uri="{BB962C8B-B14F-4D97-AF65-F5344CB8AC3E}">
        <p14:creationId xmlns:p14="http://schemas.microsoft.com/office/powerpoint/2010/main" val="73674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494283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To answer to that, we need to ask 3 questions: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Is the problem recursive in nature?</a:t>
            </a:r>
            <a:br>
              <a:rPr lang="en-US" sz="2800" dirty="0"/>
            </a:br>
            <a:r>
              <a:rPr lang="en-US" sz="2800" dirty="0"/>
              <a:t>Yes! Calculating time is dependent on the time from previous stop.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Did we solve a sequence of steps for optimal solution?</a:t>
            </a:r>
            <a:br>
              <a:rPr lang="en-US" sz="2800" dirty="0"/>
            </a:br>
            <a:r>
              <a:rPr lang="en-US" sz="2800" dirty="0"/>
              <a:t>Yes! We iteratively chose a decision path from the table.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/>
              <a:t>Did we eliminate re-computation of same sub-solution?</a:t>
            </a:r>
            <a:br>
              <a:rPr lang="en-US" sz="2800" dirty="0"/>
            </a:br>
            <a:r>
              <a:rPr lang="en-US" sz="2800" dirty="0"/>
              <a:t>Yes! Once the time was calculated from one stop to Tower, it was reused.</a:t>
            </a:r>
          </a:p>
        </p:txBody>
      </p:sp>
    </p:spTree>
    <p:extLst>
      <p:ext uri="{BB962C8B-B14F-4D97-AF65-F5344CB8AC3E}">
        <p14:creationId xmlns:p14="http://schemas.microsoft.com/office/powerpoint/2010/main" val="933177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6"/>
            <a:ext cx="11743016" cy="62123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Final Table</a:t>
            </a:r>
            <a:endParaRPr lang="en-US" sz="30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ABE252-B49A-E673-8FDC-EA2859AD1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618662"/>
              </p:ext>
            </p:extLst>
          </p:nvPr>
        </p:nvGraphicFramePr>
        <p:xfrm>
          <a:off x="145710" y="2158081"/>
          <a:ext cx="11881129" cy="146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933">
                  <a:extLst>
                    <a:ext uri="{9D8B030D-6E8A-4147-A177-3AD203B41FA5}">
                      <a16:colId xmlns:a16="http://schemas.microsoft.com/office/drawing/2014/main" val="1464960004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3970460452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2136997193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3455978466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1447109970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2310886391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2122975474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2484572991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3487081750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1431299091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2732653783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2084232923"/>
                    </a:ext>
                  </a:extLst>
                </a:gridCol>
                <a:gridCol w="913933">
                  <a:extLst>
                    <a:ext uri="{9D8B030D-6E8A-4147-A177-3AD203B41FA5}">
                      <a16:colId xmlns:a16="http://schemas.microsoft.com/office/drawing/2014/main" val="533535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Water pump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NIPA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Five Star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 Hatti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Bahria Uni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Lasbela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Saddar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Soldier Bazar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Sh</a:t>
                      </a:r>
                      <a:r>
                        <a:rPr lang="en-US" sz="1400" dirty="0"/>
                        <a:t>-e-Faisal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Light house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Nanakwara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Tower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837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Time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50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38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31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20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24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19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14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8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  <a:endParaRPr lang="LID4096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49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Stop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NIPA, Five Star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Bahria Uni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Lasbela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Lasbela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Sh</a:t>
                      </a:r>
                      <a:r>
                        <a:rPr lang="en-US" sz="1600" dirty="0"/>
                        <a:t>-e-Faisal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Soldier Bazar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Soldier Bazar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Nanakwara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Tower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Tower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Tower</a:t>
                      </a:r>
                      <a:endParaRPr lang="LID4096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Tower</a:t>
                      </a:r>
                      <a:endParaRPr lang="LID4096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29055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04AF1E8-BB07-8D17-E86C-B7701F0867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766" y="3716666"/>
                <a:ext cx="11743016" cy="275875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optimal path chose is: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𝑊𝑎𝑡𝑒𝑟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𝑝𝑢𝑚𝑝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𝐹𝑖𝑣𝑒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𝑆𝑡𝑎𝑟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𝐿𝑎𝑠𝑏𝑒𝑙𝑎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𝑆𝑜𝑙𝑑𝑖𝑒𝑟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𝐵𝑎𝑧𝑎𝑟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𝑁𝑎𝑛𝑎𝑘𝑤𝑎𝑟𝑎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𝑇𝑜𝑤𝑒𝑟</m:t>
                    </m:r>
                  </m:oMath>
                </a14:m>
                <a:r>
                  <a:rPr lang="en-US" sz="3000" dirty="0"/>
                  <a:t> with total time cost of 50 minutes.</a:t>
                </a:r>
              </a:p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dirty="0"/>
                  <a:t>This is optimal solution; no other path can be faster than this (there can be other equal paths).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04AF1E8-BB07-8D17-E86C-B7701F086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66" y="3716666"/>
                <a:ext cx="11743016" cy="2758750"/>
              </a:xfrm>
              <a:prstGeom prst="rect">
                <a:avLst/>
              </a:prstGeom>
              <a:blipFill>
                <a:blip r:embed="rId3"/>
                <a:stretch>
                  <a:fillRect l="-1038" t="-2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698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0/1 Knapsack Problem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Knapsack problem is a generic Dynamic programming problem. It can be used as-is, as well as by transforming another problem.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You have an empty sack (bag) of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capacity</a:t>
                </a:r>
                <a:r>
                  <a:rPr lang="en-GB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Each good has a certain weight in Kg and a profit margin.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As a merchant, your objective is to fill as many items as possible in your sack, while making maximum profit.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Mathematically, </a:t>
                </a:r>
                <a:r>
                  <a:rPr lang="en-US" sz="3200" dirty="0"/>
                  <a:t>from a set of items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,…}</m:t>
                    </m:r>
                  </m:oMath>
                </a14:m>
                <a:r>
                  <a:rPr lang="en-GB" sz="3200" dirty="0"/>
                  <a:t> and their respective weights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,…}</m:t>
                    </m:r>
                  </m:oMath>
                </a14:m>
                <a:r>
                  <a:rPr lang="en-GB" sz="3200" dirty="0"/>
                  <a:t>, choose a set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Σ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𝑚𝑎𝑥𝑖𝑚𝑢𝑚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Σ</m:t>
                    </m:r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GB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038" t="-1122" r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48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0/1 Knapsack Problem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2544891"/>
              </a:xfrm>
              <a:prstGeom prst="rect">
                <a:avLst/>
              </a:prstGeom>
            </p:spPr>
            <p:txBody>
              <a:bodyPr numCol="2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Assume you have:</a:t>
                </a:r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endParaRPr lang="en-GB" sz="30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endParaRPr lang="en-US" sz="3000" b="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2,3,5,7,10</m:t>
                        </m:r>
                      </m:e>
                    </m:d>
                  </m:oMath>
                </a14:m>
                <a:endParaRPr lang="en-US" sz="3000" b="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1,2,4,7,8</m:t>
                        </m:r>
                      </m:e>
                    </m:d>
                  </m:oMath>
                </a14:m>
                <a:endParaRPr lang="en-GB" sz="30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000" b="0" dirty="0"/>
                  <a:t>Mathematically, if </a:t>
                </a:r>
                <a14:m>
                  <m:oMath xmlns:m="http://schemas.openxmlformats.org/officeDocument/2006/math"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000" b="0" dirty="0"/>
                  <a:t> is a 2D array,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3000" b="0" dirty="0"/>
                  <a:t> is row and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3000" b="0" dirty="0"/>
                  <a:t> is column, then choose </a:t>
                </a:r>
                <a14:m>
                  <m:oMath xmlns:m="http://schemas.openxmlformats.org/officeDocument/2006/math"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30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000" b="0" dirty="0"/>
                  <a:t>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begChr m:val="{"/>
                        <m:endChr m:val=""/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−1,</m:t>
                                </m:r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  <m:e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3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−1,</m:t>
                                </m:r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eqArr>
                      </m:e>
                    </m:d>
                  </m:oMath>
                </a14:m>
                <a:endParaRPr lang="en-US" sz="3000" dirty="0"/>
              </a:p>
              <a:p>
                <a:pPr lvl="1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000" dirty="0"/>
                  <a:t>In plain words, for each row, check the weights products on that row or above and if the product is within weight, then write down its profit.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2544891"/>
              </a:xfrm>
              <a:prstGeom prst="rect">
                <a:avLst/>
              </a:prstGeom>
              <a:blipFill>
                <a:blip r:embed="rId3"/>
                <a:stretch>
                  <a:fillRect l="-571" t="-1435" r="-830" b="-1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3E96163-EF81-B3C6-F99F-8E2190E9C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7401297"/>
                  </p:ext>
                </p:extLst>
              </p:nvPr>
            </p:nvGraphicFramePr>
            <p:xfrm>
              <a:off x="220384" y="4077478"/>
              <a:ext cx="11743018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787">
                      <a:extLst>
                        <a:ext uri="{9D8B030D-6E8A-4147-A177-3AD203B41FA5}">
                          <a16:colId xmlns:a16="http://schemas.microsoft.com/office/drawing/2014/main" val="1570502910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191001841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627957017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098093262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384479465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692972943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096949955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980989716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501862286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1992570724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727676298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4038182243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272210804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9305419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0993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53045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32347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826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22437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10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8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17615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3E96163-EF81-B3C6-F99F-8E2190E9C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67401297"/>
                  </p:ext>
                </p:extLst>
              </p:nvPr>
            </p:nvGraphicFramePr>
            <p:xfrm>
              <a:off x="220384" y="4077478"/>
              <a:ext cx="11743018" cy="222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787">
                      <a:extLst>
                        <a:ext uri="{9D8B030D-6E8A-4147-A177-3AD203B41FA5}">
                          <a16:colId xmlns:a16="http://schemas.microsoft.com/office/drawing/2014/main" val="1570502910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191001841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627957017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098093262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384479465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692972943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096949955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980989716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501862286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1992570724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727676298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4038182243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272210804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9305419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1639" r="-1299275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460" t="-1639" r="-1208759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639" r="-1100000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639" r="-1000000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2920" t="-1639" r="-907299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99275" t="-1639" r="-800725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9275" t="-1639" r="-700725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4380" t="-1639" r="-605839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98551" t="-1639" r="-501449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05109" t="-1639" r="-405109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97826" t="-1639" r="-302174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97826" t="-1639" r="-202174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06569" t="-1639" r="-103650" b="-5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97101" t="-1639" r="-2899" b="-5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09936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101639" r="-1299275" b="-4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53045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201639" r="-1299275" b="-3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32347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301639" r="-1299275" b="-2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826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401639" r="-1299275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22437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501639" r="-1299275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10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8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17615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6333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0/1 Knapsack Problem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2717789"/>
              </a:xfrm>
              <a:prstGeom prst="rect">
                <a:avLst/>
              </a:prstGeom>
            </p:spPr>
            <p:txBody>
              <a:bodyPr numCol="1"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We now take a sequence of decision to find the solution. Start with the last cell, walk backwards and pick items from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sz="30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={?,?,?,?,1}</m:t>
                    </m:r>
                  </m:oMath>
                </a14:m>
                <a:r>
                  <a:rPr lang="en-GB" sz="3000" dirty="0"/>
                  <a:t>. We select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3000" dirty="0"/>
                  <a:t> because 15 is the max value until that row. Remaining profit: 15-10=5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={?,?,?,0,1}</m:t>
                    </m:r>
                  </m:oMath>
                </a14:m>
                <a:r>
                  <a:rPr lang="en-GB" sz="3000" dirty="0"/>
                  <a:t>. We did not select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sz="3000" dirty="0"/>
                  <a:t> because remaining profit 5 is not the max value until that row.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?,?,0,0,1</m:t>
                        </m:r>
                      </m:e>
                    </m:d>
                  </m:oMath>
                </a14:m>
                <a:r>
                  <a:rPr lang="en-GB" sz="3000" dirty="0"/>
                  <a:t>. We did not select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3000" dirty="0"/>
                  <a:t> because 5 is not the max value up until that row.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={?,1,0,0,1}</m:t>
                    </m:r>
                  </m:oMath>
                </a14:m>
                <a:r>
                  <a:rPr lang="en-GB" sz="3000" dirty="0"/>
                  <a:t>. We select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GB" sz="3000" dirty="0"/>
                  <a:t> because 5 is the max value until that row. Remaining profit: 5-3=2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2717789"/>
              </a:xfrm>
              <a:prstGeom prst="rect">
                <a:avLst/>
              </a:prstGeom>
              <a:blipFill>
                <a:blip r:embed="rId3"/>
                <a:stretch>
                  <a:fillRect l="-571" t="-1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3E96163-EF81-B3C6-F99F-8E2190E9C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2786508"/>
                  </p:ext>
                </p:extLst>
              </p:nvPr>
            </p:nvGraphicFramePr>
            <p:xfrm>
              <a:off x="214766" y="4250376"/>
              <a:ext cx="11743018" cy="23274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787">
                      <a:extLst>
                        <a:ext uri="{9D8B030D-6E8A-4147-A177-3AD203B41FA5}">
                          <a16:colId xmlns:a16="http://schemas.microsoft.com/office/drawing/2014/main" val="1570502910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191001841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627957017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098093262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384479465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692972943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096949955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980989716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501862286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1992570724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727676298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4038182243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272210804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9305419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0993630"/>
                      </a:ext>
                    </a:extLst>
                  </a:tr>
                  <a:tr h="473298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53045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32347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826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22437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10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8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176157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03E96163-EF81-B3C6-F99F-8E2190E9C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2786508"/>
                  </p:ext>
                </p:extLst>
              </p:nvPr>
            </p:nvGraphicFramePr>
            <p:xfrm>
              <a:off x="214766" y="4250376"/>
              <a:ext cx="11743018" cy="232749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38787">
                      <a:extLst>
                        <a:ext uri="{9D8B030D-6E8A-4147-A177-3AD203B41FA5}">
                          <a16:colId xmlns:a16="http://schemas.microsoft.com/office/drawing/2014/main" val="1570502910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191001841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627957017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098093262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384479465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692972943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096949955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980989716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501862286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1992570724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727676298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4038182243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3272210804"/>
                        </a:ext>
                      </a:extLst>
                    </a:gridCol>
                    <a:gridCol w="838787">
                      <a:extLst>
                        <a:ext uri="{9D8B030D-6E8A-4147-A177-3AD203B41FA5}">
                          <a16:colId xmlns:a16="http://schemas.microsoft.com/office/drawing/2014/main" val="29305419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1639" r="-1299275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1460" t="-1639" r="-1208759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639" r="-1100000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639" r="-1000000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2920" t="-1639" r="-907299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99275" t="-1639" r="-800725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99275" t="-1639" r="-700725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4380" t="-1639" r="-605839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98551" t="-1639" r="-501449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05109" t="-1639" r="-405109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997826" t="-1639" r="-302174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97826" t="-1639" r="-202174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06569" t="-1639" r="-103650" b="-5508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297101" t="-1639" r="-2899" b="-5508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0993630"/>
                      </a:ext>
                    </a:extLst>
                  </a:tr>
                  <a:tr h="4732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79487" r="-1299275" b="-3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53045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229508" r="-1299275" b="-3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3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2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832347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329508" r="-1299275" b="-2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5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4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8262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429508" r="-1299275" b="-1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7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122437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25" t="-529508" r="-1299275" b="-229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10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8</a:t>
                          </a: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4176157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9256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0/1 Knapsack Problem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At the end we will have a set of items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1,1,0,0,1</m:t>
                        </m:r>
                      </m:e>
                    </m:d>
                  </m:oMath>
                </a14:m>
                <a:endParaRPr lang="en-GB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Now verify that total weight of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GB" sz="3200" dirty="0"/>
                  <a:t>Also verify empirically (through observation) that this is the optimal solution, i.e., no other set of objects produces more profit than 15.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GB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42" t="-374" r="-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99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DIY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Identify the Dynamic Programming part in the 0/1 Knapsack problem.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What would be the complexity if this problem was to be solved via Brute force? Create a complete decision tree from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GB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GB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42" t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336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7940</TotalTime>
  <Words>2262</Words>
  <Application>Microsoft Office PowerPoint</Application>
  <PresentationFormat>Widescreen</PresentationFormat>
  <Paragraphs>522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Biome Light</vt:lpstr>
      <vt:lpstr>Calibri</vt:lpstr>
      <vt:lpstr>Calibri Light</vt:lpstr>
      <vt:lpstr>Cambria Math</vt:lpstr>
      <vt:lpstr>Cascadia Code</vt:lpstr>
      <vt:lpstr>Wingdings</vt:lpstr>
      <vt:lpstr>Office Theme</vt:lpstr>
      <vt:lpstr>DESIGN AND ANALYSIS OF ALGORITHMS (113939)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179</cp:revision>
  <dcterms:created xsi:type="dcterms:W3CDTF">2022-11-22T20:08:03Z</dcterms:created>
  <dcterms:modified xsi:type="dcterms:W3CDTF">2024-01-15T06:47:14Z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