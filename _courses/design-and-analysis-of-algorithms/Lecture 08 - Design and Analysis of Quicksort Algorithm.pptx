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handoutMasterIdLst>
    <p:handoutMasterId r:id="rId34"/>
  </p:handoutMasterIdLst>
  <p:sldIdLst>
    <p:sldId id="2503" r:id="rId5"/>
    <p:sldId id="2462" r:id="rId6"/>
    <p:sldId id="2567" r:id="rId7"/>
    <p:sldId id="2596" r:id="rId8"/>
    <p:sldId id="2597" r:id="rId9"/>
    <p:sldId id="2598" r:id="rId10"/>
    <p:sldId id="2599" r:id="rId11"/>
    <p:sldId id="2600" r:id="rId12"/>
    <p:sldId id="2601" r:id="rId13"/>
    <p:sldId id="2602" r:id="rId14"/>
    <p:sldId id="2603" r:id="rId15"/>
    <p:sldId id="2604" r:id="rId16"/>
    <p:sldId id="2605" r:id="rId17"/>
    <p:sldId id="2606" r:id="rId18"/>
    <p:sldId id="2607" r:id="rId19"/>
    <p:sldId id="2608" r:id="rId20"/>
    <p:sldId id="2609" r:id="rId21"/>
    <p:sldId id="2610" r:id="rId22"/>
    <p:sldId id="2611" r:id="rId23"/>
    <p:sldId id="2612" r:id="rId24"/>
    <p:sldId id="2613" r:id="rId25"/>
    <p:sldId id="2614" r:id="rId26"/>
    <p:sldId id="2615" r:id="rId27"/>
    <p:sldId id="2616" r:id="rId28"/>
    <p:sldId id="2617" r:id="rId29"/>
    <p:sldId id="2618" r:id="rId30"/>
    <p:sldId id="2619" r:id="rId31"/>
    <p:sldId id="243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778E50-14A3-4CD1-90DB-B3A15832030D}" v="1" dt="2023-12-10T20:42:59.2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115" autoAdjust="0"/>
    <p:restoredTop sz="92288" autoAdjust="0"/>
  </p:normalViewPr>
  <p:slideViewPr>
    <p:cSldViewPr snapToGrid="0">
      <p:cViewPr varScale="1">
        <p:scale>
          <a:sx n="42" d="100"/>
          <a:sy n="42" d="100"/>
        </p:scale>
        <p:origin x="84" y="1380"/>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75EC58F7-4BFE-47B9-AB78-477B48A064C5}"/>
    <pc:docChg chg="undo custSel addSld delSld modSld sldOrd">
      <pc:chgData name="Owais Ahmed" userId="6abc7d4556b3b071" providerId="LiveId" clId="{75EC58F7-4BFE-47B9-AB78-477B48A064C5}" dt="2023-11-16T07:10:28.485" v="4141" actId="2890"/>
      <pc:docMkLst>
        <pc:docMk/>
      </pc:docMkLst>
      <pc:sldChg chg="modSp mod">
        <pc:chgData name="Owais Ahmed" userId="6abc7d4556b3b071" providerId="LiveId" clId="{75EC58F7-4BFE-47B9-AB78-477B48A064C5}" dt="2023-11-16T07:04:58.542" v="3573" actId="20577"/>
        <pc:sldMkLst>
          <pc:docMk/>
          <pc:sldMk cId="1649098948" sldId="2462"/>
        </pc:sldMkLst>
        <pc:spChg chg="mod">
          <ac:chgData name="Owais Ahmed" userId="6abc7d4556b3b071" providerId="LiveId" clId="{75EC58F7-4BFE-47B9-AB78-477B48A064C5}" dt="2023-11-16T07:04:58.542" v="3573" actId="20577"/>
          <ac:spMkLst>
            <pc:docMk/>
            <pc:sldMk cId="1649098948" sldId="2462"/>
            <ac:spMk id="6" creationId="{F3C89A40-EEAA-43AB-9A3A-B2CFDE450F1B}"/>
          </ac:spMkLst>
        </pc:spChg>
      </pc:sldChg>
      <pc:sldChg chg="addSp delSp modSp mod modAnim">
        <pc:chgData name="Owais Ahmed" userId="6abc7d4556b3b071" providerId="LiveId" clId="{75EC58F7-4BFE-47B9-AB78-477B48A064C5}" dt="2023-11-14T07:10:25.180" v="142" actId="22"/>
        <pc:sldMkLst>
          <pc:docMk/>
          <pc:sldMk cId="296501705" sldId="2557"/>
        </pc:sldMkLst>
        <pc:spChg chg="mod">
          <ac:chgData name="Owais Ahmed" userId="6abc7d4556b3b071" providerId="LiveId" clId="{75EC58F7-4BFE-47B9-AB78-477B48A064C5}" dt="2023-11-14T06:02:09.544" v="75" actId="27636"/>
          <ac:spMkLst>
            <pc:docMk/>
            <pc:sldMk cId="296501705" sldId="2557"/>
            <ac:spMk id="3" creationId="{4A1C0383-58FE-E486-295E-B33B8683B938}"/>
          </ac:spMkLst>
        </pc:spChg>
        <pc:spChg chg="add del">
          <ac:chgData name="Owais Ahmed" userId="6abc7d4556b3b071" providerId="LiveId" clId="{75EC58F7-4BFE-47B9-AB78-477B48A064C5}" dt="2023-11-14T07:10:25.180" v="142" actId="22"/>
          <ac:spMkLst>
            <pc:docMk/>
            <pc:sldMk cId="296501705" sldId="2557"/>
            <ac:spMk id="5" creationId="{355BB446-FCEE-93CB-23B3-866178F5AE08}"/>
          </ac:spMkLst>
        </pc:spChg>
      </pc:sldChg>
      <pc:sldChg chg="modSp add del mod">
        <pc:chgData name="Owais Ahmed" userId="6abc7d4556b3b071" providerId="LiveId" clId="{75EC58F7-4BFE-47B9-AB78-477B48A064C5}" dt="2023-11-14T07:10:40.096" v="144" actId="47"/>
        <pc:sldMkLst>
          <pc:docMk/>
          <pc:sldMk cId="1354324457" sldId="2558"/>
        </pc:sldMkLst>
        <pc:spChg chg="mod">
          <ac:chgData name="Owais Ahmed" userId="6abc7d4556b3b071" providerId="LiveId" clId="{75EC58F7-4BFE-47B9-AB78-477B48A064C5}" dt="2023-11-14T07:08:58.404" v="139" actId="20577"/>
          <ac:spMkLst>
            <pc:docMk/>
            <pc:sldMk cId="1354324457" sldId="2558"/>
            <ac:spMk id="215" creationId="{00000000-0000-0000-0000-000000000000}"/>
          </ac:spMkLst>
        </pc:spChg>
      </pc:sldChg>
      <pc:sldChg chg="modSp add modNotesTx">
        <pc:chgData name="Owais Ahmed" userId="6abc7d4556b3b071" providerId="LiveId" clId="{75EC58F7-4BFE-47B9-AB78-477B48A064C5}" dt="2023-11-14T07:34:42.581" v="751" actId="20577"/>
        <pc:sldMkLst>
          <pc:docMk/>
          <pc:sldMk cId="3524855248" sldId="2559"/>
        </pc:sldMkLst>
        <pc:spChg chg="mod">
          <ac:chgData name="Owais Ahmed" userId="6abc7d4556b3b071" providerId="LiveId" clId="{75EC58F7-4BFE-47B9-AB78-477B48A064C5}" dt="2023-11-14T07:33:23.371" v="501" actId="114"/>
          <ac:spMkLst>
            <pc:docMk/>
            <pc:sldMk cId="3524855248" sldId="2559"/>
            <ac:spMk id="3" creationId="{4A1C0383-58FE-E486-295E-B33B8683B938}"/>
          </ac:spMkLst>
        </pc:spChg>
      </pc:sldChg>
      <pc:sldChg chg="modSp add mod">
        <pc:chgData name="Owais Ahmed" userId="6abc7d4556b3b071" providerId="LiveId" clId="{75EC58F7-4BFE-47B9-AB78-477B48A064C5}" dt="2023-11-14T07:13:04.254" v="172" actId="20577"/>
        <pc:sldMkLst>
          <pc:docMk/>
          <pc:sldMk cId="4253636147" sldId="2565"/>
        </pc:sldMkLst>
        <pc:spChg chg="mod">
          <ac:chgData name="Owais Ahmed" userId="6abc7d4556b3b071" providerId="LiveId" clId="{75EC58F7-4BFE-47B9-AB78-477B48A064C5}" dt="2023-11-14T07:13:04.254" v="172" actId="20577"/>
          <ac:spMkLst>
            <pc:docMk/>
            <pc:sldMk cId="4253636147" sldId="2565"/>
            <ac:spMk id="45" creationId="{9461B18B-6838-7194-7627-74E0FA77C8B6}"/>
          </ac:spMkLst>
        </pc:spChg>
      </pc:sldChg>
      <pc:sldChg chg="add">
        <pc:chgData name="Owais Ahmed" userId="6abc7d4556b3b071" providerId="LiveId" clId="{75EC58F7-4BFE-47B9-AB78-477B48A064C5}" dt="2023-11-14T07:10:36.886" v="143"/>
        <pc:sldMkLst>
          <pc:docMk/>
          <pc:sldMk cId="73718007" sldId="2566"/>
        </pc:sldMkLst>
      </pc:sldChg>
      <pc:sldChg chg="modSp add modAnim">
        <pc:chgData name="Owais Ahmed" userId="6abc7d4556b3b071" providerId="LiveId" clId="{75EC58F7-4BFE-47B9-AB78-477B48A064C5}" dt="2023-11-14T07:35:58.104" v="758" actId="20577"/>
        <pc:sldMkLst>
          <pc:docMk/>
          <pc:sldMk cId="742091239" sldId="2567"/>
        </pc:sldMkLst>
        <pc:spChg chg="mod">
          <ac:chgData name="Owais Ahmed" userId="6abc7d4556b3b071" providerId="LiveId" clId="{75EC58F7-4BFE-47B9-AB78-477B48A064C5}" dt="2023-11-14T07:35:58.104" v="758" actId="20577"/>
          <ac:spMkLst>
            <pc:docMk/>
            <pc:sldMk cId="742091239" sldId="2567"/>
            <ac:spMk id="3" creationId="{C036BAFF-A229-2D4C-DAE4-E2898006D8B7}"/>
          </ac:spMkLst>
        </pc:spChg>
      </pc:sldChg>
      <pc:sldChg chg="add">
        <pc:chgData name="Owais Ahmed" userId="6abc7d4556b3b071" providerId="LiveId" clId="{75EC58F7-4BFE-47B9-AB78-477B48A064C5}" dt="2023-11-14T07:10:36.886" v="143"/>
        <pc:sldMkLst>
          <pc:docMk/>
          <pc:sldMk cId="731708004" sldId="2568"/>
        </pc:sldMkLst>
      </pc:sldChg>
      <pc:sldChg chg="modSp add mod modAnim">
        <pc:chgData name="Owais Ahmed" userId="6abc7d4556b3b071" providerId="LiveId" clId="{75EC58F7-4BFE-47B9-AB78-477B48A064C5}" dt="2023-11-14T07:32:13.867" v="487" actId="20577"/>
        <pc:sldMkLst>
          <pc:docMk/>
          <pc:sldMk cId="3584144442" sldId="2569"/>
        </pc:sldMkLst>
        <pc:spChg chg="mod">
          <ac:chgData name="Owais Ahmed" userId="6abc7d4556b3b071" providerId="LiveId" clId="{75EC58F7-4BFE-47B9-AB78-477B48A064C5}" dt="2023-11-14T07:32:13.867" v="487" actId="20577"/>
          <ac:spMkLst>
            <pc:docMk/>
            <pc:sldMk cId="3584144442" sldId="2569"/>
            <ac:spMk id="3" creationId="{4A1C0383-58FE-E486-295E-B33B8683B938}"/>
          </ac:spMkLst>
        </pc:spChg>
        <pc:spChg chg="mod">
          <ac:chgData name="Owais Ahmed" userId="6abc7d4556b3b071" providerId="LiveId" clId="{75EC58F7-4BFE-47B9-AB78-477B48A064C5}" dt="2023-11-14T07:13:43.239" v="181" actId="20577"/>
          <ac:spMkLst>
            <pc:docMk/>
            <pc:sldMk cId="3584144442" sldId="2569"/>
            <ac:spMk id="215" creationId="{00000000-0000-0000-0000-000000000000}"/>
          </ac:spMkLst>
        </pc:spChg>
      </pc:sldChg>
      <pc:sldChg chg="addSp delSp modSp add del mod addAnim delAnim modAnim">
        <pc:chgData name="Owais Ahmed" userId="6abc7d4556b3b071" providerId="LiveId" clId="{75EC58F7-4BFE-47B9-AB78-477B48A064C5}" dt="2023-11-14T09:38:31.175" v="3563" actId="20577"/>
        <pc:sldMkLst>
          <pc:docMk/>
          <pc:sldMk cId="3192364649" sldId="2570"/>
        </pc:sldMkLst>
        <pc:spChg chg="mod">
          <ac:chgData name="Owais Ahmed" userId="6abc7d4556b3b071" providerId="LiveId" clId="{75EC58F7-4BFE-47B9-AB78-477B48A064C5}" dt="2023-11-14T09:38:31.175" v="3563" actId="20577"/>
          <ac:spMkLst>
            <pc:docMk/>
            <pc:sldMk cId="3192364649" sldId="2570"/>
            <ac:spMk id="3" creationId="{4A1C0383-58FE-E486-295E-B33B8683B938}"/>
          </ac:spMkLst>
        </pc:spChg>
        <pc:spChg chg="add del mod">
          <ac:chgData name="Owais Ahmed" userId="6abc7d4556b3b071" providerId="LiveId" clId="{75EC58F7-4BFE-47B9-AB78-477B48A064C5}" dt="2023-11-14T08:13:50.685" v="1334" actId="478"/>
          <ac:spMkLst>
            <pc:docMk/>
            <pc:sldMk cId="3192364649" sldId="2570"/>
            <ac:spMk id="5" creationId="{D1061428-2F5C-F5CD-843C-E8DD4981B4F2}"/>
          </ac:spMkLst>
        </pc:spChg>
        <pc:spChg chg="add del mod">
          <ac:chgData name="Owais Ahmed" userId="6abc7d4556b3b071" providerId="LiveId" clId="{75EC58F7-4BFE-47B9-AB78-477B48A064C5}" dt="2023-11-14T09:06:31.443" v="1748" actId="478"/>
          <ac:spMkLst>
            <pc:docMk/>
            <pc:sldMk cId="3192364649" sldId="2570"/>
            <ac:spMk id="6" creationId="{33145B20-25FB-E760-CB57-6AABE1322A34}"/>
          </ac:spMkLst>
        </pc:spChg>
        <pc:spChg chg="mod">
          <ac:chgData name="Owais Ahmed" userId="6abc7d4556b3b071" providerId="LiveId" clId="{75EC58F7-4BFE-47B9-AB78-477B48A064C5}" dt="2023-11-14T08:02:37.744" v="794" actId="20577"/>
          <ac:spMkLst>
            <pc:docMk/>
            <pc:sldMk cId="3192364649" sldId="2570"/>
            <ac:spMk id="215" creationId="{00000000-0000-0000-0000-000000000000}"/>
          </ac:spMkLst>
        </pc:spChg>
      </pc:sldChg>
      <pc:sldChg chg="addSp delSp modSp add mod delAnim modAnim">
        <pc:chgData name="Owais Ahmed" userId="6abc7d4556b3b071" providerId="LiveId" clId="{75EC58F7-4BFE-47B9-AB78-477B48A064C5}" dt="2023-11-14T09:25:43.288" v="2581" actId="20577"/>
        <pc:sldMkLst>
          <pc:docMk/>
          <pc:sldMk cId="1495419416" sldId="2571"/>
        </pc:sldMkLst>
        <pc:spChg chg="mod">
          <ac:chgData name="Owais Ahmed" userId="6abc7d4556b3b071" providerId="LiveId" clId="{75EC58F7-4BFE-47B9-AB78-477B48A064C5}" dt="2023-11-14T09:25:43.288" v="2581" actId="20577"/>
          <ac:spMkLst>
            <pc:docMk/>
            <pc:sldMk cId="1495419416" sldId="2571"/>
            <ac:spMk id="3" creationId="{4A1C0383-58FE-E486-295E-B33B8683B938}"/>
          </ac:spMkLst>
        </pc:spChg>
        <pc:spChg chg="del">
          <ac:chgData name="Owais Ahmed" userId="6abc7d4556b3b071" providerId="LiveId" clId="{75EC58F7-4BFE-47B9-AB78-477B48A064C5}" dt="2023-11-14T09:06:37.442" v="1749" actId="478"/>
          <ac:spMkLst>
            <pc:docMk/>
            <pc:sldMk cId="1495419416" sldId="2571"/>
            <ac:spMk id="6" creationId="{33145B20-25FB-E760-CB57-6AABE1322A34}"/>
          </ac:spMkLst>
        </pc:spChg>
        <pc:graphicFrameChg chg="add mod modGraphic">
          <ac:chgData name="Owais Ahmed" userId="6abc7d4556b3b071" providerId="LiveId" clId="{75EC58F7-4BFE-47B9-AB78-477B48A064C5}" dt="2023-11-14T09:16:03.804" v="1788" actId="1076"/>
          <ac:graphicFrameMkLst>
            <pc:docMk/>
            <pc:sldMk cId="1495419416" sldId="2571"/>
            <ac:graphicFrameMk id="4" creationId="{EABBD51D-5D5E-D91E-9F23-BC88A268A5AC}"/>
          </ac:graphicFrameMkLst>
        </pc:graphicFrameChg>
        <pc:graphicFrameChg chg="add mod">
          <ac:chgData name="Owais Ahmed" userId="6abc7d4556b3b071" providerId="LiveId" clId="{75EC58F7-4BFE-47B9-AB78-477B48A064C5}" dt="2023-11-14T09:16:50.736" v="1818" actId="14100"/>
          <ac:graphicFrameMkLst>
            <pc:docMk/>
            <pc:sldMk cId="1495419416" sldId="2571"/>
            <ac:graphicFrameMk id="5" creationId="{423BE6D3-2D0B-5CA8-39E0-4A43AA35A9F5}"/>
          </ac:graphicFrameMkLst>
        </pc:graphicFrameChg>
      </pc:sldChg>
      <pc:sldChg chg="delSp modSp add mod modAnim">
        <pc:chgData name="Owais Ahmed" userId="6abc7d4556b3b071" providerId="LiveId" clId="{75EC58F7-4BFE-47B9-AB78-477B48A064C5}" dt="2023-11-14T09:30:22.894" v="2973" actId="27636"/>
        <pc:sldMkLst>
          <pc:docMk/>
          <pc:sldMk cId="2352558766" sldId="2572"/>
        </pc:sldMkLst>
        <pc:spChg chg="mod">
          <ac:chgData name="Owais Ahmed" userId="6abc7d4556b3b071" providerId="LiveId" clId="{75EC58F7-4BFE-47B9-AB78-477B48A064C5}" dt="2023-11-14T09:30:22.894" v="2973" actId="27636"/>
          <ac:spMkLst>
            <pc:docMk/>
            <pc:sldMk cId="2352558766" sldId="2572"/>
            <ac:spMk id="3" creationId="{4A1C0383-58FE-E486-295E-B33B8683B938}"/>
          </ac:spMkLst>
        </pc:spChg>
        <pc:graphicFrameChg chg="del">
          <ac:chgData name="Owais Ahmed" userId="6abc7d4556b3b071" providerId="LiveId" clId="{75EC58F7-4BFE-47B9-AB78-477B48A064C5}" dt="2023-11-14T09:22:44.831" v="2197" actId="478"/>
          <ac:graphicFrameMkLst>
            <pc:docMk/>
            <pc:sldMk cId="2352558766" sldId="2572"/>
            <ac:graphicFrameMk id="4" creationId="{EABBD51D-5D5E-D91E-9F23-BC88A268A5AC}"/>
          </ac:graphicFrameMkLst>
        </pc:graphicFrameChg>
        <pc:graphicFrameChg chg="del">
          <ac:chgData name="Owais Ahmed" userId="6abc7d4556b3b071" providerId="LiveId" clId="{75EC58F7-4BFE-47B9-AB78-477B48A064C5}" dt="2023-11-14T09:22:44.127" v="2196" actId="478"/>
          <ac:graphicFrameMkLst>
            <pc:docMk/>
            <pc:sldMk cId="2352558766" sldId="2572"/>
            <ac:graphicFrameMk id="5" creationId="{423BE6D3-2D0B-5CA8-39E0-4A43AA35A9F5}"/>
          </ac:graphicFrameMkLst>
        </pc:graphicFrameChg>
      </pc:sldChg>
      <pc:sldChg chg="modSp add mod modAnim">
        <pc:chgData name="Owais Ahmed" userId="6abc7d4556b3b071" providerId="LiveId" clId="{75EC58F7-4BFE-47B9-AB78-477B48A064C5}" dt="2023-11-14T09:35:51.304" v="3439" actId="20577"/>
        <pc:sldMkLst>
          <pc:docMk/>
          <pc:sldMk cId="1727728077" sldId="2573"/>
        </pc:sldMkLst>
        <pc:spChg chg="mod">
          <ac:chgData name="Owais Ahmed" userId="6abc7d4556b3b071" providerId="LiveId" clId="{75EC58F7-4BFE-47B9-AB78-477B48A064C5}" dt="2023-11-14T09:35:51.304" v="3439" actId="20577"/>
          <ac:spMkLst>
            <pc:docMk/>
            <pc:sldMk cId="1727728077" sldId="2573"/>
            <ac:spMk id="3" creationId="{4A1C0383-58FE-E486-295E-B33B8683B938}"/>
          </ac:spMkLst>
        </pc:spChg>
      </pc:sldChg>
      <pc:sldChg chg="del">
        <pc:chgData name="Owais Ahmed" userId="6abc7d4556b3b071" providerId="LiveId" clId="{75EC58F7-4BFE-47B9-AB78-477B48A064C5}" dt="2023-10-31T10:51:28.057" v="0" actId="47"/>
        <pc:sldMkLst>
          <pc:docMk/>
          <pc:sldMk cId="1651692435" sldId="2574"/>
        </pc:sldMkLst>
      </pc:sldChg>
      <pc:sldChg chg="del">
        <pc:chgData name="Owais Ahmed" userId="6abc7d4556b3b071" providerId="LiveId" clId="{75EC58F7-4BFE-47B9-AB78-477B48A064C5}" dt="2023-10-31T10:51:29.055" v="1" actId="47"/>
        <pc:sldMkLst>
          <pc:docMk/>
          <pc:sldMk cId="1638662693" sldId="2575"/>
        </pc:sldMkLst>
      </pc:sldChg>
      <pc:sldChg chg="modSp add mod ord modAnim modNotesTx">
        <pc:chgData name="Owais Ahmed" userId="6abc7d4556b3b071" providerId="LiveId" clId="{75EC58F7-4BFE-47B9-AB78-477B48A064C5}" dt="2023-11-16T07:10:22.823" v="4140" actId="20577"/>
        <pc:sldMkLst>
          <pc:docMk/>
          <pc:sldMk cId="2723791907" sldId="2580"/>
        </pc:sldMkLst>
        <pc:spChg chg="mod">
          <ac:chgData name="Owais Ahmed" userId="6abc7d4556b3b071" providerId="LiveId" clId="{75EC58F7-4BFE-47B9-AB78-477B48A064C5}" dt="2023-11-16T07:10:22.823" v="4140" actId="20577"/>
          <ac:spMkLst>
            <pc:docMk/>
            <pc:sldMk cId="2723791907" sldId="2580"/>
            <ac:spMk id="3" creationId="{4A1C0383-58FE-E486-295E-B33B8683B938}"/>
          </ac:spMkLst>
        </pc:spChg>
        <pc:spChg chg="mod">
          <ac:chgData name="Owais Ahmed" userId="6abc7d4556b3b071" providerId="LiveId" clId="{75EC58F7-4BFE-47B9-AB78-477B48A064C5}" dt="2023-11-16T07:04:47.509" v="3571" actId="20577"/>
          <ac:spMkLst>
            <pc:docMk/>
            <pc:sldMk cId="2723791907" sldId="2580"/>
            <ac:spMk id="215" creationId="{00000000-0000-0000-0000-000000000000}"/>
          </ac:spMkLst>
        </pc:spChg>
      </pc:sldChg>
      <pc:sldChg chg="add">
        <pc:chgData name="Owais Ahmed" userId="6abc7d4556b3b071" providerId="LiveId" clId="{75EC58F7-4BFE-47B9-AB78-477B48A064C5}" dt="2023-11-16T07:10:28.485" v="4141" actId="2890"/>
        <pc:sldMkLst>
          <pc:docMk/>
          <pc:sldMk cId="2642061684" sldId="2581"/>
        </pc:sldMkLst>
      </pc:sldChg>
    </pc:docChg>
  </pc:docChgLst>
  <pc:docChgLst>
    <pc:chgData name="Owais Ahmed" userId="6abc7d4556b3b071" providerId="LiveId" clId="{FC71800D-6C77-4311-91CC-2C226E46ADC8}"/>
    <pc:docChg chg="undo custSel addSld delSld modSld">
      <pc:chgData name="Owais Ahmed" userId="6abc7d4556b3b071" providerId="LiveId" clId="{FC71800D-6C77-4311-91CC-2C226E46ADC8}" dt="2023-08-04T14:26:40.459" v="1001" actId="20577"/>
      <pc:docMkLst>
        <pc:docMk/>
      </pc:docMkLst>
      <pc:sldChg chg="modSp">
        <pc:chgData name="Owais Ahmed" userId="6abc7d4556b3b071" providerId="LiveId" clId="{FC71800D-6C77-4311-91CC-2C226E46ADC8}" dt="2023-08-04T14:20:09.761" v="145" actId="20577"/>
        <pc:sldMkLst>
          <pc:docMk/>
          <pc:sldMk cId="3909667495" sldId="2558"/>
        </pc:sldMkLst>
        <pc:spChg chg="mod">
          <ac:chgData name="Owais Ahmed" userId="6abc7d4556b3b071" providerId="LiveId" clId="{FC71800D-6C77-4311-91CC-2C226E46ADC8}" dt="2023-08-04T14:20:09.761" v="145" actId="20577"/>
          <ac:spMkLst>
            <pc:docMk/>
            <pc:sldMk cId="3909667495" sldId="2558"/>
            <ac:spMk id="3" creationId="{4A1C0383-58FE-E486-295E-B33B8683B938}"/>
          </ac:spMkLst>
        </pc:spChg>
      </pc:sldChg>
      <pc:sldChg chg="modSp add del mod modAnim">
        <pc:chgData name="Owais Ahmed" userId="6abc7d4556b3b071" providerId="LiveId" clId="{FC71800D-6C77-4311-91CC-2C226E46ADC8}" dt="2023-08-04T14:18:33.439" v="28" actId="47"/>
        <pc:sldMkLst>
          <pc:docMk/>
          <pc:sldMk cId="1343035549" sldId="2561"/>
        </pc:sldMkLst>
        <pc:spChg chg="mod">
          <ac:chgData name="Owais Ahmed" userId="6abc7d4556b3b071" providerId="LiveId" clId="{FC71800D-6C77-4311-91CC-2C226E46ADC8}" dt="2023-08-04T14:18:12.783" v="26" actId="20577"/>
          <ac:spMkLst>
            <pc:docMk/>
            <pc:sldMk cId="1343035549" sldId="2561"/>
            <ac:spMk id="3" creationId="{4A1C0383-58FE-E486-295E-B33B8683B938}"/>
          </ac:spMkLst>
        </pc:spChg>
        <pc:spChg chg="mod">
          <ac:chgData name="Owais Ahmed" userId="6abc7d4556b3b071" providerId="LiveId" clId="{FC71800D-6C77-4311-91CC-2C226E46ADC8}" dt="2023-08-04T14:17:25.517" v="2" actId="20577"/>
          <ac:spMkLst>
            <pc:docMk/>
            <pc:sldMk cId="1343035549" sldId="2561"/>
            <ac:spMk id="215" creationId="{00000000-0000-0000-0000-000000000000}"/>
          </ac:spMkLst>
        </pc:spChg>
      </pc:sldChg>
      <pc:sldChg chg="modSp add mod addAnim delAnim modAnim">
        <pc:chgData name="Owais Ahmed" userId="6abc7d4556b3b071" providerId="LiveId" clId="{FC71800D-6C77-4311-91CC-2C226E46ADC8}" dt="2023-08-04T14:23:09.607" v="525" actId="14100"/>
        <pc:sldMkLst>
          <pc:docMk/>
          <pc:sldMk cId="1835063850" sldId="2562"/>
        </pc:sldMkLst>
        <pc:spChg chg="mod">
          <ac:chgData name="Owais Ahmed" userId="6abc7d4556b3b071" providerId="LiveId" clId="{FC71800D-6C77-4311-91CC-2C226E46ADC8}" dt="2023-08-04T14:23:09.607" v="525" actId="14100"/>
          <ac:spMkLst>
            <pc:docMk/>
            <pc:sldMk cId="1835063850" sldId="2562"/>
            <ac:spMk id="3" creationId="{4A1C0383-58FE-E486-295E-B33B8683B938}"/>
          </ac:spMkLst>
        </pc:spChg>
        <pc:spChg chg="mod">
          <ac:chgData name="Owais Ahmed" userId="6abc7d4556b3b071" providerId="LiveId" clId="{FC71800D-6C77-4311-91CC-2C226E46ADC8}" dt="2023-08-04T14:18:37.746" v="29" actId="20577"/>
          <ac:spMkLst>
            <pc:docMk/>
            <pc:sldMk cId="1835063850" sldId="2562"/>
            <ac:spMk id="215" creationId="{00000000-0000-0000-0000-000000000000}"/>
          </ac:spMkLst>
        </pc:spChg>
        <pc:graphicFrameChg chg="mod modGraphic">
          <ac:chgData name="Owais Ahmed" userId="6abc7d4556b3b071" providerId="LiveId" clId="{FC71800D-6C77-4311-91CC-2C226E46ADC8}" dt="2023-08-04T14:19:42.253" v="124"/>
          <ac:graphicFrameMkLst>
            <pc:docMk/>
            <pc:sldMk cId="1835063850" sldId="2562"/>
            <ac:graphicFrameMk id="5" creationId="{C244DA9B-A3BA-1738-3D3E-32FF339EF18B}"/>
          </ac:graphicFrameMkLst>
        </pc:graphicFrameChg>
      </pc:sldChg>
      <pc:sldChg chg="modSp add mod modAnim">
        <pc:chgData name="Owais Ahmed" userId="6abc7d4556b3b071" providerId="LiveId" clId="{FC71800D-6C77-4311-91CC-2C226E46ADC8}" dt="2023-08-04T14:26:40.459" v="1001" actId="20577"/>
        <pc:sldMkLst>
          <pc:docMk/>
          <pc:sldMk cId="150925741" sldId="2563"/>
        </pc:sldMkLst>
        <pc:spChg chg="mod">
          <ac:chgData name="Owais Ahmed" userId="6abc7d4556b3b071" providerId="LiveId" clId="{FC71800D-6C77-4311-91CC-2C226E46ADC8}" dt="2023-08-04T14:26:40.459" v="1001" actId="20577"/>
          <ac:spMkLst>
            <pc:docMk/>
            <pc:sldMk cId="150925741" sldId="2563"/>
            <ac:spMk id="3" creationId="{4A1C0383-58FE-E486-295E-B33B8683B938}"/>
          </ac:spMkLst>
        </pc:spChg>
      </pc:sldChg>
    </pc:docChg>
  </pc:docChgLst>
  <pc:docChgLst>
    <pc:chgData name="Owais Ahmed" userId="6abc7d4556b3b071" providerId="LiveId" clId="{3F06DB97-3AEE-4F7C-A79E-A7936B34F82A}"/>
    <pc:docChg chg="undo redo custSel addSld delSld modSld">
      <pc:chgData name="Owais Ahmed" userId="6abc7d4556b3b071" providerId="LiveId" clId="{3F06DB97-3AEE-4F7C-A79E-A7936B34F82A}" dt="2023-07-31T19:00:13.581" v="6207" actId="20577"/>
      <pc:docMkLst>
        <pc:docMk/>
      </pc:docMkLst>
      <pc:sldChg chg="modSp mod">
        <pc:chgData name="Owais Ahmed" userId="6abc7d4556b3b071" providerId="LiveId" clId="{3F06DB97-3AEE-4F7C-A79E-A7936B34F82A}" dt="2023-07-31T16:16:19.681" v="795" actId="5793"/>
        <pc:sldMkLst>
          <pc:docMk/>
          <pc:sldMk cId="1649098948" sldId="2462"/>
        </pc:sldMkLst>
        <pc:spChg chg="mod">
          <ac:chgData name="Owais Ahmed" userId="6abc7d4556b3b071" providerId="LiveId" clId="{3F06DB97-3AEE-4F7C-A79E-A7936B34F82A}" dt="2023-07-31T16:16:19.681" v="795" actId="5793"/>
          <ac:spMkLst>
            <pc:docMk/>
            <pc:sldMk cId="1649098948" sldId="2462"/>
            <ac:spMk id="6" creationId="{F3C89A40-EEAA-43AB-9A3A-B2CFDE450F1B}"/>
          </ac:spMkLst>
        </pc:spChg>
      </pc:sldChg>
      <pc:sldChg chg="modSp mod modAnim">
        <pc:chgData name="Owais Ahmed" userId="6abc7d4556b3b071" providerId="LiveId" clId="{3F06DB97-3AEE-4F7C-A79E-A7936B34F82A}" dt="2023-07-30T19:38:46.332" v="178" actId="20577"/>
        <pc:sldMkLst>
          <pc:docMk/>
          <pc:sldMk cId="641030253" sldId="2479"/>
        </pc:sldMkLst>
        <pc:spChg chg="mod">
          <ac:chgData name="Owais Ahmed" userId="6abc7d4556b3b071" providerId="LiveId" clId="{3F06DB97-3AEE-4F7C-A79E-A7936B34F82A}" dt="2023-07-30T19:38:46.332" v="178" actId="20577"/>
          <ac:spMkLst>
            <pc:docMk/>
            <pc:sldMk cId="641030253" sldId="2479"/>
            <ac:spMk id="3" creationId="{4A1C0383-58FE-E486-295E-B33B8683B938}"/>
          </ac:spMkLst>
        </pc:spChg>
        <pc:spChg chg="mod">
          <ac:chgData name="Owais Ahmed" userId="6abc7d4556b3b071" providerId="LiveId" clId="{3F06DB97-3AEE-4F7C-A79E-A7936B34F82A}" dt="2023-07-30T19:21:54.092" v="17" actId="20577"/>
          <ac:spMkLst>
            <pc:docMk/>
            <pc:sldMk cId="641030253" sldId="2479"/>
            <ac:spMk id="215" creationId="{00000000-0000-0000-0000-000000000000}"/>
          </ac:spMkLst>
        </pc:spChg>
      </pc:sldChg>
      <pc:sldChg chg="modSp">
        <pc:chgData name="Owais Ahmed" userId="6abc7d4556b3b071" providerId="LiveId" clId="{3F06DB97-3AEE-4F7C-A79E-A7936B34F82A}" dt="2023-07-31T15:38:54.378" v="198" actId="20577"/>
        <pc:sldMkLst>
          <pc:docMk/>
          <pc:sldMk cId="3265271046" sldId="2505"/>
        </pc:sldMkLst>
        <pc:spChg chg="mod">
          <ac:chgData name="Owais Ahmed" userId="6abc7d4556b3b071" providerId="LiveId" clId="{3F06DB97-3AEE-4F7C-A79E-A7936B34F82A}" dt="2023-07-31T15:38:54.378" v="198" actId="20577"/>
          <ac:spMkLst>
            <pc:docMk/>
            <pc:sldMk cId="3265271046" sldId="2505"/>
            <ac:spMk id="3" creationId="{4A1C0383-58FE-E486-295E-B33B8683B938}"/>
          </ac:spMkLst>
        </pc:spChg>
      </pc:sldChg>
      <pc:sldChg chg="addSp delSp modSp mod delAnim modAnim">
        <pc:chgData name="Owais Ahmed" userId="6abc7d4556b3b071" providerId="LiveId" clId="{3F06DB97-3AEE-4F7C-A79E-A7936B34F82A}" dt="2023-07-31T17:09:11.997" v="3624"/>
        <pc:sldMkLst>
          <pc:docMk/>
          <pc:sldMk cId="2519732872" sldId="2507"/>
        </pc:sldMkLst>
        <pc:spChg chg="mod">
          <ac:chgData name="Owais Ahmed" userId="6abc7d4556b3b071" providerId="LiveId" clId="{3F06DB97-3AEE-4F7C-A79E-A7936B34F82A}" dt="2023-07-31T17:08:40.341" v="3621" actId="20577"/>
          <ac:spMkLst>
            <pc:docMk/>
            <pc:sldMk cId="2519732872" sldId="2507"/>
            <ac:spMk id="3" creationId="{4A1C0383-58FE-E486-295E-B33B8683B938}"/>
          </ac:spMkLst>
        </pc:spChg>
        <pc:spChg chg="del mod">
          <ac:chgData name="Owais Ahmed" userId="6abc7d4556b3b071" providerId="LiveId" clId="{3F06DB97-3AEE-4F7C-A79E-A7936B34F82A}" dt="2023-07-31T16:29:51.326" v="1053" actId="478"/>
          <ac:spMkLst>
            <pc:docMk/>
            <pc:sldMk cId="2519732872" sldId="2507"/>
            <ac:spMk id="8" creationId="{9AB7C1F2-3EB6-DA77-8B3B-65D08B858839}"/>
          </ac:spMkLst>
        </pc:spChg>
        <pc:spChg chg="mod">
          <ac:chgData name="Owais Ahmed" userId="6abc7d4556b3b071" providerId="LiveId" clId="{3F06DB97-3AEE-4F7C-A79E-A7936B34F82A}" dt="2023-07-31T16:29:42.328" v="1051"/>
          <ac:spMkLst>
            <pc:docMk/>
            <pc:sldMk cId="2519732872" sldId="2507"/>
            <ac:spMk id="9" creationId="{E5AC993B-76BA-F654-B56B-E5FD7D83FAF7}"/>
          </ac:spMkLst>
        </pc:spChg>
        <pc:spChg chg="mod">
          <ac:chgData name="Owais Ahmed" userId="6abc7d4556b3b071" providerId="LiveId" clId="{3F06DB97-3AEE-4F7C-A79E-A7936B34F82A}" dt="2023-07-31T16:29:42.328" v="1051"/>
          <ac:spMkLst>
            <pc:docMk/>
            <pc:sldMk cId="2519732872" sldId="2507"/>
            <ac:spMk id="12" creationId="{B38BB637-7CE6-23B3-1F98-7FAB61174179}"/>
          </ac:spMkLst>
        </pc:spChg>
        <pc:spChg chg="mod">
          <ac:chgData name="Owais Ahmed" userId="6abc7d4556b3b071" providerId="LiveId" clId="{3F06DB97-3AEE-4F7C-A79E-A7936B34F82A}" dt="2023-07-31T16:29:42.328" v="1051"/>
          <ac:spMkLst>
            <pc:docMk/>
            <pc:sldMk cId="2519732872" sldId="2507"/>
            <ac:spMk id="13" creationId="{A8ED9DCF-25D0-6588-1E53-441A5CD14DC1}"/>
          </ac:spMkLst>
        </pc:spChg>
        <pc:spChg chg="mod">
          <ac:chgData name="Owais Ahmed" userId="6abc7d4556b3b071" providerId="LiveId" clId="{3F06DB97-3AEE-4F7C-A79E-A7936B34F82A}" dt="2023-07-31T16:29:42.328" v="1051"/>
          <ac:spMkLst>
            <pc:docMk/>
            <pc:sldMk cId="2519732872" sldId="2507"/>
            <ac:spMk id="14" creationId="{11CD3E41-253F-795A-3CCF-97593D9A7ACC}"/>
          </ac:spMkLst>
        </pc:spChg>
        <pc:spChg chg="mod">
          <ac:chgData name="Owais Ahmed" userId="6abc7d4556b3b071" providerId="LiveId" clId="{3F06DB97-3AEE-4F7C-A79E-A7936B34F82A}" dt="2023-07-31T16:29:42.328" v="1051"/>
          <ac:spMkLst>
            <pc:docMk/>
            <pc:sldMk cId="2519732872" sldId="2507"/>
            <ac:spMk id="15" creationId="{F2303079-B932-8839-CD10-B5F3170D384B}"/>
          </ac:spMkLst>
        </pc:spChg>
        <pc:spChg chg="mod">
          <ac:chgData name="Owais Ahmed" userId="6abc7d4556b3b071" providerId="LiveId" clId="{3F06DB97-3AEE-4F7C-A79E-A7936B34F82A}" dt="2023-07-31T16:29:42.328" v="1051"/>
          <ac:spMkLst>
            <pc:docMk/>
            <pc:sldMk cId="2519732872" sldId="2507"/>
            <ac:spMk id="16" creationId="{1C1AEA30-0846-62E5-0652-1F8AE3A06456}"/>
          </ac:spMkLst>
        </pc:spChg>
        <pc:spChg chg="mod">
          <ac:chgData name="Owais Ahmed" userId="6abc7d4556b3b071" providerId="LiveId" clId="{3F06DB97-3AEE-4F7C-A79E-A7936B34F82A}" dt="2023-07-31T16:29:42.328" v="1051"/>
          <ac:spMkLst>
            <pc:docMk/>
            <pc:sldMk cId="2519732872" sldId="2507"/>
            <ac:spMk id="17" creationId="{F0BBF5CA-3758-1B1E-4267-01BF15F77BE6}"/>
          </ac:spMkLst>
        </pc:spChg>
        <pc:spChg chg="del mod">
          <ac:chgData name="Owais Ahmed" userId="6abc7d4556b3b071" providerId="LiveId" clId="{3F06DB97-3AEE-4F7C-A79E-A7936B34F82A}" dt="2023-07-31T16:29:53.650" v="1054" actId="478"/>
          <ac:spMkLst>
            <pc:docMk/>
            <pc:sldMk cId="2519732872" sldId="2507"/>
            <ac:spMk id="24" creationId="{EE6B6A39-DD51-7E27-3292-E8C6CB7A286A}"/>
          </ac:spMkLst>
        </pc:spChg>
        <pc:spChg chg="mod">
          <ac:chgData name="Owais Ahmed" userId="6abc7d4556b3b071" providerId="LiveId" clId="{3F06DB97-3AEE-4F7C-A79E-A7936B34F82A}" dt="2023-07-31T16:29:42.328" v="1051"/>
          <ac:spMkLst>
            <pc:docMk/>
            <pc:sldMk cId="2519732872" sldId="2507"/>
            <ac:spMk id="25" creationId="{E31EADB7-0E35-1933-E64C-CB81CADFB1A4}"/>
          </ac:spMkLst>
        </pc:spChg>
        <pc:spChg chg="mod">
          <ac:chgData name="Owais Ahmed" userId="6abc7d4556b3b071" providerId="LiveId" clId="{3F06DB97-3AEE-4F7C-A79E-A7936B34F82A}" dt="2023-07-31T16:29:42.328" v="1051"/>
          <ac:spMkLst>
            <pc:docMk/>
            <pc:sldMk cId="2519732872" sldId="2507"/>
            <ac:spMk id="30" creationId="{55F1B4C1-5F1C-1B07-F368-C151A0BBFF7A}"/>
          </ac:spMkLst>
        </pc:spChg>
        <pc:spChg chg="mod">
          <ac:chgData name="Owais Ahmed" userId="6abc7d4556b3b071" providerId="LiveId" clId="{3F06DB97-3AEE-4F7C-A79E-A7936B34F82A}" dt="2023-07-31T16:29:42.328" v="1051"/>
          <ac:spMkLst>
            <pc:docMk/>
            <pc:sldMk cId="2519732872" sldId="2507"/>
            <ac:spMk id="31" creationId="{F254E49C-FE38-2D8C-0E6D-9575BE825750}"/>
          </ac:spMkLst>
        </pc:spChg>
        <pc:spChg chg="mod">
          <ac:chgData name="Owais Ahmed" userId="6abc7d4556b3b071" providerId="LiveId" clId="{3F06DB97-3AEE-4F7C-A79E-A7936B34F82A}" dt="2023-07-31T16:29:42.328" v="1051"/>
          <ac:spMkLst>
            <pc:docMk/>
            <pc:sldMk cId="2519732872" sldId="2507"/>
            <ac:spMk id="32" creationId="{CFC3003E-0DDC-BA36-176E-6D671706AE32}"/>
          </ac:spMkLst>
        </pc:spChg>
        <pc:spChg chg="mod">
          <ac:chgData name="Owais Ahmed" userId="6abc7d4556b3b071" providerId="LiveId" clId="{3F06DB97-3AEE-4F7C-A79E-A7936B34F82A}" dt="2023-07-31T16:29:42.328" v="1051"/>
          <ac:spMkLst>
            <pc:docMk/>
            <pc:sldMk cId="2519732872" sldId="2507"/>
            <ac:spMk id="33" creationId="{58685C0D-12DC-8D8F-7618-4C26C7A95BB5}"/>
          </ac:spMkLst>
        </pc:spChg>
        <pc:spChg chg="mod">
          <ac:chgData name="Owais Ahmed" userId="6abc7d4556b3b071" providerId="LiveId" clId="{3F06DB97-3AEE-4F7C-A79E-A7936B34F82A}" dt="2023-07-31T16:29:42.328" v="1051"/>
          <ac:spMkLst>
            <pc:docMk/>
            <pc:sldMk cId="2519732872" sldId="2507"/>
            <ac:spMk id="34" creationId="{C7ACFDE5-7047-0E56-1E2E-2B50C10B3BDF}"/>
          </ac:spMkLst>
        </pc:spChg>
        <pc:spChg chg="mod">
          <ac:chgData name="Owais Ahmed" userId="6abc7d4556b3b071" providerId="LiveId" clId="{3F06DB97-3AEE-4F7C-A79E-A7936B34F82A}" dt="2023-07-31T16:29:42.328" v="1051"/>
          <ac:spMkLst>
            <pc:docMk/>
            <pc:sldMk cId="2519732872" sldId="2507"/>
            <ac:spMk id="35" creationId="{430EAD92-DB0F-51D7-9F31-BB20A328DD24}"/>
          </ac:spMkLst>
        </pc:spChg>
        <pc:spChg chg="mod">
          <ac:chgData name="Owais Ahmed" userId="6abc7d4556b3b071" providerId="LiveId" clId="{3F06DB97-3AEE-4F7C-A79E-A7936B34F82A}" dt="2023-07-31T16:29:42.328" v="1051"/>
          <ac:spMkLst>
            <pc:docMk/>
            <pc:sldMk cId="2519732872" sldId="2507"/>
            <ac:spMk id="36" creationId="{340488C2-8C52-D84F-6549-4DB3CC6C4A58}"/>
          </ac:spMkLst>
        </pc:spChg>
        <pc:spChg chg="mod">
          <ac:chgData name="Owais Ahmed" userId="6abc7d4556b3b071" providerId="LiveId" clId="{3F06DB97-3AEE-4F7C-A79E-A7936B34F82A}" dt="2023-07-31T16:29:42.328" v="1051"/>
          <ac:spMkLst>
            <pc:docMk/>
            <pc:sldMk cId="2519732872" sldId="2507"/>
            <ac:spMk id="37" creationId="{E243D26A-1F6B-B25D-D0AC-3EAC4D85DE10}"/>
          </ac:spMkLst>
        </pc:spChg>
        <pc:spChg chg="mod">
          <ac:chgData name="Owais Ahmed" userId="6abc7d4556b3b071" providerId="LiveId" clId="{3F06DB97-3AEE-4F7C-A79E-A7936B34F82A}" dt="2023-07-31T16:29:42.328" v="1051"/>
          <ac:spMkLst>
            <pc:docMk/>
            <pc:sldMk cId="2519732872" sldId="2507"/>
            <ac:spMk id="38" creationId="{4FDF2889-A194-E22E-19A0-60E13AF736B0}"/>
          </ac:spMkLst>
        </pc:spChg>
        <pc:spChg chg="mod">
          <ac:chgData name="Owais Ahmed" userId="6abc7d4556b3b071" providerId="LiveId" clId="{3F06DB97-3AEE-4F7C-A79E-A7936B34F82A}" dt="2023-07-31T16:29:42.328" v="1051"/>
          <ac:spMkLst>
            <pc:docMk/>
            <pc:sldMk cId="2519732872" sldId="2507"/>
            <ac:spMk id="39" creationId="{4D8B0B4A-4260-651D-E759-251A0C2B486A}"/>
          </ac:spMkLst>
        </pc:spChg>
        <pc:spChg chg="del mod">
          <ac:chgData name="Owais Ahmed" userId="6abc7d4556b3b071" providerId="LiveId" clId="{3F06DB97-3AEE-4F7C-A79E-A7936B34F82A}" dt="2023-07-31T16:32:06.488" v="1060" actId="478"/>
          <ac:spMkLst>
            <pc:docMk/>
            <pc:sldMk cId="2519732872" sldId="2507"/>
            <ac:spMk id="52" creationId="{6077A936-757D-6859-1D2D-D9238CDB7452}"/>
          </ac:spMkLst>
        </pc:spChg>
        <pc:spChg chg="del mod">
          <ac:chgData name="Owais Ahmed" userId="6abc7d4556b3b071" providerId="LiveId" clId="{3F06DB97-3AEE-4F7C-A79E-A7936B34F82A}" dt="2023-07-31T16:32:04.946" v="1059" actId="478"/>
          <ac:spMkLst>
            <pc:docMk/>
            <pc:sldMk cId="2519732872" sldId="2507"/>
            <ac:spMk id="53" creationId="{CD128CA7-C9B2-0E48-AB2C-83361F37D11B}"/>
          </ac:spMkLst>
        </pc:spChg>
        <pc:spChg chg="mod">
          <ac:chgData name="Owais Ahmed" userId="6abc7d4556b3b071" providerId="LiveId" clId="{3F06DB97-3AEE-4F7C-A79E-A7936B34F82A}" dt="2023-07-31T16:31:47.109" v="1057"/>
          <ac:spMkLst>
            <pc:docMk/>
            <pc:sldMk cId="2519732872" sldId="2507"/>
            <ac:spMk id="54" creationId="{A9669151-6E8A-28A2-BD3B-E871949F5695}"/>
          </ac:spMkLst>
        </pc:spChg>
        <pc:spChg chg="mod">
          <ac:chgData name="Owais Ahmed" userId="6abc7d4556b3b071" providerId="LiveId" clId="{3F06DB97-3AEE-4F7C-A79E-A7936B34F82A}" dt="2023-07-31T16:31:47.109" v="1057"/>
          <ac:spMkLst>
            <pc:docMk/>
            <pc:sldMk cId="2519732872" sldId="2507"/>
            <ac:spMk id="55" creationId="{274A505B-739B-D7E1-C42B-16B9225A1472}"/>
          </ac:spMkLst>
        </pc:spChg>
        <pc:spChg chg="mod">
          <ac:chgData name="Owais Ahmed" userId="6abc7d4556b3b071" providerId="LiveId" clId="{3F06DB97-3AEE-4F7C-A79E-A7936B34F82A}" dt="2023-07-31T16:31:47.109" v="1057"/>
          <ac:spMkLst>
            <pc:docMk/>
            <pc:sldMk cId="2519732872" sldId="2507"/>
            <ac:spMk id="56" creationId="{B7736C27-97DD-0668-D0F7-FD527C00D85B}"/>
          </ac:spMkLst>
        </pc:spChg>
        <pc:spChg chg="mod">
          <ac:chgData name="Owais Ahmed" userId="6abc7d4556b3b071" providerId="LiveId" clId="{3F06DB97-3AEE-4F7C-A79E-A7936B34F82A}" dt="2023-07-31T16:31:47.109" v="1057"/>
          <ac:spMkLst>
            <pc:docMk/>
            <pc:sldMk cId="2519732872" sldId="2507"/>
            <ac:spMk id="57" creationId="{6E3CA4F5-A864-65C5-419B-4EDB79314AE4}"/>
          </ac:spMkLst>
        </pc:spChg>
        <pc:spChg chg="mod">
          <ac:chgData name="Owais Ahmed" userId="6abc7d4556b3b071" providerId="LiveId" clId="{3F06DB97-3AEE-4F7C-A79E-A7936B34F82A}" dt="2023-07-31T16:33:38.959" v="1093" actId="20577"/>
          <ac:spMkLst>
            <pc:docMk/>
            <pc:sldMk cId="2519732872" sldId="2507"/>
            <ac:spMk id="58" creationId="{5C3FA14E-BC4B-E3B3-8F00-764331AD752D}"/>
          </ac:spMkLst>
        </pc:spChg>
        <pc:spChg chg="mod">
          <ac:chgData name="Owais Ahmed" userId="6abc7d4556b3b071" providerId="LiveId" clId="{3F06DB97-3AEE-4F7C-A79E-A7936B34F82A}" dt="2023-07-31T16:33:12.874" v="1083" actId="20577"/>
          <ac:spMkLst>
            <pc:docMk/>
            <pc:sldMk cId="2519732872" sldId="2507"/>
            <ac:spMk id="59" creationId="{BC8B03B0-63FE-2C51-A23A-8B052B3D6B98}"/>
          </ac:spMkLst>
        </pc:spChg>
        <pc:spChg chg="mod">
          <ac:chgData name="Owais Ahmed" userId="6abc7d4556b3b071" providerId="LiveId" clId="{3F06DB97-3AEE-4F7C-A79E-A7936B34F82A}" dt="2023-07-31T16:31:47.109" v="1057"/>
          <ac:spMkLst>
            <pc:docMk/>
            <pc:sldMk cId="2519732872" sldId="2507"/>
            <ac:spMk id="60" creationId="{2C743A88-FD48-DE9B-D2AB-391728C36AAA}"/>
          </ac:spMkLst>
        </pc:spChg>
        <pc:spChg chg="mod">
          <ac:chgData name="Owais Ahmed" userId="6abc7d4556b3b071" providerId="LiveId" clId="{3F06DB97-3AEE-4F7C-A79E-A7936B34F82A}" dt="2023-07-31T16:33:11.410" v="1082" actId="20577"/>
          <ac:spMkLst>
            <pc:docMk/>
            <pc:sldMk cId="2519732872" sldId="2507"/>
            <ac:spMk id="61" creationId="{9D7738F3-A3F6-3E4E-9227-7EC57AA10E6B}"/>
          </ac:spMkLst>
        </pc:spChg>
        <pc:spChg chg="mod">
          <ac:chgData name="Owais Ahmed" userId="6abc7d4556b3b071" providerId="LiveId" clId="{3F06DB97-3AEE-4F7C-A79E-A7936B34F82A}" dt="2023-07-31T16:31:47.109" v="1057"/>
          <ac:spMkLst>
            <pc:docMk/>
            <pc:sldMk cId="2519732872" sldId="2507"/>
            <ac:spMk id="62" creationId="{2F7AE3C0-48E2-ACA4-7769-51DCF905B7F9}"/>
          </ac:spMkLst>
        </pc:spChg>
        <pc:spChg chg="mod">
          <ac:chgData name="Owais Ahmed" userId="6abc7d4556b3b071" providerId="LiveId" clId="{3F06DB97-3AEE-4F7C-A79E-A7936B34F82A}" dt="2023-07-31T16:33:04.210" v="1081" actId="20577"/>
          <ac:spMkLst>
            <pc:docMk/>
            <pc:sldMk cId="2519732872" sldId="2507"/>
            <ac:spMk id="63" creationId="{B5E2493F-C156-319A-5047-19EAC0C27B96}"/>
          </ac:spMkLst>
        </pc:spChg>
        <pc:spChg chg="del mod">
          <ac:chgData name="Owais Ahmed" userId="6abc7d4556b3b071" providerId="LiveId" clId="{3F06DB97-3AEE-4F7C-A79E-A7936B34F82A}" dt="2023-07-31T16:32:10.846" v="1063" actId="478"/>
          <ac:spMkLst>
            <pc:docMk/>
            <pc:sldMk cId="2519732872" sldId="2507"/>
            <ac:spMk id="76" creationId="{0C59E90F-ED03-8781-F34D-F5E49ECAD588}"/>
          </ac:spMkLst>
        </pc:spChg>
        <pc:spChg chg="del mod">
          <ac:chgData name="Owais Ahmed" userId="6abc7d4556b3b071" providerId="LiveId" clId="{3F06DB97-3AEE-4F7C-A79E-A7936B34F82A}" dt="2023-07-31T16:32:12.191" v="1064" actId="478"/>
          <ac:spMkLst>
            <pc:docMk/>
            <pc:sldMk cId="2519732872" sldId="2507"/>
            <ac:spMk id="77" creationId="{42AC8510-A1DF-03B2-F7FF-0B165A4771B9}"/>
          </ac:spMkLst>
        </pc:spChg>
        <pc:spChg chg="mod">
          <ac:chgData name="Owais Ahmed" userId="6abc7d4556b3b071" providerId="LiveId" clId="{3F06DB97-3AEE-4F7C-A79E-A7936B34F82A}" dt="2023-07-31T16:31:47.109" v="1057"/>
          <ac:spMkLst>
            <pc:docMk/>
            <pc:sldMk cId="2519732872" sldId="2507"/>
            <ac:spMk id="78" creationId="{42A95E86-0E84-988A-6224-97D58A1AAB0F}"/>
          </ac:spMkLst>
        </pc:spChg>
        <pc:spChg chg="mod">
          <ac:chgData name="Owais Ahmed" userId="6abc7d4556b3b071" providerId="LiveId" clId="{3F06DB97-3AEE-4F7C-A79E-A7936B34F82A}" dt="2023-07-31T16:31:47.109" v="1057"/>
          <ac:spMkLst>
            <pc:docMk/>
            <pc:sldMk cId="2519732872" sldId="2507"/>
            <ac:spMk id="79" creationId="{20304F60-9C85-B029-FB74-618C6A042A84}"/>
          </ac:spMkLst>
        </pc:spChg>
        <pc:spChg chg="mod">
          <ac:chgData name="Owais Ahmed" userId="6abc7d4556b3b071" providerId="LiveId" clId="{3F06DB97-3AEE-4F7C-A79E-A7936B34F82A}" dt="2023-07-31T16:31:47.109" v="1057"/>
          <ac:spMkLst>
            <pc:docMk/>
            <pc:sldMk cId="2519732872" sldId="2507"/>
            <ac:spMk id="80" creationId="{6FBCDDE6-3EAB-0185-D616-ABE065D45C92}"/>
          </ac:spMkLst>
        </pc:spChg>
        <pc:spChg chg="mod">
          <ac:chgData name="Owais Ahmed" userId="6abc7d4556b3b071" providerId="LiveId" clId="{3F06DB97-3AEE-4F7C-A79E-A7936B34F82A}" dt="2023-07-31T16:31:47.109" v="1057"/>
          <ac:spMkLst>
            <pc:docMk/>
            <pc:sldMk cId="2519732872" sldId="2507"/>
            <ac:spMk id="81" creationId="{D475062B-BA9F-0445-E94B-58131CEBA346}"/>
          </ac:spMkLst>
        </pc:spChg>
        <pc:spChg chg="mod">
          <ac:chgData name="Owais Ahmed" userId="6abc7d4556b3b071" providerId="LiveId" clId="{3F06DB97-3AEE-4F7C-A79E-A7936B34F82A}" dt="2023-07-31T16:31:47.109" v="1057"/>
          <ac:spMkLst>
            <pc:docMk/>
            <pc:sldMk cId="2519732872" sldId="2507"/>
            <ac:spMk id="82" creationId="{D00C45F0-9257-F070-6329-9B7E6898FA6C}"/>
          </ac:spMkLst>
        </pc:spChg>
        <pc:spChg chg="mod">
          <ac:chgData name="Owais Ahmed" userId="6abc7d4556b3b071" providerId="LiveId" clId="{3F06DB97-3AEE-4F7C-A79E-A7936B34F82A}" dt="2023-07-31T16:33:22.026" v="1086" actId="20577"/>
          <ac:spMkLst>
            <pc:docMk/>
            <pc:sldMk cId="2519732872" sldId="2507"/>
            <ac:spMk id="83" creationId="{2E659818-3944-211E-B668-2B0785B7DCB6}"/>
          </ac:spMkLst>
        </pc:spChg>
        <pc:spChg chg="mod">
          <ac:chgData name="Owais Ahmed" userId="6abc7d4556b3b071" providerId="LiveId" clId="{3F06DB97-3AEE-4F7C-A79E-A7936B34F82A}" dt="2023-07-31T16:31:47.109" v="1057"/>
          <ac:spMkLst>
            <pc:docMk/>
            <pc:sldMk cId="2519732872" sldId="2507"/>
            <ac:spMk id="84" creationId="{C3DD49EF-0F53-CFBA-F1C1-D0B1D2537EC8}"/>
          </ac:spMkLst>
        </pc:spChg>
        <pc:spChg chg="mod">
          <ac:chgData name="Owais Ahmed" userId="6abc7d4556b3b071" providerId="LiveId" clId="{3F06DB97-3AEE-4F7C-A79E-A7936B34F82A}" dt="2023-07-31T16:33:20.201" v="1085" actId="20577"/>
          <ac:spMkLst>
            <pc:docMk/>
            <pc:sldMk cId="2519732872" sldId="2507"/>
            <ac:spMk id="85" creationId="{1731F7BA-7AB6-493D-5273-13C3588DF720}"/>
          </ac:spMkLst>
        </pc:spChg>
        <pc:spChg chg="mod">
          <ac:chgData name="Owais Ahmed" userId="6abc7d4556b3b071" providerId="LiveId" clId="{3F06DB97-3AEE-4F7C-A79E-A7936B34F82A}" dt="2023-07-31T16:31:47.109" v="1057"/>
          <ac:spMkLst>
            <pc:docMk/>
            <pc:sldMk cId="2519732872" sldId="2507"/>
            <ac:spMk id="86" creationId="{DD9A93E7-3B94-449C-E38F-C1C3F66D3A9C}"/>
          </ac:spMkLst>
        </pc:spChg>
        <pc:spChg chg="mod">
          <ac:chgData name="Owais Ahmed" userId="6abc7d4556b3b071" providerId="LiveId" clId="{3F06DB97-3AEE-4F7C-A79E-A7936B34F82A}" dt="2023-07-31T16:33:17.386" v="1084" actId="20577"/>
          <ac:spMkLst>
            <pc:docMk/>
            <pc:sldMk cId="2519732872" sldId="2507"/>
            <ac:spMk id="87" creationId="{DA497E0B-E98C-45AC-3C1D-414C2356B7BF}"/>
          </ac:spMkLst>
        </pc:spChg>
        <pc:spChg chg="add del mod">
          <ac:chgData name="Owais Ahmed" userId="6abc7d4556b3b071" providerId="LiveId" clId="{3F06DB97-3AEE-4F7C-A79E-A7936B34F82A}" dt="2023-07-31T16:32:25.012" v="1069"/>
          <ac:spMkLst>
            <pc:docMk/>
            <pc:sldMk cId="2519732872" sldId="2507"/>
            <ac:spMk id="88" creationId="{0507528A-FDE3-DD22-2160-43169E09145D}"/>
          </ac:spMkLst>
        </pc:spChg>
        <pc:spChg chg="add del mod">
          <ac:chgData name="Owais Ahmed" userId="6abc7d4556b3b071" providerId="LiveId" clId="{3F06DB97-3AEE-4F7C-A79E-A7936B34F82A}" dt="2023-07-31T16:32:57.757" v="1080" actId="478"/>
          <ac:spMkLst>
            <pc:docMk/>
            <pc:sldMk cId="2519732872" sldId="2507"/>
            <ac:spMk id="90" creationId="{B770DB89-4D9F-9A67-405A-E3B0FDC781BB}"/>
          </ac:spMkLst>
        </pc:spChg>
        <pc:spChg chg="del mod">
          <ac:chgData name="Owais Ahmed" userId="6abc7d4556b3b071" providerId="LiveId" clId="{3F06DB97-3AEE-4F7C-A79E-A7936B34F82A}" dt="2023-07-31T16:33:54.928" v="1098" actId="478"/>
          <ac:spMkLst>
            <pc:docMk/>
            <pc:sldMk cId="2519732872" sldId="2507"/>
            <ac:spMk id="93" creationId="{7B3F0C0F-E0A3-39A7-DF3B-9FCC9115854C}"/>
          </ac:spMkLst>
        </pc:spChg>
        <pc:spChg chg="mod">
          <ac:chgData name="Owais Ahmed" userId="6abc7d4556b3b071" providerId="LiveId" clId="{3F06DB97-3AEE-4F7C-A79E-A7936B34F82A}" dt="2023-07-31T16:41:37.608" v="1754" actId="1076"/>
          <ac:spMkLst>
            <pc:docMk/>
            <pc:sldMk cId="2519732872" sldId="2507"/>
            <ac:spMk id="94" creationId="{7C3C9CB2-114E-D07B-25BB-DF7B18E03EC1}"/>
          </ac:spMkLst>
        </pc:spChg>
        <pc:spChg chg="mod">
          <ac:chgData name="Owais Ahmed" userId="6abc7d4556b3b071" providerId="LiveId" clId="{3F06DB97-3AEE-4F7C-A79E-A7936B34F82A}" dt="2023-07-31T16:33:50.265" v="1096"/>
          <ac:spMkLst>
            <pc:docMk/>
            <pc:sldMk cId="2519732872" sldId="2507"/>
            <ac:spMk id="95" creationId="{E8017A49-474D-FF4D-8BE3-EDA29CB73762}"/>
          </ac:spMkLst>
        </pc:spChg>
        <pc:spChg chg="mod">
          <ac:chgData name="Owais Ahmed" userId="6abc7d4556b3b071" providerId="LiveId" clId="{3F06DB97-3AEE-4F7C-A79E-A7936B34F82A}" dt="2023-07-31T16:33:56.998" v="1099" actId="20577"/>
          <ac:spMkLst>
            <pc:docMk/>
            <pc:sldMk cId="2519732872" sldId="2507"/>
            <ac:spMk id="96" creationId="{BFC68987-1291-80DB-C814-55C51ADCA72F}"/>
          </ac:spMkLst>
        </pc:spChg>
        <pc:spChg chg="del mod">
          <ac:chgData name="Owais Ahmed" userId="6abc7d4556b3b071" providerId="LiveId" clId="{3F06DB97-3AEE-4F7C-A79E-A7936B34F82A}" dt="2023-07-31T16:34:26.431" v="1105" actId="478"/>
          <ac:spMkLst>
            <pc:docMk/>
            <pc:sldMk cId="2519732872" sldId="2507"/>
            <ac:spMk id="101" creationId="{1A33F4FE-CD88-9D70-2DA7-2B530BC06AE7}"/>
          </ac:spMkLst>
        </pc:spChg>
        <pc:spChg chg="mod">
          <ac:chgData name="Owais Ahmed" userId="6abc7d4556b3b071" providerId="LiveId" clId="{3F06DB97-3AEE-4F7C-A79E-A7936B34F82A}" dt="2023-07-31T16:41:41.641" v="1755" actId="1076"/>
          <ac:spMkLst>
            <pc:docMk/>
            <pc:sldMk cId="2519732872" sldId="2507"/>
            <ac:spMk id="102" creationId="{23801FBC-8A21-DAA2-95F5-A8E7D6FBF151}"/>
          </ac:spMkLst>
        </pc:spChg>
        <pc:spChg chg="mod">
          <ac:chgData name="Owais Ahmed" userId="6abc7d4556b3b071" providerId="LiveId" clId="{3F06DB97-3AEE-4F7C-A79E-A7936B34F82A}" dt="2023-07-31T16:40:44.048" v="1738" actId="1076"/>
          <ac:spMkLst>
            <pc:docMk/>
            <pc:sldMk cId="2519732872" sldId="2507"/>
            <ac:spMk id="105" creationId="{99BDCAF8-DC93-D572-DA16-2806C9F7C9AA}"/>
          </ac:spMkLst>
        </pc:spChg>
        <pc:spChg chg="mod">
          <ac:chgData name="Owais Ahmed" userId="6abc7d4556b3b071" providerId="LiveId" clId="{3F06DB97-3AEE-4F7C-A79E-A7936B34F82A}" dt="2023-07-31T16:40:44.048" v="1738" actId="1076"/>
          <ac:spMkLst>
            <pc:docMk/>
            <pc:sldMk cId="2519732872" sldId="2507"/>
            <ac:spMk id="106" creationId="{B546095E-991E-3289-F2C0-8A1D76A45A21}"/>
          </ac:spMkLst>
        </pc:spChg>
        <pc:spChg chg="mod">
          <ac:chgData name="Owais Ahmed" userId="6abc7d4556b3b071" providerId="LiveId" clId="{3F06DB97-3AEE-4F7C-A79E-A7936B34F82A}" dt="2023-07-31T16:40:38.471" v="1737" actId="1076"/>
          <ac:spMkLst>
            <pc:docMk/>
            <pc:sldMk cId="2519732872" sldId="2507"/>
            <ac:spMk id="107" creationId="{6B2686BC-A613-FF11-6A9D-EB36234DC16C}"/>
          </ac:spMkLst>
        </pc:spChg>
        <pc:spChg chg="mod">
          <ac:chgData name="Owais Ahmed" userId="6abc7d4556b3b071" providerId="LiveId" clId="{3F06DB97-3AEE-4F7C-A79E-A7936B34F82A}" dt="2023-07-31T16:40:38.471" v="1737" actId="1076"/>
          <ac:spMkLst>
            <pc:docMk/>
            <pc:sldMk cId="2519732872" sldId="2507"/>
            <ac:spMk id="108" creationId="{53D4C431-E0BC-789B-88D3-F5D796F20A12}"/>
          </ac:spMkLst>
        </pc:spChg>
        <pc:spChg chg="mod">
          <ac:chgData name="Owais Ahmed" userId="6abc7d4556b3b071" providerId="LiveId" clId="{3F06DB97-3AEE-4F7C-A79E-A7936B34F82A}" dt="2023-07-31T16:34:21.405" v="1103"/>
          <ac:spMkLst>
            <pc:docMk/>
            <pc:sldMk cId="2519732872" sldId="2507"/>
            <ac:spMk id="109" creationId="{3F6084E0-54E9-C827-0F8B-8E96A7C761DD}"/>
          </ac:spMkLst>
        </pc:spChg>
        <pc:spChg chg="mod">
          <ac:chgData name="Owais Ahmed" userId="6abc7d4556b3b071" providerId="LiveId" clId="{3F06DB97-3AEE-4F7C-A79E-A7936B34F82A}" dt="2023-07-31T16:34:36.087" v="1107" actId="20577"/>
          <ac:spMkLst>
            <pc:docMk/>
            <pc:sldMk cId="2519732872" sldId="2507"/>
            <ac:spMk id="110" creationId="{AB36B28D-39A8-55B6-60B3-85B767EC94FB}"/>
          </ac:spMkLst>
        </pc:spChg>
        <pc:spChg chg="mod">
          <ac:chgData name="Owais Ahmed" userId="6abc7d4556b3b071" providerId="LiveId" clId="{3F06DB97-3AEE-4F7C-A79E-A7936B34F82A}" dt="2023-07-31T16:16:36.036" v="802" actId="20577"/>
          <ac:spMkLst>
            <pc:docMk/>
            <pc:sldMk cId="2519732872" sldId="2507"/>
            <ac:spMk id="215" creationId="{00000000-0000-0000-0000-000000000000}"/>
          </ac:spMkLst>
        </pc:spChg>
        <pc:grpChg chg="add del mod">
          <ac:chgData name="Owais Ahmed" userId="6abc7d4556b3b071" providerId="LiveId" clId="{3F06DB97-3AEE-4F7C-A79E-A7936B34F82A}" dt="2023-07-31T16:31:46.557" v="1056" actId="478"/>
          <ac:grpSpMkLst>
            <pc:docMk/>
            <pc:sldMk cId="2519732872" sldId="2507"/>
            <ac:grpSpMk id="4" creationId="{80F3902B-AF10-7FCA-CA0F-D4E0AF6EE360}"/>
          </ac:grpSpMkLst>
        </pc:grpChg>
        <pc:grpChg chg="mod">
          <ac:chgData name="Owais Ahmed" userId="6abc7d4556b3b071" providerId="LiveId" clId="{3F06DB97-3AEE-4F7C-A79E-A7936B34F82A}" dt="2023-07-31T16:29:42.328" v="1051"/>
          <ac:grpSpMkLst>
            <pc:docMk/>
            <pc:sldMk cId="2519732872" sldId="2507"/>
            <ac:grpSpMk id="5" creationId="{3F3D1300-3848-78A6-5668-2B59EE7A1466}"/>
          </ac:grpSpMkLst>
        </pc:grpChg>
        <pc:grpChg chg="mod">
          <ac:chgData name="Owais Ahmed" userId="6abc7d4556b3b071" providerId="LiveId" clId="{3F06DB97-3AEE-4F7C-A79E-A7936B34F82A}" dt="2023-07-31T16:29:42.328" v="1051"/>
          <ac:grpSpMkLst>
            <pc:docMk/>
            <pc:sldMk cId="2519732872" sldId="2507"/>
            <ac:grpSpMk id="6" creationId="{19EA61CA-9134-94BB-7685-316986734FE7}"/>
          </ac:grpSpMkLst>
        </pc:grpChg>
        <pc:grpChg chg="mod">
          <ac:chgData name="Owais Ahmed" userId="6abc7d4556b3b071" providerId="LiveId" clId="{3F06DB97-3AEE-4F7C-A79E-A7936B34F82A}" dt="2023-07-31T16:29:42.328" v="1051"/>
          <ac:grpSpMkLst>
            <pc:docMk/>
            <pc:sldMk cId="2519732872" sldId="2507"/>
            <ac:grpSpMk id="7" creationId="{779F887A-C94F-8AE2-F652-C4F7D2ADBBE6}"/>
          </ac:grpSpMkLst>
        </pc:grpChg>
        <pc:grpChg chg="add del mod">
          <ac:chgData name="Owais Ahmed" userId="6abc7d4556b3b071" providerId="LiveId" clId="{3F06DB97-3AEE-4F7C-A79E-A7936B34F82A}" dt="2023-07-31T16:31:44.295" v="1055" actId="478"/>
          <ac:grpSpMkLst>
            <pc:docMk/>
            <pc:sldMk cId="2519732872" sldId="2507"/>
            <ac:grpSpMk id="18" creationId="{9DD2EB6D-4DA7-D7C5-CCA9-7628998FA6F1}"/>
          </ac:grpSpMkLst>
        </pc:grpChg>
        <pc:grpChg chg="mod">
          <ac:chgData name="Owais Ahmed" userId="6abc7d4556b3b071" providerId="LiveId" clId="{3F06DB97-3AEE-4F7C-A79E-A7936B34F82A}" dt="2023-07-31T16:29:42.328" v="1051"/>
          <ac:grpSpMkLst>
            <pc:docMk/>
            <pc:sldMk cId="2519732872" sldId="2507"/>
            <ac:grpSpMk id="19" creationId="{9ED71EAC-7C08-D9FB-8AF7-9E13D169337B}"/>
          </ac:grpSpMkLst>
        </pc:grpChg>
        <pc:grpChg chg="mod">
          <ac:chgData name="Owais Ahmed" userId="6abc7d4556b3b071" providerId="LiveId" clId="{3F06DB97-3AEE-4F7C-A79E-A7936B34F82A}" dt="2023-07-31T16:29:42.328" v="1051"/>
          <ac:grpSpMkLst>
            <pc:docMk/>
            <pc:sldMk cId="2519732872" sldId="2507"/>
            <ac:grpSpMk id="20" creationId="{DB06F88D-3D2B-14D5-C41A-BA8EF4666F8C}"/>
          </ac:grpSpMkLst>
        </pc:grpChg>
        <pc:grpChg chg="mod">
          <ac:chgData name="Owais Ahmed" userId="6abc7d4556b3b071" providerId="LiveId" clId="{3F06DB97-3AEE-4F7C-A79E-A7936B34F82A}" dt="2023-07-31T16:29:42.328" v="1051"/>
          <ac:grpSpMkLst>
            <pc:docMk/>
            <pc:sldMk cId="2519732872" sldId="2507"/>
            <ac:grpSpMk id="21" creationId="{84A4729D-5E34-25D7-FE29-E0CED4C21267}"/>
          </ac:grpSpMkLst>
        </pc:grpChg>
        <pc:grpChg chg="mod">
          <ac:chgData name="Owais Ahmed" userId="6abc7d4556b3b071" providerId="LiveId" clId="{3F06DB97-3AEE-4F7C-A79E-A7936B34F82A}" dt="2023-07-31T16:29:42.328" v="1051"/>
          <ac:grpSpMkLst>
            <pc:docMk/>
            <pc:sldMk cId="2519732872" sldId="2507"/>
            <ac:grpSpMk id="22" creationId="{7F6781FD-1CC8-A5C5-5E12-09D372E42475}"/>
          </ac:grpSpMkLst>
        </pc:grpChg>
        <pc:grpChg chg="mod">
          <ac:chgData name="Owais Ahmed" userId="6abc7d4556b3b071" providerId="LiveId" clId="{3F06DB97-3AEE-4F7C-A79E-A7936B34F82A}" dt="2023-07-31T16:29:42.328" v="1051"/>
          <ac:grpSpMkLst>
            <pc:docMk/>
            <pc:sldMk cId="2519732872" sldId="2507"/>
            <ac:grpSpMk id="23" creationId="{79E1F9C7-FC90-902A-7FDA-7FD9680B5538}"/>
          </ac:grpSpMkLst>
        </pc:grpChg>
        <pc:grpChg chg="add del mod">
          <ac:chgData name="Owais Ahmed" userId="6abc7d4556b3b071" providerId="LiveId" clId="{3F06DB97-3AEE-4F7C-A79E-A7936B34F82A}" dt="2023-07-31T16:33:42.728" v="1094" actId="478"/>
          <ac:grpSpMkLst>
            <pc:docMk/>
            <pc:sldMk cId="2519732872" sldId="2507"/>
            <ac:grpSpMk id="40" creationId="{376FE4AC-EADF-0572-2228-C142CF1889CD}"/>
          </ac:grpSpMkLst>
        </pc:grpChg>
        <pc:grpChg chg="mod">
          <ac:chgData name="Owais Ahmed" userId="6abc7d4556b3b071" providerId="LiveId" clId="{3F06DB97-3AEE-4F7C-A79E-A7936B34F82A}" dt="2023-07-31T16:31:47.109" v="1057"/>
          <ac:grpSpMkLst>
            <pc:docMk/>
            <pc:sldMk cId="2519732872" sldId="2507"/>
            <ac:grpSpMk id="41" creationId="{293FFF2F-8276-E554-CD30-253F44FE8F4B}"/>
          </ac:grpSpMkLst>
        </pc:grpChg>
        <pc:grpChg chg="mod">
          <ac:chgData name="Owais Ahmed" userId="6abc7d4556b3b071" providerId="LiveId" clId="{3F06DB97-3AEE-4F7C-A79E-A7936B34F82A}" dt="2023-07-31T16:31:47.109" v="1057"/>
          <ac:grpSpMkLst>
            <pc:docMk/>
            <pc:sldMk cId="2519732872" sldId="2507"/>
            <ac:grpSpMk id="42" creationId="{A9DB336F-B4E8-9FCE-BE96-448A570AD834}"/>
          </ac:grpSpMkLst>
        </pc:grpChg>
        <pc:grpChg chg="mod">
          <ac:chgData name="Owais Ahmed" userId="6abc7d4556b3b071" providerId="LiveId" clId="{3F06DB97-3AEE-4F7C-A79E-A7936B34F82A}" dt="2023-07-31T16:31:47.109" v="1057"/>
          <ac:grpSpMkLst>
            <pc:docMk/>
            <pc:sldMk cId="2519732872" sldId="2507"/>
            <ac:grpSpMk id="44" creationId="{FAC5B053-0BA1-26DD-4E5D-213B9C8056D2}"/>
          </ac:grpSpMkLst>
        </pc:grpChg>
        <pc:grpChg chg="mod">
          <ac:chgData name="Owais Ahmed" userId="6abc7d4556b3b071" providerId="LiveId" clId="{3F06DB97-3AEE-4F7C-A79E-A7936B34F82A}" dt="2023-07-31T16:31:47.109" v="1057"/>
          <ac:grpSpMkLst>
            <pc:docMk/>
            <pc:sldMk cId="2519732872" sldId="2507"/>
            <ac:grpSpMk id="46" creationId="{2841E817-017F-3A09-E5BD-E019E36D9862}"/>
          </ac:grpSpMkLst>
        </pc:grpChg>
        <pc:grpChg chg="mod">
          <ac:chgData name="Owais Ahmed" userId="6abc7d4556b3b071" providerId="LiveId" clId="{3F06DB97-3AEE-4F7C-A79E-A7936B34F82A}" dt="2023-07-31T16:31:47.109" v="1057"/>
          <ac:grpSpMkLst>
            <pc:docMk/>
            <pc:sldMk cId="2519732872" sldId="2507"/>
            <ac:grpSpMk id="48" creationId="{BF3428B0-CAD5-2955-03CB-8C5B8DE1D43C}"/>
          </ac:grpSpMkLst>
        </pc:grpChg>
        <pc:grpChg chg="del mod">
          <ac:chgData name="Owais Ahmed" userId="6abc7d4556b3b071" providerId="LiveId" clId="{3F06DB97-3AEE-4F7C-A79E-A7936B34F82A}" dt="2023-07-31T16:32:04.946" v="1059" actId="478"/>
          <ac:grpSpMkLst>
            <pc:docMk/>
            <pc:sldMk cId="2519732872" sldId="2507"/>
            <ac:grpSpMk id="50" creationId="{88C149BB-9451-A728-EF78-5232FC7D6D59}"/>
          </ac:grpSpMkLst>
        </pc:grpChg>
        <pc:grpChg chg="add del mod">
          <ac:chgData name="Owais Ahmed" userId="6abc7d4556b3b071" providerId="LiveId" clId="{3F06DB97-3AEE-4F7C-A79E-A7936B34F82A}" dt="2023-07-31T16:33:43.420" v="1095" actId="478"/>
          <ac:grpSpMkLst>
            <pc:docMk/>
            <pc:sldMk cId="2519732872" sldId="2507"/>
            <ac:grpSpMk id="64" creationId="{4CEC23E2-DE3E-BE27-A2B3-3B9B30CE8EF1}"/>
          </ac:grpSpMkLst>
        </pc:grpChg>
        <pc:grpChg chg="mod">
          <ac:chgData name="Owais Ahmed" userId="6abc7d4556b3b071" providerId="LiveId" clId="{3F06DB97-3AEE-4F7C-A79E-A7936B34F82A}" dt="2023-07-31T16:31:47.109" v="1057"/>
          <ac:grpSpMkLst>
            <pc:docMk/>
            <pc:sldMk cId="2519732872" sldId="2507"/>
            <ac:grpSpMk id="65" creationId="{DAA3F6B3-C7A7-9891-E19F-F97BD9BBDFCF}"/>
          </ac:grpSpMkLst>
        </pc:grpChg>
        <pc:grpChg chg="mod">
          <ac:chgData name="Owais Ahmed" userId="6abc7d4556b3b071" providerId="LiveId" clId="{3F06DB97-3AEE-4F7C-A79E-A7936B34F82A}" dt="2023-07-31T16:31:47.109" v="1057"/>
          <ac:grpSpMkLst>
            <pc:docMk/>
            <pc:sldMk cId="2519732872" sldId="2507"/>
            <ac:grpSpMk id="66" creationId="{6079BA3E-9580-6AE9-627E-4A2B118616BC}"/>
          </ac:grpSpMkLst>
        </pc:grpChg>
        <pc:grpChg chg="mod">
          <ac:chgData name="Owais Ahmed" userId="6abc7d4556b3b071" providerId="LiveId" clId="{3F06DB97-3AEE-4F7C-A79E-A7936B34F82A}" dt="2023-07-31T16:31:47.109" v="1057"/>
          <ac:grpSpMkLst>
            <pc:docMk/>
            <pc:sldMk cId="2519732872" sldId="2507"/>
            <ac:grpSpMk id="68" creationId="{3C881F13-1D2A-E47F-727A-8F2471B606E3}"/>
          </ac:grpSpMkLst>
        </pc:grpChg>
        <pc:grpChg chg="mod">
          <ac:chgData name="Owais Ahmed" userId="6abc7d4556b3b071" providerId="LiveId" clId="{3F06DB97-3AEE-4F7C-A79E-A7936B34F82A}" dt="2023-07-31T16:31:47.109" v="1057"/>
          <ac:grpSpMkLst>
            <pc:docMk/>
            <pc:sldMk cId="2519732872" sldId="2507"/>
            <ac:grpSpMk id="70" creationId="{A5CF5B66-02DF-175F-45A9-4816A6813283}"/>
          </ac:grpSpMkLst>
        </pc:grpChg>
        <pc:grpChg chg="mod">
          <ac:chgData name="Owais Ahmed" userId="6abc7d4556b3b071" providerId="LiveId" clId="{3F06DB97-3AEE-4F7C-A79E-A7936B34F82A}" dt="2023-07-31T16:31:47.109" v="1057"/>
          <ac:grpSpMkLst>
            <pc:docMk/>
            <pc:sldMk cId="2519732872" sldId="2507"/>
            <ac:grpSpMk id="72" creationId="{7B65A48A-3AC1-F611-FEE6-6146746FB1CD}"/>
          </ac:grpSpMkLst>
        </pc:grpChg>
        <pc:grpChg chg="del mod">
          <ac:chgData name="Owais Ahmed" userId="6abc7d4556b3b071" providerId="LiveId" clId="{3F06DB97-3AEE-4F7C-A79E-A7936B34F82A}" dt="2023-07-31T16:32:10.846" v="1063" actId="478"/>
          <ac:grpSpMkLst>
            <pc:docMk/>
            <pc:sldMk cId="2519732872" sldId="2507"/>
            <ac:grpSpMk id="74" creationId="{DFC86F24-E9C8-CFDB-7559-5A4382609785}"/>
          </ac:grpSpMkLst>
        </pc:grpChg>
        <pc:grpChg chg="add mod">
          <ac:chgData name="Owais Ahmed" userId="6abc7d4556b3b071" providerId="LiveId" clId="{3F06DB97-3AEE-4F7C-A79E-A7936B34F82A}" dt="2023-07-31T16:59:04.211" v="2981" actId="1076"/>
          <ac:grpSpMkLst>
            <pc:docMk/>
            <pc:sldMk cId="2519732872" sldId="2507"/>
            <ac:grpSpMk id="91" creationId="{8AFDD5EB-D614-C03D-504E-9A8E747F8716}"/>
          </ac:grpSpMkLst>
        </pc:grpChg>
        <pc:grpChg chg="mod">
          <ac:chgData name="Owais Ahmed" userId="6abc7d4556b3b071" providerId="LiveId" clId="{3F06DB97-3AEE-4F7C-A79E-A7936B34F82A}" dt="2023-07-31T16:33:50.265" v="1096"/>
          <ac:grpSpMkLst>
            <pc:docMk/>
            <pc:sldMk cId="2519732872" sldId="2507"/>
            <ac:grpSpMk id="92" creationId="{6284FF4B-3FD2-6925-02BF-7428100ED55A}"/>
          </ac:grpSpMkLst>
        </pc:grpChg>
        <pc:grpChg chg="add mod">
          <ac:chgData name="Owais Ahmed" userId="6abc7d4556b3b071" providerId="LiveId" clId="{3F06DB97-3AEE-4F7C-A79E-A7936B34F82A}" dt="2023-07-31T16:59:04.211" v="2981" actId="1076"/>
          <ac:grpSpMkLst>
            <pc:docMk/>
            <pc:sldMk cId="2519732872" sldId="2507"/>
            <ac:grpSpMk id="97" creationId="{CFF475BE-EFBC-0DBA-F90F-67FFD315D42E}"/>
          </ac:grpSpMkLst>
        </pc:grpChg>
        <pc:grpChg chg="mod">
          <ac:chgData name="Owais Ahmed" userId="6abc7d4556b3b071" providerId="LiveId" clId="{3F06DB97-3AEE-4F7C-A79E-A7936B34F82A}" dt="2023-07-31T16:34:21.405" v="1103"/>
          <ac:grpSpMkLst>
            <pc:docMk/>
            <pc:sldMk cId="2519732872" sldId="2507"/>
            <ac:grpSpMk id="98" creationId="{A0382DBE-F9FC-2531-34AD-F3E7EACF5F1E}"/>
          </ac:grpSpMkLst>
        </pc:grpChg>
        <pc:grpChg chg="mod">
          <ac:chgData name="Owais Ahmed" userId="6abc7d4556b3b071" providerId="LiveId" clId="{3F06DB97-3AEE-4F7C-A79E-A7936B34F82A}" dt="2023-07-31T16:34:21.405" v="1103"/>
          <ac:grpSpMkLst>
            <pc:docMk/>
            <pc:sldMk cId="2519732872" sldId="2507"/>
            <ac:grpSpMk id="99" creationId="{68C80BCA-12DB-C5D9-6600-C4CDDB76037E}"/>
          </ac:grpSpMkLst>
        </pc:grpChg>
        <pc:grpChg chg="mod">
          <ac:chgData name="Owais Ahmed" userId="6abc7d4556b3b071" providerId="LiveId" clId="{3F06DB97-3AEE-4F7C-A79E-A7936B34F82A}" dt="2023-07-31T16:34:21.405" v="1103"/>
          <ac:grpSpMkLst>
            <pc:docMk/>
            <pc:sldMk cId="2519732872" sldId="2507"/>
            <ac:grpSpMk id="100" creationId="{FA821C4E-B9F1-21C3-458F-B7B324C1F817}"/>
          </ac:grpSpMkLst>
        </pc:grpChg>
        <pc:cxnChg chg="mod">
          <ac:chgData name="Owais Ahmed" userId="6abc7d4556b3b071" providerId="LiveId" clId="{3F06DB97-3AEE-4F7C-A79E-A7936B34F82A}" dt="2023-07-31T16:31:46.557" v="1056" actId="478"/>
          <ac:cxnSpMkLst>
            <pc:docMk/>
            <pc:sldMk cId="2519732872" sldId="2507"/>
            <ac:cxnSpMk id="10" creationId="{82C773A4-2145-BBAE-7D13-74D9B4DA679C}"/>
          </ac:cxnSpMkLst>
        </pc:cxnChg>
        <pc:cxnChg chg="mod">
          <ac:chgData name="Owais Ahmed" userId="6abc7d4556b3b071" providerId="LiveId" clId="{3F06DB97-3AEE-4F7C-A79E-A7936B34F82A}" dt="2023-07-31T16:31:46.557" v="1056" actId="478"/>
          <ac:cxnSpMkLst>
            <pc:docMk/>
            <pc:sldMk cId="2519732872" sldId="2507"/>
            <ac:cxnSpMk id="11" creationId="{E158892D-4518-2120-75D3-EAA4B3FA9C4B}"/>
          </ac:cxnSpMkLst>
        </pc:cxnChg>
        <pc:cxnChg chg="mod">
          <ac:chgData name="Owais Ahmed" userId="6abc7d4556b3b071" providerId="LiveId" clId="{3F06DB97-3AEE-4F7C-A79E-A7936B34F82A}" dt="2023-07-31T16:31:44.295" v="1055" actId="478"/>
          <ac:cxnSpMkLst>
            <pc:docMk/>
            <pc:sldMk cId="2519732872" sldId="2507"/>
            <ac:cxnSpMk id="26" creationId="{D604D966-75E3-BA16-5391-46157D72CEF1}"/>
          </ac:cxnSpMkLst>
        </pc:cxnChg>
        <pc:cxnChg chg="mod">
          <ac:chgData name="Owais Ahmed" userId="6abc7d4556b3b071" providerId="LiveId" clId="{3F06DB97-3AEE-4F7C-A79E-A7936B34F82A}" dt="2023-07-31T16:31:44.295" v="1055" actId="478"/>
          <ac:cxnSpMkLst>
            <pc:docMk/>
            <pc:sldMk cId="2519732872" sldId="2507"/>
            <ac:cxnSpMk id="27" creationId="{87DC377B-B1EC-39E4-187F-DE027449FC73}"/>
          </ac:cxnSpMkLst>
        </pc:cxnChg>
        <pc:cxnChg chg="mod">
          <ac:chgData name="Owais Ahmed" userId="6abc7d4556b3b071" providerId="LiveId" clId="{3F06DB97-3AEE-4F7C-A79E-A7936B34F82A}" dt="2023-07-31T16:31:44.295" v="1055" actId="478"/>
          <ac:cxnSpMkLst>
            <pc:docMk/>
            <pc:sldMk cId="2519732872" sldId="2507"/>
            <ac:cxnSpMk id="28" creationId="{7A4CD16F-78B6-E2F4-B942-4A8409730B1A}"/>
          </ac:cxnSpMkLst>
        </pc:cxnChg>
        <pc:cxnChg chg="mod">
          <ac:chgData name="Owais Ahmed" userId="6abc7d4556b3b071" providerId="LiveId" clId="{3F06DB97-3AEE-4F7C-A79E-A7936B34F82A}" dt="2023-07-31T16:31:44.295" v="1055" actId="478"/>
          <ac:cxnSpMkLst>
            <pc:docMk/>
            <pc:sldMk cId="2519732872" sldId="2507"/>
            <ac:cxnSpMk id="29" creationId="{CF5EE089-4F06-0D67-00EF-2AFD6D2247C9}"/>
          </ac:cxnSpMkLst>
        </pc:cxnChg>
        <pc:cxnChg chg="mod">
          <ac:chgData name="Owais Ahmed" userId="6abc7d4556b3b071" providerId="LiveId" clId="{3F06DB97-3AEE-4F7C-A79E-A7936B34F82A}" dt="2023-07-31T16:33:42.728" v="1094" actId="478"/>
          <ac:cxnSpMkLst>
            <pc:docMk/>
            <pc:sldMk cId="2519732872" sldId="2507"/>
            <ac:cxnSpMk id="43" creationId="{271BE7A5-87C0-0263-6C7A-CF56C294762A}"/>
          </ac:cxnSpMkLst>
        </pc:cxnChg>
        <pc:cxnChg chg="mod">
          <ac:chgData name="Owais Ahmed" userId="6abc7d4556b3b071" providerId="LiveId" clId="{3F06DB97-3AEE-4F7C-A79E-A7936B34F82A}" dt="2023-07-31T16:33:42.728" v="1094" actId="478"/>
          <ac:cxnSpMkLst>
            <pc:docMk/>
            <pc:sldMk cId="2519732872" sldId="2507"/>
            <ac:cxnSpMk id="45" creationId="{9E51842E-B100-F9C8-2F0B-CA8DE7F2119C}"/>
          </ac:cxnSpMkLst>
        </pc:cxnChg>
        <pc:cxnChg chg="mod">
          <ac:chgData name="Owais Ahmed" userId="6abc7d4556b3b071" providerId="LiveId" clId="{3F06DB97-3AEE-4F7C-A79E-A7936B34F82A}" dt="2023-07-31T16:33:42.728" v="1094" actId="478"/>
          <ac:cxnSpMkLst>
            <pc:docMk/>
            <pc:sldMk cId="2519732872" sldId="2507"/>
            <ac:cxnSpMk id="47" creationId="{4FF0A792-689B-64FC-F43D-981553CAC588}"/>
          </ac:cxnSpMkLst>
        </pc:cxnChg>
        <pc:cxnChg chg="mod">
          <ac:chgData name="Owais Ahmed" userId="6abc7d4556b3b071" providerId="LiveId" clId="{3F06DB97-3AEE-4F7C-A79E-A7936B34F82A}" dt="2023-07-31T16:33:42.728" v="1094" actId="478"/>
          <ac:cxnSpMkLst>
            <pc:docMk/>
            <pc:sldMk cId="2519732872" sldId="2507"/>
            <ac:cxnSpMk id="49" creationId="{43D59970-F861-42DC-F682-D3402F4CE406}"/>
          </ac:cxnSpMkLst>
        </pc:cxnChg>
        <pc:cxnChg chg="del mod">
          <ac:chgData name="Owais Ahmed" userId="6abc7d4556b3b071" providerId="LiveId" clId="{3F06DB97-3AEE-4F7C-A79E-A7936B34F82A}" dt="2023-07-31T16:32:08.052" v="1061" actId="478"/>
          <ac:cxnSpMkLst>
            <pc:docMk/>
            <pc:sldMk cId="2519732872" sldId="2507"/>
            <ac:cxnSpMk id="51" creationId="{BFD349A0-1174-E2E5-7063-F4401045FBFE}"/>
          </ac:cxnSpMkLst>
        </pc:cxnChg>
        <pc:cxnChg chg="mod">
          <ac:chgData name="Owais Ahmed" userId="6abc7d4556b3b071" providerId="LiveId" clId="{3F06DB97-3AEE-4F7C-A79E-A7936B34F82A}" dt="2023-07-31T16:33:43.420" v="1095" actId="478"/>
          <ac:cxnSpMkLst>
            <pc:docMk/>
            <pc:sldMk cId="2519732872" sldId="2507"/>
            <ac:cxnSpMk id="67" creationId="{A33C4EA7-42EE-2F09-4A3D-599460D7B8B2}"/>
          </ac:cxnSpMkLst>
        </pc:cxnChg>
        <pc:cxnChg chg="mod">
          <ac:chgData name="Owais Ahmed" userId="6abc7d4556b3b071" providerId="LiveId" clId="{3F06DB97-3AEE-4F7C-A79E-A7936B34F82A}" dt="2023-07-31T16:33:43.420" v="1095" actId="478"/>
          <ac:cxnSpMkLst>
            <pc:docMk/>
            <pc:sldMk cId="2519732872" sldId="2507"/>
            <ac:cxnSpMk id="69" creationId="{E282191E-48CC-08E0-615B-14E8942C86B0}"/>
          </ac:cxnSpMkLst>
        </pc:cxnChg>
        <pc:cxnChg chg="mod">
          <ac:chgData name="Owais Ahmed" userId="6abc7d4556b3b071" providerId="LiveId" clId="{3F06DB97-3AEE-4F7C-A79E-A7936B34F82A}" dt="2023-07-31T16:33:43.420" v="1095" actId="478"/>
          <ac:cxnSpMkLst>
            <pc:docMk/>
            <pc:sldMk cId="2519732872" sldId="2507"/>
            <ac:cxnSpMk id="71" creationId="{06512AD5-E4B2-3F64-0989-A24A6F47325E}"/>
          </ac:cxnSpMkLst>
        </pc:cxnChg>
        <pc:cxnChg chg="mod">
          <ac:chgData name="Owais Ahmed" userId="6abc7d4556b3b071" providerId="LiveId" clId="{3F06DB97-3AEE-4F7C-A79E-A7936B34F82A}" dt="2023-07-31T16:33:43.420" v="1095" actId="478"/>
          <ac:cxnSpMkLst>
            <pc:docMk/>
            <pc:sldMk cId="2519732872" sldId="2507"/>
            <ac:cxnSpMk id="73" creationId="{83DF7B69-FDE0-99D5-CFC4-0CD360949A96}"/>
          </ac:cxnSpMkLst>
        </pc:cxnChg>
        <pc:cxnChg chg="del mod">
          <ac:chgData name="Owais Ahmed" userId="6abc7d4556b3b071" providerId="LiveId" clId="{3F06DB97-3AEE-4F7C-A79E-A7936B34F82A}" dt="2023-07-31T16:32:09.642" v="1062" actId="478"/>
          <ac:cxnSpMkLst>
            <pc:docMk/>
            <pc:sldMk cId="2519732872" sldId="2507"/>
            <ac:cxnSpMk id="75" creationId="{F9B0DB8F-B931-2CAA-D911-CE6A0EDE56A1}"/>
          </ac:cxnSpMkLst>
        </pc:cxnChg>
        <pc:cxnChg chg="del mod">
          <ac:chgData name="Owais Ahmed" userId="6abc7d4556b3b071" providerId="LiveId" clId="{3F06DB97-3AEE-4F7C-A79E-A7936B34F82A}" dt="2023-07-31T16:40:28.648" v="1735" actId="478"/>
          <ac:cxnSpMkLst>
            <pc:docMk/>
            <pc:sldMk cId="2519732872" sldId="2507"/>
            <ac:cxnSpMk id="103" creationId="{8A3868D9-9A18-E432-AB97-47DD5DCA5EFA}"/>
          </ac:cxnSpMkLst>
        </pc:cxnChg>
        <pc:cxnChg chg="del mod">
          <ac:chgData name="Owais Ahmed" userId="6abc7d4556b3b071" providerId="LiveId" clId="{3F06DB97-3AEE-4F7C-A79E-A7936B34F82A}" dt="2023-07-31T16:40:30.175" v="1736" actId="478"/>
          <ac:cxnSpMkLst>
            <pc:docMk/>
            <pc:sldMk cId="2519732872" sldId="2507"/>
            <ac:cxnSpMk id="104" creationId="{EFBC33C1-E8E0-32F2-2105-7E20EE54AB7F}"/>
          </ac:cxnSpMkLst>
        </pc:cxnChg>
        <pc:cxnChg chg="add del mod">
          <ac:chgData name="Owais Ahmed" userId="6abc7d4556b3b071" providerId="LiveId" clId="{3F06DB97-3AEE-4F7C-A79E-A7936B34F82A}" dt="2023-07-31T16:41:28.470" v="1753" actId="11529"/>
          <ac:cxnSpMkLst>
            <pc:docMk/>
            <pc:sldMk cId="2519732872" sldId="2507"/>
            <ac:cxnSpMk id="114" creationId="{06295CDD-B5A7-6846-9ACC-FE5D23722D43}"/>
          </ac:cxnSpMkLst>
        </pc:cxnChg>
        <pc:cxnChg chg="add mod">
          <ac:chgData name="Owais Ahmed" userId="6abc7d4556b3b071" providerId="LiveId" clId="{3F06DB97-3AEE-4F7C-A79E-A7936B34F82A}" dt="2023-07-31T16:59:04.211" v="2981" actId="1076"/>
          <ac:cxnSpMkLst>
            <pc:docMk/>
            <pc:sldMk cId="2519732872" sldId="2507"/>
            <ac:cxnSpMk id="116" creationId="{D83E971B-0F3D-4E00-B4A4-C9E6CBDBA5FB}"/>
          </ac:cxnSpMkLst>
        </pc:cxnChg>
        <pc:cxnChg chg="add mod">
          <ac:chgData name="Owais Ahmed" userId="6abc7d4556b3b071" providerId="LiveId" clId="{3F06DB97-3AEE-4F7C-A79E-A7936B34F82A}" dt="2023-07-31T16:59:04.211" v="2981" actId="1076"/>
          <ac:cxnSpMkLst>
            <pc:docMk/>
            <pc:sldMk cId="2519732872" sldId="2507"/>
            <ac:cxnSpMk id="118" creationId="{E218D9EB-E58D-166C-8764-794115FE12E4}"/>
          </ac:cxnSpMkLst>
        </pc:cxnChg>
      </pc:sldChg>
      <pc:sldChg chg="modSp del">
        <pc:chgData name="Owais Ahmed" userId="6abc7d4556b3b071" providerId="LiveId" clId="{3F06DB97-3AEE-4F7C-A79E-A7936B34F82A}" dt="2023-07-31T16:29:32.429" v="1049" actId="47"/>
        <pc:sldMkLst>
          <pc:docMk/>
          <pc:sldMk cId="2596096578" sldId="2510"/>
        </pc:sldMkLst>
        <pc:spChg chg="mod">
          <ac:chgData name="Owais Ahmed" userId="6abc7d4556b3b071" providerId="LiveId" clId="{3F06DB97-3AEE-4F7C-A79E-A7936B34F82A}" dt="2023-07-31T16:29:23.140" v="1048" actId="948"/>
          <ac:spMkLst>
            <pc:docMk/>
            <pc:sldMk cId="2596096578" sldId="2510"/>
            <ac:spMk id="3" creationId="{4A1C0383-58FE-E486-295E-B33B8683B938}"/>
          </ac:spMkLst>
        </pc:spChg>
      </pc:sldChg>
      <pc:sldChg chg="delSp modSp add mod modAnim">
        <pc:chgData name="Owais Ahmed" userId="6abc7d4556b3b071" providerId="LiveId" clId="{3F06DB97-3AEE-4F7C-A79E-A7936B34F82A}" dt="2023-07-31T18:29:50.706" v="6096" actId="20577"/>
        <pc:sldMkLst>
          <pc:docMk/>
          <pc:sldMk cId="64818802" sldId="2511"/>
        </pc:sldMkLst>
        <pc:spChg chg="mod">
          <ac:chgData name="Owais Ahmed" userId="6abc7d4556b3b071" providerId="LiveId" clId="{3F06DB97-3AEE-4F7C-A79E-A7936B34F82A}" dt="2023-07-31T18:29:50.706" v="6096" actId="20577"/>
          <ac:spMkLst>
            <pc:docMk/>
            <pc:sldMk cId="64818802" sldId="2511"/>
            <ac:spMk id="3" creationId="{4A1C0383-58FE-E486-295E-B33B8683B938}"/>
          </ac:spMkLst>
        </pc:spChg>
        <pc:picChg chg="del">
          <ac:chgData name="Owais Ahmed" userId="6abc7d4556b3b071" providerId="LiveId" clId="{3F06DB97-3AEE-4F7C-A79E-A7936B34F82A}" dt="2023-07-31T18:25:06.604" v="5477" actId="478"/>
          <ac:picMkLst>
            <pc:docMk/>
            <pc:sldMk cId="64818802" sldId="2511"/>
            <ac:picMk id="1026" creationId="{46F87B91-E9D1-F266-4E5C-9787E7840B14}"/>
          </ac:picMkLst>
        </pc:picChg>
      </pc:sldChg>
      <pc:sldChg chg="modSp add modAnim">
        <pc:chgData name="Owais Ahmed" userId="6abc7d4556b3b071" providerId="LiveId" clId="{3F06DB97-3AEE-4F7C-A79E-A7936B34F82A}" dt="2023-07-31T15:42:45.823" v="481" actId="20577"/>
        <pc:sldMkLst>
          <pc:docMk/>
          <pc:sldMk cId="3485698213" sldId="2548"/>
        </pc:sldMkLst>
        <pc:spChg chg="mod">
          <ac:chgData name="Owais Ahmed" userId="6abc7d4556b3b071" providerId="LiveId" clId="{3F06DB97-3AEE-4F7C-A79E-A7936B34F82A}" dt="2023-07-31T15:42:45.823" v="481" actId="20577"/>
          <ac:spMkLst>
            <pc:docMk/>
            <pc:sldMk cId="3485698213" sldId="2548"/>
            <ac:spMk id="3" creationId="{4A1C0383-58FE-E486-295E-B33B8683B938}"/>
          </ac:spMkLst>
        </pc:spChg>
      </pc:sldChg>
      <pc:sldChg chg="modSp add mod modAnim">
        <pc:chgData name="Owais Ahmed" userId="6abc7d4556b3b071" providerId="LiveId" clId="{3F06DB97-3AEE-4F7C-A79E-A7936B34F82A}" dt="2023-07-31T18:24:31.740" v="5475" actId="20577"/>
        <pc:sldMkLst>
          <pc:docMk/>
          <pc:sldMk cId="3738101922" sldId="2549"/>
        </pc:sldMkLst>
        <pc:spChg chg="mod">
          <ac:chgData name="Owais Ahmed" userId="6abc7d4556b3b071" providerId="LiveId" clId="{3F06DB97-3AEE-4F7C-A79E-A7936B34F82A}" dt="2023-07-31T18:24:31.740" v="5475" actId="20577"/>
          <ac:spMkLst>
            <pc:docMk/>
            <pc:sldMk cId="3738101922" sldId="2549"/>
            <ac:spMk id="3" creationId="{4A1C0383-58FE-E486-295E-B33B8683B938}"/>
          </ac:spMkLst>
        </pc:spChg>
      </pc:sldChg>
      <pc:sldChg chg="modSp add mod modAnim">
        <pc:chgData name="Owais Ahmed" userId="6abc7d4556b3b071" providerId="LiveId" clId="{3F06DB97-3AEE-4F7C-A79E-A7936B34F82A}" dt="2023-07-31T16:22:17.974" v="936" actId="20577"/>
        <pc:sldMkLst>
          <pc:docMk/>
          <pc:sldMk cId="821949743" sldId="2550"/>
        </pc:sldMkLst>
        <pc:spChg chg="mod">
          <ac:chgData name="Owais Ahmed" userId="6abc7d4556b3b071" providerId="LiveId" clId="{3F06DB97-3AEE-4F7C-A79E-A7936B34F82A}" dt="2023-07-31T16:22:17.974" v="936" actId="20577"/>
          <ac:spMkLst>
            <pc:docMk/>
            <pc:sldMk cId="821949743" sldId="2550"/>
            <ac:spMk id="3" creationId="{4A1C0383-58FE-E486-295E-B33B8683B938}"/>
          </ac:spMkLst>
        </pc:spChg>
      </pc:sldChg>
      <pc:sldChg chg="addSp delSp modSp add del mod modAnim">
        <pc:chgData name="Owais Ahmed" userId="6abc7d4556b3b071" providerId="LiveId" clId="{3F06DB97-3AEE-4F7C-A79E-A7936B34F82A}" dt="2023-07-31T16:58:42.242" v="2979" actId="47"/>
        <pc:sldMkLst>
          <pc:docMk/>
          <pc:sldMk cId="1777299149" sldId="2551"/>
        </pc:sldMkLst>
        <pc:spChg chg="mod">
          <ac:chgData name="Owais Ahmed" userId="6abc7d4556b3b071" providerId="LiveId" clId="{3F06DB97-3AEE-4F7C-A79E-A7936B34F82A}" dt="2023-07-31T16:57:56.131" v="2917" actId="27636"/>
          <ac:spMkLst>
            <pc:docMk/>
            <pc:sldMk cId="1777299149" sldId="2551"/>
            <ac:spMk id="3" creationId="{4A1C0383-58FE-E486-295E-B33B8683B938}"/>
          </ac:spMkLst>
        </pc:spChg>
        <pc:spChg chg="add del mod">
          <ac:chgData name="Owais Ahmed" userId="6abc7d4556b3b071" providerId="LiveId" clId="{3F06DB97-3AEE-4F7C-A79E-A7936B34F82A}" dt="2023-07-31T16:48:00.018" v="2143" actId="478"/>
          <ac:spMkLst>
            <pc:docMk/>
            <pc:sldMk cId="1777299149" sldId="2551"/>
            <ac:spMk id="4" creationId="{089080C3-2B25-ABB4-F99B-442D3BFE6A50}"/>
          </ac:spMkLst>
        </pc:spChg>
        <pc:spChg chg="add mod topLvl">
          <ac:chgData name="Owais Ahmed" userId="6abc7d4556b3b071" providerId="LiveId" clId="{3F06DB97-3AEE-4F7C-A79E-A7936B34F82A}" dt="2023-07-31T16:52:16.971" v="2467" actId="164"/>
          <ac:spMkLst>
            <pc:docMk/>
            <pc:sldMk cId="1777299149" sldId="2551"/>
            <ac:spMk id="6" creationId="{C2DAB1C7-1E85-9A11-AF4F-BA89CE87BA18}"/>
          </ac:spMkLst>
        </pc:spChg>
        <pc:spChg chg="del mod topLvl">
          <ac:chgData name="Owais Ahmed" userId="6abc7d4556b3b071" providerId="LiveId" clId="{3F06DB97-3AEE-4F7C-A79E-A7936B34F82A}" dt="2023-07-31T16:48:00.018" v="2143" actId="478"/>
          <ac:spMkLst>
            <pc:docMk/>
            <pc:sldMk cId="1777299149" sldId="2551"/>
            <ac:spMk id="94" creationId="{7C3C9CB2-114E-D07B-25BB-DF7B18E03EC1}"/>
          </ac:spMkLst>
        </pc:spChg>
        <pc:spChg chg="mod">
          <ac:chgData name="Owais Ahmed" userId="6abc7d4556b3b071" providerId="LiveId" clId="{3F06DB97-3AEE-4F7C-A79E-A7936B34F82A}" dt="2023-07-31T16:47:42.991" v="2141" actId="165"/>
          <ac:spMkLst>
            <pc:docMk/>
            <pc:sldMk cId="1777299149" sldId="2551"/>
            <ac:spMk id="95" creationId="{E8017A49-474D-FF4D-8BE3-EDA29CB73762}"/>
          </ac:spMkLst>
        </pc:spChg>
        <pc:spChg chg="mod">
          <ac:chgData name="Owais Ahmed" userId="6abc7d4556b3b071" providerId="LiveId" clId="{3F06DB97-3AEE-4F7C-A79E-A7936B34F82A}" dt="2023-07-31T16:47:42.991" v="2141" actId="165"/>
          <ac:spMkLst>
            <pc:docMk/>
            <pc:sldMk cId="1777299149" sldId="2551"/>
            <ac:spMk id="96" creationId="{BFC68987-1291-80DB-C814-55C51ADCA72F}"/>
          </ac:spMkLst>
        </pc:spChg>
        <pc:spChg chg="mod topLvl">
          <ac:chgData name="Owais Ahmed" userId="6abc7d4556b3b071" providerId="LiveId" clId="{3F06DB97-3AEE-4F7C-A79E-A7936B34F82A}" dt="2023-07-31T16:52:16.971" v="2467" actId="164"/>
          <ac:spMkLst>
            <pc:docMk/>
            <pc:sldMk cId="1777299149" sldId="2551"/>
            <ac:spMk id="102" creationId="{23801FBC-8A21-DAA2-95F5-A8E7D6FBF151}"/>
          </ac:spMkLst>
        </pc:spChg>
        <pc:spChg chg="mod">
          <ac:chgData name="Owais Ahmed" userId="6abc7d4556b3b071" providerId="LiveId" clId="{3F06DB97-3AEE-4F7C-A79E-A7936B34F82A}" dt="2023-07-31T16:52:02.546" v="2465" actId="165"/>
          <ac:spMkLst>
            <pc:docMk/>
            <pc:sldMk cId="1777299149" sldId="2551"/>
            <ac:spMk id="105" creationId="{99BDCAF8-DC93-D572-DA16-2806C9F7C9AA}"/>
          </ac:spMkLst>
        </pc:spChg>
        <pc:spChg chg="mod">
          <ac:chgData name="Owais Ahmed" userId="6abc7d4556b3b071" providerId="LiveId" clId="{3F06DB97-3AEE-4F7C-A79E-A7936B34F82A}" dt="2023-07-31T16:52:02.546" v="2465" actId="165"/>
          <ac:spMkLst>
            <pc:docMk/>
            <pc:sldMk cId="1777299149" sldId="2551"/>
            <ac:spMk id="106" creationId="{B546095E-991E-3289-F2C0-8A1D76A45A21}"/>
          </ac:spMkLst>
        </pc:spChg>
        <pc:spChg chg="mod">
          <ac:chgData name="Owais Ahmed" userId="6abc7d4556b3b071" providerId="LiveId" clId="{3F06DB97-3AEE-4F7C-A79E-A7936B34F82A}" dt="2023-07-31T16:52:02.546" v="2465" actId="165"/>
          <ac:spMkLst>
            <pc:docMk/>
            <pc:sldMk cId="1777299149" sldId="2551"/>
            <ac:spMk id="107" creationId="{6B2686BC-A613-FF11-6A9D-EB36234DC16C}"/>
          </ac:spMkLst>
        </pc:spChg>
        <pc:spChg chg="mod">
          <ac:chgData name="Owais Ahmed" userId="6abc7d4556b3b071" providerId="LiveId" clId="{3F06DB97-3AEE-4F7C-A79E-A7936B34F82A}" dt="2023-07-31T16:52:02.546" v="2465" actId="165"/>
          <ac:spMkLst>
            <pc:docMk/>
            <pc:sldMk cId="1777299149" sldId="2551"/>
            <ac:spMk id="108" creationId="{53D4C431-E0BC-789B-88D3-F5D796F20A12}"/>
          </ac:spMkLst>
        </pc:spChg>
        <pc:spChg chg="mod">
          <ac:chgData name="Owais Ahmed" userId="6abc7d4556b3b071" providerId="LiveId" clId="{3F06DB97-3AEE-4F7C-A79E-A7936B34F82A}" dt="2023-07-31T16:52:02.546" v="2465" actId="165"/>
          <ac:spMkLst>
            <pc:docMk/>
            <pc:sldMk cId="1777299149" sldId="2551"/>
            <ac:spMk id="109" creationId="{3F6084E0-54E9-C827-0F8B-8E96A7C761DD}"/>
          </ac:spMkLst>
        </pc:spChg>
        <pc:spChg chg="mod">
          <ac:chgData name="Owais Ahmed" userId="6abc7d4556b3b071" providerId="LiveId" clId="{3F06DB97-3AEE-4F7C-A79E-A7936B34F82A}" dt="2023-07-31T16:52:02.546" v="2465" actId="165"/>
          <ac:spMkLst>
            <pc:docMk/>
            <pc:sldMk cId="1777299149" sldId="2551"/>
            <ac:spMk id="110" creationId="{AB36B28D-39A8-55B6-60B3-85B767EC94FB}"/>
          </ac:spMkLst>
        </pc:spChg>
        <pc:grpChg chg="add del mod">
          <ac:chgData name="Owais Ahmed" userId="6abc7d4556b3b071" providerId="LiveId" clId="{3F06DB97-3AEE-4F7C-A79E-A7936B34F82A}" dt="2023-07-31T16:52:02.546" v="2465" actId="165"/>
          <ac:grpSpMkLst>
            <pc:docMk/>
            <pc:sldMk cId="1777299149" sldId="2551"/>
            <ac:grpSpMk id="12" creationId="{B62B7723-6235-0D18-D946-5560E7FF3427}"/>
          </ac:grpSpMkLst>
        </pc:grpChg>
        <pc:grpChg chg="add mod">
          <ac:chgData name="Owais Ahmed" userId="6abc7d4556b3b071" providerId="LiveId" clId="{3F06DB97-3AEE-4F7C-A79E-A7936B34F82A}" dt="2023-07-31T16:52:59.545" v="2475" actId="1037"/>
          <ac:grpSpMkLst>
            <pc:docMk/>
            <pc:sldMk cId="1777299149" sldId="2551"/>
            <ac:grpSpMk id="14" creationId="{6D373018-1D02-897E-145C-1A033D391303}"/>
          </ac:grpSpMkLst>
        </pc:grpChg>
        <pc:grpChg chg="del mod">
          <ac:chgData name="Owais Ahmed" userId="6abc7d4556b3b071" providerId="LiveId" clId="{3F06DB97-3AEE-4F7C-A79E-A7936B34F82A}" dt="2023-07-31T16:47:42.991" v="2141" actId="165"/>
          <ac:grpSpMkLst>
            <pc:docMk/>
            <pc:sldMk cId="1777299149" sldId="2551"/>
            <ac:grpSpMk id="91" creationId="{8AFDD5EB-D614-C03D-504E-9A8E747F8716}"/>
          </ac:grpSpMkLst>
        </pc:grpChg>
        <pc:grpChg chg="del mod topLvl">
          <ac:chgData name="Owais Ahmed" userId="6abc7d4556b3b071" providerId="LiveId" clId="{3F06DB97-3AEE-4F7C-A79E-A7936B34F82A}" dt="2023-07-31T16:48:00.018" v="2143" actId="478"/>
          <ac:grpSpMkLst>
            <pc:docMk/>
            <pc:sldMk cId="1777299149" sldId="2551"/>
            <ac:grpSpMk id="92" creationId="{6284FF4B-3FD2-6925-02BF-7428100ED55A}"/>
          </ac:grpSpMkLst>
        </pc:grpChg>
        <pc:grpChg chg="del">
          <ac:chgData name="Owais Ahmed" userId="6abc7d4556b3b071" providerId="LiveId" clId="{3F06DB97-3AEE-4F7C-A79E-A7936B34F82A}" dt="2023-07-31T16:48:02.702" v="2144" actId="165"/>
          <ac:grpSpMkLst>
            <pc:docMk/>
            <pc:sldMk cId="1777299149" sldId="2551"/>
            <ac:grpSpMk id="97" creationId="{CFF475BE-EFBC-0DBA-F90F-67FFD315D42E}"/>
          </ac:grpSpMkLst>
        </pc:grpChg>
        <pc:grpChg chg="mod topLvl">
          <ac:chgData name="Owais Ahmed" userId="6abc7d4556b3b071" providerId="LiveId" clId="{3F06DB97-3AEE-4F7C-A79E-A7936B34F82A}" dt="2023-07-31T16:52:16.971" v="2467" actId="164"/>
          <ac:grpSpMkLst>
            <pc:docMk/>
            <pc:sldMk cId="1777299149" sldId="2551"/>
            <ac:grpSpMk id="98" creationId="{A0382DBE-F9FC-2531-34AD-F3E7EACF5F1E}"/>
          </ac:grpSpMkLst>
        </pc:grpChg>
        <pc:grpChg chg="mod topLvl">
          <ac:chgData name="Owais Ahmed" userId="6abc7d4556b3b071" providerId="LiveId" clId="{3F06DB97-3AEE-4F7C-A79E-A7936B34F82A}" dt="2023-07-31T16:52:16.971" v="2467" actId="164"/>
          <ac:grpSpMkLst>
            <pc:docMk/>
            <pc:sldMk cId="1777299149" sldId="2551"/>
            <ac:grpSpMk id="99" creationId="{68C80BCA-12DB-C5D9-6600-C4CDDB76037E}"/>
          </ac:grpSpMkLst>
        </pc:grpChg>
        <pc:grpChg chg="mod topLvl">
          <ac:chgData name="Owais Ahmed" userId="6abc7d4556b3b071" providerId="LiveId" clId="{3F06DB97-3AEE-4F7C-A79E-A7936B34F82A}" dt="2023-07-31T16:52:16.971" v="2467" actId="164"/>
          <ac:grpSpMkLst>
            <pc:docMk/>
            <pc:sldMk cId="1777299149" sldId="2551"/>
            <ac:grpSpMk id="100" creationId="{FA821C4E-B9F1-21C3-458F-B7B324C1F817}"/>
          </ac:grpSpMkLst>
        </pc:grpChg>
        <pc:cxnChg chg="add mod topLvl">
          <ac:chgData name="Owais Ahmed" userId="6abc7d4556b3b071" providerId="LiveId" clId="{3F06DB97-3AEE-4F7C-A79E-A7936B34F82A}" dt="2023-07-31T16:52:16.971" v="2467" actId="164"/>
          <ac:cxnSpMkLst>
            <pc:docMk/>
            <pc:sldMk cId="1777299149" sldId="2551"/>
            <ac:cxnSpMk id="7" creationId="{657C45F0-67F1-A7FA-02BD-786D3D970CCC}"/>
          </ac:cxnSpMkLst>
        </pc:cxnChg>
        <pc:cxnChg chg="del mod">
          <ac:chgData name="Owais Ahmed" userId="6abc7d4556b3b071" providerId="LiveId" clId="{3F06DB97-3AEE-4F7C-A79E-A7936B34F82A}" dt="2023-07-31T16:48:00.018" v="2143" actId="478"/>
          <ac:cxnSpMkLst>
            <pc:docMk/>
            <pc:sldMk cId="1777299149" sldId="2551"/>
            <ac:cxnSpMk id="116" creationId="{D83E971B-0F3D-4E00-B4A4-C9E6CBDBA5FB}"/>
          </ac:cxnSpMkLst>
        </pc:cxnChg>
        <pc:cxnChg chg="mod topLvl">
          <ac:chgData name="Owais Ahmed" userId="6abc7d4556b3b071" providerId="LiveId" clId="{3F06DB97-3AEE-4F7C-A79E-A7936B34F82A}" dt="2023-07-31T16:52:16.971" v="2467" actId="164"/>
          <ac:cxnSpMkLst>
            <pc:docMk/>
            <pc:sldMk cId="1777299149" sldId="2551"/>
            <ac:cxnSpMk id="118" creationId="{E218D9EB-E58D-166C-8764-794115FE12E4}"/>
          </ac:cxnSpMkLst>
        </pc:cxnChg>
      </pc:sldChg>
      <pc:sldChg chg="modSp add mod modAnim">
        <pc:chgData name="Owais Ahmed" userId="6abc7d4556b3b071" providerId="LiveId" clId="{3F06DB97-3AEE-4F7C-A79E-A7936B34F82A}" dt="2023-07-31T17:09:26.976" v="3626"/>
        <pc:sldMkLst>
          <pc:docMk/>
          <pc:sldMk cId="2619033452" sldId="2552"/>
        </pc:sldMkLst>
        <pc:spChg chg="mod">
          <ac:chgData name="Owais Ahmed" userId="6abc7d4556b3b071" providerId="LiveId" clId="{3F06DB97-3AEE-4F7C-A79E-A7936B34F82A}" dt="2023-07-31T16:58:25.230" v="2977" actId="27636"/>
          <ac:spMkLst>
            <pc:docMk/>
            <pc:sldMk cId="2619033452" sldId="2552"/>
            <ac:spMk id="3" creationId="{4A1C0383-58FE-E486-295E-B33B8683B938}"/>
          </ac:spMkLst>
        </pc:spChg>
        <pc:grpChg chg="mod">
          <ac:chgData name="Owais Ahmed" userId="6abc7d4556b3b071" providerId="LiveId" clId="{3F06DB97-3AEE-4F7C-A79E-A7936B34F82A}" dt="2023-07-31T16:58:30.908" v="2978" actId="1076"/>
          <ac:grpSpMkLst>
            <pc:docMk/>
            <pc:sldMk cId="2619033452" sldId="2552"/>
            <ac:grpSpMk id="14" creationId="{6D373018-1D02-897E-145C-1A033D391303}"/>
          </ac:grpSpMkLst>
        </pc:grpChg>
      </pc:sldChg>
      <pc:sldChg chg="addSp delSp modSp add mod modAnim">
        <pc:chgData name="Owais Ahmed" userId="6abc7d4556b3b071" providerId="LiveId" clId="{3F06DB97-3AEE-4F7C-A79E-A7936B34F82A}" dt="2023-07-31T17:24:54.053" v="3852" actId="20577"/>
        <pc:sldMkLst>
          <pc:docMk/>
          <pc:sldMk cId="2942372078" sldId="2553"/>
        </pc:sldMkLst>
        <pc:spChg chg="mod">
          <ac:chgData name="Owais Ahmed" userId="6abc7d4556b3b071" providerId="LiveId" clId="{3F06DB97-3AEE-4F7C-A79E-A7936B34F82A}" dt="2023-07-31T17:24:54.053" v="3852" actId="20577"/>
          <ac:spMkLst>
            <pc:docMk/>
            <pc:sldMk cId="2942372078" sldId="2553"/>
            <ac:spMk id="3" creationId="{4A1C0383-58FE-E486-295E-B33B8683B938}"/>
          </ac:spMkLst>
        </pc:spChg>
        <pc:spChg chg="add del mod">
          <ac:chgData name="Owais Ahmed" userId="6abc7d4556b3b071" providerId="LiveId" clId="{3F06DB97-3AEE-4F7C-A79E-A7936B34F82A}" dt="2023-07-31T17:10:12.481" v="3636"/>
          <ac:spMkLst>
            <pc:docMk/>
            <pc:sldMk cId="2942372078" sldId="2553"/>
            <ac:spMk id="4" creationId="{4125800C-749F-5C35-1E17-34384FF8CA58}"/>
          </ac:spMkLst>
        </pc:spChg>
        <pc:spChg chg="add del mod">
          <ac:chgData name="Owais Ahmed" userId="6abc7d4556b3b071" providerId="LiveId" clId="{3F06DB97-3AEE-4F7C-A79E-A7936B34F82A}" dt="2023-07-31T17:10:12.481" v="3636"/>
          <ac:spMkLst>
            <pc:docMk/>
            <pc:sldMk cId="2942372078" sldId="2553"/>
            <ac:spMk id="5" creationId="{9FB6687A-C0B4-CC0D-A706-7D5C7B98D716}"/>
          </ac:spMkLst>
        </pc:spChg>
        <pc:spChg chg="mod topLvl">
          <ac:chgData name="Owais Ahmed" userId="6abc7d4556b3b071" providerId="LiveId" clId="{3F06DB97-3AEE-4F7C-A79E-A7936B34F82A}" dt="2023-07-31T17:19:41.868" v="3672" actId="164"/>
          <ac:spMkLst>
            <pc:docMk/>
            <pc:sldMk cId="2942372078" sldId="2553"/>
            <ac:spMk id="6" creationId="{C2DAB1C7-1E85-9A11-AF4F-BA89CE87BA18}"/>
          </ac:spMkLst>
        </pc:spChg>
        <pc:spChg chg="mod">
          <ac:chgData name="Owais Ahmed" userId="6abc7d4556b3b071" providerId="LiveId" clId="{3F06DB97-3AEE-4F7C-A79E-A7936B34F82A}" dt="2023-07-31T17:11:07.485" v="3644"/>
          <ac:spMkLst>
            <pc:docMk/>
            <pc:sldMk cId="2942372078" sldId="2553"/>
            <ac:spMk id="9" creationId="{6EFD39D5-1A6E-731C-EF8E-E8CA08E68C57}"/>
          </ac:spMkLst>
        </pc:spChg>
        <pc:spChg chg="mod">
          <ac:chgData name="Owais Ahmed" userId="6abc7d4556b3b071" providerId="LiveId" clId="{3F06DB97-3AEE-4F7C-A79E-A7936B34F82A}" dt="2023-07-31T17:11:09.492" v="3645" actId="20577"/>
          <ac:spMkLst>
            <pc:docMk/>
            <pc:sldMk cId="2942372078" sldId="2553"/>
            <ac:spMk id="10" creationId="{44E0EE0A-A1B3-D78F-82B1-2D6F97E4122B}"/>
          </ac:spMkLst>
        </pc:spChg>
        <pc:spChg chg="mod">
          <ac:chgData name="Owais Ahmed" userId="6abc7d4556b3b071" providerId="LiveId" clId="{3F06DB97-3AEE-4F7C-A79E-A7936B34F82A}" dt="2023-07-31T17:20:06.335" v="3676" actId="164"/>
          <ac:spMkLst>
            <pc:docMk/>
            <pc:sldMk cId="2942372078" sldId="2553"/>
            <ac:spMk id="18" creationId="{B55210BC-8CD4-0B1D-89E2-BC2BDCC8A125}"/>
          </ac:spMkLst>
        </pc:spChg>
        <pc:spChg chg="mod">
          <ac:chgData name="Owais Ahmed" userId="6abc7d4556b3b071" providerId="LiveId" clId="{3F06DB97-3AEE-4F7C-A79E-A7936B34F82A}" dt="2023-07-31T17:20:06.335" v="3676" actId="164"/>
          <ac:spMkLst>
            <pc:docMk/>
            <pc:sldMk cId="2942372078" sldId="2553"/>
            <ac:spMk id="19" creationId="{C4ECDF7F-D26F-A833-0D20-91948EAF7C2A}"/>
          </ac:spMkLst>
        </pc:spChg>
        <pc:spChg chg="mod">
          <ac:chgData name="Owais Ahmed" userId="6abc7d4556b3b071" providerId="LiveId" clId="{3F06DB97-3AEE-4F7C-A79E-A7936B34F82A}" dt="2023-07-31T17:20:06.335" v="3676" actId="164"/>
          <ac:spMkLst>
            <pc:docMk/>
            <pc:sldMk cId="2942372078" sldId="2553"/>
            <ac:spMk id="21" creationId="{0EDD981D-31F6-DFF1-3179-509A63BF25C7}"/>
          </ac:spMkLst>
        </pc:spChg>
        <pc:spChg chg="del mod">
          <ac:chgData name="Owais Ahmed" userId="6abc7d4556b3b071" providerId="LiveId" clId="{3F06DB97-3AEE-4F7C-A79E-A7936B34F82A}" dt="2023-07-31T17:20:48.524" v="3680" actId="478"/>
          <ac:spMkLst>
            <pc:docMk/>
            <pc:sldMk cId="2942372078" sldId="2553"/>
            <ac:spMk id="22" creationId="{6A4308EC-A091-15BA-1B2B-499227EB2506}"/>
          </ac:spMkLst>
        </pc:spChg>
        <pc:spChg chg="mod">
          <ac:chgData name="Owais Ahmed" userId="6abc7d4556b3b071" providerId="LiveId" clId="{3F06DB97-3AEE-4F7C-A79E-A7936B34F82A}" dt="2023-07-31T17:20:06.335" v="3676" actId="164"/>
          <ac:spMkLst>
            <pc:docMk/>
            <pc:sldMk cId="2942372078" sldId="2553"/>
            <ac:spMk id="24" creationId="{381108F9-26C0-205B-CB81-70D8BD560394}"/>
          </ac:spMkLst>
        </pc:spChg>
        <pc:spChg chg="mod">
          <ac:chgData name="Owais Ahmed" userId="6abc7d4556b3b071" providerId="LiveId" clId="{3F06DB97-3AEE-4F7C-A79E-A7936B34F82A}" dt="2023-07-31T17:20:06.335" v="3676" actId="164"/>
          <ac:spMkLst>
            <pc:docMk/>
            <pc:sldMk cId="2942372078" sldId="2553"/>
            <ac:spMk id="25" creationId="{7F679E1B-6251-E108-0D61-EDF94E7E22A9}"/>
          </ac:spMkLst>
        </pc:spChg>
        <pc:spChg chg="add mod">
          <ac:chgData name="Owais Ahmed" userId="6abc7d4556b3b071" providerId="LiveId" clId="{3F06DB97-3AEE-4F7C-A79E-A7936B34F82A}" dt="2023-07-31T17:20:11.445" v="3677" actId="164"/>
          <ac:spMkLst>
            <pc:docMk/>
            <pc:sldMk cId="2942372078" sldId="2553"/>
            <ac:spMk id="26" creationId="{C3E6AD68-46F0-B484-B3C4-AED030A36BB6}"/>
          </ac:spMkLst>
        </pc:spChg>
        <pc:spChg chg="add mod">
          <ac:chgData name="Owais Ahmed" userId="6abc7d4556b3b071" providerId="LiveId" clId="{3F06DB97-3AEE-4F7C-A79E-A7936B34F82A}" dt="2023-07-31T17:20:11.445" v="3677" actId="164"/>
          <ac:spMkLst>
            <pc:docMk/>
            <pc:sldMk cId="2942372078" sldId="2553"/>
            <ac:spMk id="27" creationId="{CFAF22A7-D2A1-D61F-03EC-31F283A31C0A}"/>
          </ac:spMkLst>
        </pc:spChg>
        <pc:spChg chg="mod">
          <ac:chgData name="Owais Ahmed" userId="6abc7d4556b3b071" providerId="LiveId" clId="{3F06DB97-3AEE-4F7C-A79E-A7936B34F82A}" dt="2023-07-31T17:20:06.335" v="3676" actId="164"/>
          <ac:spMkLst>
            <pc:docMk/>
            <pc:sldMk cId="2942372078" sldId="2553"/>
            <ac:spMk id="30" creationId="{6D32612D-C7EC-3E18-D550-E17D32150FE8}"/>
          </ac:spMkLst>
        </pc:spChg>
        <pc:spChg chg="mod">
          <ac:chgData name="Owais Ahmed" userId="6abc7d4556b3b071" providerId="LiveId" clId="{3F06DB97-3AEE-4F7C-A79E-A7936B34F82A}" dt="2023-07-31T17:20:06.335" v="3676" actId="164"/>
          <ac:spMkLst>
            <pc:docMk/>
            <pc:sldMk cId="2942372078" sldId="2553"/>
            <ac:spMk id="31" creationId="{6ADCB6F9-796A-6F07-8C51-E82BAEB801F9}"/>
          </ac:spMkLst>
        </pc:spChg>
        <pc:spChg chg="add del mod topLvl">
          <ac:chgData name="Owais Ahmed" userId="6abc7d4556b3b071" providerId="LiveId" clId="{3F06DB97-3AEE-4F7C-A79E-A7936B34F82A}" dt="2023-07-31T17:19:41.868" v="3672" actId="164"/>
          <ac:spMkLst>
            <pc:docMk/>
            <pc:sldMk cId="2942372078" sldId="2553"/>
            <ac:spMk id="102" creationId="{23801FBC-8A21-DAA2-95F5-A8E7D6FBF151}"/>
          </ac:spMkLst>
        </pc:spChg>
        <pc:spChg chg="mod">
          <ac:chgData name="Owais Ahmed" userId="6abc7d4556b3b071" providerId="LiveId" clId="{3F06DB97-3AEE-4F7C-A79E-A7936B34F82A}" dt="2023-07-31T17:10:15.960" v="3637" actId="165"/>
          <ac:spMkLst>
            <pc:docMk/>
            <pc:sldMk cId="2942372078" sldId="2553"/>
            <ac:spMk id="105" creationId="{99BDCAF8-DC93-D572-DA16-2806C9F7C9AA}"/>
          </ac:spMkLst>
        </pc:spChg>
        <pc:spChg chg="mod">
          <ac:chgData name="Owais Ahmed" userId="6abc7d4556b3b071" providerId="LiveId" clId="{3F06DB97-3AEE-4F7C-A79E-A7936B34F82A}" dt="2023-07-31T17:10:15.960" v="3637" actId="165"/>
          <ac:spMkLst>
            <pc:docMk/>
            <pc:sldMk cId="2942372078" sldId="2553"/>
            <ac:spMk id="106" creationId="{B546095E-991E-3289-F2C0-8A1D76A45A21}"/>
          </ac:spMkLst>
        </pc:spChg>
        <pc:spChg chg="mod">
          <ac:chgData name="Owais Ahmed" userId="6abc7d4556b3b071" providerId="LiveId" clId="{3F06DB97-3AEE-4F7C-A79E-A7936B34F82A}" dt="2023-07-31T17:10:15.960" v="3637" actId="165"/>
          <ac:spMkLst>
            <pc:docMk/>
            <pc:sldMk cId="2942372078" sldId="2553"/>
            <ac:spMk id="107" creationId="{6B2686BC-A613-FF11-6A9D-EB36234DC16C}"/>
          </ac:spMkLst>
        </pc:spChg>
        <pc:spChg chg="mod">
          <ac:chgData name="Owais Ahmed" userId="6abc7d4556b3b071" providerId="LiveId" clId="{3F06DB97-3AEE-4F7C-A79E-A7936B34F82A}" dt="2023-07-31T17:10:15.960" v="3637" actId="165"/>
          <ac:spMkLst>
            <pc:docMk/>
            <pc:sldMk cId="2942372078" sldId="2553"/>
            <ac:spMk id="108" creationId="{53D4C431-E0BC-789B-88D3-F5D796F20A12}"/>
          </ac:spMkLst>
        </pc:spChg>
        <pc:spChg chg="mod">
          <ac:chgData name="Owais Ahmed" userId="6abc7d4556b3b071" providerId="LiveId" clId="{3F06DB97-3AEE-4F7C-A79E-A7936B34F82A}" dt="2023-07-31T17:10:15.960" v="3637" actId="165"/>
          <ac:spMkLst>
            <pc:docMk/>
            <pc:sldMk cId="2942372078" sldId="2553"/>
            <ac:spMk id="109" creationId="{3F6084E0-54E9-C827-0F8B-8E96A7C761DD}"/>
          </ac:spMkLst>
        </pc:spChg>
        <pc:spChg chg="mod">
          <ac:chgData name="Owais Ahmed" userId="6abc7d4556b3b071" providerId="LiveId" clId="{3F06DB97-3AEE-4F7C-A79E-A7936B34F82A}" dt="2023-07-31T17:10:15.960" v="3637" actId="165"/>
          <ac:spMkLst>
            <pc:docMk/>
            <pc:sldMk cId="2942372078" sldId="2553"/>
            <ac:spMk id="110" creationId="{AB36B28D-39A8-55B6-60B3-85B767EC94FB}"/>
          </ac:spMkLst>
        </pc:spChg>
        <pc:grpChg chg="add mod">
          <ac:chgData name="Owais Ahmed" userId="6abc7d4556b3b071" providerId="LiveId" clId="{3F06DB97-3AEE-4F7C-A79E-A7936B34F82A}" dt="2023-07-31T17:19:41.868" v="3672" actId="164"/>
          <ac:grpSpMkLst>
            <pc:docMk/>
            <pc:sldMk cId="2942372078" sldId="2553"/>
            <ac:grpSpMk id="8" creationId="{C8918E3B-5B82-5C66-6245-963A8C240349}"/>
          </ac:grpSpMkLst>
        </pc:grpChg>
        <pc:grpChg chg="add del mod">
          <ac:chgData name="Owais Ahmed" userId="6abc7d4556b3b071" providerId="LiveId" clId="{3F06DB97-3AEE-4F7C-A79E-A7936B34F82A}" dt="2023-07-31T17:10:15.960" v="3637" actId="165"/>
          <ac:grpSpMkLst>
            <pc:docMk/>
            <pc:sldMk cId="2942372078" sldId="2553"/>
            <ac:grpSpMk id="14" creationId="{6D373018-1D02-897E-145C-1A033D391303}"/>
          </ac:grpSpMkLst>
        </pc:grpChg>
        <pc:grpChg chg="add mod">
          <ac:chgData name="Owais Ahmed" userId="6abc7d4556b3b071" providerId="LiveId" clId="{3F06DB97-3AEE-4F7C-A79E-A7936B34F82A}" dt="2023-07-31T17:20:11.445" v="3677" actId="164"/>
          <ac:grpSpMkLst>
            <pc:docMk/>
            <pc:sldMk cId="2942372078" sldId="2553"/>
            <ac:grpSpMk id="17" creationId="{DF91BE5D-4A90-7453-5A7C-869D410BD796}"/>
          </ac:grpSpMkLst>
        </pc:grpChg>
        <pc:grpChg chg="add del mod">
          <ac:chgData name="Owais Ahmed" userId="6abc7d4556b3b071" providerId="LiveId" clId="{3F06DB97-3AEE-4F7C-A79E-A7936B34F82A}" dt="2023-07-31T17:20:48.524" v="3680" actId="478"/>
          <ac:grpSpMkLst>
            <pc:docMk/>
            <pc:sldMk cId="2942372078" sldId="2553"/>
            <ac:grpSpMk id="20" creationId="{645A562A-E40D-D4F4-6F54-4C865E43ED02}"/>
          </ac:grpSpMkLst>
        </pc:grpChg>
        <pc:grpChg chg="add mod">
          <ac:chgData name="Owais Ahmed" userId="6abc7d4556b3b071" providerId="LiveId" clId="{3F06DB97-3AEE-4F7C-A79E-A7936B34F82A}" dt="2023-07-31T17:20:11.445" v="3677" actId="164"/>
          <ac:grpSpMkLst>
            <pc:docMk/>
            <pc:sldMk cId="2942372078" sldId="2553"/>
            <ac:grpSpMk id="23" creationId="{36250A50-760D-1FA0-A8EA-65D27405BDC9}"/>
          </ac:grpSpMkLst>
        </pc:grpChg>
        <pc:grpChg chg="add mod">
          <ac:chgData name="Owais Ahmed" userId="6abc7d4556b3b071" providerId="LiveId" clId="{3F06DB97-3AEE-4F7C-A79E-A7936B34F82A}" dt="2023-07-31T17:20:11.445" v="3677" actId="164"/>
          <ac:grpSpMkLst>
            <pc:docMk/>
            <pc:sldMk cId="2942372078" sldId="2553"/>
            <ac:grpSpMk id="29" creationId="{34AAF957-E0E0-C211-D98D-A222794E545F}"/>
          </ac:grpSpMkLst>
        </pc:grpChg>
        <pc:grpChg chg="add del mod">
          <ac:chgData name="Owais Ahmed" userId="6abc7d4556b3b071" providerId="LiveId" clId="{3F06DB97-3AEE-4F7C-A79E-A7936B34F82A}" dt="2023-07-31T17:20:50.802" v="3682" actId="478"/>
          <ac:grpSpMkLst>
            <pc:docMk/>
            <pc:sldMk cId="2942372078" sldId="2553"/>
            <ac:grpSpMk id="34" creationId="{AD73DCB8-173C-413D-F76C-212E811DAAF1}"/>
          </ac:grpSpMkLst>
        </pc:grpChg>
        <pc:grpChg chg="add mod">
          <ac:chgData name="Owais Ahmed" userId="6abc7d4556b3b071" providerId="LiveId" clId="{3F06DB97-3AEE-4F7C-A79E-A7936B34F82A}" dt="2023-07-31T17:20:06.335" v="3676" actId="164"/>
          <ac:grpSpMkLst>
            <pc:docMk/>
            <pc:sldMk cId="2942372078" sldId="2553"/>
            <ac:grpSpMk id="35" creationId="{6267D449-530A-C077-2809-C44B4BD17796}"/>
          </ac:grpSpMkLst>
        </pc:grpChg>
        <pc:grpChg chg="add del mod">
          <ac:chgData name="Owais Ahmed" userId="6abc7d4556b3b071" providerId="LiveId" clId="{3F06DB97-3AEE-4F7C-A79E-A7936B34F82A}" dt="2023-07-31T17:20:49.634" v="3681" actId="478"/>
          <ac:grpSpMkLst>
            <pc:docMk/>
            <pc:sldMk cId="2942372078" sldId="2553"/>
            <ac:grpSpMk id="36" creationId="{7AB201C6-2D82-4ED0-9104-F7FFA453EED6}"/>
          </ac:grpSpMkLst>
        </pc:grpChg>
        <pc:grpChg chg="mod topLvl">
          <ac:chgData name="Owais Ahmed" userId="6abc7d4556b3b071" providerId="LiveId" clId="{3F06DB97-3AEE-4F7C-A79E-A7936B34F82A}" dt="2023-07-31T17:19:41.868" v="3672" actId="164"/>
          <ac:grpSpMkLst>
            <pc:docMk/>
            <pc:sldMk cId="2942372078" sldId="2553"/>
            <ac:grpSpMk id="98" creationId="{A0382DBE-F9FC-2531-34AD-F3E7EACF5F1E}"/>
          </ac:grpSpMkLst>
        </pc:grpChg>
        <pc:grpChg chg="mod topLvl">
          <ac:chgData name="Owais Ahmed" userId="6abc7d4556b3b071" providerId="LiveId" clId="{3F06DB97-3AEE-4F7C-A79E-A7936B34F82A}" dt="2023-07-31T17:19:41.868" v="3672" actId="164"/>
          <ac:grpSpMkLst>
            <pc:docMk/>
            <pc:sldMk cId="2942372078" sldId="2553"/>
            <ac:grpSpMk id="99" creationId="{68C80BCA-12DB-C5D9-6600-C4CDDB76037E}"/>
          </ac:grpSpMkLst>
        </pc:grpChg>
        <pc:grpChg chg="mod topLvl">
          <ac:chgData name="Owais Ahmed" userId="6abc7d4556b3b071" providerId="LiveId" clId="{3F06DB97-3AEE-4F7C-A79E-A7936B34F82A}" dt="2023-07-31T17:19:41.868" v="3672" actId="164"/>
          <ac:grpSpMkLst>
            <pc:docMk/>
            <pc:sldMk cId="2942372078" sldId="2553"/>
            <ac:grpSpMk id="100" creationId="{FA821C4E-B9F1-21C3-458F-B7B324C1F817}"/>
          </ac:grpSpMkLst>
        </pc:grpChg>
        <pc:cxnChg chg="mod topLvl">
          <ac:chgData name="Owais Ahmed" userId="6abc7d4556b3b071" providerId="LiveId" clId="{3F06DB97-3AEE-4F7C-A79E-A7936B34F82A}" dt="2023-07-31T17:20:50.802" v="3682" actId="478"/>
          <ac:cxnSpMkLst>
            <pc:docMk/>
            <pc:sldMk cId="2942372078" sldId="2553"/>
            <ac:cxnSpMk id="7" creationId="{657C45F0-67F1-A7FA-02BD-786D3D970CCC}"/>
          </ac:cxnSpMkLst>
        </pc:cxnChg>
        <pc:cxnChg chg="add mod">
          <ac:chgData name="Owais Ahmed" userId="6abc7d4556b3b071" providerId="LiveId" clId="{3F06DB97-3AEE-4F7C-A79E-A7936B34F82A}" dt="2023-07-31T17:20:50.802" v="3682" actId="478"/>
          <ac:cxnSpMkLst>
            <pc:docMk/>
            <pc:sldMk cId="2942372078" sldId="2553"/>
            <ac:cxnSpMk id="11" creationId="{607ECEBC-A1CA-3D16-2BF7-4B5EB584B7D5}"/>
          </ac:cxnSpMkLst>
        </pc:cxnChg>
        <pc:cxnChg chg="add del mod">
          <ac:chgData name="Owais Ahmed" userId="6abc7d4556b3b071" providerId="LiveId" clId="{3F06DB97-3AEE-4F7C-A79E-A7936B34F82A}" dt="2023-07-31T17:18:59.132" v="3668" actId="478"/>
          <ac:cxnSpMkLst>
            <pc:docMk/>
            <pc:sldMk cId="2942372078" sldId="2553"/>
            <ac:cxnSpMk id="28" creationId="{1F647D90-CF61-EE95-5710-6DF2CA5E7A4B}"/>
          </ac:cxnSpMkLst>
        </pc:cxnChg>
        <pc:cxnChg chg="add mod">
          <ac:chgData name="Owais Ahmed" userId="6abc7d4556b3b071" providerId="LiveId" clId="{3F06DB97-3AEE-4F7C-A79E-A7936B34F82A}" dt="2023-07-31T17:20:49.634" v="3681" actId="478"/>
          <ac:cxnSpMkLst>
            <pc:docMk/>
            <pc:sldMk cId="2942372078" sldId="2553"/>
            <ac:cxnSpMk id="32" creationId="{D70EC980-4E28-A408-E33F-C1B2B14A6591}"/>
          </ac:cxnSpMkLst>
        </pc:cxnChg>
        <pc:cxnChg chg="del mod">
          <ac:chgData name="Owais Ahmed" userId="6abc7d4556b3b071" providerId="LiveId" clId="{3F06DB97-3AEE-4F7C-A79E-A7936B34F82A}" dt="2023-07-31T17:09:54.845" v="3627" actId="478"/>
          <ac:cxnSpMkLst>
            <pc:docMk/>
            <pc:sldMk cId="2942372078" sldId="2553"/>
            <ac:cxnSpMk id="118" creationId="{E218D9EB-E58D-166C-8764-794115FE12E4}"/>
          </ac:cxnSpMkLst>
        </pc:cxnChg>
      </pc:sldChg>
      <pc:sldChg chg="addSp delSp modSp add mod delAnim modAnim">
        <pc:chgData name="Owais Ahmed" userId="6abc7d4556b3b071" providerId="LiveId" clId="{3F06DB97-3AEE-4F7C-A79E-A7936B34F82A}" dt="2023-07-31T17:33:09.243" v="4119"/>
        <pc:sldMkLst>
          <pc:docMk/>
          <pc:sldMk cId="2825207532" sldId="2554"/>
        </pc:sldMkLst>
        <pc:spChg chg="del">
          <ac:chgData name="Owais Ahmed" userId="6abc7d4556b3b071" providerId="LiveId" clId="{3F06DB97-3AEE-4F7C-A79E-A7936B34F82A}" dt="2023-07-31T17:20:42.520" v="3679" actId="478"/>
          <ac:spMkLst>
            <pc:docMk/>
            <pc:sldMk cId="2825207532" sldId="2554"/>
            <ac:spMk id="3" creationId="{4A1C0383-58FE-E486-295E-B33B8683B938}"/>
          </ac:spMkLst>
        </pc:spChg>
        <pc:spChg chg="mod topLvl">
          <ac:chgData name="Owais Ahmed" userId="6abc7d4556b3b071" providerId="LiveId" clId="{3F06DB97-3AEE-4F7C-A79E-A7936B34F82A}" dt="2023-07-31T17:26:37.322" v="3870"/>
          <ac:spMkLst>
            <pc:docMk/>
            <pc:sldMk cId="2825207532" sldId="2554"/>
            <ac:spMk id="5" creationId="{A7E680FD-D0E4-8260-DA90-A45204BCDDDB}"/>
          </ac:spMkLst>
        </pc:spChg>
        <pc:spChg chg="mod topLvl">
          <ac:chgData name="Owais Ahmed" userId="6abc7d4556b3b071" providerId="LiveId" clId="{3F06DB97-3AEE-4F7C-A79E-A7936B34F82A}" dt="2023-07-31T17:26:55.086" v="3874" actId="20577"/>
          <ac:spMkLst>
            <pc:docMk/>
            <pc:sldMk cId="2825207532" sldId="2554"/>
            <ac:spMk id="12" creationId="{14375345-CB2C-C090-8F3F-7127034BAC95}"/>
          </ac:spMkLst>
        </pc:spChg>
        <pc:spChg chg="mod">
          <ac:chgData name="Owais Ahmed" userId="6abc7d4556b3b071" providerId="LiveId" clId="{3F06DB97-3AEE-4F7C-A79E-A7936B34F82A}" dt="2023-07-31T17:23:06.190" v="3701" actId="6549"/>
          <ac:spMkLst>
            <pc:docMk/>
            <pc:sldMk cId="2825207532" sldId="2554"/>
            <ac:spMk id="15" creationId="{9D62E291-01A8-771B-16ED-457613EE1A8E}"/>
          </ac:spMkLst>
        </pc:spChg>
        <pc:spChg chg="mod">
          <ac:chgData name="Owais Ahmed" userId="6abc7d4556b3b071" providerId="LiveId" clId="{3F06DB97-3AEE-4F7C-A79E-A7936B34F82A}" dt="2023-07-31T17:22:44.711" v="3699"/>
          <ac:spMkLst>
            <pc:docMk/>
            <pc:sldMk cId="2825207532" sldId="2554"/>
            <ac:spMk id="16" creationId="{8F5396F0-85F0-121C-6470-1880B2F7FA65}"/>
          </ac:spMkLst>
        </pc:spChg>
        <pc:spChg chg="mod topLvl">
          <ac:chgData name="Owais Ahmed" userId="6abc7d4556b3b071" providerId="LiveId" clId="{3F06DB97-3AEE-4F7C-A79E-A7936B34F82A}" dt="2023-07-31T17:22:40.444" v="3698" actId="164"/>
          <ac:spMkLst>
            <pc:docMk/>
            <pc:sldMk cId="2825207532" sldId="2554"/>
            <ac:spMk id="18" creationId="{B55210BC-8CD4-0B1D-89E2-BC2BDCC8A125}"/>
          </ac:spMkLst>
        </pc:spChg>
        <pc:spChg chg="mod topLvl">
          <ac:chgData name="Owais Ahmed" userId="6abc7d4556b3b071" providerId="LiveId" clId="{3F06DB97-3AEE-4F7C-A79E-A7936B34F82A}" dt="2023-07-31T17:22:40.444" v="3698" actId="164"/>
          <ac:spMkLst>
            <pc:docMk/>
            <pc:sldMk cId="2825207532" sldId="2554"/>
            <ac:spMk id="19" creationId="{C4ECDF7F-D26F-A833-0D20-91948EAF7C2A}"/>
          </ac:spMkLst>
        </pc:spChg>
        <pc:spChg chg="mod topLvl">
          <ac:chgData name="Owais Ahmed" userId="6abc7d4556b3b071" providerId="LiveId" clId="{3F06DB97-3AEE-4F7C-A79E-A7936B34F82A}" dt="2023-07-31T17:22:40.444" v="3698" actId="164"/>
          <ac:spMkLst>
            <pc:docMk/>
            <pc:sldMk cId="2825207532" sldId="2554"/>
            <ac:spMk id="21" creationId="{0EDD981D-31F6-DFF1-3179-509A63BF25C7}"/>
          </ac:spMkLst>
        </pc:spChg>
        <pc:spChg chg="mod topLvl">
          <ac:chgData name="Owais Ahmed" userId="6abc7d4556b3b071" providerId="LiveId" clId="{3F06DB97-3AEE-4F7C-A79E-A7936B34F82A}" dt="2023-07-31T17:22:40.444" v="3698" actId="164"/>
          <ac:spMkLst>
            <pc:docMk/>
            <pc:sldMk cId="2825207532" sldId="2554"/>
            <ac:spMk id="22" creationId="{6A4308EC-A091-15BA-1B2B-499227EB2506}"/>
          </ac:spMkLst>
        </pc:spChg>
        <pc:spChg chg="mod topLvl">
          <ac:chgData name="Owais Ahmed" userId="6abc7d4556b3b071" providerId="LiveId" clId="{3F06DB97-3AEE-4F7C-A79E-A7936B34F82A}" dt="2023-07-31T17:22:40.444" v="3698" actId="164"/>
          <ac:spMkLst>
            <pc:docMk/>
            <pc:sldMk cId="2825207532" sldId="2554"/>
            <ac:spMk id="24" creationId="{381108F9-26C0-205B-CB81-70D8BD560394}"/>
          </ac:spMkLst>
        </pc:spChg>
        <pc:spChg chg="mod topLvl">
          <ac:chgData name="Owais Ahmed" userId="6abc7d4556b3b071" providerId="LiveId" clId="{3F06DB97-3AEE-4F7C-A79E-A7936B34F82A}" dt="2023-07-31T17:22:40.444" v="3698" actId="164"/>
          <ac:spMkLst>
            <pc:docMk/>
            <pc:sldMk cId="2825207532" sldId="2554"/>
            <ac:spMk id="25" creationId="{7F679E1B-6251-E108-0D61-EDF94E7E22A9}"/>
          </ac:spMkLst>
        </pc:spChg>
        <pc:spChg chg="mod topLvl">
          <ac:chgData name="Owais Ahmed" userId="6abc7d4556b3b071" providerId="LiveId" clId="{3F06DB97-3AEE-4F7C-A79E-A7936B34F82A}" dt="2023-07-31T17:22:40.444" v="3698" actId="164"/>
          <ac:spMkLst>
            <pc:docMk/>
            <pc:sldMk cId="2825207532" sldId="2554"/>
            <ac:spMk id="26" creationId="{C3E6AD68-46F0-B484-B3C4-AED030A36BB6}"/>
          </ac:spMkLst>
        </pc:spChg>
        <pc:spChg chg="mod topLvl">
          <ac:chgData name="Owais Ahmed" userId="6abc7d4556b3b071" providerId="LiveId" clId="{3F06DB97-3AEE-4F7C-A79E-A7936B34F82A}" dt="2023-07-31T17:22:40.444" v="3698" actId="164"/>
          <ac:spMkLst>
            <pc:docMk/>
            <pc:sldMk cId="2825207532" sldId="2554"/>
            <ac:spMk id="27" creationId="{CFAF22A7-D2A1-D61F-03EC-31F283A31C0A}"/>
          </ac:spMkLst>
        </pc:spChg>
        <pc:spChg chg="mod">
          <ac:chgData name="Owais Ahmed" userId="6abc7d4556b3b071" providerId="LiveId" clId="{3F06DB97-3AEE-4F7C-A79E-A7936B34F82A}" dt="2023-07-31T17:25:02.316" v="3853" actId="6549"/>
          <ac:spMkLst>
            <pc:docMk/>
            <pc:sldMk cId="2825207532" sldId="2554"/>
            <ac:spMk id="28" creationId="{7A46CAE8-8A97-0FC8-63B3-A33CFE089100}"/>
          </ac:spMkLst>
        </pc:spChg>
        <pc:spChg chg="mod">
          <ac:chgData name="Owais Ahmed" userId="6abc7d4556b3b071" providerId="LiveId" clId="{3F06DB97-3AEE-4F7C-A79E-A7936B34F82A}" dt="2023-07-31T17:21:54.469" v="3693" actId="165"/>
          <ac:spMkLst>
            <pc:docMk/>
            <pc:sldMk cId="2825207532" sldId="2554"/>
            <ac:spMk id="30" creationId="{6D32612D-C7EC-3E18-D550-E17D32150FE8}"/>
          </ac:spMkLst>
        </pc:spChg>
        <pc:spChg chg="mod">
          <ac:chgData name="Owais Ahmed" userId="6abc7d4556b3b071" providerId="LiveId" clId="{3F06DB97-3AEE-4F7C-A79E-A7936B34F82A}" dt="2023-07-31T17:21:54.469" v="3693" actId="165"/>
          <ac:spMkLst>
            <pc:docMk/>
            <pc:sldMk cId="2825207532" sldId="2554"/>
            <ac:spMk id="31" creationId="{6ADCB6F9-796A-6F07-8C51-E82BAEB801F9}"/>
          </ac:spMkLst>
        </pc:spChg>
        <pc:spChg chg="mod">
          <ac:chgData name="Owais Ahmed" userId="6abc7d4556b3b071" providerId="LiveId" clId="{3F06DB97-3AEE-4F7C-A79E-A7936B34F82A}" dt="2023-07-31T17:22:44.711" v="3699"/>
          <ac:spMkLst>
            <pc:docMk/>
            <pc:sldMk cId="2825207532" sldId="2554"/>
            <ac:spMk id="33" creationId="{BB3D294E-7E36-A812-7001-1E0A8DCEBF54}"/>
          </ac:spMkLst>
        </pc:spChg>
        <pc:spChg chg="mod">
          <ac:chgData name="Owais Ahmed" userId="6abc7d4556b3b071" providerId="LiveId" clId="{3F06DB97-3AEE-4F7C-A79E-A7936B34F82A}" dt="2023-07-31T17:22:44.711" v="3699"/>
          <ac:spMkLst>
            <pc:docMk/>
            <pc:sldMk cId="2825207532" sldId="2554"/>
            <ac:spMk id="35" creationId="{861C5037-77BC-B340-9CCE-BBC47170DBAC}"/>
          </ac:spMkLst>
        </pc:spChg>
        <pc:spChg chg="mod">
          <ac:chgData name="Owais Ahmed" userId="6abc7d4556b3b071" providerId="LiveId" clId="{3F06DB97-3AEE-4F7C-A79E-A7936B34F82A}" dt="2023-07-31T17:22:44.711" v="3699"/>
          <ac:spMkLst>
            <pc:docMk/>
            <pc:sldMk cId="2825207532" sldId="2554"/>
            <ac:spMk id="37" creationId="{9D808123-AD8C-4415-F0CA-FB968A780E93}"/>
          </ac:spMkLst>
        </pc:spChg>
        <pc:spChg chg="mod">
          <ac:chgData name="Owais Ahmed" userId="6abc7d4556b3b071" providerId="LiveId" clId="{3F06DB97-3AEE-4F7C-A79E-A7936B34F82A}" dt="2023-07-31T17:22:44.711" v="3699"/>
          <ac:spMkLst>
            <pc:docMk/>
            <pc:sldMk cId="2825207532" sldId="2554"/>
            <ac:spMk id="38" creationId="{3CCC21C1-A11B-E6DE-7150-6A40FDBAD999}"/>
          </ac:spMkLst>
        </pc:spChg>
        <pc:spChg chg="mod">
          <ac:chgData name="Owais Ahmed" userId="6abc7d4556b3b071" providerId="LiveId" clId="{3F06DB97-3AEE-4F7C-A79E-A7936B34F82A}" dt="2023-07-31T17:25:17.091" v="3854" actId="1076"/>
          <ac:spMkLst>
            <pc:docMk/>
            <pc:sldMk cId="2825207532" sldId="2554"/>
            <ac:spMk id="39" creationId="{E5DD74A2-D9BF-1EBC-F6F0-24AB1D85BF92}"/>
          </ac:spMkLst>
        </pc:spChg>
        <pc:spChg chg="mod">
          <ac:chgData name="Owais Ahmed" userId="6abc7d4556b3b071" providerId="LiveId" clId="{3F06DB97-3AEE-4F7C-A79E-A7936B34F82A}" dt="2023-07-31T17:26:38.175" v="3871"/>
          <ac:spMkLst>
            <pc:docMk/>
            <pc:sldMk cId="2825207532" sldId="2554"/>
            <ac:spMk id="40" creationId="{673CC4C9-6366-80C0-4269-0734F52A6503}"/>
          </ac:spMkLst>
        </pc:spChg>
        <pc:spChg chg="mod">
          <ac:chgData name="Owais Ahmed" userId="6abc7d4556b3b071" providerId="LiveId" clId="{3F06DB97-3AEE-4F7C-A79E-A7936B34F82A}" dt="2023-07-31T17:26:56.695" v="3875" actId="20577"/>
          <ac:spMkLst>
            <pc:docMk/>
            <pc:sldMk cId="2825207532" sldId="2554"/>
            <ac:spMk id="41" creationId="{05A5125C-D4D4-FDAD-9D75-D929640B095E}"/>
          </ac:spMkLst>
        </pc:spChg>
        <pc:spChg chg="mod">
          <ac:chgData name="Owais Ahmed" userId="6abc7d4556b3b071" providerId="LiveId" clId="{3F06DB97-3AEE-4F7C-A79E-A7936B34F82A}" dt="2023-07-31T17:26:25.253" v="3867"/>
          <ac:spMkLst>
            <pc:docMk/>
            <pc:sldMk cId="2825207532" sldId="2554"/>
            <ac:spMk id="43" creationId="{2D767220-4206-ABD3-A1C3-8FE3C63C707E}"/>
          </ac:spMkLst>
        </pc:spChg>
        <pc:spChg chg="mod">
          <ac:chgData name="Owais Ahmed" userId="6abc7d4556b3b071" providerId="LiveId" clId="{3F06DB97-3AEE-4F7C-A79E-A7936B34F82A}" dt="2023-07-31T17:25:57.946" v="3858"/>
          <ac:spMkLst>
            <pc:docMk/>
            <pc:sldMk cId="2825207532" sldId="2554"/>
            <ac:spMk id="44" creationId="{B7372231-3BD5-1AD6-8F70-FB8240378604}"/>
          </ac:spMkLst>
        </pc:spChg>
        <pc:spChg chg="mod">
          <ac:chgData name="Owais Ahmed" userId="6abc7d4556b3b071" providerId="LiveId" clId="{3F06DB97-3AEE-4F7C-A79E-A7936B34F82A}" dt="2023-07-31T17:26:40.507" v="3872"/>
          <ac:spMkLst>
            <pc:docMk/>
            <pc:sldMk cId="2825207532" sldId="2554"/>
            <ac:spMk id="45" creationId="{0AAEB2F6-CC29-0381-B00A-CBE71D31A77C}"/>
          </ac:spMkLst>
        </pc:spChg>
        <pc:spChg chg="mod">
          <ac:chgData name="Owais Ahmed" userId="6abc7d4556b3b071" providerId="LiveId" clId="{3F06DB97-3AEE-4F7C-A79E-A7936B34F82A}" dt="2023-07-31T17:25:57.946" v="3858"/>
          <ac:spMkLst>
            <pc:docMk/>
            <pc:sldMk cId="2825207532" sldId="2554"/>
            <ac:spMk id="46" creationId="{FE9EFDF4-C13A-BA0F-FAA6-E85D855C6D4F}"/>
          </ac:spMkLst>
        </pc:spChg>
        <pc:spChg chg="mod">
          <ac:chgData name="Owais Ahmed" userId="6abc7d4556b3b071" providerId="LiveId" clId="{3F06DB97-3AEE-4F7C-A79E-A7936B34F82A}" dt="2023-07-31T17:26:22.220" v="3864" actId="21"/>
          <ac:spMkLst>
            <pc:docMk/>
            <pc:sldMk cId="2825207532" sldId="2554"/>
            <ac:spMk id="47" creationId="{DA34900F-A6DF-D67C-70C4-CAEBCB7AA3E9}"/>
          </ac:spMkLst>
        </pc:spChg>
        <pc:spChg chg="mod">
          <ac:chgData name="Owais Ahmed" userId="6abc7d4556b3b071" providerId="LiveId" clId="{3F06DB97-3AEE-4F7C-A79E-A7936B34F82A}" dt="2023-07-31T17:25:57.946" v="3858"/>
          <ac:spMkLst>
            <pc:docMk/>
            <pc:sldMk cId="2825207532" sldId="2554"/>
            <ac:spMk id="48" creationId="{6EB90A3F-FC6E-DDF9-CD8B-A233611C8556}"/>
          </ac:spMkLst>
        </pc:spChg>
        <pc:spChg chg="mod">
          <ac:chgData name="Owais Ahmed" userId="6abc7d4556b3b071" providerId="LiveId" clId="{3F06DB97-3AEE-4F7C-A79E-A7936B34F82A}" dt="2023-07-31T17:27:16.418" v="3878" actId="1076"/>
          <ac:spMkLst>
            <pc:docMk/>
            <pc:sldMk cId="2825207532" sldId="2554"/>
            <ac:spMk id="49" creationId="{B3B5DB6C-DAE4-CD71-8672-DAF2CABA0FBF}"/>
          </ac:spMkLst>
        </pc:spChg>
        <pc:spChg chg="mod">
          <ac:chgData name="Owais Ahmed" userId="6abc7d4556b3b071" providerId="LiveId" clId="{3F06DB97-3AEE-4F7C-A79E-A7936B34F82A}" dt="2023-07-31T17:25:57.946" v="3858"/>
          <ac:spMkLst>
            <pc:docMk/>
            <pc:sldMk cId="2825207532" sldId="2554"/>
            <ac:spMk id="50" creationId="{62ED77BA-3CBE-6880-FB54-9D7793E8B435}"/>
          </ac:spMkLst>
        </pc:spChg>
        <pc:spChg chg="mod">
          <ac:chgData name="Owais Ahmed" userId="6abc7d4556b3b071" providerId="LiveId" clId="{3F06DB97-3AEE-4F7C-A79E-A7936B34F82A}" dt="2023-07-31T17:26:29.079" v="3868" actId="21"/>
          <ac:spMkLst>
            <pc:docMk/>
            <pc:sldMk cId="2825207532" sldId="2554"/>
            <ac:spMk id="51" creationId="{2359C8FF-C504-1DB5-7995-0214E32502D4}"/>
          </ac:spMkLst>
        </pc:spChg>
        <pc:spChg chg="mod">
          <ac:chgData name="Owais Ahmed" userId="6abc7d4556b3b071" providerId="LiveId" clId="{3F06DB97-3AEE-4F7C-A79E-A7936B34F82A}" dt="2023-07-31T17:26:57.740" v="3876" actId="20577"/>
          <ac:spMkLst>
            <pc:docMk/>
            <pc:sldMk cId="2825207532" sldId="2554"/>
            <ac:spMk id="52" creationId="{8601F0A8-EB1D-CA2D-55EA-4DC800A0EE4B}"/>
          </ac:spMkLst>
        </pc:spChg>
        <pc:spChg chg="mod">
          <ac:chgData name="Owais Ahmed" userId="6abc7d4556b3b071" providerId="LiveId" clId="{3F06DB97-3AEE-4F7C-A79E-A7936B34F82A}" dt="2023-07-31T17:25:57.946" v="3858"/>
          <ac:spMkLst>
            <pc:docMk/>
            <pc:sldMk cId="2825207532" sldId="2554"/>
            <ac:spMk id="54" creationId="{3A7CAAE0-7EFD-30D3-EB1E-99761A88A84C}"/>
          </ac:spMkLst>
        </pc:spChg>
        <pc:spChg chg="mod">
          <ac:chgData name="Owais Ahmed" userId="6abc7d4556b3b071" providerId="LiveId" clId="{3F06DB97-3AEE-4F7C-A79E-A7936B34F82A}" dt="2023-07-31T17:25:57.946" v="3858"/>
          <ac:spMkLst>
            <pc:docMk/>
            <pc:sldMk cId="2825207532" sldId="2554"/>
            <ac:spMk id="55" creationId="{724B8B2C-5132-2810-D7F3-1A7A4CD23462}"/>
          </ac:spMkLst>
        </pc:spChg>
        <pc:spChg chg="mod">
          <ac:chgData name="Owais Ahmed" userId="6abc7d4556b3b071" providerId="LiveId" clId="{3F06DB97-3AEE-4F7C-A79E-A7936B34F82A}" dt="2023-07-31T17:25:57.946" v="3858"/>
          <ac:spMkLst>
            <pc:docMk/>
            <pc:sldMk cId="2825207532" sldId="2554"/>
            <ac:spMk id="56" creationId="{55B99CA7-5366-205A-E60F-FCD89434C4E7}"/>
          </ac:spMkLst>
        </pc:spChg>
        <pc:spChg chg="mod">
          <ac:chgData name="Owais Ahmed" userId="6abc7d4556b3b071" providerId="LiveId" clId="{3F06DB97-3AEE-4F7C-A79E-A7936B34F82A}" dt="2023-07-31T17:25:57.946" v="3858"/>
          <ac:spMkLst>
            <pc:docMk/>
            <pc:sldMk cId="2825207532" sldId="2554"/>
            <ac:spMk id="57" creationId="{3091033D-89B1-B3EE-958D-28E9A2246AA5}"/>
          </ac:spMkLst>
        </pc:spChg>
        <pc:spChg chg="mod">
          <ac:chgData name="Owais Ahmed" userId="6abc7d4556b3b071" providerId="LiveId" clId="{3F06DB97-3AEE-4F7C-A79E-A7936B34F82A}" dt="2023-07-31T17:25:57.946" v="3858"/>
          <ac:spMkLst>
            <pc:docMk/>
            <pc:sldMk cId="2825207532" sldId="2554"/>
            <ac:spMk id="58" creationId="{E006DDDE-2533-91FD-8806-1913F799CC78}"/>
          </ac:spMkLst>
        </pc:spChg>
        <pc:spChg chg="mod">
          <ac:chgData name="Owais Ahmed" userId="6abc7d4556b3b071" providerId="LiveId" clId="{3F06DB97-3AEE-4F7C-A79E-A7936B34F82A}" dt="2023-07-31T17:25:57.946" v="3858"/>
          <ac:spMkLst>
            <pc:docMk/>
            <pc:sldMk cId="2825207532" sldId="2554"/>
            <ac:spMk id="59" creationId="{2BFA2AD2-7873-BC0D-F611-E4DBD169AF9C}"/>
          </ac:spMkLst>
        </pc:spChg>
        <pc:spChg chg="mod">
          <ac:chgData name="Owais Ahmed" userId="6abc7d4556b3b071" providerId="LiveId" clId="{3F06DB97-3AEE-4F7C-A79E-A7936B34F82A}" dt="2023-07-31T17:25:57.946" v="3858"/>
          <ac:spMkLst>
            <pc:docMk/>
            <pc:sldMk cId="2825207532" sldId="2554"/>
            <ac:spMk id="60" creationId="{05DCC750-9442-85F2-F153-6EFC09550A80}"/>
          </ac:spMkLst>
        </pc:spChg>
        <pc:spChg chg="mod">
          <ac:chgData name="Owais Ahmed" userId="6abc7d4556b3b071" providerId="LiveId" clId="{3F06DB97-3AEE-4F7C-A79E-A7936B34F82A}" dt="2023-07-31T17:25:57.946" v="3858"/>
          <ac:spMkLst>
            <pc:docMk/>
            <pc:sldMk cId="2825207532" sldId="2554"/>
            <ac:spMk id="61" creationId="{CA70657B-D13B-61DD-8E56-CD9F8FF69E12}"/>
          </ac:spMkLst>
        </pc:spChg>
        <pc:spChg chg="mod">
          <ac:chgData name="Owais Ahmed" userId="6abc7d4556b3b071" providerId="LiveId" clId="{3F06DB97-3AEE-4F7C-A79E-A7936B34F82A}" dt="2023-07-31T17:26:42.176" v="3873"/>
          <ac:spMkLst>
            <pc:docMk/>
            <pc:sldMk cId="2825207532" sldId="2554"/>
            <ac:spMk id="62" creationId="{8A76D13C-4D21-6E17-E324-C592C616AEF6}"/>
          </ac:spMkLst>
        </pc:spChg>
        <pc:spChg chg="mod">
          <ac:chgData name="Owais Ahmed" userId="6abc7d4556b3b071" providerId="LiveId" clId="{3F06DB97-3AEE-4F7C-A79E-A7936B34F82A}" dt="2023-07-31T17:26:58.916" v="3877" actId="20577"/>
          <ac:spMkLst>
            <pc:docMk/>
            <pc:sldMk cId="2825207532" sldId="2554"/>
            <ac:spMk id="63" creationId="{5F09522A-8983-C22F-8796-E1AD8233D10E}"/>
          </ac:spMkLst>
        </pc:spChg>
        <pc:spChg chg="add del">
          <ac:chgData name="Owais Ahmed" userId="6abc7d4556b3b071" providerId="LiveId" clId="{3F06DB97-3AEE-4F7C-A79E-A7936B34F82A}" dt="2023-07-31T17:26:24.117" v="3866" actId="22"/>
          <ac:spMkLst>
            <pc:docMk/>
            <pc:sldMk cId="2825207532" sldId="2554"/>
            <ac:spMk id="65" creationId="{D6D6FA50-3D82-04CA-4964-3E1681EC8495}"/>
          </ac:spMkLst>
        </pc:spChg>
        <pc:spChg chg="mod">
          <ac:chgData name="Owais Ahmed" userId="6abc7d4556b3b071" providerId="LiveId" clId="{3F06DB97-3AEE-4F7C-A79E-A7936B34F82A}" dt="2023-07-31T17:27:40.607" v="3880"/>
          <ac:spMkLst>
            <pc:docMk/>
            <pc:sldMk cId="2825207532" sldId="2554"/>
            <ac:spMk id="67" creationId="{E64A3044-BFD1-B0CA-9757-EAC75D0932EA}"/>
          </ac:spMkLst>
        </pc:spChg>
        <pc:spChg chg="mod">
          <ac:chgData name="Owais Ahmed" userId="6abc7d4556b3b071" providerId="LiveId" clId="{3F06DB97-3AEE-4F7C-A79E-A7936B34F82A}" dt="2023-07-31T17:27:40.607" v="3880"/>
          <ac:spMkLst>
            <pc:docMk/>
            <pc:sldMk cId="2825207532" sldId="2554"/>
            <ac:spMk id="68" creationId="{C2316821-45BB-9A62-5BE4-BFCE2E091D3E}"/>
          </ac:spMkLst>
        </pc:spChg>
        <pc:spChg chg="mod">
          <ac:chgData name="Owais Ahmed" userId="6abc7d4556b3b071" providerId="LiveId" clId="{3F06DB97-3AEE-4F7C-A79E-A7936B34F82A}" dt="2023-07-31T17:27:40.607" v="3880"/>
          <ac:spMkLst>
            <pc:docMk/>
            <pc:sldMk cId="2825207532" sldId="2554"/>
            <ac:spMk id="69" creationId="{3486CDB8-4A0A-97E7-3BBB-75CF75161EDC}"/>
          </ac:spMkLst>
        </pc:spChg>
        <pc:spChg chg="mod">
          <ac:chgData name="Owais Ahmed" userId="6abc7d4556b3b071" providerId="LiveId" clId="{3F06DB97-3AEE-4F7C-A79E-A7936B34F82A}" dt="2023-07-31T17:27:40.607" v="3880"/>
          <ac:spMkLst>
            <pc:docMk/>
            <pc:sldMk cId="2825207532" sldId="2554"/>
            <ac:spMk id="70" creationId="{0C6FD250-B917-6155-6E9A-40F64B846CCA}"/>
          </ac:spMkLst>
        </pc:spChg>
        <pc:spChg chg="mod">
          <ac:chgData name="Owais Ahmed" userId="6abc7d4556b3b071" providerId="LiveId" clId="{3F06DB97-3AEE-4F7C-A79E-A7936B34F82A}" dt="2023-07-31T17:28:10.995" v="3891" actId="20577"/>
          <ac:spMkLst>
            <pc:docMk/>
            <pc:sldMk cId="2825207532" sldId="2554"/>
            <ac:spMk id="71" creationId="{EE4F9ECD-E95F-E303-F2E4-CFA66B3F2CF9}"/>
          </ac:spMkLst>
        </pc:spChg>
        <pc:spChg chg="mod">
          <ac:chgData name="Owais Ahmed" userId="6abc7d4556b3b071" providerId="LiveId" clId="{3F06DB97-3AEE-4F7C-A79E-A7936B34F82A}" dt="2023-07-31T17:27:40.607" v="3880"/>
          <ac:spMkLst>
            <pc:docMk/>
            <pc:sldMk cId="2825207532" sldId="2554"/>
            <ac:spMk id="72" creationId="{C2F7FE57-4DDC-BECF-4B16-EA06ADF7847B}"/>
          </ac:spMkLst>
        </pc:spChg>
        <pc:spChg chg="mod">
          <ac:chgData name="Owais Ahmed" userId="6abc7d4556b3b071" providerId="LiveId" clId="{3F06DB97-3AEE-4F7C-A79E-A7936B34F82A}" dt="2023-07-31T17:28:03.242" v="3882" actId="1076"/>
          <ac:spMkLst>
            <pc:docMk/>
            <pc:sldMk cId="2825207532" sldId="2554"/>
            <ac:spMk id="73" creationId="{E31DDB8C-6510-4D6A-204D-6139F0F8EA1B}"/>
          </ac:spMkLst>
        </pc:spChg>
        <pc:spChg chg="mod">
          <ac:chgData name="Owais Ahmed" userId="6abc7d4556b3b071" providerId="LiveId" clId="{3F06DB97-3AEE-4F7C-A79E-A7936B34F82A}" dt="2023-07-31T17:27:40.607" v="3880"/>
          <ac:spMkLst>
            <pc:docMk/>
            <pc:sldMk cId="2825207532" sldId="2554"/>
            <ac:spMk id="74" creationId="{54DE3D10-9D99-CD2A-5312-F0D3582108FE}"/>
          </ac:spMkLst>
        </pc:spChg>
        <pc:spChg chg="mod">
          <ac:chgData name="Owais Ahmed" userId="6abc7d4556b3b071" providerId="LiveId" clId="{3F06DB97-3AEE-4F7C-A79E-A7936B34F82A}" dt="2023-07-31T17:27:40.607" v="3880"/>
          <ac:spMkLst>
            <pc:docMk/>
            <pc:sldMk cId="2825207532" sldId="2554"/>
            <ac:spMk id="75" creationId="{77D5961E-9810-B1B5-BD0B-A5FDB34B6726}"/>
          </ac:spMkLst>
        </pc:spChg>
        <pc:spChg chg="mod">
          <ac:chgData name="Owais Ahmed" userId="6abc7d4556b3b071" providerId="LiveId" clId="{3F06DB97-3AEE-4F7C-A79E-A7936B34F82A}" dt="2023-07-31T17:27:40.607" v="3880"/>
          <ac:spMkLst>
            <pc:docMk/>
            <pc:sldMk cId="2825207532" sldId="2554"/>
            <ac:spMk id="76" creationId="{AAB9F71D-35DC-2242-D53D-87B8DE1529DA}"/>
          </ac:spMkLst>
        </pc:spChg>
        <pc:spChg chg="add mod">
          <ac:chgData name="Owais Ahmed" userId="6abc7d4556b3b071" providerId="LiveId" clId="{3F06DB97-3AEE-4F7C-A79E-A7936B34F82A}" dt="2023-07-31T17:32:42.404" v="4112" actId="164"/>
          <ac:spMkLst>
            <pc:docMk/>
            <pc:sldMk cId="2825207532" sldId="2554"/>
            <ac:spMk id="77" creationId="{0F91D4EB-AB25-E435-0FBB-09A1E9A881AD}"/>
          </ac:spMkLst>
        </pc:spChg>
        <pc:spChg chg="add mod">
          <ac:chgData name="Owais Ahmed" userId="6abc7d4556b3b071" providerId="LiveId" clId="{3F06DB97-3AEE-4F7C-A79E-A7936B34F82A}" dt="2023-07-31T17:32:46.266" v="4113" actId="164"/>
          <ac:spMkLst>
            <pc:docMk/>
            <pc:sldMk cId="2825207532" sldId="2554"/>
            <ac:spMk id="78" creationId="{804F467B-93F3-12EE-F084-26455E228FFC}"/>
          </ac:spMkLst>
        </pc:spChg>
        <pc:spChg chg="add mod">
          <ac:chgData name="Owais Ahmed" userId="6abc7d4556b3b071" providerId="LiveId" clId="{3F06DB97-3AEE-4F7C-A79E-A7936B34F82A}" dt="2023-07-31T17:32:50.491" v="4114" actId="164"/>
          <ac:spMkLst>
            <pc:docMk/>
            <pc:sldMk cId="2825207532" sldId="2554"/>
            <ac:spMk id="79" creationId="{3C2387C9-F771-506F-9E2E-CCBEEF4BA503}"/>
          </ac:spMkLst>
        </pc:spChg>
        <pc:spChg chg="add mod">
          <ac:chgData name="Owais Ahmed" userId="6abc7d4556b3b071" providerId="LiveId" clId="{3F06DB97-3AEE-4F7C-A79E-A7936B34F82A}" dt="2023-07-31T17:32:54.946" v="4115" actId="164"/>
          <ac:spMkLst>
            <pc:docMk/>
            <pc:sldMk cId="2825207532" sldId="2554"/>
            <ac:spMk id="80" creationId="{5C587C7D-B09D-9D8F-89CC-50A0DEDA1FBF}"/>
          </ac:spMkLst>
        </pc:spChg>
        <pc:grpChg chg="add del mod">
          <ac:chgData name="Owais Ahmed" userId="6abc7d4556b3b071" providerId="LiveId" clId="{3F06DB97-3AEE-4F7C-A79E-A7936B34F82A}" dt="2023-07-31T17:22:34.245" v="3697" actId="165"/>
          <ac:grpSpMkLst>
            <pc:docMk/>
            <pc:sldMk cId="2825207532" sldId="2554"/>
            <ac:grpSpMk id="4" creationId="{6AB9D502-BD4B-886A-20B9-727281934883}"/>
          </ac:grpSpMkLst>
        </pc:grpChg>
        <pc:grpChg chg="add mod">
          <ac:chgData name="Owais Ahmed" userId="6abc7d4556b3b071" providerId="LiveId" clId="{3F06DB97-3AEE-4F7C-A79E-A7936B34F82A}" dt="2023-07-31T17:32:42.404" v="4112" actId="164"/>
          <ac:grpSpMkLst>
            <pc:docMk/>
            <pc:sldMk cId="2825207532" sldId="2554"/>
            <ac:grpSpMk id="13" creationId="{0F418315-9F02-C6E4-D682-54610C2951EA}"/>
          </ac:grpSpMkLst>
        </pc:grpChg>
        <pc:grpChg chg="add mod">
          <ac:chgData name="Owais Ahmed" userId="6abc7d4556b3b071" providerId="LiveId" clId="{3F06DB97-3AEE-4F7C-A79E-A7936B34F82A}" dt="2023-07-31T17:32:46.266" v="4113" actId="164"/>
          <ac:grpSpMkLst>
            <pc:docMk/>
            <pc:sldMk cId="2825207532" sldId="2554"/>
            <ac:grpSpMk id="14" creationId="{F63CEC76-2FDC-23B7-4BA5-D600BFCE0D28}"/>
          </ac:grpSpMkLst>
        </pc:grpChg>
        <pc:grpChg chg="del mod topLvl">
          <ac:chgData name="Owais Ahmed" userId="6abc7d4556b3b071" providerId="LiveId" clId="{3F06DB97-3AEE-4F7C-A79E-A7936B34F82A}" dt="2023-07-31T17:22:34.245" v="3697" actId="165"/>
          <ac:grpSpMkLst>
            <pc:docMk/>
            <pc:sldMk cId="2825207532" sldId="2554"/>
            <ac:grpSpMk id="17" creationId="{DF91BE5D-4A90-7453-5A7C-869D410BD796}"/>
          </ac:grpSpMkLst>
        </pc:grpChg>
        <pc:grpChg chg="del mod topLvl">
          <ac:chgData name="Owais Ahmed" userId="6abc7d4556b3b071" providerId="LiveId" clId="{3F06DB97-3AEE-4F7C-A79E-A7936B34F82A}" dt="2023-07-31T17:22:34.245" v="3697" actId="165"/>
          <ac:grpSpMkLst>
            <pc:docMk/>
            <pc:sldMk cId="2825207532" sldId="2554"/>
            <ac:grpSpMk id="20" creationId="{645A562A-E40D-D4F4-6F54-4C865E43ED02}"/>
          </ac:grpSpMkLst>
        </pc:grpChg>
        <pc:grpChg chg="del mod topLvl">
          <ac:chgData name="Owais Ahmed" userId="6abc7d4556b3b071" providerId="LiveId" clId="{3F06DB97-3AEE-4F7C-A79E-A7936B34F82A}" dt="2023-07-31T17:22:34.245" v="3697" actId="165"/>
          <ac:grpSpMkLst>
            <pc:docMk/>
            <pc:sldMk cId="2825207532" sldId="2554"/>
            <ac:grpSpMk id="23" creationId="{36250A50-760D-1FA0-A8EA-65D27405BDC9}"/>
          </ac:grpSpMkLst>
        </pc:grpChg>
        <pc:grpChg chg="del mod topLvl">
          <ac:chgData name="Owais Ahmed" userId="6abc7d4556b3b071" providerId="LiveId" clId="{3F06DB97-3AEE-4F7C-A79E-A7936B34F82A}" dt="2023-07-31T17:22:09.548" v="3694" actId="478"/>
          <ac:grpSpMkLst>
            <pc:docMk/>
            <pc:sldMk cId="2825207532" sldId="2554"/>
            <ac:grpSpMk id="29" creationId="{34AAF957-E0E0-C211-D98D-A222794E545F}"/>
          </ac:grpSpMkLst>
        </pc:grpChg>
        <pc:grpChg chg="del">
          <ac:chgData name="Owais Ahmed" userId="6abc7d4556b3b071" providerId="LiveId" clId="{3F06DB97-3AEE-4F7C-A79E-A7936B34F82A}" dt="2023-07-31T17:20:58.116" v="3683" actId="478"/>
          <ac:grpSpMkLst>
            <pc:docMk/>
            <pc:sldMk cId="2825207532" sldId="2554"/>
            <ac:grpSpMk id="34" creationId="{AD73DCB8-173C-413D-F76C-212E811DAAF1}"/>
          </ac:grpSpMkLst>
        </pc:grpChg>
        <pc:grpChg chg="del mod">
          <ac:chgData name="Owais Ahmed" userId="6abc7d4556b3b071" providerId="LiveId" clId="{3F06DB97-3AEE-4F7C-A79E-A7936B34F82A}" dt="2023-07-31T17:21:54.469" v="3693" actId="165"/>
          <ac:grpSpMkLst>
            <pc:docMk/>
            <pc:sldMk cId="2825207532" sldId="2554"/>
            <ac:grpSpMk id="36" creationId="{7AB201C6-2D82-4ED0-9104-F7FFA453EED6}"/>
          </ac:grpSpMkLst>
        </pc:grpChg>
        <pc:grpChg chg="add mod">
          <ac:chgData name="Owais Ahmed" userId="6abc7d4556b3b071" providerId="LiveId" clId="{3F06DB97-3AEE-4F7C-A79E-A7936B34F82A}" dt="2023-07-31T17:32:50.491" v="4114" actId="164"/>
          <ac:grpSpMkLst>
            <pc:docMk/>
            <pc:sldMk cId="2825207532" sldId="2554"/>
            <ac:grpSpMk id="42" creationId="{B53A9A78-5032-4C91-F36D-FC661EA4E330}"/>
          </ac:grpSpMkLst>
        </pc:grpChg>
        <pc:grpChg chg="add del mod">
          <ac:chgData name="Owais Ahmed" userId="6abc7d4556b3b071" providerId="LiveId" clId="{3F06DB97-3AEE-4F7C-A79E-A7936B34F82A}" dt="2023-07-31T17:27:37.167" v="3879" actId="478"/>
          <ac:grpSpMkLst>
            <pc:docMk/>
            <pc:sldMk cId="2825207532" sldId="2554"/>
            <ac:grpSpMk id="53" creationId="{1751A494-2636-C533-F4A9-D65D0EEB52D6}"/>
          </ac:grpSpMkLst>
        </pc:grpChg>
        <pc:grpChg chg="add mod">
          <ac:chgData name="Owais Ahmed" userId="6abc7d4556b3b071" providerId="LiveId" clId="{3F06DB97-3AEE-4F7C-A79E-A7936B34F82A}" dt="2023-07-31T17:32:54.946" v="4115" actId="164"/>
          <ac:grpSpMkLst>
            <pc:docMk/>
            <pc:sldMk cId="2825207532" sldId="2554"/>
            <ac:grpSpMk id="66" creationId="{AFE328ED-CF99-6348-B56A-27B46BEAFE28}"/>
          </ac:grpSpMkLst>
        </pc:grpChg>
        <pc:grpChg chg="add mod">
          <ac:chgData name="Owais Ahmed" userId="6abc7d4556b3b071" providerId="LiveId" clId="{3F06DB97-3AEE-4F7C-A79E-A7936B34F82A}" dt="2023-07-31T17:32:42.404" v="4112" actId="164"/>
          <ac:grpSpMkLst>
            <pc:docMk/>
            <pc:sldMk cId="2825207532" sldId="2554"/>
            <ac:grpSpMk id="81" creationId="{F263E04B-9D9C-CD25-BFC6-DB08A2ABB0D1}"/>
          </ac:grpSpMkLst>
        </pc:grpChg>
        <pc:grpChg chg="add mod">
          <ac:chgData name="Owais Ahmed" userId="6abc7d4556b3b071" providerId="LiveId" clId="{3F06DB97-3AEE-4F7C-A79E-A7936B34F82A}" dt="2023-07-31T17:32:46.266" v="4113" actId="164"/>
          <ac:grpSpMkLst>
            <pc:docMk/>
            <pc:sldMk cId="2825207532" sldId="2554"/>
            <ac:grpSpMk id="82" creationId="{F54C775F-C841-881E-2224-C24567C33621}"/>
          </ac:grpSpMkLst>
        </pc:grpChg>
        <pc:grpChg chg="add mod">
          <ac:chgData name="Owais Ahmed" userId="6abc7d4556b3b071" providerId="LiveId" clId="{3F06DB97-3AEE-4F7C-A79E-A7936B34F82A}" dt="2023-07-31T17:32:50.491" v="4114" actId="164"/>
          <ac:grpSpMkLst>
            <pc:docMk/>
            <pc:sldMk cId="2825207532" sldId="2554"/>
            <ac:grpSpMk id="83" creationId="{926BD650-D5E7-6961-F0E9-27F6B7E05DCF}"/>
          </ac:grpSpMkLst>
        </pc:grpChg>
        <pc:grpChg chg="add mod">
          <ac:chgData name="Owais Ahmed" userId="6abc7d4556b3b071" providerId="LiveId" clId="{3F06DB97-3AEE-4F7C-A79E-A7936B34F82A}" dt="2023-07-31T17:32:54.946" v="4115" actId="164"/>
          <ac:grpSpMkLst>
            <pc:docMk/>
            <pc:sldMk cId="2825207532" sldId="2554"/>
            <ac:grpSpMk id="84" creationId="{51E1D58F-B8D7-B598-0421-CCDBA5F774FA}"/>
          </ac:grpSpMkLst>
        </pc:grpChg>
        <pc:cxnChg chg="mod">
          <ac:chgData name="Owais Ahmed" userId="6abc7d4556b3b071" providerId="LiveId" clId="{3F06DB97-3AEE-4F7C-A79E-A7936B34F82A}" dt="2023-07-31T17:20:58.116" v="3683" actId="478"/>
          <ac:cxnSpMkLst>
            <pc:docMk/>
            <pc:sldMk cId="2825207532" sldId="2554"/>
            <ac:cxnSpMk id="7" creationId="{657C45F0-67F1-A7FA-02BD-786D3D970CCC}"/>
          </ac:cxnSpMkLst>
        </pc:cxnChg>
        <pc:cxnChg chg="mod">
          <ac:chgData name="Owais Ahmed" userId="6abc7d4556b3b071" providerId="LiveId" clId="{3F06DB97-3AEE-4F7C-A79E-A7936B34F82A}" dt="2023-07-31T17:20:58.116" v="3683" actId="478"/>
          <ac:cxnSpMkLst>
            <pc:docMk/>
            <pc:sldMk cId="2825207532" sldId="2554"/>
            <ac:cxnSpMk id="11" creationId="{607ECEBC-A1CA-3D16-2BF7-4B5EB584B7D5}"/>
          </ac:cxnSpMkLst>
        </pc:cxnChg>
        <pc:cxnChg chg="del mod">
          <ac:chgData name="Owais Ahmed" userId="6abc7d4556b3b071" providerId="LiveId" clId="{3F06DB97-3AEE-4F7C-A79E-A7936B34F82A}" dt="2023-07-31T17:21:08.219" v="3689" actId="478"/>
          <ac:cxnSpMkLst>
            <pc:docMk/>
            <pc:sldMk cId="2825207532" sldId="2554"/>
            <ac:cxnSpMk id="32" creationId="{D70EC980-4E28-A408-E33F-C1B2B14A6591}"/>
          </ac:cxnSpMkLst>
        </pc:cxnChg>
      </pc:sldChg>
      <pc:sldChg chg="addSp delSp modSp add mod modAnim">
        <pc:chgData name="Owais Ahmed" userId="6abc7d4556b3b071" providerId="LiveId" clId="{3F06DB97-3AEE-4F7C-A79E-A7936B34F82A}" dt="2023-07-31T17:43:37.145" v="4669"/>
        <pc:sldMkLst>
          <pc:docMk/>
          <pc:sldMk cId="624121127" sldId="2555"/>
        </pc:sldMkLst>
        <pc:spChg chg="mod">
          <ac:chgData name="Owais Ahmed" userId="6abc7d4556b3b071" providerId="LiveId" clId="{3F06DB97-3AEE-4F7C-A79E-A7936B34F82A}" dt="2023-07-31T17:40:57.155" v="4626" actId="27636"/>
          <ac:spMkLst>
            <pc:docMk/>
            <pc:sldMk cId="624121127" sldId="2555"/>
            <ac:spMk id="3" creationId="{4A1C0383-58FE-E486-295E-B33B8683B938}"/>
          </ac:spMkLst>
        </pc:spChg>
        <pc:spChg chg="add mod">
          <ac:chgData name="Owais Ahmed" userId="6abc7d4556b3b071" providerId="LiveId" clId="{3F06DB97-3AEE-4F7C-A79E-A7936B34F82A}" dt="2023-07-31T17:43:30.760" v="4668" actId="164"/>
          <ac:spMkLst>
            <pc:docMk/>
            <pc:sldMk cId="624121127" sldId="2555"/>
            <ac:spMk id="5" creationId="{B363AC71-9ED9-E66C-37A9-2D00263E3FF0}"/>
          </ac:spMkLst>
        </pc:spChg>
        <pc:spChg chg="del mod topLvl">
          <ac:chgData name="Owais Ahmed" userId="6abc7d4556b3b071" providerId="LiveId" clId="{3F06DB97-3AEE-4F7C-A79E-A7936B34F82A}" dt="2023-07-31T17:40:12.948" v="4614" actId="478"/>
          <ac:spMkLst>
            <pc:docMk/>
            <pc:sldMk cId="624121127" sldId="2555"/>
            <ac:spMk id="6" creationId="{C2DAB1C7-1E85-9A11-AF4F-BA89CE87BA18}"/>
          </ac:spMkLst>
        </pc:spChg>
        <pc:spChg chg="mod topLvl">
          <ac:chgData name="Owais Ahmed" userId="6abc7d4556b3b071" providerId="LiveId" clId="{3F06DB97-3AEE-4F7C-A79E-A7936B34F82A}" dt="2023-07-31T17:43:30.760" v="4668" actId="164"/>
          <ac:spMkLst>
            <pc:docMk/>
            <pc:sldMk cId="624121127" sldId="2555"/>
            <ac:spMk id="102" creationId="{23801FBC-8A21-DAA2-95F5-A8E7D6FBF151}"/>
          </ac:spMkLst>
        </pc:spChg>
        <pc:spChg chg="mod">
          <ac:chgData name="Owais Ahmed" userId="6abc7d4556b3b071" providerId="LiveId" clId="{3F06DB97-3AEE-4F7C-A79E-A7936B34F82A}" dt="2023-07-31T17:40:00.602" v="4608" actId="165"/>
          <ac:spMkLst>
            <pc:docMk/>
            <pc:sldMk cId="624121127" sldId="2555"/>
            <ac:spMk id="105" creationId="{99BDCAF8-DC93-D572-DA16-2806C9F7C9AA}"/>
          </ac:spMkLst>
        </pc:spChg>
        <pc:spChg chg="mod">
          <ac:chgData name="Owais Ahmed" userId="6abc7d4556b3b071" providerId="LiveId" clId="{3F06DB97-3AEE-4F7C-A79E-A7936B34F82A}" dt="2023-07-31T17:40:00.602" v="4608" actId="165"/>
          <ac:spMkLst>
            <pc:docMk/>
            <pc:sldMk cId="624121127" sldId="2555"/>
            <ac:spMk id="106" creationId="{B546095E-991E-3289-F2C0-8A1D76A45A21}"/>
          </ac:spMkLst>
        </pc:spChg>
        <pc:spChg chg="mod">
          <ac:chgData name="Owais Ahmed" userId="6abc7d4556b3b071" providerId="LiveId" clId="{3F06DB97-3AEE-4F7C-A79E-A7936B34F82A}" dt="2023-07-31T17:40:00.602" v="4608" actId="165"/>
          <ac:spMkLst>
            <pc:docMk/>
            <pc:sldMk cId="624121127" sldId="2555"/>
            <ac:spMk id="107" creationId="{6B2686BC-A613-FF11-6A9D-EB36234DC16C}"/>
          </ac:spMkLst>
        </pc:spChg>
        <pc:spChg chg="mod">
          <ac:chgData name="Owais Ahmed" userId="6abc7d4556b3b071" providerId="LiveId" clId="{3F06DB97-3AEE-4F7C-A79E-A7936B34F82A}" dt="2023-07-31T17:40:00.602" v="4608" actId="165"/>
          <ac:spMkLst>
            <pc:docMk/>
            <pc:sldMk cId="624121127" sldId="2555"/>
            <ac:spMk id="108" creationId="{53D4C431-E0BC-789B-88D3-F5D796F20A12}"/>
          </ac:spMkLst>
        </pc:spChg>
        <pc:spChg chg="mod">
          <ac:chgData name="Owais Ahmed" userId="6abc7d4556b3b071" providerId="LiveId" clId="{3F06DB97-3AEE-4F7C-A79E-A7936B34F82A}" dt="2023-07-31T17:40:00.602" v="4608" actId="165"/>
          <ac:spMkLst>
            <pc:docMk/>
            <pc:sldMk cId="624121127" sldId="2555"/>
            <ac:spMk id="109" creationId="{3F6084E0-54E9-C827-0F8B-8E96A7C761DD}"/>
          </ac:spMkLst>
        </pc:spChg>
        <pc:spChg chg="mod">
          <ac:chgData name="Owais Ahmed" userId="6abc7d4556b3b071" providerId="LiveId" clId="{3F06DB97-3AEE-4F7C-A79E-A7936B34F82A}" dt="2023-07-31T17:40:00.602" v="4608" actId="165"/>
          <ac:spMkLst>
            <pc:docMk/>
            <pc:sldMk cId="624121127" sldId="2555"/>
            <ac:spMk id="110" creationId="{AB36B28D-39A8-55B6-60B3-85B767EC94FB}"/>
          </ac:spMkLst>
        </pc:spChg>
        <pc:grpChg chg="add mod">
          <ac:chgData name="Owais Ahmed" userId="6abc7d4556b3b071" providerId="LiveId" clId="{3F06DB97-3AEE-4F7C-A79E-A7936B34F82A}" dt="2023-07-31T17:43:30.760" v="4668" actId="164"/>
          <ac:grpSpMkLst>
            <pc:docMk/>
            <pc:sldMk cId="624121127" sldId="2555"/>
            <ac:grpSpMk id="13" creationId="{4C6AAE8F-5E6F-EA60-244D-FFB6278715AD}"/>
          </ac:grpSpMkLst>
        </pc:grpChg>
        <pc:grpChg chg="del mod">
          <ac:chgData name="Owais Ahmed" userId="6abc7d4556b3b071" providerId="LiveId" clId="{3F06DB97-3AEE-4F7C-A79E-A7936B34F82A}" dt="2023-07-31T17:40:00.602" v="4608" actId="165"/>
          <ac:grpSpMkLst>
            <pc:docMk/>
            <pc:sldMk cId="624121127" sldId="2555"/>
            <ac:grpSpMk id="14" creationId="{6D373018-1D02-897E-145C-1A033D391303}"/>
          </ac:grpSpMkLst>
        </pc:grpChg>
        <pc:grpChg chg="del mod topLvl">
          <ac:chgData name="Owais Ahmed" userId="6abc7d4556b3b071" providerId="LiveId" clId="{3F06DB97-3AEE-4F7C-A79E-A7936B34F82A}" dt="2023-07-31T17:40:06.341" v="4611" actId="478"/>
          <ac:grpSpMkLst>
            <pc:docMk/>
            <pc:sldMk cId="624121127" sldId="2555"/>
            <ac:grpSpMk id="98" creationId="{A0382DBE-F9FC-2531-34AD-F3E7EACF5F1E}"/>
          </ac:grpSpMkLst>
        </pc:grpChg>
        <pc:grpChg chg="del mod topLvl">
          <ac:chgData name="Owais Ahmed" userId="6abc7d4556b3b071" providerId="LiveId" clId="{3F06DB97-3AEE-4F7C-A79E-A7936B34F82A}" dt="2023-07-31T17:40:05.415" v="4610" actId="478"/>
          <ac:grpSpMkLst>
            <pc:docMk/>
            <pc:sldMk cId="624121127" sldId="2555"/>
            <ac:grpSpMk id="99" creationId="{68C80BCA-12DB-C5D9-6600-C4CDDB76037E}"/>
          </ac:grpSpMkLst>
        </pc:grpChg>
        <pc:grpChg chg="del mod topLvl">
          <ac:chgData name="Owais Ahmed" userId="6abc7d4556b3b071" providerId="LiveId" clId="{3F06DB97-3AEE-4F7C-A79E-A7936B34F82A}" dt="2023-07-31T17:40:04.550" v="4609" actId="478"/>
          <ac:grpSpMkLst>
            <pc:docMk/>
            <pc:sldMk cId="624121127" sldId="2555"/>
            <ac:grpSpMk id="100" creationId="{FA821C4E-B9F1-21C3-458F-B7B324C1F817}"/>
          </ac:grpSpMkLst>
        </pc:grpChg>
        <pc:graphicFrameChg chg="add mod modGraphic">
          <ac:chgData name="Owais Ahmed" userId="6abc7d4556b3b071" providerId="LiveId" clId="{3F06DB97-3AEE-4F7C-A79E-A7936B34F82A}" dt="2023-07-31T17:43:30.760" v="4668" actId="164"/>
          <ac:graphicFrameMkLst>
            <pc:docMk/>
            <pc:sldMk cId="624121127" sldId="2555"/>
            <ac:graphicFrameMk id="4" creationId="{7F589E16-899F-75A2-8538-EFFBE216C9C1}"/>
          </ac:graphicFrameMkLst>
        </pc:graphicFrameChg>
        <pc:cxnChg chg="del mod topLvl">
          <ac:chgData name="Owais Ahmed" userId="6abc7d4556b3b071" providerId="LiveId" clId="{3F06DB97-3AEE-4F7C-A79E-A7936B34F82A}" dt="2023-07-31T17:40:10.841" v="4612" actId="478"/>
          <ac:cxnSpMkLst>
            <pc:docMk/>
            <pc:sldMk cId="624121127" sldId="2555"/>
            <ac:cxnSpMk id="7" creationId="{657C45F0-67F1-A7FA-02BD-786D3D970CCC}"/>
          </ac:cxnSpMkLst>
        </pc:cxnChg>
        <pc:cxnChg chg="add del mod">
          <ac:chgData name="Owais Ahmed" userId="6abc7d4556b3b071" providerId="LiveId" clId="{3F06DB97-3AEE-4F7C-A79E-A7936B34F82A}" dt="2023-07-31T17:42:44.742" v="4656" actId="478"/>
          <ac:cxnSpMkLst>
            <pc:docMk/>
            <pc:sldMk cId="624121127" sldId="2555"/>
            <ac:cxnSpMk id="9" creationId="{7C16B72A-508D-524C-2E88-876A803CCFAC}"/>
          </ac:cxnSpMkLst>
        </pc:cxnChg>
        <pc:cxnChg chg="add del">
          <ac:chgData name="Owais Ahmed" userId="6abc7d4556b3b071" providerId="LiveId" clId="{3F06DB97-3AEE-4F7C-A79E-A7936B34F82A}" dt="2023-07-31T17:42:31.945" v="4652" actId="478"/>
          <ac:cxnSpMkLst>
            <pc:docMk/>
            <pc:sldMk cId="624121127" sldId="2555"/>
            <ac:cxnSpMk id="12" creationId="{9E42FA83-69BA-3448-F9D6-36A92ACF2085}"/>
          </ac:cxnSpMkLst>
        </pc:cxnChg>
        <pc:cxnChg chg="del mod topLvl">
          <ac:chgData name="Owais Ahmed" userId="6abc7d4556b3b071" providerId="LiveId" clId="{3F06DB97-3AEE-4F7C-A79E-A7936B34F82A}" dt="2023-07-31T17:40:45.902" v="4621" actId="478"/>
          <ac:cxnSpMkLst>
            <pc:docMk/>
            <pc:sldMk cId="624121127" sldId="2555"/>
            <ac:cxnSpMk id="118" creationId="{E218D9EB-E58D-166C-8764-794115FE12E4}"/>
          </ac:cxnSpMkLst>
        </pc:cxnChg>
      </pc:sldChg>
      <pc:sldChg chg="delSp modSp add mod delAnim modAnim">
        <pc:chgData name="Owais Ahmed" userId="6abc7d4556b3b071" providerId="LiveId" clId="{3F06DB97-3AEE-4F7C-A79E-A7936B34F82A}" dt="2023-07-31T18:22:29.974" v="5359" actId="20577"/>
        <pc:sldMkLst>
          <pc:docMk/>
          <pc:sldMk cId="2558064682" sldId="2556"/>
        </pc:sldMkLst>
        <pc:spChg chg="mod">
          <ac:chgData name="Owais Ahmed" userId="6abc7d4556b3b071" providerId="LiveId" clId="{3F06DB97-3AEE-4F7C-A79E-A7936B34F82A}" dt="2023-07-31T18:22:29.974" v="5359" actId="20577"/>
          <ac:spMkLst>
            <pc:docMk/>
            <pc:sldMk cId="2558064682" sldId="2556"/>
            <ac:spMk id="3" creationId="{4A1C0383-58FE-E486-295E-B33B8683B938}"/>
          </ac:spMkLst>
        </pc:spChg>
        <pc:spChg chg="mod">
          <ac:chgData name="Owais Ahmed" userId="6abc7d4556b3b071" providerId="LiveId" clId="{3F06DB97-3AEE-4F7C-A79E-A7936B34F82A}" dt="2023-07-31T17:44:23.559" v="4681" actId="20577"/>
          <ac:spMkLst>
            <pc:docMk/>
            <pc:sldMk cId="2558064682" sldId="2556"/>
            <ac:spMk id="215" creationId="{00000000-0000-0000-0000-000000000000}"/>
          </ac:spMkLst>
        </pc:spChg>
        <pc:grpChg chg="del">
          <ac:chgData name="Owais Ahmed" userId="6abc7d4556b3b071" providerId="LiveId" clId="{3F06DB97-3AEE-4F7C-A79E-A7936B34F82A}" dt="2023-07-31T18:00:34.463" v="4815" actId="478"/>
          <ac:grpSpMkLst>
            <pc:docMk/>
            <pc:sldMk cId="2558064682" sldId="2556"/>
            <ac:grpSpMk id="14" creationId="{6D373018-1D02-897E-145C-1A033D391303}"/>
          </ac:grpSpMkLst>
        </pc:grpChg>
        <pc:cxnChg chg="mod">
          <ac:chgData name="Owais Ahmed" userId="6abc7d4556b3b071" providerId="LiveId" clId="{3F06DB97-3AEE-4F7C-A79E-A7936B34F82A}" dt="2023-07-31T18:00:34.463" v="4815" actId="478"/>
          <ac:cxnSpMkLst>
            <pc:docMk/>
            <pc:sldMk cId="2558064682" sldId="2556"/>
            <ac:cxnSpMk id="7" creationId="{657C45F0-67F1-A7FA-02BD-786D3D970CCC}"/>
          </ac:cxnSpMkLst>
        </pc:cxnChg>
        <pc:cxnChg chg="mod">
          <ac:chgData name="Owais Ahmed" userId="6abc7d4556b3b071" providerId="LiveId" clId="{3F06DB97-3AEE-4F7C-A79E-A7936B34F82A}" dt="2023-07-31T18:00:34.463" v="4815" actId="478"/>
          <ac:cxnSpMkLst>
            <pc:docMk/>
            <pc:sldMk cId="2558064682" sldId="2556"/>
            <ac:cxnSpMk id="118" creationId="{E218D9EB-E58D-166C-8764-794115FE12E4}"/>
          </ac:cxnSpMkLst>
        </pc:cxnChg>
      </pc:sldChg>
      <pc:sldChg chg="modSp add mod modAnim">
        <pc:chgData name="Owais Ahmed" userId="6abc7d4556b3b071" providerId="LiveId" clId="{3F06DB97-3AEE-4F7C-A79E-A7936B34F82A}" dt="2023-07-31T19:00:13.581" v="6207" actId="20577"/>
        <pc:sldMkLst>
          <pc:docMk/>
          <pc:sldMk cId="296501705" sldId="2557"/>
        </pc:sldMkLst>
        <pc:spChg chg="mod">
          <ac:chgData name="Owais Ahmed" userId="6abc7d4556b3b071" providerId="LiveId" clId="{3F06DB97-3AEE-4F7C-A79E-A7936B34F82A}" dt="2023-07-31T19:00:13.581" v="6207" actId="20577"/>
          <ac:spMkLst>
            <pc:docMk/>
            <pc:sldMk cId="296501705" sldId="2557"/>
            <ac:spMk id="3" creationId="{4A1C0383-58FE-E486-295E-B33B8683B938}"/>
          </ac:spMkLst>
        </pc:spChg>
      </pc:sldChg>
    </pc:docChg>
  </pc:docChgLst>
  <pc:docChgLst>
    <pc:chgData name="Owais Ahmed" userId="6abc7d4556b3b071" providerId="LiveId" clId="{32043243-B516-4D33-8925-5AFA8D1D42CC}"/>
    <pc:docChg chg="modSld">
      <pc:chgData name="Owais Ahmed" userId="6abc7d4556b3b071" providerId="LiveId" clId="{32043243-B516-4D33-8925-5AFA8D1D42CC}" dt="2023-12-07T08:07:56.603" v="1" actId="20577"/>
      <pc:docMkLst>
        <pc:docMk/>
      </pc:docMkLst>
      <pc:sldChg chg="modSp">
        <pc:chgData name="Owais Ahmed" userId="6abc7d4556b3b071" providerId="LiveId" clId="{32043243-B516-4D33-8925-5AFA8D1D42CC}" dt="2023-12-07T08:07:56.603" v="1" actId="20577"/>
        <pc:sldMkLst>
          <pc:docMk/>
          <pc:sldMk cId="4019502093" sldId="2598"/>
        </pc:sldMkLst>
        <pc:spChg chg="mod">
          <ac:chgData name="Owais Ahmed" userId="6abc7d4556b3b071" providerId="LiveId" clId="{32043243-B516-4D33-8925-5AFA8D1D42CC}" dt="2023-12-07T08:07:56.603" v="1" actId="20577"/>
          <ac:spMkLst>
            <pc:docMk/>
            <pc:sldMk cId="4019502093" sldId="2598"/>
            <ac:spMk id="3" creationId="{C036BAFF-A229-2D4C-DAE4-E2898006D8B7}"/>
          </ac:spMkLst>
        </pc:spChg>
      </pc:sldChg>
    </pc:docChg>
  </pc:docChgLst>
  <pc:docChgLst>
    <pc:chgData name="Owais Ahmed" userId="6abc7d4556b3b071" providerId="LiveId" clId="{4CD71B15-CCD9-4CBF-BC84-B4C52C1D305A}"/>
    <pc:docChg chg="addSld delSld modSld sldOrd">
      <pc:chgData name="Owais Ahmed" userId="6abc7d4556b3b071" providerId="LiveId" clId="{4CD71B15-CCD9-4CBF-BC84-B4C52C1D305A}" dt="2023-07-30T18:54:53.214" v="647" actId="47"/>
      <pc:docMkLst>
        <pc:docMk/>
      </pc:docMkLst>
      <pc:sldChg chg="modSp add del mod ord modAnim">
        <pc:chgData name="Owais Ahmed" userId="6abc7d4556b3b071" providerId="LiveId" clId="{4CD71B15-CCD9-4CBF-BC84-B4C52C1D305A}" dt="2023-07-30T18:54:53.214" v="647" actId="47"/>
        <pc:sldMkLst>
          <pc:docMk/>
          <pc:sldMk cId="4041671842" sldId="2516"/>
        </pc:sldMkLst>
        <pc:spChg chg="mod">
          <ac:chgData name="Owais Ahmed" userId="6abc7d4556b3b071" providerId="LiveId" clId="{4CD71B15-CCD9-4CBF-BC84-B4C52C1D305A}" dt="2023-07-30T18:54:43.518" v="646" actId="20577"/>
          <ac:spMkLst>
            <pc:docMk/>
            <pc:sldMk cId="4041671842" sldId="2516"/>
            <ac:spMk id="3" creationId="{4A1C0383-58FE-E486-295E-B33B8683B938}"/>
          </ac:spMkLst>
        </pc:spChg>
        <pc:spChg chg="mod">
          <ac:chgData name="Owais Ahmed" userId="6abc7d4556b3b071" providerId="LiveId" clId="{4CD71B15-CCD9-4CBF-BC84-B4C52C1D305A}" dt="2023-07-30T17:45:07.195" v="18" actId="20577"/>
          <ac:spMkLst>
            <pc:docMk/>
            <pc:sldMk cId="4041671842" sldId="2516"/>
            <ac:spMk id="215" creationId="{00000000-0000-0000-0000-000000000000}"/>
          </ac:spMkLst>
        </pc:spChg>
      </pc:sldChg>
    </pc:docChg>
  </pc:docChgLst>
  <pc:docChgLst>
    <pc:chgData name="Owais Ahmed" userId="6abc7d4556b3b071" providerId="LiveId" clId="{37B963A1-BBDE-46C5-80F9-50AE1D86A8AA}"/>
    <pc:docChg chg="undo redo custSel addSld delSld modSld">
      <pc:chgData name="Owais Ahmed" userId="6abc7d4556b3b071" providerId="LiveId" clId="{37B963A1-BBDE-46C5-80F9-50AE1D86A8AA}" dt="2023-07-31T10:38:14.595" v="1196" actId="47"/>
      <pc:docMkLst>
        <pc:docMk/>
      </pc:docMkLst>
      <pc:sldChg chg="addSp modSp">
        <pc:chgData name="Owais Ahmed" userId="6abc7d4556b3b071" providerId="LiveId" clId="{37B963A1-BBDE-46C5-80F9-50AE1D86A8AA}" dt="2023-07-31T09:44:01.953" v="1034" actId="14100"/>
        <pc:sldMkLst>
          <pc:docMk/>
          <pc:sldMk cId="641030253" sldId="2479"/>
        </pc:sldMkLst>
        <pc:picChg chg="add mod">
          <ac:chgData name="Owais Ahmed" userId="6abc7d4556b3b071" providerId="LiveId" clId="{37B963A1-BBDE-46C5-80F9-50AE1D86A8AA}" dt="2023-07-31T09:44:01.953" v="1034" actId="14100"/>
          <ac:picMkLst>
            <pc:docMk/>
            <pc:sldMk cId="641030253" sldId="2479"/>
            <ac:picMk id="1026" creationId="{CFAF1355-DBB8-B5EE-C2A4-C2452A1CA5CA}"/>
          </ac:picMkLst>
        </pc:picChg>
      </pc:sldChg>
      <pc:sldChg chg="modSp del">
        <pc:chgData name="Owais Ahmed" userId="6abc7d4556b3b071" providerId="LiveId" clId="{37B963A1-BBDE-46C5-80F9-50AE1D86A8AA}" dt="2023-07-31T09:17:14.576" v="748" actId="47"/>
        <pc:sldMkLst>
          <pc:docMk/>
          <pc:sldMk cId="3876657833" sldId="2504"/>
        </pc:sldMkLst>
        <pc:spChg chg="mod">
          <ac:chgData name="Owais Ahmed" userId="6abc7d4556b3b071" providerId="LiveId" clId="{37B963A1-BBDE-46C5-80F9-50AE1D86A8AA}" dt="2023-07-31T07:54:21.860" v="8" actId="20577"/>
          <ac:spMkLst>
            <pc:docMk/>
            <pc:sldMk cId="3876657833" sldId="2504"/>
            <ac:spMk id="3" creationId="{4A1C0383-58FE-E486-295E-B33B8683B938}"/>
          </ac:spMkLst>
        </pc:spChg>
      </pc:sldChg>
      <pc:sldChg chg="modSp mod modAnim">
        <pc:chgData name="Owais Ahmed" userId="6abc7d4556b3b071" providerId="LiveId" clId="{37B963A1-BBDE-46C5-80F9-50AE1D86A8AA}" dt="2023-07-31T10:37:44.414" v="1189" actId="20577"/>
        <pc:sldMkLst>
          <pc:docMk/>
          <pc:sldMk cId="3265271046" sldId="2505"/>
        </pc:sldMkLst>
        <pc:spChg chg="mod">
          <ac:chgData name="Owais Ahmed" userId="6abc7d4556b3b071" providerId="LiveId" clId="{37B963A1-BBDE-46C5-80F9-50AE1D86A8AA}" dt="2023-07-31T10:37:44.414" v="1189" actId="20577"/>
          <ac:spMkLst>
            <pc:docMk/>
            <pc:sldMk cId="3265271046" sldId="2505"/>
            <ac:spMk id="3" creationId="{4A1C0383-58FE-E486-295E-B33B8683B938}"/>
          </ac:spMkLst>
        </pc:spChg>
        <pc:spChg chg="mod">
          <ac:chgData name="Owais Ahmed" userId="6abc7d4556b3b071" providerId="LiveId" clId="{37B963A1-BBDE-46C5-80F9-50AE1D86A8AA}" dt="2023-07-31T09:22:53.971" v="972" actId="20577"/>
          <ac:spMkLst>
            <pc:docMk/>
            <pc:sldMk cId="3265271046" sldId="2505"/>
            <ac:spMk id="215" creationId="{00000000-0000-0000-0000-000000000000}"/>
          </ac:spMkLst>
        </pc:spChg>
      </pc:sldChg>
      <pc:sldChg chg="del">
        <pc:chgData name="Owais Ahmed" userId="6abc7d4556b3b071" providerId="LiveId" clId="{37B963A1-BBDE-46C5-80F9-50AE1D86A8AA}" dt="2023-07-31T09:21:45.459" v="783" actId="47"/>
        <pc:sldMkLst>
          <pc:docMk/>
          <pc:sldMk cId="1739639881" sldId="2506"/>
        </pc:sldMkLst>
      </pc:sldChg>
      <pc:sldChg chg="del">
        <pc:chgData name="Owais Ahmed" userId="6abc7d4556b3b071" providerId="LiveId" clId="{37B963A1-BBDE-46C5-80F9-50AE1D86A8AA}" dt="2023-07-31T10:38:06.068" v="1190" actId="47"/>
        <pc:sldMkLst>
          <pc:docMk/>
          <pc:sldMk cId="1552213775" sldId="2508"/>
        </pc:sldMkLst>
      </pc:sldChg>
      <pc:sldChg chg="del">
        <pc:chgData name="Owais Ahmed" userId="6abc7d4556b3b071" providerId="LiveId" clId="{37B963A1-BBDE-46C5-80F9-50AE1D86A8AA}" dt="2023-07-31T10:38:06.999" v="1191" actId="47"/>
        <pc:sldMkLst>
          <pc:docMk/>
          <pc:sldMk cId="3768378318" sldId="2509"/>
        </pc:sldMkLst>
      </pc:sldChg>
      <pc:sldChg chg="del">
        <pc:chgData name="Owais Ahmed" userId="6abc7d4556b3b071" providerId="LiveId" clId="{37B963A1-BBDE-46C5-80F9-50AE1D86A8AA}" dt="2023-07-31T10:38:11.466" v="1192" actId="47"/>
        <pc:sldMkLst>
          <pc:docMk/>
          <pc:sldMk cId="64818802" sldId="2511"/>
        </pc:sldMkLst>
      </pc:sldChg>
      <pc:sldChg chg="del">
        <pc:chgData name="Owais Ahmed" userId="6abc7d4556b3b071" providerId="LiveId" clId="{37B963A1-BBDE-46C5-80F9-50AE1D86A8AA}" dt="2023-07-31T10:38:12.003" v="1193" actId="47"/>
        <pc:sldMkLst>
          <pc:docMk/>
          <pc:sldMk cId="2129317129" sldId="2512"/>
        </pc:sldMkLst>
      </pc:sldChg>
      <pc:sldChg chg="del">
        <pc:chgData name="Owais Ahmed" userId="6abc7d4556b3b071" providerId="LiveId" clId="{37B963A1-BBDE-46C5-80F9-50AE1D86A8AA}" dt="2023-07-31T10:38:13.201" v="1194" actId="47"/>
        <pc:sldMkLst>
          <pc:docMk/>
          <pc:sldMk cId="2427359866" sldId="2513"/>
        </pc:sldMkLst>
      </pc:sldChg>
      <pc:sldChg chg="del">
        <pc:chgData name="Owais Ahmed" userId="6abc7d4556b3b071" providerId="LiveId" clId="{37B963A1-BBDE-46C5-80F9-50AE1D86A8AA}" dt="2023-07-31T10:38:13.688" v="1195" actId="47"/>
        <pc:sldMkLst>
          <pc:docMk/>
          <pc:sldMk cId="3068889018" sldId="2514"/>
        </pc:sldMkLst>
      </pc:sldChg>
      <pc:sldChg chg="del">
        <pc:chgData name="Owais Ahmed" userId="6abc7d4556b3b071" providerId="LiveId" clId="{37B963A1-BBDE-46C5-80F9-50AE1D86A8AA}" dt="2023-07-31T10:38:14.595" v="1196" actId="47"/>
        <pc:sldMkLst>
          <pc:docMk/>
          <pc:sldMk cId="1205181684" sldId="2515"/>
        </pc:sldMkLst>
      </pc:sldChg>
      <pc:sldChg chg="addSp delSp modSp add mod delAnim modAnim modNotesTx">
        <pc:chgData name="Owais Ahmed" userId="6abc7d4556b3b071" providerId="LiveId" clId="{37B963A1-BBDE-46C5-80F9-50AE1D86A8AA}" dt="2023-07-31T09:22:46.783" v="967" actId="403"/>
        <pc:sldMkLst>
          <pc:docMk/>
          <pc:sldMk cId="2990752692" sldId="2547"/>
        </pc:sldMkLst>
        <pc:spChg chg="mod topLvl">
          <ac:chgData name="Owais Ahmed" userId="6abc7d4556b3b071" providerId="LiveId" clId="{37B963A1-BBDE-46C5-80F9-50AE1D86A8AA}" dt="2023-07-31T09:20:36.919" v="776" actId="164"/>
          <ac:spMkLst>
            <pc:docMk/>
            <pc:sldMk cId="2990752692" sldId="2547"/>
            <ac:spMk id="15" creationId="{DC6F760B-B39C-5030-E5E4-86E3BAA89B86}"/>
          </ac:spMkLst>
        </pc:spChg>
        <pc:spChg chg="mod">
          <ac:chgData name="Owais Ahmed" userId="6abc7d4556b3b071" providerId="LiveId" clId="{37B963A1-BBDE-46C5-80F9-50AE1D86A8AA}" dt="2023-07-31T08:55:07.954" v="87" actId="165"/>
          <ac:spMkLst>
            <pc:docMk/>
            <pc:sldMk cId="2990752692" sldId="2547"/>
            <ac:spMk id="16" creationId="{4D64877C-85F6-9B39-1678-973D20FB4164}"/>
          </ac:spMkLst>
        </pc:spChg>
        <pc:spChg chg="mod">
          <ac:chgData name="Owais Ahmed" userId="6abc7d4556b3b071" providerId="LiveId" clId="{37B963A1-BBDE-46C5-80F9-50AE1D86A8AA}" dt="2023-07-31T08:55:07.954" v="87" actId="165"/>
          <ac:spMkLst>
            <pc:docMk/>
            <pc:sldMk cId="2990752692" sldId="2547"/>
            <ac:spMk id="17" creationId="{44C1438B-BC38-00D5-EEB2-1F3CC04A3BC5}"/>
          </ac:spMkLst>
        </pc:spChg>
        <pc:spChg chg="mod">
          <ac:chgData name="Owais Ahmed" userId="6abc7d4556b3b071" providerId="LiveId" clId="{37B963A1-BBDE-46C5-80F9-50AE1D86A8AA}" dt="2023-07-31T08:55:07.954" v="87" actId="165"/>
          <ac:spMkLst>
            <pc:docMk/>
            <pc:sldMk cId="2990752692" sldId="2547"/>
            <ac:spMk id="18" creationId="{80ECA507-EC6B-37A3-DBE4-A82F10397D42}"/>
          </ac:spMkLst>
        </pc:spChg>
        <pc:spChg chg="mod">
          <ac:chgData name="Owais Ahmed" userId="6abc7d4556b3b071" providerId="LiveId" clId="{37B963A1-BBDE-46C5-80F9-50AE1D86A8AA}" dt="2023-07-31T08:55:07.954" v="87" actId="165"/>
          <ac:spMkLst>
            <pc:docMk/>
            <pc:sldMk cId="2990752692" sldId="2547"/>
            <ac:spMk id="19" creationId="{209A12DE-3FC7-4C93-C10F-E3E7B487CB04}"/>
          </ac:spMkLst>
        </pc:spChg>
        <pc:spChg chg="mod">
          <ac:chgData name="Owais Ahmed" userId="6abc7d4556b3b071" providerId="LiveId" clId="{37B963A1-BBDE-46C5-80F9-50AE1D86A8AA}" dt="2023-07-31T08:55:07.954" v="87" actId="165"/>
          <ac:spMkLst>
            <pc:docMk/>
            <pc:sldMk cId="2990752692" sldId="2547"/>
            <ac:spMk id="20" creationId="{E628DB0C-884C-523B-770A-FE29A86777A0}"/>
          </ac:spMkLst>
        </pc:spChg>
        <pc:spChg chg="mod">
          <ac:chgData name="Owais Ahmed" userId="6abc7d4556b3b071" providerId="LiveId" clId="{37B963A1-BBDE-46C5-80F9-50AE1D86A8AA}" dt="2023-07-31T08:55:07.954" v="87" actId="165"/>
          <ac:spMkLst>
            <pc:docMk/>
            <pc:sldMk cId="2990752692" sldId="2547"/>
            <ac:spMk id="21" creationId="{984C53CB-E500-546B-DAE2-8AF058E1456A}"/>
          </ac:spMkLst>
        </pc:spChg>
        <pc:spChg chg="mod">
          <ac:chgData name="Owais Ahmed" userId="6abc7d4556b3b071" providerId="LiveId" clId="{37B963A1-BBDE-46C5-80F9-50AE1D86A8AA}" dt="2023-07-31T09:18:02.201" v="750" actId="165"/>
          <ac:spMkLst>
            <pc:docMk/>
            <pc:sldMk cId="2990752692" sldId="2547"/>
            <ac:spMk id="22" creationId="{9BE88246-7287-BC44-53EF-4449075DC5BE}"/>
          </ac:spMkLst>
        </pc:spChg>
        <pc:spChg chg="mod">
          <ac:chgData name="Owais Ahmed" userId="6abc7d4556b3b071" providerId="LiveId" clId="{37B963A1-BBDE-46C5-80F9-50AE1D86A8AA}" dt="2023-07-31T09:18:02.201" v="750" actId="165"/>
          <ac:spMkLst>
            <pc:docMk/>
            <pc:sldMk cId="2990752692" sldId="2547"/>
            <ac:spMk id="23" creationId="{FF497BF7-184D-AE69-79FD-2DE9102160C2}"/>
          </ac:spMkLst>
        </pc:spChg>
        <pc:spChg chg="mod">
          <ac:chgData name="Owais Ahmed" userId="6abc7d4556b3b071" providerId="LiveId" clId="{37B963A1-BBDE-46C5-80F9-50AE1D86A8AA}" dt="2023-07-31T09:18:02.201" v="750" actId="165"/>
          <ac:spMkLst>
            <pc:docMk/>
            <pc:sldMk cId="2990752692" sldId="2547"/>
            <ac:spMk id="24" creationId="{F37097D9-0CF3-F099-EF6F-82A85882EA07}"/>
          </ac:spMkLst>
        </pc:spChg>
        <pc:spChg chg="mod">
          <ac:chgData name="Owais Ahmed" userId="6abc7d4556b3b071" providerId="LiveId" clId="{37B963A1-BBDE-46C5-80F9-50AE1D86A8AA}" dt="2023-07-31T09:18:02.201" v="750" actId="165"/>
          <ac:spMkLst>
            <pc:docMk/>
            <pc:sldMk cId="2990752692" sldId="2547"/>
            <ac:spMk id="25" creationId="{7ACC3884-9A28-F258-79A5-B99975786539}"/>
          </ac:spMkLst>
        </pc:spChg>
        <pc:spChg chg="mod">
          <ac:chgData name="Owais Ahmed" userId="6abc7d4556b3b071" providerId="LiveId" clId="{37B963A1-BBDE-46C5-80F9-50AE1D86A8AA}" dt="2023-07-31T09:18:02.201" v="750" actId="165"/>
          <ac:spMkLst>
            <pc:docMk/>
            <pc:sldMk cId="2990752692" sldId="2547"/>
            <ac:spMk id="26" creationId="{41974825-FD22-6AE1-DD38-EEB7C995FD26}"/>
          </ac:spMkLst>
        </pc:spChg>
        <pc:spChg chg="mod">
          <ac:chgData name="Owais Ahmed" userId="6abc7d4556b3b071" providerId="LiveId" clId="{37B963A1-BBDE-46C5-80F9-50AE1D86A8AA}" dt="2023-07-31T09:18:02.201" v="750" actId="165"/>
          <ac:spMkLst>
            <pc:docMk/>
            <pc:sldMk cId="2990752692" sldId="2547"/>
            <ac:spMk id="27" creationId="{FF99B84C-AD39-025D-1AD7-398BA21321E2}"/>
          </ac:spMkLst>
        </pc:spChg>
        <pc:spChg chg="add mod">
          <ac:chgData name="Owais Ahmed" userId="6abc7d4556b3b071" providerId="LiveId" clId="{37B963A1-BBDE-46C5-80F9-50AE1D86A8AA}" dt="2023-07-31T09:09:14.811" v="334" actId="20577"/>
          <ac:spMkLst>
            <pc:docMk/>
            <pc:sldMk cId="2990752692" sldId="2547"/>
            <ac:spMk id="28" creationId="{3CF5A4AF-4C9B-6C47-774C-B86A9D88CB45}"/>
          </ac:spMkLst>
        </pc:spChg>
        <pc:spChg chg="mod topLvl">
          <ac:chgData name="Owais Ahmed" userId="6abc7d4556b3b071" providerId="LiveId" clId="{37B963A1-BBDE-46C5-80F9-50AE1D86A8AA}" dt="2023-07-31T09:20:49.945" v="777" actId="164"/>
          <ac:spMkLst>
            <pc:docMk/>
            <pc:sldMk cId="2990752692" sldId="2547"/>
            <ac:spMk id="41" creationId="{65A13C73-0C8F-27B4-E786-64718770BEAE}"/>
          </ac:spMkLst>
        </pc:spChg>
        <pc:spChg chg="mod">
          <ac:chgData name="Owais Ahmed" userId="6abc7d4556b3b071" providerId="LiveId" clId="{37B963A1-BBDE-46C5-80F9-50AE1D86A8AA}" dt="2023-07-31T08:57:10.217" v="124" actId="165"/>
          <ac:spMkLst>
            <pc:docMk/>
            <pc:sldMk cId="2990752692" sldId="2547"/>
            <ac:spMk id="42" creationId="{FAD223D6-B000-D11B-4311-9D22E58DD05B}"/>
          </ac:spMkLst>
        </pc:spChg>
        <pc:spChg chg="mod">
          <ac:chgData name="Owais Ahmed" userId="6abc7d4556b3b071" providerId="LiveId" clId="{37B963A1-BBDE-46C5-80F9-50AE1D86A8AA}" dt="2023-07-31T08:57:10.217" v="124" actId="165"/>
          <ac:spMkLst>
            <pc:docMk/>
            <pc:sldMk cId="2990752692" sldId="2547"/>
            <ac:spMk id="43" creationId="{737E9D41-5F4D-5970-E45A-7E773F4A9236}"/>
          </ac:spMkLst>
        </pc:spChg>
        <pc:spChg chg="mod">
          <ac:chgData name="Owais Ahmed" userId="6abc7d4556b3b071" providerId="LiveId" clId="{37B963A1-BBDE-46C5-80F9-50AE1D86A8AA}" dt="2023-07-31T09:18:02.201" v="750" actId="165"/>
          <ac:spMkLst>
            <pc:docMk/>
            <pc:sldMk cId="2990752692" sldId="2547"/>
            <ac:spMk id="44" creationId="{816F4A88-298B-8E58-D5D2-A2A5E8D99466}"/>
          </ac:spMkLst>
        </pc:spChg>
        <pc:spChg chg="mod">
          <ac:chgData name="Owais Ahmed" userId="6abc7d4556b3b071" providerId="LiveId" clId="{37B963A1-BBDE-46C5-80F9-50AE1D86A8AA}" dt="2023-07-31T09:18:02.201" v="750" actId="165"/>
          <ac:spMkLst>
            <pc:docMk/>
            <pc:sldMk cId="2990752692" sldId="2547"/>
            <ac:spMk id="45" creationId="{0EA41C65-4FF2-E3EF-7074-CED8002578F8}"/>
          </ac:spMkLst>
        </pc:spChg>
        <pc:spChg chg="mod">
          <ac:chgData name="Owais Ahmed" userId="6abc7d4556b3b071" providerId="LiveId" clId="{37B963A1-BBDE-46C5-80F9-50AE1D86A8AA}" dt="2023-07-31T09:18:02.201" v="750" actId="165"/>
          <ac:spMkLst>
            <pc:docMk/>
            <pc:sldMk cId="2990752692" sldId="2547"/>
            <ac:spMk id="46" creationId="{3C04EA08-2F73-6132-D0D5-677D1950D5B1}"/>
          </ac:spMkLst>
        </pc:spChg>
        <pc:spChg chg="mod">
          <ac:chgData name="Owais Ahmed" userId="6abc7d4556b3b071" providerId="LiveId" clId="{37B963A1-BBDE-46C5-80F9-50AE1D86A8AA}" dt="2023-07-31T09:18:02.201" v="750" actId="165"/>
          <ac:spMkLst>
            <pc:docMk/>
            <pc:sldMk cId="2990752692" sldId="2547"/>
            <ac:spMk id="47" creationId="{BDA10306-57CB-4BA0-9EC3-A496E294E950}"/>
          </ac:spMkLst>
        </pc:spChg>
        <pc:spChg chg="mod">
          <ac:chgData name="Owais Ahmed" userId="6abc7d4556b3b071" providerId="LiveId" clId="{37B963A1-BBDE-46C5-80F9-50AE1D86A8AA}" dt="2023-07-31T09:18:02.201" v="750" actId="165"/>
          <ac:spMkLst>
            <pc:docMk/>
            <pc:sldMk cId="2990752692" sldId="2547"/>
            <ac:spMk id="48" creationId="{C1100074-A548-2509-ED52-EB7C38593BC1}"/>
          </ac:spMkLst>
        </pc:spChg>
        <pc:spChg chg="mod">
          <ac:chgData name="Owais Ahmed" userId="6abc7d4556b3b071" providerId="LiveId" clId="{37B963A1-BBDE-46C5-80F9-50AE1D86A8AA}" dt="2023-07-31T09:18:02.201" v="750" actId="165"/>
          <ac:spMkLst>
            <pc:docMk/>
            <pc:sldMk cId="2990752692" sldId="2547"/>
            <ac:spMk id="49" creationId="{CAD70082-5D12-C389-1250-2B501F7083E0}"/>
          </ac:spMkLst>
        </pc:spChg>
        <pc:spChg chg="mod">
          <ac:chgData name="Owais Ahmed" userId="6abc7d4556b3b071" providerId="LiveId" clId="{37B963A1-BBDE-46C5-80F9-50AE1D86A8AA}" dt="2023-07-31T09:18:02.201" v="750" actId="165"/>
          <ac:spMkLst>
            <pc:docMk/>
            <pc:sldMk cId="2990752692" sldId="2547"/>
            <ac:spMk id="50" creationId="{0AE7C3E5-5A63-B98D-5393-99A5BD716A10}"/>
          </ac:spMkLst>
        </pc:spChg>
        <pc:spChg chg="mod">
          <ac:chgData name="Owais Ahmed" userId="6abc7d4556b3b071" providerId="LiveId" clId="{37B963A1-BBDE-46C5-80F9-50AE1D86A8AA}" dt="2023-07-31T09:18:02.201" v="750" actId="165"/>
          <ac:spMkLst>
            <pc:docMk/>
            <pc:sldMk cId="2990752692" sldId="2547"/>
            <ac:spMk id="51" creationId="{BFDE44AD-225D-0228-1B4F-AD622A3F3DAC}"/>
          </ac:spMkLst>
        </pc:spChg>
        <pc:spChg chg="mod">
          <ac:chgData name="Owais Ahmed" userId="6abc7d4556b3b071" providerId="LiveId" clId="{37B963A1-BBDE-46C5-80F9-50AE1D86A8AA}" dt="2023-07-31T09:18:02.201" v="750" actId="165"/>
          <ac:spMkLst>
            <pc:docMk/>
            <pc:sldMk cId="2990752692" sldId="2547"/>
            <ac:spMk id="52" creationId="{17B4C07E-F879-E532-325D-6FF08D8505F5}"/>
          </ac:spMkLst>
        </pc:spChg>
        <pc:spChg chg="mod">
          <ac:chgData name="Owais Ahmed" userId="6abc7d4556b3b071" providerId="LiveId" clId="{37B963A1-BBDE-46C5-80F9-50AE1D86A8AA}" dt="2023-07-31T09:18:02.201" v="750" actId="165"/>
          <ac:spMkLst>
            <pc:docMk/>
            <pc:sldMk cId="2990752692" sldId="2547"/>
            <ac:spMk id="53" creationId="{DBACB512-33CF-F8B0-F274-8E68DEEA6F61}"/>
          </ac:spMkLst>
        </pc:spChg>
        <pc:spChg chg="add mod topLvl">
          <ac:chgData name="Owais Ahmed" userId="6abc7d4556b3b071" providerId="LiveId" clId="{37B963A1-BBDE-46C5-80F9-50AE1D86A8AA}" dt="2023-07-31T09:20:36.919" v="776" actId="164"/>
          <ac:spMkLst>
            <pc:docMk/>
            <pc:sldMk cId="2990752692" sldId="2547"/>
            <ac:spMk id="54" creationId="{99338666-DEB8-F6EC-51E5-745FCFA2E885}"/>
          </ac:spMkLst>
        </pc:spChg>
        <pc:spChg chg="add mod topLvl">
          <ac:chgData name="Owais Ahmed" userId="6abc7d4556b3b071" providerId="LiveId" clId="{37B963A1-BBDE-46C5-80F9-50AE1D86A8AA}" dt="2023-07-31T09:20:49.945" v="777" actId="164"/>
          <ac:spMkLst>
            <pc:docMk/>
            <pc:sldMk cId="2990752692" sldId="2547"/>
            <ac:spMk id="55" creationId="{30288481-E2CE-CAE2-718C-4835D8DD75DC}"/>
          </ac:spMkLst>
        </pc:spChg>
        <pc:spChg chg="add mod">
          <ac:chgData name="Owais Ahmed" userId="6abc7d4556b3b071" providerId="LiveId" clId="{37B963A1-BBDE-46C5-80F9-50AE1D86A8AA}" dt="2023-07-31T09:22:46.783" v="967" actId="403"/>
          <ac:spMkLst>
            <pc:docMk/>
            <pc:sldMk cId="2990752692" sldId="2547"/>
            <ac:spMk id="59" creationId="{AEBA77B2-6B0E-289B-7846-D44A6069D647}"/>
          </ac:spMkLst>
        </pc:spChg>
        <pc:spChg chg="add mod">
          <ac:chgData name="Owais Ahmed" userId="6abc7d4556b3b071" providerId="LiveId" clId="{37B963A1-BBDE-46C5-80F9-50AE1D86A8AA}" dt="2023-07-31T09:22:46.783" v="967" actId="403"/>
          <ac:spMkLst>
            <pc:docMk/>
            <pc:sldMk cId="2990752692" sldId="2547"/>
            <ac:spMk id="60" creationId="{EFC90799-BF57-EE8B-DF49-5414F3CF27C9}"/>
          </ac:spMkLst>
        </pc:spChg>
        <pc:spChg chg="add mod">
          <ac:chgData name="Owais Ahmed" userId="6abc7d4556b3b071" providerId="LiveId" clId="{37B963A1-BBDE-46C5-80F9-50AE1D86A8AA}" dt="2023-07-31T09:22:46.783" v="967" actId="403"/>
          <ac:spMkLst>
            <pc:docMk/>
            <pc:sldMk cId="2990752692" sldId="2547"/>
            <ac:spMk id="61" creationId="{88132603-AC6B-83B7-25E0-6DF149BFC222}"/>
          </ac:spMkLst>
        </pc:spChg>
        <pc:spChg chg="add del mod">
          <ac:chgData name="Owais Ahmed" userId="6abc7d4556b3b071" providerId="LiveId" clId="{37B963A1-BBDE-46C5-80F9-50AE1D86A8AA}" dt="2023-07-31T09:12:52.925" v="650" actId="478"/>
          <ac:spMkLst>
            <pc:docMk/>
            <pc:sldMk cId="2990752692" sldId="2547"/>
            <ac:spMk id="62" creationId="{160F6A0F-14C0-D289-3FA8-8B642113998A}"/>
          </ac:spMkLst>
        </pc:spChg>
        <pc:spChg chg="add mod">
          <ac:chgData name="Owais Ahmed" userId="6abc7d4556b3b071" providerId="LiveId" clId="{37B963A1-BBDE-46C5-80F9-50AE1D86A8AA}" dt="2023-07-31T09:11:03.076" v="428"/>
          <ac:spMkLst>
            <pc:docMk/>
            <pc:sldMk cId="2990752692" sldId="2547"/>
            <ac:spMk id="63" creationId="{17FDEC2C-8828-23D7-6FE5-B3BA1A6B574A}"/>
          </ac:spMkLst>
        </pc:spChg>
        <pc:spChg chg="mod">
          <ac:chgData name="Owais Ahmed" userId="6abc7d4556b3b071" providerId="LiveId" clId="{37B963A1-BBDE-46C5-80F9-50AE1D86A8AA}" dt="2023-07-31T09:14:12.764" v="658"/>
          <ac:spMkLst>
            <pc:docMk/>
            <pc:sldMk cId="2990752692" sldId="2547"/>
            <ac:spMk id="74" creationId="{054B95CB-9A51-3048-2AAA-192413CAEA37}"/>
          </ac:spMkLst>
        </pc:spChg>
        <pc:spChg chg="mod">
          <ac:chgData name="Owais Ahmed" userId="6abc7d4556b3b071" providerId="LiveId" clId="{37B963A1-BBDE-46C5-80F9-50AE1D86A8AA}" dt="2023-07-31T09:14:12.764" v="658"/>
          <ac:spMkLst>
            <pc:docMk/>
            <pc:sldMk cId="2990752692" sldId="2547"/>
            <ac:spMk id="75" creationId="{AFE9CA9E-E9CD-B864-B428-15F9F133750B}"/>
          </ac:spMkLst>
        </pc:spChg>
        <pc:spChg chg="mod">
          <ac:chgData name="Owais Ahmed" userId="6abc7d4556b3b071" providerId="LiveId" clId="{37B963A1-BBDE-46C5-80F9-50AE1D86A8AA}" dt="2023-07-31T09:14:12.764" v="658"/>
          <ac:spMkLst>
            <pc:docMk/>
            <pc:sldMk cId="2990752692" sldId="2547"/>
            <ac:spMk id="76" creationId="{51288A97-1F21-E43E-415E-B6D252BC28BB}"/>
          </ac:spMkLst>
        </pc:spChg>
        <pc:spChg chg="mod">
          <ac:chgData name="Owais Ahmed" userId="6abc7d4556b3b071" providerId="LiveId" clId="{37B963A1-BBDE-46C5-80F9-50AE1D86A8AA}" dt="2023-07-31T09:14:12.764" v="658"/>
          <ac:spMkLst>
            <pc:docMk/>
            <pc:sldMk cId="2990752692" sldId="2547"/>
            <ac:spMk id="77" creationId="{7498511B-4AAA-3BA2-C7F2-62B8E45AE402}"/>
          </ac:spMkLst>
        </pc:spChg>
        <pc:spChg chg="mod">
          <ac:chgData name="Owais Ahmed" userId="6abc7d4556b3b071" providerId="LiveId" clId="{37B963A1-BBDE-46C5-80F9-50AE1D86A8AA}" dt="2023-07-31T09:14:12.764" v="658"/>
          <ac:spMkLst>
            <pc:docMk/>
            <pc:sldMk cId="2990752692" sldId="2547"/>
            <ac:spMk id="78" creationId="{237D90D8-4CC0-D47B-4942-0F53F202BA1E}"/>
          </ac:spMkLst>
        </pc:spChg>
        <pc:spChg chg="mod">
          <ac:chgData name="Owais Ahmed" userId="6abc7d4556b3b071" providerId="LiveId" clId="{37B963A1-BBDE-46C5-80F9-50AE1D86A8AA}" dt="2023-07-31T09:14:12.764" v="658"/>
          <ac:spMkLst>
            <pc:docMk/>
            <pc:sldMk cId="2990752692" sldId="2547"/>
            <ac:spMk id="79" creationId="{4016E780-3ABC-EE2C-C6F6-D87FB4ECC018}"/>
          </ac:spMkLst>
        </pc:spChg>
        <pc:spChg chg="mod">
          <ac:chgData name="Owais Ahmed" userId="6abc7d4556b3b071" providerId="LiveId" clId="{37B963A1-BBDE-46C5-80F9-50AE1D86A8AA}" dt="2023-07-31T09:14:12.764" v="658"/>
          <ac:spMkLst>
            <pc:docMk/>
            <pc:sldMk cId="2990752692" sldId="2547"/>
            <ac:spMk id="80" creationId="{15E31881-E118-5136-F65C-C5B20360AB1F}"/>
          </ac:spMkLst>
        </pc:spChg>
        <pc:spChg chg="mod">
          <ac:chgData name="Owais Ahmed" userId="6abc7d4556b3b071" providerId="LiveId" clId="{37B963A1-BBDE-46C5-80F9-50AE1D86A8AA}" dt="2023-07-31T09:14:12.764" v="658"/>
          <ac:spMkLst>
            <pc:docMk/>
            <pc:sldMk cId="2990752692" sldId="2547"/>
            <ac:spMk id="81" creationId="{5FDBC11E-AE4C-3A31-FE83-8475CA853C44}"/>
          </ac:spMkLst>
        </pc:spChg>
        <pc:spChg chg="mod">
          <ac:chgData name="Owais Ahmed" userId="6abc7d4556b3b071" providerId="LiveId" clId="{37B963A1-BBDE-46C5-80F9-50AE1D86A8AA}" dt="2023-07-31T09:14:12.764" v="658"/>
          <ac:spMkLst>
            <pc:docMk/>
            <pc:sldMk cId="2990752692" sldId="2547"/>
            <ac:spMk id="82" creationId="{DB2AC896-002B-3199-5EF5-7B030B2C49DD}"/>
          </ac:spMkLst>
        </pc:spChg>
        <pc:spChg chg="mod">
          <ac:chgData name="Owais Ahmed" userId="6abc7d4556b3b071" providerId="LiveId" clId="{37B963A1-BBDE-46C5-80F9-50AE1D86A8AA}" dt="2023-07-31T09:14:12.764" v="658"/>
          <ac:spMkLst>
            <pc:docMk/>
            <pc:sldMk cId="2990752692" sldId="2547"/>
            <ac:spMk id="83" creationId="{56A86C1C-8240-E041-F883-9D23A4696CBE}"/>
          </ac:spMkLst>
        </pc:spChg>
        <pc:spChg chg="mod">
          <ac:chgData name="Owais Ahmed" userId="6abc7d4556b3b071" providerId="LiveId" clId="{37B963A1-BBDE-46C5-80F9-50AE1D86A8AA}" dt="2023-07-31T09:14:12.764" v="658"/>
          <ac:spMkLst>
            <pc:docMk/>
            <pc:sldMk cId="2990752692" sldId="2547"/>
            <ac:spMk id="84" creationId="{4E3590E7-5AFF-1105-07E2-B3D2C3CDFDCD}"/>
          </ac:spMkLst>
        </pc:spChg>
        <pc:spChg chg="mod">
          <ac:chgData name="Owais Ahmed" userId="6abc7d4556b3b071" providerId="LiveId" clId="{37B963A1-BBDE-46C5-80F9-50AE1D86A8AA}" dt="2023-07-31T09:14:12.764" v="658"/>
          <ac:spMkLst>
            <pc:docMk/>
            <pc:sldMk cId="2990752692" sldId="2547"/>
            <ac:spMk id="85" creationId="{8E1A532B-218C-2D90-CA75-17A455384A69}"/>
          </ac:spMkLst>
        </pc:spChg>
        <pc:spChg chg="add del mod">
          <ac:chgData name="Owais Ahmed" userId="6abc7d4556b3b071" providerId="LiveId" clId="{37B963A1-BBDE-46C5-80F9-50AE1D86A8AA}" dt="2023-07-31T09:14:18.628" v="661"/>
          <ac:spMkLst>
            <pc:docMk/>
            <pc:sldMk cId="2990752692" sldId="2547"/>
            <ac:spMk id="86" creationId="{524622F4-397C-F654-14E9-70C0987CC37C}"/>
          </ac:spMkLst>
        </pc:spChg>
        <pc:spChg chg="mod topLvl">
          <ac:chgData name="Owais Ahmed" userId="6abc7d4556b3b071" providerId="LiveId" clId="{37B963A1-BBDE-46C5-80F9-50AE1D86A8AA}" dt="2023-07-31T09:21:01.400" v="778" actId="164"/>
          <ac:spMkLst>
            <pc:docMk/>
            <pc:sldMk cId="2990752692" sldId="2547"/>
            <ac:spMk id="98" creationId="{41A8297C-ABA5-9274-136D-4E111480AD79}"/>
          </ac:spMkLst>
        </pc:spChg>
        <pc:spChg chg="mod topLvl">
          <ac:chgData name="Owais Ahmed" userId="6abc7d4556b3b071" providerId="LiveId" clId="{37B963A1-BBDE-46C5-80F9-50AE1D86A8AA}" dt="2023-07-31T09:21:01.400" v="778" actId="164"/>
          <ac:spMkLst>
            <pc:docMk/>
            <pc:sldMk cId="2990752692" sldId="2547"/>
            <ac:spMk id="99" creationId="{9584D462-E423-388D-2266-47477C49C31C}"/>
          </ac:spMkLst>
        </pc:spChg>
        <pc:spChg chg="del mod">
          <ac:chgData name="Owais Ahmed" userId="6abc7d4556b3b071" providerId="LiveId" clId="{37B963A1-BBDE-46C5-80F9-50AE1D86A8AA}" dt="2023-07-31T09:15:11.007" v="723" actId="478"/>
          <ac:spMkLst>
            <pc:docMk/>
            <pc:sldMk cId="2990752692" sldId="2547"/>
            <ac:spMk id="100" creationId="{79F34ECD-37F8-E73F-69C3-A735E6B1FA95}"/>
          </ac:spMkLst>
        </pc:spChg>
        <pc:spChg chg="del mod">
          <ac:chgData name="Owais Ahmed" userId="6abc7d4556b3b071" providerId="LiveId" clId="{37B963A1-BBDE-46C5-80F9-50AE1D86A8AA}" dt="2023-07-31T09:15:13.387" v="724" actId="478"/>
          <ac:spMkLst>
            <pc:docMk/>
            <pc:sldMk cId="2990752692" sldId="2547"/>
            <ac:spMk id="101" creationId="{51A59373-AAE3-3C8A-1697-4A1D330D8960}"/>
          </ac:spMkLst>
        </pc:spChg>
        <pc:spChg chg="mod">
          <ac:chgData name="Owais Ahmed" userId="6abc7d4556b3b071" providerId="LiveId" clId="{37B963A1-BBDE-46C5-80F9-50AE1D86A8AA}" dt="2023-07-31T09:18:02.201" v="750" actId="165"/>
          <ac:spMkLst>
            <pc:docMk/>
            <pc:sldMk cId="2990752692" sldId="2547"/>
            <ac:spMk id="102" creationId="{0BCCD3B4-01D0-57D5-D52B-40832A8C8689}"/>
          </ac:spMkLst>
        </pc:spChg>
        <pc:spChg chg="mod">
          <ac:chgData name="Owais Ahmed" userId="6abc7d4556b3b071" providerId="LiveId" clId="{37B963A1-BBDE-46C5-80F9-50AE1D86A8AA}" dt="2023-07-31T09:18:02.201" v="750" actId="165"/>
          <ac:spMkLst>
            <pc:docMk/>
            <pc:sldMk cId="2990752692" sldId="2547"/>
            <ac:spMk id="103" creationId="{C6C495E4-99CE-CB65-1420-9DB3F247FAAC}"/>
          </ac:spMkLst>
        </pc:spChg>
        <pc:spChg chg="mod">
          <ac:chgData name="Owais Ahmed" userId="6abc7d4556b3b071" providerId="LiveId" clId="{37B963A1-BBDE-46C5-80F9-50AE1D86A8AA}" dt="2023-07-31T09:18:02.201" v="750" actId="165"/>
          <ac:spMkLst>
            <pc:docMk/>
            <pc:sldMk cId="2990752692" sldId="2547"/>
            <ac:spMk id="104" creationId="{E11B8839-4A1F-FB0D-AA32-3C5372CE22A1}"/>
          </ac:spMkLst>
        </pc:spChg>
        <pc:spChg chg="mod">
          <ac:chgData name="Owais Ahmed" userId="6abc7d4556b3b071" providerId="LiveId" clId="{37B963A1-BBDE-46C5-80F9-50AE1D86A8AA}" dt="2023-07-31T09:18:02.201" v="750" actId="165"/>
          <ac:spMkLst>
            <pc:docMk/>
            <pc:sldMk cId="2990752692" sldId="2547"/>
            <ac:spMk id="105" creationId="{64083CC9-ED12-5FC8-A52B-538E0A11B194}"/>
          </ac:spMkLst>
        </pc:spChg>
        <pc:spChg chg="mod">
          <ac:chgData name="Owais Ahmed" userId="6abc7d4556b3b071" providerId="LiveId" clId="{37B963A1-BBDE-46C5-80F9-50AE1D86A8AA}" dt="2023-07-31T09:18:02.201" v="750" actId="165"/>
          <ac:spMkLst>
            <pc:docMk/>
            <pc:sldMk cId="2990752692" sldId="2547"/>
            <ac:spMk id="106" creationId="{D75BF01A-643E-8360-A035-6FA5364E8697}"/>
          </ac:spMkLst>
        </pc:spChg>
        <pc:spChg chg="mod">
          <ac:chgData name="Owais Ahmed" userId="6abc7d4556b3b071" providerId="LiveId" clId="{37B963A1-BBDE-46C5-80F9-50AE1D86A8AA}" dt="2023-07-31T09:18:02.201" v="750" actId="165"/>
          <ac:spMkLst>
            <pc:docMk/>
            <pc:sldMk cId="2990752692" sldId="2547"/>
            <ac:spMk id="107" creationId="{1C2C9ECC-518F-6D02-D63E-8AB8D76A5873}"/>
          </ac:spMkLst>
        </pc:spChg>
        <pc:spChg chg="mod">
          <ac:chgData name="Owais Ahmed" userId="6abc7d4556b3b071" providerId="LiveId" clId="{37B963A1-BBDE-46C5-80F9-50AE1D86A8AA}" dt="2023-07-31T09:18:02.201" v="750" actId="165"/>
          <ac:spMkLst>
            <pc:docMk/>
            <pc:sldMk cId="2990752692" sldId="2547"/>
            <ac:spMk id="108" creationId="{9F7DFCFF-A102-C552-2CF8-FE071673ABA4}"/>
          </ac:spMkLst>
        </pc:spChg>
        <pc:spChg chg="mod">
          <ac:chgData name="Owais Ahmed" userId="6abc7d4556b3b071" providerId="LiveId" clId="{37B963A1-BBDE-46C5-80F9-50AE1D86A8AA}" dt="2023-07-31T09:18:02.201" v="750" actId="165"/>
          <ac:spMkLst>
            <pc:docMk/>
            <pc:sldMk cId="2990752692" sldId="2547"/>
            <ac:spMk id="109" creationId="{26FD8ED5-0C54-2EFE-D452-97FE056785F4}"/>
          </ac:spMkLst>
        </pc:spChg>
        <pc:spChg chg="add mod">
          <ac:chgData name="Owais Ahmed" userId="6abc7d4556b3b071" providerId="LiveId" clId="{37B963A1-BBDE-46C5-80F9-50AE1D86A8AA}" dt="2023-07-31T09:22:46.783" v="967" actId="403"/>
          <ac:spMkLst>
            <pc:docMk/>
            <pc:sldMk cId="2990752692" sldId="2547"/>
            <ac:spMk id="110" creationId="{994AD577-6239-2F68-872C-AA6C8C208077}"/>
          </ac:spMkLst>
        </pc:spChg>
        <pc:spChg chg="mod">
          <ac:chgData name="Owais Ahmed" userId="6abc7d4556b3b071" providerId="LiveId" clId="{37B963A1-BBDE-46C5-80F9-50AE1D86A8AA}" dt="2023-07-31T08:53:08.545" v="50" actId="165"/>
          <ac:spMkLst>
            <pc:docMk/>
            <pc:sldMk cId="2990752692" sldId="2547"/>
            <ac:spMk id="208" creationId="{A8900986-A791-5508-527D-C578EE5A78C8}"/>
          </ac:spMkLst>
        </pc:spChg>
        <pc:spChg chg="mod">
          <ac:chgData name="Owais Ahmed" userId="6abc7d4556b3b071" providerId="LiveId" clId="{37B963A1-BBDE-46C5-80F9-50AE1D86A8AA}" dt="2023-07-31T09:07:57.614" v="302" actId="20577"/>
          <ac:spMkLst>
            <pc:docMk/>
            <pc:sldMk cId="2990752692" sldId="2547"/>
            <ac:spMk id="209" creationId="{AAA43F44-647B-CB8D-BCAC-E299685A40F4}"/>
          </ac:spMkLst>
        </pc:spChg>
        <pc:spChg chg="mod">
          <ac:chgData name="Owais Ahmed" userId="6abc7d4556b3b071" providerId="LiveId" clId="{37B963A1-BBDE-46C5-80F9-50AE1D86A8AA}" dt="2023-07-31T08:53:08.545" v="50" actId="165"/>
          <ac:spMkLst>
            <pc:docMk/>
            <pc:sldMk cId="2990752692" sldId="2547"/>
            <ac:spMk id="211" creationId="{52539592-0EE2-2D23-2ABA-F7517973BB8B}"/>
          </ac:spMkLst>
        </pc:spChg>
        <pc:spChg chg="mod">
          <ac:chgData name="Owais Ahmed" userId="6abc7d4556b3b071" providerId="LiveId" clId="{37B963A1-BBDE-46C5-80F9-50AE1D86A8AA}" dt="2023-07-31T08:53:08.545" v="50" actId="165"/>
          <ac:spMkLst>
            <pc:docMk/>
            <pc:sldMk cId="2990752692" sldId="2547"/>
            <ac:spMk id="212" creationId="{DD1F2B0A-F119-5E75-2FFB-9356CD556EC2}"/>
          </ac:spMkLst>
        </pc:spChg>
        <pc:spChg chg="mod">
          <ac:chgData name="Owais Ahmed" userId="6abc7d4556b3b071" providerId="LiveId" clId="{37B963A1-BBDE-46C5-80F9-50AE1D86A8AA}" dt="2023-07-31T09:21:51.886" v="801" actId="20577"/>
          <ac:spMkLst>
            <pc:docMk/>
            <pc:sldMk cId="2990752692" sldId="2547"/>
            <ac:spMk id="215" creationId="{00000000-0000-0000-0000-000000000000}"/>
          </ac:spMkLst>
        </pc:spChg>
        <pc:spChg chg="mod">
          <ac:chgData name="Owais Ahmed" userId="6abc7d4556b3b071" providerId="LiveId" clId="{37B963A1-BBDE-46C5-80F9-50AE1D86A8AA}" dt="2023-07-31T08:53:08.545" v="50" actId="165"/>
          <ac:spMkLst>
            <pc:docMk/>
            <pc:sldMk cId="2990752692" sldId="2547"/>
            <ac:spMk id="218" creationId="{BBD9C430-4629-F148-2C37-17C2EDE09C33}"/>
          </ac:spMkLst>
        </pc:spChg>
        <pc:spChg chg="mod">
          <ac:chgData name="Owais Ahmed" userId="6abc7d4556b3b071" providerId="LiveId" clId="{37B963A1-BBDE-46C5-80F9-50AE1D86A8AA}" dt="2023-07-31T08:53:08.545" v="50" actId="165"/>
          <ac:spMkLst>
            <pc:docMk/>
            <pc:sldMk cId="2990752692" sldId="2547"/>
            <ac:spMk id="219" creationId="{53460AF4-0032-6555-57DC-BA2EEEAA131D}"/>
          </ac:spMkLst>
        </pc:spChg>
        <pc:spChg chg="mod">
          <ac:chgData name="Owais Ahmed" userId="6abc7d4556b3b071" providerId="LiveId" clId="{37B963A1-BBDE-46C5-80F9-50AE1D86A8AA}" dt="2023-07-31T08:53:08.545" v="50" actId="165"/>
          <ac:spMkLst>
            <pc:docMk/>
            <pc:sldMk cId="2990752692" sldId="2547"/>
            <ac:spMk id="222" creationId="{48C0295F-C14C-A447-3B45-BF5524FF2B06}"/>
          </ac:spMkLst>
        </pc:spChg>
        <pc:spChg chg="mod">
          <ac:chgData name="Owais Ahmed" userId="6abc7d4556b3b071" providerId="LiveId" clId="{37B963A1-BBDE-46C5-80F9-50AE1D86A8AA}" dt="2023-07-31T08:53:08.545" v="50" actId="165"/>
          <ac:spMkLst>
            <pc:docMk/>
            <pc:sldMk cId="2990752692" sldId="2547"/>
            <ac:spMk id="223" creationId="{22BB3F06-A225-A578-EDD8-E0F56E540DC4}"/>
          </ac:spMkLst>
        </pc:spChg>
        <pc:spChg chg="del">
          <ac:chgData name="Owais Ahmed" userId="6abc7d4556b3b071" providerId="LiveId" clId="{37B963A1-BBDE-46C5-80F9-50AE1D86A8AA}" dt="2023-07-31T08:52:59.720" v="47" actId="478"/>
          <ac:spMkLst>
            <pc:docMk/>
            <pc:sldMk cId="2990752692" sldId="2547"/>
            <ac:spMk id="226" creationId="{B8468FD2-3C33-1896-5CFD-8300B56B7B2C}"/>
          </ac:spMkLst>
        </pc:spChg>
        <pc:spChg chg="del">
          <ac:chgData name="Owais Ahmed" userId="6abc7d4556b3b071" providerId="LiveId" clId="{37B963A1-BBDE-46C5-80F9-50AE1D86A8AA}" dt="2023-07-31T08:53:01.734" v="48" actId="478"/>
          <ac:spMkLst>
            <pc:docMk/>
            <pc:sldMk cId="2990752692" sldId="2547"/>
            <ac:spMk id="227" creationId="{46DB5FFD-5E7C-35A5-6E4A-0E828F199716}"/>
          </ac:spMkLst>
        </pc:spChg>
        <pc:spChg chg="del">
          <ac:chgData name="Owais Ahmed" userId="6abc7d4556b3b071" providerId="LiveId" clId="{37B963A1-BBDE-46C5-80F9-50AE1D86A8AA}" dt="2023-07-31T08:52:58.331" v="46" actId="478"/>
          <ac:spMkLst>
            <pc:docMk/>
            <pc:sldMk cId="2990752692" sldId="2547"/>
            <ac:spMk id="230" creationId="{C8C215B8-9C7C-9FC3-9055-9E8E1FA346BD}"/>
          </ac:spMkLst>
        </pc:spChg>
        <pc:spChg chg="del">
          <ac:chgData name="Owais Ahmed" userId="6abc7d4556b3b071" providerId="LiveId" clId="{37B963A1-BBDE-46C5-80F9-50AE1D86A8AA}" dt="2023-07-31T08:52:56.848" v="45" actId="478"/>
          <ac:spMkLst>
            <pc:docMk/>
            <pc:sldMk cId="2990752692" sldId="2547"/>
            <ac:spMk id="231" creationId="{8F173504-B851-0ABC-91A8-3CE2CF41B0FB}"/>
          </ac:spMkLst>
        </pc:spChg>
        <pc:spChg chg="mod topLvl">
          <ac:chgData name="Owais Ahmed" userId="6abc7d4556b3b071" providerId="LiveId" clId="{37B963A1-BBDE-46C5-80F9-50AE1D86A8AA}" dt="2023-07-31T09:09:16.961" v="335" actId="20577"/>
          <ac:spMkLst>
            <pc:docMk/>
            <pc:sldMk cId="2990752692" sldId="2547"/>
            <ac:spMk id="233" creationId="{238000E0-F9ED-18FE-FC50-1877EC95625B}"/>
          </ac:spMkLst>
        </pc:spChg>
        <pc:spChg chg="del">
          <ac:chgData name="Owais Ahmed" userId="6abc7d4556b3b071" providerId="LiveId" clId="{37B963A1-BBDE-46C5-80F9-50AE1D86A8AA}" dt="2023-07-31T07:55:32.504" v="38" actId="478"/>
          <ac:spMkLst>
            <pc:docMk/>
            <pc:sldMk cId="2990752692" sldId="2547"/>
            <ac:spMk id="314" creationId="{9BB302EC-15E9-A29A-0919-1062103F1032}"/>
          </ac:spMkLst>
        </pc:spChg>
        <pc:grpChg chg="add del mod">
          <ac:chgData name="Owais Ahmed" userId="6abc7d4556b3b071" providerId="LiveId" clId="{37B963A1-BBDE-46C5-80F9-50AE1D86A8AA}" dt="2023-07-31T08:55:07.954" v="87" actId="165"/>
          <ac:grpSpMkLst>
            <pc:docMk/>
            <pc:sldMk cId="2990752692" sldId="2547"/>
            <ac:grpSpMk id="3" creationId="{7B2A10F0-8013-1FA7-5EC5-6D21EAB73F33}"/>
          </ac:grpSpMkLst>
        </pc:grpChg>
        <pc:grpChg chg="mod topLvl">
          <ac:chgData name="Owais Ahmed" userId="6abc7d4556b3b071" providerId="LiveId" clId="{37B963A1-BBDE-46C5-80F9-50AE1D86A8AA}" dt="2023-07-31T09:20:36.919" v="776" actId="164"/>
          <ac:grpSpMkLst>
            <pc:docMk/>
            <pc:sldMk cId="2990752692" sldId="2547"/>
            <ac:grpSpMk id="4" creationId="{E81A933C-98F7-2A42-C896-F07B92C7F05C}"/>
          </ac:grpSpMkLst>
        </pc:grpChg>
        <pc:grpChg chg="mod topLvl">
          <ac:chgData name="Owais Ahmed" userId="6abc7d4556b3b071" providerId="LiveId" clId="{37B963A1-BBDE-46C5-80F9-50AE1D86A8AA}" dt="2023-07-31T09:20:36.919" v="776" actId="164"/>
          <ac:grpSpMkLst>
            <pc:docMk/>
            <pc:sldMk cId="2990752692" sldId="2547"/>
            <ac:grpSpMk id="5" creationId="{3D923357-38A9-ECD1-2C03-EF2C54EF7CF6}"/>
          </ac:grpSpMkLst>
        </pc:grpChg>
        <pc:grpChg chg="mod topLvl">
          <ac:chgData name="Owais Ahmed" userId="6abc7d4556b3b071" providerId="LiveId" clId="{37B963A1-BBDE-46C5-80F9-50AE1D86A8AA}" dt="2023-07-31T09:20:36.919" v="776" actId="164"/>
          <ac:grpSpMkLst>
            <pc:docMk/>
            <pc:sldMk cId="2990752692" sldId="2547"/>
            <ac:grpSpMk id="7" creationId="{BD9B4F33-48C8-2F48-4A5A-81E40EEE4F40}"/>
          </ac:grpSpMkLst>
        </pc:grpChg>
        <pc:grpChg chg="del mod topLvl">
          <ac:chgData name="Owais Ahmed" userId="6abc7d4556b3b071" providerId="LiveId" clId="{37B963A1-BBDE-46C5-80F9-50AE1D86A8AA}" dt="2023-07-31T08:55:11.083" v="88" actId="478"/>
          <ac:grpSpMkLst>
            <pc:docMk/>
            <pc:sldMk cId="2990752692" sldId="2547"/>
            <ac:grpSpMk id="9" creationId="{2303C201-652E-D5F7-79E3-C352D4056B3F}"/>
          </ac:grpSpMkLst>
        </pc:grpChg>
        <pc:grpChg chg="del mod topLvl">
          <ac:chgData name="Owais Ahmed" userId="6abc7d4556b3b071" providerId="LiveId" clId="{37B963A1-BBDE-46C5-80F9-50AE1D86A8AA}" dt="2023-07-31T08:55:11.083" v="88" actId="478"/>
          <ac:grpSpMkLst>
            <pc:docMk/>
            <pc:sldMk cId="2990752692" sldId="2547"/>
            <ac:grpSpMk id="11" creationId="{44AB4ABF-D347-0C21-5F3F-E2038D6AD90B}"/>
          </ac:grpSpMkLst>
        </pc:grpChg>
        <pc:grpChg chg="del mod topLvl">
          <ac:chgData name="Owais Ahmed" userId="6abc7d4556b3b071" providerId="LiveId" clId="{37B963A1-BBDE-46C5-80F9-50AE1D86A8AA}" dt="2023-07-31T08:55:11.083" v="88" actId="478"/>
          <ac:grpSpMkLst>
            <pc:docMk/>
            <pc:sldMk cId="2990752692" sldId="2547"/>
            <ac:grpSpMk id="13" creationId="{CDC90592-69D5-6B24-8E90-DF3117DF3743}"/>
          </ac:grpSpMkLst>
        </pc:grpChg>
        <pc:grpChg chg="add del mod">
          <ac:chgData name="Owais Ahmed" userId="6abc7d4556b3b071" providerId="LiveId" clId="{37B963A1-BBDE-46C5-80F9-50AE1D86A8AA}" dt="2023-07-31T08:57:10.217" v="124" actId="165"/>
          <ac:grpSpMkLst>
            <pc:docMk/>
            <pc:sldMk cId="2990752692" sldId="2547"/>
            <ac:grpSpMk id="29" creationId="{E687D9E2-5EB0-2E3F-311A-F7A39D039B9F}"/>
          </ac:grpSpMkLst>
        </pc:grpChg>
        <pc:grpChg chg="mod topLvl">
          <ac:chgData name="Owais Ahmed" userId="6abc7d4556b3b071" providerId="LiveId" clId="{37B963A1-BBDE-46C5-80F9-50AE1D86A8AA}" dt="2023-07-31T09:20:49.945" v="777" actId="164"/>
          <ac:grpSpMkLst>
            <pc:docMk/>
            <pc:sldMk cId="2990752692" sldId="2547"/>
            <ac:grpSpMk id="30" creationId="{1D1F280D-4E06-5BE3-C9D1-D42E8F14FEB0}"/>
          </ac:grpSpMkLst>
        </pc:grpChg>
        <pc:grpChg chg="mod topLvl">
          <ac:chgData name="Owais Ahmed" userId="6abc7d4556b3b071" providerId="LiveId" clId="{37B963A1-BBDE-46C5-80F9-50AE1D86A8AA}" dt="2023-07-31T09:20:49.945" v="777" actId="164"/>
          <ac:grpSpMkLst>
            <pc:docMk/>
            <pc:sldMk cId="2990752692" sldId="2547"/>
            <ac:grpSpMk id="31" creationId="{0233585E-248E-BAC7-5D76-4B87DEE9DA98}"/>
          </ac:grpSpMkLst>
        </pc:grpChg>
        <pc:grpChg chg="mod topLvl">
          <ac:chgData name="Owais Ahmed" userId="6abc7d4556b3b071" providerId="LiveId" clId="{37B963A1-BBDE-46C5-80F9-50AE1D86A8AA}" dt="2023-07-31T09:20:49.945" v="777" actId="164"/>
          <ac:grpSpMkLst>
            <pc:docMk/>
            <pc:sldMk cId="2990752692" sldId="2547"/>
            <ac:grpSpMk id="33" creationId="{9702CA21-43CF-1017-90F3-A36C21792BA9}"/>
          </ac:grpSpMkLst>
        </pc:grpChg>
        <pc:grpChg chg="mod topLvl">
          <ac:chgData name="Owais Ahmed" userId="6abc7d4556b3b071" providerId="LiveId" clId="{37B963A1-BBDE-46C5-80F9-50AE1D86A8AA}" dt="2023-07-31T09:20:49.945" v="777" actId="164"/>
          <ac:grpSpMkLst>
            <pc:docMk/>
            <pc:sldMk cId="2990752692" sldId="2547"/>
            <ac:grpSpMk id="35" creationId="{C9B4A097-0158-D77D-0DDE-C2F613EF2D1E}"/>
          </ac:grpSpMkLst>
        </pc:grpChg>
        <pc:grpChg chg="mod topLvl">
          <ac:chgData name="Owais Ahmed" userId="6abc7d4556b3b071" providerId="LiveId" clId="{37B963A1-BBDE-46C5-80F9-50AE1D86A8AA}" dt="2023-07-31T09:20:49.945" v="777" actId="164"/>
          <ac:grpSpMkLst>
            <pc:docMk/>
            <pc:sldMk cId="2990752692" sldId="2547"/>
            <ac:grpSpMk id="37" creationId="{239BCE71-8669-F2F3-D266-D06E27C0DB39}"/>
          </ac:grpSpMkLst>
        </pc:grpChg>
        <pc:grpChg chg="del mod topLvl">
          <ac:chgData name="Owais Ahmed" userId="6abc7d4556b3b071" providerId="LiveId" clId="{37B963A1-BBDE-46C5-80F9-50AE1D86A8AA}" dt="2023-07-31T08:57:31.506" v="126" actId="478"/>
          <ac:grpSpMkLst>
            <pc:docMk/>
            <pc:sldMk cId="2990752692" sldId="2547"/>
            <ac:grpSpMk id="39" creationId="{9A416855-C33C-B3AA-4742-F4742B90FBEB}"/>
          </ac:grpSpMkLst>
        </pc:grpChg>
        <pc:grpChg chg="add mod">
          <ac:chgData name="Owais Ahmed" userId="6abc7d4556b3b071" providerId="LiveId" clId="{37B963A1-BBDE-46C5-80F9-50AE1D86A8AA}" dt="2023-07-31T09:15:31.968" v="729" actId="1035"/>
          <ac:grpSpMkLst>
            <pc:docMk/>
            <pc:sldMk cId="2990752692" sldId="2547"/>
            <ac:grpSpMk id="56" creationId="{F0203D04-1462-550A-C604-80EB19F75610}"/>
          </ac:grpSpMkLst>
        </pc:grpChg>
        <pc:grpChg chg="add del mod">
          <ac:chgData name="Owais Ahmed" userId="6abc7d4556b3b071" providerId="LiveId" clId="{37B963A1-BBDE-46C5-80F9-50AE1D86A8AA}" dt="2023-07-31T09:18:02.201" v="750" actId="165"/>
          <ac:grpSpMkLst>
            <pc:docMk/>
            <pc:sldMk cId="2990752692" sldId="2547"/>
            <ac:grpSpMk id="57" creationId="{E161C98F-0F3A-F658-890D-36F7602741E0}"/>
          </ac:grpSpMkLst>
        </pc:grpChg>
        <pc:grpChg chg="add del mod">
          <ac:chgData name="Owais Ahmed" userId="6abc7d4556b3b071" providerId="LiveId" clId="{37B963A1-BBDE-46C5-80F9-50AE1D86A8AA}" dt="2023-07-31T09:18:02.201" v="750" actId="165"/>
          <ac:grpSpMkLst>
            <pc:docMk/>
            <pc:sldMk cId="2990752692" sldId="2547"/>
            <ac:grpSpMk id="58" creationId="{66600042-499A-3156-095D-6E3612ED8532}"/>
          </ac:grpSpMkLst>
        </pc:grpChg>
        <pc:grpChg chg="add del mod">
          <ac:chgData name="Owais Ahmed" userId="6abc7d4556b3b071" providerId="LiveId" clId="{37B963A1-BBDE-46C5-80F9-50AE1D86A8AA}" dt="2023-07-31T09:14:18.628" v="661"/>
          <ac:grpSpMkLst>
            <pc:docMk/>
            <pc:sldMk cId="2990752692" sldId="2547"/>
            <ac:grpSpMk id="64" creationId="{69EE64DF-AFD7-4E95-CCC5-DAA3494E77A9}"/>
          </ac:grpSpMkLst>
        </pc:grpChg>
        <pc:grpChg chg="mod">
          <ac:chgData name="Owais Ahmed" userId="6abc7d4556b3b071" providerId="LiveId" clId="{37B963A1-BBDE-46C5-80F9-50AE1D86A8AA}" dt="2023-07-31T09:14:12.764" v="658"/>
          <ac:grpSpMkLst>
            <pc:docMk/>
            <pc:sldMk cId="2990752692" sldId="2547"/>
            <ac:grpSpMk id="65" creationId="{439C76F0-44DD-2226-495F-AFB5F6DAAFB4}"/>
          </ac:grpSpMkLst>
        </pc:grpChg>
        <pc:grpChg chg="mod">
          <ac:chgData name="Owais Ahmed" userId="6abc7d4556b3b071" providerId="LiveId" clId="{37B963A1-BBDE-46C5-80F9-50AE1D86A8AA}" dt="2023-07-31T09:14:12.764" v="658"/>
          <ac:grpSpMkLst>
            <pc:docMk/>
            <pc:sldMk cId="2990752692" sldId="2547"/>
            <ac:grpSpMk id="66" creationId="{2A9398AE-4FA7-EB88-0852-CBB19D6252A7}"/>
          </ac:grpSpMkLst>
        </pc:grpChg>
        <pc:grpChg chg="mod">
          <ac:chgData name="Owais Ahmed" userId="6abc7d4556b3b071" providerId="LiveId" clId="{37B963A1-BBDE-46C5-80F9-50AE1D86A8AA}" dt="2023-07-31T09:14:12.764" v="658"/>
          <ac:grpSpMkLst>
            <pc:docMk/>
            <pc:sldMk cId="2990752692" sldId="2547"/>
            <ac:grpSpMk id="68" creationId="{494BFB47-F586-DC26-85FA-17FCDEDA3598}"/>
          </ac:grpSpMkLst>
        </pc:grpChg>
        <pc:grpChg chg="mod">
          <ac:chgData name="Owais Ahmed" userId="6abc7d4556b3b071" providerId="LiveId" clId="{37B963A1-BBDE-46C5-80F9-50AE1D86A8AA}" dt="2023-07-31T09:14:12.764" v="658"/>
          <ac:grpSpMkLst>
            <pc:docMk/>
            <pc:sldMk cId="2990752692" sldId="2547"/>
            <ac:grpSpMk id="70" creationId="{2BB74D27-4A19-0DE7-6F0D-B17A737F65B6}"/>
          </ac:grpSpMkLst>
        </pc:grpChg>
        <pc:grpChg chg="mod">
          <ac:chgData name="Owais Ahmed" userId="6abc7d4556b3b071" providerId="LiveId" clId="{37B963A1-BBDE-46C5-80F9-50AE1D86A8AA}" dt="2023-07-31T09:14:12.764" v="658"/>
          <ac:grpSpMkLst>
            <pc:docMk/>
            <pc:sldMk cId="2990752692" sldId="2547"/>
            <ac:grpSpMk id="72" creationId="{EB9DA357-E0A1-484E-7B15-150AA36EFA3C}"/>
          </ac:grpSpMkLst>
        </pc:grpChg>
        <pc:grpChg chg="add del mod">
          <ac:chgData name="Owais Ahmed" userId="6abc7d4556b3b071" providerId="LiveId" clId="{37B963A1-BBDE-46C5-80F9-50AE1D86A8AA}" dt="2023-07-31T09:18:02.201" v="750" actId="165"/>
          <ac:grpSpMkLst>
            <pc:docMk/>
            <pc:sldMk cId="2990752692" sldId="2547"/>
            <ac:grpSpMk id="87" creationId="{D557FDCA-E63D-23AF-5847-10AFCEFA140B}"/>
          </ac:grpSpMkLst>
        </pc:grpChg>
        <pc:grpChg chg="mod topLvl">
          <ac:chgData name="Owais Ahmed" userId="6abc7d4556b3b071" providerId="LiveId" clId="{37B963A1-BBDE-46C5-80F9-50AE1D86A8AA}" dt="2023-07-31T09:21:01.400" v="778" actId="164"/>
          <ac:grpSpMkLst>
            <pc:docMk/>
            <pc:sldMk cId="2990752692" sldId="2547"/>
            <ac:grpSpMk id="88" creationId="{F8D6FFE5-C5C3-1988-B75C-506B64E10FDB}"/>
          </ac:grpSpMkLst>
        </pc:grpChg>
        <pc:grpChg chg="mod topLvl">
          <ac:chgData name="Owais Ahmed" userId="6abc7d4556b3b071" providerId="LiveId" clId="{37B963A1-BBDE-46C5-80F9-50AE1D86A8AA}" dt="2023-07-31T09:21:01.400" v="778" actId="164"/>
          <ac:grpSpMkLst>
            <pc:docMk/>
            <pc:sldMk cId="2990752692" sldId="2547"/>
            <ac:grpSpMk id="90" creationId="{3CA238CB-86B5-3A15-14A5-AE5579A24DDF}"/>
          </ac:grpSpMkLst>
        </pc:grpChg>
        <pc:grpChg chg="mod topLvl">
          <ac:chgData name="Owais Ahmed" userId="6abc7d4556b3b071" providerId="LiveId" clId="{37B963A1-BBDE-46C5-80F9-50AE1D86A8AA}" dt="2023-07-31T09:21:01.400" v="778" actId="164"/>
          <ac:grpSpMkLst>
            <pc:docMk/>
            <pc:sldMk cId="2990752692" sldId="2547"/>
            <ac:grpSpMk id="92" creationId="{6572C053-9668-1A92-2938-C3A7DAD851D3}"/>
          </ac:grpSpMkLst>
        </pc:grpChg>
        <pc:grpChg chg="mod topLvl">
          <ac:chgData name="Owais Ahmed" userId="6abc7d4556b3b071" providerId="LiveId" clId="{37B963A1-BBDE-46C5-80F9-50AE1D86A8AA}" dt="2023-07-31T09:21:01.400" v="778" actId="164"/>
          <ac:grpSpMkLst>
            <pc:docMk/>
            <pc:sldMk cId="2990752692" sldId="2547"/>
            <ac:grpSpMk id="94" creationId="{622BCBB7-F767-DD0C-E6DA-8E1101ACC27B}"/>
          </ac:grpSpMkLst>
        </pc:grpChg>
        <pc:grpChg chg="del mod">
          <ac:chgData name="Owais Ahmed" userId="6abc7d4556b3b071" providerId="LiveId" clId="{37B963A1-BBDE-46C5-80F9-50AE1D86A8AA}" dt="2023-07-31T09:15:11.007" v="723" actId="478"/>
          <ac:grpSpMkLst>
            <pc:docMk/>
            <pc:sldMk cId="2990752692" sldId="2547"/>
            <ac:grpSpMk id="96" creationId="{647BF5A4-D7A8-C47F-66DC-7FFBC6B607BE}"/>
          </ac:grpSpMkLst>
        </pc:grpChg>
        <pc:grpChg chg="mod topLvl">
          <ac:chgData name="Owais Ahmed" userId="6abc7d4556b3b071" providerId="LiveId" clId="{37B963A1-BBDE-46C5-80F9-50AE1D86A8AA}" dt="2023-07-31T09:00:49.777" v="187" actId="164"/>
          <ac:grpSpMkLst>
            <pc:docMk/>
            <pc:sldMk cId="2990752692" sldId="2547"/>
            <ac:grpSpMk id="207" creationId="{C0B042EC-7478-2A14-BCB2-0494F9D92BB2}"/>
          </ac:grpSpMkLst>
        </pc:grpChg>
        <pc:grpChg chg="del mod topLvl">
          <ac:chgData name="Owais Ahmed" userId="6abc7d4556b3b071" providerId="LiveId" clId="{37B963A1-BBDE-46C5-80F9-50AE1D86A8AA}" dt="2023-07-31T08:53:14.069" v="51" actId="478"/>
          <ac:grpSpMkLst>
            <pc:docMk/>
            <pc:sldMk cId="2990752692" sldId="2547"/>
            <ac:grpSpMk id="210" creationId="{2AF9402C-3845-9A8A-08E4-70C036A829E9}"/>
          </ac:grpSpMkLst>
        </pc:grpChg>
        <pc:grpChg chg="del mod topLvl">
          <ac:chgData name="Owais Ahmed" userId="6abc7d4556b3b071" providerId="LiveId" clId="{37B963A1-BBDE-46C5-80F9-50AE1D86A8AA}" dt="2023-07-31T08:53:14.069" v="51" actId="478"/>
          <ac:grpSpMkLst>
            <pc:docMk/>
            <pc:sldMk cId="2990752692" sldId="2547"/>
            <ac:grpSpMk id="217" creationId="{A475E6F9-CC33-4780-D862-A00EC1943F55}"/>
          </ac:grpSpMkLst>
        </pc:grpChg>
        <pc:grpChg chg="del mod topLvl">
          <ac:chgData name="Owais Ahmed" userId="6abc7d4556b3b071" providerId="LiveId" clId="{37B963A1-BBDE-46C5-80F9-50AE1D86A8AA}" dt="2023-07-31T08:53:14.069" v="51" actId="478"/>
          <ac:grpSpMkLst>
            <pc:docMk/>
            <pc:sldMk cId="2990752692" sldId="2547"/>
            <ac:grpSpMk id="221" creationId="{4AFD0DB0-9313-65B2-322F-8AE0874C9735}"/>
          </ac:grpSpMkLst>
        </pc:grpChg>
        <pc:grpChg chg="del">
          <ac:chgData name="Owais Ahmed" userId="6abc7d4556b3b071" providerId="LiveId" clId="{37B963A1-BBDE-46C5-80F9-50AE1D86A8AA}" dt="2023-07-31T08:52:59.720" v="47" actId="478"/>
          <ac:grpSpMkLst>
            <pc:docMk/>
            <pc:sldMk cId="2990752692" sldId="2547"/>
            <ac:grpSpMk id="225" creationId="{5048507D-83AB-39B2-C47B-7E684012F553}"/>
          </ac:grpSpMkLst>
        </pc:grpChg>
        <pc:grpChg chg="del">
          <ac:chgData name="Owais Ahmed" userId="6abc7d4556b3b071" providerId="LiveId" clId="{37B963A1-BBDE-46C5-80F9-50AE1D86A8AA}" dt="2023-07-31T08:52:56.848" v="45" actId="478"/>
          <ac:grpSpMkLst>
            <pc:docMk/>
            <pc:sldMk cId="2990752692" sldId="2547"/>
            <ac:grpSpMk id="229" creationId="{C8C75C70-766E-FBB9-4F22-B03E115A61EB}"/>
          </ac:grpSpMkLst>
        </pc:grpChg>
        <pc:grpChg chg="del mod">
          <ac:chgData name="Owais Ahmed" userId="6abc7d4556b3b071" providerId="LiveId" clId="{37B963A1-BBDE-46C5-80F9-50AE1D86A8AA}" dt="2023-07-31T08:53:08.545" v="50" actId="165"/>
          <ac:grpSpMkLst>
            <pc:docMk/>
            <pc:sldMk cId="2990752692" sldId="2547"/>
            <ac:grpSpMk id="319" creationId="{67144A40-1597-F420-76A1-2F7010E10A74}"/>
          </ac:grpSpMkLst>
        </pc:grpChg>
        <pc:grpChg chg="del">
          <ac:chgData name="Owais Ahmed" userId="6abc7d4556b3b071" providerId="LiveId" clId="{37B963A1-BBDE-46C5-80F9-50AE1D86A8AA}" dt="2023-07-31T07:55:25.191" v="35" actId="478"/>
          <ac:grpSpMkLst>
            <pc:docMk/>
            <pc:sldMk cId="2990752692" sldId="2547"/>
            <ac:grpSpMk id="1024" creationId="{70252386-2C39-B244-D784-76582291C3AB}"/>
          </ac:grpSpMkLst>
        </pc:grpChg>
        <pc:grpChg chg="del">
          <ac:chgData name="Owais Ahmed" userId="6abc7d4556b3b071" providerId="LiveId" clId="{37B963A1-BBDE-46C5-80F9-50AE1D86A8AA}" dt="2023-07-31T07:55:28.815" v="36" actId="478"/>
          <ac:grpSpMkLst>
            <pc:docMk/>
            <pc:sldMk cId="2990752692" sldId="2547"/>
            <ac:grpSpMk id="1027" creationId="{352CBB22-3FE7-2C43-D131-BD504C128AF8}"/>
          </ac:grpSpMkLst>
        </pc:grpChg>
        <pc:grpChg chg="del">
          <ac:chgData name="Owais Ahmed" userId="6abc7d4556b3b071" providerId="LiveId" clId="{37B963A1-BBDE-46C5-80F9-50AE1D86A8AA}" dt="2023-07-31T07:55:29.545" v="37" actId="478"/>
          <ac:grpSpMkLst>
            <pc:docMk/>
            <pc:sldMk cId="2990752692" sldId="2547"/>
            <ac:grpSpMk id="1028" creationId="{477BDD31-A06A-7586-5D52-AE394391CF98}"/>
          </ac:grpSpMkLst>
        </pc:grpChg>
        <pc:grpChg chg="add mod">
          <ac:chgData name="Owais Ahmed" userId="6abc7d4556b3b071" providerId="LiveId" clId="{37B963A1-BBDE-46C5-80F9-50AE1D86A8AA}" dt="2023-07-31T09:20:36.919" v="776" actId="164"/>
          <ac:grpSpMkLst>
            <pc:docMk/>
            <pc:sldMk cId="2990752692" sldId="2547"/>
            <ac:grpSpMk id="1030" creationId="{7F6AC300-8B21-F6BC-872C-CE2FAB97D072}"/>
          </ac:grpSpMkLst>
        </pc:grpChg>
        <pc:grpChg chg="add mod">
          <ac:chgData name="Owais Ahmed" userId="6abc7d4556b3b071" providerId="LiveId" clId="{37B963A1-BBDE-46C5-80F9-50AE1D86A8AA}" dt="2023-07-31T09:20:49.945" v="777" actId="164"/>
          <ac:grpSpMkLst>
            <pc:docMk/>
            <pc:sldMk cId="2990752692" sldId="2547"/>
            <ac:grpSpMk id="1031" creationId="{A657890D-3A39-789E-CA49-4B807C5A96E3}"/>
          </ac:grpSpMkLst>
        </pc:grpChg>
        <pc:grpChg chg="add mod">
          <ac:chgData name="Owais Ahmed" userId="6abc7d4556b3b071" providerId="LiveId" clId="{37B963A1-BBDE-46C5-80F9-50AE1D86A8AA}" dt="2023-07-31T09:21:01.400" v="778" actId="164"/>
          <ac:grpSpMkLst>
            <pc:docMk/>
            <pc:sldMk cId="2990752692" sldId="2547"/>
            <ac:grpSpMk id="1032" creationId="{DE109485-B462-A804-D635-0468C685F9A6}"/>
          </ac:grpSpMkLst>
        </pc:grpChg>
        <pc:cxnChg chg="del mod topLvl">
          <ac:chgData name="Owais Ahmed" userId="6abc7d4556b3b071" providerId="LiveId" clId="{37B963A1-BBDE-46C5-80F9-50AE1D86A8AA}" dt="2023-07-31T09:18:08.681" v="752" actId="478"/>
          <ac:cxnSpMkLst>
            <pc:docMk/>
            <pc:sldMk cId="2990752692" sldId="2547"/>
            <ac:cxnSpMk id="6" creationId="{F5BE4AA2-3B87-6746-4854-9C02D88B2A88}"/>
          </ac:cxnSpMkLst>
        </pc:cxnChg>
        <pc:cxnChg chg="del mod topLvl">
          <ac:chgData name="Owais Ahmed" userId="6abc7d4556b3b071" providerId="LiveId" clId="{37B963A1-BBDE-46C5-80F9-50AE1D86A8AA}" dt="2023-07-31T09:18:09.613" v="753" actId="478"/>
          <ac:cxnSpMkLst>
            <pc:docMk/>
            <pc:sldMk cId="2990752692" sldId="2547"/>
            <ac:cxnSpMk id="8" creationId="{FD1F7B2C-654C-69F3-9A64-12FD5F538EA6}"/>
          </ac:cxnSpMkLst>
        </pc:cxnChg>
        <pc:cxnChg chg="del mod topLvl">
          <ac:chgData name="Owais Ahmed" userId="6abc7d4556b3b071" providerId="LiveId" clId="{37B963A1-BBDE-46C5-80F9-50AE1D86A8AA}" dt="2023-07-31T08:55:11.083" v="88" actId="478"/>
          <ac:cxnSpMkLst>
            <pc:docMk/>
            <pc:sldMk cId="2990752692" sldId="2547"/>
            <ac:cxnSpMk id="10" creationId="{7B6ED8F4-51FE-CD18-AD1A-883DDCF3262A}"/>
          </ac:cxnSpMkLst>
        </pc:cxnChg>
        <pc:cxnChg chg="del mod topLvl">
          <ac:chgData name="Owais Ahmed" userId="6abc7d4556b3b071" providerId="LiveId" clId="{37B963A1-BBDE-46C5-80F9-50AE1D86A8AA}" dt="2023-07-31T08:55:11.083" v="88" actId="478"/>
          <ac:cxnSpMkLst>
            <pc:docMk/>
            <pc:sldMk cId="2990752692" sldId="2547"/>
            <ac:cxnSpMk id="12" creationId="{01DB1ED1-BCD3-F3D1-EC73-46CF6C6F9D52}"/>
          </ac:cxnSpMkLst>
        </pc:cxnChg>
        <pc:cxnChg chg="del mod topLvl">
          <ac:chgData name="Owais Ahmed" userId="6abc7d4556b3b071" providerId="LiveId" clId="{37B963A1-BBDE-46C5-80F9-50AE1D86A8AA}" dt="2023-07-31T08:55:11.083" v="88" actId="478"/>
          <ac:cxnSpMkLst>
            <pc:docMk/>
            <pc:sldMk cId="2990752692" sldId="2547"/>
            <ac:cxnSpMk id="14" creationId="{ECEA1649-DC11-4FCF-725A-2CD4DC62C23B}"/>
          </ac:cxnSpMkLst>
        </pc:cxnChg>
        <pc:cxnChg chg="del mod topLvl">
          <ac:chgData name="Owais Ahmed" userId="6abc7d4556b3b071" providerId="LiveId" clId="{37B963A1-BBDE-46C5-80F9-50AE1D86A8AA}" dt="2023-07-31T09:18:08.028" v="751" actId="478"/>
          <ac:cxnSpMkLst>
            <pc:docMk/>
            <pc:sldMk cId="2990752692" sldId="2547"/>
            <ac:cxnSpMk id="32" creationId="{975FF23F-69FF-9A2C-3D0A-8D9B9B79E92B}"/>
          </ac:cxnSpMkLst>
        </pc:cxnChg>
        <pc:cxnChg chg="del mod topLvl">
          <ac:chgData name="Owais Ahmed" userId="6abc7d4556b3b071" providerId="LiveId" clId="{37B963A1-BBDE-46C5-80F9-50AE1D86A8AA}" dt="2023-07-31T09:18:10.375" v="754" actId="478"/>
          <ac:cxnSpMkLst>
            <pc:docMk/>
            <pc:sldMk cId="2990752692" sldId="2547"/>
            <ac:cxnSpMk id="34" creationId="{1FF619DC-5DEB-17C2-F6AB-F5E47A2D03A8}"/>
          </ac:cxnSpMkLst>
        </pc:cxnChg>
        <pc:cxnChg chg="del mod topLvl">
          <ac:chgData name="Owais Ahmed" userId="6abc7d4556b3b071" providerId="LiveId" clId="{37B963A1-BBDE-46C5-80F9-50AE1D86A8AA}" dt="2023-07-31T09:18:11.075" v="755" actId="478"/>
          <ac:cxnSpMkLst>
            <pc:docMk/>
            <pc:sldMk cId="2990752692" sldId="2547"/>
            <ac:cxnSpMk id="36" creationId="{A0886EEC-0F49-627C-404C-1F65651C3759}"/>
          </ac:cxnSpMkLst>
        </pc:cxnChg>
        <pc:cxnChg chg="del mod topLvl">
          <ac:chgData name="Owais Ahmed" userId="6abc7d4556b3b071" providerId="LiveId" clId="{37B963A1-BBDE-46C5-80F9-50AE1D86A8AA}" dt="2023-07-31T09:18:11.888" v="756" actId="478"/>
          <ac:cxnSpMkLst>
            <pc:docMk/>
            <pc:sldMk cId="2990752692" sldId="2547"/>
            <ac:cxnSpMk id="38" creationId="{3C0DE5EB-5BCB-91CB-27D3-A97D8D9E2003}"/>
          </ac:cxnSpMkLst>
        </pc:cxnChg>
        <pc:cxnChg chg="del mod topLvl">
          <ac:chgData name="Owais Ahmed" userId="6abc7d4556b3b071" providerId="LiveId" clId="{37B963A1-BBDE-46C5-80F9-50AE1D86A8AA}" dt="2023-07-31T08:57:31.506" v="126" actId="478"/>
          <ac:cxnSpMkLst>
            <pc:docMk/>
            <pc:sldMk cId="2990752692" sldId="2547"/>
            <ac:cxnSpMk id="40" creationId="{68D93A2C-013F-59C4-2F7D-E302670FD9ED}"/>
          </ac:cxnSpMkLst>
        </pc:cxnChg>
        <pc:cxnChg chg="mod">
          <ac:chgData name="Owais Ahmed" userId="6abc7d4556b3b071" providerId="LiveId" clId="{37B963A1-BBDE-46C5-80F9-50AE1D86A8AA}" dt="2023-07-31T09:14:12.764" v="658"/>
          <ac:cxnSpMkLst>
            <pc:docMk/>
            <pc:sldMk cId="2990752692" sldId="2547"/>
            <ac:cxnSpMk id="67" creationId="{EE4DEF9E-97FB-0AE3-8870-CBDA22FA38B2}"/>
          </ac:cxnSpMkLst>
        </pc:cxnChg>
        <pc:cxnChg chg="mod">
          <ac:chgData name="Owais Ahmed" userId="6abc7d4556b3b071" providerId="LiveId" clId="{37B963A1-BBDE-46C5-80F9-50AE1D86A8AA}" dt="2023-07-31T09:14:12.764" v="658"/>
          <ac:cxnSpMkLst>
            <pc:docMk/>
            <pc:sldMk cId="2990752692" sldId="2547"/>
            <ac:cxnSpMk id="69" creationId="{DA1A13DB-12BC-8167-C5F3-7A43CCA521C3}"/>
          </ac:cxnSpMkLst>
        </pc:cxnChg>
        <pc:cxnChg chg="mod">
          <ac:chgData name="Owais Ahmed" userId="6abc7d4556b3b071" providerId="LiveId" clId="{37B963A1-BBDE-46C5-80F9-50AE1D86A8AA}" dt="2023-07-31T09:14:12.764" v="658"/>
          <ac:cxnSpMkLst>
            <pc:docMk/>
            <pc:sldMk cId="2990752692" sldId="2547"/>
            <ac:cxnSpMk id="71" creationId="{01A6A5A2-6B00-68BC-9A90-0F680F5268CD}"/>
          </ac:cxnSpMkLst>
        </pc:cxnChg>
        <pc:cxnChg chg="mod">
          <ac:chgData name="Owais Ahmed" userId="6abc7d4556b3b071" providerId="LiveId" clId="{37B963A1-BBDE-46C5-80F9-50AE1D86A8AA}" dt="2023-07-31T09:14:12.764" v="658"/>
          <ac:cxnSpMkLst>
            <pc:docMk/>
            <pc:sldMk cId="2990752692" sldId="2547"/>
            <ac:cxnSpMk id="73" creationId="{430219A4-8AC9-CA8E-DA84-A7121E578DEC}"/>
          </ac:cxnSpMkLst>
        </pc:cxnChg>
        <pc:cxnChg chg="add del mod topLvl">
          <ac:chgData name="Owais Ahmed" userId="6abc7d4556b3b071" providerId="LiveId" clId="{37B963A1-BBDE-46C5-80F9-50AE1D86A8AA}" dt="2023-07-31T09:19:02.016" v="771" actId="478"/>
          <ac:cxnSpMkLst>
            <pc:docMk/>
            <pc:sldMk cId="2990752692" sldId="2547"/>
            <ac:cxnSpMk id="91" creationId="{CC9D26DB-184B-946C-59FA-CD1CC56D8D2B}"/>
          </ac:cxnSpMkLst>
        </pc:cxnChg>
        <pc:cxnChg chg="del mod topLvl">
          <ac:chgData name="Owais Ahmed" userId="6abc7d4556b3b071" providerId="LiveId" clId="{37B963A1-BBDE-46C5-80F9-50AE1D86A8AA}" dt="2023-07-31T09:18:13.798" v="758" actId="478"/>
          <ac:cxnSpMkLst>
            <pc:docMk/>
            <pc:sldMk cId="2990752692" sldId="2547"/>
            <ac:cxnSpMk id="93" creationId="{5E937128-413A-5EAB-0C40-6758539C45A2}"/>
          </ac:cxnSpMkLst>
        </pc:cxnChg>
        <pc:cxnChg chg="del mod topLvl">
          <ac:chgData name="Owais Ahmed" userId="6abc7d4556b3b071" providerId="LiveId" clId="{37B963A1-BBDE-46C5-80F9-50AE1D86A8AA}" dt="2023-07-31T09:18:12.634" v="757" actId="478"/>
          <ac:cxnSpMkLst>
            <pc:docMk/>
            <pc:sldMk cId="2990752692" sldId="2547"/>
            <ac:cxnSpMk id="95" creationId="{DC53BF8B-D6B8-D42C-BCF8-FAE02D2211AF}"/>
          </ac:cxnSpMkLst>
        </pc:cxnChg>
        <pc:cxnChg chg="del mod">
          <ac:chgData name="Owais Ahmed" userId="6abc7d4556b3b071" providerId="LiveId" clId="{37B963A1-BBDE-46C5-80F9-50AE1D86A8AA}" dt="2023-07-31T09:15:15.851" v="725" actId="478"/>
          <ac:cxnSpMkLst>
            <pc:docMk/>
            <pc:sldMk cId="2990752692" sldId="2547"/>
            <ac:cxnSpMk id="97" creationId="{08429E82-AF16-E636-859E-002B35691C73}"/>
          </ac:cxnSpMkLst>
        </pc:cxnChg>
        <pc:cxnChg chg="add del mod">
          <ac:chgData name="Owais Ahmed" userId="6abc7d4556b3b071" providerId="LiveId" clId="{37B963A1-BBDE-46C5-80F9-50AE1D86A8AA}" dt="2023-07-31T09:18:22.926" v="762" actId="11529"/>
          <ac:cxnSpMkLst>
            <pc:docMk/>
            <pc:sldMk cId="2990752692" sldId="2547"/>
            <ac:cxnSpMk id="112" creationId="{2F11B00F-D0CE-CEC1-F2D3-518F4A1C0C86}"/>
          </ac:cxnSpMkLst>
        </pc:cxnChg>
        <pc:cxnChg chg="add mod">
          <ac:chgData name="Owais Ahmed" userId="6abc7d4556b3b071" providerId="LiveId" clId="{37B963A1-BBDE-46C5-80F9-50AE1D86A8AA}" dt="2023-07-31T09:20:36.919" v="776" actId="164"/>
          <ac:cxnSpMkLst>
            <pc:docMk/>
            <pc:sldMk cId="2990752692" sldId="2547"/>
            <ac:cxnSpMk id="114" creationId="{EAB36859-E5BD-DACB-F008-D53C1FB52938}"/>
          </ac:cxnSpMkLst>
        </pc:cxnChg>
        <pc:cxnChg chg="add mod">
          <ac:chgData name="Owais Ahmed" userId="6abc7d4556b3b071" providerId="LiveId" clId="{37B963A1-BBDE-46C5-80F9-50AE1D86A8AA}" dt="2023-07-31T09:20:36.919" v="776" actId="164"/>
          <ac:cxnSpMkLst>
            <pc:docMk/>
            <pc:sldMk cId="2990752692" sldId="2547"/>
            <ac:cxnSpMk id="116" creationId="{D77FC880-6C95-361E-00A0-59E24EBDA4E4}"/>
          </ac:cxnSpMkLst>
        </pc:cxnChg>
        <pc:cxnChg chg="add mod">
          <ac:chgData name="Owais Ahmed" userId="6abc7d4556b3b071" providerId="LiveId" clId="{37B963A1-BBDE-46C5-80F9-50AE1D86A8AA}" dt="2023-07-31T09:20:49.945" v="777" actId="164"/>
          <ac:cxnSpMkLst>
            <pc:docMk/>
            <pc:sldMk cId="2990752692" sldId="2547"/>
            <ac:cxnSpMk id="118" creationId="{B16C2EF2-AE8D-275C-5323-4D2014DE077E}"/>
          </ac:cxnSpMkLst>
        </pc:cxnChg>
        <pc:cxnChg chg="add mod">
          <ac:chgData name="Owais Ahmed" userId="6abc7d4556b3b071" providerId="LiveId" clId="{37B963A1-BBDE-46C5-80F9-50AE1D86A8AA}" dt="2023-07-31T09:20:49.945" v="777" actId="164"/>
          <ac:cxnSpMkLst>
            <pc:docMk/>
            <pc:sldMk cId="2990752692" sldId="2547"/>
            <ac:cxnSpMk id="120" creationId="{4A79240C-A032-EB17-41E0-52386AB60888}"/>
          </ac:cxnSpMkLst>
        </pc:cxnChg>
        <pc:cxnChg chg="add mod">
          <ac:chgData name="Owais Ahmed" userId="6abc7d4556b3b071" providerId="LiveId" clId="{37B963A1-BBDE-46C5-80F9-50AE1D86A8AA}" dt="2023-07-31T09:20:49.945" v="777" actId="164"/>
          <ac:cxnSpMkLst>
            <pc:docMk/>
            <pc:sldMk cId="2990752692" sldId="2547"/>
            <ac:cxnSpMk id="122" creationId="{4AFB9E76-0EA7-153B-7E1E-05A0E4C97456}"/>
          </ac:cxnSpMkLst>
        </pc:cxnChg>
        <pc:cxnChg chg="add mod">
          <ac:chgData name="Owais Ahmed" userId="6abc7d4556b3b071" providerId="LiveId" clId="{37B963A1-BBDE-46C5-80F9-50AE1D86A8AA}" dt="2023-07-31T09:20:49.945" v="777" actId="164"/>
          <ac:cxnSpMkLst>
            <pc:docMk/>
            <pc:sldMk cId="2990752692" sldId="2547"/>
            <ac:cxnSpMk id="124" creationId="{4CC2FB86-E07E-4B09-2A94-5C61DF69A735}"/>
          </ac:cxnSpMkLst>
        </pc:cxnChg>
        <pc:cxnChg chg="add mod">
          <ac:chgData name="Owais Ahmed" userId="6abc7d4556b3b071" providerId="LiveId" clId="{37B963A1-BBDE-46C5-80F9-50AE1D86A8AA}" dt="2023-07-31T09:21:01.400" v="778" actId="164"/>
          <ac:cxnSpMkLst>
            <pc:docMk/>
            <pc:sldMk cId="2990752692" sldId="2547"/>
            <ac:cxnSpMk id="126" creationId="{8363E0F2-10CE-03C0-6C14-BE8802F9921A}"/>
          </ac:cxnSpMkLst>
        </pc:cxnChg>
        <pc:cxnChg chg="del mod topLvl">
          <ac:chgData name="Owais Ahmed" userId="6abc7d4556b3b071" providerId="LiveId" clId="{37B963A1-BBDE-46C5-80F9-50AE1D86A8AA}" dt="2023-07-31T08:53:14.069" v="51" actId="478"/>
          <ac:cxnSpMkLst>
            <pc:docMk/>
            <pc:sldMk cId="2990752692" sldId="2547"/>
            <ac:cxnSpMk id="213" creationId="{20DC458F-65D1-43A6-AD4D-D629C78B59E7}"/>
          </ac:cxnSpMkLst>
        </pc:cxnChg>
        <pc:cxnChg chg="del mod topLvl">
          <ac:chgData name="Owais Ahmed" userId="6abc7d4556b3b071" providerId="LiveId" clId="{37B963A1-BBDE-46C5-80F9-50AE1D86A8AA}" dt="2023-07-31T08:53:14.069" v="51" actId="478"/>
          <ac:cxnSpMkLst>
            <pc:docMk/>
            <pc:sldMk cId="2990752692" sldId="2547"/>
            <ac:cxnSpMk id="220" creationId="{28F6F686-00F5-6015-997C-1C4CF1E4068B}"/>
          </ac:cxnSpMkLst>
        </pc:cxnChg>
        <pc:cxnChg chg="del mod topLvl">
          <ac:chgData name="Owais Ahmed" userId="6abc7d4556b3b071" providerId="LiveId" clId="{37B963A1-BBDE-46C5-80F9-50AE1D86A8AA}" dt="2023-07-31T08:53:14.069" v="51" actId="478"/>
          <ac:cxnSpMkLst>
            <pc:docMk/>
            <pc:sldMk cId="2990752692" sldId="2547"/>
            <ac:cxnSpMk id="224" creationId="{4012E97B-BC47-B062-6D50-EAE8D79C698D}"/>
          </ac:cxnSpMkLst>
        </pc:cxnChg>
        <pc:cxnChg chg="del mod topLvl">
          <ac:chgData name="Owais Ahmed" userId="6abc7d4556b3b071" providerId="LiveId" clId="{37B963A1-BBDE-46C5-80F9-50AE1D86A8AA}" dt="2023-07-31T08:53:14.069" v="51" actId="478"/>
          <ac:cxnSpMkLst>
            <pc:docMk/>
            <pc:sldMk cId="2990752692" sldId="2547"/>
            <ac:cxnSpMk id="228" creationId="{69E4D838-7DB3-6200-DAB9-4580B505DEEA}"/>
          </ac:cxnSpMkLst>
        </pc:cxnChg>
        <pc:cxnChg chg="del mod">
          <ac:chgData name="Owais Ahmed" userId="6abc7d4556b3b071" providerId="LiveId" clId="{37B963A1-BBDE-46C5-80F9-50AE1D86A8AA}" dt="2023-07-31T08:53:03.880" v="49" actId="478"/>
          <ac:cxnSpMkLst>
            <pc:docMk/>
            <pc:sldMk cId="2990752692" sldId="2547"/>
            <ac:cxnSpMk id="232" creationId="{F3EE973A-C53F-79CD-35AE-8E27B1A37F1D}"/>
          </ac:cxnSpMkLst>
        </pc:cxnChg>
        <pc:cxnChg chg="mod">
          <ac:chgData name="Owais Ahmed" userId="6abc7d4556b3b071" providerId="LiveId" clId="{37B963A1-BBDE-46C5-80F9-50AE1D86A8AA}" dt="2023-07-31T07:55:25.191" v="35" actId="478"/>
          <ac:cxnSpMkLst>
            <pc:docMk/>
            <pc:sldMk cId="2990752692" sldId="2547"/>
            <ac:cxnSpMk id="240" creationId="{B7098FFA-5991-5B86-5313-DBB8E6ACD2D1}"/>
          </ac:cxnSpMkLst>
        </pc:cxnChg>
        <pc:cxnChg chg="mod">
          <ac:chgData name="Owais Ahmed" userId="6abc7d4556b3b071" providerId="LiveId" clId="{37B963A1-BBDE-46C5-80F9-50AE1D86A8AA}" dt="2023-07-31T07:55:25.191" v="35" actId="478"/>
          <ac:cxnSpMkLst>
            <pc:docMk/>
            <pc:sldMk cId="2990752692" sldId="2547"/>
            <ac:cxnSpMk id="244" creationId="{26C9C688-E9A1-AD73-B7ED-FA9001838654}"/>
          </ac:cxnSpMkLst>
        </pc:cxnChg>
        <pc:cxnChg chg="mod">
          <ac:chgData name="Owais Ahmed" userId="6abc7d4556b3b071" providerId="LiveId" clId="{37B963A1-BBDE-46C5-80F9-50AE1D86A8AA}" dt="2023-07-31T07:55:25.191" v="35" actId="478"/>
          <ac:cxnSpMkLst>
            <pc:docMk/>
            <pc:sldMk cId="2990752692" sldId="2547"/>
            <ac:cxnSpMk id="248" creationId="{322F526B-D2BC-E613-65D0-FE89D4620B7A}"/>
          </ac:cxnSpMkLst>
        </pc:cxnChg>
        <pc:cxnChg chg="mod">
          <ac:chgData name="Owais Ahmed" userId="6abc7d4556b3b071" providerId="LiveId" clId="{37B963A1-BBDE-46C5-80F9-50AE1D86A8AA}" dt="2023-07-31T07:55:25.191" v="35" actId="478"/>
          <ac:cxnSpMkLst>
            <pc:docMk/>
            <pc:sldMk cId="2990752692" sldId="2547"/>
            <ac:cxnSpMk id="252" creationId="{4F1485D7-04A2-E361-5995-72B9663EF71A}"/>
          </ac:cxnSpMkLst>
        </pc:cxnChg>
        <pc:cxnChg chg="mod">
          <ac:chgData name="Owais Ahmed" userId="6abc7d4556b3b071" providerId="LiveId" clId="{37B963A1-BBDE-46C5-80F9-50AE1D86A8AA}" dt="2023-07-31T07:55:25.191" v="35" actId="478"/>
          <ac:cxnSpMkLst>
            <pc:docMk/>
            <pc:sldMk cId="2990752692" sldId="2547"/>
            <ac:cxnSpMk id="256" creationId="{8D34D431-6C53-42A2-C0D9-E20C69418F24}"/>
          </ac:cxnSpMkLst>
        </pc:cxnChg>
        <pc:cxnChg chg="mod">
          <ac:chgData name="Owais Ahmed" userId="6abc7d4556b3b071" providerId="LiveId" clId="{37B963A1-BBDE-46C5-80F9-50AE1D86A8AA}" dt="2023-07-31T07:55:25.191" v="35" actId="478"/>
          <ac:cxnSpMkLst>
            <pc:docMk/>
            <pc:sldMk cId="2990752692" sldId="2547"/>
            <ac:cxnSpMk id="261" creationId="{DC6C7DE2-69DF-BFDD-C2EF-8B3E01A3CCEB}"/>
          </ac:cxnSpMkLst>
        </pc:cxnChg>
        <pc:cxnChg chg="mod">
          <ac:chgData name="Owais Ahmed" userId="6abc7d4556b3b071" providerId="LiveId" clId="{37B963A1-BBDE-46C5-80F9-50AE1D86A8AA}" dt="2023-07-31T07:55:28.815" v="36" actId="478"/>
          <ac:cxnSpMkLst>
            <pc:docMk/>
            <pc:sldMk cId="2990752692" sldId="2547"/>
            <ac:cxnSpMk id="268" creationId="{E7F052F5-7CBD-2F05-E655-773FA1456244}"/>
          </ac:cxnSpMkLst>
        </pc:cxnChg>
        <pc:cxnChg chg="mod">
          <ac:chgData name="Owais Ahmed" userId="6abc7d4556b3b071" providerId="LiveId" clId="{37B963A1-BBDE-46C5-80F9-50AE1D86A8AA}" dt="2023-07-31T07:55:28.815" v="36" actId="478"/>
          <ac:cxnSpMkLst>
            <pc:docMk/>
            <pc:sldMk cId="2990752692" sldId="2547"/>
            <ac:cxnSpMk id="280" creationId="{D6B5FB28-E472-E3AC-6D4F-7D7D5F911674}"/>
          </ac:cxnSpMkLst>
        </pc:cxnChg>
        <pc:cxnChg chg="mod">
          <ac:chgData name="Owais Ahmed" userId="6abc7d4556b3b071" providerId="LiveId" clId="{37B963A1-BBDE-46C5-80F9-50AE1D86A8AA}" dt="2023-07-31T07:55:28.815" v="36" actId="478"/>
          <ac:cxnSpMkLst>
            <pc:docMk/>
            <pc:sldMk cId="2990752692" sldId="2547"/>
            <ac:cxnSpMk id="284" creationId="{233DEFD1-9501-6CAE-9C63-3AE11A33EC76}"/>
          </ac:cxnSpMkLst>
        </pc:cxnChg>
        <pc:cxnChg chg="mod">
          <ac:chgData name="Owais Ahmed" userId="6abc7d4556b3b071" providerId="LiveId" clId="{37B963A1-BBDE-46C5-80F9-50AE1D86A8AA}" dt="2023-07-31T07:55:28.815" v="36" actId="478"/>
          <ac:cxnSpMkLst>
            <pc:docMk/>
            <pc:sldMk cId="2990752692" sldId="2547"/>
            <ac:cxnSpMk id="288" creationId="{F11FB287-BC39-190A-43B9-A5B34B82B977}"/>
          </ac:cxnSpMkLst>
        </pc:cxnChg>
        <pc:cxnChg chg="add mod">
          <ac:chgData name="Owais Ahmed" userId="6abc7d4556b3b071" providerId="LiveId" clId="{37B963A1-BBDE-46C5-80F9-50AE1D86A8AA}" dt="2023-07-31T09:21:01.400" v="778" actId="164"/>
          <ac:cxnSpMkLst>
            <pc:docMk/>
            <pc:sldMk cId="2990752692" sldId="2547"/>
            <ac:cxnSpMk id="1025" creationId="{33E52E20-8B3F-3C42-7176-F4BE107E4E5C}"/>
          </ac:cxnSpMkLst>
        </pc:cxnChg>
        <pc:cxnChg chg="add mod">
          <ac:chgData name="Owais Ahmed" userId="6abc7d4556b3b071" providerId="LiveId" clId="{37B963A1-BBDE-46C5-80F9-50AE1D86A8AA}" dt="2023-07-31T09:21:01.400" v="778" actId="164"/>
          <ac:cxnSpMkLst>
            <pc:docMk/>
            <pc:sldMk cId="2990752692" sldId="2547"/>
            <ac:cxnSpMk id="1029" creationId="{F17F1DB9-9026-97D8-7854-3DD4E9D477CF}"/>
          </ac:cxnSpMkLst>
        </pc:cxnChg>
      </pc:sldChg>
      <pc:sldChg chg="add del">
        <pc:chgData name="Owais Ahmed" userId="6abc7d4556b3b071" providerId="LiveId" clId="{37B963A1-BBDE-46C5-80F9-50AE1D86A8AA}" dt="2023-07-31T09:17:48.628" v="749" actId="47"/>
        <pc:sldMkLst>
          <pc:docMk/>
          <pc:sldMk cId="1225631326" sldId="2548"/>
        </pc:sldMkLst>
      </pc:sldChg>
    </pc:docChg>
  </pc:docChgLst>
  <pc:docChgLst>
    <pc:chgData name="Owais Ahmed" userId="6abc7d4556b3b071" providerId="LiveId" clId="{3C778E50-14A3-4CD1-90DB-B3A15832030D}"/>
    <pc:docChg chg="custSel delSld modSld">
      <pc:chgData name="Owais Ahmed" userId="6abc7d4556b3b071" providerId="LiveId" clId="{3C778E50-14A3-4CD1-90DB-B3A15832030D}" dt="2023-12-10T20:42:59.262" v="138" actId="14"/>
      <pc:docMkLst>
        <pc:docMk/>
      </pc:docMkLst>
      <pc:sldChg chg="modSp mod">
        <pc:chgData name="Owais Ahmed" userId="6abc7d4556b3b071" providerId="LiveId" clId="{3C778E50-14A3-4CD1-90DB-B3A15832030D}" dt="2023-12-06T11:00:07.574" v="136" actId="14100"/>
        <pc:sldMkLst>
          <pc:docMk/>
          <pc:sldMk cId="1649098948" sldId="2462"/>
        </pc:sldMkLst>
        <pc:spChg chg="mod">
          <ac:chgData name="Owais Ahmed" userId="6abc7d4556b3b071" providerId="LiveId" clId="{3C778E50-14A3-4CD1-90DB-B3A15832030D}" dt="2023-12-06T11:00:07.574" v="136" actId="14100"/>
          <ac:spMkLst>
            <pc:docMk/>
            <pc:sldMk cId="1649098948" sldId="2462"/>
            <ac:spMk id="6" creationId="{F3C89A40-EEAA-43AB-9A3A-B2CFDE450F1B}"/>
          </ac:spMkLst>
        </pc:spChg>
      </pc:sldChg>
      <pc:sldChg chg="modSp mod">
        <pc:chgData name="Owais Ahmed" userId="6abc7d4556b3b071" providerId="LiveId" clId="{3C778E50-14A3-4CD1-90DB-B3A15832030D}" dt="2023-12-06T11:03:00.740" v="137"/>
        <pc:sldMkLst>
          <pc:docMk/>
          <pc:sldMk cId="146856052" sldId="2503"/>
        </pc:sldMkLst>
        <pc:spChg chg="mod">
          <ac:chgData name="Owais Ahmed" userId="6abc7d4556b3b071" providerId="LiveId" clId="{3C778E50-14A3-4CD1-90DB-B3A15832030D}" dt="2023-12-06T11:03:00.740" v="137"/>
          <ac:spMkLst>
            <pc:docMk/>
            <pc:sldMk cId="146856052" sldId="2503"/>
            <ac:spMk id="9" creationId="{79DC1498-E692-42BA-B69F-6D37E6CFACA0}"/>
          </ac:spMkLst>
        </pc:spChg>
      </pc:sldChg>
      <pc:sldChg chg="del">
        <pc:chgData name="Owais Ahmed" userId="6abc7d4556b3b071" providerId="LiveId" clId="{3C778E50-14A3-4CD1-90DB-B3A15832030D}" dt="2023-12-06T10:57:21.748" v="1" actId="47"/>
        <pc:sldMkLst>
          <pc:docMk/>
          <pc:sldMk cId="1728196837" sldId="2577"/>
        </pc:sldMkLst>
      </pc:sldChg>
      <pc:sldChg chg="del">
        <pc:chgData name="Owais Ahmed" userId="6abc7d4556b3b071" providerId="LiveId" clId="{3C778E50-14A3-4CD1-90DB-B3A15832030D}" dt="2023-12-06T10:57:21.748" v="1" actId="47"/>
        <pc:sldMkLst>
          <pc:docMk/>
          <pc:sldMk cId="2723791907" sldId="2580"/>
        </pc:sldMkLst>
      </pc:sldChg>
      <pc:sldChg chg="del">
        <pc:chgData name="Owais Ahmed" userId="6abc7d4556b3b071" providerId="LiveId" clId="{3C778E50-14A3-4CD1-90DB-B3A15832030D}" dt="2023-12-06T10:57:21.748" v="1" actId="47"/>
        <pc:sldMkLst>
          <pc:docMk/>
          <pc:sldMk cId="386739838" sldId="2582"/>
        </pc:sldMkLst>
      </pc:sldChg>
      <pc:sldChg chg="del">
        <pc:chgData name="Owais Ahmed" userId="6abc7d4556b3b071" providerId="LiveId" clId="{3C778E50-14A3-4CD1-90DB-B3A15832030D}" dt="2023-12-06T10:57:21.748" v="1" actId="47"/>
        <pc:sldMkLst>
          <pc:docMk/>
          <pc:sldMk cId="778272762" sldId="2583"/>
        </pc:sldMkLst>
      </pc:sldChg>
      <pc:sldChg chg="del">
        <pc:chgData name="Owais Ahmed" userId="6abc7d4556b3b071" providerId="LiveId" clId="{3C778E50-14A3-4CD1-90DB-B3A15832030D}" dt="2023-12-06T10:57:21.748" v="1" actId="47"/>
        <pc:sldMkLst>
          <pc:docMk/>
          <pc:sldMk cId="3945825482" sldId="2584"/>
        </pc:sldMkLst>
      </pc:sldChg>
      <pc:sldChg chg="del">
        <pc:chgData name="Owais Ahmed" userId="6abc7d4556b3b071" providerId="LiveId" clId="{3C778E50-14A3-4CD1-90DB-B3A15832030D}" dt="2023-12-06T10:57:21.748" v="1" actId="47"/>
        <pc:sldMkLst>
          <pc:docMk/>
          <pc:sldMk cId="2833065472" sldId="2585"/>
        </pc:sldMkLst>
      </pc:sldChg>
      <pc:sldChg chg="del">
        <pc:chgData name="Owais Ahmed" userId="6abc7d4556b3b071" providerId="LiveId" clId="{3C778E50-14A3-4CD1-90DB-B3A15832030D}" dt="2023-12-06T10:57:21.748" v="1" actId="47"/>
        <pc:sldMkLst>
          <pc:docMk/>
          <pc:sldMk cId="2769376114" sldId="2586"/>
        </pc:sldMkLst>
      </pc:sldChg>
      <pc:sldChg chg="del">
        <pc:chgData name="Owais Ahmed" userId="6abc7d4556b3b071" providerId="LiveId" clId="{3C778E50-14A3-4CD1-90DB-B3A15832030D}" dt="2023-12-06T10:57:21.748" v="1" actId="47"/>
        <pc:sldMkLst>
          <pc:docMk/>
          <pc:sldMk cId="2638330689" sldId="2587"/>
        </pc:sldMkLst>
      </pc:sldChg>
      <pc:sldChg chg="del">
        <pc:chgData name="Owais Ahmed" userId="6abc7d4556b3b071" providerId="LiveId" clId="{3C778E50-14A3-4CD1-90DB-B3A15832030D}" dt="2023-12-06T10:57:21.748" v="1" actId="47"/>
        <pc:sldMkLst>
          <pc:docMk/>
          <pc:sldMk cId="1225950896" sldId="2588"/>
        </pc:sldMkLst>
      </pc:sldChg>
      <pc:sldChg chg="del">
        <pc:chgData name="Owais Ahmed" userId="6abc7d4556b3b071" providerId="LiveId" clId="{3C778E50-14A3-4CD1-90DB-B3A15832030D}" dt="2023-12-06T10:57:21.748" v="1" actId="47"/>
        <pc:sldMkLst>
          <pc:docMk/>
          <pc:sldMk cId="1189442637" sldId="2589"/>
        </pc:sldMkLst>
      </pc:sldChg>
      <pc:sldChg chg="del">
        <pc:chgData name="Owais Ahmed" userId="6abc7d4556b3b071" providerId="LiveId" clId="{3C778E50-14A3-4CD1-90DB-B3A15832030D}" dt="2023-12-06T10:57:21.748" v="1" actId="47"/>
        <pc:sldMkLst>
          <pc:docMk/>
          <pc:sldMk cId="1039647049" sldId="2590"/>
        </pc:sldMkLst>
      </pc:sldChg>
      <pc:sldChg chg="del">
        <pc:chgData name="Owais Ahmed" userId="6abc7d4556b3b071" providerId="LiveId" clId="{3C778E50-14A3-4CD1-90DB-B3A15832030D}" dt="2023-12-06T10:57:21.748" v="1" actId="47"/>
        <pc:sldMkLst>
          <pc:docMk/>
          <pc:sldMk cId="1058495179" sldId="2591"/>
        </pc:sldMkLst>
      </pc:sldChg>
      <pc:sldChg chg="del">
        <pc:chgData name="Owais Ahmed" userId="6abc7d4556b3b071" providerId="LiveId" clId="{3C778E50-14A3-4CD1-90DB-B3A15832030D}" dt="2023-12-06T10:57:21.748" v="1" actId="47"/>
        <pc:sldMkLst>
          <pc:docMk/>
          <pc:sldMk cId="2636691172" sldId="2592"/>
        </pc:sldMkLst>
      </pc:sldChg>
      <pc:sldChg chg="del">
        <pc:chgData name="Owais Ahmed" userId="6abc7d4556b3b071" providerId="LiveId" clId="{3C778E50-14A3-4CD1-90DB-B3A15832030D}" dt="2023-12-06T10:57:21.748" v="1" actId="47"/>
        <pc:sldMkLst>
          <pc:docMk/>
          <pc:sldMk cId="2352947188" sldId="2593"/>
        </pc:sldMkLst>
      </pc:sldChg>
      <pc:sldChg chg="del">
        <pc:chgData name="Owais Ahmed" userId="6abc7d4556b3b071" providerId="LiveId" clId="{3C778E50-14A3-4CD1-90DB-B3A15832030D}" dt="2023-12-06T10:57:21.748" v="1" actId="47"/>
        <pc:sldMkLst>
          <pc:docMk/>
          <pc:sldMk cId="3208824402" sldId="2594"/>
        </pc:sldMkLst>
      </pc:sldChg>
      <pc:sldChg chg="modSp mod">
        <pc:chgData name="Owais Ahmed" userId="6abc7d4556b3b071" providerId="LiveId" clId="{3C778E50-14A3-4CD1-90DB-B3A15832030D}" dt="2023-12-06T10:57:49.951" v="36" actId="20577"/>
        <pc:sldMkLst>
          <pc:docMk/>
          <pc:sldMk cId="1864496864" sldId="2596"/>
        </pc:sldMkLst>
        <pc:spChg chg="mod">
          <ac:chgData name="Owais Ahmed" userId="6abc7d4556b3b071" providerId="LiveId" clId="{3C778E50-14A3-4CD1-90DB-B3A15832030D}" dt="2023-12-06T10:57:49.951" v="36" actId="20577"/>
          <ac:spMkLst>
            <pc:docMk/>
            <pc:sldMk cId="1864496864" sldId="2596"/>
            <ac:spMk id="215" creationId="{00000000-0000-0000-0000-000000000000}"/>
          </ac:spMkLst>
        </pc:spChg>
      </pc:sldChg>
      <pc:sldChg chg="modSp mod">
        <pc:chgData name="Owais Ahmed" userId="6abc7d4556b3b071" providerId="LiveId" clId="{3C778E50-14A3-4CD1-90DB-B3A15832030D}" dt="2023-12-10T20:42:59.262" v="138" actId="14"/>
        <pc:sldMkLst>
          <pc:docMk/>
          <pc:sldMk cId="1104821034" sldId="2597"/>
        </pc:sldMkLst>
        <pc:spChg chg="mod">
          <ac:chgData name="Owais Ahmed" userId="6abc7d4556b3b071" providerId="LiveId" clId="{3C778E50-14A3-4CD1-90DB-B3A15832030D}" dt="2023-12-10T20:42:59.262" v="138" actId="14"/>
          <ac:spMkLst>
            <pc:docMk/>
            <pc:sldMk cId="1104821034" sldId="2597"/>
            <ac:spMk id="3" creationId="{C036BAFF-A229-2D4C-DAE4-E2898006D8B7}"/>
          </ac:spMkLst>
        </pc:spChg>
        <pc:spChg chg="mod">
          <ac:chgData name="Owais Ahmed" userId="6abc7d4556b3b071" providerId="LiveId" clId="{3C778E50-14A3-4CD1-90DB-B3A15832030D}" dt="2023-12-06T10:57:57.495" v="37"/>
          <ac:spMkLst>
            <pc:docMk/>
            <pc:sldMk cId="1104821034" sldId="2597"/>
            <ac:spMk id="215" creationId="{00000000-0000-0000-0000-000000000000}"/>
          </ac:spMkLst>
        </pc:spChg>
      </pc:sldChg>
      <pc:sldChg chg="modSp mod">
        <pc:chgData name="Owais Ahmed" userId="6abc7d4556b3b071" providerId="LiveId" clId="{3C778E50-14A3-4CD1-90DB-B3A15832030D}" dt="2023-12-06T10:58:02.549" v="38"/>
        <pc:sldMkLst>
          <pc:docMk/>
          <pc:sldMk cId="4019502093" sldId="2598"/>
        </pc:sldMkLst>
        <pc:spChg chg="mod">
          <ac:chgData name="Owais Ahmed" userId="6abc7d4556b3b071" providerId="LiveId" clId="{3C778E50-14A3-4CD1-90DB-B3A15832030D}" dt="2023-12-06T10:58:02.549" v="38"/>
          <ac:spMkLst>
            <pc:docMk/>
            <pc:sldMk cId="4019502093" sldId="2598"/>
            <ac:spMk id="215" creationId="{00000000-0000-0000-0000-000000000000}"/>
          </ac:spMkLst>
        </pc:spChg>
      </pc:sldChg>
      <pc:sldChg chg="modSp mod">
        <pc:chgData name="Owais Ahmed" userId="6abc7d4556b3b071" providerId="LiveId" clId="{3C778E50-14A3-4CD1-90DB-B3A15832030D}" dt="2023-12-06T10:58:33.161" v="52" actId="20577"/>
        <pc:sldMkLst>
          <pc:docMk/>
          <pc:sldMk cId="823378809" sldId="2606"/>
        </pc:sldMkLst>
        <pc:spChg chg="mod">
          <ac:chgData name="Owais Ahmed" userId="6abc7d4556b3b071" providerId="LiveId" clId="{3C778E50-14A3-4CD1-90DB-B3A15832030D}" dt="2023-12-06T10:58:33.161" v="52" actId="20577"/>
          <ac:spMkLst>
            <pc:docMk/>
            <pc:sldMk cId="823378809" sldId="2606"/>
            <ac:spMk id="215" creationId="{00000000-0000-0000-0000-000000000000}"/>
          </ac:spMkLst>
        </pc:spChg>
      </pc:sldChg>
      <pc:sldChg chg="modSp mod">
        <pc:chgData name="Owais Ahmed" userId="6abc7d4556b3b071" providerId="LiveId" clId="{3C778E50-14A3-4CD1-90DB-B3A15832030D}" dt="2023-12-06T10:58:39.485" v="65" actId="20577"/>
        <pc:sldMkLst>
          <pc:docMk/>
          <pc:sldMk cId="1705029679" sldId="2607"/>
        </pc:sldMkLst>
        <pc:spChg chg="mod">
          <ac:chgData name="Owais Ahmed" userId="6abc7d4556b3b071" providerId="LiveId" clId="{3C778E50-14A3-4CD1-90DB-B3A15832030D}" dt="2023-12-06T10:58:39.485" v="65" actId="20577"/>
          <ac:spMkLst>
            <pc:docMk/>
            <pc:sldMk cId="1705029679" sldId="2607"/>
            <ac:spMk id="215" creationId="{00000000-0000-0000-0000-000000000000}"/>
          </ac:spMkLst>
        </pc:spChg>
      </pc:sldChg>
      <pc:sldChg chg="modSp mod">
        <pc:chgData name="Owais Ahmed" userId="6abc7d4556b3b071" providerId="LiveId" clId="{3C778E50-14A3-4CD1-90DB-B3A15832030D}" dt="2023-12-06T10:58:56.962" v="86" actId="20577"/>
        <pc:sldMkLst>
          <pc:docMk/>
          <pc:sldMk cId="2118845448" sldId="2608"/>
        </pc:sldMkLst>
        <pc:spChg chg="mod">
          <ac:chgData name="Owais Ahmed" userId="6abc7d4556b3b071" providerId="LiveId" clId="{3C778E50-14A3-4CD1-90DB-B3A15832030D}" dt="2023-12-06T10:58:56.962" v="86" actId="20577"/>
          <ac:spMkLst>
            <pc:docMk/>
            <pc:sldMk cId="2118845448" sldId="2608"/>
            <ac:spMk id="215" creationId="{00000000-0000-0000-0000-000000000000}"/>
          </ac:spMkLst>
        </pc:spChg>
      </pc:sldChg>
      <pc:sldChg chg="modSp mod">
        <pc:chgData name="Owais Ahmed" userId="6abc7d4556b3b071" providerId="LiveId" clId="{3C778E50-14A3-4CD1-90DB-B3A15832030D}" dt="2023-12-06T10:59:00.354" v="87"/>
        <pc:sldMkLst>
          <pc:docMk/>
          <pc:sldMk cId="2295888877" sldId="2609"/>
        </pc:sldMkLst>
        <pc:spChg chg="mod">
          <ac:chgData name="Owais Ahmed" userId="6abc7d4556b3b071" providerId="LiveId" clId="{3C778E50-14A3-4CD1-90DB-B3A15832030D}" dt="2023-12-06T10:59:00.354" v="87"/>
          <ac:spMkLst>
            <pc:docMk/>
            <pc:sldMk cId="2295888877" sldId="2609"/>
            <ac:spMk id="215" creationId="{00000000-0000-0000-0000-000000000000}"/>
          </ac:spMkLst>
        </pc:spChg>
      </pc:sldChg>
      <pc:sldChg chg="modSp mod">
        <pc:chgData name="Owais Ahmed" userId="6abc7d4556b3b071" providerId="LiveId" clId="{3C778E50-14A3-4CD1-90DB-B3A15832030D}" dt="2023-12-06T10:59:05.605" v="88"/>
        <pc:sldMkLst>
          <pc:docMk/>
          <pc:sldMk cId="2858408944" sldId="2610"/>
        </pc:sldMkLst>
        <pc:spChg chg="mod">
          <ac:chgData name="Owais Ahmed" userId="6abc7d4556b3b071" providerId="LiveId" clId="{3C778E50-14A3-4CD1-90DB-B3A15832030D}" dt="2023-12-06T10:59:05.605" v="88"/>
          <ac:spMkLst>
            <pc:docMk/>
            <pc:sldMk cId="2858408944" sldId="2610"/>
            <ac:spMk id="215" creationId="{00000000-0000-0000-0000-000000000000}"/>
          </ac:spMkLst>
        </pc:spChg>
      </pc:sldChg>
      <pc:sldChg chg="modSp mod">
        <pc:chgData name="Owais Ahmed" userId="6abc7d4556b3b071" providerId="LiveId" clId="{3C778E50-14A3-4CD1-90DB-B3A15832030D}" dt="2023-12-06T10:59:07.664" v="89"/>
        <pc:sldMkLst>
          <pc:docMk/>
          <pc:sldMk cId="1405760968" sldId="2611"/>
        </pc:sldMkLst>
        <pc:spChg chg="mod">
          <ac:chgData name="Owais Ahmed" userId="6abc7d4556b3b071" providerId="LiveId" clId="{3C778E50-14A3-4CD1-90DB-B3A15832030D}" dt="2023-12-06T10:59:07.664" v="89"/>
          <ac:spMkLst>
            <pc:docMk/>
            <pc:sldMk cId="1405760968" sldId="2611"/>
            <ac:spMk id="215" creationId="{00000000-0000-0000-0000-000000000000}"/>
          </ac:spMkLst>
        </pc:spChg>
      </pc:sldChg>
      <pc:sldChg chg="modSp mod">
        <pc:chgData name="Owais Ahmed" userId="6abc7d4556b3b071" providerId="LiveId" clId="{3C778E50-14A3-4CD1-90DB-B3A15832030D}" dt="2023-12-06T10:59:10.137" v="90"/>
        <pc:sldMkLst>
          <pc:docMk/>
          <pc:sldMk cId="1787892858" sldId="2612"/>
        </pc:sldMkLst>
        <pc:spChg chg="mod">
          <ac:chgData name="Owais Ahmed" userId="6abc7d4556b3b071" providerId="LiveId" clId="{3C778E50-14A3-4CD1-90DB-B3A15832030D}" dt="2023-12-06T10:59:10.137" v="90"/>
          <ac:spMkLst>
            <pc:docMk/>
            <pc:sldMk cId="1787892858" sldId="2612"/>
            <ac:spMk id="215" creationId="{00000000-0000-0000-0000-000000000000}"/>
          </ac:spMkLst>
        </pc:spChg>
      </pc:sldChg>
      <pc:sldChg chg="modSp mod">
        <pc:chgData name="Owais Ahmed" userId="6abc7d4556b3b071" providerId="LiveId" clId="{3C778E50-14A3-4CD1-90DB-B3A15832030D}" dt="2023-12-06T10:59:13.053" v="91"/>
        <pc:sldMkLst>
          <pc:docMk/>
          <pc:sldMk cId="2686934128" sldId="2613"/>
        </pc:sldMkLst>
        <pc:spChg chg="mod">
          <ac:chgData name="Owais Ahmed" userId="6abc7d4556b3b071" providerId="LiveId" clId="{3C778E50-14A3-4CD1-90DB-B3A15832030D}" dt="2023-12-06T10:59:13.053" v="91"/>
          <ac:spMkLst>
            <pc:docMk/>
            <pc:sldMk cId="2686934128" sldId="2613"/>
            <ac:spMk id="215" creationId="{00000000-0000-0000-0000-000000000000}"/>
          </ac:spMkLst>
        </pc:spChg>
      </pc:sldChg>
      <pc:sldChg chg="modSp mod">
        <pc:chgData name="Owais Ahmed" userId="6abc7d4556b3b071" providerId="LiveId" clId="{3C778E50-14A3-4CD1-90DB-B3A15832030D}" dt="2023-12-06T10:59:15.537" v="92"/>
        <pc:sldMkLst>
          <pc:docMk/>
          <pc:sldMk cId="906824702" sldId="2614"/>
        </pc:sldMkLst>
        <pc:spChg chg="mod">
          <ac:chgData name="Owais Ahmed" userId="6abc7d4556b3b071" providerId="LiveId" clId="{3C778E50-14A3-4CD1-90DB-B3A15832030D}" dt="2023-12-06T10:59:15.537" v="92"/>
          <ac:spMkLst>
            <pc:docMk/>
            <pc:sldMk cId="906824702" sldId="2614"/>
            <ac:spMk id="215" creationId="{00000000-0000-0000-0000-000000000000}"/>
          </ac:spMkLst>
        </pc:spChg>
      </pc:sldChg>
      <pc:sldChg chg="modSp mod">
        <pc:chgData name="Owais Ahmed" userId="6abc7d4556b3b071" providerId="LiveId" clId="{3C778E50-14A3-4CD1-90DB-B3A15832030D}" dt="2023-12-06T10:59:20.997" v="93"/>
        <pc:sldMkLst>
          <pc:docMk/>
          <pc:sldMk cId="703285670" sldId="2615"/>
        </pc:sldMkLst>
        <pc:spChg chg="mod">
          <ac:chgData name="Owais Ahmed" userId="6abc7d4556b3b071" providerId="LiveId" clId="{3C778E50-14A3-4CD1-90DB-B3A15832030D}" dt="2023-12-06T10:59:20.997" v="93"/>
          <ac:spMkLst>
            <pc:docMk/>
            <pc:sldMk cId="703285670" sldId="2615"/>
            <ac:spMk id="215" creationId="{00000000-0000-0000-0000-000000000000}"/>
          </ac:spMkLst>
        </pc:spChg>
      </pc:sldChg>
      <pc:sldChg chg="modSp mod">
        <pc:chgData name="Owais Ahmed" userId="6abc7d4556b3b071" providerId="LiveId" clId="{3C778E50-14A3-4CD1-90DB-B3A15832030D}" dt="2023-12-06T10:59:23.588" v="94"/>
        <pc:sldMkLst>
          <pc:docMk/>
          <pc:sldMk cId="4200592420" sldId="2616"/>
        </pc:sldMkLst>
        <pc:spChg chg="mod">
          <ac:chgData name="Owais Ahmed" userId="6abc7d4556b3b071" providerId="LiveId" clId="{3C778E50-14A3-4CD1-90DB-B3A15832030D}" dt="2023-12-06T10:59:23.588" v="94"/>
          <ac:spMkLst>
            <pc:docMk/>
            <pc:sldMk cId="4200592420" sldId="2616"/>
            <ac:spMk id="215" creationId="{00000000-0000-0000-0000-000000000000}"/>
          </ac:spMkLst>
        </pc:spChg>
      </pc:sldChg>
      <pc:sldChg chg="modSp mod">
        <pc:chgData name="Owais Ahmed" userId="6abc7d4556b3b071" providerId="LiveId" clId="{3C778E50-14A3-4CD1-90DB-B3A15832030D}" dt="2023-12-06T10:59:26.006" v="95"/>
        <pc:sldMkLst>
          <pc:docMk/>
          <pc:sldMk cId="4292219683" sldId="2617"/>
        </pc:sldMkLst>
        <pc:spChg chg="mod">
          <ac:chgData name="Owais Ahmed" userId="6abc7d4556b3b071" providerId="LiveId" clId="{3C778E50-14A3-4CD1-90DB-B3A15832030D}" dt="2023-12-06T10:59:26.006" v="95"/>
          <ac:spMkLst>
            <pc:docMk/>
            <pc:sldMk cId="4292219683" sldId="2617"/>
            <ac:spMk id="215" creationId="{00000000-0000-0000-0000-000000000000}"/>
          </ac:spMkLst>
        </pc:spChg>
      </pc:sldChg>
      <pc:sldChg chg="modSp mod">
        <pc:chgData name="Owais Ahmed" userId="6abc7d4556b3b071" providerId="LiveId" clId="{3C778E50-14A3-4CD1-90DB-B3A15832030D}" dt="2023-12-06T10:59:30.472" v="96"/>
        <pc:sldMkLst>
          <pc:docMk/>
          <pc:sldMk cId="2396896327" sldId="2618"/>
        </pc:sldMkLst>
        <pc:spChg chg="mod">
          <ac:chgData name="Owais Ahmed" userId="6abc7d4556b3b071" providerId="LiveId" clId="{3C778E50-14A3-4CD1-90DB-B3A15832030D}" dt="2023-12-06T10:59:30.472" v="96"/>
          <ac:spMkLst>
            <pc:docMk/>
            <pc:sldMk cId="2396896327" sldId="2618"/>
            <ac:spMk id="215" creationId="{00000000-0000-0000-0000-000000000000}"/>
          </ac:spMkLst>
        </pc:spChg>
      </pc:sldChg>
      <pc:sldChg chg="modSp mod">
        <pc:chgData name="Owais Ahmed" userId="6abc7d4556b3b071" providerId="LiveId" clId="{3C778E50-14A3-4CD1-90DB-B3A15832030D}" dt="2023-12-06T10:59:32.690" v="97"/>
        <pc:sldMkLst>
          <pc:docMk/>
          <pc:sldMk cId="194462750" sldId="2619"/>
        </pc:sldMkLst>
        <pc:spChg chg="mod">
          <ac:chgData name="Owais Ahmed" userId="6abc7d4556b3b071" providerId="LiveId" clId="{3C778E50-14A3-4CD1-90DB-B3A15832030D}" dt="2023-12-06T10:59:32.690" v="97"/>
          <ac:spMkLst>
            <pc:docMk/>
            <pc:sldMk cId="194462750" sldId="2619"/>
            <ac:spMk id="215" creationId="{00000000-0000-0000-0000-000000000000}"/>
          </ac:spMkLst>
        </pc:spChg>
      </pc:sldChg>
    </pc:docChg>
  </pc:docChgLst>
  <pc:docChgLst>
    <pc:chgData name="Owais Ahmed" userId="6abc7d4556b3b071" providerId="LiveId" clId="{121F522D-F26C-4013-A2DF-2A6E836927F8}"/>
    <pc:docChg chg="custSel delSld modSld">
      <pc:chgData name="Owais Ahmed" userId="6abc7d4556b3b071" providerId="LiveId" clId="{121F522D-F26C-4013-A2DF-2A6E836927F8}" dt="2023-10-04T10:40:48.401" v="895" actId="47"/>
      <pc:docMkLst>
        <pc:docMk/>
      </pc:docMkLst>
      <pc:sldChg chg="modSp mod">
        <pc:chgData name="Owais Ahmed" userId="6abc7d4556b3b071" providerId="LiveId" clId="{121F522D-F26C-4013-A2DF-2A6E836927F8}" dt="2023-10-04T10:22:52.379" v="31" actId="20577"/>
        <pc:sldMkLst>
          <pc:docMk/>
          <pc:sldMk cId="1649098948" sldId="2462"/>
        </pc:sldMkLst>
        <pc:spChg chg="mod">
          <ac:chgData name="Owais Ahmed" userId="6abc7d4556b3b071" providerId="LiveId" clId="{121F522D-F26C-4013-A2DF-2A6E836927F8}" dt="2023-10-04T10:22:52.379" v="31" actId="20577"/>
          <ac:spMkLst>
            <pc:docMk/>
            <pc:sldMk cId="1649098948" sldId="2462"/>
            <ac:spMk id="6" creationId="{F3C89A40-EEAA-43AB-9A3A-B2CFDE450F1B}"/>
          </ac:spMkLst>
        </pc:spChg>
      </pc:sldChg>
      <pc:sldChg chg="modSp mod modAnim">
        <pc:chgData name="Owais Ahmed" userId="6abc7d4556b3b071" providerId="LiveId" clId="{121F522D-F26C-4013-A2DF-2A6E836927F8}" dt="2023-10-04T10:31:43.246" v="889" actId="20577"/>
        <pc:sldMkLst>
          <pc:docMk/>
          <pc:sldMk cId="296501705" sldId="2557"/>
        </pc:sldMkLst>
        <pc:spChg chg="mod">
          <ac:chgData name="Owais Ahmed" userId="6abc7d4556b3b071" providerId="LiveId" clId="{121F522D-F26C-4013-A2DF-2A6E836927F8}" dt="2023-10-04T10:31:43.246" v="889" actId="20577"/>
          <ac:spMkLst>
            <pc:docMk/>
            <pc:sldMk cId="296501705" sldId="2557"/>
            <ac:spMk id="3" creationId="{4A1C0383-58FE-E486-295E-B33B8683B938}"/>
          </ac:spMkLst>
        </pc:spChg>
        <pc:spChg chg="mod">
          <ac:chgData name="Owais Ahmed" userId="6abc7d4556b3b071" providerId="LiveId" clId="{121F522D-F26C-4013-A2DF-2A6E836927F8}" dt="2023-10-04T10:24:28.472" v="58" actId="20577"/>
          <ac:spMkLst>
            <pc:docMk/>
            <pc:sldMk cId="296501705" sldId="2557"/>
            <ac:spMk id="215" creationId="{00000000-0000-0000-0000-000000000000}"/>
          </ac:spMkLst>
        </pc:spChg>
      </pc:sldChg>
      <pc:sldChg chg="del">
        <pc:chgData name="Owais Ahmed" userId="6abc7d4556b3b071" providerId="LiveId" clId="{121F522D-F26C-4013-A2DF-2A6E836927F8}" dt="2023-10-04T10:40:26.628" v="890" actId="47"/>
        <pc:sldMkLst>
          <pc:docMk/>
          <pc:sldMk cId="434899577" sldId="2558"/>
        </pc:sldMkLst>
      </pc:sldChg>
      <pc:sldChg chg="del">
        <pc:chgData name="Owais Ahmed" userId="6abc7d4556b3b071" providerId="LiveId" clId="{121F522D-F26C-4013-A2DF-2A6E836927F8}" dt="2023-10-04T10:40:26.628" v="890" actId="47"/>
        <pc:sldMkLst>
          <pc:docMk/>
          <pc:sldMk cId="3699905756" sldId="2559"/>
        </pc:sldMkLst>
      </pc:sldChg>
      <pc:sldChg chg="del">
        <pc:chgData name="Owais Ahmed" userId="6abc7d4556b3b071" providerId="LiveId" clId="{121F522D-F26C-4013-A2DF-2A6E836927F8}" dt="2023-10-04T10:40:26.628" v="890" actId="47"/>
        <pc:sldMkLst>
          <pc:docMk/>
          <pc:sldMk cId="2653031371" sldId="2560"/>
        </pc:sldMkLst>
      </pc:sldChg>
      <pc:sldChg chg="del">
        <pc:chgData name="Owais Ahmed" userId="6abc7d4556b3b071" providerId="LiveId" clId="{121F522D-F26C-4013-A2DF-2A6E836927F8}" dt="2023-10-04T10:40:26.628" v="890" actId="47"/>
        <pc:sldMkLst>
          <pc:docMk/>
          <pc:sldMk cId="224988690" sldId="2561"/>
        </pc:sldMkLst>
      </pc:sldChg>
      <pc:sldChg chg="del">
        <pc:chgData name="Owais Ahmed" userId="6abc7d4556b3b071" providerId="LiveId" clId="{121F522D-F26C-4013-A2DF-2A6E836927F8}" dt="2023-10-04T10:40:26.628" v="890" actId="47"/>
        <pc:sldMkLst>
          <pc:docMk/>
          <pc:sldMk cId="3132273384" sldId="2562"/>
        </pc:sldMkLst>
      </pc:sldChg>
      <pc:sldChg chg="del">
        <pc:chgData name="Owais Ahmed" userId="6abc7d4556b3b071" providerId="LiveId" clId="{121F522D-F26C-4013-A2DF-2A6E836927F8}" dt="2023-10-04T10:40:26.628" v="890" actId="47"/>
        <pc:sldMkLst>
          <pc:docMk/>
          <pc:sldMk cId="3330436801" sldId="2563"/>
        </pc:sldMkLst>
      </pc:sldChg>
      <pc:sldChg chg="del">
        <pc:chgData name="Owais Ahmed" userId="6abc7d4556b3b071" providerId="LiveId" clId="{121F522D-F26C-4013-A2DF-2A6E836927F8}" dt="2023-10-04T10:40:30.474" v="891" actId="47"/>
        <pc:sldMkLst>
          <pc:docMk/>
          <pc:sldMk cId="1325755899" sldId="2564"/>
        </pc:sldMkLst>
      </pc:sldChg>
      <pc:sldChg chg="del">
        <pc:chgData name="Owais Ahmed" userId="6abc7d4556b3b071" providerId="LiveId" clId="{121F522D-F26C-4013-A2DF-2A6E836927F8}" dt="2023-10-04T10:40:30.474" v="891" actId="47"/>
        <pc:sldMkLst>
          <pc:docMk/>
          <pc:sldMk cId="2136095335" sldId="2565"/>
        </pc:sldMkLst>
      </pc:sldChg>
      <pc:sldChg chg="del">
        <pc:chgData name="Owais Ahmed" userId="6abc7d4556b3b071" providerId="LiveId" clId="{121F522D-F26C-4013-A2DF-2A6E836927F8}" dt="2023-10-04T10:40:30.474" v="891" actId="47"/>
        <pc:sldMkLst>
          <pc:docMk/>
          <pc:sldMk cId="786819306" sldId="2566"/>
        </pc:sldMkLst>
      </pc:sldChg>
      <pc:sldChg chg="del">
        <pc:chgData name="Owais Ahmed" userId="6abc7d4556b3b071" providerId="LiveId" clId="{121F522D-F26C-4013-A2DF-2A6E836927F8}" dt="2023-10-04T10:40:30.474" v="891" actId="47"/>
        <pc:sldMkLst>
          <pc:docMk/>
          <pc:sldMk cId="1120982729" sldId="2568"/>
        </pc:sldMkLst>
      </pc:sldChg>
      <pc:sldChg chg="del">
        <pc:chgData name="Owais Ahmed" userId="6abc7d4556b3b071" providerId="LiveId" clId="{121F522D-F26C-4013-A2DF-2A6E836927F8}" dt="2023-10-04T10:40:34.565" v="892" actId="47"/>
        <pc:sldMkLst>
          <pc:docMk/>
          <pc:sldMk cId="3259772413" sldId="2569"/>
        </pc:sldMkLst>
      </pc:sldChg>
      <pc:sldChg chg="del">
        <pc:chgData name="Owais Ahmed" userId="6abc7d4556b3b071" providerId="LiveId" clId="{121F522D-F26C-4013-A2DF-2A6E836927F8}" dt="2023-10-04T10:40:34.565" v="892" actId="47"/>
        <pc:sldMkLst>
          <pc:docMk/>
          <pc:sldMk cId="345547534" sldId="2570"/>
        </pc:sldMkLst>
      </pc:sldChg>
      <pc:sldChg chg="del">
        <pc:chgData name="Owais Ahmed" userId="6abc7d4556b3b071" providerId="LiveId" clId="{121F522D-F26C-4013-A2DF-2A6E836927F8}" dt="2023-10-04T10:40:48.401" v="895" actId="47"/>
        <pc:sldMkLst>
          <pc:docMk/>
          <pc:sldMk cId="2705189823" sldId="2571"/>
        </pc:sldMkLst>
      </pc:sldChg>
      <pc:sldChg chg="del">
        <pc:chgData name="Owais Ahmed" userId="6abc7d4556b3b071" providerId="LiveId" clId="{121F522D-F26C-4013-A2DF-2A6E836927F8}" dt="2023-10-04T10:40:45.936" v="894" actId="47"/>
        <pc:sldMkLst>
          <pc:docMk/>
          <pc:sldMk cId="195981011" sldId="2572"/>
        </pc:sldMkLst>
      </pc:sldChg>
      <pc:sldChg chg="del">
        <pc:chgData name="Owais Ahmed" userId="6abc7d4556b3b071" providerId="LiveId" clId="{121F522D-F26C-4013-A2DF-2A6E836927F8}" dt="2023-10-04T10:40:44.784" v="893" actId="47"/>
        <pc:sldMkLst>
          <pc:docMk/>
          <pc:sldMk cId="3050182891" sldId="2573"/>
        </pc:sldMkLst>
      </pc:sldChg>
      <pc:sldChg chg="del">
        <pc:chgData name="Owais Ahmed" userId="6abc7d4556b3b071" providerId="LiveId" clId="{121F522D-F26C-4013-A2DF-2A6E836927F8}" dt="2023-10-04T10:40:30.474" v="891" actId="47"/>
        <pc:sldMkLst>
          <pc:docMk/>
          <pc:sldMk cId="1835063850" sldId="2578"/>
        </pc:sldMkLst>
      </pc:sldChg>
      <pc:sldChg chg="del">
        <pc:chgData name="Owais Ahmed" userId="6abc7d4556b3b071" providerId="LiveId" clId="{121F522D-F26C-4013-A2DF-2A6E836927F8}" dt="2023-10-04T10:40:30.474" v="891" actId="47"/>
        <pc:sldMkLst>
          <pc:docMk/>
          <pc:sldMk cId="150925741" sldId="2579"/>
        </pc:sldMkLst>
      </pc:sldChg>
      <pc:sldChg chg="del">
        <pc:chgData name="Owais Ahmed" userId="6abc7d4556b3b071" providerId="LiveId" clId="{121F522D-F26C-4013-A2DF-2A6E836927F8}" dt="2023-10-04T10:40:30.474" v="891" actId="47"/>
        <pc:sldMkLst>
          <pc:docMk/>
          <pc:sldMk cId="3164841762" sldId="2580"/>
        </pc:sldMkLst>
      </pc:sldChg>
      <pc:sldChg chg="del">
        <pc:chgData name="Owais Ahmed" userId="6abc7d4556b3b071" providerId="LiveId" clId="{121F522D-F26C-4013-A2DF-2A6E836927F8}" dt="2023-10-04T10:40:30.474" v="891" actId="47"/>
        <pc:sldMkLst>
          <pc:docMk/>
          <pc:sldMk cId="4253636147" sldId="2581"/>
        </pc:sldMkLst>
      </pc:sldChg>
      <pc:sldChg chg="del">
        <pc:chgData name="Owais Ahmed" userId="6abc7d4556b3b071" providerId="LiveId" clId="{121F522D-F26C-4013-A2DF-2A6E836927F8}" dt="2023-10-04T10:40:34.565" v="892" actId="47"/>
        <pc:sldMkLst>
          <pc:docMk/>
          <pc:sldMk cId="2684752333" sldId="2582"/>
        </pc:sldMkLst>
      </pc:sldChg>
      <pc:sldChg chg="del">
        <pc:chgData name="Owais Ahmed" userId="6abc7d4556b3b071" providerId="LiveId" clId="{121F522D-F26C-4013-A2DF-2A6E836927F8}" dt="2023-10-04T10:40:34.565" v="892" actId="47"/>
        <pc:sldMkLst>
          <pc:docMk/>
          <pc:sldMk cId="213204764" sldId="2584"/>
        </pc:sldMkLst>
      </pc:sldChg>
      <pc:sldChg chg="del">
        <pc:chgData name="Owais Ahmed" userId="6abc7d4556b3b071" providerId="LiveId" clId="{121F522D-F26C-4013-A2DF-2A6E836927F8}" dt="2023-10-04T10:40:34.565" v="892" actId="47"/>
        <pc:sldMkLst>
          <pc:docMk/>
          <pc:sldMk cId="3970414602" sldId="2585"/>
        </pc:sldMkLst>
      </pc:sldChg>
      <pc:sldChg chg="del">
        <pc:chgData name="Owais Ahmed" userId="6abc7d4556b3b071" providerId="LiveId" clId="{121F522D-F26C-4013-A2DF-2A6E836927F8}" dt="2023-10-04T10:40:34.565" v="892" actId="47"/>
        <pc:sldMkLst>
          <pc:docMk/>
          <pc:sldMk cId="2285914733" sldId="2586"/>
        </pc:sldMkLst>
      </pc:sldChg>
      <pc:sldChg chg="del">
        <pc:chgData name="Owais Ahmed" userId="6abc7d4556b3b071" providerId="LiveId" clId="{121F522D-F26C-4013-A2DF-2A6E836927F8}" dt="2023-10-04T10:40:34.565" v="892" actId="47"/>
        <pc:sldMkLst>
          <pc:docMk/>
          <pc:sldMk cId="1201433262" sldId="2587"/>
        </pc:sldMkLst>
      </pc:sldChg>
      <pc:sldChg chg="del">
        <pc:chgData name="Owais Ahmed" userId="6abc7d4556b3b071" providerId="LiveId" clId="{121F522D-F26C-4013-A2DF-2A6E836927F8}" dt="2023-10-04T10:40:34.565" v="892" actId="47"/>
        <pc:sldMkLst>
          <pc:docMk/>
          <pc:sldMk cId="2208228190" sldId="2588"/>
        </pc:sldMkLst>
      </pc:sldChg>
    </pc:docChg>
  </pc:docChgLst>
  <pc:docChgLst>
    <pc:chgData name="Owais Ahmed" userId="6abc7d4556b3b071" providerId="LiveId" clId="{C968DFF7-75EA-425C-B744-BCB0C5DAAF5B}"/>
    <pc:docChg chg="undo custSel addSld delSld modSld sldOrd">
      <pc:chgData name="Owais Ahmed" userId="6abc7d4556b3b071" providerId="LiveId" clId="{C968DFF7-75EA-425C-B744-BCB0C5DAAF5B}" dt="2023-08-22T05:24:27.373" v="14616" actId="20577"/>
      <pc:docMkLst>
        <pc:docMk/>
      </pc:docMkLst>
      <pc:sldChg chg="modSp mod">
        <pc:chgData name="Owais Ahmed" userId="6abc7d4556b3b071" providerId="LiveId" clId="{C968DFF7-75EA-425C-B744-BCB0C5DAAF5B}" dt="2023-08-17T09:37:48.385" v="12743" actId="20577"/>
        <pc:sldMkLst>
          <pc:docMk/>
          <pc:sldMk cId="1649098948" sldId="2462"/>
        </pc:sldMkLst>
        <pc:spChg chg="mod">
          <ac:chgData name="Owais Ahmed" userId="6abc7d4556b3b071" providerId="LiveId" clId="{C968DFF7-75EA-425C-B744-BCB0C5DAAF5B}" dt="2023-08-17T09:37:48.385" v="12743" actId="20577"/>
          <ac:spMkLst>
            <pc:docMk/>
            <pc:sldMk cId="1649098948" sldId="2462"/>
            <ac:spMk id="6" creationId="{F3C89A40-EEAA-43AB-9A3A-B2CFDE450F1B}"/>
          </ac:spMkLst>
        </pc:spChg>
      </pc:sldChg>
      <pc:sldChg chg="modSp mod modAnim">
        <pc:chgData name="Owais Ahmed" userId="6abc7d4556b3b071" providerId="LiveId" clId="{C968DFF7-75EA-425C-B744-BCB0C5DAAF5B}" dt="2023-08-10T07:32:45.723" v="812" actId="20577"/>
        <pc:sldMkLst>
          <pc:docMk/>
          <pc:sldMk cId="296501705" sldId="2557"/>
        </pc:sldMkLst>
        <pc:spChg chg="mod">
          <ac:chgData name="Owais Ahmed" userId="6abc7d4556b3b071" providerId="LiveId" clId="{C968DFF7-75EA-425C-B744-BCB0C5DAAF5B}" dt="2023-08-10T07:32:45.723" v="812" actId="20577"/>
          <ac:spMkLst>
            <pc:docMk/>
            <pc:sldMk cId="296501705" sldId="2557"/>
            <ac:spMk id="3" creationId="{4A1C0383-58FE-E486-295E-B33B8683B938}"/>
          </ac:spMkLst>
        </pc:spChg>
        <pc:spChg chg="mod">
          <ac:chgData name="Owais Ahmed" userId="6abc7d4556b3b071" providerId="LiveId" clId="{C968DFF7-75EA-425C-B744-BCB0C5DAAF5B}" dt="2023-08-10T07:12:31.050" v="57" actId="20577"/>
          <ac:spMkLst>
            <pc:docMk/>
            <pc:sldMk cId="296501705" sldId="2557"/>
            <ac:spMk id="215" creationId="{00000000-0000-0000-0000-000000000000}"/>
          </ac:spMkLst>
        </pc:spChg>
      </pc:sldChg>
      <pc:sldChg chg="del">
        <pc:chgData name="Owais Ahmed" userId="6abc7d4556b3b071" providerId="LiveId" clId="{C968DFF7-75EA-425C-B744-BCB0C5DAAF5B}" dt="2023-08-10T07:32:53.252" v="813" actId="47"/>
        <pc:sldMkLst>
          <pc:docMk/>
          <pc:sldMk cId="53512322" sldId="2558"/>
        </pc:sldMkLst>
      </pc:sldChg>
      <pc:sldChg chg="modSp add mod modAnim">
        <pc:chgData name="Owais Ahmed" userId="6abc7d4556b3b071" providerId="LiveId" clId="{C968DFF7-75EA-425C-B744-BCB0C5DAAF5B}" dt="2023-08-12T09:10:33.738" v="9777" actId="20577"/>
        <pc:sldMkLst>
          <pc:docMk/>
          <pc:sldMk cId="434899577" sldId="2558"/>
        </pc:sldMkLst>
        <pc:spChg chg="mod">
          <ac:chgData name="Owais Ahmed" userId="6abc7d4556b3b071" providerId="LiveId" clId="{C968DFF7-75EA-425C-B744-BCB0C5DAAF5B}" dt="2023-08-12T09:10:33.738" v="9777" actId="20577"/>
          <ac:spMkLst>
            <pc:docMk/>
            <pc:sldMk cId="434899577" sldId="2558"/>
            <ac:spMk id="3" creationId="{4A1C0383-58FE-E486-295E-B33B8683B938}"/>
          </ac:spMkLst>
        </pc:spChg>
        <pc:spChg chg="mod">
          <ac:chgData name="Owais Ahmed" userId="6abc7d4556b3b071" providerId="LiveId" clId="{C968DFF7-75EA-425C-B744-BCB0C5DAAF5B}" dt="2023-08-12T04:27:59.021" v="1912" actId="20577"/>
          <ac:spMkLst>
            <pc:docMk/>
            <pc:sldMk cId="434899577" sldId="2558"/>
            <ac:spMk id="215" creationId="{00000000-0000-0000-0000-000000000000}"/>
          </ac:spMkLst>
        </pc:spChg>
      </pc:sldChg>
      <pc:sldChg chg="del">
        <pc:chgData name="Owais Ahmed" userId="6abc7d4556b3b071" providerId="LiveId" clId="{C968DFF7-75EA-425C-B744-BCB0C5DAAF5B}" dt="2023-08-10T07:32:53.252" v="813" actId="47"/>
        <pc:sldMkLst>
          <pc:docMk/>
          <pc:sldMk cId="1566808580" sldId="2559"/>
        </pc:sldMkLst>
      </pc:sldChg>
      <pc:sldChg chg="modSp add mod modAnim">
        <pc:chgData name="Owais Ahmed" userId="6abc7d4556b3b071" providerId="LiveId" clId="{C968DFF7-75EA-425C-B744-BCB0C5DAAF5B}" dt="2023-08-12T09:11:03.452" v="9792" actId="403"/>
        <pc:sldMkLst>
          <pc:docMk/>
          <pc:sldMk cId="3699905756" sldId="2559"/>
        </pc:sldMkLst>
        <pc:spChg chg="mod">
          <ac:chgData name="Owais Ahmed" userId="6abc7d4556b3b071" providerId="LiveId" clId="{C968DFF7-75EA-425C-B744-BCB0C5DAAF5B}" dt="2023-08-12T09:11:03.452" v="9792" actId="403"/>
          <ac:spMkLst>
            <pc:docMk/>
            <pc:sldMk cId="3699905756" sldId="2559"/>
            <ac:spMk id="3" creationId="{4A1C0383-58FE-E486-295E-B33B8683B938}"/>
          </ac:spMkLst>
        </pc:spChg>
        <pc:spChg chg="mod">
          <ac:chgData name="Owais Ahmed" userId="6abc7d4556b3b071" providerId="LiveId" clId="{C968DFF7-75EA-425C-B744-BCB0C5DAAF5B}" dt="2023-08-12T06:36:06.543" v="4752"/>
          <ac:spMkLst>
            <pc:docMk/>
            <pc:sldMk cId="3699905756" sldId="2559"/>
            <ac:spMk id="215" creationId="{00000000-0000-0000-0000-000000000000}"/>
          </ac:spMkLst>
        </pc:spChg>
      </pc:sldChg>
      <pc:sldChg chg="addSp modSp add mod modAnim">
        <pc:chgData name="Owais Ahmed" userId="6abc7d4556b3b071" providerId="LiveId" clId="{C968DFF7-75EA-425C-B744-BCB0C5DAAF5B}" dt="2023-08-12T09:11:28.593" v="9798" actId="20577"/>
        <pc:sldMkLst>
          <pc:docMk/>
          <pc:sldMk cId="2653031371" sldId="2560"/>
        </pc:sldMkLst>
        <pc:spChg chg="mod">
          <ac:chgData name="Owais Ahmed" userId="6abc7d4556b3b071" providerId="LiveId" clId="{C968DFF7-75EA-425C-B744-BCB0C5DAAF5B}" dt="2023-08-12T06:35:10.722" v="4732" actId="20577"/>
          <ac:spMkLst>
            <pc:docMk/>
            <pc:sldMk cId="2653031371" sldId="2560"/>
            <ac:spMk id="3" creationId="{4A1C0383-58FE-E486-295E-B33B8683B938}"/>
          </ac:spMkLst>
        </pc:spChg>
        <pc:spChg chg="add mod">
          <ac:chgData name="Owais Ahmed" userId="6abc7d4556b3b071" providerId="LiveId" clId="{C968DFF7-75EA-425C-B744-BCB0C5DAAF5B}" dt="2023-08-12T09:11:28.593" v="9798" actId="20577"/>
          <ac:spMkLst>
            <pc:docMk/>
            <pc:sldMk cId="2653031371" sldId="2560"/>
            <ac:spMk id="4" creationId="{B7B67BB1-5AC3-71FA-0F19-C2981501A864}"/>
          </ac:spMkLst>
        </pc:spChg>
        <pc:spChg chg="mod">
          <ac:chgData name="Owais Ahmed" userId="6abc7d4556b3b071" providerId="LiveId" clId="{C968DFF7-75EA-425C-B744-BCB0C5DAAF5B}" dt="2023-08-12T06:36:09.588" v="4753"/>
          <ac:spMkLst>
            <pc:docMk/>
            <pc:sldMk cId="2653031371" sldId="2560"/>
            <ac:spMk id="215" creationId="{00000000-0000-0000-0000-000000000000}"/>
          </ac:spMkLst>
        </pc:spChg>
      </pc:sldChg>
      <pc:sldChg chg="del">
        <pc:chgData name="Owais Ahmed" userId="6abc7d4556b3b071" providerId="LiveId" clId="{C968DFF7-75EA-425C-B744-BCB0C5DAAF5B}" dt="2023-08-10T07:32:53.252" v="813" actId="47"/>
        <pc:sldMkLst>
          <pc:docMk/>
          <pc:sldMk cId="3737636412" sldId="2560"/>
        </pc:sldMkLst>
      </pc:sldChg>
      <pc:sldChg chg="modSp add mod modAnim">
        <pc:chgData name="Owais Ahmed" userId="6abc7d4556b3b071" providerId="LiveId" clId="{C968DFF7-75EA-425C-B744-BCB0C5DAAF5B}" dt="2023-08-12T06:36:12.503" v="4754"/>
        <pc:sldMkLst>
          <pc:docMk/>
          <pc:sldMk cId="224988690" sldId="2561"/>
        </pc:sldMkLst>
        <pc:spChg chg="mod">
          <ac:chgData name="Owais Ahmed" userId="6abc7d4556b3b071" providerId="LiveId" clId="{C968DFF7-75EA-425C-B744-BCB0C5DAAF5B}" dt="2023-08-12T06:35:37.622" v="4734" actId="20577"/>
          <ac:spMkLst>
            <pc:docMk/>
            <pc:sldMk cId="224988690" sldId="2561"/>
            <ac:spMk id="3" creationId="{4A1C0383-58FE-E486-295E-B33B8683B938}"/>
          </ac:spMkLst>
        </pc:spChg>
        <pc:spChg chg="mod">
          <ac:chgData name="Owais Ahmed" userId="6abc7d4556b3b071" providerId="LiveId" clId="{C968DFF7-75EA-425C-B744-BCB0C5DAAF5B}" dt="2023-08-12T06:09:00.084" v="4657" actId="20577"/>
          <ac:spMkLst>
            <pc:docMk/>
            <pc:sldMk cId="224988690" sldId="2561"/>
            <ac:spMk id="4" creationId="{B7B67BB1-5AC3-71FA-0F19-C2981501A864}"/>
          </ac:spMkLst>
        </pc:spChg>
        <pc:spChg chg="mod">
          <ac:chgData name="Owais Ahmed" userId="6abc7d4556b3b071" providerId="LiveId" clId="{C968DFF7-75EA-425C-B744-BCB0C5DAAF5B}" dt="2023-08-12T06:36:12.503" v="4754"/>
          <ac:spMkLst>
            <pc:docMk/>
            <pc:sldMk cId="224988690" sldId="2561"/>
            <ac:spMk id="215" creationId="{00000000-0000-0000-0000-000000000000}"/>
          </ac:spMkLst>
        </pc:spChg>
      </pc:sldChg>
      <pc:sldChg chg="del">
        <pc:chgData name="Owais Ahmed" userId="6abc7d4556b3b071" providerId="LiveId" clId="{C968DFF7-75EA-425C-B744-BCB0C5DAAF5B}" dt="2023-08-10T07:32:53.252" v="813" actId="47"/>
        <pc:sldMkLst>
          <pc:docMk/>
          <pc:sldMk cId="1476977656" sldId="2561"/>
        </pc:sldMkLst>
      </pc:sldChg>
      <pc:sldChg chg="del">
        <pc:chgData name="Owais Ahmed" userId="6abc7d4556b3b071" providerId="LiveId" clId="{C968DFF7-75EA-425C-B744-BCB0C5DAAF5B}" dt="2023-08-10T07:32:53.252" v="813" actId="47"/>
        <pc:sldMkLst>
          <pc:docMk/>
          <pc:sldMk cId="1305422422" sldId="2562"/>
        </pc:sldMkLst>
      </pc:sldChg>
      <pc:sldChg chg="modSp add mod ord modAnim">
        <pc:chgData name="Owais Ahmed" userId="6abc7d4556b3b071" providerId="LiveId" clId="{C968DFF7-75EA-425C-B744-BCB0C5DAAF5B}" dt="2023-08-12T09:11:47.294" v="9808" actId="20577"/>
        <pc:sldMkLst>
          <pc:docMk/>
          <pc:sldMk cId="3132273384" sldId="2562"/>
        </pc:sldMkLst>
        <pc:spChg chg="mod">
          <ac:chgData name="Owais Ahmed" userId="6abc7d4556b3b071" providerId="LiveId" clId="{C968DFF7-75EA-425C-B744-BCB0C5DAAF5B}" dt="2023-08-12T09:11:47.294" v="9808" actId="20577"/>
          <ac:spMkLst>
            <pc:docMk/>
            <pc:sldMk cId="3132273384" sldId="2562"/>
            <ac:spMk id="3" creationId="{4A1C0383-58FE-E486-295E-B33B8683B938}"/>
          </ac:spMkLst>
        </pc:spChg>
        <pc:spChg chg="mod">
          <ac:chgData name="Owais Ahmed" userId="6abc7d4556b3b071" providerId="LiveId" clId="{C968DFF7-75EA-425C-B744-BCB0C5DAAF5B}" dt="2023-08-12T06:36:56.583" v="4776" actId="20577"/>
          <ac:spMkLst>
            <pc:docMk/>
            <pc:sldMk cId="3132273384" sldId="2562"/>
            <ac:spMk id="215" creationId="{00000000-0000-0000-0000-000000000000}"/>
          </ac:spMkLst>
        </pc:spChg>
      </pc:sldChg>
      <pc:sldChg chg="add del">
        <pc:chgData name="Owais Ahmed" userId="6abc7d4556b3b071" providerId="LiveId" clId="{C968DFF7-75EA-425C-B744-BCB0C5DAAF5B}" dt="2023-08-12T07:06:03.737" v="5850" actId="2890"/>
        <pc:sldMkLst>
          <pc:docMk/>
          <pc:sldMk cId="1002625637" sldId="2563"/>
        </pc:sldMkLst>
      </pc:sldChg>
      <pc:sldChg chg="delSp modSp add mod ord delAnim modAnim">
        <pc:chgData name="Owais Ahmed" userId="6abc7d4556b3b071" providerId="LiveId" clId="{C968DFF7-75EA-425C-B744-BCB0C5DAAF5B}" dt="2023-08-12T07:11:02.119" v="6177" actId="20577"/>
        <pc:sldMkLst>
          <pc:docMk/>
          <pc:sldMk cId="3330436801" sldId="2563"/>
        </pc:sldMkLst>
        <pc:spChg chg="mod">
          <ac:chgData name="Owais Ahmed" userId="6abc7d4556b3b071" providerId="LiveId" clId="{C968DFF7-75EA-425C-B744-BCB0C5DAAF5B}" dt="2023-08-12T07:11:02.119" v="6177" actId="20577"/>
          <ac:spMkLst>
            <pc:docMk/>
            <pc:sldMk cId="3330436801" sldId="2563"/>
            <ac:spMk id="3" creationId="{4A1C0383-58FE-E486-295E-B33B8683B938}"/>
          </ac:spMkLst>
        </pc:spChg>
        <pc:spChg chg="del">
          <ac:chgData name="Owais Ahmed" userId="6abc7d4556b3b071" providerId="LiveId" clId="{C968DFF7-75EA-425C-B744-BCB0C5DAAF5B}" dt="2023-08-12T07:08:41.884" v="6053" actId="478"/>
          <ac:spMkLst>
            <pc:docMk/>
            <pc:sldMk cId="3330436801" sldId="2563"/>
            <ac:spMk id="4" creationId="{B7B67BB1-5AC3-71FA-0F19-C2981501A864}"/>
          </ac:spMkLst>
        </pc:spChg>
        <pc:spChg chg="mod">
          <ac:chgData name="Owais Ahmed" userId="6abc7d4556b3b071" providerId="LiveId" clId="{C968DFF7-75EA-425C-B744-BCB0C5DAAF5B}" dt="2023-08-12T07:06:11.255" v="5854"/>
          <ac:spMkLst>
            <pc:docMk/>
            <pc:sldMk cId="3330436801" sldId="2563"/>
            <ac:spMk id="215" creationId="{00000000-0000-0000-0000-000000000000}"/>
          </ac:spMkLst>
        </pc:spChg>
      </pc:sldChg>
      <pc:sldChg chg="del">
        <pc:chgData name="Owais Ahmed" userId="6abc7d4556b3b071" providerId="LiveId" clId="{C968DFF7-75EA-425C-B744-BCB0C5DAAF5B}" dt="2023-08-10T07:32:53.252" v="813" actId="47"/>
        <pc:sldMkLst>
          <pc:docMk/>
          <pc:sldMk cId="4071666753" sldId="2563"/>
        </pc:sldMkLst>
      </pc:sldChg>
      <pc:sldChg chg="addSp modSp add mod ord modAnim">
        <pc:chgData name="Owais Ahmed" userId="6abc7d4556b3b071" providerId="LiveId" clId="{C968DFF7-75EA-425C-B744-BCB0C5DAAF5B}" dt="2023-08-12T07:24:48.262" v="6978"/>
        <pc:sldMkLst>
          <pc:docMk/>
          <pc:sldMk cId="1325755899" sldId="2564"/>
        </pc:sldMkLst>
        <pc:spChg chg="mod">
          <ac:chgData name="Owais Ahmed" userId="6abc7d4556b3b071" providerId="LiveId" clId="{C968DFF7-75EA-425C-B744-BCB0C5DAAF5B}" dt="2023-08-12T07:23:57.929" v="6972" actId="27636"/>
          <ac:spMkLst>
            <pc:docMk/>
            <pc:sldMk cId="1325755899" sldId="2564"/>
            <ac:spMk id="3" creationId="{4A1C0383-58FE-E486-295E-B33B8683B938}"/>
          </ac:spMkLst>
        </pc:spChg>
        <pc:graphicFrameChg chg="add mod modGraphic">
          <ac:chgData name="Owais Ahmed" userId="6abc7d4556b3b071" providerId="LiveId" clId="{C968DFF7-75EA-425C-B744-BCB0C5DAAF5B}" dt="2023-08-12T07:22:24.582" v="6820" actId="20577"/>
          <ac:graphicFrameMkLst>
            <pc:docMk/>
            <pc:sldMk cId="1325755899" sldId="2564"/>
            <ac:graphicFrameMk id="4" creationId="{470FE530-96B6-F32D-DB03-8A3AD4A9FC11}"/>
          </ac:graphicFrameMkLst>
        </pc:graphicFrameChg>
      </pc:sldChg>
      <pc:sldChg chg="del">
        <pc:chgData name="Owais Ahmed" userId="6abc7d4556b3b071" providerId="LiveId" clId="{C968DFF7-75EA-425C-B744-BCB0C5DAAF5B}" dt="2023-08-10T07:32:53.252" v="813" actId="47"/>
        <pc:sldMkLst>
          <pc:docMk/>
          <pc:sldMk cId="2526141006" sldId="2564"/>
        </pc:sldMkLst>
      </pc:sldChg>
      <pc:sldChg chg="modSp add mod ord modAnim">
        <pc:chgData name="Owais Ahmed" userId="6abc7d4556b3b071" providerId="LiveId" clId="{C968DFF7-75EA-425C-B744-BCB0C5DAAF5B}" dt="2023-08-12T09:14:41.906" v="10182" actId="20577"/>
        <pc:sldMkLst>
          <pc:docMk/>
          <pc:sldMk cId="2136095335" sldId="2565"/>
        </pc:sldMkLst>
        <pc:spChg chg="mod">
          <ac:chgData name="Owais Ahmed" userId="6abc7d4556b3b071" providerId="LiveId" clId="{C968DFF7-75EA-425C-B744-BCB0C5DAAF5B}" dt="2023-08-12T09:14:41.906" v="10182" actId="20577"/>
          <ac:spMkLst>
            <pc:docMk/>
            <pc:sldMk cId="2136095335" sldId="2565"/>
            <ac:spMk id="3" creationId="{4A1C0383-58FE-E486-295E-B33B8683B938}"/>
          </ac:spMkLst>
        </pc:spChg>
      </pc:sldChg>
      <pc:sldChg chg="del">
        <pc:chgData name="Owais Ahmed" userId="6abc7d4556b3b071" providerId="LiveId" clId="{C968DFF7-75EA-425C-B744-BCB0C5DAAF5B}" dt="2023-08-10T07:32:53.252" v="813" actId="47"/>
        <pc:sldMkLst>
          <pc:docMk/>
          <pc:sldMk cId="2724244378" sldId="2565"/>
        </pc:sldMkLst>
      </pc:sldChg>
      <pc:sldChg chg="modSp add mod modAnim">
        <pc:chgData name="Owais Ahmed" userId="6abc7d4556b3b071" providerId="LiveId" clId="{C968DFF7-75EA-425C-B744-BCB0C5DAAF5B}" dt="2023-08-22T05:24:27.373" v="14616" actId="20577"/>
        <pc:sldMkLst>
          <pc:docMk/>
          <pc:sldMk cId="786819306" sldId="2566"/>
        </pc:sldMkLst>
        <pc:spChg chg="mod">
          <ac:chgData name="Owais Ahmed" userId="6abc7d4556b3b071" providerId="LiveId" clId="{C968DFF7-75EA-425C-B744-BCB0C5DAAF5B}" dt="2023-08-22T05:24:27.373" v="14616" actId="20577"/>
          <ac:spMkLst>
            <pc:docMk/>
            <pc:sldMk cId="786819306" sldId="2566"/>
            <ac:spMk id="3" creationId="{4A1C0383-58FE-E486-295E-B33B8683B938}"/>
          </ac:spMkLst>
        </pc:spChg>
        <pc:spChg chg="mod">
          <ac:chgData name="Owais Ahmed" userId="6abc7d4556b3b071" providerId="LiveId" clId="{C968DFF7-75EA-425C-B744-BCB0C5DAAF5B}" dt="2023-08-12T07:46:30.069" v="7642"/>
          <ac:spMkLst>
            <pc:docMk/>
            <pc:sldMk cId="786819306" sldId="2566"/>
            <ac:spMk id="215" creationId="{00000000-0000-0000-0000-000000000000}"/>
          </ac:spMkLst>
        </pc:spChg>
        <pc:graphicFrameChg chg="mod">
          <ac:chgData name="Owais Ahmed" userId="6abc7d4556b3b071" providerId="LiveId" clId="{C968DFF7-75EA-425C-B744-BCB0C5DAAF5B}" dt="2023-08-12T08:59:04.793" v="9284" actId="14100"/>
          <ac:graphicFrameMkLst>
            <pc:docMk/>
            <pc:sldMk cId="786819306" sldId="2566"/>
            <ac:graphicFrameMk id="4" creationId="{470FE530-96B6-F32D-DB03-8A3AD4A9FC11}"/>
          </ac:graphicFrameMkLst>
        </pc:graphicFrameChg>
      </pc:sldChg>
      <pc:sldChg chg="del">
        <pc:chgData name="Owais Ahmed" userId="6abc7d4556b3b071" providerId="LiveId" clId="{C968DFF7-75EA-425C-B744-BCB0C5DAAF5B}" dt="2023-08-10T07:32:53.252" v="813" actId="47"/>
        <pc:sldMkLst>
          <pc:docMk/>
          <pc:sldMk cId="1651103511" sldId="2566"/>
        </pc:sldMkLst>
      </pc:sldChg>
      <pc:sldChg chg="addSp delSp modSp add del mod delAnim modAnim">
        <pc:chgData name="Owais Ahmed" userId="6abc7d4556b3b071" providerId="LiveId" clId="{C968DFF7-75EA-425C-B744-BCB0C5DAAF5B}" dt="2023-08-12T09:14:27.406" v="10159" actId="47"/>
        <pc:sldMkLst>
          <pc:docMk/>
          <pc:sldMk cId="3245370810" sldId="2567"/>
        </pc:sldMkLst>
        <pc:spChg chg="del mod">
          <ac:chgData name="Owais Ahmed" userId="6abc7d4556b3b071" providerId="LiveId" clId="{C968DFF7-75EA-425C-B744-BCB0C5DAAF5B}" dt="2023-08-12T08:20:05.309" v="8839" actId="478"/>
          <ac:spMkLst>
            <pc:docMk/>
            <pc:sldMk cId="3245370810" sldId="2567"/>
            <ac:spMk id="3" creationId="{4A1C0383-58FE-E486-295E-B33B8683B938}"/>
          </ac:spMkLst>
        </pc:spChg>
        <pc:graphicFrameChg chg="del">
          <ac:chgData name="Owais Ahmed" userId="6abc7d4556b3b071" providerId="LiveId" clId="{C968DFF7-75EA-425C-B744-BCB0C5DAAF5B}" dt="2023-08-12T08:08:55.843" v="8402" actId="478"/>
          <ac:graphicFrameMkLst>
            <pc:docMk/>
            <pc:sldMk cId="3245370810" sldId="2567"/>
            <ac:graphicFrameMk id="4" creationId="{470FE530-96B6-F32D-DB03-8A3AD4A9FC11}"/>
          </ac:graphicFrameMkLst>
        </pc:graphicFrameChg>
        <pc:graphicFrameChg chg="add mod modGraphic">
          <ac:chgData name="Owais Ahmed" userId="6abc7d4556b3b071" providerId="LiveId" clId="{C968DFF7-75EA-425C-B744-BCB0C5DAAF5B}" dt="2023-08-12T08:35:22.659" v="8994" actId="20577"/>
          <ac:graphicFrameMkLst>
            <pc:docMk/>
            <pc:sldMk cId="3245370810" sldId="2567"/>
            <ac:graphicFrameMk id="5" creationId="{36965A2B-CEE7-7D30-D082-EC333F06B3C1}"/>
          </ac:graphicFrameMkLst>
        </pc:graphicFrameChg>
      </pc:sldChg>
      <pc:sldChg chg="addSp delSp modSp add mod ord delAnim modAnim">
        <pc:chgData name="Owais Ahmed" userId="6abc7d4556b3b071" providerId="LiveId" clId="{C968DFF7-75EA-425C-B744-BCB0C5DAAF5B}" dt="2023-08-22T05:20:01.020" v="14599" actId="20577"/>
        <pc:sldMkLst>
          <pc:docMk/>
          <pc:sldMk cId="1120982729" sldId="2568"/>
        </pc:sldMkLst>
        <pc:spChg chg="mod">
          <ac:chgData name="Owais Ahmed" userId="6abc7d4556b3b071" providerId="LiveId" clId="{C968DFF7-75EA-425C-B744-BCB0C5DAAF5B}" dt="2023-08-22T05:20:01.020" v="14599" actId="20577"/>
          <ac:spMkLst>
            <pc:docMk/>
            <pc:sldMk cId="1120982729" sldId="2568"/>
            <ac:spMk id="3" creationId="{4A1C0383-58FE-E486-295E-B33B8683B938}"/>
          </ac:spMkLst>
        </pc:spChg>
        <pc:graphicFrameChg chg="del">
          <ac:chgData name="Owais Ahmed" userId="6abc7d4556b3b071" providerId="LiveId" clId="{C968DFF7-75EA-425C-B744-BCB0C5DAAF5B}" dt="2023-08-12T09:00:31.696" v="9379" actId="478"/>
          <ac:graphicFrameMkLst>
            <pc:docMk/>
            <pc:sldMk cId="1120982729" sldId="2568"/>
            <ac:graphicFrameMk id="4" creationId="{470FE530-96B6-F32D-DB03-8A3AD4A9FC11}"/>
          </ac:graphicFrameMkLst>
        </pc:graphicFrameChg>
        <pc:graphicFrameChg chg="add mod modGraphic">
          <ac:chgData name="Owais Ahmed" userId="6abc7d4556b3b071" providerId="LiveId" clId="{C968DFF7-75EA-425C-B744-BCB0C5DAAF5B}" dt="2023-08-22T05:19:14.829" v="14584" actId="20577"/>
          <ac:graphicFrameMkLst>
            <pc:docMk/>
            <pc:sldMk cId="1120982729" sldId="2568"/>
            <ac:graphicFrameMk id="5" creationId="{BFA60DA0-D07A-C618-2EA1-A0FF7834D862}"/>
          </ac:graphicFrameMkLst>
        </pc:graphicFrameChg>
      </pc:sldChg>
      <pc:sldChg chg="addSp modSp add mod modAnim">
        <pc:chgData name="Owais Ahmed" userId="6abc7d4556b3b071" providerId="LiveId" clId="{C968DFF7-75EA-425C-B744-BCB0C5DAAF5B}" dt="2023-08-12T09:45:33.135" v="10763"/>
        <pc:sldMkLst>
          <pc:docMk/>
          <pc:sldMk cId="3259772413" sldId="2569"/>
        </pc:sldMkLst>
        <pc:spChg chg="mod">
          <ac:chgData name="Owais Ahmed" userId="6abc7d4556b3b071" providerId="LiveId" clId="{C968DFF7-75EA-425C-B744-BCB0C5DAAF5B}" dt="2023-08-12T09:44:03.586" v="10762" actId="20577"/>
          <ac:spMkLst>
            <pc:docMk/>
            <pc:sldMk cId="3259772413" sldId="2569"/>
            <ac:spMk id="3" creationId="{4A1C0383-58FE-E486-295E-B33B8683B938}"/>
          </ac:spMkLst>
        </pc:spChg>
        <pc:spChg chg="mod">
          <ac:chgData name="Owais Ahmed" userId="6abc7d4556b3b071" providerId="LiveId" clId="{C968DFF7-75EA-425C-B744-BCB0C5DAAF5B}" dt="2023-08-12T09:34:38.280" v="10372" actId="20577"/>
          <ac:spMkLst>
            <pc:docMk/>
            <pc:sldMk cId="3259772413" sldId="2569"/>
            <ac:spMk id="215" creationId="{00000000-0000-0000-0000-000000000000}"/>
          </ac:spMkLst>
        </pc:spChg>
        <pc:picChg chg="add mod">
          <ac:chgData name="Owais Ahmed" userId="6abc7d4556b3b071" providerId="LiveId" clId="{C968DFF7-75EA-425C-B744-BCB0C5DAAF5B}" dt="2023-08-12T09:40:39.156" v="10383" actId="1076"/>
          <ac:picMkLst>
            <pc:docMk/>
            <pc:sldMk cId="3259772413" sldId="2569"/>
            <ac:picMk id="1026" creationId="{42AF2C7F-91B5-0078-348B-344199808F7C}"/>
          </ac:picMkLst>
        </pc:picChg>
      </pc:sldChg>
      <pc:sldChg chg="modSp add mod ord modAnim">
        <pc:chgData name="Owais Ahmed" userId="6abc7d4556b3b071" providerId="LiveId" clId="{C968DFF7-75EA-425C-B744-BCB0C5DAAF5B}" dt="2023-08-15T09:51:48.117" v="11063" actId="14"/>
        <pc:sldMkLst>
          <pc:docMk/>
          <pc:sldMk cId="345547534" sldId="2570"/>
        </pc:sldMkLst>
        <pc:spChg chg="mod">
          <ac:chgData name="Owais Ahmed" userId="6abc7d4556b3b071" providerId="LiveId" clId="{C968DFF7-75EA-425C-B744-BCB0C5DAAF5B}" dt="2023-08-15T09:51:48.117" v="11063" actId="14"/>
          <ac:spMkLst>
            <pc:docMk/>
            <pc:sldMk cId="345547534" sldId="2570"/>
            <ac:spMk id="3" creationId="{4A1C0383-58FE-E486-295E-B33B8683B938}"/>
          </ac:spMkLst>
        </pc:spChg>
        <pc:spChg chg="mod">
          <ac:chgData name="Owais Ahmed" userId="6abc7d4556b3b071" providerId="LiveId" clId="{C968DFF7-75EA-425C-B744-BCB0C5DAAF5B}" dt="2023-08-15T09:44:34.348" v="10767"/>
          <ac:spMkLst>
            <pc:docMk/>
            <pc:sldMk cId="345547534" sldId="2570"/>
            <ac:spMk id="215" creationId="{00000000-0000-0000-0000-000000000000}"/>
          </ac:spMkLst>
        </pc:spChg>
      </pc:sldChg>
      <pc:sldChg chg="modSp add mod modAnim">
        <pc:chgData name="Owais Ahmed" userId="6abc7d4556b3b071" providerId="LiveId" clId="{C968DFF7-75EA-425C-B744-BCB0C5DAAF5B}" dt="2023-08-15T10:00:46.572" v="11700" actId="20577"/>
        <pc:sldMkLst>
          <pc:docMk/>
          <pc:sldMk cId="2705189823" sldId="2571"/>
        </pc:sldMkLst>
        <pc:spChg chg="mod">
          <ac:chgData name="Owais Ahmed" userId="6abc7d4556b3b071" providerId="LiveId" clId="{C968DFF7-75EA-425C-B744-BCB0C5DAAF5B}" dt="2023-08-15T10:00:46.572" v="11700" actId="20577"/>
          <ac:spMkLst>
            <pc:docMk/>
            <pc:sldMk cId="2705189823" sldId="2571"/>
            <ac:spMk id="3" creationId="{4A1C0383-58FE-E486-295E-B33B8683B938}"/>
          </ac:spMkLst>
        </pc:spChg>
      </pc:sldChg>
      <pc:sldChg chg="modSp add mod modAnim">
        <pc:chgData name="Owais Ahmed" userId="6abc7d4556b3b071" providerId="LiveId" clId="{C968DFF7-75EA-425C-B744-BCB0C5DAAF5B}" dt="2023-08-15T10:05:01.351" v="11970" actId="20577"/>
        <pc:sldMkLst>
          <pc:docMk/>
          <pc:sldMk cId="195981011" sldId="2572"/>
        </pc:sldMkLst>
        <pc:spChg chg="mod">
          <ac:chgData name="Owais Ahmed" userId="6abc7d4556b3b071" providerId="LiveId" clId="{C968DFF7-75EA-425C-B744-BCB0C5DAAF5B}" dt="2023-08-15T10:05:01.351" v="11970" actId="20577"/>
          <ac:spMkLst>
            <pc:docMk/>
            <pc:sldMk cId="195981011" sldId="2572"/>
            <ac:spMk id="3" creationId="{4A1C0383-58FE-E486-295E-B33B8683B938}"/>
          </ac:spMkLst>
        </pc:spChg>
      </pc:sldChg>
      <pc:sldChg chg="addSp modSp add mod modAnim">
        <pc:chgData name="Owais Ahmed" userId="6abc7d4556b3b071" providerId="LiveId" clId="{C968DFF7-75EA-425C-B744-BCB0C5DAAF5B}" dt="2023-08-15T10:13:04.845" v="12283" actId="20577"/>
        <pc:sldMkLst>
          <pc:docMk/>
          <pc:sldMk cId="3050182891" sldId="2573"/>
        </pc:sldMkLst>
        <pc:spChg chg="mod">
          <ac:chgData name="Owais Ahmed" userId="6abc7d4556b3b071" providerId="LiveId" clId="{C968DFF7-75EA-425C-B744-BCB0C5DAAF5B}" dt="2023-08-15T10:13:04.845" v="12283" actId="20577"/>
          <ac:spMkLst>
            <pc:docMk/>
            <pc:sldMk cId="3050182891" sldId="2573"/>
            <ac:spMk id="3" creationId="{4A1C0383-58FE-E486-295E-B33B8683B938}"/>
          </ac:spMkLst>
        </pc:spChg>
        <pc:graphicFrameChg chg="add mod">
          <ac:chgData name="Owais Ahmed" userId="6abc7d4556b3b071" providerId="LiveId" clId="{C968DFF7-75EA-425C-B744-BCB0C5DAAF5B}" dt="2023-08-15T10:11:55.153" v="12136" actId="20577"/>
          <ac:graphicFrameMkLst>
            <pc:docMk/>
            <pc:sldMk cId="3050182891" sldId="2573"/>
            <ac:graphicFrameMk id="4" creationId="{C81BC664-E37E-13F8-234B-D249AAD10D5C}"/>
          </ac:graphicFrameMkLst>
        </pc:graphicFrameChg>
      </pc:sldChg>
      <pc:sldChg chg="modSp add mod modAnim">
        <pc:chgData name="Owais Ahmed" userId="6abc7d4556b3b071" providerId="LiveId" clId="{C968DFF7-75EA-425C-B744-BCB0C5DAAF5B}" dt="2023-08-15T10:17:13.250" v="12496" actId="20577"/>
        <pc:sldMkLst>
          <pc:docMk/>
          <pc:sldMk cId="1651692435" sldId="2574"/>
        </pc:sldMkLst>
        <pc:spChg chg="mod">
          <ac:chgData name="Owais Ahmed" userId="6abc7d4556b3b071" providerId="LiveId" clId="{C968DFF7-75EA-425C-B744-BCB0C5DAAF5B}" dt="2023-08-15T10:17:13.250" v="12496" actId="20577"/>
          <ac:spMkLst>
            <pc:docMk/>
            <pc:sldMk cId="1651692435" sldId="2574"/>
            <ac:spMk id="3" creationId="{4A1C0383-58FE-E486-295E-B33B8683B938}"/>
          </ac:spMkLst>
        </pc:spChg>
        <pc:graphicFrameChg chg="mod">
          <ac:chgData name="Owais Ahmed" userId="6abc7d4556b3b071" providerId="LiveId" clId="{C968DFF7-75EA-425C-B744-BCB0C5DAAF5B}" dt="2023-08-15T10:16:56.236" v="12441" actId="14100"/>
          <ac:graphicFrameMkLst>
            <pc:docMk/>
            <pc:sldMk cId="1651692435" sldId="2574"/>
            <ac:graphicFrameMk id="4" creationId="{C81BC664-E37E-13F8-234B-D249AAD10D5C}"/>
          </ac:graphicFrameMkLst>
        </pc:graphicFrameChg>
      </pc:sldChg>
      <pc:sldChg chg="modSp add ord modAnim">
        <pc:chgData name="Owais Ahmed" userId="6abc7d4556b3b071" providerId="LiveId" clId="{C968DFF7-75EA-425C-B744-BCB0C5DAAF5B}" dt="2023-08-15T10:32:26.894" v="12723" actId="20577"/>
        <pc:sldMkLst>
          <pc:docMk/>
          <pc:sldMk cId="1638662693" sldId="2575"/>
        </pc:sldMkLst>
        <pc:spChg chg="mod">
          <ac:chgData name="Owais Ahmed" userId="6abc7d4556b3b071" providerId="LiveId" clId="{C968DFF7-75EA-425C-B744-BCB0C5DAAF5B}" dt="2023-08-15T10:32:26.894" v="12723" actId="20577"/>
          <ac:spMkLst>
            <pc:docMk/>
            <pc:sldMk cId="1638662693" sldId="2575"/>
            <ac:spMk id="3" creationId="{4A1C0383-58FE-E486-295E-B33B8683B938}"/>
          </ac:spMkLst>
        </pc:spChg>
      </pc:sldChg>
      <pc:sldChg chg="modSp add mod ord modAnim">
        <pc:chgData name="Owais Ahmed" userId="6abc7d4556b3b071" providerId="LiveId" clId="{C968DFF7-75EA-425C-B744-BCB0C5DAAF5B}" dt="2023-08-17T09:45:10.401" v="13371" actId="20577"/>
        <pc:sldMkLst>
          <pc:docMk/>
          <pc:sldMk cId="3849819283" sldId="2576"/>
        </pc:sldMkLst>
        <pc:spChg chg="mod">
          <ac:chgData name="Owais Ahmed" userId="6abc7d4556b3b071" providerId="LiveId" clId="{C968DFF7-75EA-425C-B744-BCB0C5DAAF5B}" dt="2023-08-17T09:45:10.401" v="13371" actId="20577"/>
          <ac:spMkLst>
            <pc:docMk/>
            <pc:sldMk cId="3849819283" sldId="2576"/>
            <ac:spMk id="3" creationId="{4A1C0383-58FE-E486-295E-B33B8683B938}"/>
          </ac:spMkLst>
        </pc:spChg>
        <pc:spChg chg="mod">
          <ac:chgData name="Owais Ahmed" userId="6abc7d4556b3b071" providerId="LiveId" clId="{C968DFF7-75EA-425C-B744-BCB0C5DAAF5B}" dt="2023-08-17T09:38:10.288" v="12765" actId="20577"/>
          <ac:spMkLst>
            <pc:docMk/>
            <pc:sldMk cId="3849819283" sldId="2576"/>
            <ac:spMk id="215" creationId="{00000000-0000-0000-0000-000000000000}"/>
          </ac:spMkLst>
        </pc:spChg>
      </pc:sldChg>
      <pc:sldChg chg="modSp add mod modAnim modNotesTx">
        <pc:chgData name="Owais Ahmed" userId="6abc7d4556b3b071" providerId="LiveId" clId="{C968DFF7-75EA-425C-B744-BCB0C5DAAF5B}" dt="2023-08-17T10:37:47.631" v="14482" actId="20577"/>
        <pc:sldMkLst>
          <pc:docMk/>
          <pc:sldMk cId="2362627110" sldId="2577"/>
        </pc:sldMkLst>
        <pc:spChg chg="mod">
          <ac:chgData name="Owais Ahmed" userId="6abc7d4556b3b071" providerId="LiveId" clId="{C968DFF7-75EA-425C-B744-BCB0C5DAAF5B}" dt="2023-08-17T10:37:10.830" v="14373" actId="20577"/>
          <ac:spMkLst>
            <pc:docMk/>
            <pc:sldMk cId="2362627110" sldId="2577"/>
            <ac:spMk id="3" creationId="{4A1C0383-58FE-E486-295E-B33B8683B938}"/>
          </ac:spMkLst>
        </pc:spChg>
      </pc:sldChg>
      <pc:sldChg chg="modSp add del mod ord modAnim">
        <pc:chgData name="Owais Ahmed" userId="6abc7d4556b3b071" providerId="LiveId" clId="{C968DFF7-75EA-425C-B744-BCB0C5DAAF5B}" dt="2023-08-17T10:52:29.991" v="14501" actId="47"/>
        <pc:sldMkLst>
          <pc:docMk/>
          <pc:sldMk cId="4012157935" sldId="2578"/>
        </pc:sldMkLst>
        <pc:spChg chg="mod">
          <ac:chgData name="Owais Ahmed" userId="6abc7d4556b3b071" providerId="LiveId" clId="{C968DFF7-75EA-425C-B744-BCB0C5DAAF5B}" dt="2023-08-17T10:38:24.602" v="14500" actId="20577"/>
          <ac:spMkLst>
            <pc:docMk/>
            <pc:sldMk cId="4012157935" sldId="2578"/>
            <ac:spMk id="3" creationId="{4A1C0383-58FE-E486-295E-B33B8683B938}"/>
          </ac:spMkLst>
        </pc:spChg>
        <pc:spChg chg="mod">
          <ac:chgData name="Owais Ahmed" userId="6abc7d4556b3b071" providerId="LiveId" clId="{C968DFF7-75EA-425C-B744-BCB0C5DAAF5B}" dt="2023-08-17T10:38:20.557" v="14497" actId="20577"/>
          <ac:spMkLst>
            <pc:docMk/>
            <pc:sldMk cId="4012157935" sldId="2578"/>
            <ac:spMk id="215" creationId="{00000000-0000-0000-0000-000000000000}"/>
          </ac:spMkLst>
        </pc:spChg>
      </pc:sldChg>
    </pc:docChg>
  </pc:docChgLst>
  <pc:docChgLst>
    <pc:chgData name="Owais Ahmed" userId="6abc7d4556b3b071" providerId="LiveId" clId="{0577D98B-C5DD-421E-AB63-1BC2B2B46ADA}"/>
    <pc:docChg chg="undo custSel addSld delSld modSld sldOrd">
      <pc:chgData name="Owais Ahmed" userId="6abc7d4556b3b071" providerId="LiveId" clId="{0577D98B-C5DD-421E-AB63-1BC2B2B46ADA}" dt="2023-08-08T06:57:58.019" v="8482" actId="20577"/>
      <pc:docMkLst>
        <pc:docMk/>
      </pc:docMkLst>
      <pc:sldChg chg="modSp mod">
        <pc:chgData name="Owais Ahmed" userId="6abc7d4556b3b071" providerId="LiveId" clId="{0577D98B-C5DD-421E-AB63-1BC2B2B46ADA}" dt="2023-08-08T06:57:58.019" v="8482" actId="20577"/>
        <pc:sldMkLst>
          <pc:docMk/>
          <pc:sldMk cId="1649098948" sldId="2462"/>
        </pc:sldMkLst>
        <pc:spChg chg="mod">
          <ac:chgData name="Owais Ahmed" userId="6abc7d4556b3b071" providerId="LiveId" clId="{0577D98B-C5DD-421E-AB63-1BC2B2B46ADA}" dt="2023-08-08T06:57:58.019" v="8482" actId="20577"/>
          <ac:spMkLst>
            <pc:docMk/>
            <pc:sldMk cId="1649098948" sldId="2462"/>
            <ac:spMk id="6" creationId="{F3C89A40-EEAA-43AB-9A3A-B2CFDE450F1B}"/>
          </ac:spMkLst>
        </pc:spChg>
      </pc:sldChg>
      <pc:sldChg chg="modSp mod modAnim">
        <pc:chgData name="Owais Ahmed" userId="6abc7d4556b3b071" providerId="LiveId" clId="{0577D98B-C5DD-421E-AB63-1BC2B2B46ADA}" dt="2023-08-08T04:53:48.719" v="1544" actId="20577"/>
        <pc:sldMkLst>
          <pc:docMk/>
          <pc:sldMk cId="296501705" sldId="2557"/>
        </pc:sldMkLst>
        <pc:spChg chg="mod">
          <ac:chgData name="Owais Ahmed" userId="6abc7d4556b3b071" providerId="LiveId" clId="{0577D98B-C5DD-421E-AB63-1BC2B2B46ADA}" dt="2023-08-08T04:53:48.719" v="1544" actId="20577"/>
          <ac:spMkLst>
            <pc:docMk/>
            <pc:sldMk cId="296501705" sldId="2557"/>
            <ac:spMk id="3" creationId="{4A1C0383-58FE-E486-295E-B33B8683B938}"/>
          </ac:spMkLst>
        </pc:spChg>
        <pc:spChg chg="mod">
          <ac:chgData name="Owais Ahmed" userId="6abc7d4556b3b071" providerId="LiveId" clId="{0577D98B-C5DD-421E-AB63-1BC2B2B46ADA}" dt="2023-08-08T04:30:12.140" v="248" actId="20577"/>
          <ac:spMkLst>
            <pc:docMk/>
            <pc:sldMk cId="296501705" sldId="2557"/>
            <ac:spMk id="215" creationId="{00000000-0000-0000-0000-000000000000}"/>
          </ac:spMkLst>
        </pc:spChg>
      </pc:sldChg>
      <pc:sldChg chg="modSp add mod modAnim">
        <pc:chgData name="Owais Ahmed" userId="6abc7d4556b3b071" providerId="LiveId" clId="{0577D98B-C5DD-421E-AB63-1BC2B2B46ADA}" dt="2023-08-08T06:09:17.859" v="5437" actId="20577"/>
        <pc:sldMkLst>
          <pc:docMk/>
          <pc:sldMk cId="53512322" sldId="2558"/>
        </pc:sldMkLst>
        <pc:spChg chg="mod">
          <ac:chgData name="Owais Ahmed" userId="6abc7d4556b3b071" providerId="LiveId" clId="{0577D98B-C5DD-421E-AB63-1BC2B2B46ADA}" dt="2023-08-08T06:09:17.859" v="5437" actId="20577"/>
          <ac:spMkLst>
            <pc:docMk/>
            <pc:sldMk cId="53512322" sldId="2558"/>
            <ac:spMk id="3" creationId="{4A1C0383-58FE-E486-295E-B33B8683B938}"/>
          </ac:spMkLst>
        </pc:spChg>
      </pc:sldChg>
      <pc:sldChg chg="del">
        <pc:chgData name="Owais Ahmed" userId="6abc7d4556b3b071" providerId="LiveId" clId="{0577D98B-C5DD-421E-AB63-1BC2B2B46ADA}" dt="2023-08-08T04:30:01.815" v="224" actId="47"/>
        <pc:sldMkLst>
          <pc:docMk/>
          <pc:sldMk cId="3909667495" sldId="2558"/>
        </pc:sldMkLst>
      </pc:sldChg>
      <pc:sldChg chg="addSp modSp add mod ord modAnim modNotesTx">
        <pc:chgData name="Owais Ahmed" userId="6abc7d4556b3b071" providerId="LiveId" clId="{0577D98B-C5DD-421E-AB63-1BC2B2B46ADA}" dt="2023-08-08T06:04:48.445" v="5079"/>
        <pc:sldMkLst>
          <pc:docMk/>
          <pc:sldMk cId="1566808580" sldId="2559"/>
        </pc:sldMkLst>
        <pc:spChg chg="mod">
          <ac:chgData name="Owais Ahmed" userId="6abc7d4556b3b071" providerId="LiveId" clId="{0577D98B-C5DD-421E-AB63-1BC2B2B46ADA}" dt="2023-08-08T05:48:34.035" v="4439" actId="20577"/>
          <ac:spMkLst>
            <pc:docMk/>
            <pc:sldMk cId="1566808580" sldId="2559"/>
            <ac:spMk id="3" creationId="{4A1C0383-58FE-E486-295E-B33B8683B938}"/>
          </ac:spMkLst>
        </pc:spChg>
        <pc:graphicFrameChg chg="add mod modGraphic">
          <ac:chgData name="Owais Ahmed" userId="6abc7d4556b3b071" providerId="LiveId" clId="{0577D98B-C5DD-421E-AB63-1BC2B2B46ADA}" dt="2023-08-08T05:28:00.811" v="3618" actId="404"/>
          <ac:graphicFrameMkLst>
            <pc:docMk/>
            <pc:sldMk cId="1566808580" sldId="2559"/>
            <ac:graphicFrameMk id="4" creationId="{3BD80CFA-71B3-B1D4-C38D-511EF67DF039}"/>
          </ac:graphicFrameMkLst>
        </pc:graphicFrameChg>
      </pc:sldChg>
      <pc:sldChg chg="del">
        <pc:chgData name="Owais Ahmed" userId="6abc7d4556b3b071" providerId="LiveId" clId="{0577D98B-C5DD-421E-AB63-1BC2B2B46ADA}" dt="2023-08-08T04:30:01.815" v="224" actId="47"/>
        <pc:sldMkLst>
          <pc:docMk/>
          <pc:sldMk cId="3856755703" sldId="2559"/>
        </pc:sldMkLst>
      </pc:sldChg>
      <pc:sldChg chg="modSp add mod ord modAnim">
        <pc:chgData name="Owais Ahmed" userId="6abc7d4556b3b071" providerId="LiveId" clId="{0577D98B-C5DD-421E-AB63-1BC2B2B46ADA}" dt="2023-08-08T06:09:13.417" v="5433" actId="20577"/>
        <pc:sldMkLst>
          <pc:docMk/>
          <pc:sldMk cId="3737636412" sldId="2560"/>
        </pc:sldMkLst>
        <pc:spChg chg="mod">
          <ac:chgData name="Owais Ahmed" userId="6abc7d4556b3b071" providerId="LiveId" clId="{0577D98B-C5DD-421E-AB63-1BC2B2B46ADA}" dt="2023-08-08T06:09:13.417" v="5433" actId="20577"/>
          <ac:spMkLst>
            <pc:docMk/>
            <pc:sldMk cId="3737636412" sldId="2560"/>
            <ac:spMk id="3" creationId="{4A1C0383-58FE-E486-295E-B33B8683B938}"/>
          </ac:spMkLst>
        </pc:spChg>
      </pc:sldChg>
      <pc:sldChg chg="del">
        <pc:chgData name="Owais Ahmed" userId="6abc7d4556b3b071" providerId="LiveId" clId="{0577D98B-C5DD-421E-AB63-1BC2B2B46ADA}" dt="2023-08-08T04:30:01.815" v="224" actId="47"/>
        <pc:sldMkLst>
          <pc:docMk/>
          <pc:sldMk cId="3846338403" sldId="2560"/>
        </pc:sldMkLst>
      </pc:sldChg>
      <pc:sldChg chg="modSp add mod modAnim">
        <pc:chgData name="Owais Ahmed" userId="6abc7d4556b3b071" providerId="LiveId" clId="{0577D98B-C5DD-421E-AB63-1BC2B2B46ADA}" dt="2023-08-08T06:28:01.622" v="6269" actId="20577"/>
        <pc:sldMkLst>
          <pc:docMk/>
          <pc:sldMk cId="1476977656" sldId="2561"/>
        </pc:sldMkLst>
        <pc:spChg chg="mod">
          <ac:chgData name="Owais Ahmed" userId="6abc7d4556b3b071" providerId="LiveId" clId="{0577D98B-C5DD-421E-AB63-1BC2B2B46ADA}" dt="2023-08-08T06:28:01.622" v="6269" actId="20577"/>
          <ac:spMkLst>
            <pc:docMk/>
            <pc:sldMk cId="1476977656" sldId="2561"/>
            <ac:spMk id="3" creationId="{4A1C0383-58FE-E486-295E-B33B8683B938}"/>
          </ac:spMkLst>
        </pc:spChg>
      </pc:sldChg>
      <pc:sldChg chg="modSp add mod modAnim">
        <pc:chgData name="Owais Ahmed" userId="6abc7d4556b3b071" providerId="LiveId" clId="{0577D98B-C5DD-421E-AB63-1BC2B2B46ADA}" dt="2023-08-08T06:19:08.356" v="5786" actId="27636"/>
        <pc:sldMkLst>
          <pc:docMk/>
          <pc:sldMk cId="1305422422" sldId="2562"/>
        </pc:sldMkLst>
        <pc:spChg chg="mod">
          <ac:chgData name="Owais Ahmed" userId="6abc7d4556b3b071" providerId="LiveId" clId="{0577D98B-C5DD-421E-AB63-1BC2B2B46ADA}" dt="2023-08-08T06:19:08.356" v="5786" actId="27636"/>
          <ac:spMkLst>
            <pc:docMk/>
            <pc:sldMk cId="1305422422" sldId="2562"/>
            <ac:spMk id="3" creationId="{4A1C0383-58FE-E486-295E-B33B8683B938}"/>
          </ac:spMkLst>
        </pc:spChg>
      </pc:sldChg>
      <pc:sldChg chg="del">
        <pc:chgData name="Owais Ahmed" userId="6abc7d4556b3b071" providerId="LiveId" clId="{0577D98B-C5DD-421E-AB63-1BC2B2B46ADA}" dt="2023-08-08T04:30:01.815" v="224" actId="47"/>
        <pc:sldMkLst>
          <pc:docMk/>
          <pc:sldMk cId="1835063850" sldId="2562"/>
        </pc:sldMkLst>
      </pc:sldChg>
      <pc:sldChg chg="del">
        <pc:chgData name="Owais Ahmed" userId="6abc7d4556b3b071" providerId="LiveId" clId="{0577D98B-C5DD-421E-AB63-1BC2B2B46ADA}" dt="2023-08-08T04:30:01.815" v="224" actId="47"/>
        <pc:sldMkLst>
          <pc:docMk/>
          <pc:sldMk cId="150925741" sldId="2563"/>
        </pc:sldMkLst>
      </pc:sldChg>
      <pc:sldChg chg="modSp add mod modAnim">
        <pc:chgData name="Owais Ahmed" userId="6abc7d4556b3b071" providerId="LiveId" clId="{0577D98B-C5DD-421E-AB63-1BC2B2B46ADA}" dt="2023-08-08T06:51:56.531" v="8086" actId="20577"/>
        <pc:sldMkLst>
          <pc:docMk/>
          <pc:sldMk cId="4071666753" sldId="2563"/>
        </pc:sldMkLst>
        <pc:spChg chg="mod">
          <ac:chgData name="Owais Ahmed" userId="6abc7d4556b3b071" providerId="LiveId" clId="{0577D98B-C5DD-421E-AB63-1BC2B2B46ADA}" dt="2023-08-08T06:51:54.049" v="8085" actId="20577"/>
          <ac:spMkLst>
            <pc:docMk/>
            <pc:sldMk cId="4071666753" sldId="2563"/>
            <ac:spMk id="3" creationId="{4A1C0383-58FE-E486-295E-B33B8683B938}"/>
          </ac:spMkLst>
        </pc:spChg>
        <pc:spChg chg="mod">
          <ac:chgData name="Owais Ahmed" userId="6abc7d4556b3b071" providerId="LiveId" clId="{0577D98B-C5DD-421E-AB63-1BC2B2B46ADA}" dt="2023-08-08T06:42:29.550" v="7538" actId="20577"/>
          <ac:spMkLst>
            <pc:docMk/>
            <pc:sldMk cId="4071666753" sldId="2563"/>
            <ac:spMk id="215" creationId="{00000000-0000-0000-0000-000000000000}"/>
          </ac:spMkLst>
        </pc:spChg>
      </pc:sldChg>
      <pc:sldChg chg="modSp add ord modAnim">
        <pc:chgData name="Owais Ahmed" userId="6abc7d4556b3b071" providerId="LiveId" clId="{0577D98B-C5DD-421E-AB63-1BC2B2B46ADA}" dt="2023-08-08T06:42:16.212" v="7530"/>
        <pc:sldMkLst>
          <pc:docMk/>
          <pc:sldMk cId="2526141006" sldId="2564"/>
        </pc:sldMkLst>
        <pc:spChg chg="mod">
          <ac:chgData name="Owais Ahmed" userId="6abc7d4556b3b071" providerId="LiveId" clId="{0577D98B-C5DD-421E-AB63-1BC2B2B46ADA}" dt="2023-08-08T06:41:39.010" v="7528" actId="20577"/>
          <ac:spMkLst>
            <pc:docMk/>
            <pc:sldMk cId="2526141006" sldId="2564"/>
            <ac:spMk id="3" creationId="{4A1C0383-58FE-E486-295E-B33B8683B938}"/>
          </ac:spMkLst>
        </pc:spChg>
      </pc:sldChg>
      <pc:sldChg chg="del">
        <pc:chgData name="Owais Ahmed" userId="6abc7d4556b3b071" providerId="LiveId" clId="{0577D98B-C5DD-421E-AB63-1BC2B2B46ADA}" dt="2023-08-08T04:30:01.815" v="224" actId="47"/>
        <pc:sldMkLst>
          <pc:docMk/>
          <pc:sldMk cId="3164841762" sldId="2564"/>
        </pc:sldMkLst>
      </pc:sldChg>
      <pc:sldChg chg="modSp add mod modAnim">
        <pc:chgData name="Owais Ahmed" userId="6abc7d4556b3b071" providerId="LiveId" clId="{0577D98B-C5DD-421E-AB63-1BC2B2B46ADA}" dt="2023-08-08T06:57:21.686" v="8443" actId="20577"/>
        <pc:sldMkLst>
          <pc:docMk/>
          <pc:sldMk cId="2724244378" sldId="2565"/>
        </pc:sldMkLst>
        <pc:spChg chg="mod">
          <ac:chgData name="Owais Ahmed" userId="6abc7d4556b3b071" providerId="LiveId" clId="{0577D98B-C5DD-421E-AB63-1BC2B2B46ADA}" dt="2023-08-08T06:57:21.686" v="8443" actId="20577"/>
          <ac:spMkLst>
            <pc:docMk/>
            <pc:sldMk cId="2724244378" sldId="2565"/>
            <ac:spMk id="3" creationId="{4A1C0383-58FE-E486-295E-B33B8683B938}"/>
          </ac:spMkLst>
        </pc:spChg>
        <pc:spChg chg="mod">
          <ac:chgData name="Owais Ahmed" userId="6abc7d4556b3b071" providerId="LiveId" clId="{0577D98B-C5DD-421E-AB63-1BC2B2B46ADA}" dt="2023-08-08T06:52:04.193" v="8093" actId="20577"/>
          <ac:spMkLst>
            <pc:docMk/>
            <pc:sldMk cId="2724244378" sldId="2565"/>
            <ac:spMk id="215" creationId="{00000000-0000-0000-0000-000000000000}"/>
          </ac:spMkLst>
        </pc:spChg>
      </pc:sldChg>
      <pc:sldChg chg="del">
        <pc:chgData name="Owais Ahmed" userId="6abc7d4556b3b071" providerId="LiveId" clId="{0577D98B-C5DD-421E-AB63-1BC2B2B46ADA}" dt="2023-08-08T04:30:01.815" v="224" actId="47"/>
        <pc:sldMkLst>
          <pc:docMk/>
          <pc:sldMk cId="4253636147" sldId="2565"/>
        </pc:sldMkLst>
      </pc:sldChg>
      <pc:sldChg chg="add">
        <pc:chgData name="Owais Ahmed" userId="6abc7d4556b3b071" providerId="LiveId" clId="{0577D98B-C5DD-421E-AB63-1BC2B2B46ADA}" dt="2023-08-08T06:57:46.412" v="8444" actId="2890"/>
        <pc:sldMkLst>
          <pc:docMk/>
          <pc:sldMk cId="1651103511" sldId="2566"/>
        </pc:sldMkLst>
      </pc:sldChg>
      <pc:sldChg chg="del">
        <pc:chgData name="Owais Ahmed" userId="6abc7d4556b3b071" providerId="LiveId" clId="{0577D98B-C5DD-421E-AB63-1BC2B2B46ADA}" dt="2023-08-08T04:30:01.815" v="224" actId="47"/>
        <pc:sldMkLst>
          <pc:docMk/>
          <pc:sldMk cId="2684752333" sldId="2566"/>
        </pc:sldMkLst>
      </pc:sldChg>
      <pc:sldChg chg="del">
        <pc:chgData name="Owais Ahmed" userId="6abc7d4556b3b071" providerId="LiveId" clId="{0577D98B-C5DD-421E-AB63-1BC2B2B46ADA}" dt="2023-08-08T04:30:01.815" v="224" actId="47"/>
        <pc:sldMkLst>
          <pc:docMk/>
          <pc:sldMk cId="138900574" sldId="2567"/>
        </pc:sldMkLst>
      </pc:sldChg>
      <pc:sldChg chg="del">
        <pc:chgData name="Owais Ahmed" userId="6abc7d4556b3b071" providerId="LiveId" clId="{0577D98B-C5DD-421E-AB63-1BC2B2B46ADA}" dt="2023-08-08T04:30:01.815" v="224" actId="47"/>
        <pc:sldMkLst>
          <pc:docMk/>
          <pc:sldMk cId="1329531230" sldId="2568"/>
        </pc:sldMkLst>
      </pc:sldChg>
      <pc:sldChg chg="del">
        <pc:chgData name="Owais Ahmed" userId="6abc7d4556b3b071" providerId="LiveId" clId="{0577D98B-C5DD-421E-AB63-1BC2B2B46ADA}" dt="2023-08-08T04:30:01.815" v="224" actId="47"/>
        <pc:sldMkLst>
          <pc:docMk/>
          <pc:sldMk cId="213204764" sldId="2569"/>
        </pc:sldMkLst>
      </pc:sldChg>
      <pc:sldChg chg="del">
        <pc:chgData name="Owais Ahmed" userId="6abc7d4556b3b071" providerId="LiveId" clId="{0577D98B-C5DD-421E-AB63-1BC2B2B46ADA}" dt="2023-08-08T04:30:01.815" v="224" actId="47"/>
        <pc:sldMkLst>
          <pc:docMk/>
          <pc:sldMk cId="3970414602" sldId="2570"/>
        </pc:sldMkLst>
      </pc:sldChg>
      <pc:sldChg chg="del">
        <pc:chgData name="Owais Ahmed" userId="6abc7d4556b3b071" providerId="LiveId" clId="{0577D98B-C5DD-421E-AB63-1BC2B2B46ADA}" dt="2023-08-08T04:30:01.815" v="224" actId="47"/>
        <pc:sldMkLst>
          <pc:docMk/>
          <pc:sldMk cId="1201433262" sldId="2571"/>
        </pc:sldMkLst>
      </pc:sldChg>
      <pc:sldChg chg="del">
        <pc:chgData name="Owais Ahmed" userId="6abc7d4556b3b071" providerId="LiveId" clId="{0577D98B-C5DD-421E-AB63-1BC2B2B46ADA}" dt="2023-08-08T04:30:01.815" v="224" actId="47"/>
        <pc:sldMkLst>
          <pc:docMk/>
          <pc:sldMk cId="2285914733" sldId="2573"/>
        </pc:sldMkLst>
      </pc:sldChg>
      <pc:sldChg chg="del">
        <pc:chgData name="Owais Ahmed" userId="6abc7d4556b3b071" providerId="LiveId" clId="{0577D98B-C5DD-421E-AB63-1BC2B2B46ADA}" dt="2023-08-08T04:30:01.815" v="224" actId="47"/>
        <pc:sldMkLst>
          <pc:docMk/>
          <pc:sldMk cId="1728240852" sldId="2574"/>
        </pc:sldMkLst>
      </pc:sldChg>
      <pc:sldChg chg="del">
        <pc:chgData name="Owais Ahmed" userId="6abc7d4556b3b071" providerId="LiveId" clId="{0577D98B-C5DD-421E-AB63-1BC2B2B46ADA}" dt="2023-08-08T04:30:01.815" v="224" actId="47"/>
        <pc:sldMkLst>
          <pc:docMk/>
          <pc:sldMk cId="3271818871" sldId="2575"/>
        </pc:sldMkLst>
      </pc:sldChg>
      <pc:sldChg chg="del">
        <pc:chgData name="Owais Ahmed" userId="6abc7d4556b3b071" providerId="LiveId" clId="{0577D98B-C5DD-421E-AB63-1BC2B2B46ADA}" dt="2023-08-08T04:30:01.815" v="224" actId="47"/>
        <pc:sldMkLst>
          <pc:docMk/>
          <pc:sldMk cId="1747158155" sldId="2576"/>
        </pc:sldMkLst>
      </pc:sldChg>
    </pc:docChg>
  </pc:docChgLst>
  <pc:docChgLst>
    <pc:chgData name="Owais Ahmed" userId="6abc7d4556b3b071" providerId="LiveId" clId="{B7D18388-F2A5-4D8F-B434-DA7A35785E08}"/>
    <pc:docChg chg="undo custSel addSld modSld">
      <pc:chgData name="Owais Ahmed" userId="6abc7d4556b3b071" providerId="LiveId" clId="{B7D18388-F2A5-4D8F-B434-DA7A35785E08}" dt="2023-07-30T17:43:21.164" v="3816" actId="20577"/>
      <pc:docMkLst>
        <pc:docMk/>
      </pc:docMkLst>
      <pc:sldChg chg="modSp add mod modAnim">
        <pc:chgData name="Owais Ahmed" userId="6abc7d4556b3b071" providerId="LiveId" clId="{B7D18388-F2A5-4D8F-B434-DA7A35785E08}" dt="2023-07-30T16:46:09.985" v="670" actId="20577"/>
        <pc:sldMkLst>
          <pc:docMk/>
          <pc:sldMk cId="2596096578" sldId="2510"/>
        </pc:sldMkLst>
        <pc:spChg chg="mod">
          <ac:chgData name="Owais Ahmed" userId="6abc7d4556b3b071" providerId="LiveId" clId="{B7D18388-F2A5-4D8F-B434-DA7A35785E08}" dt="2023-07-30T16:46:09.985" v="670" actId="20577"/>
          <ac:spMkLst>
            <pc:docMk/>
            <pc:sldMk cId="2596096578" sldId="2510"/>
            <ac:spMk id="3" creationId="{4A1C0383-58FE-E486-295E-B33B8683B938}"/>
          </ac:spMkLst>
        </pc:spChg>
        <pc:spChg chg="mod">
          <ac:chgData name="Owais Ahmed" userId="6abc7d4556b3b071" providerId="LiveId" clId="{B7D18388-F2A5-4D8F-B434-DA7A35785E08}" dt="2023-07-30T16:38:19.128" v="12" actId="20577"/>
          <ac:spMkLst>
            <pc:docMk/>
            <pc:sldMk cId="2596096578" sldId="2510"/>
            <ac:spMk id="215" creationId="{00000000-0000-0000-0000-000000000000}"/>
          </ac:spMkLst>
        </pc:spChg>
      </pc:sldChg>
      <pc:sldChg chg="modSp add modAnim">
        <pc:chgData name="Owais Ahmed" userId="6abc7d4556b3b071" providerId="LiveId" clId="{B7D18388-F2A5-4D8F-B434-DA7A35785E08}" dt="2023-07-30T16:55:58.525" v="1900" actId="5793"/>
        <pc:sldMkLst>
          <pc:docMk/>
          <pc:sldMk cId="64818802" sldId="2511"/>
        </pc:sldMkLst>
        <pc:spChg chg="mod">
          <ac:chgData name="Owais Ahmed" userId="6abc7d4556b3b071" providerId="LiveId" clId="{B7D18388-F2A5-4D8F-B434-DA7A35785E08}" dt="2023-07-30T16:55:58.525" v="1900" actId="5793"/>
          <ac:spMkLst>
            <pc:docMk/>
            <pc:sldMk cId="64818802" sldId="2511"/>
            <ac:spMk id="3" creationId="{4A1C0383-58FE-E486-295E-B33B8683B938}"/>
          </ac:spMkLst>
        </pc:spChg>
      </pc:sldChg>
      <pc:sldChg chg="modSp add modAnim">
        <pc:chgData name="Owais Ahmed" userId="6abc7d4556b3b071" providerId="LiveId" clId="{B7D18388-F2A5-4D8F-B434-DA7A35785E08}" dt="2023-07-30T17:40:18.058" v="3462" actId="20577"/>
        <pc:sldMkLst>
          <pc:docMk/>
          <pc:sldMk cId="2129317129" sldId="2512"/>
        </pc:sldMkLst>
        <pc:spChg chg="mod">
          <ac:chgData name="Owais Ahmed" userId="6abc7d4556b3b071" providerId="LiveId" clId="{B7D18388-F2A5-4D8F-B434-DA7A35785E08}" dt="2023-07-30T17:40:18.058" v="3462" actId="20577"/>
          <ac:spMkLst>
            <pc:docMk/>
            <pc:sldMk cId="2129317129" sldId="2512"/>
            <ac:spMk id="3" creationId="{4A1C0383-58FE-E486-295E-B33B8683B938}"/>
          </ac:spMkLst>
        </pc:spChg>
      </pc:sldChg>
      <pc:sldChg chg="modSp add mod modAnim">
        <pc:chgData name="Owais Ahmed" userId="6abc7d4556b3b071" providerId="LiveId" clId="{B7D18388-F2A5-4D8F-B434-DA7A35785E08}" dt="2023-07-30T17:24:08.783" v="3449" actId="27636"/>
        <pc:sldMkLst>
          <pc:docMk/>
          <pc:sldMk cId="2427359866" sldId="2513"/>
        </pc:sldMkLst>
        <pc:spChg chg="mod">
          <ac:chgData name="Owais Ahmed" userId="6abc7d4556b3b071" providerId="LiveId" clId="{B7D18388-F2A5-4D8F-B434-DA7A35785E08}" dt="2023-07-30T17:24:08.783" v="3449" actId="27636"/>
          <ac:spMkLst>
            <pc:docMk/>
            <pc:sldMk cId="2427359866" sldId="2513"/>
            <ac:spMk id="3" creationId="{4A1C0383-58FE-E486-295E-B33B8683B938}"/>
          </ac:spMkLst>
        </pc:spChg>
      </pc:sldChg>
      <pc:sldChg chg="modSp add mod modAnim">
        <pc:chgData name="Owais Ahmed" userId="6abc7d4556b3b071" providerId="LiveId" clId="{B7D18388-F2A5-4D8F-B434-DA7A35785E08}" dt="2023-07-30T17:39:55.405" v="3451" actId="27636"/>
        <pc:sldMkLst>
          <pc:docMk/>
          <pc:sldMk cId="3068889018" sldId="2514"/>
        </pc:sldMkLst>
        <pc:spChg chg="mod">
          <ac:chgData name="Owais Ahmed" userId="6abc7d4556b3b071" providerId="LiveId" clId="{B7D18388-F2A5-4D8F-B434-DA7A35785E08}" dt="2023-07-30T17:39:55.405" v="3451" actId="27636"/>
          <ac:spMkLst>
            <pc:docMk/>
            <pc:sldMk cId="3068889018" sldId="2514"/>
            <ac:spMk id="3" creationId="{4A1C0383-58FE-E486-295E-B33B8683B938}"/>
          </ac:spMkLst>
        </pc:spChg>
      </pc:sldChg>
      <pc:sldChg chg="modSp add mod modAnim">
        <pc:chgData name="Owais Ahmed" userId="6abc7d4556b3b071" providerId="LiveId" clId="{B7D18388-F2A5-4D8F-B434-DA7A35785E08}" dt="2023-07-30T17:43:21.164" v="3816" actId="20577"/>
        <pc:sldMkLst>
          <pc:docMk/>
          <pc:sldMk cId="1205181684" sldId="2515"/>
        </pc:sldMkLst>
        <pc:spChg chg="mod">
          <ac:chgData name="Owais Ahmed" userId="6abc7d4556b3b071" providerId="LiveId" clId="{B7D18388-F2A5-4D8F-B434-DA7A35785E08}" dt="2023-07-30T17:43:21.164" v="3816" actId="20577"/>
          <ac:spMkLst>
            <pc:docMk/>
            <pc:sldMk cId="1205181684" sldId="2515"/>
            <ac:spMk id="3" creationId="{4A1C0383-58FE-E486-295E-B33B8683B938}"/>
          </ac:spMkLst>
        </pc:spChg>
        <pc:spChg chg="mod">
          <ac:chgData name="Owais Ahmed" userId="6abc7d4556b3b071" providerId="LiveId" clId="{B7D18388-F2A5-4D8F-B434-DA7A35785E08}" dt="2023-07-30T17:41:00.269" v="3471" actId="20577"/>
          <ac:spMkLst>
            <pc:docMk/>
            <pc:sldMk cId="1205181684" sldId="2515"/>
            <ac:spMk id="215" creationId="{00000000-0000-0000-0000-000000000000}"/>
          </ac:spMkLst>
        </pc:spChg>
      </pc:sldChg>
    </pc:docChg>
  </pc:docChgLst>
  <pc:docChgLst>
    <pc:chgData name="Owais Ahmed" userId="6abc7d4556b3b071" providerId="LiveId" clId="{53383B45-B17A-4806-BA45-0D31F109C868}"/>
    <pc:docChg chg="undo custSel addSld delSld modSld sldOrd">
      <pc:chgData name="Owais Ahmed" userId="6abc7d4556b3b071" providerId="LiveId" clId="{53383B45-B17A-4806-BA45-0D31F109C868}" dt="2023-09-27T09:56:42.272" v="2584" actId="20577"/>
      <pc:docMkLst>
        <pc:docMk/>
      </pc:docMkLst>
      <pc:sldChg chg="modSp mod">
        <pc:chgData name="Owais Ahmed" userId="6abc7d4556b3b071" providerId="LiveId" clId="{53383B45-B17A-4806-BA45-0D31F109C868}" dt="2023-09-27T05:07:46.636" v="32"/>
        <pc:sldMkLst>
          <pc:docMk/>
          <pc:sldMk cId="1649098948" sldId="2462"/>
        </pc:sldMkLst>
        <pc:spChg chg="mod">
          <ac:chgData name="Owais Ahmed" userId="6abc7d4556b3b071" providerId="LiveId" clId="{53383B45-B17A-4806-BA45-0D31F109C868}" dt="2023-09-27T05:07:46.636" v="32"/>
          <ac:spMkLst>
            <pc:docMk/>
            <pc:sldMk cId="1649098948" sldId="2462"/>
            <ac:spMk id="6" creationId="{F3C89A40-EEAA-43AB-9A3A-B2CFDE450F1B}"/>
          </ac:spMkLst>
        </pc:spChg>
      </pc:sldChg>
      <pc:sldChg chg="addSp delSp modSp">
        <pc:chgData name="Owais Ahmed" userId="6abc7d4556b3b071" providerId="LiveId" clId="{53383B45-B17A-4806-BA45-0D31F109C868}" dt="2023-09-27T05:06:36.031" v="1"/>
        <pc:sldMkLst>
          <pc:docMk/>
          <pc:sldMk cId="2136095335" sldId="2565"/>
        </pc:sldMkLst>
        <pc:graphicFrameChg chg="add del mod">
          <ac:chgData name="Owais Ahmed" userId="6abc7d4556b3b071" providerId="LiveId" clId="{53383B45-B17A-4806-BA45-0D31F109C868}" dt="2023-09-27T05:06:36.031" v="1"/>
          <ac:graphicFrameMkLst>
            <pc:docMk/>
            <pc:sldMk cId="2136095335" sldId="2565"/>
            <ac:graphicFrameMk id="4" creationId="{0343B9A1-D7FE-33A9-FC1E-D43F1EB7F87D}"/>
          </ac:graphicFrameMkLst>
        </pc:graphicFrameChg>
      </pc:sldChg>
      <pc:sldChg chg="modSp mod">
        <pc:chgData name="Owais Ahmed" userId="6abc7d4556b3b071" providerId="LiveId" clId="{53383B45-B17A-4806-BA45-0D31F109C868}" dt="2023-09-27T05:22:45.827" v="124" actId="20577"/>
        <pc:sldMkLst>
          <pc:docMk/>
          <pc:sldMk cId="786819306" sldId="2566"/>
        </pc:sldMkLst>
        <pc:spChg chg="mod">
          <ac:chgData name="Owais Ahmed" userId="6abc7d4556b3b071" providerId="LiveId" clId="{53383B45-B17A-4806-BA45-0D31F109C868}" dt="2023-09-27T05:22:45.827" v="124" actId="20577"/>
          <ac:spMkLst>
            <pc:docMk/>
            <pc:sldMk cId="786819306" sldId="2566"/>
            <ac:spMk id="215" creationId="{00000000-0000-0000-0000-000000000000}"/>
          </ac:spMkLst>
        </pc:spChg>
      </pc:sldChg>
      <pc:sldChg chg="add del">
        <pc:chgData name="Owais Ahmed" userId="6abc7d4556b3b071" providerId="LiveId" clId="{53383B45-B17A-4806-BA45-0D31F109C868}" dt="2023-09-27T05:23:15.731" v="125" actId="47"/>
        <pc:sldMkLst>
          <pc:docMk/>
          <pc:sldMk cId="138900574" sldId="2567"/>
        </pc:sldMkLst>
      </pc:sldChg>
      <pc:sldChg chg="modSp modAnim">
        <pc:chgData name="Owais Ahmed" userId="6abc7d4556b3b071" providerId="LiveId" clId="{53383B45-B17A-4806-BA45-0D31F109C868}" dt="2023-09-27T05:49:40.333" v="1297" actId="20577"/>
        <pc:sldMkLst>
          <pc:docMk/>
          <pc:sldMk cId="1120982729" sldId="2568"/>
        </pc:sldMkLst>
        <pc:spChg chg="mod">
          <ac:chgData name="Owais Ahmed" userId="6abc7d4556b3b071" providerId="LiveId" clId="{53383B45-B17A-4806-BA45-0D31F109C868}" dt="2023-09-27T05:49:40.333" v="1297" actId="20577"/>
          <ac:spMkLst>
            <pc:docMk/>
            <pc:sldMk cId="1120982729" sldId="2568"/>
            <ac:spMk id="3" creationId="{4A1C0383-58FE-E486-295E-B33B8683B938}"/>
          </ac:spMkLst>
        </pc:spChg>
      </pc:sldChg>
      <pc:sldChg chg="del">
        <pc:chgData name="Owais Ahmed" userId="6abc7d4556b3b071" providerId="LiveId" clId="{53383B45-B17A-4806-BA45-0D31F109C868}" dt="2023-09-27T09:20:42.985" v="1298" actId="47"/>
        <pc:sldMkLst>
          <pc:docMk/>
          <pc:sldMk cId="3849819283" sldId="2576"/>
        </pc:sldMkLst>
      </pc:sldChg>
      <pc:sldChg chg="del">
        <pc:chgData name="Owais Ahmed" userId="6abc7d4556b3b071" providerId="LiveId" clId="{53383B45-B17A-4806-BA45-0D31F109C868}" dt="2023-09-27T09:20:43.749" v="1299" actId="47"/>
        <pc:sldMkLst>
          <pc:docMk/>
          <pc:sldMk cId="2362627110" sldId="2577"/>
        </pc:sldMkLst>
      </pc:sldChg>
      <pc:sldChg chg="modSp add mod modAnim">
        <pc:chgData name="Owais Ahmed" userId="6abc7d4556b3b071" providerId="LiveId" clId="{53383B45-B17A-4806-BA45-0D31F109C868}" dt="2023-09-27T05:10:11.070" v="79" actId="27636"/>
        <pc:sldMkLst>
          <pc:docMk/>
          <pc:sldMk cId="1835063850" sldId="2578"/>
        </pc:sldMkLst>
        <pc:spChg chg="mod">
          <ac:chgData name="Owais Ahmed" userId="6abc7d4556b3b071" providerId="LiveId" clId="{53383B45-B17A-4806-BA45-0D31F109C868}" dt="2023-09-27T05:10:11.070" v="79" actId="27636"/>
          <ac:spMkLst>
            <pc:docMk/>
            <pc:sldMk cId="1835063850" sldId="2578"/>
            <ac:spMk id="3" creationId="{4A1C0383-58FE-E486-295E-B33B8683B938}"/>
          </ac:spMkLst>
        </pc:spChg>
        <pc:spChg chg="mod">
          <ac:chgData name="Owais Ahmed" userId="6abc7d4556b3b071" providerId="LiveId" clId="{53383B45-B17A-4806-BA45-0D31F109C868}" dt="2023-09-27T05:08:03.843" v="45" actId="20577"/>
          <ac:spMkLst>
            <pc:docMk/>
            <pc:sldMk cId="1835063850" sldId="2578"/>
            <ac:spMk id="215" creationId="{00000000-0000-0000-0000-000000000000}"/>
          </ac:spMkLst>
        </pc:spChg>
      </pc:sldChg>
      <pc:sldChg chg="modSp add mod">
        <pc:chgData name="Owais Ahmed" userId="6abc7d4556b3b071" providerId="LiveId" clId="{53383B45-B17A-4806-BA45-0D31F109C868}" dt="2023-09-27T05:20:27.514" v="95" actId="20577"/>
        <pc:sldMkLst>
          <pc:docMk/>
          <pc:sldMk cId="150925741" sldId="2579"/>
        </pc:sldMkLst>
        <pc:spChg chg="mod">
          <ac:chgData name="Owais Ahmed" userId="6abc7d4556b3b071" providerId="LiveId" clId="{53383B45-B17A-4806-BA45-0D31F109C868}" dt="2023-09-27T05:20:27.514" v="95" actId="20577"/>
          <ac:spMkLst>
            <pc:docMk/>
            <pc:sldMk cId="150925741" sldId="2579"/>
            <ac:spMk id="215" creationId="{00000000-0000-0000-0000-000000000000}"/>
          </ac:spMkLst>
        </pc:spChg>
      </pc:sldChg>
      <pc:sldChg chg="modSp add mod">
        <pc:chgData name="Owais Ahmed" userId="6abc7d4556b3b071" providerId="LiveId" clId="{53383B45-B17A-4806-BA45-0D31F109C868}" dt="2023-09-27T05:20:45.634" v="97"/>
        <pc:sldMkLst>
          <pc:docMk/>
          <pc:sldMk cId="3164841762" sldId="2580"/>
        </pc:sldMkLst>
        <pc:spChg chg="mod">
          <ac:chgData name="Owais Ahmed" userId="6abc7d4556b3b071" providerId="LiveId" clId="{53383B45-B17A-4806-BA45-0D31F109C868}" dt="2023-09-27T05:20:45.634" v="97"/>
          <ac:spMkLst>
            <pc:docMk/>
            <pc:sldMk cId="3164841762" sldId="2580"/>
            <ac:spMk id="215" creationId="{00000000-0000-0000-0000-000000000000}"/>
          </ac:spMkLst>
        </pc:spChg>
      </pc:sldChg>
      <pc:sldChg chg="modSp add mod">
        <pc:chgData name="Owais Ahmed" userId="6abc7d4556b3b071" providerId="LiveId" clId="{53383B45-B17A-4806-BA45-0D31F109C868}" dt="2023-09-27T05:21:33.310" v="99" actId="20577"/>
        <pc:sldMkLst>
          <pc:docMk/>
          <pc:sldMk cId="4253636147" sldId="2581"/>
        </pc:sldMkLst>
        <pc:spChg chg="mod">
          <ac:chgData name="Owais Ahmed" userId="6abc7d4556b3b071" providerId="LiveId" clId="{53383B45-B17A-4806-BA45-0D31F109C868}" dt="2023-09-27T05:21:33.310" v="99" actId="20577"/>
          <ac:spMkLst>
            <pc:docMk/>
            <pc:sldMk cId="4253636147" sldId="2581"/>
            <ac:spMk id="3" creationId="{4A1C0383-58FE-E486-295E-B33B8683B938}"/>
          </ac:spMkLst>
        </pc:spChg>
        <pc:spChg chg="mod">
          <ac:chgData name="Owais Ahmed" userId="6abc7d4556b3b071" providerId="LiveId" clId="{53383B45-B17A-4806-BA45-0D31F109C868}" dt="2023-09-27T05:20:50.696" v="98"/>
          <ac:spMkLst>
            <pc:docMk/>
            <pc:sldMk cId="4253636147" sldId="2581"/>
            <ac:spMk id="215" creationId="{00000000-0000-0000-0000-000000000000}"/>
          </ac:spMkLst>
        </pc:spChg>
      </pc:sldChg>
      <pc:sldChg chg="modSp add">
        <pc:chgData name="Owais Ahmed" userId="6abc7d4556b3b071" providerId="LiveId" clId="{53383B45-B17A-4806-BA45-0D31F109C868}" dt="2023-09-27T05:21:40.553" v="102" actId="20577"/>
        <pc:sldMkLst>
          <pc:docMk/>
          <pc:sldMk cId="2684752333" sldId="2582"/>
        </pc:sldMkLst>
        <pc:spChg chg="mod">
          <ac:chgData name="Owais Ahmed" userId="6abc7d4556b3b071" providerId="LiveId" clId="{53383B45-B17A-4806-BA45-0D31F109C868}" dt="2023-09-27T05:21:40.553" v="102" actId="20577"/>
          <ac:spMkLst>
            <pc:docMk/>
            <pc:sldMk cId="2684752333" sldId="2582"/>
            <ac:spMk id="3" creationId="{4A1C0383-58FE-E486-295E-B33B8683B938}"/>
          </ac:spMkLst>
        </pc:spChg>
      </pc:sldChg>
      <pc:sldChg chg="add del">
        <pc:chgData name="Owais Ahmed" userId="6abc7d4556b3b071" providerId="LiveId" clId="{53383B45-B17A-4806-BA45-0D31F109C868}" dt="2023-09-27T05:23:17.819" v="126" actId="47"/>
        <pc:sldMkLst>
          <pc:docMk/>
          <pc:sldMk cId="1329531230" sldId="2583"/>
        </pc:sldMkLst>
      </pc:sldChg>
      <pc:sldChg chg="modSp add mod">
        <pc:chgData name="Owais Ahmed" userId="6abc7d4556b3b071" providerId="LiveId" clId="{53383B45-B17A-4806-BA45-0D31F109C868}" dt="2023-09-27T05:25:24.412" v="165" actId="20577"/>
        <pc:sldMkLst>
          <pc:docMk/>
          <pc:sldMk cId="213204764" sldId="2584"/>
        </pc:sldMkLst>
        <pc:spChg chg="mod">
          <ac:chgData name="Owais Ahmed" userId="6abc7d4556b3b071" providerId="LiveId" clId="{53383B45-B17A-4806-BA45-0D31F109C868}" dt="2023-09-27T05:25:24.412" v="165" actId="20577"/>
          <ac:spMkLst>
            <pc:docMk/>
            <pc:sldMk cId="213204764" sldId="2584"/>
            <ac:spMk id="215" creationId="{00000000-0000-0000-0000-000000000000}"/>
          </ac:spMkLst>
        </pc:spChg>
      </pc:sldChg>
      <pc:sldChg chg="add">
        <pc:chgData name="Owais Ahmed" userId="6abc7d4556b3b071" providerId="LiveId" clId="{53383B45-B17A-4806-BA45-0D31F109C868}" dt="2023-09-27T05:06:44.656" v="2"/>
        <pc:sldMkLst>
          <pc:docMk/>
          <pc:sldMk cId="3970414602" sldId="2585"/>
        </pc:sldMkLst>
      </pc:sldChg>
      <pc:sldChg chg="modSp add mod modAnim">
        <pc:chgData name="Owais Ahmed" userId="6abc7d4556b3b071" providerId="LiveId" clId="{53383B45-B17A-4806-BA45-0D31F109C868}" dt="2023-09-27T05:36:05.275" v="1295" actId="20577"/>
        <pc:sldMkLst>
          <pc:docMk/>
          <pc:sldMk cId="2285914733" sldId="2586"/>
        </pc:sldMkLst>
        <pc:spChg chg="mod">
          <ac:chgData name="Owais Ahmed" userId="6abc7d4556b3b071" providerId="LiveId" clId="{53383B45-B17A-4806-BA45-0D31F109C868}" dt="2023-09-27T05:36:05.275" v="1295" actId="20577"/>
          <ac:spMkLst>
            <pc:docMk/>
            <pc:sldMk cId="2285914733" sldId="2586"/>
            <ac:spMk id="3" creationId="{4A1C0383-58FE-E486-295E-B33B8683B938}"/>
          </ac:spMkLst>
        </pc:spChg>
        <pc:spChg chg="mod">
          <ac:chgData name="Owais Ahmed" userId="6abc7d4556b3b071" providerId="LiveId" clId="{53383B45-B17A-4806-BA45-0D31F109C868}" dt="2023-09-27T05:27:15.262" v="304" actId="20577"/>
          <ac:spMkLst>
            <pc:docMk/>
            <pc:sldMk cId="2285914733" sldId="2586"/>
            <ac:spMk id="215" creationId="{00000000-0000-0000-0000-000000000000}"/>
          </ac:spMkLst>
        </pc:spChg>
      </pc:sldChg>
      <pc:sldChg chg="modSp add modAnim">
        <pc:chgData name="Owais Ahmed" userId="6abc7d4556b3b071" providerId="LiveId" clId="{53383B45-B17A-4806-BA45-0D31F109C868}" dt="2023-09-27T09:21:26.814" v="1301" actId="14"/>
        <pc:sldMkLst>
          <pc:docMk/>
          <pc:sldMk cId="1201433262" sldId="2587"/>
        </pc:sldMkLst>
        <pc:spChg chg="mod">
          <ac:chgData name="Owais Ahmed" userId="6abc7d4556b3b071" providerId="LiveId" clId="{53383B45-B17A-4806-BA45-0D31F109C868}" dt="2023-09-27T09:21:26.814" v="1301" actId="14"/>
          <ac:spMkLst>
            <pc:docMk/>
            <pc:sldMk cId="1201433262" sldId="2587"/>
            <ac:spMk id="3" creationId="{4A1C0383-58FE-E486-295E-B33B8683B938}"/>
          </ac:spMkLst>
        </pc:spChg>
      </pc:sldChg>
      <pc:sldChg chg="addSp modSp add mod ord modAnim modNotesTx">
        <pc:chgData name="Owais Ahmed" userId="6abc7d4556b3b071" providerId="LiveId" clId="{53383B45-B17A-4806-BA45-0D31F109C868}" dt="2023-09-27T09:56:42.272" v="2584" actId="20577"/>
        <pc:sldMkLst>
          <pc:docMk/>
          <pc:sldMk cId="2208228190" sldId="2588"/>
        </pc:sldMkLst>
        <pc:spChg chg="mod">
          <ac:chgData name="Owais Ahmed" userId="6abc7d4556b3b071" providerId="LiveId" clId="{53383B45-B17A-4806-BA45-0D31F109C868}" dt="2023-09-27T09:34:45.843" v="1447" actId="27636"/>
          <ac:spMkLst>
            <pc:docMk/>
            <pc:sldMk cId="2208228190" sldId="2588"/>
            <ac:spMk id="3" creationId="{4A1C0383-58FE-E486-295E-B33B8683B938}"/>
          </ac:spMkLst>
        </pc:spChg>
        <pc:spChg chg="add mod">
          <ac:chgData name="Owais Ahmed" userId="6abc7d4556b3b071" providerId="LiveId" clId="{53383B45-B17A-4806-BA45-0D31F109C868}" dt="2023-09-27T09:56:42.272" v="2584" actId="20577"/>
          <ac:spMkLst>
            <pc:docMk/>
            <pc:sldMk cId="2208228190" sldId="2588"/>
            <ac:spMk id="4" creationId="{94726610-A2E3-1316-07F6-F3E15154A6A9}"/>
          </ac:spMkLst>
        </pc:spChg>
        <pc:spChg chg="mod">
          <ac:chgData name="Owais Ahmed" userId="6abc7d4556b3b071" providerId="LiveId" clId="{53383B45-B17A-4806-BA45-0D31F109C868}" dt="2023-09-27T09:23:20.702" v="1328" actId="20577"/>
          <ac:spMkLst>
            <pc:docMk/>
            <pc:sldMk cId="2208228190" sldId="2588"/>
            <ac:spMk id="215" creationId="{00000000-0000-0000-0000-000000000000}"/>
          </ac:spMkLst>
        </pc:spChg>
      </pc:sldChg>
    </pc:docChg>
  </pc:docChgLst>
  <pc:docChgLst>
    <pc:chgData name="Owais Ahmed" userId="6abc7d4556b3b071" providerId="LiveId" clId="{88CFE61D-E4E2-459B-8BEE-94DB871EE3F2}"/>
    <pc:docChg chg="undo redo custSel addSld delSld modSld sldOrd">
      <pc:chgData name="Owais Ahmed" userId="6abc7d4556b3b071" providerId="LiveId" clId="{88CFE61D-E4E2-459B-8BEE-94DB871EE3F2}" dt="2023-11-30T08:48:56.467" v="18413" actId="27636"/>
      <pc:docMkLst>
        <pc:docMk/>
      </pc:docMkLst>
      <pc:sldChg chg="add del">
        <pc:chgData name="Owais Ahmed" userId="6abc7d4556b3b071" providerId="LiveId" clId="{88CFE61D-E4E2-459B-8BEE-94DB871EE3F2}" dt="2023-11-29T10:56:37.784" v="17396" actId="47"/>
        <pc:sldMkLst>
          <pc:docMk/>
          <pc:sldMk cId="927727573" sldId="2436"/>
        </pc:sldMkLst>
      </pc:sldChg>
      <pc:sldChg chg="modSp mod">
        <pc:chgData name="Owais Ahmed" userId="6abc7d4556b3b071" providerId="LiveId" clId="{88CFE61D-E4E2-459B-8BEE-94DB871EE3F2}" dt="2023-11-23T10:34:43.075" v="4357"/>
        <pc:sldMkLst>
          <pc:docMk/>
          <pc:sldMk cId="1649098948" sldId="2462"/>
        </pc:sldMkLst>
        <pc:spChg chg="mod">
          <ac:chgData name="Owais Ahmed" userId="6abc7d4556b3b071" providerId="LiveId" clId="{88CFE61D-E4E2-459B-8BEE-94DB871EE3F2}" dt="2023-11-23T10:34:43.075" v="4357"/>
          <ac:spMkLst>
            <pc:docMk/>
            <pc:sldMk cId="1649098948" sldId="2462"/>
            <ac:spMk id="6" creationId="{F3C89A40-EEAA-43AB-9A3A-B2CFDE450F1B}"/>
          </ac:spMkLst>
        </pc:spChg>
      </pc:sldChg>
      <pc:sldChg chg="del">
        <pc:chgData name="Owais Ahmed" userId="6abc7d4556b3b071" providerId="LiveId" clId="{88CFE61D-E4E2-459B-8BEE-94DB871EE3F2}" dt="2023-11-23T06:27:20.099" v="2" actId="47"/>
        <pc:sldMkLst>
          <pc:docMk/>
          <pc:sldMk cId="296501705" sldId="2557"/>
        </pc:sldMkLst>
      </pc:sldChg>
      <pc:sldChg chg="del">
        <pc:chgData name="Owais Ahmed" userId="6abc7d4556b3b071" providerId="LiveId" clId="{88CFE61D-E4E2-459B-8BEE-94DB871EE3F2}" dt="2023-11-23T06:27:20.099" v="2" actId="47"/>
        <pc:sldMkLst>
          <pc:docMk/>
          <pc:sldMk cId="3524855248" sldId="2559"/>
        </pc:sldMkLst>
      </pc:sldChg>
      <pc:sldChg chg="del">
        <pc:chgData name="Owais Ahmed" userId="6abc7d4556b3b071" providerId="LiveId" clId="{88CFE61D-E4E2-459B-8BEE-94DB871EE3F2}" dt="2023-11-23T09:06:26.602" v="3420" actId="47"/>
        <pc:sldMkLst>
          <pc:docMk/>
          <pc:sldMk cId="4253636147" sldId="2565"/>
        </pc:sldMkLst>
      </pc:sldChg>
      <pc:sldChg chg="del">
        <pc:chgData name="Owais Ahmed" userId="6abc7d4556b3b071" providerId="LiveId" clId="{88CFE61D-E4E2-459B-8BEE-94DB871EE3F2}" dt="2023-11-23T06:27:25.012" v="3" actId="47"/>
        <pc:sldMkLst>
          <pc:docMk/>
          <pc:sldMk cId="73718007" sldId="2566"/>
        </pc:sldMkLst>
      </pc:sldChg>
      <pc:sldChg chg="addSp modSp add del mod modAnim">
        <pc:chgData name="Owais Ahmed" userId="6abc7d4556b3b071" providerId="LiveId" clId="{88CFE61D-E4E2-459B-8BEE-94DB871EE3F2}" dt="2023-11-30T08:48:56.467" v="18413" actId="27636"/>
        <pc:sldMkLst>
          <pc:docMk/>
          <pc:sldMk cId="742091239" sldId="2567"/>
        </pc:sldMkLst>
        <pc:spChg chg="mod">
          <ac:chgData name="Owais Ahmed" userId="6abc7d4556b3b071" providerId="LiveId" clId="{88CFE61D-E4E2-459B-8BEE-94DB871EE3F2}" dt="2023-11-30T08:48:48.883" v="18408" actId="27636"/>
          <ac:spMkLst>
            <pc:docMk/>
            <pc:sldMk cId="742091239" sldId="2567"/>
            <ac:spMk id="3" creationId="{C036BAFF-A229-2D4C-DAE4-E2898006D8B7}"/>
          </ac:spMkLst>
        </pc:spChg>
        <pc:spChg chg="add mod">
          <ac:chgData name="Owais Ahmed" userId="6abc7d4556b3b071" providerId="LiveId" clId="{88CFE61D-E4E2-459B-8BEE-94DB871EE3F2}" dt="2023-11-30T08:48:56.467" v="18413" actId="27636"/>
          <ac:spMkLst>
            <pc:docMk/>
            <pc:sldMk cId="742091239" sldId="2567"/>
            <ac:spMk id="4" creationId="{49868256-B961-22C6-EEA4-19DBAC0C4C71}"/>
          </ac:spMkLst>
        </pc:spChg>
        <pc:spChg chg="mod">
          <ac:chgData name="Owais Ahmed" userId="6abc7d4556b3b071" providerId="LiveId" clId="{88CFE61D-E4E2-459B-8BEE-94DB871EE3F2}" dt="2023-11-23T10:34:50.058" v="4368" actId="20577"/>
          <ac:spMkLst>
            <pc:docMk/>
            <pc:sldMk cId="742091239" sldId="2567"/>
            <ac:spMk id="215" creationId="{00000000-0000-0000-0000-000000000000}"/>
          </ac:spMkLst>
        </pc:spChg>
      </pc:sldChg>
      <pc:sldChg chg="del">
        <pc:chgData name="Owais Ahmed" userId="6abc7d4556b3b071" providerId="LiveId" clId="{88CFE61D-E4E2-459B-8BEE-94DB871EE3F2}" dt="2023-11-23T06:27:28.225" v="4" actId="47"/>
        <pc:sldMkLst>
          <pc:docMk/>
          <pc:sldMk cId="731708004" sldId="2568"/>
        </pc:sldMkLst>
      </pc:sldChg>
      <pc:sldChg chg="del">
        <pc:chgData name="Owais Ahmed" userId="6abc7d4556b3b071" providerId="LiveId" clId="{88CFE61D-E4E2-459B-8BEE-94DB871EE3F2}" dt="2023-11-23T06:27:30.511" v="5" actId="47"/>
        <pc:sldMkLst>
          <pc:docMk/>
          <pc:sldMk cId="3584144442" sldId="2569"/>
        </pc:sldMkLst>
      </pc:sldChg>
      <pc:sldChg chg="del">
        <pc:chgData name="Owais Ahmed" userId="6abc7d4556b3b071" providerId="LiveId" clId="{88CFE61D-E4E2-459B-8BEE-94DB871EE3F2}" dt="2023-11-23T06:27:40.772" v="11" actId="47"/>
        <pc:sldMkLst>
          <pc:docMk/>
          <pc:sldMk cId="3192364649" sldId="2570"/>
        </pc:sldMkLst>
      </pc:sldChg>
      <pc:sldChg chg="del">
        <pc:chgData name="Owais Ahmed" userId="6abc7d4556b3b071" providerId="LiveId" clId="{88CFE61D-E4E2-459B-8BEE-94DB871EE3F2}" dt="2023-11-23T06:27:34.289" v="6" actId="47"/>
        <pc:sldMkLst>
          <pc:docMk/>
          <pc:sldMk cId="1495419416" sldId="2571"/>
        </pc:sldMkLst>
      </pc:sldChg>
      <pc:sldChg chg="del">
        <pc:chgData name="Owais Ahmed" userId="6abc7d4556b3b071" providerId="LiveId" clId="{88CFE61D-E4E2-459B-8BEE-94DB871EE3F2}" dt="2023-11-23T06:27:35.269" v="7" actId="47"/>
        <pc:sldMkLst>
          <pc:docMk/>
          <pc:sldMk cId="2352558766" sldId="2572"/>
        </pc:sldMkLst>
      </pc:sldChg>
      <pc:sldChg chg="del">
        <pc:chgData name="Owais Ahmed" userId="6abc7d4556b3b071" providerId="LiveId" clId="{88CFE61D-E4E2-459B-8BEE-94DB871EE3F2}" dt="2023-11-23T06:27:35.714" v="8" actId="47"/>
        <pc:sldMkLst>
          <pc:docMk/>
          <pc:sldMk cId="1727728077" sldId="2573"/>
        </pc:sldMkLst>
      </pc:sldChg>
      <pc:sldChg chg="del">
        <pc:chgData name="Owais Ahmed" userId="6abc7d4556b3b071" providerId="LiveId" clId="{88CFE61D-E4E2-459B-8BEE-94DB871EE3F2}" dt="2023-11-23T06:27:36.052" v="9" actId="47"/>
        <pc:sldMkLst>
          <pc:docMk/>
          <pc:sldMk cId="3825965198" sldId="2574"/>
        </pc:sldMkLst>
      </pc:sldChg>
      <pc:sldChg chg="del">
        <pc:chgData name="Owais Ahmed" userId="6abc7d4556b3b071" providerId="LiveId" clId="{88CFE61D-E4E2-459B-8BEE-94DB871EE3F2}" dt="2023-11-23T06:27:37.265" v="10" actId="47"/>
        <pc:sldMkLst>
          <pc:docMk/>
          <pc:sldMk cId="1490703918" sldId="2575"/>
        </pc:sldMkLst>
      </pc:sldChg>
      <pc:sldChg chg="addSp delSp mod ord">
        <pc:chgData name="Owais Ahmed" userId="6abc7d4556b3b071" providerId="LiveId" clId="{88CFE61D-E4E2-459B-8BEE-94DB871EE3F2}" dt="2023-11-28T11:09:27.706" v="5595"/>
        <pc:sldMkLst>
          <pc:docMk/>
          <pc:sldMk cId="1728196837" sldId="2577"/>
        </pc:sldMkLst>
        <pc:spChg chg="add del">
          <ac:chgData name="Owais Ahmed" userId="6abc7d4556b3b071" providerId="LiveId" clId="{88CFE61D-E4E2-459B-8BEE-94DB871EE3F2}" dt="2023-11-28T10:45:58.659" v="4912" actId="22"/>
          <ac:spMkLst>
            <pc:docMk/>
            <pc:sldMk cId="1728196837" sldId="2577"/>
            <ac:spMk id="5" creationId="{CA80251D-B7F5-F630-D15C-F3D2CF92094C}"/>
          </ac:spMkLst>
        </pc:spChg>
      </pc:sldChg>
      <pc:sldChg chg="del">
        <pc:chgData name="Owais Ahmed" userId="6abc7d4556b3b071" providerId="LiveId" clId="{88CFE61D-E4E2-459B-8BEE-94DB871EE3F2}" dt="2023-11-23T06:27:44.264" v="13" actId="47"/>
        <pc:sldMkLst>
          <pc:docMk/>
          <pc:sldMk cId="3832610947" sldId="2578"/>
        </pc:sldMkLst>
      </pc:sldChg>
      <pc:sldChg chg="del">
        <pc:chgData name="Owais Ahmed" userId="6abc7d4556b3b071" providerId="LiveId" clId="{88CFE61D-E4E2-459B-8BEE-94DB871EE3F2}" dt="2023-11-23T09:07:20.988" v="3455" actId="47"/>
        <pc:sldMkLst>
          <pc:docMk/>
          <pc:sldMk cId="106295208" sldId="2579"/>
        </pc:sldMkLst>
      </pc:sldChg>
      <pc:sldChg chg="modSp">
        <pc:chgData name="Owais Ahmed" userId="6abc7d4556b3b071" providerId="LiveId" clId="{88CFE61D-E4E2-459B-8BEE-94DB871EE3F2}" dt="2023-11-23T06:27:56.632" v="14" actId="115"/>
        <pc:sldMkLst>
          <pc:docMk/>
          <pc:sldMk cId="2723791907" sldId="2580"/>
        </pc:sldMkLst>
        <pc:spChg chg="mod">
          <ac:chgData name="Owais Ahmed" userId="6abc7d4556b3b071" providerId="LiveId" clId="{88CFE61D-E4E2-459B-8BEE-94DB871EE3F2}" dt="2023-11-23T06:27:56.632" v="14" actId="115"/>
          <ac:spMkLst>
            <pc:docMk/>
            <pc:sldMk cId="2723791907" sldId="2580"/>
            <ac:spMk id="3" creationId="{4A1C0383-58FE-E486-295E-B33B8683B938}"/>
          </ac:spMkLst>
        </pc:spChg>
      </pc:sldChg>
      <pc:sldChg chg="addSp delSp modSp mod addAnim delAnim modAnim">
        <pc:chgData name="Owais Ahmed" userId="6abc7d4556b3b071" providerId="LiveId" clId="{88CFE61D-E4E2-459B-8BEE-94DB871EE3F2}" dt="2023-11-23T09:08:27.381" v="3481" actId="313"/>
        <pc:sldMkLst>
          <pc:docMk/>
          <pc:sldMk cId="386739838" sldId="2582"/>
        </pc:sldMkLst>
        <pc:spChg chg="add mod">
          <ac:chgData name="Owais Ahmed" userId="6abc7d4556b3b071" providerId="LiveId" clId="{88CFE61D-E4E2-459B-8BEE-94DB871EE3F2}" dt="2023-11-23T09:07:59.421" v="3462" actId="27636"/>
          <ac:spMkLst>
            <pc:docMk/>
            <pc:sldMk cId="386739838" sldId="2582"/>
            <ac:spMk id="5" creationId="{F10548F9-CCC7-0FF6-9D1A-1DF5E4189457}"/>
          </ac:spMkLst>
        </pc:spChg>
        <pc:spChg chg="mod">
          <ac:chgData name="Owais Ahmed" userId="6abc7d4556b3b071" providerId="LiveId" clId="{88CFE61D-E4E2-459B-8BEE-94DB871EE3F2}" dt="2023-11-23T09:08:27.381" v="3481" actId="313"/>
          <ac:spMkLst>
            <pc:docMk/>
            <pc:sldMk cId="386739838" sldId="2582"/>
            <ac:spMk id="215" creationId="{00000000-0000-0000-0000-000000000000}"/>
          </ac:spMkLst>
        </pc:spChg>
        <pc:graphicFrameChg chg="mod modGraphic">
          <ac:chgData name="Owais Ahmed" userId="6abc7d4556b3b071" providerId="LiveId" clId="{88CFE61D-E4E2-459B-8BEE-94DB871EE3F2}" dt="2023-11-23T09:07:56.615" v="3460" actId="1076"/>
          <ac:graphicFrameMkLst>
            <pc:docMk/>
            <pc:sldMk cId="386739838" sldId="2582"/>
            <ac:graphicFrameMk id="3" creationId="{CB0773A7-9864-4F79-3A7F-29C656B6C8CF}"/>
          </ac:graphicFrameMkLst>
        </pc:graphicFrameChg>
        <pc:graphicFrameChg chg="add del mod">
          <ac:chgData name="Owais Ahmed" userId="6abc7d4556b3b071" providerId="LiveId" clId="{88CFE61D-E4E2-459B-8BEE-94DB871EE3F2}" dt="2023-11-23T07:15:56.160" v="26" actId="478"/>
          <ac:graphicFrameMkLst>
            <pc:docMk/>
            <pc:sldMk cId="386739838" sldId="2582"/>
            <ac:graphicFrameMk id="4" creationId="{25FA11BA-519C-B8E9-CDB3-AA9CD3B98FEF}"/>
          </ac:graphicFrameMkLst>
        </pc:graphicFrameChg>
      </pc:sldChg>
      <pc:sldChg chg="addSp modSp add mod modAnim">
        <pc:chgData name="Owais Ahmed" userId="6abc7d4556b3b071" providerId="LiveId" clId="{88CFE61D-E4E2-459B-8BEE-94DB871EE3F2}" dt="2023-11-23T09:09:04.715" v="3511"/>
        <pc:sldMkLst>
          <pc:docMk/>
          <pc:sldMk cId="778272762" sldId="2583"/>
        </pc:sldMkLst>
        <pc:spChg chg="mod">
          <ac:chgData name="Owais Ahmed" userId="6abc7d4556b3b071" providerId="LiveId" clId="{88CFE61D-E4E2-459B-8BEE-94DB871EE3F2}" dt="2023-11-23T07:44:43.056" v="810" actId="20577"/>
          <ac:spMkLst>
            <pc:docMk/>
            <pc:sldMk cId="778272762" sldId="2583"/>
            <ac:spMk id="5" creationId="{F10548F9-CCC7-0FF6-9D1A-1DF5E4189457}"/>
          </ac:spMkLst>
        </pc:spChg>
        <pc:spChg chg="add mod">
          <ac:chgData name="Owais Ahmed" userId="6abc7d4556b3b071" providerId="LiveId" clId="{88CFE61D-E4E2-459B-8BEE-94DB871EE3F2}" dt="2023-11-23T08:28:54.930" v="2306" actId="20577"/>
          <ac:spMkLst>
            <pc:docMk/>
            <pc:sldMk cId="778272762" sldId="2583"/>
            <ac:spMk id="6" creationId="{F2BEE15B-9D89-058B-BFA6-2FC4D2B50B64}"/>
          </ac:spMkLst>
        </pc:spChg>
        <pc:spChg chg="mod">
          <ac:chgData name="Owais Ahmed" userId="6abc7d4556b3b071" providerId="LiveId" clId="{88CFE61D-E4E2-459B-8BEE-94DB871EE3F2}" dt="2023-11-23T08:09:13.250" v="1772"/>
          <ac:spMkLst>
            <pc:docMk/>
            <pc:sldMk cId="778272762" sldId="2583"/>
            <ac:spMk id="215" creationId="{00000000-0000-0000-0000-000000000000}"/>
          </ac:spMkLst>
        </pc:spChg>
        <pc:graphicFrameChg chg="mod">
          <ac:chgData name="Owais Ahmed" userId="6abc7d4556b3b071" providerId="LiveId" clId="{88CFE61D-E4E2-459B-8BEE-94DB871EE3F2}" dt="2023-11-23T07:41:39.780" v="666" actId="1076"/>
          <ac:graphicFrameMkLst>
            <pc:docMk/>
            <pc:sldMk cId="778272762" sldId="2583"/>
            <ac:graphicFrameMk id="3" creationId="{CB0773A7-9864-4F79-3A7F-29C656B6C8CF}"/>
          </ac:graphicFrameMkLst>
        </pc:graphicFrameChg>
        <pc:graphicFrameChg chg="add mod modGraphic">
          <ac:chgData name="Owais Ahmed" userId="6abc7d4556b3b071" providerId="LiveId" clId="{88CFE61D-E4E2-459B-8BEE-94DB871EE3F2}" dt="2023-11-23T07:45:23.731" v="823" actId="20577"/>
          <ac:graphicFrameMkLst>
            <pc:docMk/>
            <pc:sldMk cId="778272762" sldId="2583"/>
            <ac:graphicFrameMk id="4" creationId="{F9B9249F-0724-22E3-FC0A-BB378333F0E2}"/>
          </ac:graphicFrameMkLst>
        </pc:graphicFrameChg>
      </pc:sldChg>
      <pc:sldChg chg="addSp delSp modSp add del mod delAnim modAnim">
        <pc:chgData name="Owais Ahmed" userId="6abc7d4556b3b071" providerId="LiveId" clId="{88CFE61D-E4E2-459B-8BEE-94DB871EE3F2}" dt="2023-11-23T09:09:36.240" v="3512"/>
        <pc:sldMkLst>
          <pc:docMk/>
          <pc:sldMk cId="3945825482" sldId="2584"/>
        </pc:sldMkLst>
        <pc:spChg chg="mod">
          <ac:chgData name="Owais Ahmed" userId="6abc7d4556b3b071" providerId="LiveId" clId="{88CFE61D-E4E2-459B-8BEE-94DB871EE3F2}" dt="2023-11-23T07:45:58.082" v="836" actId="20577"/>
          <ac:spMkLst>
            <pc:docMk/>
            <pc:sldMk cId="3945825482" sldId="2584"/>
            <ac:spMk id="5" creationId="{F10548F9-CCC7-0FF6-9D1A-1DF5E4189457}"/>
          </ac:spMkLst>
        </pc:spChg>
        <pc:spChg chg="mod">
          <ac:chgData name="Owais Ahmed" userId="6abc7d4556b3b071" providerId="LiveId" clId="{88CFE61D-E4E2-459B-8BEE-94DB871EE3F2}" dt="2023-11-23T07:48:19.382" v="996" actId="20577"/>
          <ac:spMkLst>
            <pc:docMk/>
            <pc:sldMk cId="3945825482" sldId="2584"/>
            <ac:spMk id="6" creationId="{F2BEE15B-9D89-058B-BFA6-2FC4D2B50B64}"/>
          </ac:spMkLst>
        </pc:spChg>
        <pc:spChg chg="mod">
          <ac:chgData name="Owais Ahmed" userId="6abc7d4556b3b071" providerId="LiveId" clId="{88CFE61D-E4E2-459B-8BEE-94DB871EE3F2}" dt="2023-11-23T08:09:15.962" v="1773"/>
          <ac:spMkLst>
            <pc:docMk/>
            <pc:sldMk cId="3945825482" sldId="2584"/>
            <ac:spMk id="215" creationId="{00000000-0000-0000-0000-000000000000}"/>
          </ac:spMkLst>
        </pc:spChg>
        <pc:graphicFrameChg chg="del">
          <ac:chgData name="Owais Ahmed" userId="6abc7d4556b3b071" providerId="LiveId" clId="{88CFE61D-E4E2-459B-8BEE-94DB871EE3F2}" dt="2023-11-23T07:43:51.477" v="794" actId="478"/>
          <ac:graphicFrameMkLst>
            <pc:docMk/>
            <pc:sldMk cId="3945825482" sldId="2584"/>
            <ac:graphicFrameMk id="3" creationId="{CB0773A7-9864-4F79-3A7F-29C656B6C8CF}"/>
          </ac:graphicFrameMkLst>
        </pc:graphicFrameChg>
        <pc:graphicFrameChg chg="del">
          <ac:chgData name="Owais Ahmed" userId="6abc7d4556b3b071" providerId="LiveId" clId="{88CFE61D-E4E2-459B-8BEE-94DB871EE3F2}" dt="2023-11-23T07:45:46.761" v="827" actId="478"/>
          <ac:graphicFrameMkLst>
            <pc:docMk/>
            <pc:sldMk cId="3945825482" sldId="2584"/>
            <ac:graphicFrameMk id="4" creationId="{F9B9249F-0724-22E3-FC0A-BB378333F0E2}"/>
          </ac:graphicFrameMkLst>
        </pc:graphicFrameChg>
        <pc:graphicFrameChg chg="add del mod">
          <ac:chgData name="Owais Ahmed" userId="6abc7d4556b3b071" providerId="LiveId" clId="{88CFE61D-E4E2-459B-8BEE-94DB871EE3F2}" dt="2023-11-23T07:45:40.269" v="824" actId="478"/>
          <ac:graphicFrameMkLst>
            <pc:docMk/>
            <pc:sldMk cId="3945825482" sldId="2584"/>
            <ac:graphicFrameMk id="7" creationId="{315664B0-6C93-2880-4D6C-5F196E6057F6}"/>
          </ac:graphicFrameMkLst>
        </pc:graphicFrameChg>
        <pc:graphicFrameChg chg="add mod">
          <ac:chgData name="Owais Ahmed" userId="6abc7d4556b3b071" providerId="LiveId" clId="{88CFE61D-E4E2-459B-8BEE-94DB871EE3F2}" dt="2023-11-23T07:45:49.740" v="829" actId="6549"/>
          <ac:graphicFrameMkLst>
            <pc:docMk/>
            <pc:sldMk cId="3945825482" sldId="2584"/>
            <ac:graphicFrameMk id="8" creationId="{E276FEB1-0ADD-902E-C65E-0191AE1B814E}"/>
          </ac:graphicFrameMkLst>
        </pc:graphicFrameChg>
        <pc:graphicFrameChg chg="add mod modGraphic">
          <ac:chgData name="Owais Ahmed" userId="6abc7d4556b3b071" providerId="LiveId" clId="{88CFE61D-E4E2-459B-8BEE-94DB871EE3F2}" dt="2023-11-23T07:48:06.061" v="979" actId="1076"/>
          <ac:graphicFrameMkLst>
            <pc:docMk/>
            <pc:sldMk cId="3945825482" sldId="2584"/>
            <ac:graphicFrameMk id="9" creationId="{F0626004-34C7-4619-7AE3-54A57E52197E}"/>
          </ac:graphicFrameMkLst>
        </pc:graphicFrameChg>
      </pc:sldChg>
      <pc:sldChg chg="addSp delSp modSp add mod delAnim modAnim">
        <pc:chgData name="Owais Ahmed" userId="6abc7d4556b3b071" providerId="LiveId" clId="{88CFE61D-E4E2-459B-8BEE-94DB871EE3F2}" dt="2023-11-23T08:09:18.850" v="1774"/>
        <pc:sldMkLst>
          <pc:docMk/>
          <pc:sldMk cId="2833065472" sldId="2585"/>
        </pc:sldMkLst>
        <pc:spChg chg="mod">
          <ac:chgData name="Owais Ahmed" userId="6abc7d4556b3b071" providerId="LiveId" clId="{88CFE61D-E4E2-459B-8BEE-94DB871EE3F2}" dt="2023-11-23T07:54:27.054" v="1441" actId="20577"/>
          <ac:spMkLst>
            <pc:docMk/>
            <pc:sldMk cId="2833065472" sldId="2585"/>
            <ac:spMk id="5" creationId="{F10548F9-CCC7-0FF6-9D1A-1DF5E4189457}"/>
          </ac:spMkLst>
        </pc:spChg>
        <pc:spChg chg="del">
          <ac:chgData name="Owais Ahmed" userId="6abc7d4556b3b071" providerId="LiveId" clId="{88CFE61D-E4E2-459B-8BEE-94DB871EE3F2}" dt="2023-11-23T07:50:26.780" v="1147" actId="478"/>
          <ac:spMkLst>
            <pc:docMk/>
            <pc:sldMk cId="2833065472" sldId="2585"/>
            <ac:spMk id="6" creationId="{F2BEE15B-9D89-058B-BFA6-2FC4D2B50B64}"/>
          </ac:spMkLst>
        </pc:spChg>
        <pc:spChg chg="mod">
          <ac:chgData name="Owais Ahmed" userId="6abc7d4556b3b071" providerId="LiveId" clId="{88CFE61D-E4E2-459B-8BEE-94DB871EE3F2}" dt="2023-11-23T08:09:18.850" v="1774"/>
          <ac:spMkLst>
            <pc:docMk/>
            <pc:sldMk cId="2833065472" sldId="2585"/>
            <ac:spMk id="215" creationId="{00000000-0000-0000-0000-000000000000}"/>
          </ac:spMkLst>
        </pc:spChg>
        <pc:graphicFrameChg chg="add mod modGraphic">
          <ac:chgData name="Owais Ahmed" userId="6abc7d4556b3b071" providerId="LiveId" clId="{88CFE61D-E4E2-459B-8BEE-94DB871EE3F2}" dt="2023-11-23T08:02:07.730" v="1600" actId="6549"/>
          <ac:graphicFrameMkLst>
            <pc:docMk/>
            <pc:sldMk cId="2833065472" sldId="2585"/>
            <ac:graphicFrameMk id="3" creationId="{6E9C430A-0B67-FA8B-631F-E2E5EF167681}"/>
          </ac:graphicFrameMkLst>
        </pc:graphicFrameChg>
        <pc:graphicFrameChg chg="add mod modGraphic">
          <ac:chgData name="Owais Ahmed" userId="6abc7d4556b3b071" providerId="LiveId" clId="{88CFE61D-E4E2-459B-8BEE-94DB871EE3F2}" dt="2023-11-23T07:53:51.698" v="1421" actId="113"/>
          <ac:graphicFrameMkLst>
            <pc:docMk/>
            <pc:sldMk cId="2833065472" sldId="2585"/>
            <ac:graphicFrameMk id="4" creationId="{9C046CED-3D4A-9580-E761-B0334956E841}"/>
          </ac:graphicFrameMkLst>
        </pc:graphicFrameChg>
        <pc:graphicFrameChg chg="del">
          <ac:chgData name="Owais Ahmed" userId="6abc7d4556b3b071" providerId="LiveId" clId="{88CFE61D-E4E2-459B-8BEE-94DB871EE3F2}" dt="2023-11-23T07:48:37.349" v="998" actId="478"/>
          <ac:graphicFrameMkLst>
            <pc:docMk/>
            <pc:sldMk cId="2833065472" sldId="2585"/>
            <ac:graphicFrameMk id="8" creationId="{E276FEB1-0ADD-902E-C65E-0191AE1B814E}"/>
          </ac:graphicFrameMkLst>
        </pc:graphicFrameChg>
        <pc:graphicFrameChg chg="del">
          <ac:chgData name="Owais Ahmed" userId="6abc7d4556b3b071" providerId="LiveId" clId="{88CFE61D-E4E2-459B-8BEE-94DB871EE3F2}" dt="2023-11-23T07:48:39.146" v="999" actId="21"/>
          <ac:graphicFrameMkLst>
            <pc:docMk/>
            <pc:sldMk cId="2833065472" sldId="2585"/>
            <ac:graphicFrameMk id="9" creationId="{F0626004-34C7-4619-7AE3-54A57E52197E}"/>
          </ac:graphicFrameMkLst>
        </pc:graphicFrameChg>
      </pc:sldChg>
      <pc:sldChg chg="addSp delSp modSp add mod ord delAnim modAnim">
        <pc:chgData name="Owais Ahmed" userId="6abc7d4556b3b071" providerId="LiveId" clId="{88CFE61D-E4E2-459B-8BEE-94DB871EE3F2}" dt="2023-11-23T09:09:55.133" v="3513"/>
        <pc:sldMkLst>
          <pc:docMk/>
          <pc:sldMk cId="2769376114" sldId="2586"/>
        </pc:sldMkLst>
        <pc:spChg chg="mod">
          <ac:chgData name="Owais Ahmed" userId="6abc7d4556b3b071" providerId="LiveId" clId="{88CFE61D-E4E2-459B-8BEE-94DB871EE3F2}" dt="2023-11-23T07:55:20.388" v="1454" actId="20577"/>
          <ac:spMkLst>
            <pc:docMk/>
            <pc:sldMk cId="2769376114" sldId="2586"/>
            <ac:spMk id="5" creationId="{F10548F9-CCC7-0FF6-9D1A-1DF5E4189457}"/>
          </ac:spMkLst>
        </pc:spChg>
        <pc:spChg chg="mod">
          <ac:chgData name="Owais Ahmed" userId="6abc7d4556b3b071" providerId="LiveId" clId="{88CFE61D-E4E2-459B-8BEE-94DB871EE3F2}" dt="2023-11-23T08:29:50.450" v="2342" actId="20577"/>
          <ac:spMkLst>
            <pc:docMk/>
            <pc:sldMk cId="2769376114" sldId="2586"/>
            <ac:spMk id="6" creationId="{F2BEE15B-9D89-058B-BFA6-2FC4D2B50B64}"/>
          </ac:spMkLst>
        </pc:spChg>
        <pc:spChg chg="mod">
          <ac:chgData name="Owais Ahmed" userId="6abc7d4556b3b071" providerId="LiveId" clId="{88CFE61D-E4E2-459B-8BEE-94DB871EE3F2}" dt="2023-11-23T08:09:21.151" v="1775"/>
          <ac:spMkLst>
            <pc:docMk/>
            <pc:sldMk cId="2769376114" sldId="2586"/>
            <ac:spMk id="215" creationId="{00000000-0000-0000-0000-000000000000}"/>
          </ac:spMkLst>
        </pc:spChg>
        <pc:graphicFrameChg chg="add mod">
          <ac:chgData name="Owais Ahmed" userId="6abc7d4556b3b071" providerId="LiveId" clId="{88CFE61D-E4E2-459B-8BEE-94DB871EE3F2}" dt="2023-11-23T08:02:19.824" v="1602" actId="6549"/>
          <ac:graphicFrameMkLst>
            <pc:docMk/>
            <pc:sldMk cId="2769376114" sldId="2586"/>
            <ac:graphicFrameMk id="3" creationId="{F7390C5E-0672-FCC6-D0F6-5FD437E389C6}"/>
          </ac:graphicFrameMkLst>
        </pc:graphicFrameChg>
        <pc:graphicFrameChg chg="add mod modGraphic">
          <ac:chgData name="Owais Ahmed" userId="6abc7d4556b3b071" providerId="LiveId" clId="{88CFE61D-E4E2-459B-8BEE-94DB871EE3F2}" dt="2023-11-23T08:02:30.722" v="1609"/>
          <ac:graphicFrameMkLst>
            <pc:docMk/>
            <pc:sldMk cId="2769376114" sldId="2586"/>
            <ac:graphicFrameMk id="4" creationId="{C6345A4F-214B-BA9D-432B-5DB3E728BC7A}"/>
          </ac:graphicFrameMkLst>
        </pc:graphicFrameChg>
        <pc:graphicFrameChg chg="del">
          <ac:chgData name="Owais Ahmed" userId="6abc7d4556b3b071" providerId="LiveId" clId="{88CFE61D-E4E2-459B-8BEE-94DB871EE3F2}" dt="2023-11-23T07:55:27.642" v="1455" actId="478"/>
          <ac:graphicFrameMkLst>
            <pc:docMk/>
            <pc:sldMk cId="2769376114" sldId="2586"/>
            <ac:graphicFrameMk id="8" creationId="{E276FEB1-0ADD-902E-C65E-0191AE1B814E}"/>
          </ac:graphicFrameMkLst>
        </pc:graphicFrameChg>
        <pc:graphicFrameChg chg="del">
          <ac:chgData name="Owais Ahmed" userId="6abc7d4556b3b071" providerId="LiveId" clId="{88CFE61D-E4E2-459B-8BEE-94DB871EE3F2}" dt="2023-11-23T07:55:06.268" v="1445" actId="478"/>
          <ac:graphicFrameMkLst>
            <pc:docMk/>
            <pc:sldMk cId="2769376114" sldId="2586"/>
            <ac:graphicFrameMk id="9" creationId="{F0626004-34C7-4619-7AE3-54A57E52197E}"/>
          </ac:graphicFrameMkLst>
        </pc:graphicFrameChg>
      </pc:sldChg>
      <pc:sldChg chg="addSp delSp modSp add mod addAnim delAnim modAnim">
        <pc:chgData name="Owais Ahmed" userId="6abc7d4556b3b071" providerId="LiveId" clId="{88CFE61D-E4E2-459B-8BEE-94DB871EE3F2}" dt="2023-11-23T08:09:23.402" v="1776"/>
        <pc:sldMkLst>
          <pc:docMk/>
          <pc:sldMk cId="2638330689" sldId="2587"/>
        </pc:sldMkLst>
        <pc:spChg chg="mod">
          <ac:chgData name="Owais Ahmed" userId="6abc7d4556b3b071" providerId="LiveId" clId="{88CFE61D-E4E2-459B-8BEE-94DB871EE3F2}" dt="2023-11-23T08:01:11.374" v="1585" actId="20577"/>
          <ac:spMkLst>
            <pc:docMk/>
            <pc:sldMk cId="2638330689" sldId="2587"/>
            <ac:spMk id="5" creationId="{F10548F9-CCC7-0FF6-9D1A-1DF5E4189457}"/>
          </ac:spMkLst>
        </pc:spChg>
        <pc:spChg chg="mod">
          <ac:chgData name="Owais Ahmed" userId="6abc7d4556b3b071" providerId="LiveId" clId="{88CFE61D-E4E2-459B-8BEE-94DB871EE3F2}" dt="2023-11-23T08:01:36.729" v="1592" actId="20577"/>
          <ac:spMkLst>
            <pc:docMk/>
            <pc:sldMk cId="2638330689" sldId="2587"/>
            <ac:spMk id="6" creationId="{F2BEE15B-9D89-058B-BFA6-2FC4D2B50B64}"/>
          </ac:spMkLst>
        </pc:spChg>
        <pc:spChg chg="mod">
          <ac:chgData name="Owais Ahmed" userId="6abc7d4556b3b071" providerId="LiveId" clId="{88CFE61D-E4E2-459B-8BEE-94DB871EE3F2}" dt="2023-11-23T08:09:23.402" v="1776"/>
          <ac:spMkLst>
            <pc:docMk/>
            <pc:sldMk cId="2638330689" sldId="2587"/>
            <ac:spMk id="215" creationId="{00000000-0000-0000-0000-000000000000}"/>
          </ac:spMkLst>
        </pc:spChg>
        <pc:graphicFrameChg chg="del">
          <ac:chgData name="Owais Ahmed" userId="6abc7d4556b3b071" providerId="LiveId" clId="{88CFE61D-E4E2-459B-8BEE-94DB871EE3F2}" dt="2023-11-23T08:00:34.132" v="1545" actId="478"/>
          <ac:graphicFrameMkLst>
            <pc:docMk/>
            <pc:sldMk cId="2638330689" sldId="2587"/>
            <ac:graphicFrameMk id="3" creationId="{F7390C5E-0672-FCC6-D0F6-5FD437E389C6}"/>
          </ac:graphicFrameMkLst>
        </pc:graphicFrameChg>
        <pc:graphicFrameChg chg="add del mod">
          <ac:chgData name="Owais Ahmed" userId="6abc7d4556b3b071" providerId="LiveId" clId="{88CFE61D-E4E2-459B-8BEE-94DB871EE3F2}" dt="2023-11-23T08:00:43.665" v="1548" actId="1076"/>
          <ac:graphicFrameMkLst>
            <pc:docMk/>
            <pc:sldMk cId="2638330689" sldId="2587"/>
            <ac:graphicFrameMk id="4" creationId="{C6345A4F-214B-BA9D-432B-5DB3E728BC7A}"/>
          </ac:graphicFrameMkLst>
        </pc:graphicFrameChg>
        <pc:graphicFrameChg chg="add mod modGraphic">
          <ac:chgData name="Owais Ahmed" userId="6abc7d4556b3b071" providerId="LiveId" clId="{88CFE61D-E4E2-459B-8BEE-94DB871EE3F2}" dt="2023-11-23T08:03:10.841" v="1613" actId="207"/>
          <ac:graphicFrameMkLst>
            <pc:docMk/>
            <pc:sldMk cId="2638330689" sldId="2587"/>
            <ac:graphicFrameMk id="7" creationId="{E0540A20-EC72-0C27-E9A5-BCF69AFEEDBE}"/>
          </ac:graphicFrameMkLst>
        </pc:graphicFrameChg>
      </pc:sldChg>
      <pc:sldChg chg="addSp delSp modSp add mod ord addAnim delAnim modAnim">
        <pc:chgData name="Owais Ahmed" userId="6abc7d4556b3b071" providerId="LiveId" clId="{88CFE61D-E4E2-459B-8BEE-94DB871EE3F2}" dt="2023-11-23T09:11:40.919" v="3514"/>
        <pc:sldMkLst>
          <pc:docMk/>
          <pc:sldMk cId="1225950896" sldId="2588"/>
        </pc:sldMkLst>
        <pc:spChg chg="mod">
          <ac:chgData name="Owais Ahmed" userId="6abc7d4556b3b071" providerId="LiveId" clId="{88CFE61D-E4E2-459B-8BEE-94DB871EE3F2}" dt="2023-11-23T08:30:24.430" v="2353" actId="20577"/>
          <ac:spMkLst>
            <pc:docMk/>
            <pc:sldMk cId="1225950896" sldId="2588"/>
            <ac:spMk id="5" creationId="{F10548F9-CCC7-0FF6-9D1A-1DF5E4189457}"/>
          </ac:spMkLst>
        </pc:spChg>
        <pc:spChg chg="mod">
          <ac:chgData name="Owais Ahmed" userId="6abc7d4556b3b071" providerId="LiveId" clId="{88CFE61D-E4E2-459B-8BEE-94DB871EE3F2}" dt="2023-11-23T08:09:27.339" v="1777"/>
          <ac:spMkLst>
            <pc:docMk/>
            <pc:sldMk cId="1225950896" sldId="2588"/>
            <ac:spMk id="215" creationId="{00000000-0000-0000-0000-000000000000}"/>
          </ac:spMkLst>
        </pc:spChg>
        <pc:graphicFrameChg chg="del">
          <ac:chgData name="Owais Ahmed" userId="6abc7d4556b3b071" providerId="LiveId" clId="{88CFE61D-E4E2-459B-8BEE-94DB871EE3F2}" dt="2023-11-23T08:05:51.285" v="1618" actId="478"/>
          <ac:graphicFrameMkLst>
            <pc:docMk/>
            <pc:sldMk cId="1225950896" sldId="2588"/>
            <ac:graphicFrameMk id="3" creationId="{6E9C430A-0B67-FA8B-631F-E2E5EF167681}"/>
          </ac:graphicFrameMkLst>
        </pc:graphicFrameChg>
        <pc:graphicFrameChg chg="add del mod">
          <ac:chgData name="Owais Ahmed" userId="6abc7d4556b3b071" providerId="LiveId" clId="{88CFE61D-E4E2-459B-8BEE-94DB871EE3F2}" dt="2023-11-23T08:10:56.654" v="1791" actId="478"/>
          <ac:graphicFrameMkLst>
            <pc:docMk/>
            <pc:sldMk cId="1225950896" sldId="2588"/>
            <ac:graphicFrameMk id="3" creationId="{76F539F0-FA58-FDBA-DDC9-5168816DF35E}"/>
          </ac:graphicFrameMkLst>
        </pc:graphicFrameChg>
        <pc:graphicFrameChg chg="del">
          <ac:chgData name="Owais Ahmed" userId="6abc7d4556b3b071" providerId="LiveId" clId="{88CFE61D-E4E2-459B-8BEE-94DB871EE3F2}" dt="2023-11-23T08:05:48.634" v="1617" actId="478"/>
          <ac:graphicFrameMkLst>
            <pc:docMk/>
            <pc:sldMk cId="1225950896" sldId="2588"/>
            <ac:graphicFrameMk id="4" creationId="{9C046CED-3D4A-9580-E761-B0334956E841}"/>
          </ac:graphicFrameMkLst>
        </pc:graphicFrameChg>
        <pc:graphicFrameChg chg="add del mod modGraphic">
          <ac:chgData name="Owais Ahmed" userId="6abc7d4556b3b071" providerId="LiveId" clId="{88CFE61D-E4E2-459B-8BEE-94DB871EE3F2}" dt="2023-11-23T08:13:10.742" v="1812" actId="478"/>
          <ac:graphicFrameMkLst>
            <pc:docMk/>
            <pc:sldMk cId="1225950896" sldId="2588"/>
            <ac:graphicFrameMk id="4" creationId="{C2974785-C9CC-6D1A-4ADC-4544E6F63DAC}"/>
          </ac:graphicFrameMkLst>
        </pc:graphicFrameChg>
        <pc:graphicFrameChg chg="add mod modGraphic">
          <ac:chgData name="Owais Ahmed" userId="6abc7d4556b3b071" providerId="LiveId" clId="{88CFE61D-E4E2-459B-8BEE-94DB871EE3F2}" dt="2023-11-23T08:15:09.664" v="1921" actId="1076"/>
          <ac:graphicFrameMkLst>
            <pc:docMk/>
            <pc:sldMk cId="1225950896" sldId="2588"/>
            <ac:graphicFrameMk id="6" creationId="{3CFA18B6-2759-5097-F63C-1004C82B4475}"/>
          </ac:graphicFrameMkLst>
        </pc:graphicFrameChg>
        <pc:graphicFrameChg chg="add del mod modGraphic">
          <ac:chgData name="Owais Ahmed" userId="6abc7d4556b3b071" providerId="LiveId" clId="{88CFE61D-E4E2-459B-8BEE-94DB871EE3F2}" dt="2023-11-23T08:13:14.633" v="1815" actId="478"/>
          <ac:graphicFrameMkLst>
            <pc:docMk/>
            <pc:sldMk cId="1225950896" sldId="2588"/>
            <ac:graphicFrameMk id="7" creationId="{9D7A71A9-ADDF-6A6D-4DE9-829EE27A883B}"/>
          </ac:graphicFrameMkLst>
        </pc:graphicFrameChg>
        <pc:graphicFrameChg chg="add del mod">
          <ac:chgData name="Owais Ahmed" userId="6abc7d4556b3b071" providerId="LiveId" clId="{88CFE61D-E4E2-459B-8BEE-94DB871EE3F2}" dt="2023-11-23T08:13:13.731" v="1814" actId="478"/>
          <ac:graphicFrameMkLst>
            <pc:docMk/>
            <pc:sldMk cId="1225950896" sldId="2588"/>
            <ac:graphicFrameMk id="8" creationId="{C7532A4D-1748-AFA6-4AC7-E0E6ED8451A3}"/>
          </ac:graphicFrameMkLst>
        </pc:graphicFrameChg>
        <pc:graphicFrameChg chg="add mod">
          <ac:chgData name="Owais Ahmed" userId="6abc7d4556b3b071" providerId="LiveId" clId="{88CFE61D-E4E2-459B-8BEE-94DB871EE3F2}" dt="2023-11-23T08:15:14.078" v="1923" actId="20577"/>
          <ac:graphicFrameMkLst>
            <pc:docMk/>
            <pc:sldMk cId="1225950896" sldId="2588"/>
            <ac:graphicFrameMk id="9" creationId="{B9FF941B-F887-2249-7317-41AA8C43FFEA}"/>
          </ac:graphicFrameMkLst>
        </pc:graphicFrameChg>
      </pc:sldChg>
      <pc:sldChg chg="modSp add mod modAnim">
        <pc:chgData name="Owais Ahmed" userId="6abc7d4556b3b071" providerId="LiveId" clId="{88CFE61D-E4E2-459B-8BEE-94DB871EE3F2}" dt="2023-11-23T09:11:52.767" v="3516"/>
        <pc:sldMkLst>
          <pc:docMk/>
          <pc:sldMk cId="1189442637" sldId="2589"/>
        </pc:sldMkLst>
        <pc:spChg chg="mod">
          <ac:chgData name="Owais Ahmed" userId="6abc7d4556b3b071" providerId="LiveId" clId="{88CFE61D-E4E2-459B-8BEE-94DB871EE3F2}" dt="2023-11-23T08:19:22.014" v="2122" actId="20577"/>
          <ac:spMkLst>
            <pc:docMk/>
            <pc:sldMk cId="1189442637" sldId="2589"/>
            <ac:spMk id="5" creationId="{F10548F9-CCC7-0FF6-9D1A-1DF5E4189457}"/>
          </ac:spMkLst>
        </pc:spChg>
        <pc:spChg chg="mod">
          <ac:chgData name="Owais Ahmed" userId="6abc7d4556b3b071" providerId="LiveId" clId="{88CFE61D-E4E2-459B-8BEE-94DB871EE3F2}" dt="2023-11-23T08:15:28.466" v="1928" actId="5793"/>
          <ac:spMkLst>
            <pc:docMk/>
            <pc:sldMk cId="1189442637" sldId="2589"/>
            <ac:spMk id="215" creationId="{00000000-0000-0000-0000-000000000000}"/>
          </ac:spMkLst>
        </pc:spChg>
        <pc:graphicFrameChg chg="mod modGraphic">
          <ac:chgData name="Owais Ahmed" userId="6abc7d4556b3b071" providerId="LiveId" clId="{88CFE61D-E4E2-459B-8BEE-94DB871EE3F2}" dt="2023-11-23T08:18:40.752" v="2029" actId="207"/>
          <ac:graphicFrameMkLst>
            <pc:docMk/>
            <pc:sldMk cId="1189442637" sldId="2589"/>
            <ac:graphicFrameMk id="4" creationId="{C2974785-C9CC-6D1A-4ADC-4544E6F63DAC}"/>
          </ac:graphicFrameMkLst>
        </pc:graphicFrameChg>
        <pc:graphicFrameChg chg="mod modGraphic">
          <ac:chgData name="Owais Ahmed" userId="6abc7d4556b3b071" providerId="LiveId" clId="{88CFE61D-E4E2-459B-8BEE-94DB871EE3F2}" dt="2023-11-23T08:17:13.677" v="2015" actId="2165"/>
          <ac:graphicFrameMkLst>
            <pc:docMk/>
            <pc:sldMk cId="1189442637" sldId="2589"/>
            <ac:graphicFrameMk id="6" creationId="{3CFA18B6-2759-5097-F63C-1004C82B4475}"/>
          </ac:graphicFrameMkLst>
        </pc:graphicFrameChg>
        <pc:graphicFrameChg chg="mod modGraphic">
          <ac:chgData name="Owais Ahmed" userId="6abc7d4556b3b071" providerId="LiveId" clId="{88CFE61D-E4E2-459B-8BEE-94DB871EE3F2}" dt="2023-11-23T08:18:43.339" v="2030" actId="207"/>
          <ac:graphicFrameMkLst>
            <pc:docMk/>
            <pc:sldMk cId="1189442637" sldId="2589"/>
            <ac:graphicFrameMk id="7" creationId="{9D7A71A9-ADDF-6A6D-4DE9-829EE27A883B}"/>
          </ac:graphicFrameMkLst>
        </pc:graphicFrameChg>
        <pc:graphicFrameChg chg="mod modGraphic">
          <ac:chgData name="Owais Ahmed" userId="6abc7d4556b3b071" providerId="LiveId" clId="{88CFE61D-E4E2-459B-8BEE-94DB871EE3F2}" dt="2023-11-23T08:17:16.936" v="2016" actId="1076"/>
          <ac:graphicFrameMkLst>
            <pc:docMk/>
            <pc:sldMk cId="1189442637" sldId="2589"/>
            <ac:graphicFrameMk id="8" creationId="{C7532A4D-1748-AFA6-4AC7-E0E6ED8451A3}"/>
          </ac:graphicFrameMkLst>
        </pc:graphicFrameChg>
      </pc:sldChg>
      <pc:sldChg chg="addSp delSp modSp add mod addAnim delAnim modAnim">
        <pc:chgData name="Owais Ahmed" userId="6abc7d4556b3b071" providerId="LiveId" clId="{88CFE61D-E4E2-459B-8BEE-94DB871EE3F2}" dt="2023-11-23T09:04:00.357" v="3404" actId="948"/>
        <pc:sldMkLst>
          <pc:docMk/>
          <pc:sldMk cId="1039647049" sldId="2590"/>
        </pc:sldMkLst>
        <pc:spChg chg="add del mod">
          <ac:chgData name="Owais Ahmed" userId="6abc7d4556b3b071" providerId="LiveId" clId="{88CFE61D-E4E2-459B-8BEE-94DB871EE3F2}" dt="2023-11-23T08:34:45.056" v="2400" actId="478"/>
          <ac:spMkLst>
            <pc:docMk/>
            <pc:sldMk cId="1039647049" sldId="2590"/>
            <ac:spMk id="3" creationId="{97046971-CF9E-82C6-B6E6-FBD4A1F1B41B}"/>
          </ac:spMkLst>
        </pc:spChg>
        <pc:spChg chg="mod">
          <ac:chgData name="Owais Ahmed" userId="6abc7d4556b3b071" providerId="LiveId" clId="{88CFE61D-E4E2-459B-8BEE-94DB871EE3F2}" dt="2023-11-23T08:34:59.169" v="2406" actId="14100"/>
          <ac:spMkLst>
            <pc:docMk/>
            <pc:sldMk cId="1039647049" sldId="2590"/>
            <ac:spMk id="5" creationId="{F10548F9-CCC7-0FF6-9D1A-1DF5E4189457}"/>
          </ac:spMkLst>
        </pc:spChg>
        <pc:spChg chg="mod">
          <ac:chgData name="Owais Ahmed" userId="6abc7d4556b3b071" providerId="LiveId" clId="{88CFE61D-E4E2-459B-8BEE-94DB871EE3F2}" dt="2023-11-23T08:43:05.113" v="2483" actId="20577"/>
          <ac:spMkLst>
            <pc:docMk/>
            <pc:sldMk cId="1039647049" sldId="2590"/>
            <ac:spMk id="215" creationId="{00000000-0000-0000-0000-000000000000}"/>
          </ac:spMkLst>
        </pc:spChg>
        <pc:graphicFrameChg chg="mod">
          <ac:chgData name="Owais Ahmed" userId="6abc7d4556b3b071" providerId="LiveId" clId="{88CFE61D-E4E2-459B-8BEE-94DB871EE3F2}" dt="2023-11-23T08:35:05.545" v="2407" actId="1076"/>
          <ac:graphicFrameMkLst>
            <pc:docMk/>
            <pc:sldMk cId="1039647049" sldId="2590"/>
            <ac:graphicFrameMk id="4" creationId="{C2974785-C9CC-6D1A-4ADC-4544E6F63DAC}"/>
          </ac:graphicFrameMkLst>
        </pc:graphicFrameChg>
        <pc:graphicFrameChg chg="del">
          <ac:chgData name="Owais Ahmed" userId="6abc7d4556b3b071" providerId="LiveId" clId="{88CFE61D-E4E2-459B-8BEE-94DB871EE3F2}" dt="2023-11-23T08:19:48.442" v="2124" actId="478"/>
          <ac:graphicFrameMkLst>
            <pc:docMk/>
            <pc:sldMk cId="1039647049" sldId="2590"/>
            <ac:graphicFrameMk id="6" creationId="{3CFA18B6-2759-5097-F63C-1004C82B4475}"/>
          </ac:graphicFrameMkLst>
        </pc:graphicFrameChg>
        <pc:graphicFrameChg chg="del mod">
          <ac:chgData name="Owais Ahmed" userId="6abc7d4556b3b071" providerId="LiveId" clId="{88CFE61D-E4E2-459B-8BEE-94DB871EE3F2}" dt="2023-11-23T08:34:45.833" v="2401" actId="478"/>
          <ac:graphicFrameMkLst>
            <pc:docMk/>
            <pc:sldMk cId="1039647049" sldId="2590"/>
            <ac:graphicFrameMk id="7" creationId="{9D7A71A9-ADDF-6A6D-4DE9-829EE27A883B}"/>
          </ac:graphicFrameMkLst>
        </pc:graphicFrameChg>
        <pc:graphicFrameChg chg="add del mod modGraphic">
          <ac:chgData name="Owais Ahmed" userId="6abc7d4556b3b071" providerId="LiveId" clId="{88CFE61D-E4E2-459B-8BEE-94DB871EE3F2}" dt="2023-11-23T08:23:36.726" v="2224" actId="478"/>
          <ac:graphicFrameMkLst>
            <pc:docMk/>
            <pc:sldMk cId="1039647049" sldId="2590"/>
            <ac:graphicFrameMk id="8" creationId="{C7532A4D-1748-AFA6-4AC7-E0E6ED8451A3}"/>
          </ac:graphicFrameMkLst>
        </pc:graphicFrameChg>
        <pc:graphicFrameChg chg="add del mod">
          <ac:chgData name="Owais Ahmed" userId="6abc7d4556b3b071" providerId="LiveId" clId="{88CFE61D-E4E2-459B-8BEE-94DB871EE3F2}" dt="2023-11-23T08:23:34.913" v="2223" actId="478"/>
          <ac:graphicFrameMkLst>
            <pc:docMk/>
            <pc:sldMk cId="1039647049" sldId="2590"/>
            <ac:graphicFrameMk id="9" creationId="{7509CD2B-60D5-ADD3-5255-26D7F723E87D}"/>
          </ac:graphicFrameMkLst>
        </pc:graphicFrameChg>
        <pc:graphicFrameChg chg="add mod modGraphic">
          <ac:chgData name="Owais Ahmed" userId="6abc7d4556b3b071" providerId="LiveId" clId="{88CFE61D-E4E2-459B-8BEE-94DB871EE3F2}" dt="2023-11-23T08:35:05.545" v="2407" actId="1076"/>
          <ac:graphicFrameMkLst>
            <pc:docMk/>
            <pc:sldMk cId="1039647049" sldId="2590"/>
            <ac:graphicFrameMk id="10" creationId="{244F7E4D-B186-EBB2-20B2-5C8962E6BE74}"/>
          </ac:graphicFrameMkLst>
        </pc:graphicFrameChg>
        <pc:graphicFrameChg chg="add mod modGraphic">
          <ac:chgData name="Owais Ahmed" userId="6abc7d4556b3b071" providerId="LiveId" clId="{88CFE61D-E4E2-459B-8BEE-94DB871EE3F2}" dt="2023-11-23T08:35:05.545" v="2407" actId="1076"/>
          <ac:graphicFrameMkLst>
            <pc:docMk/>
            <pc:sldMk cId="1039647049" sldId="2590"/>
            <ac:graphicFrameMk id="11" creationId="{8D75AD94-5F76-735B-3BF7-48D7264B86F3}"/>
          </ac:graphicFrameMkLst>
        </pc:graphicFrameChg>
        <pc:graphicFrameChg chg="add del mod modGraphic">
          <ac:chgData name="Owais Ahmed" userId="6abc7d4556b3b071" providerId="LiveId" clId="{88CFE61D-E4E2-459B-8BEE-94DB871EE3F2}" dt="2023-11-23T08:34:38.083" v="2394"/>
          <ac:graphicFrameMkLst>
            <pc:docMk/>
            <pc:sldMk cId="1039647049" sldId="2590"/>
            <ac:graphicFrameMk id="12" creationId="{FE774C9E-FD05-26AA-2D52-B1473CB49E2F}"/>
          </ac:graphicFrameMkLst>
        </pc:graphicFrameChg>
        <pc:graphicFrameChg chg="add mod modGraphic">
          <ac:chgData name="Owais Ahmed" userId="6abc7d4556b3b071" providerId="LiveId" clId="{88CFE61D-E4E2-459B-8BEE-94DB871EE3F2}" dt="2023-11-23T08:35:27.830" v="2415" actId="207"/>
          <ac:graphicFrameMkLst>
            <pc:docMk/>
            <pc:sldMk cId="1039647049" sldId="2590"/>
            <ac:graphicFrameMk id="13" creationId="{46B3E0E3-8F80-AD74-D8F0-03C46B0C7166}"/>
          </ac:graphicFrameMkLst>
        </pc:graphicFrameChg>
        <pc:graphicFrameChg chg="add mod modGraphic">
          <ac:chgData name="Owais Ahmed" userId="6abc7d4556b3b071" providerId="LiveId" clId="{88CFE61D-E4E2-459B-8BEE-94DB871EE3F2}" dt="2023-11-23T08:41:42.841" v="2461" actId="1076"/>
          <ac:graphicFrameMkLst>
            <pc:docMk/>
            <pc:sldMk cId="1039647049" sldId="2590"/>
            <ac:graphicFrameMk id="14" creationId="{281CB57F-DFED-7388-B501-9690A210BE71}"/>
          </ac:graphicFrameMkLst>
        </pc:graphicFrameChg>
        <pc:graphicFrameChg chg="add mod modGraphic">
          <ac:chgData name="Owais Ahmed" userId="6abc7d4556b3b071" providerId="LiveId" clId="{88CFE61D-E4E2-459B-8BEE-94DB871EE3F2}" dt="2023-11-23T09:04:00.357" v="3404" actId="948"/>
          <ac:graphicFrameMkLst>
            <pc:docMk/>
            <pc:sldMk cId="1039647049" sldId="2590"/>
            <ac:graphicFrameMk id="15" creationId="{5C54F532-DFAF-C83D-42FC-E771BF7B12CA}"/>
          </ac:graphicFrameMkLst>
        </pc:graphicFrameChg>
        <pc:graphicFrameChg chg="add mod modGraphic">
          <ac:chgData name="Owais Ahmed" userId="6abc7d4556b3b071" providerId="LiveId" clId="{88CFE61D-E4E2-459B-8BEE-94DB871EE3F2}" dt="2023-11-23T08:41:42.841" v="2461" actId="1076"/>
          <ac:graphicFrameMkLst>
            <pc:docMk/>
            <pc:sldMk cId="1039647049" sldId="2590"/>
            <ac:graphicFrameMk id="16" creationId="{311C1A6E-6B78-AC49-7804-C968832D30CD}"/>
          </ac:graphicFrameMkLst>
        </pc:graphicFrameChg>
        <pc:graphicFrameChg chg="add mod modGraphic">
          <ac:chgData name="Owais Ahmed" userId="6abc7d4556b3b071" providerId="LiveId" clId="{88CFE61D-E4E2-459B-8BEE-94DB871EE3F2}" dt="2023-11-23T08:41:42.841" v="2461" actId="1076"/>
          <ac:graphicFrameMkLst>
            <pc:docMk/>
            <pc:sldMk cId="1039647049" sldId="2590"/>
            <ac:graphicFrameMk id="17" creationId="{FDB64A4C-641B-816F-34F2-D2E98DBCD259}"/>
          </ac:graphicFrameMkLst>
        </pc:graphicFrameChg>
        <pc:graphicFrameChg chg="add mod">
          <ac:chgData name="Owais Ahmed" userId="6abc7d4556b3b071" providerId="LiveId" clId="{88CFE61D-E4E2-459B-8BEE-94DB871EE3F2}" dt="2023-11-23T08:41:36.131" v="2460" actId="571"/>
          <ac:graphicFrameMkLst>
            <pc:docMk/>
            <pc:sldMk cId="1039647049" sldId="2590"/>
            <ac:graphicFrameMk id="18" creationId="{B347AF9C-C0B3-6D84-C08A-BA3C3D4147A3}"/>
          </ac:graphicFrameMkLst>
        </pc:graphicFrameChg>
        <pc:graphicFrameChg chg="add mod">
          <ac:chgData name="Owais Ahmed" userId="6abc7d4556b3b071" providerId="LiveId" clId="{88CFE61D-E4E2-459B-8BEE-94DB871EE3F2}" dt="2023-11-23T08:41:36.131" v="2460" actId="571"/>
          <ac:graphicFrameMkLst>
            <pc:docMk/>
            <pc:sldMk cId="1039647049" sldId="2590"/>
            <ac:graphicFrameMk id="19" creationId="{0B65E3A5-5B72-31B0-F8CF-FD182FFE9681}"/>
          </ac:graphicFrameMkLst>
        </pc:graphicFrameChg>
        <pc:graphicFrameChg chg="add mod">
          <ac:chgData name="Owais Ahmed" userId="6abc7d4556b3b071" providerId="LiveId" clId="{88CFE61D-E4E2-459B-8BEE-94DB871EE3F2}" dt="2023-11-23T08:41:36.131" v="2460" actId="571"/>
          <ac:graphicFrameMkLst>
            <pc:docMk/>
            <pc:sldMk cId="1039647049" sldId="2590"/>
            <ac:graphicFrameMk id="20" creationId="{8058C872-BE30-FEBA-7163-E7B071CAEA06}"/>
          </ac:graphicFrameMkLst>
        </pc:graphicFrameChg>
        <pc:graphicFrameChg chg="add mod">
          <ac:chgData name="Owais Ahmed" userId="6abc7d4556b3b071" providerId="LiveId" clId="{88CFE61D-E4E2-459B-8BEE-94DB871EE3F2}" dt="2023-11-23T08:41:51.706" v="2463" actId="1076"/>
          <ac:graphicFrameMkLst>
            <pc:docMk/>
            <pc:sldMk cId="1039647049" sldId="2590"/>
            <ac:graphicFrameMk id="21" creationId="{B1694251-B67C-60C1-6A66-B6BA41FB2826}"/>
          </ac:graphicFrameMkLst>
        </pc:graphicFrameChg>
      </pc:sldChg>
      <pc:sldChg chg="addSp delSp modSp add mod addAnim delAnim modAnim">
        <pc:chgData name="Owais Ahmed" userId="6abc7d4556b3b071" providerId="LiveId" clId="{88CFE61D-E4E2-459B-8BEE-94DB871EE3F2}" dt="2023-11-23T08:53:34.907" v="2806"/>
        <pc:sldMkLst>
          <pc:docMk/>
          <pc:sldMk cId="1058495179" sldId="2591"/>
        </pc:sldMkLst>
        <pc:spChg chg="del">
          <ac:chgData name="Owais Ahmed" userId="6abc7d4556b3b071" providerId="LiveId" clId="{88CFE61D-E4E2-459B-8BEE-94DB871EE3F2}" dt="2023-11-23T08:43:34.460" v="2505" actId="478"/>
          <ac:spMkLst>
            <pc:docMk/>
            <pc:sldMk cId="1058495179" sldId="2591"/>
            <ac:spMk id="3" creationId="{97046971-CF9E-82C6-B6E6-FBD4A1F1B41B}"/>
          </ac:spMkLst>
        </pc:spChg>
        <pc:spChg chg="mod">
          <ac:chgData name="Owais Ahmed" userId="6abc7d4556b3b071" providerId="LiveId" clId="{88CFE61D-E4E2-459B-8BEE-94DB871EE3F2}" dt="2023-11-23T08:47:50.587" v="2728" actId="20577"/>
          <ac:spMkLst>
            <pc:docMk/>
            <pc:sldMk cId="1058495179" sldId="2591"/>
            <ac:spMk id="5" creationId="{F10548F9-CCC7-0FF6-9D1A-1DF5E4189457}"/>
          </ac:spMkLst>
        </pc:spChg>
        <pc:spChg chg="add del mod">
          <ac:chgData name="Owais Ahmed" userId="6abc7d4556b3b071" providerId="LiveId" clId="{88CFE61D-E4E2-459B-8BEE-94DB871EE3F2}" dt="2023-11-23T08:47:05.083" v="2592"/>
          <ac:spMkLst>
            <pc:docMk/>
            <pc:sldMk cId="1058495179" sldId="2591"/>
            <ac:spMk id="8" creationId="{19994E2E-DA62-ED67-1896-B432B5488934}"/>
          </ac:spMkLst>
        </pc:spChg>
        <pc:spChg chg="add del mod">
          <ac:chgData name="Owais Ahmed" userId="6abc7d4556b3b071" providerId="LiveId" clId="{88CFE61D-E4E2-459B-8BEE-94DB871EE3F2}" dt="2023-11-23T08:53:34.907" v="2806"/>
          <ac:spMkLst>
            <pc:docMk/>
            <pc:sldMk cId="1058495179" sldId="2591"/>
            <ac:spMk id="16" creationId="{E3A4F9FA-9221-D134-19C2-42790DC60C43}"/>
          </ac:spMkLst>
        </pc:spChg>
        <pc:spChg chg="mod">
          <ac:chgData name="Owais Ahmed" userId="6abc7d4556b3b071" providerId="LiveId" clId="{88CFE61D-E4E2-459B-8BEE-94DB871EE3F2}" dt="2023-11-23T08:43:26.182" v="2504" actId="20577"/>
          <ac:spMkLst>
            <pc:docMk/>
            <pc:sldMk cId="1058495179" sldId="2591"/>
            <ac:spMk id="215" creationId="{00000000-0000-0000-0000-000000000000}"/>
          </ac:spMkLst>
        </pc:spChg>
        <pc:graphicFrameChg chg="del">
          <ac:chgData name="Owais Ahmed" userId="6abc7d4556b3b071" providerId="LiveId" clId="{88CFE61D-E4E2-459B-8BEE-94DB871EE3F2}" dt="2023-11-23T08:43:38.462" v="2506" actId="478"/>
          <ac:graphicFrameMkLst>
            <pc:docMk/>
            <pc:sldMk cId="1058495179" sldId="2591"/>
            <ac:graphicFrameMk id="4" creationId="{C2974785-C9CC-6D1A-4ADC-4544E6F63DAC}"/>
          </ac:graphicFrameMkLst>
        </pc:graphicFrameChg>
        <pc:graphicFrameChg chg="add del mod">
          <ac:chgData name="Owais Ahmed" userId="6abc7d4556b3b071" providerId="LiveId" clId="{88CFE61D-E4E2-459B-8BEE-94DB871EE3F2}" dt="2023-11-23T08:47:07.209" v="2595"/>
          <ac:graphicFrameMkLst>
            <pc:docMk/>
            <pc:sldMk cId="1058495179" sldId="2591"/>
            <ac:graphicFrameMk id="6" creationId="{19D72F22-6C4C-6D74-D2E7-3ECC223DA2B8}"/>
          </ac:graphicFrameMkLst>
        </pc:graphicFrameChg>
        <pc:graphicFrameChg chg="add del mod">
          <ac:chgData name="Owais Ahmed" userId="6abc7d4556b3b071" providerId="LiveId" clId="{88CFE61D-E4E2-459B-8BEE-94DB871EE3F2}" dt="2023-11-23T08:47:12.157" v="2596" actId="1076"/>
          <ac:graphicFrameMkLst>
            <pc:docMk/>
            <pc:sldMk cId="1058495179" sldId="2591"/>
            <ac:graphicFrameMk id="7" creationId="{9D7A71A9-ADDF-6A6D-4DE9-829EE27A883B}"/>
          </ac:graphicFrameMkLst>
        </pc:graphicFrameChg>
        <pc:graphicFrameChg chg="add mod modGraphic">
          <ac:chgData name="Owais Ahmed" userId="6abc7d4556b3b071" providerId="LiveId" clId="{88CFE61D-E4E2-459B-8BEE-94DB871EE3F2}" dt="2023-11-23T08:48:29.722" v="2738" actId="207"/>
          <ac:graphicFrameMkLst>
            <pc:docMk/>
            <pc:sldMk cId="1058495179" sldId="2591"/>
            <ac:graphicFrameMk id="9" creationId="{E918F3C2-9D3B-1075-385B-9D8A76EA1BEF}"/>
          </ac:graphicFrameMkLst>
        </pc:graphicFrameChg>
        <pc:graphicFrameChg chg="del">
          <ac:chgData name="Owais Ahmed" userId="6abc7d4556b3b071" providerId="LiveId" clId="{88CFE61D-E4E2-459B-8BEE-94DB871EE3F2}" dt="2023-11-23T08:43:38.462" v="2506" actId="478"/>
          <ac:graphicFrameMkLst>
            <pc:docMk/>
            <pc:sldMk cId="1058495179" sldId="2591"/>
            <ac:graphicFrameMk id="10" creationId="{244F7E4D-B186-EBB2-20B2-5C8962E6BE74}"/>
          </ac:graphicFrameMkLst>
        </pc:graphicFrameChg>
        <pc:graphicFrameChg chg="del">
          <ac:chgData name="Owais Ahmed" userId="6abc7d4556b3b071" providerId="LiveId" clId="{88CFE61D-E4E2-459B-8BEE-94DB871EE3F2}" dt="2023-11-23T08:43:38.462" v="2506" actId="478"/>
          <ac:graphicFrameMkLst>
            <pc:docMk/>
            <pc:sldMk cId="1058495179" sldId="2591"/>
            <ac:graphicFrameMk id="11" creationId="{8D75AD94-5F76-735B-3BF7-48D7264B86F3}"/>
          </ac:graphicFrameMkLst>
        </pc:graphicFrameChg>
        <pc:graphicFrameChg chg="add mod modGraphic">
          <ac:chgData name="Owais Ahmed" userId="6abc7d4556b3b071" providerId="LiveId" clId="{88CFE61D-E4E2-459B-8BEE-94DB871EE3F2}" dt="2023-11-23T08:49:56.015" v="2779"/>
          <ac:graphicFrameMkLst>
            <pc:docMk/>
            <pc:sldMk cId="1058495179" sldId="2591"/>
            <ac:graphicFrameMk id="12" creationId="{838E8E7D-432B-760C-56F8-0090B8724F4E}"/>
          </ac:graphicFrameMkLst>
        </pc:graphicFrameChg>
        <pc:graphicFrameChg chg="add mod modGraphic">
          <ac:chgData name="Owais Ahmed" userId="6abc7d4556b3b071" providerId="LiveId" clId="{88CFE61D-E4E2-459B-8BEE-94DB871EE3F2}" dt="2023-11-23T08:53:08.114" v="2800" actId="400"/>
          <ac:graphicFrameMkLst>
            <pc:docMk/>
            <pc:sldMk cId="1058495179" sldId="2591"/>
            <ac:graphicFrameMk id="13" creationId="{2E9E7803-EA84-0A84-FD73-8A67528CEA99}"/>
          </ac:graphicFrameMkLst>
        </pc:graphicFrameChg>
        <pc:graphicFrameChg chg="add del mod">
          <ac:chgData name="Owais Ahmed" userId="6abc7d4556b3b071" providerId="LiveId" clId="{88CFE61D-E4E2-459B-8BEE-94DB871EE3F2}" dt="2023-11-23T08:51:47.357" v="2794"/>
          <ac:graphicFrameMkLst>
            <pc:docMk/>
            <pc:sldMk cId="1058495179" sldId="2591"/>
            <ac:graphicFrameMk id="14" creationId="{E988E680-232F-EEFF-92F6-A70F08885E7D}"/>
          </ac:graphicFrameMkLst>
        </pc:graphicFrameChg>
        <pc:graphicFrameChg chg="add mod modGraphic">
          <ac:chgData name="Owais Ahmed" userId="6abc7d4556b3b071" providerId="LiveId" clId="{88CFE61D-E4E2-459B-8BEE-94DB871EE3F2}" dt="2023-11-23T08:53:27.129" v="2804" actId="14100"/>
          <ac:graphicFrameMkLst>
            <pc:docMk/>
            <pc:sldMk cId="1058495179" sldId="2591"/>
            <ac:graphicFrameMk id="15" creationId="{D9334B3B-959F-5521-FB4E-FAC9D5DDFBD3}"/>
          </ac:graphicFrameMkLst>
        </pc:graphicFrameChg>
      </pc:sldChg>
      <pc:sldChg chg="addSp delSp modSp add mod delAnim modAnim">
        <pc:chgData name="Owais Ahmed" userId="6abc7d4556b3b071" providerId="LiveId" clId="{88CFE61D-E4E2-459B-8BEE-94DB871EE3F2}" dt="2023-11-23T09:14:26.006" v="3535" actId="1076"/>
        <pc:sldMkLst>
          <pc:docMk/>
          <pc:sldMk cId="2636691172" sldId="2592"/>
        </pc:sldMkLst>
        <pc:spChg chg="mod">
          <ac:chgData name="Owais Ahmed" userId="6abc7d4556b3b071" providerId="LiveId" clId="{88CFE61D-E4E2-459B-8BEE-94DB871EE3F2}" dt="2023-11-23T08:59:30.629" v="3096" actId="20577"/>
          <ac:spMkLst>
            <pc:docMk/>
            <pc:sldMk cId="2636691172" sldId="2592"/>
            <ac:spMk id="5" creationId="{F10548F9-CCC7-0FF6-9D1A-1DF5E4189457}"/>
          </ac:spMkLst>
        </pc:spChg>
        <pc:graphicFrameChg chg="add del mod">
          <ac:chgData name="Owais Ahmed" userId="6abc7d4556b3b071" providerId="LiveId" clId="{88CFE61D-E4E2-459B-8BEE-94DB871EE3F2}" dt="2023-11-23T08:54:13.148" v="2870"/>
          <ac:graphicFrameMkLst>
            <pc:docMk/>
            <pc:sldMk cId="2636691172" sldId="2592"/>
            <ac:graphicFrameMk id="3" creationId="{9F125A77-B556-6881-D9B5-D10B15C0489C}"/>
          </ac:graphicFrameMkLst>
        </pc:graphicFrameChg>
        <pc:graphicFrameChg chg="add del mod modGraphic">
          <ac:chgData name="Owais Ahmed" userId="6abc7d4556b3b071" providerId="LiveId" clId="{88CFE61D-E4E2-459B-8BEE-94DB871EE3F2}" dt="2023-11-23T08:57:11.845" v="2901" actId="478"/>
          <ac:graphicFrameMkLst>
            <pc:docMk/>
            <pc:sldMk cId="2636691172" sldId="2592"/>
            <ac:graphicFrameMk id="4" creationId="{3B3AA9BE-5769-FA93-3FFA-5FF12715CF4B}"/>
          </ac:graphicFrameMkLst>
        </pc:graphicFrameChg>
        <pc:graphicFrameChg chg="add mod">
          <ac:chgData name="Owais Ahmed" userId="6abc7d4556b3b071" providerId="LiveId" clId="{88CFE61D-E4E2-459B-8BEE-94DB871EE3F2}" dt="2023-11-23T08:55:02.382" v="2877" actId="1076"/>
          <ac:graphicFrameMkLst>
            <pc:docMk/>
            <pc:sldMk cId="2636691172" sldId="2592"/>
            <ac:graphicFrameMk id="6" creationId="{4FC9CAEA-1360-21EA-E2A4-2536CA30F405}"/>
          </ac:graphicFrameMkLst>
        </pc:graphicFrameChg>
        <pc:graphicFrameChg chg="del">
          <ac:chgData name="Owais Ahmed" userId="6abc7d4556b3b071" providerId="LiveId" clId="{88CFE61D-E4E2-459B-8BEE-94DB871EE3F2}" dt="2023-11-23T08:53:43.625" v="2808" actId="478"/>
          <ac:graphicFrameMkLst>
            <pc:docMk/>
            <pc:sldMk cId="2636691172" sldId="2592"/>
            <ac:graphicFrameMk id="7" creationId="{9D7A71A9-ADDF-6A6D-4DE9-829EE27A883B}"/>
          </ac:graphicFrameMkLst>
        </pc:graphicFrameChg>
        <pc:graphicFrameChg chg="add del mod">
          <ac:chgData name="Owais Ahmed" userId="6abc7d4556b3b071" providerId="LiveId" clId="{88CFE61D-E4E2-459B-8BEE-94DB871EE3F2}" dt="2023-11-23T08:56:20.419" v="2885"/>
          <ac:graphicFrameMkLst>
            <pc:docMk/>
            <pc:sldMk cId="2636691172" sldId="2592"/>
            <ac:graphicFrameMk id="8" creationId="{9C30EFD1-7DCC-D859-0621-039B83E56232}"/>
          </ac:graphicFrameMkLst>
        </pc:graphicFrameChg>
        <pc:graphicFrameChg chg="del modGraphic">
          <ac:chgData name="Owais Ahmed" userId="6abc7d4556b3b071" providerId="LiveId" clId="{88CFE61D-E4E2-459B-8BEE-94DB871EE3F2}" dt="2023-11-23T08:53:46.034" v="2810" actId="478"/>
          <ac:graphicFrameMkLst>
            <pc:docMk/>
            <pc:sldMk cId="2636691172" sldId="2592"/>
            <ac:graphicFrameMk id="9" creationId="{E918F3C2-9D3B-1075-385B-9D8A76EA1BEF}"/>
          </ac:graphicFrameMkLst>
        </pc:graphicFrameChg>
        <pc:graphicFrameChg chg="add mod modGraphic">
          <ac:chgData name="Owais Ahmed" userId="6abc7d4556b3b071" providerId="LiveId" clId="{88CFE61D-E4E2-459B-8BEE-94DB871EE3F2}" dt="2023-11-23T08:58:12.279" v="2911" actId="1076"/>
          <ac:graphicFrameMkLst>
            <pc:docMk/>
            <pc:sldMk cId="2636691172" sldId="2592"/>
            <ac:graphicFrameMk id="10" creationId="{30A4E9A2-083C-A699-32E3-AFB5C7506BB3}"/>
          </ac:graphicFrameMkLst>
        </pc:graphicFrameChg>
        <pc:graphicFrameChg chg="add mod modGraphic">
          <ac:chgData name="Owais Ahmed" userId="6abc7d4556b3b071" providerId="LiveId" clId="{88CFE61D-E4E2-459B-8BEE-94DB871EE3F2}" dt="2023-11-23T08:58:12.279" v="2911" actId="1076"/>
          <ac:graphicFrameMkLst>
            <pc:docMk/>
            <pc:sldMk cId="2636691172" sldId="2592"/>
            <ac:graphicFrameMk id="11" creationId="{63AAA192-8D52-8658-6C87-40226446576D}"/>
          </ac:graphicFrameMkLst>
        </pc:graphicFrameChg>
        <pc:graphicFrameChg chg="del">
          <ac:chgData name="Owais Ahmed" userId="6abc7d4556b3b071" providerId="LiveId" clId="{88CFE61D-E4E2-459B-8BEE-94DB871EE3F2}" dt="2023-11-23T08:53:47.873" v="2811" actId="478"/>
          <ac:graphicFrameMkLst>
            <pc:docMk/>
            <pc:sldMk cId="2636691172" sldId="2592"/>
            <ac:graphicFrameMk id="12" creationId="{838E8E7D-432B-760C-56F8-0090B8724F4E}"/>
          </ac:graphicFrameMkLst>
        </pc:graphicFrameChg>
        <pc:graphicFrameChg chg="del">
          <ac:chgData name="Owais Ahmed" userId="6abc7d4556b3b071" providerId="LiveId" clId="{88CFE61D-E4E2-459B-8BEE-94DB871EE3F2}" dt="2023-11-23T08:53:49.314" v="2812" actId="478"/>
          <ac:graphicFrameMkLst>
            <pc:docMk/>
            <pc:sldMk cId="2636691172" sldId="2592"/>
            <ac:graphicFrameMk id="13" creationId="{2E9E7803-EA84-0A84-FD73-8A67528CEA99}"/>
          </ac:graphicFrameMkLst>
        </pc:graphicFrameChg>
        <pc:graphicFrameChg chg="add mod">
          <ac:chgData name="Owais Ahmed" userId="6abc7d4556b3b071" providerId="LiveId" clId="{88CFE61D-E4E2-459B-8BEE-94DB871EE3F2}" dt="2023-11-23T08:56:29.086" v="2887" actId="1076"/>
          <ac:graphicFrameMkLst>
            <pc:docMk/>
            <pc:sldMk cId="2636691172" sldId="2592"/>
            <ac:graphicFrameMk id="14" creationId="{565D689C-5D55-A302-60AA-25CF5135CF44}"/>
          </ac:graphicFrameMkLst>
        </pc:graphicFrameChg>
        <pc:graphicFrameChg chg="mod modGraphic">
          <ac:chgData name="Owais Ahmed" userId="6abc7d4556b3b071" providerId="LiveId" clId="{88CFE61D-E4E2-459B-8BEE-94DB871EE3F2}" dt="2023-11-23T08:55:18.133" v="2879" actId="2165"/>
          <ac:graphicFrameMkLst>
            <pc:docMk/>
            <pc:sldMk cId="2636691172" sldId="2592"/>
            <ac:graphicFrameMk id="15" creationId="{D9334B3B-959F-5521-FB4E-FAC9D5DDFBD3}"/>
          </ac:graphicFrameMkLst>
        </pc:graphicFrameChg>
        <pc:graphicFrameChg chg="add mod modGraphic">
          <ac:chgData name="Owais Ahmed" userId="6abc7d4556b3b071" providerId="LiveId" clId="{88CFE61D-E4E2-459B-8BEE-94DB871EE3F2}" dt="2023-11-23T09:14:21.551" v="3534" actId="1076"/>
          <ac:graphicFrameMkLst>
            <pc:docMk/>
            <pc:sldMk cId="2636691172" sldId="2592"/>
            <ac:graphicFrameMk id="16" creationId="{A65EFFE7-91B0-C192-2C7F-ED89835F9E1A}"/>
          </ac:graphicFrameMkLst>
        </pc:graphicFrameChg>
        <pc:graphicFrameChg chg="add mod">
          <ac:chgData name="Owais Ahmed" userId="6abc7d4556b3b071" providerId="LiveId" clId="{88CFE61D-E4E2-459B-8BEE-94DB871EE3F2}" dt="2023-11-23T08:57:16.838" v="2903" actId="1076"/>
          <ac:graphicFrameMkLst>
            <pc:docMk/>
            <pc:sldMk cId="2636691172" sldId="2592"/>
            <ac:graphicFrameMk id="17" creationId="{76C07BBD-67DF-D071-5828-D3B38BCF302B}"/>
          </ac:graphicFrameMkLst>
        </pc:graphicFrameChg>
        <pc:graphicFrameChg chg="add mod">
          <ac:chgData name="Owais Ahmed" userId="6abc7d4556b3b071" providerId="LiveId" clId="{88CFE61D-E4E2-459B-8BEE-94DB871EE3F2}" dt="2023-11-23T09:14:26.006" v="3535" actId="1076"/>
          <ac:graphicFrameMkLst>
            <pc:docMk/>
            <pc:sldMk cId="2636691172" sldId="2592"/>
            <ac:graphicFrameMk id="18" creationId="{F13F413B-745B-EB18-204D-B05E4718707D}"/>
          </ac:graphicFrameMkLst>
        </pc:graphicFrameChg>
        <pc:graphicFrameChg chg="add mod">
          <ac:chgData name="Owais Ahmed" userId="6abc7d4556b3b071" providerId="LiveId" clId="{88CFE61D-E4E2-459B-8BEE-94DB871EE3F2}" dt="2023-11-23T09:14:16.990" v="3533" actId="1076"/>
          <ac:graphicFrameMkLst>
            <pc:docMk/>
            <pc:sldMk cId="2636691172" sldId="2592"/>
            <ac:graphicFrameMk id="19" creationId="{B256E207-FD64-25B7-F2C7-1F1D7E61C5D7}"/>
          </ac:graphicFrameMkLst>
        </pc:graphicFrameChg>
      </pc:sldChg>
      <pc:sldChg chg="addSp delSp modSp add mod delAnim modAnim">
        <pc:chgData name="Owais Ahmed" userId="6abc7d4556b3b071" providerId="LiveId" clId="{88CFE61D-E4E2-459B-8BEE-94DB871EE3F2}" dt="2023-11-23T09:15:36.543" v="3657" actId="20577"/>
        <pc:sldMkLst>
          <pc:docMk/>
          <pc:sldMk cId="2352947188" sldId="2593"/>
        </pc:sldMkLst>
        <pc:spChg chg="mod">
          <ac:chgData name="Owais Ahmed" userId="6abc7d4556b3b071" providerId="LiveId" clId="{88CFE61D-E4E2-459B-8BEE-94DB871EE3F2}" dt="2023-11-23T09:15:36.543" v="3657" actId="20577"/>
          <ac:spMkLst>
            <pc:docMk/>
            <pc:sldMk cId="2352947188" sldId="2593"/>
            <ac:spMk id="5" creationId="{F10548F9-CCC7-0FF6-9D1A-1DF5E4189457}"/>
          </ac:spMkLst>
        </pc:spChg>
        <pc:spChg chg="mod">
          <ac:chgData name="Owais Ahmed" userId="6abc7d4556b3b071" providerId="LiveId" clId="{88CFE61D-E4E2-459B-8BEE-94DB871EE3F2}" dt="2023-11-23T09:01:39.659" v="3373" actId="20577"/>
          <ac:spMkLst>
            <pc:docMk/>
            <pc:sldMk cId="2352947188" sldId="2593"/>
            <ac:spMk id="215" creationId="{00000000-0000-0000-0000-000000000000}"/>
          </ac:spMkLst>
        </pc:spChg>
        <pc:graphicFrameChg chg="add mod modGraphic">
          <ac:chgData name="Owais Ahmed" userId="6abc7d4556b3b071" providerId="LiveId" clId="{88CFE61D-E4E2-459B-8BEE-94DB871EE3F2}" dt="2023-11-23T09:05:01.572" v="3417" actId="20577"/>
          <ac:graphicFrameMkLst>
            <pc:docMk/>
            <pc:sldMk cId="2352947188" sldId="2593"/>
            <ac:graphicFrameMk id="3" creationId="{2D241453-77C8-F907-1B2F-88758417B6AD}"/>
          </ac:graphicFrameMkLst>
        </pc:graphicFrameChg>
        <pc:graphicFrameChg chg="del">
          <ac:chgData name="Owais Ahmed" userId="6abc7d4556b3b071" providerId="LiveId" clId="{88CFE61D-E4E2-459B-8BEE-94DB871EE3F2}" dt="2023-11-23T09:01:53.619" v="3374" actId="478"/>
          <ac:graphicFrameMkLst>
            <pc:docMk/>
            <pc:sldMk cId="2352947188" sldId="2593"/>
            <ac:graphicFrameMk id="6" creationId="{4FC9CAEA-1360-21EA-E2A4-2536CA30F405}"/>
          </ac:graphicFrameMkLst>
        </pc:graphicFrameChg>
        <pc:graphicFrameChg chg="mod modGraphic">
          <ac:chgData name="Owais Ahmed" userId="6abc7d4556b3b071" providerId="LiveId" clId="{88CFE61D-E4E2-459B-8BEE-94DB871EE3F2}" dt="2023-11-23T09:05:11.261" v="3419" actId="207"/>
          <ac:graphicFrameMkLst>
            <pc:docMk/>
            <pc:sldMk cId="2352947188" sldId="2593"/>
            <ac:graphicFrameMk id="10" creationId="{30A4E9A2-083C-A699-32E3-AFB5C7506BB3}"/>
          </ac:graphicFrameMkLst>
        </pc:graphicFrameChg>
        <pc:graphicFrameChg chg="mod modGraphic">
          <ac:chgData name="Owais Ahmed" userId="6abc7d4556b3b071" providerId="LiveId" clId="{88CFE61D-E4E2-459B-8BEE-94DB871EE3F2}" dt="2023-11-23T09:04:35.119" v="3409"/>
          <ac:graphicFrameMkLst>
            <pc:docMk/>
            <pc:sldMk cId="2352947188" sldId="2593"/>
            <ac:graphicFrameMk id="11" creationId="{63AAA192-8D52-8658-6C87-40226446576D}"/>
          </ac:graphicFrameMkLst>
        </pc:graphicFrameChg>
        <pc:graphicFrameChg chg="del">
          <ac:chgData name="Owais Ahmed" userId="6abc7d4556b3b071" providerId="LiveId" clId="{88CFE61D-E4E2-459B-8BEE-94DB871EE3F2}" dt="2023-11-23T09:01:53.619" v="3374" actId="478"/>
          <ac:graphicFrameMkLst>
            <pc:docMk/>
            <pc:sldMk cId="2352947188" sldId="2593"/>
            <ac:graphicFrameMk id="14" creationId="{565D689C-5D55-A302-60AA-25CF5135CF44}"/>
          </ac:graphicFrameMkLst>
        </pc:graphicFrameChg>
        <pc:graphicFrameChg chg="del">
          <ac:chgData name="Owais Ahmed" userId="6abc7d4556b3b071" providerId="LiveId" clId="{88CFE61D-E4E2-459B-8BEE-94DB871EE3F2}" dt="2023-11-23T09:01:53.619" v="3374" actId="478"/>
          <ac:graphicFrameMkLst>
            <pc:docMk/>
            <pc:sldMk cId="2352947188" sldId="2593"/>
            <ac:graphicFrameMk id="15" creationId="{D9334B3B-959F-5521-FB4E-FAC9D5DDFBD3}"/>
          </ac:graphicFrameMkLst>
        </pc:graphicFrameChg>
        <pc:graphicFrameChg chg="del">
          <ac:chgData name="Owais Ahmed" userId="6abc7d4556b3b071" providerId="LiveId" clId="{88CFE61D-E4E2-459B-8BEE-94DB871EE3F2}" dt="2023-11-23T09:01:53.619" v="3374" actId="478"/>
          <ac:graphicFrameMkLst>
            <pc:docMk/>
            <pc:sldMk cId="2352947188" sldId="2593"/>
            <ac:graphicFrameMk id="16" creationId="{A65EFFE7-91B0-C192-2C7F-ED89835F9E1A}"/>
          </ac:graphicFrameMkLst>
        </pc:graphicFrameChg>
        <pc:graphicFrameChg chg="del">
          <ac:chgData name="Owais Ahmed" userId="6abc7d4556b3b071" providerId="LiveId" clId="{88CFE61D-E4E2-459B-8BEE-94DB871EE3F2}" dt="2023-11-23T09:01:53.619" v="3374" actId="478"/>
          <ac:graphicFrameMkLst>
            <pc:docMk/>
            <pc:sldMk cId="2352947188" sldId="2593"/>
            <ac:graphicFrameMk id="17" creationId="{76C07BBD-67DF-D071-5828-D3B38BCF302B}"/>
          </ac:graphicFrameMkLst>
        </pc:graphicFrameChg>
        <pc:graphicFrameChg chg="del mod modGraphic">
          <ac:chgData name="Owais Ahmed" userId="6abc7d4556b3b071" providerId="LiveId" clId="{88CFE61D-E4E2-459B-8BEE-94DB871EE3F2}" dt="2023-11-23T09:04:50.654" v="3411" actId="478"/>
          <ac:graphicFrameMkLst>
            <pc:docMk/>
            <pc:sldMk cId="2352947188" sldId="2593"/>
            <ac:graphicFrameMk id="18" creationId="{F13F413B-745B-EB18-204D-B05E4718707D}"/>
          </ac:graphicFrameMkLst>
        </pc:graphicFrameChg>
        <pc:graphicFrameChg chg="del">
          <ac:chgData name="Owais Ahmed" userId="6abc7d4556b3b071" providerId="LiveId" clId="{88CFE61D-E4E2-459B-8BEE-94DB871EE3F2}" dt="2023-11-23T09:01:53.619" v="3374" actId="478"/>
          <ac:graphicFrameMkLst>
            <pc:docMk/>
            <pc:sldMk cId="2352947188" sldId="2593"/>
            <ac:graphicFrameMk id="19" creationId="{B256E207-FD64-25B7-F2C7-1F1D7E61C5D7}"/>
          </ac:graphicFrameMkLst>
        </pc:graphicFrameChg>
      </pc:sldChg>
      <pc:sldChg chg="modSp add mod modAnim">
        <pc:chgData name="Owais Ahmed" userId="6abc7d4556b3b071" providerId="LiveId" clId="{88CFE61D-E4E2-459B-8BEE-94DB871EE3F2}" dt="2023-11-23T10:33:16.444" v="4333" actId="20577"/>
        <pc:sldMkLst>
          <pc:docMk/>
          <pc:sldMk cId="3208824402" sldId="2594"/>
        </pc:sldMkLst>
        <pc:spChg chg="mod">
          <ac:chgData name="Owais Ahmed" userId="6abc7d4556b3b071" providerId="LiveId" clId="{88CFE61D-E4E2-459B-8BEE-94DB871EE3F2}" dt="2023-11-23T10:33:16.444" v="4333" actId="20577"/>
          <ac:spMkLst>
            <pc:docMk/>
            <pc:sldMk cId="3208824402" sldId="2594"/>
            <ac:spMk id="3" creationId="{4A1C0383-58FE-E486-295E-B33B8683B938}"/>
          </ac:spMkLst>
        </pc:spChg>
        <pc:spChg chg="mod">
          <ac:chgData name="Owais Ahmed" userId="6abc7d4556b3b071" providerId="LiveId" clId="{88CFE61D-E4E2-459B-8BEE-94DB871EE3F2}" dt="2023-11-23T10:18:55.214" v="3677" actId="20577"/>
          <ac:spMkLst>
            <pc:docMk/>
            <pc:sldMk cId="3208824402" sldId="2594"/>
            <ac:spMk id="215" creationId="{00000000-0000-0000-0000-000000000000}"/>
          </ac:spMkLst>
        </pc:spChg>
      </pc:sldChg>
      <pc:sldChg chg="modSp add del mod">
        <pc:chgData name="Owais Ahmed" userId="6abc7d4556b3b071" providerId="LiveId" clId="{88CFE61D-E4E2-459B-8BEE-94DB871EE3F2}" dt="2023-11-28T11:01:03.909" v="5134" actId="47"/>
        <pc:sldMkLst>
          <pc:docMk/>
          <pc:sldMk cId="2479960433" sldId="2595"/>
        </pc:sldMkLst>
        <pc:spChg chg="mod">
          <ac:chgData name="Owais Ahmed" userId="6abc7d4556b3b071" providerId="LiveId" clId="{88CFE61D-E4E2-459B-8BEE-94DB871EE3F2}" dt="2023-11-28T10:54:44.732" v="4981" actId="20577"/>
          <ac:spMkLst>
            <pc:docMk/>
            <pc:sldMk cId="2479960433" sldId="2595"/>
            <ac:spMk id="4" creationId="{49868256-B961-22C6-EEA4-19DBAC0C4C71}"/>
          </ac:spMkLst>
        </pc:spChg>
        <pc:spChg chg="mod">
          <ac:chgData name="Owais Ahmed" userId="6abc7d4556b3b071" providerId="LiveId" clId="{88CFE61D-E4E2-459B-8BEE-94DB871EE3F2}" dt="2023-11-28T10:46:09.746" v="4934" actId="20577"/>
          <ac:spMkLst>
            <pc:docMk/>
            <pc:sldMk cId="2479960433" sldId="2595"/>
            <ac:spMk id="215" creationId="{00000000-0000-0000-0000-000000000000}"/>
          </ac:spMkLst>
        </pc:spChg>
      </pc:sldChg>
      <pc:sldChg chg="delSp modSp add del mod">
        <pc:chgData name="Owais Ahmed" userId="6abc7d4556b3b071" providerId="LiveId" clId="{88CFE61D-E4E2-459B-8BEE-94DB871EE3F2}" dt="2023-11-28T11:13:55.582" v="5597" actId="47"/>
        <pc:sldMkLst>
          <pc:docMk/>
          <pc:sldMk cId="3803049584" sldId="2595"/>
        </pc:sldMkLst>
        <pc:spChg chg="mod">
          <ac:chgData name="Owais Ahmed" userId="6abc7d4556b3b071" providerId="LiveId" clId="{88CFE61D-E4E2-459B-8BEE-94DB871EE3F2}" dt="2023-11-28T11:09:19.924" v="5593" actId="20577"/>
          <ac:spMkLst>
            <pc:docMk/>
            <pc:sldMk cId="3803049584" sldId="2595"/>
            <ac:spMk id="3" creationId="{C036BAFF-A229-2D4C-DAE4-E2898006D8B7}"/>
          </ac:spMkLst>
        </pc:spChg>
        <pc:spChg chg="del">
          <ac:chgData name="Owais Ahmed" userId="6abc7d4556b3b071" providerId="LiveId" clId="{88CFE61D-E4E2-459B-8BEE-94DB871EE3F2}" dt="2023-11-28T11:03:17.607" v="5184" actId="478"/>
          <ac:spMkLst>
            <pc:docMk/>
            <pc:sldMk cId="3803049584" sldId="2595"/>
            <ac:spMk id="4" creationId="{49868256-B961-22C6-EEA4-19DBAC0C4C71}"/>
          </ac:spMkLst>
        </pc:spChg>
        <pc:spChg chg="mod">
          <ac:chgData name="Owais Ahmed" userId="6abc7d4556b3b071" providerId="LiveId" clId="{88CFE61D-E4E2-459B-8BEE-94DB871EE3F2}" dt="2023-11-28T11:01:51.537" v="5172" actId="20577"/>
          <ac:spMkLst>
            <pc:docMk/>
            <pc:sldMk cId="3803049584" sldId="2595"/>
            <ac:spMk id="215" creationId="{00000000-0000-0000-0000-000000000000}"/>
          </ac:spMkLst>
        </pc:spChg>
      </pc:sldChg>
      <pc:sldChg chg="add del">
        <pc:chgData name="Owais Ahmed" userId="6abc7d4556b3b071" providerId="LiveId" clId="{88CFE61D-E4E2-459B-8BEE-94DB871EE3F2}" dt="2023-11-28T11:01:02.603" v="5133" actId="47"/>
        <pc:sldMkLst>
          <pc:docMk/>
          <pc:sldMk cId="896183787" sldId="2596"/>
        </pc:sldMkLst>
      </pc:sldChg>
      <pc:sldChg chg="modSp add mod modAnim">
        <pc:chgData name="Owais Ahmed" userId="6abc7d4556b3b071" providerId="LiveId" clId="{88CFE61D-E4E2-459B-8BEE-94DB871EE3F2}" dt="2023-11-29T06:14:39.549" v="10107"/>
        <pc:sldMkLst>
          <pc:docMk/>
          <pc:sldMk cId="1864496864" sldId="2596"/>
        </pc:sldMkLst>
        <pc:spChg chg="mod">
          <ac:chgData name="Owais Ahmed" userId="6abc7d4556b3b071" providerId="LiveId" clId="{88CFE61D-E4E2-459B-8BEE-94DB871EE3F2}" dt="2023-11-28T11:24:27.739" v="6501" actId="14100"/>
          <ac:spMkLst>
            <pc:docMk/>
            <pc:sldMk cId="1864496864" sldId="2596"/>
            <ac:spMk id="3" creationId="{C036BAFF-A229-2D4C-DAE4-E2898006D8B7}"/>
          </ac:spMkLst>
        </pc:spChg>
        <pc:spChg chg="mod">
          <ac:chgData name="Owais Ahmed" userId="6abc7d4556b3b071" providerId="LiveId" clId="{88CFE61D-E4E2-459B-8BEE-94DB871EE3F2}" dt="2023-11-28T11:24:30.205" v="6503" actId="27636"/>
          <ac:spMkLst>
            <pc:docMk/>
            <pc:sldMk cId="1864496864" sldId="2596"/>
            <ac:spMk id="4" creationId="{49868256-B961-22C6-EEA4-19DBAC0C4C71}"/>
          </ac:spMkLst>
        </pc:spChg>
      </pc:sldChg>
      <pc:sldChg chg="add del">
        <pc:chgData name="Owais Ahmed" userId="6abc7d4556b3b071" providerId="LiveId" clId="{88CFE61D-E4E2-459B-8BEE-94DB871EE3F2}" dt="2023-11-28T11:01:53.495" v="5173" actId="2890"/>
        <pc:sldMkLst>
          <pc:docMk/>
          <pc:sldMk cId="2903504760" sldId="2596"/>
        </pc:sldMkLst>
      </pc:sldChg>
      <pc:sldChg chg="delSp modSp add mod modAnim">
        <pc:chgData name="Owais Ahmed" userId="6abc7d4556b3b071" providerId="LiveId" clId="{88CFE61D-E4E2-459B-8BEE-94DB871EE3F2}" dt="2023-11-29T06:14:55.226" v="10110"/>
        <pc:sldMkLst>
          <pc:docMk/>
          <pc:sldMk cId="1104821034" sldId="2597"/>
        </pc:sldMkLst>
        <pc:spChg chg="mod">
          <ac:chgData name="Owais Ahmed" userId="6abc7d4556b3b071" providerId="LiveId" clId="{88CFE61D-E4E2-459B-8BEE-94DB871EE3F2}" dt="2023-11-28T11:24:36.769" v="6506" actId="27636"/>
          <ac:spMkLst>
            <pc:docMk/>
            <pc:sldMk cId="1104821034" sldId="2597"/>
            <ac:spMk id="3" creationId="{C036BAFF-A229-2D4C-DAE4-E2898006D8B7}"/>
          </ac:spMkLst>
        </pc:spChg>
        <pc:spChg chg="del">
          <ac:chgData name="Owais Ahmed" userId="6abc7d4556b3b071" providerId="LiveId" clId="{88CFE61D-E4E2-459B-8BEE-94DB871EE3F2}" dt="2023-11-28T11:24:34.280" v="6504" actId="478"/>
          <ac:spMkLst>
            <pc:docMk/>
            <pc:sldMk cId="1104821034" sldId="2597"/>
            <ac:spMk id="4" creationId="{49868256-B961-22C6-EEA4-19DBAC0C4C71}"/>
          </ac:spMkLst>
        </pc:spChg>
      </pc:sldChg>
      <pc:sldChg chg="delSp modSp add mod modAnim">
        <pc:chgData name="Owais Ahmed" userId="6abc7d4556b3b071" providerId="LiveId" clId="{88CFE61D-E4E2-459B-8BEE-94DB871EE3F2}" dt="2023-11-29T06:15:09.581" v="10113"/>
        <pc:sldMkLst>
          <pc:docMk/>
          <pc:sldMk cId="4019502093" sldId="2598"/>
        </pc:sldMkLst>
        <pc:spChg chg="mod">
          <ac:chgData name="Owais Ahmed" userId="6abc7d4556b3b071" providerId="LiveId" clId="{88CFE61D-E4E2-459B-8BEE-94DB871EE3F2}" dt="2023-11-28T11:24:45.350" v="6508" actId="14100"/>
          <ac:spMkLst>
            <pc:docMk/>
            <pc:sldMk cId="4019502093" sldId="2598"/>
            <ac:spMk id="3" creationId="{C036BAFF-A229-2D4C-DAE4-E2898006D8B7}"/>
          </ac:spMkLst>
        </pc:spChg>
        <pc:spChg chg="del">
          <ac:chgData name="Owais Ahmed" userId="6abc7d4556b3b071" providerId="LiveId" clId="{88CFE61D-E4E2-459B-8BEE-94DB871EE3F2}" dt="2023-11-28T11:24:40.862" v="6507" actId="478"/>
          <ac:spMkLst>
            <pc:docMk/>
            <pc:sldMk cId="4019502093" sldId="2598"/>
            <ac:spMk id="4" creationId="{49868256-B961-22C6-EEA4-19DBAC0C4C71}"/>
          </ac:spMkLst>
        </pc:spChg>
      </pc:sldChg>
      <pc:sldChg chg="modSp add mod modAnim">
        <pc:chgData name="Owais Ahmed" userId="6abc7d4556b3b071" providerId="LiveId" clId="{88CFE61D-E4E2-459B-8BEE-94DB871EE3F2}" dt="2023-11-28T11:47:52.584" v="7703" actId="114"/>
        <pc:sldMkLst>
          <pc:docMk/>
          <pc:sldMk cId="539709314" sldId="2599"/>
        </pc:sldMkLst>
        <pc:spChg chg="mod">
          <ac:chgData name="Owais Ahmed" userId="6abc7d4556b3b071" providerId="LiveId" clId="{88CFE61D-E4E2-459B-8BEE-94DB871EE3F2}" dt="2023-11-28T11:47:52.584" v="7703" actId="114"/>
          <ac:spMkLst>
            <pc:docMk/>
            <pc:sldMk cId="539709314" sldId="2599"/>
            <ac:spMk id="3" creationId="{4A1C0383-58FE-E486-295E-B33B8683B938}"/>
          </ac:spMkLst>
        </pc:spChg>
        <pc:spChg chg="mod">
          <ac:chgData name="Owais Ahmed" userId="6abc7d4556b3b071" providerId="LiveId" clId="{88CFE61D-E4E2-459B-8BEE-94DB871EE3F2}" dt="2023-11-28T11:43:27.960" v="6995" actId="20577"/>
          <ac:spMkLst>
            <pc:docMk/>
            <pc:sldMk cId="539709314" sldId="2599"/>
            <ac:spMk id="215" creationId="{00000000-0000-0000-0000-000000000000}"/>
          </ac:spMkLst>
        </pc:spChg>
      </pc:sldChg>
      <pc:sldChg chg="addSp delSp modSp add del mod modAnim">
        <pc:chgData name="Owais Ahmed" userId="6abc7d4556b3b071" providerId="LiveId" clId="{88CFE61D-E4E2-459B-8BEE-94DB871EE3F2}" dt="2023-11-28T11:43:21.333" v="6975" actId="47"/>
        <pc:sldMkLst>
          <pc:docMk/>
          <pc:sldMk cId="1257315479" sldId="2599"/>
        </pc:sldMkLst>
        <pc:spChg chg="del">
          <ac:chgData name="Owais Ahmed" userId="6abc7d4556b3b071" providerId="LiveId" clId="{88CFE61D-E4E2-459B-8BEE-94DB871EE3F2}" dt="2023-11-28T11:25:29.764" v="6530" actId="478"/>
          <ac:spMkLst>
            <pc:docMk/>
            <pc:sldMk cId="1257315479" sldId="2599"/>
            <ac:spMk id="3" creationId="{C036BAFF-A229-2D4C-DAE4-E2898006D8B7}"/>
          </ac:spMkLst>
        </pc:spChg>
        <pc:spChg chg="del">
          <ac:chgData name="Owais Ahmed" userId="6abc7d4556b3b071" providerId="LiveId" clId="{88CFE61D-E4E2-459B-8BEE-94DB871EE3F2}" dt="2023-11-28T11:25:28.096" v="6529" actId="478"/>
          <ac:spMkLst>
            <pc:docMk/>
            <pc:sldMk cId="1257315479" sldId="2599"/>
            <ac:spMk id="4" creationId="{49868256-B961-22C6-EEA4-19DBAC0C4C71}"/>
          </ac:spMkLst>
        </pc:spChg>
        <pc:spChg chg="add mod">
          <ac:chgData name="Owais Ahmed" userId="6abc7d4556b3b071" providerId="LiveId" clId="{88CFE61D-E4E2-459B-8BEE-94DB871EE3F2}" dt="2023-11-28T11:43:15.024" v="6974" actId="27636"/>
          <ac:spMkLst>
            <pc:docMk/>
            <pc:sldMk cId="1257315479" sldId="2599"/>
            <ac:spMk id="5" creationId="{AA606156-872F-5D34-8048-BCE8DCFC3639}"/>
          </ac:spMkLst>
        </pc:spChg>
        <pc:spChg chg="mod">
          <ac:chgData name="Owais Ahmed" userId="6abc7d4556b3b071" providerId="LiveId" clId="{88CFE61D-E4E2-459B-8BEE-94DB871EE3F2}" dt="2023-11-28T11:25:01.784" v="6528" actId="20577"/>
          <ac:spMkLst>
            <pc:docMk/>
            <pc:sldMk cId="1257315479" sldId="2599"/>
            <ac:spMk id="215" creationId="{00000000-0000-0000-0000-000000000000}"/>
          </ac:spMkLst>
        </pc:spChg>
        <pc:graphicFrameChg chg="add del mod modGraphic">
          <ac:chgData name="Owais Ahmed" userId="6abc7d4556b3b071" providerId="LiveId" clId="{88CFE61D-E4E2-459B-8BEE-94DB871EE3F2}" dt="2023-11-28T11:43:10.821" v="6972" actId="478"/>
          <ac:graphicFrameMkLst>
            <pc:docMk/>
            <pc:sldMk cId="1257315479" sldId="2599"/>
            <ac:graphicFrameMk id="6" creationId="{3EF15F18-739D-9499-4B06-29B62E4D8B3B}"/>
          </ac:graphicFrameMkLst>
        </pc:graphicFrameChg>
      </pc:sldChg>
      <pc:sldChg chg="modSp add mod modAnim">
        <pc:chgData name="Owais Ahmed" userId="6abc7d4556b3b071" providerId="LiveId" clId="{88CFE61D-E4E2-459B-8BEE-94DB871EE3F2}" dt="2023-11-29T05:28:16.145" v="8268" actId="20577"/>
        <pc:sldMkLst>
          <pc:docMk/>
          <pc:sldMk cId="1549836213" sldId="2600"/>
        </pc:sldMkLst>
        <pc:spChg chg="mod">
          <ac:chgData name="Owais Ahmed" userId="6abc7d4556b3b071" providerId="LiveId" clId="{88CFE61D-E4E2-459B-8BEE-94DB871EE3F2}" dt="2023-11-29T05:28:16.145" v="8268" actId="20577"/>
          <ac:spMkLst>
            <pc:docMk/>
            <pc:sldMk cId="1549836213" sldId="2600"/>
            <ac:spMk id="3" creationId="{4A1C0383-58FE-E486-295E-B33B8683B938}"/>
          </ac:spMkLst>
        </pc:spChg>
      </pc:sldChg>
      <pc:sldChg chg="modSp add mod modAnim">
        <pc:chgData name="Owais Ahmed" userId="6abc7d4556b3b071" providerId="LiveId" clId="{88CFE61D-E4E2-459B-8BEE-94DB871EE3F2}" dt="2023-11-29T05:53:51.904" v="9391" actId="20577"/>
        <pc:sldMkLst>
          <pc:docMk/>
          <pc:sldMk cId="1916418516" sldId="2601"/>
        </pc:sldMkLst>
        <pc:spChg chg="mod">
          <ac:chgData name="Owais Ahmed" userId="6abc7d4556b3b071" providerId="LiveId" clId="{88CFE61D-E4E2-459B-8BEE-94DB871EE3F2}" dt="2023-11-29T05:53:51.904" v="9391" actId="20577"/>
          <ac:spMkLst>
            <pc:docMk/>
            <pc:sldMk cId="1916418516" sldId="2601"/>
            <ac:spMk id="3" creationId="{4A1C0383-58FE-E486-295E-B33B8683B938}"/>
          </ac:spMkLst>
        </pc:spChg>
      </pc:sldChg>
      <pc:sldChg chg="modSp add del mod modAnim">
        <pc:chgData name="Owais Ahmed" userId="6abc7d4556b3b071" providerId="LiveId" clId="{88CFE61D-E4E2-459B-8BEE-94DB871EE3F2}" dt="2023-11-29T05:27:17.070" v="8098" actId="47"/>
        <pc:sldMkLst>
          <pc:docMk/>
          <pc:sldMk cId="4154556579" sldId="2601"/>
        </pc:sldMkLst>
        <pc:spChg chg="mod">
          <ac:chgData name="Owais Ahmed" userId="6abc7d4556b3b071" providerId="LiveId" clId="{88CFE61D-E4E2-459B-8BEE-94DB871EE3F2}" dt="2023-11-29T05:27:12.748" v="8097" actId="20577"/>
          <ac:spMkLst>
            <pc:docMk/>
            <pc:sldMk cId="4154556579" sldId="2601"/>
            <ac:spMk id="3" creationId="{4A1C0383-58FE-E486-295E-B33B8683B938}"/>
          </ac:spMkLst>
        </pc:spChg>
      </pc:sldChg>
      <pc:sldChg chg="addSp delSp modSp add mod addAnim delAnim modAnim">
        <pc:chgData name="Owais Ahmed" userId="6abc7d4556b3b071" providerId="LiveId" clId="{88CFE61D-E4E2-459B-8BEE-94DB871EE3F2}" dt="2023-11-29T06:16:35.353" v="10123"/>
        <pc:sldMkLst>
          <pc:docMk/>
          <pc:sldMk cId="2397979292" sldId="2602"/>
        </pc:sldMkLst>
        <pc:spChg chg="mod">
          <ac:chgData name="Owais Ahmed" userId="6abc7d4556b3b071" providerId="LiveId" clId="{88CFE61D-E4E2-459B-8BEE-94DB871EE3F2}" dt="2023-11-29T05:57:45.754" v="9545" actId="20577"/>
          <ac:spMkLst>
            <pc:docMk/>
            <pc:sldMk cId="2397979292" sldId="2602"/>
            <ac:spMk id="3" creationId="{4A1C0383-58FE-E486-295E-B33B8683B938}"/>
          </ac:spMkLst>
        </pc:spChg>
        <pc:graphicFrameChg chg="add mod modGraphic">
          <ac:chgData name="Owais Ahmed" userId="6abc7d4556b3b071" providerId="LiveId" clId="{88CFE61D-E4E2-459B-8BEE-94DB871EE3F2}" dt="2023-11-29T05:55:23.872" v="9467" actId="20577"/>
          <ac:graphicFrameMkLst>
            <pc:docMk/>
            <pc:sldMk cId="2397979292" sldId="2602"/>
            <ac:graphicFrameMk id="4" creationId="{A3EE2702-9649-9028-56AA-0C462859F102}"/>
          </ac:graphicFrameMkLst>
        </pc:graphicFrameChg>
        <pc:graphicFrameChg chg="add del mod modGraphic">
          <ac:chgData name="Owais Ahmed" userId="6abc7d4556b3b071" providerId="LiveId" clId="{88CFE61D-E4E2-459B-8BEE-94DB871EE3F2}" dt="2023-11-29T05:44:34.397" v="9071" actId="478"/>
          <ac:graphicFrameMkLst>
            <pc:docMk/>
            <pc:sldMk cId="2397979292" sldId="2602"/>
            <ac:graphicFrameMk id="5" creationId="{447EADD1-FD67-A0CE-B8C3-A0C3990B4262}"/>
          </ac:graphicFrameMkLst>
        </pc:graphicFrameChg>
        <pc:graphicFrameChg chg="add mod modGraphic">
          <ac:chgData name="Owais Ahmed" userId="6abc7d4556b3b071" providerId="LiveId" clId="{88CFE61D-E4E2-459B-8BEE-94DB871EE3F2}" dt="2023-11-29T05:55:33.460" v="9469" actId="20577"/>
          <ac:graphicFrameMkLst>
            <pc:docMk/>
            <pc:sldMk cId="2397979292" sldId="2602"/>
            <ac:graphicFrameMk id="6" creationId="{52675241-F42F-FAAC-D279-5083B702F1FD}"/>
          </ac:graphicFrameMkLst>
        </pc:graphicFrameChg>
        <pc:graphicFrameChg chg="add del mod">
          <ac:chgData name="Owais Ahmed" userId="6abc7d4556b3b071" providerId="LiveId" clId="{88CFE61D-E4E2-459B-8BEE-94DB871EE3F2}" dt="2023-11-29T05:44:46.082" v="9073" actId="478"/>
          <ac:graphicFrameMkLst>
            <pc:docMk/>
            <pc:sldMk cId="2397979292" sldId="2602"/>
            <ac:graphicFrameMk id="7" creationId="{5B25E56A-321D-05C2-F198-C201EEB3E4A9}"/>
          </ac:graphicFrameMkLst>
        </pc:graphicFrameChg>
        <pc:graphicFrameChg chg="add mod modGraphic">
          <ac:chgData name="Owais Ahmed" userId="6abc7d4556b3b071" providerId="LiveId" clId="{88CFE61D-E4E2-459B-8BEE-94DB871EE3F2}" dt="2023-11-29T06:06:31.036" v="9746" actId="20577"/>
          <ac:graphicFrameMkLst>
            <pc:docMk/>
            <pc:sldMk cId="2397979292" sldId="2602"/>
            <ac:graphicFrameMk id="8" creationId="{FA28C039-7516-7471-A7AC-D89C90B93349}"/>
          </ac:graphicFrameMkLst>
        </pc:graphicFrameChg>
        <pc:graphicFrameChg chg="add mod">
          <ac:chgData name="Owais Ahmed" userId="6abc7d4556b3b071" providerId="LiveId" clId="{88CFE61D-E4E2-459B-8BEE-94DB871EE3F2}" dt="2023-11-29T05:45:22.445" v="9080" actId="1076"/>
          <ac:graphicFrameMkLst>
            <pc:docMk/>
            <pc:sldMk cId="2397979292" sldId="2602"/>
            <ac:graphicFrameMk id="9" creationId="{CC9160E5-DCC6-2226-5F8E-345CC8C8D3C9}"/>
          </ac:graphicFrameMkLst>
        </pc:graphicFrameChg>
        <pc:graphicFrameChg chg="add mod modGraphic">
          <ac:chgData name="Owais Ahmed" userId="6abc7d4556b3b071" providerId="LiveId" clId="{88CFE61D-E4E2-459B-8BEE-94DB871EE3F2}" dt="2023-11-29T06:06:33.710" v="9748" actId="20577"/>
          <ac:graphicFrameMkLst>
            <pc:docMk/>
            <pc:sldMk cId="2397979292" sldId="2602"/>
            <ac:graphicFrameMk id="10" creationId="{C9DA583A-FF2E-997B-A76B-841A5CCED751}"/>
          </ac:graphicFrameMkLst>
        </pc:graphicFrameChg>
        <pc:graphicFrameChg chg="add mod">
          <ac:chgData name="Owais Ahmed" userId="6abc7d4556b3b071" providerId="LiveId" clId="{88CFE61D-E4E2-459B-8BEE-94DB871EE3F2}" dt="2023-11-29T05:56:23.888" v="9471" actId="571"/>
          <ac:graphicFrameMkLst>
            <pc:docMk/>
            <pc:sldMk cId="2397979292" sldId="2602"/>
            <ac:graphicFrameMk id="11" creationId="{0F694030-1CB4-30BA-C17E-BDADE7242216}"/>
          </ac:graphicFrameMkLst>
        </pc:graphicFrameChg>
        <pc:graphicFrameChg chg="add mod">
          <ac:chgData name="Owais Ahmed" userId="6abc7d4556b3b071" providerId="LiveId" clId="{88CFE61D-E4E2-459B-8BEE-94DB871EE3F2}" dt="2023-11-29T05:56:23.888" v="9471" actId="571"/>
          <ac:graphicFrameMkLst>
            <pc:docMk/>
            <pc:sldMk cId="2397979292" sldId="2602"/>
            <ac:graphicFrameMk id="12" creationId="{53865E1B-2B55-1965-2BD6-D5150EEDF9D6}"/>
          </ac:graphicFrameMkLst>
        </pc:graphicFrameChg>
      </pc:sldChg>
      <pc:sldChg chg="addSp delSp modSp add mod addAnim delAnim modAnim">
        <pc:chgData name="Owais Ahmed" userId="6abc7d4556b3b071" providerId="LiveId" clId="{88CFE61D-E4E2-459B-8BEE-94DB871EE3F2}" dt="2023-11-29T06:32:51.248" v="10125"/>
        <pc:sldMkLst>
          <pc:docMk/>
          <pc:sldMk cId="3892932098" sldId="2603"/>
        </pc:sldMkLst>
        <pc:spChg chg="mod">
          <ac:chgData name="Owais Ahmed" userId="6abc7d4556b3b071" providerId="LiveId" clId="{88CFE61D-E4E2-459B-8BEE-94DB871EE3F2}" dt="2023-11-29T05:53:03.123" v="9377" actId="20577"/>
          <ac:spMkLst>
            <pc:docMk/>
            <pc:sldMk cId="3892932098" sldId="2603"/>
            <ac:spMk id="3" creationId="{4A1C0383-58FE-E486-295E-B33B8683B938}"/>
          </ac:spMkLst>
        </pc:spChg>
        <pc:graphicFrameChg chg="mod modGraphic">
          <ac:chgData name="Owais Ahmed" userId="6abc7d4556b3b071" providerId="LiveId" clId="{88CFE61D-E4E2-459B-8BEE-94DB871EE3F2}" dt="2023-11-29T05:58:01.948" v="9559" actId="20577"/>
          <ac:graphicFrameMkLst>
            <pc:docMk/>
            <pc:sldMk cId="3892932098" sldId="2603"/>
            <ac:graphicFrameMk id="4" creationId="{A3EE2702-9649-9028-56AA-0C462859F102}"/>
          </ac:graphicFrameMkLst>
        </pc:graphicFrameChg>
        <pc:graphicFrameChg chg="add mod modGraphic">
          <ac:chgData name="Owais Ahmed" userId="6abc7d4556b3b071" providerId="LiveId" clId="{88CFE61D-E4E2-459B-8BEE-94DB871EE3F2}" dt="2023-11-29T05:50:12.756" v="9175" actId="1076"/>
          <ac:graphicFrameMkLst>
            <pc:docMk/>
            <pc:sldMk cId="3892932098" sldId="2603"/>
            <ac:graphicFrameMk id="5" creationId="{D663F4AB-5EF7-FA91-FDC9-3AAE513F5B04}"/>
          </ac:graphicFrameMkLst>
        </pc:graphicFrameChg>
        <pc:graphicFrameChg chg="del">
          <ac:chgData name="Owais Ahmed" userId="6abc7d4556b3b071" providerId="LiveId" clId="{88CFE61D-E4E2-459B-8BEE-94DB871EE3F2}" dt="2023-11-29T05:47:22.287" v="9164" actId="478"/>
          <ac:graphicFrameMkLst>
            <pc:docMk/>
            <pc:sldMk cId="3892932098" sldId="2603"/>
            <ac:graphicFrameMk id="6" creationId="{52675241-F42F-FAAC-D279-5083B702F1FD}"/>
          </ac:graphicFrameMkLst>
        </pc:graphicFrameChg>
        <pc:graphicFrameChg chg="add mod">
          <ac:chgData name="Owais Ahmed" userId="6abc7d4556b3b071" providerId="LiveId" clId="{88CFE61D-E4E2-459B-8BEE-94DB871EE3F2}" dt="2023-11-29T05:59:21.896" v="9716" actId="1076"/>
          <ac:graphicFrameMkLst>
            <pc:docMk/>
            <pc:sldMk cId="3892932098" sldId="2603"/>
            <ac:graphicFrameMk id="7" creationId="{B060707E-C153-DAE8-9CE6-244E6BF82B13}"/>
          </ac:graphicFrameMkLst>
        </pc:graphicFrameChg>
        <pc:graphicFrameChg chg="del">
          <ac:chgData name="Owais Ahmed" userId="6abc7d4556b3b071" providerId="LiveId" clId="{88CFE61D-E4E2-459B-8BEE-94DB871EE3F2}" dt="2023-11-29T05:47:16.260" v="9163" actId="478"/>
          <ac:graphicFrameMkLst>
            <pc:docMk/>
            <pc:sldMk cId="3892932098" sldId="2603"/>
            <ac:graphicFrameMk id="8" creationId="{FA28C039-7516-7471-A7AC-D89C90B93349}"/>
          </ac:graphicFrameMkLst>
        </pc:graphicFrameChg>
        <pc:graphicFrameChg chg="del">
          <ac:chgData name="Owais Ahmed" userId="6abc7d4556b3b071" providerId="LiveId" clId="{88CFE61D-E4E2-459B-8BEE-94DB871EE3F2}" dt="2023-11-29T05:47:16.260" v="9163" actId="478"/>
          <ac:graphicFrameMkLst>
            <pc:docMk/>
            <pc:sldMk cId="3892932098" sldId="2603"/>
            <ac:graphicFrameMk id="9" creationId="{CC9160E5-DCC6-2226-5F8E-345CC8C8D3C9}"/>
          </ac:graphicFrameMkLst>
        </pc:graphicFrameChg>
        <pc:graphicFrameChg chg="del">
          <ac:chgData name="Owais Ahmed" userId="6abc7d4556b3b071" providerId="LiveId" clId="{88CFE61D-E4E2-459B-8BEE-94DB871EE3F2}" dt="2023-11-29T05:47:16.260" v="9163" actId="478"/>
          <ac:graphicFrameMkLst>
            <pc:docMk/>
            <pc:sldMk cId="3892932098" sldId="2603"/>
            <ac:graphicFrameMk id="10" creationId="{C9DA583A-FF2E-997B-A76B-841A5CCED751}"/>
          </ac:graphicFrameMkLst>
        </pc:graphicFrameChg>
        <pc:graphicFrameChg chg="add del">
          <ac:chgData name="Owais Ahmed" userId="6abc7d4556b3b071" providerId="LiveId" clId="{88CFE61D-E4E2-459B-8BEE-94DB871EE3F2}" dt="2023-11-29T05:59:36.100" v="9718"/>
          <ac:graphicFrameMkLst>
            <pc:docMk/>
            <pc:sldMk cId="3892932098" sldId="2603"/>
            <ac:graphicFrameMk id="11" creationId="{0A553391-8AB3-E30B-0B67-8A8411BFF2E3}"/>
          </ac:graphicFrameMkLst>
        </pc:graphicFrameChg>
        <pc:graphicFrameChg chg="add del mod">
          <ac:chgData name="Owais Ahmed" userId="6abc7d4556b3b071" providerId="LiveId" clId="{88CFE61D-E4E2-459B-8BEE-94DB871EE3F2}" dt="2023-11-29T05:59:44.514" v="9722"/>
          <ac:graphicFrameMkLst>
            <pc:docMk/>
            <pc:sldMk cId="3892932098" sldId="2603"/>
            <ac:graphicFrameMk id="12" creationId="{98C75777-F61C-F55C-DCF6-46E2B91BA1F3}"/>
          </ac:graphicFrameMkLst>
        </pc:graphicFrameChg>
        <pc:graphicFrameChg chg="add del mod">
          <ac:chgData name="Owais Ahmed" userId="6abc7d4556b3b071" providerId="LiveId" clId="{88CFE61D-E4E2-459B-8BEE-94DB871EE3F2}" dt="2023-11-29T05:59:44.514" v="9722"/>
          <ac:graphicFrameMkLst>
            <pc:docMk/>
            <pc:sldMk cId="3892932098" sldId="2603"/>
            <ac:graphicFrameMk id="13" creationId="{70060E29-0306-B44D-8CDF-5441769F7471}"/>
          </ac:graphicFrameMkLst>
        </pc:graphicFrameChg>
        <pc:graphicFrameChg chg="add del mod">
          <ac:chgData name="Owais Ahmed" userId="6abc7d4556b3b071" providerId="LiveId" clId="{88CFE61D-E4E2-459B-8BEE-94DB871EE3F2}" dt="2023-11-29T05:59:44.514" v="9722"/>
          <ac:graphicFrameMkLst>
            <pc:docMk/>
            <pc:sldMk cId="3892932098" sldId="2603"/>
            <ac:graphicFrameMk id="14" creationId="{2AB8EAE0-07B1-F82A-73A3-7E1BA610D738}"/>
          </ac:graphicFrameMkLst>
        </pc:graphicFrameChg>
        <pc:graphicFrameChg chg="add del mod">
          <ac:chgData name="Owais Ahmed" userId="6abc7d4556b3b071" providerId="LiveId" clId="{88CFE61D-E4E2-459B-8BEE-94DB871EE3F2}" dt="2023-11-29T06:00:17.585" v="9725" actId="478"/>
          <ac:graphicFrameMkLst>
            <pc:docMk/>
            <pc:sldMk cId="3892932098" sldId="2603"/>
            <ac:graphicFrameMk id="15" creationId="{F4A3EE08-1936-3621-5916-AA765075424B}"/>
          </ac:graphicFrameMkLst>
        </pc:graphicFrameChg>
        <pc:graphicFrameChg chg="add del mod">
          <ac:chgData name="Owais Ahmed" userId="6abc7d4556b3b071" providerId="LiveId" clId="{88CFE61D-E4E2-459B-8BEE-94DB871EE3F2}" dt="2023-11-29T06:00:17.585" v="9725" actId="478"/>
          <ac:graphicFrameMkLst>
            <pc:docMk/>
            <pc:sldMk cId="3892932098" sldId="2603"/>
            <ac:graphicFrameMk id="16" creationId="{BEA1ECFB-7621-CB51-99C8-4B75A89D5B69}"/>
          </ac:graphicFrameMkLst>
        </pc:graphicFrameChg>
        <pc:graphicFrameChg chg="add mod modGraphic">
          <ac:chgData name="Owais Ahmed" userId="6abc7d4556b3b071" providerId="LiveId" clId="{88CFE61D-E4E2-459B-8BEE-94DB871EE3F2}" dt="2023-11-29T06:06:51.829" v="9751" actId="207"/>
          <ac:graphicFrameMkLst>
            <pc:docMk/>
            <pc:sldMk cId="3892932098" sldId="2603"/>
            <ac:graphicFrameMk id="17" creationId="{8543E6E6-91F3-6E53-7256-C65DEAA1A133}"/>
          </ac:graphicFrameMkLst>
        </pc:graphicFrameChg>
        <pc:graphicFrameChg chg="add mod">
          <ac:chgData name="Owais Ahmed" userId="6abc7d4556b3b071" providerId="LiveId" clId="{88CFE61D-E4E2-459B-8BEE-94DB871EE3F2}" dt="2023-11-29T06:06:15.347" v="9743" actId="1076"/>
          <ac:graphicFrameMkLst>
            <pc:docMk/>
            <pc:sldMk cId="3892932098" sldId="2603"/>
            <ac:graphicFrameMk id="18" creationId="{6B46A128-B903-0571-34CB-E1EDE03C178D}"/>
          </ac:graphicFrameMkLst>
        </pc:graphicFrameChg>
      </pc:sldChg>
      <pc:sldChg chg="addSp delSp modSp add mod delAnim modAnim">
        <pc:chgData name="Owais Ahmed" userId="6abc7d4556b3b071" providerId="LiveId" clId="{88CFE61D-E4E2-459B-8BEE-94DB871EE3F2}" dt="2023-11-29T06:13:22.084" v="10101" actId="207"/>
        <pc:sldMkLst>
          <pc:docMk/>
          <pc:sldMk cId="2453337424" sldId="2604"/>
        </pc:sldMkLst>
        <pc:spChg chg="mod">
          <ac:chgData name="Owais Ahmed" userId="6abc7d4556b3b071" providerId="LiveId" clId="{88CFE61D-E4E2-459B-8BEE-94DB871EE3F2}" dt="2023-11-29T06:12:39.063" v="10086" actId="20577"/>
          <ac:spMkLst>
            <pc:docMk/>
            <pc:sldMk cId="2453337424" sldId="2604"/>
            <ac:spMk id="3" creationId="{4A1C0383-58FE-E486-295E-B33B8683B938}"/>
          </ac:spMkLst>
        </pc:spChg>
        <pc:graphicFrameChg chg="mod modGraphic">
          <ac:chgData name="Owais Ahmed" userId="6abc7d4556b3b071" providerId="LiveId" clId="{88CFE61D-E4E2-459B-8BEE-94DB871EE3F2}" dt="2023-11-29T06:12:58.226" v="10091" actId="2084"/>
          <ac:graphicFrameMkLst>
            <pc:docMk/>
            <pc:sldMk cId="2453337424" sldId="2604"/>
            <ac:graphicFrameMk id="4" creationId="{A3EE2702-9649-9028-56AA-0C462859F102}"/>
          </ac:graphicFrameMkLst>
        </pc:graphicFrameChg>
        <pc:graphicFrameChg chg="del">
          <ac:chgData name="Owais Ahmed" userId="6abc7d4556b3b071" providerId="LiveId" clId="{88CFE61D-E4E2-459B-8BEE-94DB871EE3F2}" dt="2023-11-29T06:11:47.212" v="9946" actId="478"/>
          <ac:graphicFrameMkLst>
            <pc:docMk/>
            <pc:sldMk cId="2453337424" sldId="2604"/>
            <ac:graphicFrameMk id="5" creationId="{D663F4AB-5EF7-FA91-FDC9-3AAE513F5B04}"/>
          </ac:graphicFrameMkLst>
        </pc:graphicFrameChg>
        <pc:graphicFrameChg chg="add mod modGraphic">
          <ac:chgData name="Owais Ahmed" userId="6abc7d4556b3b071" providerId="LiveId" clId="{88CFE61D-E4E2-459B-8BEE-94DB871EE3F2}" dt="2023-11-29T06:13:22.084" v="10101" actId="207"/>
          <ac:graphicFrameMkLst>
            <pc:docMk/>
            <pc:sldMk cId="2453337424" sldId="2604"/>
            <ac:graphicFrameMk id="6" creationId="{F6CAEBD3-3177-C7E3-6084-DC33308DC45A}"/>
          </ac:graphicFrameMkLst>
        </pc:graphicFrameChg>
        <pc:graphicFrameChg chg="del modGraphic">
          <ac:chgData name="Owais Ahmed" userId="6abc7d4556b3b071" providerId="LiveId" clId="{88CFE61D-E4E2-459B-8BEE-94DB871EE3F2}" dt="2023-11-29T06:11:49.354" v="9947" actId="478"/>
          <ac:graphicFrameMkLst>
            <pc:docMk/>
            <pc:sldMk cId="2453337424" sldId="2604"/>
            <ac:graphicFrameMk id="7" creationId="{B060707E-C153-DAE8-9CE6-244E6BF82B13}"/>
          </ac:graphicFrameMkLst>
        </pc:graphicFrameChg>
      </pc:sldChg>
      <pc:sldChg chg="modSp add mod ord modAnim">
        <pc:chgData name="Owais Ahmed" userId="6abc7d4556b3b071" providerId="LiveId" clId="{88CFE61D-E4E2-459B-8BEE-94DB871EE3F2}" dt="2023-11-29T06:52:26.774" v="11632" actId="20577"/>
        <pc:sldMkLst>
          <pc:docMk/>
          <pc:sldMk cId="1108428223" sldId="2605"/>
        </pc:sldMkLst>
        <pc:spChg chg="mod">
          <ac:chgData name="Owais Ahmed" userId="6abc7d4556b3b071" providerId="LiveId" clId="{88CFE61D-E4E2-459B-8BEE-94DB871EE3F2}" dt="2023-11-29T06:52:26.774" v="11632" actId="20577"/>
          <ac:spMkLst>
            <pc:docMk/>
            <pc:sldMk cId="1108428223" sldId="2605"/>
            <ac:spMk id="3" creationId="{4A1C0383-58FE-E486-295E-B33B8683B938}"/>
          </ac:spMkLst>
        </pc:spChg>
      </pc:sldChg>
      <pc:sldChg chg="modSp add mod modAnim">
        <pc:chgData name="Owais Ahmed" userId="6abc7d4556b3b071" providerId="LiveId" clId="{88CFE61D-E4E2-459B-8BEE-94DB871EE3F2}" dt="2023-11-29T07:45:30.157" v="13645" actId="113"/>
        <pc:sldMkLst>
          <pc:docMk/>
          <pc:sldMk cId="823378809" sldId="2606"/>
        </pc:sldMkLst>
        <pc:spChg chg="mod">
          <ac:chgData name="Owais Ahmed" userId="6abc7d4556b3b071" providerId="LiveId" clId="{88CFE61D-E4E2-459B-8BEE-94DB871EE3F2}" dt="2023-11-29T07:45:30.157" v="13645" actId="113"/>
          <ac:spMkLst>
            <pc:docMk/>
            <pc:sldMk cId="823378809" sldId="2606"/>
            <ac:spMk id="3" creationId="{4A1C0383-58FE-E486-295E-B33B8683B938}"/>
          </ac:spMkLst>
        </pc:spChg>
      </pc:sldChg>
      <pc:sldChg chg="modSp add mod modAnim">
        <pc:chgData name="Owais Ahmed" userId="6abc7d4556b3b071" providerId="LiveId" clId="{88CFE61D-E4E2-459B-8BEE-94DB871EE3F2}" dt="2023-11-29T07:45:33.837" v="13647" actId="113"/>
        <pc:sldMkLst>
          <pc:docMk/>
          <pc:sldMk cId="1705029679" sldId="2607"/>
        </pc:sldMkLst>
        <pc:spChg chg="mod">
          <ac:chgData name="Owais Ahmed" userId="6abc7d4556b3b071" providerId="LiveId" clId="{88CFE61D-E4E2-459B-8BEE-94DB871EE3F2}" dt="2023-11-29T07:45:33.837" v="13647" actId="113"/>
          <ac:spMkLst>
            <pc:docMk/>
            <pc:sldMk cId="1705029679" sldId="2607"/>
            <ac:spMk id="3" creationId="{4A1C0383-58FE-E486-295E-B33B8683B938}"/>
          </ac:spMkLst>
        </pc:spChg>
      </pc:sldChg>
      <pc:sldChg chg="modSp add mod modAnim">
        <pc:chgData name="Owais Ahmed" userId="6abc7d4556b3b071" providerId="LiveId" clId="{88CFE61D-E4E2-459B-8BEE-94DB871EE3F2}" dt="2023-11-29T07:44:40.946" v="13642" actId="20577"/>
        <pc:sldMkLst>
          <pc:docMk/>
          <pc:sldMk cId="2118845448" sldId="2608"/>
        </pc:sldMkLst>
        <pc:spChg chg="mod">
          <ac:chgData name="Owais Ahmed" userId="6abc7d4556b3b071" providerId="LiveId" clId="{88CFE61D-E4E2-459B-8BEE-94DB871EE3F2}" dt="2023-11-29T07:44:40.946" v="13642" actId="20577"/>
          <ac:spMkLst>
            <pc:docMk/>
            <pc:sldMk cId="2118845448" sldId="2608"/>
            <ac:spMk id="3" creationId="{4A1C0383-58FE-E486-295E-B33B8683B938}"/>
          </ac:spMkLst>
        </pc:spChg>
      </pc:sldChg>
      <pc:sldChg chg="modSp add mod ord modAnim modNotesTx">
        <pc:chgData name="Owais Ahmed" userId="6abc7d4556b3b071" providerId="LiveId" clId="{88CFE61D-E4E2-459B-8BEE-94DB871EE3F2}" dt="2023-11-29T07:54:29.154" v="14258" actId="6549"/>
        <pc:sldMkLst>
          <pc:docMk/>
          <pc:sldMk cId="2295888877" sldId="2609"/>
        </pc:sldMkLst>
        <pc:spChg chg="mod">
          <ac:chgData name="Owais Ahmed" userId="6abc7d4556b3b071" providerId="LiveId" clId="{88CFE61D-E4E2-459B-8BEE-94DB871EE3F2}" dt="2023-11-29T07:54:29.154" v="14258" actId="6549"/>
          <ac:spMkLst>
            <pc:docMk/>
            <pc:sldMk cId="2295888877" sldId="2609"/>
            <ac:spMk id="3" creationId="{4A1C0383-58FE-E486-295E-B33B8683B938}"/>
          </ac:spMkLst>
        </pc:spChg>
      </pc:sldChg>
      <pc:sldChg chg="modSp add mod modAnim">
        <pc:chgData name="Owais Ahmed" userId="6abc7d4556b3b071" providerId="LiveId" clId="{88CFE61D-E4E2-459B-8BEE-94DB871EE3F2}" dt="2023-11-29T08:16:09.832" v="15079"/>
        <pc:sldMkLst>
          <pc:docMk/>
          <pc:sldMk cId="2858408944" sldId="2610"/>
        </pc:sldMkLst>
        <pc:spChg chg="mod">
          <ac:chgData name="Owais Ahmed" userId="6abc7d4556b3b071" providerId="LiveId" clId="{88CFE61D-E4E2-459B-8BEE-94DB871EE3F2}" dt="2023-11-29T08:16:09.832" v="15079"/>
          <ac:spMkLst>
            <pc:docMk/>
            <pc:sldMk cId="2858408944" sldId="2610"/>
            <ac:spMk id="3" creationId="{4A1C0383-58FE-E486-295E-B33B8683B938}"/>
          </ac:spMkLst>
        </pc:spChg>
      </pc:sldChg>
      <pc:sldChg chg="modSp add mod modAnim modNotesTx">
        <pc:chgData name="Owais Ahmed" userId="6abc7d4556b3b071" providerId="LiveId" clId="{88CFE61D-E4E2-459B-8BEE-94DB871EE3F2}" dt="2023-11-29T10:40:53.734" v="17097" actId="20577"/>
        <pc:sldMkLst>
          <pc:docMk/>
          <pc:sldMk cId="1405760968" sldId="2611"/>
        </pc:sldMkLst>
        <pc:spChg chg="mod">
          <ac:chgData name="Owais Ahmed" userId="6abc7d4556b3b071" providerId="LiveId" clId="{88CFE61D-E4E2-459B-8BEE-94DB871EE3F2}" dt="2023-11-29T10:40:53.734" v="17097" actId="20577"/>
          <ac:spMkLst>
            <pc:docMk/>
            <pc:sldMk cId="1405760968" sldId="2611"/>
            <ac:spMk id="3" creationId="{4A1C0383-58FE-E486-295E-B33B8683B938}"/>
          </ac:spMkLst>
        </pc:spChg>
      </pc:sldChg>
      <pc:sldChg chg="modSp add mod modAnim">
        <pc:chgData name="Owais Ahmed" userId="6abc7d4556b3b071" providerId="LiveId" clId="{88CFE61D-E4E2-459B-8BEE-94DB871EE3F2}" dt="2023-11-29T10:08:53.752" v="16575" actId="20577"/>
        <pc:sldMkLst>
          <pc:docMk/>
          <pc:sldMk cId="1787892858" sldId="2612"/>
        </pc:sldMkLst>
        <pc:spChg chg="mod">
          <ac:chgData name="Owais Ahmed" userId="6abc7d4556b3b071" providerId="LiveId" clId="{88CFE61D-E4E2-459B-8BEE-94DB871EE3F2}" dt="2023-11-29T10:08:53.752" v="16575" actId="20577"/>
          <ac:spMkLst>
            <pc:docMk/>
            <pc:sldMk cId="1787892858" sldId="2612"/>
            <ac:spMk id="3" creationId="{4A1C0383-58FE-E486-295E-B33B8683B938}"/>
          </ac:spMkLst>
        </pc:spChg>
      </pc:sldChg>
      <pc:sldChg chg="modSp add mod addAnim delAnim modAnim">
        <pc:chgData name="Owais Ahmed" userId="6abc7d4556b3b071" providerId="LiveId" clId="{88CFE61D-E4E2-459B-8BEE-94DB871EE3F2}" dt="2023-11-29T10:55:03.345" v="17345" actId="20577"/>
        <pc:sldMkLst>
          <pc:docMk/>
          <pc:sldMk cId="2686934128" sldId="2613"/>
        </pc:sldMkLst>
        <pc:spChg chg="mod">
          <ac:chgData name="Owais Ahmed" userId="6abc7d4556b3b071" providerId="LiveId" clId="{88CFE61D-E4E2-459B-8BEE-94DB871EE3F2}" dt="2023-11-29T10:55:03.345" v="17345" actId="20577"/>
          <ac:spMkLst>
            <pc:docMk/>
            <pc:sldMk cId="2686934128" sldId="2613"/>
            <ac:spMk id="3" creationId="{4A1C0383-58FE-E486-295E-B33B8683B938}"/>
          </ac:spMkLst>
        </pc:spChg>
        <pc:spChg chg="mod">
          <ac:chgData name="Owais Ahmed" userId="6abc7d4556b3b071" providerId="LiveId" clId="{88CFE61D-E4E2-459B-8BEE-94DB871EE3F2}" dt="2023-11-29T09:59:18.843" v="16331" actId="20577"/>
          <ac:spMkLst>
            <pc:docMk/>
            <pc:sldMk cId="2686934128" sldId="2613"/>
            <ac:spMk id="215" creationId="{00000000-0000-0000-0000-000000000000}"/>
          </ac:spMkLst>
        </pc:spChg>
      </pc:sldChg>
      <pc:sldChg chg="modSp add mod modAnim">
        <pc:chgData name="Owais Ahmed" userId="6abc7d4556b3b071" providerId="LiveId" clId="{88CFE61D-E4E2-459B-8BEE-94DB871EE3F2}" dt="2023-11-29T11:06:55.817" v="17741" actId="20577"/>
        <pc:sldMkLst>
          <pc:docMk/>
          <pc:sldMk cId="906824702" sldId="2614"/>
        </pc:sldMkLst>
        <pc:spChg chg="mod">
          <ac:chgData name="Owais Ahmed" userId="6abc7d4556b3b071" providerId="LiveId" clId="{88CFE61D-E4E2-459B-8BEE-94DB871EE3F2}" dt="2023-11-29T11:06:55.817" v="17741" actId="20577"/>
          <ac:spMkLst>
            <pc:docMk/>
            <pc:sldMk cId="906824702" sldId="2614"/>
            <ac:spMk id="3" creationId="{4A1C0383-58FE-E486-295E-B33B8683B938}"/>
          </ac:spMkLst>
        </pc:spChg>
      </pc:sldChg>
      <pc:sldChg chg="modSp add del mod modAnim">
        <pc:chgData name="Owais Ahmed" userId="6abc7d4556b3b071" providerId="LiveId" clId="{88CFE61D-E4E2-459B-8BEE-94DB871EE3F2}" dt="2023-11-29T10:56:43.812" v="17398" actId="47"/>
        <pc:sldMkLst>
          <pc:docMk/>
          <pc:sldMk cId="1422744251" sldId="2614"/>
        </pc:sldMkLst>
        <pc:spChg chg="mod">
          <ac:chgData name="Owais Ahmed" userId="6abc7d4556b3b071" providerId="LiveId" clId="{88CFE61D-E4E2-459B-8BEE-94DB871EE3F2}" dt="2023-11-29T10:56:17.424" v="17393" actId="20577"/>
          <ac:spMkLst>
            <pc:docMk/>
            <pc:sldMk cId="1422744251" sldId="2614"/>
            <ac:spMk id="3" creationId="{4A1C0383-58FE-E486-295E-B33B8683B938}"/>
          </ac:spMkLst>
        </pc:spChg>
      </pc:sldChg>
      <pc:sldChg chg="modSp add mod modAnim">
        <pc:chgData name="Owais Ahmed" userId="6abc7d4556b3b071" providerId="LiveId" clId="{88CFE61D-E4E2-459B-8BEE-94DB871EE3F2}" dt="2023-11-29T11:20:38.428" v="18002" actId="20577"/>
        <pc:sldMkLst>
          <pc:docMk/>
          <pc:sldMk cId="703285670" sldId="2615"/>
        </pc:sldMkLst>
        <pc:spChg chg="mod">
          <ac:chgData name="Owais Ahmed" userId="6abc7d4556b3b071" providerId="LiveId" clId="{88CFE61D-E4E2-459B-8BEE-94DB871EE3F2}" dt="2023-11-29T11:20:38.428" v="18002" actId="20577"/>
          <ac:spMkLst>
            <pc:docMk/>
            <pc:sldMk cId="703285670" sldId="2615"/>
            <ac:spMk id="3" creationId="{4A1C0383-58FE-E486-295E-B33B8683B938}"/>
          </ac:spMkLst>
        </pc:spChg>
      </pc:sldChg>
      <pc:sldChg chg="modSp add mod modAnim">
        <pc:chgData name="Owais Ahmed" userId="6abc7d4556b3b071" providerId="LiveId" clId="{88CFE61D-E4E2-459B-8BEE-94DB871EE3F2}" dt="2023-11-29T11:26:28.047" v="18403" actId="20577"/>
        <pc:sldMkLst>
          <pc:docMk/>
          <pc:sldMk cId="4200592420" sldId="2616"/>
        </pc:sldMkLst>
        <pc:spChg chg="mod">
          <ac:chgData name="Owais Ahmed" userId="6abc7d4556b3b071" providerId="LiveId" clId="{88CFE61D-E4E2-459B-8BEE-94DB871EE3F2}" dt="2023-11-29T11:26:28.047" v="18403" actId="20577"/>
          <ac:spMkLst>
            <pc:docMk/>
            <pc:sldMk cId="4200592420" sldId="2616"/>
            <ac:spMk id="3" creationId="{4A1C0383-58FE-E486-295E-B33B8683B938}"/>
          </ac:spMkLst>
        </pc:spChg>
      </pc:sldChg>
    </pc:docChg>
  </pc:docChgLst>
  <pc:docChgLst>
    <pc:chgData name="Owais Ahmed" userId="6abc7d4556b3b071" providerId="LiveId" clId="{8CBEAB62-A728-450D-B4C0-9368924550F8}"/>
    <pc:docChg chg="undo redo custSel addSld delSld modSld sldOrd">
      <pc:chgData name="Owais Ahmed" userId="6abc7d4556b3b071" providerId="LiveId" clId="{8CBEAB62-A728-450D-B4C0-9368924550F8}" dt="2023-08-07T07:34:47.032" v="13823" actId="20577"/>
      <pc:docMkLst>
        <pc:docMk/>
      </pc:docMkLst>
      <pc:sldChg chg="modSp mod">
        <pc:chgData name="Owais Ahmed" userId="6abc7d4556b3b071" providerId="LiveId" clId="{8CBEAB62-A728-450D-B4C0-9368924550F8}" dt="2023-08-07T05:38:45.243" v="9660" actId="20577"/>
        <pc:sldMkLst>
          <pc:docMk/>
          <pc:sldMk cId="1649098948" sldId="2462"/>
        </pc:sldMkLst>
        <pc:spChg chg="mod">
          <ac:chgData name="Owais Ahmed" userId="6abc7d4556b3b071" providerId="LiveId" clId="{8CBEAB62-A728-450D-B4C0-9368924550F8}" dt="2023-08-07T05:38:45.243" v="9660" actId="20577"/>
          <ac:spMkLst>
            <pc:docMk/>
            <pc:sldMk cId="1649098948" sldId="2462"/>
            <ac:spMk id="6" creationId="{F3C89A40-EEAA-43AB-9A3A-B2CFDE450F1B}"/>
          </ac:spMkLst>
        </pc:spChg>
      </pc:sldChg>
      <pc:sldChg chg="del">
        <pc:chgData name="Owais Ahmed" userId="6abc7d4556b3b071" providerId="LiveId" clId="{8CBEAB62-A728-450D-B4C0-9368924550F8}" dt="2023-08-03T10:08:48.107" v="0" actId="47"/>
        <pc:sldMkLst>
          <pc:docMk/>
          <pc:sldMk cId="641030253" sldId="2479"/>
        </pc:sldMkLst>
      </pc:sldChg>
      <pc:sldChg chg="del">
        <pc:chgData name="Owais Ahmed" userId="6abc7d4556b3b071" providerId="LiveId" clId="{8CBEAB62-A728-450D-B4C0-9368924550F8}" dt="2023-08-03T10:08:49.896" v="2" actId="47"/>
        <pc:sldMkLst>
          <pc:docMk/>
          <pc:sldMk cId="3265271046" sldId="2505"/>
        </pc:sldMkLst>
      </pc:sldChg>
      <pc:sldChg chg="del">
        <pc:chgData name="Owais Ahmed" userId="6abc7d4556b3b071" providerId="LiveId" clId="{8CBEAB62-A728-450D-B4C0-9368924550F8}" dt="2023-08-03T10:08:54.099" v="5" actId="47"/>
        <pc:sldMkLst>
          <pc:docMk/>
          <pc:sldMk cId="2519732872" sldId="2507"/>
        </pc:sldMkLst>
      </pc:sldChg>
      <pc:sldChg chg="del">
        <pc:chgData name="Owais Ahmed" userId="6abc7d4556b3b071" providerId="LiveId" clId="{8CBEAB62-A728-450D-B4C0-9368924550F8}" dt="2023-08-03T10:08:58.705" v="11" actId="47"/>
        <pc:sldMkLst>
          <pc:docMk/>
          <pc:sldMk cId="64818802" sldId="2511"/>
        </pc:sldMkLst>
      </pc:sldChg>
      <pc:sldChg chg="del">
        <pc:chgData name="Owais Ahmed" userId="6abc7d4556b3b071" providerId="LiveId" clId="{8CBEAB62-A728-450D-B4C0-9368924550F8}" dt="2023-08-03T10:08:48.871" v="1" actId="47"/>
        <pc:sldMkLst>
          <pc:docMk/>
          <pc:sldMk cId="2990752692" sldId="2547"/>
        </pc:sldMkLst>
      </pc:sldChg>
      <pc:sldChg chg="del">
        <pc:chgData name="Owais Ahmed" userId="6abc7d4556b3b071" providerId="LiveId" clId="{8CBEAB62-A728-450D-B4C0-9368924550F8}" dt="2023-08-03T10:08:51.118" v="3" actId="47"/>
        <pc:sldMkLst>
          <pc:docMk/>
          <pc:sldMk cId="3485698213" sldId="2548"/>
        </pc:sldMkLst>
      </pc:sldChg>
      <pc:sldChg chg="del">
        <pc:chgData name="Owais Ahmed" userId="6abc7d4556b3b071" providerId="LiveId" clId="{8CBEAB62-A728-450D-B4C0-9368924550F8}" dt="2023-08-03T10:08:58.442" v="10" actId="47"/>
        <pc:sldMkLst>
          <pc:docMk/>
          <pc:sldMk cId="3738101922" sldId="2549"/>
        </pc:sldMkLst>
      </pc:sldChg>
      <pc:sldChg chg="del">
        <pc:chgData name="Owais Ahmed" userId="6abc7d4556b3b071" providerId="LiveId" clId="{8CBEAB62-A728-450D-B4C0-9368924550F8}" dt="2023-08-03T10:08:51.709" v="4" actId="47"/>
        <pc:sldMkLst>
          <pc:docMk/>
          <pc:sldMk cId="821949743" sldId="2550"/>
        </pc:sldMkLst>
      </pc:sldChg>
      <pc:sldChg chg="del">
        <pc:chgData name="Owais Ahmed" userId="6abc7d4556b3b071" providerId="LiveId" clId="{8CBEAB62-A728-450D-B4C0-9368924550F8}" dt="2023-08-03T10:08:54.738" v="6" actId="47"/>
        <pc:sldMkLst>
          <pc:docMk/>
          <pc:sldMk cId="2619033452" sldId="2552"/>
        </pc:sldMkLst>
      </pc:sldChg>
      <pc:sldChg chg="del">
        <pc:chgData name="Owais Ahmed" userId="6abc7d4556b3b071" providerId="LiveId" clId="{8CBEAB62-A728-450D-B4C0-9368924550F8}" dt="2023-08-03T10:09:01.546" v="12" actId="47"/>
        <pc:sldMkLst>
          <pc:docMk/>
          <pc:sldMk cId="2942372078" sldId="2553"/>
        </pc:sldMkLst>
      </pc:sldChg>
      <pc:sldChg chg="del">
        <pc:chgData name="Owais Ahmed" userId="6abc7d4556b3b071" providerId="LiveId" clId="{8CBEAB62-A728-450D-B4C0-9368924550F8}" dt="2023-08-03T10:08:56.553" v="7" actId="47"/>
        <pc:sldMkLst>
          <pc:docMk/>
          <pc:sldMk cId="2825207532" sldId="2554"/>
        </pc:sldMkLst>
      </pc:sldChg>
      <pc:sldChg chg="del">
        <pc:chgData name="Owais Ahmed" userId="6abc7d4556b3b071" providerId="LiveId" clId="{8CBEAB62-A728-450D-B4C0-9368924550F8}" dt="2023-08-03T10:08:57.053" v="8" actId="47"/>
        <pc:sldMkLst>
          <pc:docMk/>
          <pc:sldMk cId="624121127" sldId="2555"/>
        </pc:sldMkLst>
      </pc:sldChg>
      <pc:sldChg chg="del">
        <pc:chgData name="Owais Ahmed" userId="6abc7d4556b3b071" providerId="LiveId" clId="{8CBEAB62-A728-450D-B4C0-9368924550F8}" dt="2023-08-03T10:08:57.362" v="9" actId="47"/>
        <pc:sldMkLst>
          <pc:docMk/>
          <pc:sldMk cId="2558064682" sldId="2556"/>
        </pc:sldMkLst>
      </pc:sldChg>
      <pc:sldChg chg="modSp mod modAnim">
        <pc:chgData name="Owais Ahmed" userId="6abc7d4556b3b071" providerId="LiveId" clId="{8CBEAB62-A728-450D-B4C0-9368924550F8}" dt="2023-08-03T10:14:28.598" v="650" actId="20577"/>
        <pc:sldMkLst>
          <pc:docMk/>
          <pc:sldMk cId="296501705" sldId="2557"/>
        </pc:sldMkLst>
        <pc:spChg chg="mod">
          <ac:chgData name="Owais Ahmed" userId="6abc7d4556b3b071" providerId="LiveId" clId="{8CBEAB62-A728-450D-B4C0-9368924550F8}" dt="2023-08-03T10:14:28.598" v="650" actId="20577"/>
          <ac:spMkLst>
            <pc:docMk/>
            <pc:sldMk cId="296501705" sldId="2557"/>
            <ac:spMk id="3" creationId="{4A1C0383-58FE-E486-295E-B33B8683B938}"/>
          </ac:spMkLst>
        </pc:spChg>
        <pc:spChg chg="mod">
          <ac:chgData name="Owais Ahmed" userId="6abc7d4556b3b071" providerId="LiveId" clId="{8CBEAB62-A728-450D-B4C0-9368924550F8}" dt="2023-08-03T10:10:23.107" v="133" actId="20577"/>
          <ac:spMkLst>
            <pc:docMk/>
            <pc:sldMk cId="296501705" sldId="2557"/>
            <ac:spMk id="215" creationId="{00000000-0000-0000-0000-000000000000}"/>
          </ac:spMkLst>
        </pc:spChg>
      </pc:sldChg>
      <pc:sldChg chg="addSp delSp modSp add mod modAnim">
        <pc:chgData name="Owais Ahmed" userId="6abc7d4556b3b071" providerId="LiveId" clId="{8CBEAB62-A728-450D-B4C0-9368924550F8}" dt="2023-08-03T10:23:19.045" v="1515" actId="20577"/>
        <pc:sldMkLst>
          <pc:docMk/>
          <pc:sldMk cId="3909667495" sldId="2558"/>
        </pc:sldMkLst>
        <pc:spChg chg="mod">
          <ac:chgData name="Owais Ahmed" userId="6abc7d4556b3b071" providerId="LiveId" clId="{8CBEAB62-A728-450D-B4C0-9368924550F8}" dt="2023-08-03T10:23:19.045" v="1515" actId="20577"/>
          <ac:spMkLst>
            <pc:docMk/>
            <pc:sldMk cId="3909667495" sldId="2558"/>
            <ac:spMk id="3" creationId="{4A1C0383-58FE-E486-295E-B33B8683B938}"/>
          </ac:spMkLst>
        </pc:spChg>
        <pc:spChg chg="mod">
          <ac:chgData name="Owais Ahmed" userId="6abc7d4556b3b071" providerId="LiveId" clId="{8CBEAB62-A728-450D-B4C0-9368924550F8}" dt="2023-08-03T10:14:53.205" v="670" actId="20577"/>
          <ac:spMkLst>
            <pc:docMk/>
            <pc:sldMk cId="3909667495" sldId="2558"/>
            <ac:spMk id="215" creationId="{00000000-0000-0000-0000-000000000000}"/>
          </ac:spMkLst>
        </pc:spChg>
        <pc:graphicFrameChg chg="add del mod modGraphic">
          <ac:chgData name="Owais Ahmed" userId="6abc7d4556b3b071" providerId="LiveId" clId="{8CBEAB62-A728-450D-B4C0-9368924550F8}" dt="2023-08-03T10:16:24.880" v="714"/>
          <ac:graphicFrameMkLst>
            <pc:docMk/>
            <pc:sldMk cId="3909667495" sldId="2558"/>
            <ac:graphicFrameMk id="4" creationId="{BE0AA433-9378-AF9E-782E-620452E3190F}"/>
          </ac:graphicFrameMkLst>
        </pc:graphicFrameChg>
        <pc:graphicFrameChg chg="add mod modGraphic">
          <ac:chgData name="Owais Ahmed" userId="6abc7d4556b3b071" providerId="LiveId" clId="{8CBEAB62-A728-450D-B4C0-9368924550F8}" dt="2023-08-03T10:20:03.477" v="1049" actId="20577"/>
          <ac:graphicFrameMkLst>
            <pc:docMk/>
            <pc:sldMk cId="3909667495" sldId="2558"/>
            <ac:graphicFrameMk id="5" creationId="{C244DA9B-A3BA-1738-3D3E-32FF339EF18B}"/>
          </ac:graphicFrameMkLst>
        </pc:graphicFrameChg>
      </pc:sldChg>
      <pc:sldChg chg="delSp modSp add mod delAnim modAnim">
        <pc:chgData name="Owais Ahmed" userId="6abc7d4556b3b071" providerId="LiveId" clId="{8CBEAB62-A728-450D-B4C0-9368924550F8}" dt="2023-08-03T10:30:36.991" v="1910" actId="20577"/>
        <pc:sldMkLst>
          <pc:docMk/>
          <pc:sldMk cId="3856755703" sldId="2559"/>
        </pc:sldMkLst>
        <pc:spChg chg="mod">
          <ac:chgData name="Owais Ahmed" userId="6abc7d4556b3b071" providerId="LiveId" clId="{8CBEAB62-A728-450D-B4C0-9368924550F8}" dt="2023-08-03T10:30:36.991" v="1910" actId="20577"/>
          <ac:spMkLst>
            <pc:docMk/>
            <pc:sldMk cId="3856755703" sldId="2559"/>
            <ac:spMk id="3" creationId="{4A1C0383-58FE-E486-295E-B33B8683B938}"/>
          </ac:spMkLst>
        </pc:spChg>
        <pc:spChg chg="mod">
          <ac:chgData name="Owais Ahmed" userId="6abc7d4556b3b071" providerId="LiveId" clId="{8CBEAB62-A728-450D-B4C0-9368924550F8}" dt="2023-08-03T10:27:31.609" v="1654" actId="20577"/>
          <ac:spMkLst>
            <pc:docMk/>
            <pc:sldMk cId="3856755703" sldId="2559"/>
            <ac:spMk id="215" creationId="{00000000-0000-0000-0000-000000000000}"/>
          </ac:spMkLst>
        </pc:spChg>
        <pc:graphicFrameChg chg="del">
          <ac:chgData name="Owais Ahmed" userId="6abc7d4556b3b071" providerId="LiveId" clId="{8CBEAB62-A728-450D-B4C0-9368924550F8}" dt="2023-08-03T10:23:56.017" v="1543" actId="478"/>
          <ac:graphicFrameMkLst>
            <pc:docMk/>
            <pc:sldMk cId="3856755703" sldId="2559"/>
            <ac:graphicFrameMk id="5" creationId="{C244DA9B-A3BA-1738-3D3E-32FF339EF18B}"/>
          </ac:graphicFrameMkLst>
        </pc:graphicFrameChg>
      </pc:sldChg>
      <pc:sldChg chg="delSp modSp add mod delAnim modAnim">
        <pc:chgData name="Owais Ahmed" userId="6abc7d4556b3b071" providerId="LiveId" clId="{8CBEAB62-A728-450D-B4C0-9368924550F8}" dt="2023-08-03T10:32:58.944" v="2352" actId="20577"/>
        <pc:sldMkLst>
          <pc:docMk/>
          <pc:sldMk cId="3846338403" sldId="2560"/>
        </pc:sldMkLst>
        <pc:spChg chg="mod">
          <ac:chgData name="Owais Ahmed" userId="6abc7d4556b3b071" providerId="LiveId" clId="{8CBEAB62-A728-450D-B4C0-9368924550F8}" dt="2023-08-03T10:32:58.944" v="2352" actId="20577"/>
          <ac:spMkLst>
            <pc:docMk/>
            <pc:sldMk cId="3846338403" sldId="2560"/>
            <ac:spMk id="3" creationId="{4A1C0383-58FE-E486-295E-B33B8683B938}"/>
          </ac:spMkLst>
        </pc:spChg>
        <pc:graphicFrameChg chg="del">
          <ac:chgData name="Owais Ahmed" userId="6abc7d4556b3b071" providerId="LiveId" clId="{8CBEAB62-A728-450D-B4C0-9368924550F8}" dt="2023-08-03T10:27:58.711" v="1656" actId="478"/>
          <ac:graphicFrameMkLst>
            <pc:docMk/>
            <pc:sldMk cId="3846338403" sldId="2560"/>
            <ac:graphicFrameMk id="5" creationId="{C244DA9B-A3BA-1738-3D3E-32FF339EF18B}"/>
          </ac:graphicFrameMkLst>
        </pc:graphicFrameChg>
      </pc:sldChg>
      <pc:sldChg chg="addSp modSp mod modAnim">
        <pc:chgData name="Owais Ahmed" userId="6abc7d4556b3b071" providerId="LiveId" clId="{8CBEAB62-A728-450D-B4C0-9368924550F8}" dt="2023-08-05T09:03:13.436" v="3610" actId="13926"/>
        <pc:sldMkLst>
          <pc:docMk/>
          <pc:sldMk cId="150925741" sldId="2563"/>
        </pc:sldMkLst>
        <pc:spChg chg="mod">
          <ac:chgData name="Owais Ahmed" userId="6abc7d4556b3b071" providerId="LiveId" clId="{8CBEAB62-A728-450D-B4C0-9368924550F8}" dt="2023-08-05T08:28:34.610" v="3322" actId="20577"/>
          <ac:spMkLst>
            <pc:docMk/>
            <pc:sldMk cId="150925741" sldId="2563"/>
            <ac:spMk id="3" creationId="{4A1C0383-58FE-E486-295E-B33B8683B938}"/>
          </ac:spMkLst>
        </pc:spChg>
        <pc:graphicFrameChg chg="add mod modGraphic">
          <ac:chgData name="Owais Ahmed" userId="6abc7d4556b3b071" providerId="LiveId" clId="{8CBEAB62-A728-450D-B4C0-9368924550F8}" dt="2023-08-05T09:03:13.436" v="3610" actId="13926"/>
          <ac:graphicFrameMkLst>
            <pc:docMk/>
            <pc:sldMk cId="150925741" sldId="2563"/>
            <ac:graphicFrameMk id="4" creationId="{DE8A4CD6-FF35-8C96-FE48-73CE2E1F1C2C}"/>
          </ac:graphicFrameMkLst>
        </pc:graphicFrameChg>
        <pc:graphicFrameChg chg="mod modGraphic">
          <ac:chgData name="Owais Ahmed" userId="6abc7d4556b3b071" providerId="LiveId" clId="{8CBEAB62-A728-450D-B4C0-9368924550F8}" dt="2023-08-05T04:53:32.312" v="2388" actId="1076"/>
          <ac:graphicFrameMkLst>
            <pc:docMk/>
            <pc:sldMk cId="150925741" sldId="2563"/>
            <ac:graphicFrameMk id="5" creationId="{C244DA9B-A3BA-1738-3D3E-32FF339EF18B}"/>
          </ac:graphicFrameMkLst>
        </pc:graphicFrameChg>
      </pc:sldChg>
      <pc:sldChg chg="delSp modSp add mod delAnim modAnim">
        <pc:chgData name="Owais Ahmed" userId="6abc7d4556b3b071" providerId="LiveId" clId="{8CBEAB62-A728-450D-B4C0-9368924550F8}" dt="2023-08-05T08:59:22.071" v="3553" actId="14100"/>
        <pc:sldMkLst>
          <pc:docMk/>
          <pc:sldMk cId="3164841762" sldId="2564"/>
        </pc:sldMkLst>
        <pc:spChg chg="mod">
          <ac:chgData name="Owais Ahmed" userId="6abc7d4556b3b071" providerId="LiveId" clId="{8CBEAB62-A728-450D-B4C0-9368924550F8}" dt="2023-08-05T08:59:22.071" v="3553" actId="14100"/>
          <ac:spMkLst>
            <pc:docMk/>
            <pc:sldMk cId="3164841762" sldId="2564"/>
            <ac:spMk id="3" creationId="{4A1C0383-58FE-E486-295E-B33B8683B938}"/>
          </ac:spMkLst>
        </pc:spChg>
        <pc:graphicFrameChg chg="del">
          <ac:chgData name="Owais Ahmed" userId="6abc7d4556b3b071" providerId="LiveId" clId="{8CBEAB62-A728-450D-B4C0-9368924550F8}" dt="2023-08-05T07:45:06.498" v="2880" actId="478"/>
          <ac:graphicFrameMkLst>
            <pc:docMk/>
            <pc:sldMk cId="3164841762" sldId="2564"/>
            <ac:graphicFrameMk id="4" creationId="{DE8A4CD6-FF35-8C96-FE48-73CE2E1F1C2C}"/>
          </ac:graphicFrameMkLst>
        </pc:graphicFrameChg>
        <pc:graphicFrameChg chg="del">
          <ac:chgData name="Owais Ahmed" userId="6abc7d4556b3b071" providerId="LiveId" clId="{8CBEAB62-A728-450D-B4C0-9368924550F8}" dt="2023-08-05T07:45:08.070" v="2881" actId="478"/>
          <ac:graphicFrameMkLst>
            <pc:docMk/>
            <pc:sldMk cId="3164841762" sldId="2564"/>
            <ac:graphicFrameMk id="5" creationId="{C244DA9B-A3BA-1738-3D3E-32FF339EF18B}"/>
          </ac:graphicFrameMkLst>
        </pc:graphicFrameChg>
      </pc:sldChg>
      <pc:sldChg chg="addSp modSp add mod modAnim">
        <pc:chgData name="Owais Ahmed" userId="6abc7d4556b3b071" providerId="LiveId" clId="{8CBEAB62-A728-450D-B4C0-9368924550F8}" dt="2023-08-07T05:01:57.294" v="8002" actId="14734"/>
        <pc:sldMkLst>
          <pc:docMk/>
          <pc:sldMk cId="4253636147" sldId="2565"/>
        </pc:sldMkLst>
        <pc:spChg chg="mod">
          <ac:chgData name="Owais Ahmed" userId="6abc7d4556b3b071" providerId="LiveId" clId="{8CBEAB62-A728-450D-B4C0-9368924550F8}" dt="2023-08-05T09:14:44.195" v="4442" actId="20577"/>
          <ac:spMkLst>
            <pc:docMk/>
            <pc:sldMk cId="4253636147" sldId="2565"/>
            <ac:spMk id="3" creationId="{4A1C0383-58FE-E486-295E-B33B8683B938}"/>
          </ac:spMkLst>
        </pc:spChg>
        <pc:graphicFrameChg chg="add mod modGraphic">
          <ac:chgData name="Owais Ahmed" userId="6abc7d4556b3b071" providerId="LiveId" clId="{8CBEAB62-A728-450D-B4C0-9368924550F8}" dt="2023-08-05T09:11:11.405" v="4126" actId="1076"/>
          <ac:graphicFrameMkLst>
            <pc:docMk/>
            <pc:sldMk cId="4253636147" sldId="2565"/>
            <ac:graphicFrameMk id="4" creationId="{25FA11BA-519C-B8E9-CDB3-AA9CD3B98FEF}"/>
          </ac:graphicFrameMkLst>
        </pc:graphicFrameChg>
        <pc:graphicFrameChg chg="add mod modGraphic">
          <ac:chgData name="Owais Ahmed" userId="6abc7d4556b3b071" providerId="LiveId" clId="{8CBEAB62-A728-450D-B4C0-9368924550F8}" dt="2023-08-05T09:11:06.877" v="4125" actId="1076"/>
          <ac:graphicFrameMkLst>
            <pc:docMk/>
            <pc:sldMk cId="4253636147" sldId="2565"/>
            <ac:graphicFrameMk id="5" creationId="{15E67BFA-3F71-083A-67AB-20A715EDDA93}"/>
          </ac:graphicFrameMkLst>
        </pc:graphicFrameChg>
        <pc:graphicFrameChg chg="add mod modGraphic">
          <ac:chgData name="Owais Ahmed" userId="6abc7d4556b3b071" providerId="LiveId" clId="{8CBEAB62-A728-450D-B4C0-9368924550F8}" dt="2023-08-07T05:01:57.294" v="8002" actId="14734"/>
          <ac:graphicFrameMkLst>
            <pc:docMk/>
            <pc:sldMk cId="4253636147" sldId="2565"/>
            <ac:graphicFrameMk id="6" creationId="{A72532E0-504C-C01E-B6E3-3694F19349C0}"/>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7" creationId="{66AA3F57-762F-68A5-0A34-CD66595BB821}"/>
          </ac:graphicFrameMkLst>
        </pc:graphicFrameChg>
        <pc:graphicFrameChg chg="add mod modGraphic">
          <ac:chgData name="Owais Ahmed" userId="6abc7d4556b3b071" providerId="LiveId" clId="{8CBEAB62-A728-450D-B4C0-9368924550F8}" dt="2023-08-05T09:06:59.310" v="3828" actId="1076"/>
          <ac:graphicFrameMkLst>
            <pc:docMk/>
            <pc:sldMk cId="4253636147" sldId="2565"/>
            <ac:graphicFrameMk id="8" creationId="{ECBF95C7-FB59-5ADC-4F88-3702DC89CB47}"/>
          </ac:graphicFrameMkLst>
        </pc:graphicFrameChg>
      </pc:sldChg>
      <pc:sldChg chg="delSp modSp add mod ord delAnim modAnim">
        <pc:chgData name="Owais Ahmed" userId="6abc7d4556b3b071" providerId="LiveId" clId="{8CBEAB62-A728-450D-B4C0-9368924550F8}" dt="2023-08-05T09:43:07.618" v="5690" actId="20577"/>
        <pc:sldMkLst>
          <pc:docMk/>
          <pc:sldMk cId="2684752333" sldId="2566"/>
        </pc:sldMkLst>
        <pc:spChg chg="mod">
          <ac:chgData name="Owais Ahmed" userId="6abc7d4556b3b071" providerId="LiveId" clId="{8CBEAB62-A728-450D-B4C0-9368924550F8}" dt="2023-08-05T09:43:07.618" v="5690" actId="20577"/>
          <ac:spMkLst>
            <pc:docMk/>
            <pc:sldMk cId="2684752333" sldId="2566"/>
            <ac:spMk id="3" creationId="{4A1C0383-58FE-E486-295E-B33B8683B938}"/>
          </ac:spMkLst>
        </pc:spChg>
        <pc:spChg chg="mod">
          <ac:chgData name="Owais Ahmed" userId="6abc7d4556b3b071" providerId="LiveId" clId="{8CBEAB62-A728-450D-B4C0-9368924550F8}" dt="2023-08-05T09:13:42.819" v="4352" actId="20577"/>
          <ac:spMkLst>
            <pc:docMk/>
            <pc:sldMk cId="2684752333" sldId="2566"/>
            <ac:spMk id="215" creationId="{00000000-0000-0000-0000-000000000000}"/>
          </ac:spMkLst>
        </pc:spChg>
        <pc:graphicFrameChg chg="del modGraphic">
          <ac:chgData name="Owais Ahmed" userId="6abc7d4556b3b071" providerId="LiveId" clId="{8CBEAB62-A728-450D-B4C0-9368924550F8}" dt="2023-08-05T09:13:47.360" v="4355" actId="478"/>
          <ac:graphicFrameMkLst>
            <pc:docMk/>
            <pc:sldMk cId="2684752333" sldId="2566"/>
            <ac:graphicFrameMk id="4" creationId="{DE8A4CD6-FF35-8C96-FE48-73CE2E1F1C2C}"/>
          </ac:graphicFrameMkLst>
        </pc:graphicFrameChg>
        <pc:graphicFrameChg chg="del">
          <ac:chgData name="Owais Ahmed" userId="6abc7d4556b3b071" providerId="LiveId" clId="{8CBEAB62-A728-450D-B4C0-9368924550F8}" dt="2023-08-05T09:13:45.246" v="4353" actId="478"/>
          <ac:graphicFrameMkLst>
            <pc:docMk/>
            <pc:sldMk cId="2684752333" sldId="2566"/>
            <ac:graphicFrameMk id="5" creationId="{C244DA9B-A3BA-1738-3D3E-32FF339EF18B}"/>
          </ac:graphicFrameMkLst>
        </pc:graphicFrameChg>
      </pc:sldChg>
      <pc:sldChg chg="addSp modSp add mod modAnim">
        <pc:chgData name="Owais Ahmed" userId="6abc7d4556b3b071" providerId="LiveId" clId="{8CBEAB62-A728-450D-B4C0-9368924550F8}" dt="2023-08-05T09:40:07.234" v="5654" actId="120"/>
        <pc:sldMkLst>
          <pc:docMk/>
          <pc:sldMk cId="138900574" sldId="2567"/>
        </pc:sldMkLst>
        <pc:spChg chg="mod">
          <ac:chgData name="Owais Ahmed" userId="6abc7d4556b3b071" providerId="LiveId" clId="{8CBEAB62-A728-450D-B4C0-9368924550F8}" dt="2023-08-05T09:40:05.036" v="5653" actId="120"/>
          <ac:spMkLst>
            <pc:docMk/>
            <pc:sldMk cId="138900574" sldId="2567"/>
            <ac:spMk id="3" creationId="{4A1C0383-58FE-E486-295E-B33B8683B938}"/>
          </ac:spMkLst>
        </pc:spChg>
        <pc:spChg chg="add mod">
          <ac:chgData name="Owais Ahmed" userId="6abc7d4556b3b071" providerId="LiveId" clId="{8CBEAB62-A728-450D-B4C0-9368924550F8}" dt="2023-08-05T09:40:07.234" v="5654" actId="120"/>
          <ac:spMkLst>
            <pc:docMk/>
            <pc:sldMk cId="138900574" sldId="2567"/>
            <ac:spMk id="4" creationId="{8D6224BA-2D09-E23F-7F3D-886C357CD0A9}"/>
          </ac:spMkLst>
        </pc:spChg>
        <pc:spChg chg="add mod">
          <ac:chgData name="Owais Ahmed" userId="6abc7d4556b3b071" providerId="LiveId" clId="{8CBEAB62-A728-450D-B4C0-9368924550F8}" dt="2023-08-05T09:39:12.371" v="5642" actId="20577"/>
          <ac:spMkLst>
            <pc:docMk/>
            <pc:sldMk cId="138900574" sldId="2567"/>
            <ac:spMk id="5" creationId="{D8A133B4-136A-66C5-A226-B4498C790255}"/>
          </ac:spMkLst>
        </pc:spChg>
      </pc:sldChg>
      <pc:sldChg chg="addSp delSp modSp add mod ord delAnim modAnim">
        <pc:chgData name="Owais Ahmed" userId="6abc7d4556b3b071" providerId="LiveId" clId="{8CBEAB62-A728-450D-B4C0-9368924550F8}" dt="2023-08-05T09:53:52.921" v="6349" actId="20577"/>
        <pc:sldMkLst>
          <pc:docMk/>
          <pc:sldMk cId="1329531230" sldId="2568"/>
        </pc:sldMkLst>
        <pc:spChg chg="mod">
          <ac:chgData name="Owais Ahmed" userId="6abc7d4556b3b071" providerId="LiveId" clId="{8CBEAB62-A728-450D-B4C0-9368924550F8}" dt="2023-08-05T09:53:52.921" v="6349" actId="20577"/>
          <ac:spMkLst>
            <pc:docMk/>
            <pc:sldMk cId="1329531230" sldId="2568"/>
            <ac:spMk id="3" creationId="{4A1C0383-58FE-E486-295E-B33B8683B938}"/>
          </ac:spMkLst>
        </pc:spChg>
        <pc:graphicFrameChg chg="add del mod">
          <ac:chgData name="Owais Ahmed" userId="6abc7d4556b3b071" providerId="LiveId" clId="{8CBEAB62-A728-450D-B4C0-9368924550F8}" dt="2023-08-05T09:44:04.472" v="5708" actId="478"/>
          <ac:graphicFrameMkLst>
            <pc:docMk/>
            <pc:sldMk cId="1329531230" sldId="2568"/>
            <ac:graphicFrameMk id="4" creationId="{CC68BD49-AE07-8B56-BDD7-30FFF47EAA86}"/>
          </ac:graphicFrameMkLst>
        </pc:graphicFrameChg>
      </pc:sldChg>
      <pc:sldChg chg="modSp add mod ord addAnim delAnim modAnim modNotesTx">
        <pc:chgData name="Owais Ahmed" userId="6abc7d4556b3b071" providerId="LiveId" clId="{8CBEAB62-A728-450D-B4C0-9368924550F8}" dt="2023-08-07T05:06:50.015" v="8280" actId="20577"/>
        <pc:sldMkLst>
          <pc:docMk/>
          <pc:sldMk cId="213204764" sldId="2569"/>
        </pc:sldMkLst>
        <pc:spChg chg="mod">
          <ac:chgData name="Owais Ahmed" userId="6abc7d4556b3b071" providerId="LiveId" clId="{8CBEAB62-A728-450D-B4C0-9368924550F8}" dt="2023-08-07T05:06:50.015" v="8280" actId="20577"/>
          <ac:spMkLst>
            <pc:docMk/>
            <pc:sldMk cId="213204764" sldId="2569"/>
            <ac:spMk id="3" creationId="{4A1C0383-58FE-E486-295E-B33B8683B938}"/>
          </ac:spMkLst>
        </pc:spChg>
      </pc:sldChg>
      <pc:sldChg chg="add del">
        <pc:chgData name="Owais Ahmed" userId="6abc7d4556b3b071" providerId="LiveId" clId="{8CBEAB62-A728-450D-B4C0-9368924550F8}" dt="2023-08-07T05:00:03.094" v="7877" actId="2890"/>
        <pc:sldMkLst>
          <pc:docMk/>
          <pc:sldMk cId="590678646" sldId="2570"/>
        </pc:sldMkLst>
      </pc:sldChg>
      <pc:sldChg chg="modSp add mod ord modAnim">
        <pc:chgData name="Owais Ahmed" userId="6abc7d4556b3b071" providerId="LiveId" clId="{8CBEAB62-A728-450D-B4C0-9368924550F8}" dt="2023-08-07T06:03:08.934" v="10384" actId="20577"/>
        <pc:sldMkLst>
          <pc:docMk/>
          <pc:sldMk cId="3970414602" sldId="2570"/>
        </pc:sldMkLst>
        <pc:spChg chg="mod">
          <ac:chgData name="Owais Ahmed" userId="6abc7d4556b3b071" providerId="LiveId" clId="{8CBEAB62-A728-450D-B4C0-9368924550F8}" dt="2023-08-07T06:03:08.934" v="10384" actId="20577"/>
          <ac:spMkLst>
            <pc:docMk/>
            <pc:sldMk cId="3970414602" sldId="2570"/>
            <ac:spMk id="3" creationId="{4A1C0383-58FE-E486-295E-B33B8683B938}"/>
          </ac:spMkLst>
        </pc:spChg>
      </pc:sldChg>
      <pc:sldChg chg="addSp modSp add mod ord modAnim">
        <pc:chgData name="Owais Ahmed" userId="6abc7d4556b3b071" providerId="LiveId" clId="{8CBEAB62-A728-450D-B4C0-9368924550F8}" dt="2023-08-07T06:02:45.761" v="10378" actId="20577"/>
        <pc:sldMkLst>
          <pc:docMk/>
          <pc:sldMk cId="1201433262" sldId="2571"/>
        </pc:sldMkLst>
        <pc:spChg chg="mod">
          <ac:chgData name="Owais Ahmed" userId="6abc7d4556b3b071" providerId="LiveId" clId="{8CBEAB62-A728-450D-B4C0-9368924550F8}" dt="2023-08-07T06:02:45.761" v="10378" actId="20577"/>
          <ac:spMkLst>
            <pc:docMk/>
            <pc:sldMk cId="1201433262" sldId="2571"/>
            <ac:spMk id="3" creationId="{4A1C0383-58FE-E486-295E-B33B8683B938}"/>
          </ac:spMkLst>
        </pc:spChg>
        <pc:spChg chg="mod">
          <ac:chgData name="Owais Ahmed" userId="6abc7d4556b3b071" providerId="LiveId" clId="{8CBEAB62-A728-450D-B4C0-9368924550F8}" dt="2023-08-07T05:12:33.727" v="8787" actId="20577"/>
          <ac:spMkLst>
            <pc:docMk/>
            <pc:sldMk cId="1201433262" sldId="2571"/>
            <ac:spMk id="215" creationId="{00000000-0000-0000-0000-000000000000}"/>
          </ac:spMkLst>
        </pc:spChg>
        <pc:graphicFrameChg chg="add mod modGraphic">
          <ac:chgData name="Owais Ahmed" userId="6abc7d4556b3b071" providerId="LiveId" clId="{8CBEAB62-A728-450D-B4C0-9368924550F8}" dt="2023-08-07T05:33:19.320" v="8987" actId="1076"/>
          <ac:graphicFrameMkLst>
            <pc:docMk/>
            <pc:sldMk cId="1201433262" sldId="2571"/>
            <ac:graphicFrameMk id="4" creationId="{34918803-EC30-5A49-49FD-1A59C4328C53}"/>
          </ac:graphicFrameMkLst>
        </pc:graphicFrameChg>
      </pc:sldChg>
      <pc:sldChg chg="delSp modSp add del mod modAnim">
        <pc:chgData name="Owais Ahmed" userId="6abc7d4556b3b071" providerId="LiveId" clId="{8CBEAB62-A728-450D-B4C0-9368924550F8}" dt="2023-08-07T06:01:39.402" v="10337" actId="47"/>
        <pc:sldMkLst>
          <pc:docMk/>
          <pc:sldMk cId="3209427558" sldId="2572"/>
        </pc:sldMkLst>
        <pc:spChg chg="mod">
          <ac:chgData name="Owais Ahmed" userId="6abc7d4556b3b071" providerId="LiveId" clId="{8CBEAB62-A728-450D-B4C0-9368924550F8}" dt="2023-08-07T06:00:43.311" v="10313" actId="20577"/>
          <ac:spMkLst>
            <pc:docMk/>
            <pc:sldMk cId="3209427558" sldId="2572"/>
            <ac:spMk id="3" creationId="{4A1C0383-58FE-E486-295E-B33B8683B938}"/>
          </ac:spMkLst>
        </pc:spChg>
        <pc:graphicFrameChg chg="del">
          <ac:chgData name="Owais Ahmed" userId="6abc7d4556b3b071" providerId="LiveId" clId="{8CBEAB62-A728-450D-B4C0-9368924550F8}" dt="2023-08-07T05:35:58.764" v="9438" actId="478"/>
          <ac:graphicFrameMkLst>
            <pc:docMk/>
            <pc:sldMk cId="3209427558" sldId="2572"/>
            <ac:graphicFrameMk id="4" creationId="{34918803-EC30-5A49-49FD-1A59C4328C53}"/>
          </ac:graphicFrameMkLst>
        </pc:graphicFrameChg>
      </pc:sldChg>
      <pc:sldChg chg="modSp add mod ord modAnim">
        <pc:chgData name="Owais Ahmed" userId="6abc7d4556b3b071" providerId="LiveId" clId="{8CBEAB62-A728-450D-B4C0-9368924550F8}" dt="2023-08-07T06:07:14.440" v="10621" actId="20577"/>
        <pc:sldMkLst>
          <pc:docMk/>
          <pc:sldMk cId="2285914733" sldId="2573"/>
        </pc:sldMkLst>
        <pc:spChg chg="mod">
          <ac:chgData name="Owais Ahmed" userId="6abc7d4556b3b071" providerId="LiveId" clId="{8CBEAB62-A728-450D-B4C0-9368924550F8}" dt="2023-08-07T06:07:14.440" v="10621" actId="20577"/>
          <ac:spMkLst>
            <pc:docMk/>
            <pc:sldMk cId="2285914733" sldId="2573"/>
            <ac:spMk id="3" creationId="{4A1C0383-58FE-E486-295E-B33B8683B938}"/>
          </ac:spMkLst>
        </pc:spChg>
        <pc:spChg chg="mod">
          <ac:chgData name="Owais Ahmed" userId="6abc7d4556b3b071" providerId="LiveId" clId="{8CBEAB62-A728-450D-B4C0-9368924550F8}" dt="2023-08-07T05:39:00.297" v="9677" actId="20577"/>
          <ac:spMkLst>
            <pc:docMk/>
            <pc:sldMk cId="2285914733" sldId="2573"/>
            <ac:spMk id="215" creationId="{00000000-0000-0000-0000-000000000000}"/>
          </ac:spMkLst>
        </pc:spChg>
      </pc:sldChg>
      <pc:sldChg chg="modSp add mod ord addAnim delAnim modAnim">
        <pc:chgData name="Owais Ahmed" userId="6abc7d4556b3b071" providerId="LiveId" clId="{8CBEAB62-A728-450D-B4C0-9368924550F8}" dt="2023-08-07T07:34:47.032" v="13823" actId="20577"/>
        <pc:sldMkLst>
          <pc:docMk/>
          <pc:sldMk cId="1728240852" sldId="2574"/>
        </pc:sldMkLst>
        <pc:spChg chg="mod">
          <ac:chgData name="Owais Ahmed" userId="6abc7d4556b3b071" providerId="LiveId" clId="{8CBEAB62-A728-450D-B4C0-9368924550F8}" dt="2023-08-07T07:34:47.032" v="13823" actId="20577"/>
          <ac:spMkLst>
            <pc:docMk/>
            <pc:sldMk cId="1728240852" sldId="2574"/>
            <ac:spMk id="3" creationId="{4A1C0383-58FE-E486-295E-B33B8683B938}"/>
          </ac:spMkLst>
        </pc:spChg>
        <pc:spChg chg="mod">
          <ac:chgData name="Owais Ahmed" userId="6abc7d4556b3b071" providerId="LiveId" clId="{8CBEAB62-A728-450D-B4C0-9368924550F8}" dt="2023-08-07T06:03:30.120" v="10418" actId="20577"/>
          <ac:spMkLst>
            <pc:docMk/>
            <pc:sldMk cId="1728240852" sldId="2574"/>
            <ac:spMk id="215" creationId="{00000000-0000-0000-0000-000000000000}"/>
          </ac:spMkLst>
        </pc:spChg>
      </pc:sldChg>
      <pc:sldChg chg="modSp add mod modAnim">
        <pc:chgData name="Owais Ahmed" userId="6abc7d4556b3b071" providerId="LiveId" clId="{8CBEAB62-A728-450D-B4C0-9368924550F8}" dt="2023-08-07T07:06:18.484" v="13104" actId="20577"/>
        <pc:sldMkLst>
          <pc:docMk/>
          <pc:sldMk cId="3271818871" sldId="2575"/>
        </pc:sldMkLst>
        <pc:spChg chg="mod">
          <ac:chgData name="Owais Ahmed" userId="6abc7d4556b3b071" providerId="LiveId" clId="{8CBEAB62-A728-450D-B4C0-9368924550F8}" dt="2023-08-07T07:06:18.484" v="13104" actId="20577"/>
          <ac:spMkLst>
            <pc:docMk/>
            <pc:sldMk cId="3271818871" sldId="2575"/>
            <ac:spMk id="3" creationId="{4A1C0383-58FE-E486-295E-B33B8683B938}"/>
          </ac:spMkLst>
        </pc:spChg>
      </pc:sldChg>
      <pc:sldChg chg="addSp modSp add mod modAnim">
        <pc:chgData name="Owais Ahmed" userId="6abc7d4556b3b071" providerId="LiveId" clId="{8CBEAB62-A728-450D-B4C0-9368924550F8}" dt="2023-08-07T07:18:50.265" v="13589" actId="20577"/>
        <pc:sldMkLst>
          <pc:docMk/>
          <pc:sldMk cId="1747158155" sldId="2576"/>
        </pc:sldMkLst>
        <pc:spChg chg="mod">
          <ac:chgData name="Owais Ahmed" userId="6abc7d4556b3b071" providerId="LiveId" clId="{8CBEAB62-A728-450D-B4C0-9368924550F8}" dt="2023-08-07T07:18:50.265" v="13589" actId="20577"/>
          <ac:spMkLst>
            <pc:docMk/>
            <pc:sldMk cId="1747158155" sldId="2576"/>
            <ac:spMk id="3" creationId="{4A1C0383-58FE-E486-295E-B33B8683B938}"/>
          </ac:spMkLst>
        </pc:spChg>
        <pc:graphicFrameChg chg="add mod modGraphic">
          <ac:chgData name="Owais Ahmed" userId="6abc7d4556b3b071" providerId="LiveId" clId="{8CBEAB62-A728-450D-B4C0-9368924550F8}" dt="2023-08-07T07:18:07.551" v="13587" actId="20577"/>
          <ac:graphicFrameMkLst>
            <pc:docMk/>
            <pc:sldMk cId="1747158155" sldId="2576"/>
            <ac:graphicFrameMk id="4" creationId="{E8DC0AA7-B0F5-5582-4340-3D37A53CCE2F}"/>
          </ac:graphicFrameMkLst>
        </pc:graphicFrameChg>
      </pc:sldChg>
    </pc:docChg>
  </pc:docChgLst>
  <pc:docChgLst>
    <pc:chgData name="Owais Ahmed" userId="6abc7d4556b3b071" providerId="LiveId" clId="{F42522E0-99CE-4106-9440-FDFEF3B733BF}"/>
    <pc:docChg chg="custSel addSld delSld modSld">
      <pc:chgData name="Owais Ahmed" userId="6abc7d4556b3b071" providerId="LiveId" clId="{F42522E0-99CE-4106-9440-FDFEF3B733BF}" dt="2023-11-22T15:48:47.998" v="12" actId="1076"/>
      <pc:docMkLst>
        <pc:docMk/>
      </pc:docMkLst>
      <pc:sldChg chg="del">
        <pc:chgData name="Owais Ahmed" userId="6abc7d4556b3b071" providerId="LiveId" clId="{F42522E0-99CE-4106-9440-FDFEF3B733BF}" dt="2023-11-22T15:47:15.539" v="1" actId="47"/>
        <pc:sldMkLst>
          <pc:docMk/>
          <pc:sldMk cId="2642061684" sldId="2581"/>
        </pc:sldMkLst>
      </pc:sldChg>
      <pc:sldChg chg="addSp delSp modSp add mod delAnim modAnim">
        <pc:chgData name="Owais Ahmed" userId="6abc7d4556b3b071" providerId="LiveId" clId="{F42522E0-99CE-4106-9440-FDFEF3B733BF}" dt="2023-11-22T15:48:47.998" v="12" actId="1076"/>
        <pc:sldMkLst>
          <pc:docMk/>
          <pc:sldMk cId="386739838" sldId="2582"/>
        </pc:sldMkLst>
        <pc:spChg chg="del">
          <ac:chgData name="Owais Ahmed" userId="6abc7d4556b3b071" providerId="LiveId" clId="{F42522E0-99CE-4106-9440-FDFEF3B733BF}" dt="2023-11-22T15:47:25.417" v="7" actId="478"/>
          <ac:spMkLst>
            <pc:docMk/>
            <pc:sldMk cId="386739838" sldId="2582"/>
            <ac:spMk id="45" creationId="{9461B18B-6838-7194-7627-74E0FA77C8B6}"/>
          </ac:spMkLst>
        </pc:spChg>
        <pc:spChg chg="mod">
          <ac:chgData name="Owais Ahmed" userId="6abc7d4556b3b071" providerId="LiveId" clId="{F42522E0-99CE-4106-9440-FDFEF3B733BF}" dt="2023-11-22T15:47:19.703" v="6" actId="20577"/>
          <ac:spMkLst>
            <pc:docMk/>
            <pc:sldMk cId="386739838" sldId="2582"/>
            <ac:spMk id="215" creationId="{00000000-0000-0000-0000-000000000000}"/>
          </ac:spMkLst>
        </pc:spChg>
        <pc:graphicFrameChg chg="add mod">
          <ac:chgData name="Owais Ahmed" userId="6abc7d4556b3b071" providerId="LiveId" clId="{F42522E0-99CE-4106-9440-FDFEF3B733BF}" dt="2023-11-22T15:48:47.998" v="12" actId="1076"/>
          <ac:graphicFrameMkLst>
            <pc:docMk/>
            <pc:sldMk cId="386739838" sldId="2582"/>
            <ac:graphicFrameMk id="3" creationId="{CB0773A7-9864-4F79-3A7F-29C656B6C8CF}"/>
          </ac:graphicFrameMkLst>
        </pc:graphicFrameChg>
        <pc:graphicFrameChg chg="modGraphic">
          <ac:chgData name="Owais Ahmed" userId="6abc7d4556b3b071" providerId="LiveId" clId="{F42522E0-99CE-4106-9440-FDFEF3B733BF}" dt="2023-11-22T15:48:06.417" v="9" actId="207"/>
          <ac:graphicFrameMkLst>
            <pc:docMk/>
            <pc:sldMk cId="386739838" sldId="2582"/>
            <ac:graphicFrameMk id="4" creationId="{25FA11BA-519C-B8E9-CDB3-AA9CD3B98FEF}"/>
          </ac:graphicFrameMkLst>
        </pc:graphicFrameChg>
        <pc:graphicFrameChg chg="del">
          <ac:chgData name="Owais Ahmed" userId="6abc7d4556b3b071" providerId="LiveId" clId="{F42522E0-99CE-4106-9440-FDFEF3B733BF}" dt="2023-11-22T15:48:31.604" v="10" actId="478"/>
          <ac:graphicFrameMkLst>
            <pc:docMk/>
            <pc:sldMk cId="386739838" sldId="2582"/>
            <ac:graphicFrameMk id="25" creationId="{6988EEDA-FA31-6010-195D-2FA146412BEA}"/>
          </ac:graphicFrameMkLst>
        </pc:graphicFrameChg>
        <pc:graphicFrameChg chg="del">
          <ac:chgData name="Owais Ahmed" userId="6abc7d4556b3b071" providerId="LiveId" clId="{F42522E0-99CE-4106-9440-FDFEF3B733BF}" dt="2023-11-22T15:48:31.604" v="10" actId="478"/>
          <ac:graphicFrameMkLst>
            <pc:docMk/>
            <pc:sldMk cId="386739838" sldId="2582"/>
            <ac:graphicFrameMk id="26" creationId="{DCED0645-2FD9-0B0E-0829-10FADA5B13B3}"/>
          </ac:graphicFrameMkLst>
        </pc:graphicFrameChg>
        <pc:graphicFrameChg chg="del">
          <ac:chgData name="Owais Ahmed" userId="6abc7d4556b3b071" providerId="LiveId" clId="{F42522E0-99CE-4106-9440-FDFEF3B733BF}" dt="2023-11-22T15:48:31.604" v="10" actId="478"/>
          <ac:graphicFrameMkLst>
            <pc:docMk/>
            <pc:sldMk cId="386739838" sldId="2582"/>
            <ac:graphicFrameMk id="27" creationId="{82DC31B5-9D70-1DF3-9FC5-2BE0B9078ED6}"/>
          </ac:graphicFrameMkLst>
        </pc:graphicFrameChg>
        <pc:graphicFrameChg chg="del">
          <ac:chgData name="Owais Ahmed" userId="6abc7d4556b3b071" providerId="LiveId" clId="{F42522E0-99CE-4106-9440-FDFEF3B733BF}" dt="2023-11-22T15:48:31.604" v="10" actId="478"/>
          <ac:graphicFrameMkLst>
            <pc:docMk/>
            <pc:sldMk cId="386739838" sldId="2582"/>
            <ac:graphicFrameMk id="29" creationId="{378D95FF-EAC6-5505-CE93-CCDDB49605E7}"/>
          </ac:graphicFrameMkLst>
        </pc:graphicFrameChg>
        <pc:graphicFrameChg chg="del">
          <ac:chgData name="Owais Ahmed" userId="6abc7d4556b3b071" providerId="LiveId" clId="{F42522E0-99CE-4106-9440-FDFEF3B733BF}" dt="2023-11-22T15:48:31.604" v="10" actId="478"/>
          <ac:graphicFrameMkLst>
            <pc:docMk/>
            <pc:sldMk cId="386739838" sldId="2582"/>
            <ac:graphicFrameMk id="30" creationId="{D87B8439-7978-2873-4B35-FD9BB274BFB1}"/>
          </ac:graphicFrameMkLst>
        </pc:graphicFrameChg>
        <pc:graphicFrameChg chg="del">
          <ac:chgData name="Owais Ahmed" userId="6abc7d4556b3b071" providerId="LiveId" clId="{F42522E0-99CE-4106-9440-FDFEF3B733BF}" dt="2023-11-22T15:48:31.604" v="10" actId="478"/>
          <ac:graphicFrameMkLst>
            <pc:docMk/>
            <pc:sldMk cId="386739838" sldId="2582"/>
            <ac:graphicFrameMk id="31" creationId="{7E9772CF-6A16-D910-45CA-F86BA061F819}"/>
          </ac:graphicFrameMkLst>
        </pc:graphicFrameChg>
        <pc:graphicFrameChg chg="del">
          <ac:chgData name="Owais Ahmed" userId="6abc7d4556b3b071" providerId="LiveId" clId="{F42522E0-99CE-4106-9440-FDFEF3B733BF}" dt="2023-11-22T15:48:31.604" v="10" actId="478"/>
          <ac:graphicFrameMkLst>
            <pc:docMk/>
            <pc:sldMk cId="386739838" sldId="2582"/>
            <ac:graphicFrameMk id="32" creationId="{2B479B8B-CFA3-C856-0171-6D1F1B6F7654}"/>
          </ac:graphicFrameMkLst>
        </pc:graphicFrameChg>
        <pc:graphicFrameChg chg="del">
          <ac:chgData name="Owais Ahmed" userId="6abc7d4556b3b071" providerId="LiveId" clId="{F42522E0-99CE-4106-9440-FDFEF3B733BF}" dt="2023-11-22T15:48:31.604" v="10" actId="478"/>
          <ac:graphicFrameMkLst>
            <pc:docMk/>
            <pc:sldMk cId="386739838" sldId="2582"/>
            <ac:graphicFrameMk id="33" creationId="{47398C62-B6F2-DE3E-87F8-194E7987DC31}"/>
          </ac:graphicFrameMkLst>
        </pc:graphicFrameChg>
        <pc:graphicFrameChg chg="del">
          <ac:chgData name="Owais Ahmed" userId="6abc7d4556b3b071" providerId="LiveId" clId="{F42522E0-99CE-4106-9440-FDFEF3B733BF}" dt="2023-11-22T15:48:31.604" v="10" actId="478"/>
          <ac:graphicFrameMkLst>
            <pc:docMk/>
            <pc:sldMk cId="386739838" sldId="2582"/>
            <ac:graphicFrameMk id="34" creationId="{CFB62991-040B-52EC-EA81-1DCB5977BA47}"/>
          </ac:graphicFrameMkLst>
        </pc:graphicFrameChg>
        <pc:graphicFrameChg chg="del">
          <ac:chgData name="Owais Ahmed" userId="6abc7d4556b3b071" providerId="LiveId" clId="{F42522E0-99CE-4106-9440-FDFEF3B733BF}" dt="2023-11-22T15:48:31.604" v="10" actId="478"/>
          <ac:graphicFrameMkLst>
            <pc:docMk/>
            <pc:sldMk cId="386739838" sldId="2582"/>
            <ac:graphicFrameMk id="35" creationId="{D8D45612-962F-46E4-7F77-366ACF2CE96E}"/>
          </ac:graphicFrameMkLst>
        </pc:graphicFrameChg>
        <pc:graphicFrameChg chg="del">
          <ac:chgData name="Owais Ahmed" userId="6abc7d4556b3b071" providerId="LiveId" clId="{F42522E0-99CE-4106-9440-FDFEF3B733BF}" dt="2023-11-22T15:48:31.604" v="10" actId="478"/>
          <ac:graphicFrameMkLst>
            <pc:docMk/>
            <pc:sldMk cId="386739838" sldId="2582"/>
            <ac:graphicFrameMk id="36" creationId="{914283B1-5C00-2230-D60E-2E09CB35BB2D}"/>
          </ac:graphicFrameMkLst>
        </pc:graphicFrameChg>
        <pc:graphicFrameChg chg="del">
          <ac:chgData name="Owais Ahmed" userId="6abc7d4556b3b071" providerId="LiveId" clId="{F42522E0-99CE-4106-9440-FDFEF3B733BF}" dt="2023-11-22T15:48:31.604" v="10" actId="478"/>
          <ac:graphicFrameMkLst>
            <pc:docMk/>
            <pc:sldMk cId="386739838" sldId="2582"/>
            <ac:graphicFrameMk id="37" creationId="{D90D1344-34A7-3B67-3689-E219C3230CA4}"/>
          </ac:graphicFrameMkLst>
        </pc:graphicFrameChg>
        <pc:graphicFrameChg chg="del">
          <ac:chgData name="Owais Ahmed" userId="6abc7d4556b3b071" providerId="LiveId" clId="{F42522E0-99CE-4106-9440-FDFEF3B733BF}" dt="2023-11-22T15:48:31.604" v="10" actId="478"/>
          <ac:graphicFrameMkLst>
            <pc:docMk/>
            <pc:sldMk cId="386739838" sldId="2582"/>
            <ac:graphicFrameMk id="38" creationId="{41463D03-CA79-94B2-2B12-7AC83D11286F}"/>
          </ac:graphicFrameMkLst>
        </pc:graphicFrameChg>
        <pc:graphicFrameChg chg="del">
          <ac:chgData name="Owais Ahmed" userId="6abc7d4556b3b071" providerId="LiveId" clId="{F42522E0-99CE-4106-9440-FDFEF3B733BF}" dt="2023-11-22T15:48:31.604" v="10" actId="478"/>
          <ac:graphicFrameMkLst>
            <pc:docMk/>
            <pc:sldMk cId="386739838" sldId="2582"/>
            <ac:graphicFrameMk id="40" creationId="{1997377A-EC98-D977-9D02-E0E9EACA4E92}"/>
          </ac:graphicFrameMkLst>
        </pc:graphicFrameChg>
        <pc:graphicFrameChg chg="del">
          <ac:chgData name="Owais Ahmed" userId="6abc7d4556b3b071" providerId="LiveId" clId="{F42522E0-99CE-4106-9440-FDFEF3B733BF}" dt="2023-11-22T15:48:31.604" v="10" actId="478"/>
          <ac:graphicFrameMkLst>
            <pc:docMk/>
            <pc:sldMk cId="386739838" sldId="2582"/>
            <ac:graphicFrameMk id="43" creationId="{94C61B5E-A580-FD77-4963-BFD5AB4EA764}"/>
          </ac:graphicFrameMkLst>
        </pc:graphicFrameChg>
        <pc:graphicFrameChg chg="del">
          <ac:chgData name="Owais Ahmed" userId="6abc7d4556b3b071" providerId="LiveId" clId="{F42522E0-99CE-4106-9440-FDFEF3B733BF}" dt="2023-11-22T15:48:31.604" v="10" actId="478"/>
          <ac:graphicFrameMkLst>
            <pc:docMk/>
            <pc:sldMk cId="386739838" sldId="2582"/>
            <ac:graphicFrameMk id="44" creationId="{4B3E5247-7D93-5B34-D0DC-31E11377FB97}"/>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12/11/2023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12/10/2023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youtube.com/watch?v=l7TtZ-8vCno"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youtube.com/watch?v=l7TtZ-8vCno"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1645852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164318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29244172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1698908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37230277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2348663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5769730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9753311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1967331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40964805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31337493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19451229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39309090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16169009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Ref: </a:t>
            </a:r>
            <a:r>
              <a:rPr lang="en-US" dirty="0">
                <a:hlinkClick r:id="rId3"/>
              </a:rPr>
              <a:t>CS502_Lecture14 - YouTube</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12893567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Ref: </a:t>
            </a:r>
            <a:r>
              <a:rPr lang="en-US" dirty="0">
                <a:hlinkClick r:id="rId3"/>
              </a:rPr>
              <a:t>CS502_Lecture14 - YouTube</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11640693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3904149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20</a:t>
            </a:fld>
            <a:endParaRPr lang="en-US" dirty="0"/>
          </a:p>
        </p:txBody>
      </p:sp>
    </p:spTree>
    <p:extLst>
      <p:ext uri="{BB962C8B-B14F-4D97-AF65-F5344CB8AC3E}">
        <p14:creationId xmlns:p14="http://schemas.microsoft.com/office/powerpoint/2010/main" val="25339732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21</a:t>
            </a:fld>
            <a:endParaRPr lang="en-US" dirty="0"/>
          </a:p>
        </p:txBody>
      </p:sp>
    </p:spTree>
    <p:extLst>
      <p:ext uri="{BB962C8B-B14F-4D97-AF65-F5344CB8AC3E}">
        <p14:creationId xmlns:p14="http://schemas.microsoft.com/office/powerpoint/2010/main" val="23874550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22</a:t>
            </a:fld>
            <a:endParaRPr lang="en-US" dirty="0"/>
          </a:p>
        </p:txBody>
      </p:sp>
    </p:spTree>
    <p:extLst>
      <p:ext uri="{BB962C8B-B14F-4D97-AF65-F5344CB8AC3E}">
        <p14:creationId xmlns:p14="http://schemas.microsoft.com/office/powerpoint/2010/main" val="2164019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23</a:t>
            </a:fld>
            <a:endParaRPr lang="en-US" dirty="0"/>
          </a:p>
        </p:txBody>
      </p:sp>
    </p:spTree>
    <p:extLst>
      <p:ext uri="{BB962C8B-B14F-4D97-AF65-F5344CB8AC3E}">
        <p14:creationId xmlns:p14="http://schemas.microsoft.com/office/powerpoint/2010/main" val="8206317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24</a:t>
            </a:fld>
            <a:endParaRPr lang="en-US" dirty="0"/>
          </a:p>
        </p:txBody>
      </p:sp>
    </p:spTree>
    <p:extLst>
      <p:ext uri="{BB962C8B-B14F-4D97-AF65-F5344CB8AC3E}">
        <p14:creationId xmlns:p14="http://schemas.microsoft.com/office/powerpoint/2010/main" val="41152526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25</a:t>
            </a:fld>
            <a:endParaRPr lang="en-US" dirty="0"/>
          </a:p>
        </p:txBody>
      </p:sp>
    </p:spTree>
    <p:extLst>
      <p:ext uri="{BB962C8B-B14F-4D97-AF65-F5344CB8AC3E}">
        <p14:creationId xmlns:p14="http://schemas.microsoft.com/office/powerpoint/2010/main" val="23584236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26</a:t>
            </a:fld>
            <a:endParaRPr lang="en-US" dirty="0"/>
          </a:p>
        </p:txBody>
      </p:sp>
    </p:spTree>
    <p:extLst>
      <p:ext uri="{BB962C8B-B14F-4D97-AF65-F5344CB8AC3E}">
        <p14:creationId xmlns:p14="http://schemas.microsoft.com/office/powerpoint/2010/main" val="28481404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27</a:t>
            </a:fld>
            <a:endParaRPr lang="en-US" dirty="0"/>
          </a:p>
        </p:txBody>
      </p:sp>
    </p:spTree>
    <p:extLst>
      <p:ext uri="{BB962C8B-B14F-4D97-AF65-F5344CB8AC3E}">
        <p14:creationId xmlns:p14="http://schemas.microsoft.com/office/powerpoint/2010/main" val="3968391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dirty="0"/>
              <a:t>Click icon to add picture</a:t>
            </a:r>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dirty="0"/>
              <a:t>Click icon to add picture</a:t>
            </a:r>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dirty="0"/>
              <a:t>Click icon to add picture</a:t>
            </a:r>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dirty="0"/>
              <a:t>Click icon to add picture</a:t>
            </a:r>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dirty="0"/>
              <a:t>Click icon to add picture</a:t>
            </a:r>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dirty="0"/>
              <a:t>Click icon to add picture</a:t>
            </a:r>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dirty="0"/>
              <a:t>Click icon to add picture</a:t>
            </a:r>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dirty="0"/>
              <a:t>Click icon to add picture</a:t>
            </a:r>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dirty="0"/>
              <a:t>Click icon to add picture</a:t>
            </a:r>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dirty="0"/>
              <a:t>Click icon to add picture</a:t>
            </a:r>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dirty="0"/>
              <a:t>Click icon to add picture</a:t>
            </a:r>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dirty="0"/>
              <a:t>Click icon to add picture</a:t>
            </a:r>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dirty="0"/>
              <a:t>Click icon to add picture</a:t>
            </a:r>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dirty="0"/>
              <a:t>Click icon to add picture</a:t>
            </a:r>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dirty="0"/>
              <a:t>Click icon to add picture</a:t>
            </a:r>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dirty="0"/>
              <a:t>Click icon to add picture</a:t>
            </a:r>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dirty="0"/>
              <a:t>Click icon to add picture</a:t>
            </a:r>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dirty="0"/>
              <a:t>Click icon to add picture</a:t>
            </a:r>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11.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1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7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image" Target="../media/image8.png"/><Relationship Id="rId3" Type="http://schemas.microsoft.com/office/2007/relationships/hdphoto" Target="../media/hdphoto1.wdp"/><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a:t>DESIGN AND ANALYSIS OF ALGORITHMS (113939)</a:t>
            </a:r>
            <a:endParaRPr lang="en-US" sz="5400" b="1" dirty="0"/>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7" y="1808703"/>
            <a:ext cx="4924399" cy="4406369"/>
          </a:xfrm>
        </p:spPr>
        <p:txBody>
          <a:bodyPr/>
          <a:lstStyle/>
          <a:p>
            <a:r>
              <a:rPr lang="en-US" dirty="0"/>
              <a:t>Quicksort Pseudocode</a:t>
            </a:r>
          </a:p>
          <a:p>
            <a:r>
              <a:rPr lang="en-US" dirty="0"/>
              <a:t>Quicksort Piece by Piece</a:t>
            </a:r>
          </a:p>
          <a:p>
            <a:r>
              <a:rPr lang="en-US" dirty="0"/>
              <a:t>Complexity Analysis</a:t>
            </a:r>
          </a:p>
          <a:p>
            <a:r>
              <a:rPr lang="en-US" dirty="0"/>
              <a:t>Complexity Analysis – Worst case</a:t>
            </a:r>
          </a:p>
          <a:p>
            <a:r>
              <a:rPr lang="en-US" dirty="0"/>
              <a:t>Complexity Analysis – Best case</a:t>
            </a:r>
          </a:p>
          <a:p>
            <a:r>
              <a:rPr lang="en-US" dirty="0"/>
              <a:t>Complexity Analysis – Average case</a:t>
            </a:r>
          </a:p>
          <a:p>
            <a:endParaRPr lang="en-US" dirty="0"/>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Quicksort Pseudocode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36BAFF-A229-2D4C-DAE4-E2898006D8B7}"/>
                  </a:ext>
                </a:extLst>
              </p:cNvPr>
              <p:cNvSpPr txBox="1">
                <a:spLocks/>
              </p:cNvSpPr>
              <p:nvPr/>
            </p:nvSpPr>
            <p:spPr>
              <a:xfrm>
                <a:off x="220384" y="2250831"/>
                <a:ext cx="11743016" cy="4302368"/>
              </a:xfrm>
              <a:prstGeom prst="rect">
                <a:avLst/>
              </a:prstGeom>
            </p:spPr>
            <p:txBody>
              <a:bodyPr numCol="2">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buAutoNum type="arabicPeriod"/>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𝑛</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=1</m:t>
                    </m:r>
                  </m:oMath>
                </a14:m>
                <a:r>
                  <a:rPr lang="en-US" sz="2800" b="0" dirty="0">
                    <a:latin typeface="Cambria Math" panose="02040503050406030204" pitchFamily="18" charset="0"/>
                    <a:ea typeface="Cascadia Code" panose="020B0609020000020004" pitchFamily="49" charset="0"/>
                    <a:cs typeface="Cascadia Code" panose="020B0609020000020004" pitchFamily="49" charset="0"/>
                  </a:rPr>
                  <a:t>, then:</a:t>
                </a:r>
              </a:p>
              <a:p>
                <a:pPr marL="914400" lvl="1" indent="-457200">
                  <a:lnSpc>
                    <a:spcPct val="100000"/>
                  </a:lnSpc>
                  <a:buAutoNum type="arabicPeriod"/>
                </a:pPr>
                <a14:m>
                  <m:oMath xmlns:m="http://schemas.openxmlformats.org/officeDocument/2006/math">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𝐴</m:t>
                    </m:r>
                  </m:oMath>
                </a14:m>
                <a:endParaRPr lang="en-US" sz="26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𝑝</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0</m:t>
                        </m:r>
                      </m:e>
                    </m:d>
                  </m:oMath>
                </a14:m>
                <a:endParaRPr lang="en-US" sz="28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8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𝑛</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8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𝐼𝑁𝑆𝐸𝑅𝑇</m:t>
                    </m:r>
                    <m:d>
                      <m:dPr>
                        <m:ctrlPr>
                          <a:rPr lang="en-US" sz="28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e>
                    </m:d>
                  </m:oMath>
                </a14:m>
                <a:endParaRPr lang="en-US" sz="28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𝑅𝑒𝑝𝑒𝑎𝑡</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𝑊h𝑖𝑙𝑒</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&lt;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𝑗</m:t>
                    </m:r>
                  </m:oMath>
                </a14:m>
                <a:r>
                  <a:rPr lang="en-US" sz="2800" b="0" dirty="0">
                    <a:latin typeface="Cambria Math" panose="02040503050406030204" pitchFamily="18" charset="0"/>
                    <a:ea typeface="Cascadia Code" panose="020B0609020000020004" pitchFamily="49" charset="0"/>
                    <a:cs typeface="Cascadia Code" panose="020B0609020000020004" pitchFamily="49" charset="0"/>
                  </a:rPr>
                  <a:t>:</a:t>
                </a:r>
              </a:p>
              <a:p>
                <a:pPr marL="971550" lvl="1" indent="-514350">
                  <a:lnSpc>
                    <a:spcPct val="100000"/>
                  </a:lnSpc>
                  <a:buFont typeface="+mj-lt"/>
                  <a:buAutoNum type="alphaUcPeriod"/>
                </a:pPr>
                <a14:m>
                  <m:oMath xmlns:m="http://schemas.openxmlformats.org/officeDocument/2006/math">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𝑊h𝑖𝑙𝑒</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6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𝑖</m:t>
                        </m:r>
                      </m:e>
                    </m:d>
                    <m:r>
                      <a:rPr lang="en-US" sz="2600" b="0" i="1" smtClean="0">
                        <a:latin typeface="Cambria Math" panose="02040503050406030204" pitchFamily="18" charset="0"/>
                        <a:ea typeface="Cascadia Code" panose="020B0609020000020004" pitchFamily="49" charset="0"/>
                        <a:cs typeface="Cascadia Code" panose="020B0609020000020004" pitchFamily="49" charset="0"/>
                      </a:rPr>
                      <m:t>&lt;</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𝑝</m:t>
                    </m:r>
                  </m:oMath>
                </a14:m>
                <a:r>
                  <a:rPr lang="en-US" sz="2600" b="0" dirty="0">
                    <a:latin typeface="Cambria Math" panose="02040503050406030204" pitchFamily="18" charset="0"/>
                    <a:ea typeface="Cascadia Code" panose="020B0609020000020004" pitchFamily="49" charset="0"/>
                    <a:cs typeface="Cascadia Code" panose="020B0609020000020004" pitchFamily="49" charset="0"/>
                  </a:rPr>
                  <a:t>:</a:t>
                </a:r>
              </a:p>
              <a:p>
                <a:pPr marL="1428750" lvl="2" indent="-514350">
                  <a:lnSpc>
                    <a:spcPct val="100000"/>
                  </a:lnSpc>
                  <a:buFont typeface="+mj-lt"/>
                  <a:buAutoNum type="alphaLcPeriod"/>
                </a:pPr>
                <a14:m>
                  <m:oMath xmlns:m="http://schemas.openxmlformats.org/officeDocument/2006/math">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600" b="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lphaUcPeriod"/>
                </a:pPr>
                <a14:m>
                  <m:oMath xmlns:m="http://schemas.openxmlformats.org/officeDocument/2006/math">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𝑊h𝑖𝑙𝑒</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6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𝑗</m:t>
                        </m:r>
                      </m:e>
                    </m:d>
                    <m:r>
                      <a:rPr lang="en-US" sz="26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𝑝</m:t>
                    </m:r>
                  </m:oMath>
                </a14:m>
                <a:r>
                  <a:rPr lang="en-US" sz="2600" b="0" dirty="0">
                    <a:latin typeface="Cambria Math" panose="02040503050406030204" pitchFamily="18" charset="0"/>
                    <a:ea typeface="Cascadia Code" panose="020B0609020000020004" pitchFamily="49" charset="0"/>
                    <a:cs typeface="Cascadia Code" panose="020B0609020000020004" pitchFamily="49" charset="0"/>
                  </a:rPr>
                  <a:t>:</a:t>
                </a:r>
              </a:p>
              <a:p>
                <a:pPr marL="1428750" lvl="2" indent="-514350">
                  <a:lnSpc>
                    <a:spcPct val="100000"/>
                  </a:lnSpc>
                  <a:buFont typeface="+mj-lt"/>
                  <a:buAutoNum type="alphaLcPeriod"/>
                </a:pPr>
                <a14:m>
                  <m:oMath xmlns:m="http://schemas.openxmlformats.org/officeDocument/2006/math">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−1</m:t>
                    </m:r>
                  </m:oMath>
                </a14:m>
                <a:endParaRPr lang="en-US" sz="2600" b="0" dirty="0">
                  <a:latin typeface="Cambria Math" panose="02040503050406030204" pitchFamily="18" charset="0"/>
                  <a:ea typeface="Cascadia Code" panose="020B0609020000020004" pitchFamily="49" charset="0"/>
                  <a:cs typeface="Cascadia Code" panose="020B0609020000020004" pitchFamily="49" charset="0"/>
                </a:endParaRPr>
              </a:p>
              <a:p>
                <a:pPr marL="914400" lvl="1" indent="-457200">
                  <a:lnSpc>
                    <a:spcPct val="100000"/>
                  </a:lnSpc>
                  <a:buAutoNum type="alphaUcPeriod"/>
                </a:pPr>
                <a14:m>
                  <m:oMath xmlns:m="http://schemas.openxmlformats.org/officeDocument/2006/math">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&gt;</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𝑖</m:t>
                    </m:r>
                  </m:oMath>
                </a14:m>
                <a:r>
                  <a:rPr lang="en-US" sz="2600" b="0" dirty="0">
                    <a:latin typeface="Cambria Math" panose="02040503050406030204" pitchFamily="18" charset="0"/>
                    <a:ea typeface="Cascadia Code" panose="020B0609020000020004" pitchFamily="49" charset="0"/>
                    <a:cs typeface="Cascadia Code" panose="020B0609020000020004" pitchFamily="49" charset="0"/>
                  </a:rPr>
                  <a:t>, then:</a:t>
                </a:r>
              </a:p>
              <a:p>
                <a:pPr marL="1428750" lvl="2" indent="-514350">
                  <a:lnSpc>
                    <a:spcPct val="100000"/>
                  </a:lnSpc>
                  <a:buFont typeface="+mj-lt"/>
                  <a:buAutoNum type="alphaLcPeriod"/>
                </a:pPr>
                <a14:m>
                  <m:oMath xmlns:m="http://schemas.openxmlformats.org/officeDocument/2006/math">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𝑆𝑊𝐴𝑃</m:t>
                    </m:r>
                    <m:d>
                      <m:dPr>
                        <m:ctrlPr>
                          <a:rPr lang="en-US" sz="26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6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𝑖</m:t>
                            </m:r>
                          </m:e>
                        </m:d>
                        <m:r>
                          <a:rPr lang="en-US" sz="26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6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𝑗</m:t>
                            </m:r>
                          </m:e>
                        </m:d>
                      </m:e>
                    </m:d>
                  </m:oMath>
                </a14:m>
                <a:endParaRPr lang="en-US" sz="26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𝑆𝑊𝐴𝑃</m:t>
                    </m:r>
                    <m:d>
                      <m:dPr>
                        <m:ctrlPr>
                          <a:rPr lang="en-US" sz="28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8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𝑗</m:t>
                            </m:r>
                          </m:e>
                        </m:d>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𝑝</m:t>
                        </m:r>
                      </m:e>
                    </m:d>
                  </m:oMath>
                </a14:m>
                <a:endParaRPr lang="en-US" sz="28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𝑄𝑈𝐼𝐶𝐾𝑆𝑂𝑅𝑇</m:t>
                    </m:r>
                    <m:d>
                      <m:dPr>
                        <m:ctrlPr>
                          <a:rPr lang="en-US" sz="28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8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800" b="0" i="1" smtClean="0">
                                <a:latin typeface="Cambria Math" panose="02040503050406030204" pitchFamily="18" charset="0"/>
                                <a:ea typeface="Cascadia Code" panose="020B0609020000020004" pitchFamily="49" charset="0"/>
                                <a:cs typeface="Cascadia Code" panose="020B0609020000020004" pitchFamily="49" charset="0"/>
                              </a:rPr>
                              <m:t>0:</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−1</m:t>
                            </m:r>
                          </m:e>
                        </m:d>
                      </m:e>
                    </m:d>
                  </m:oMath>
                </a14:m>
                <a:endParaRPr lang="en-US" sz="28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𝑚𝑖𝑑</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8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𝑗</m:t>
                        </m:r>
                      </m:e>
                    </m:d>
                  </m:oMath>
                </a14:m>
                <a:endParaRPr lang="en-US" sz="28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i="1">
                        <a:latin typeface="Cambria Math" panose="02040503050406030204" pitchFamily="18" charset="0"/>
                        <a:ea typeface="Cascadia Code" panose="020B0609020000020004" pitchFamily="49" charset="0"/>
                        <a:cs typeface="Cascadia Code" panose="020B0609020000020004" pitchFamily="49" charset="0"/>
                      </a:rPr>
                      <m:t>𝑄𝑈𝐼𝐶𝐾𝑆𝑂𝑅𝑇</m:t>
                    </m:r>
                    <m:d>
                      <m:dPr>
                        <m:ctrlPr>
                          <a:rPr lang="en-US" sz="28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8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+1:</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𝑛</m:t>
                            </m:r>
                          </m:e>
                        </m:d>
                      </m:e>
                    </m:d>
                  </m:oMath>
                </a14:m>
                <a:endParaRPr lang="en-US" sz="28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𝑚𝑒𝑟𝑔𝑒𝑑</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𝑚𝑖𝑑</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oMath>
                </a14:m>
                <a:endParaRPr lang="en-US" sz="28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𝑚𝑒𝑟𝑔𝑒𝑑</m:t>
                    </m:r>
                  </m:oMath>
                </a14:m>
                <a:endParaRPr lang="en-US" sz="2800" b="0"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C036BAFF-A229-2D4C-DAE4-E2898006D8B7}"/>
                  </a:ext>
                </a:extLst>
              </p:cNvPr>
              <p:cNvSpPr txBox="1">
                <a:spLocks noRot="1" noChangeAspect="1" noMove="1" noResize="1" noEditPoints="1" noAdjustHandles="1" noChangeArrowheads="1" noChangeShapeType="1" noTextEdit="1"/>
              </p:cNvSpPr>
              <p:nvPr/>
            </p:nvSpPr>
            <p:spPr>
              <a:xfrm>
                <a:off x="220384" y="2250831"/>
                <a:ext cx="11743016" cy="4302368"/>
              </a:xfrm>
              <a:prstGeom prst="rect">
                <a:avLst/>
              </a:prstGeom>
              <a:blipFill>
                <a:blip r:embed="rId3"/>
                <a:stretch>
                  <a:fillRect t="-3116"/>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49868256-B961-22C6-EEA4-19DBAC0C4C71}"/>
              </a:ext>
            </a:extLst>
          </p:cNvPr>
          <p:cNvSpPr txBox="1">
            <a:spLocks/>
          </p:cNvSpPr>
          <p:nvPr/>
        </p:nvSpPr>
        <p:spPr>
          <a:xfrm>
            <a:off x="214767" y="1504336"/>
            <a:ext cx="11743016" cy="481979"/>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800" dirty="0">
                <a:latin typeface="Cascadia Code" panose="020B0609020000020004" pitchFamily="49" charset="0"/>
                <a:ea typeface="Cascadia Code" panose="020B0609020000020004" pitchFamily="49" charset="0"/>
                <a:cs typeface="Cascadia Code" panose="020B0609020000020004" pitchFamily="49" charset="0"/>
              </a:rPr>
              <a:t>QUICKSORT</a:t>
            </a:r>
            <a:r>
              <a:rPr lang="en-US" sz="2800" dirty="0">
                <a:latin typeface="Cascadia Code" panose="020B0609020000020004" pitchFamily="49" charset="0"/>
                <a:cs typeface="Cascadia Code" panose="020B0609020000020004" pitchFamily="49" charset="0"/>
              </a:rPr>
              <a:t>(A, n</a:t>
            </a:r>
            <a:r>
              <a:rPr lang="en-US" sz="2800" dirty="0">
                <a:latin typeface="Cascadia Code" panose="020B0609020000020004" pitchFamily="49" charset="0"/>
                <a:ea typeface="Cascadia Code" panose="020B0609020000020004" pitchFamily="49" charset="0"/>
                <a:cs typeface="Cascadia Code" panose="020B0609020000020004" pitchFamily="49" charset="0"/>
              </a:rPr>
              <a:t>) sorts array ‘A’ of size ‘n’ </a:t>
            </a:r>
            <a:r>
              <a:rPr lang="en-US" sz="2800">
                <a:latin typeface="Cascadia Code" panose="020B0609020000020004" pitchFamily="49" charset="0"/>
                <a:ea typeface="Cascadia Code" panose="020B0609020000020004" pitchFamily="49" charset="0"/>
                <a:cs typeface="Cascadia Code" panose="020B0609020000020004" pitchFamily="49" charset="0"/>
              </a:rPr>
              <a:t>using Quicksort.</a:t>
            </a:r>
            <a:endParaRPr lang="en-US" sz="2800"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742091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Quicksort Pseudocode – Piece by Piece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36BAFF-A229-2D4C-DAE4-E2898006D8B7}"/>
                  </a:ext>
                </a:extLst>
              </p:cNvPr>
              <p:cNvSpPr txBox="1">
                <a:spLocks/>
              </p:cNvSpPr>
              <p:nvPr/>
            </p:nvSpPr>
            <p:spPr>
              <a:xfrm>
                <a:off x="220384" y="2311121"/>
                <a:ext cx="11743016" cy="4109344"/>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00000"/>
                  </a:lnSpc>
                  <a:buAutoNum type="arabicPeriod"/>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𝐼𝐹</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𝑛</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=1</m:t>
                    </m:r>
                  </m:oMath>
                </a14:m>
                <a:r>
                  <a:rPr lang="en-US" sz="2800" b="0" dirty="0">
                    <a:latin typeface="Cambria Math" panose="02040503050406030204" pitchFamily="18" charset="0"/>
                    <a:ea typeface="Cascadia Code" panose="020B0609020000020004" pitchFamily="49" charset="0"/>
                    <a:cs typeface="Cascadia Code" panose="020B0609020000020004" pitchFamily="49" charset="0"/>
                  </a:rPr>
                  <a:t>, then:		(single element is returned here as leaf node)</a:t>
                </a:r>
              </a:p>
              <a:p>
                <a:pPr marL="914400" lvl="1" indent="-457200">
                  <a:lnSpc>
                    <a:spcPct val="100000"/>
                  </a:lnSpc>
                  <a:buAutoNum type="arabicPeriod"/>
                </a:pPr>
                <a14:m>
                  <m:oMath xmlns:m="http://schemas.openxmlformats.org/officeDocument/2006/math">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𝐴</m:t>
                    </m:r>
                  </m:oMath>
                </a14:m>
                <a:endParaRPr lang="en-US" sz="26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𝑝</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0</m:t>
                        </m:r>
                      </m:e>
                    </m:d>
                  </m:oMath>
                </a14:m>
                <a:r>
                  <a:rPr lang="en-US" sz="2800" b="0" dirty="0">
                    <a:latin typeface="Cambria Math" panose="02040503050406030204" pitchFamily="18" charset="0"/>
                    <a:ea typeface="Cascadia Code" panose="020B0609020000020004" pitchFamily="49" charset="0"/>
                    <a:cs typeface="Cascadia Code" panose="020B0609020000020004" pitchFamily="49" charset="0"/>
                  </a:rPr>
                  <a:t>		(set pivot item)</a:t>
                </a:r>
              </a:p>
              <a:p>
                <a:pPr marL="457200" indent="-457200">
                  <a:lnSpc>
                    <a:spcPct val="100000"/>
                  </a:lnSpc>
                  <a:buAutoNum type="arabicPeriod"/>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≔1</m:t>
                    </m:r>
                  </m:oMath>
                </a14:m>
                <a:r>
                  <a:rPr lang="en-US" sz="2800" b="0" dirty="0">
                    <a:latin typeface="Cambria Math" panose="02040503050406030204" pitchFamily="18" charset="0"/>
                    <a:ea typeface="Cascadia Code" panose="020B0609020000020004" pitchFamily="49" charset="0"/>
                    <a:cs typeface="Cascadia Code" panose="020B0609020000020004" pitchFamily="49" charset="0"/>
                  </a:rPr>
                  <a:t>		(set left-to-right iterator)</a:t>
                </a:r>
              </a:p>
              <a:p>
                <a:pPr marL="457200" indent="-457200">
                  <a:lnSpc>
                    <a:spcPct val="100000"/>
                  </a:lnSpc>
                  <a:buAutoNum type="arabicPeriod"/>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𝑛</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−1</m:t>
                    </m:r>
                  </m:oMath>
                </a14:m>
                <a:r>
                  <a:rPr lang="en-US" sz="2800" dirty="0">
                    <a:latin typeface="Cambria Math" panose="02040503050406030204" pitchFamily="18" charset="0"/>
                    <a:ea typeface="Cascadia Code" panose="020B0609020000020004" pitchFamily="49" charset="0"/>
                    <a:cs typeface="Cascadia Code" panose="020B0609020000020004" pitchFamily="49" charset="0"/>
                  </a:rPr>
                  <a:t>		(set right-to-left iterator)</a:t>
                </a:r>
                <a:endParaRPr lang="en-US" sz="2800" b="0" dirty="0">
                  <a:latin typeface="Cambria Math" panose="02040503050406030204" pitchFamily="18" charset="0"/>
                  <a:ea typeface="Cascadia Code" panose="020B0609020000020004" pitchFamily="49" charset="0"/>
                  <a:cs typeface="Cascadia Code" panose="020B0609020000020004" pitchFamily="49" charset="0"/>
                </a:endParaRPr>
              </a:p>
              <a:p>
                <a:pPr marL="457200" indent="-457200">
                  <a:lnSpc>
                    <a:spcPct val="100000"/>
                  </a:lnSpc>
                  <a:buAutoNum type="arabicPeriod"/>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𝐼𝑁𝑆𝐸𝑅𝑇</m:t>
                    </m:r>
                    <m:d>
                      <m:dPr>
                        <m:ctrlPr>
                          <a:rPr lang="en-US" sz="28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𝐴</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e>
                    </m:d>
                  </m:oMath>
                </a14:m>
                <a:r>
                  <a:rPr lang="en-US" sz="2800" b="0" dirty="0">
                    <a:latin typeface="Cambria Math" panose="02040503050406030204" pitchFamily="18" charset="0"/>
                    <a:ea typeface="Cascadia Code" panose="020B0609020000020004" pitchFamily="49" charset="0"/>
                    <a:cs typeface="Cascadia Code" panose="020B0609020000020004" pitchFamily="49" charset="0"/>
                  </a:rPr>
                  <a:t>		(insert infinity at the end to stop </a:t>
                </a:r>
                <a14:m>
                  <m:oMath xmlns:m="http://schemas.openxmlformats.org/officeDocument/2006/math">
                    <m:r>
                      <a:rPr lang="en-US" sz="2800" b="0" i="1" dirty="0" smtClean="0">
                        <a:latin typeface="Cambria Math" panose="02040503050406030204" pitchFamily="18" charset="0"/>
                        <a:ea typeface="Cascadia Code" panose="020B0609020000020004" pitchFamily="49" charset="0"/>
                        <a:cs typeface="Cascadia Code" panose="020B0609020000020004" pitchFamily="49" charset="0"/>
                      </a:rPr>
                      <m:t>𝑖</m:t>
                    </m:r>
                  </m:oMath>
                </a14:m>
                <a:r>
                  <a:rPr lang="en-US" sz="2800" b="0" dirty="0">
                    <a:latin typeface="Cambria Math" panose="02040503050406030204" pitchFamily="18" charset="0"/>
                    <a:ea typeface="Cascadia Code" panose="020B0609020000020004" pitchFamily="49" charset="0"/>
                    <a:cs typeface="Cascadia Code" panose="020B0609020000020004" pitchFamily="49" charset="0"/>
                  </a:rPr>
                  <a:t> from overflow)</a:t>
                </a:r>
              </a:p>
            </p:txBody>
          </p:sp>
        </mc:Choice>
        <mc:Fallback xmlns="">
          <p:sp>
            <p:nvSpPr>
              <p:cNvPr id="3" name="Content Placeholder 2">
                <a:extLst>
                  <a:ext uri="{FF2B5EF4-FFF2-40B4-BE49-F238E27FC236}">
                    <a16:creationId xmlns:a16="http://schemas.microsoft.com/office/drawing/2014/main" id="{C036BAFF-A229-2D4C-DAE4-E2898006D8B7}"/>
                  </a:ext>
                </a:extLst>
              </p:cNvPr>
              <p:cNvSpPr txBox="1">
                <a:spLocks noRot="1" noChangeAspect="1" noMove="1" noResize="1" noEditPoints="1" noAdjustHandles="1" noChangeArrowheads="1" noChangeShapeType="1" noTextEdit="1"/>
              </p:cNvSpPr>
              <p:nvPr/>
            </p:nvSpPr>
            <p:spPr>
              <a:xfrm>
                <a:off x="220384" y="2311121"/>
                <a:ext cx="11743016" cy="4109344"/>
              </a:xfrm>
              <a:prstGeom prst="rect">
                <a:avLst/>
              </a:prstGeom>
              <a:blipFill>
                <a:blip r:embed="rId3"/>
                <a:stretch>
                  <a:fillRect t="-1484"/>
                </a:stretch>
              </a:blipFill>
            </p:spPr>
            <p:txBody>
              <a:bodyPr/>
              <a:lstStyle/>
              <a:p>
                <a:r>
                  <a:rPr lang="en-US">
                    <a:noFill/>
                  </a:rPr>
                  <a:t> </a:t>
                </a:r>
              </a:p>
            </p:txBody>
          </p:sp>
        </mc:Fallback>
      </mc:AlternateContent>
      <p:sp>
        <p:nvSpPr>
          <p:cNvPr id="4" name="Content Placeholder 2">
            <a:extLst>
              <a:ext uri="{FF2B5EF4-FFF2-40B4-BE49-F238E27FC236}">
                <a16:creationId xmlns:a16="http://schemas.microsoft.com/office/drawing/2014/main" id="{49868256-B961-22C6-EEA4-19DBAC0C4C71}"/>
              </a:ext>
            </a:extLst>
          </p:cNvPr>
          <p:cNvSpPr txBox="1">
            <a:spLocks/>
          </p:cNvSpPr>
          <p:nvPr/>
        </p:nvSpPr>
        <p:spPr>
          <a:xfrm>
            <a:off x="214767" y="1504336"/>
            <a:ext cx="11743016" cy="806785"/>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800" dirty="0">
                <a:latin typeface="Cascadia Code" panose="020B0609020000020004" pitchFamily="49" charset="0"/>
                <a:ea typeface="Cascadia Code" panose="020B0609020000020004" pitchFamily="49" charset="0"/>
                <a:cs typeface="Cascadia Code" panose="020B0609020000020004" pitchFamily="49" charset="0"/>
              </a:rPr>
              <a:t>QUICKSORT</a:t>
            </a:r>
            <a:r>
              <a:rPr lang="en-US" sz="2800" dirty="0">
                <a:latin typeface="Cascadia Code" panose="020B0609020000020004" pitchFamily="49" charset="0"/>
                <a:cs typeface="Cascadia Code" panose="020B0609020000020004" pitchFamily="49" charset="0"/>
              </a:rPr>
              <a:t>(A, n</a:t>
            </a:r>
            <a:r>
              <a:rPr lang="en-US" sz="2800" dirty="0">
                <a:latin typeface="Cascadia Code" panose="020B0609020000020004" pitchFamily="49" charset="0"/>
                <a:ea typeface="Cascadia Code" panose="020B0609020000020004" pitchFamily="49" charset="0"/>
                <a:cs typeface="Cascadia Code" panose="020B0609020000020004" pitchFamily="49" charset="0"/>
              </a:rPr>
              <a:t>) sorts array ‘A’ of size ‘n’ using Quicksort algorithm.</a:t>
            </a:r>
          </a:p>
        </p:txBody>
      </p:sp>
    </p:spTree>
    <p:extLst>
      <p:ext uri="{BB962C8B-B14F-4D97-AF65-F5344CB8AC3E}">
        <p14:creationId xmlns:p14="http://schemas.microsoft.com/office/powerpoint/2010/main" val="1864496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Quicksort Pseudocode – Piece by Piece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036BAFF-A229-2D4C-DAE4-E2898006D8B7}"/>
                  </a:ext>
                </a:extLst>
              </p:cNvPr>
              <p:cNvSpPr txBox="1">
                <a:spLocks/>
              </p:cNvSpPr>
              <p:nvPr/>
            </p:nvSpPr>
            <p:spPr>
              <a:xfrm>
                <a:off x="220384" y="1511409"/>
                <a:ext cx="11743016" cy="4909056"/>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00000"/>
                  </a:lnSpc>
                  <a:buFont typeface="+mj-lt"/>
                  <a:buAutoNum type="arabicPeriod" startAt="6"/>
                </a:pPr>
                <a14:m>
                  <m:oMath xmlns:m="http://schemas.openxmlformats.org/officeDocument/2006/math">
                    <m:r>
                      <a:rPr lang="en-US" sz="2800" i="1" smtClean="0">
                        <a:latin typeface="Cambria Math" panose="02040503050406030204" pitchFamily="18" charset="0"/>
                        <a:ea typeface="Cascadia Code" panose="020B0609020000020004" pitchFamily="49" charset="0"/>
                        <a:cs typeface="Cascadia Code" panose="020B0609020000020004" pitchFamily="49" charset="0"/>
                      </a:rPr>
                      <m:t>𝑅𝑒𝑝𝑒𝑎𝑡</m:t>
                    </m:r>
                    <m:r>
                      <a:rPr lang="en-US" sz="280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i="1" smtClean="0">
                        <a:latin typeface="Cambria Math" panose="02040503050406030204" pitchFamily="18" charset="0"/>
                        <a:ea typeface="Cascadia Code" panose="020B0609020000020004" pitchFamily="49" charset="0"/>
                        <a:cs typeface="Cascadia Code" panose="020B0609020000020004" pitchFamily="49" charset="0"/>
                      </a:rPr>
                      <m:t>𝑊h𝑖𝑙𝑒</m:t>
                    </m:r>
                    <m:r>
                      <a:rPr lang="en-US" sz="280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i="1" smtClean="0">
                        <a:latin typeface="Cambria Math" panose="02040503050406030204" pitchFamily="18" charset="0"/>
                        <a:ea typeface="Cascadia Code" panose="020B0609020000020004" pitchFamily="49" charset="0"/>
                        <a:cs typeface="Cascadia Code" panose="020B0609020000020004" pitchFamily="49" charset="0"/>
                      </a:rPr>
                      <m:t>𝑖</m:t>
                    </m:r>
                    <m:r>
                      <a:rPr lang="en-US" sz="2800" i="1" smtClean="0">
                        <a:latin typeface="Cambria Math" panose="02040503050406030204" pitchFamily="18" charset="0"/>
                        <a:ea typeface="Cascadia Code" panose="020B0609020000020004" pitchFamily="49" charset="0"/>
                        <a:cs typeface="Cascadia Code" panose="020B0609020000020004" pitchFamily="49" charset="0"/>
                      </a:rPr>
                      <m:t>&lt;</m:t>
                    </m:r>
                    <m:r>
                      <a:rPr lang="en-US" sz="2800" i="1" smtClean="0">
                        <a:latin typeface="Cambria Math" panose="02040503050406030204" pitchFamily="18" charset="0"/>
                        <a:ea typeface="Cascadia Code" panose="020B0609020000020004" pitchFamily="49" charset="0"/>
                        <a:cs typeface="Cascadia Code" panose="020B0609020000020004" pitchFamily="49" charset="0"/>
                      </a:rPr>
                      <m:t>𝑗</m:t>
                    </m:r>
                  </m:oMath>
                </a14:m>
                <a:r>
                  <a:rPr lang="en-US" sz="2800" dirty="0">
                    <a:latin typeface="Cambria Math" panose="02040503050406030204" pitchFamily="18" charset="0"/>
                    <a:ea typeface="Cascadia Code" panose="020B0609020000020004" pitchFamily="49" charset="0"/>
                    <a:cs typeface="Cascadia Code" panose="020B0609020000020004" pitchFamily="49" charset="0"/>
                  </a:rPr>
                  <a:t>:		(main loop runs until </a:t>
                </a: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𝑖</m:t>
                    </m:r>
                  </m:oMath>
                </a14:m>
                <a:r>
                  <a:rPr lang="en-US" sz="2800" dirty="0">
                    <a:latin typeface="Cambria Math" panose="02040503050406030204" pitchFamily="18" charset="0"/>
                    <a:ea typeface="Cascadia Code" panose="020B0609020000020004" pitchFamily="49" charset="0"/>
                    <a:cs typeface="Cascadia Code" panose="020B0609020000020004" pitchFamily="49" charset="0"/>
                  </a:rPr>
                  <a:t> crosses </a:t>
                </a:r>
                <a14:m>
                  <m:oMath xmlns:m="http://schemas.openxmlformats.org/officeDocument/2006/math">
                    <m:r>
                      <a:rPr lang="en-US" sz="2800" i="1" dirty="0" smtClean="0">
                        <a:latin typeface="Cambria Math" panose="02040503050406030204" pitchFamily="18" charset="0"/>
                        <a:ea typeface="Cascadia Code" panose="020B0609020000020004" pitchFamily="49" charset="0"/>
                        <a:cs typeface="Cascadia Code" panose="020B0609020000020004" pitchFamily="49" charset="0"/>
                      </a:rPr>
                      <m:t>𝑗</m:t>
                    </m:r>
                  </m:oMath>
                </a14:m>
                <a:r>
                  <a:rPr lang="en-US" sz="2800" dirty="0">
                    <a:latin typeface="Cambria Math" panose="02040503050406030204" pitchFamily="18" charset="0"/>
                    <a:ea typeface="Cascadia Code" panose="020B0609020000020004" pitchFamily="49" charset="0"/>
                    <a:cs typeface="Cascadia Code" panose="020B0609020000020004" pitchFamily="49" charset="0"/>
                  </a:rPr>
                  <a:t>)</a:t>
                </a:r>
              </a:p>
              <a:p>
                <a:pPr marL="971550" lvl="1" indent="-514350">
                  <a:lnSpc>
                    <a:spcPct val="100000"/>
                  </a:lnSpc>
                  <a:buFont typeface="+mj-lt"/>
                  <a:buAutoNum type="alphaUcPeriod"/>
                </a:pPr>
                <a14:m>
                  <m:oMath xmlns:m="http://schemas.openxmlformats.org/officeDocument/2006/math">
                    <m:r>
                      <a:rPr lang="en-US" sz="2600" i="1">
                        <a:latin typeface="Cambria Math" panose="02040503050406030204" pitchFamily="18" charset="0"/>
                        <a:ea typeface="Cascadia Code" panose="020B0609020000020004" pitchFamily="49" charset="0"/>
                        <a:cs typeface="Cascadia Code" panose="020B0609020000020004" pitchFamily="49" charset="0"/>
                      </a:rPr>
                      <m:t>𝑊h𝑖𝑙𝑒</m:t>
                    </m:r>
                    <m:r>
                      <a:rPr lang="en-US" sz="2600" i="1">
                        <a:latin typeface="Cambria Math" panose="02040503050406030204" pitchFamily="18" charset="0"/>
                        <a:ea typeface="Cascadia Code" panose="020B0609020000020004" pitchFamily="49" charset="0"/>
                        <a:cs typeface="Cascadia Code" panose="020B0609020000020004" pitchFamily="49" charset="0"/>
                      </a:rPr>
                      <m:t> </m:t>
                    </m:r>
                    <m:r>
                      <a:rPr lang="en-US" sz="2600" i="1">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600" i="1">
                            <a:latin typeface="Cambria Math" panose="02040503050406030204" pitchFamily="18" charset="0"/>
                            <a:ea typeface="Cascadia Code" panose="020B0609020000020004" pitchFamily="49" charset="0"/>
                            <a:cs typeface="Cascadia Code" panose="020B0609020000020004" pitchFamily="49" charset="0"/>
                          </a:rPr>
                        </m:ctrlPr>
                      </m:dPr>
                      <m:e>
                        <m:r>
                          <a:rPr lang="en-US" sz="2600" i="1">
                            <a:latin typeface="Cambria Math" panose="02040503050406030204" pitchFamily="18" charset="0"/>
                            <a:ea typeface="Cascadia Code" panose="020B0609020000020004" pitchFamily="49" charset="0"/>
                            <a:cs typeface="Cascadia Code" panose="020B0609020000020004" pitchFamily="49" charset="0"/>
                          </a:rPr>
                          <m:t>𝑖</m:t>
                        </m:r>
                      </m:e>
                    </m:d>
                    <m:r>
                      <a:rPr lang="en-US" sz="2600" i="1">
                        <a:latin typeface="Cambria Math" panose="02040503050406030204" pitchFamily="18" charset="0"/>
                        <a:ea typeface="Cascadia Code" panose="020B0609020000020004" pitchFamily="49" charset="0"/>
                        <a:cs typeface="Cascadia Code" panose="020B0609020000020004" pitchFamily="49" charset="0"/>
                      </a:rPr>
                      <m:t>&lt;</m:t>
                    </m:r>
                    <m:r>
                      <a:rPr lang="en-US" sz="2600" i="1">
                        <a:latin typeface="Cambria Math" panose="02040503050406030204" pitchFamily="18" charset="0"/>
                        <a:ea typeface="Cascadia Code" panose="020B0609020000020004" pitchFamily="49" charset="0"/>
                        <a:cs typeface="Cascadia Code" panose="020B0609020000020004" pitchFamily="49" charset="0"/>
                      </a:rPr>
                      <m:t>𝑝</m:t>
                    </m:r>
                  </m:oMath>
                </a14:m>
                <a:r>
                  <a:rPr lang="en-US" sz="2600" dirty="0">
                    <a:latin typeface="Cambria Math" panose="02040503050406030204" pitchFamily="18" charset="0"/>
                    <a:ea typeface="Cascadia Code" panose="020B0609020000020004" pitchFamily="49" charset="0"/>
                    <a:cs typeface="Cascadia Code" panose="020B0609020000020004" pitchFamily="49" charset="0"/>
                  </a:rPr>
                  <a:t>:		(match left iterator with pivot)</a:t>
                </a:r>
              </a:p>
              <a:p>
                <a:pPr marL="1428750" lvl="2" indent="-514350">
                  <a:lnSpc>
                    <a:spcPct val="100000"/>
                  </a:lnSpc>
                  <a:buFont typeface="+mj-lt"/>
                  <a:buAutoNum type="alphaLcPeriod"/>
                </a:pPr>
                <a14:m>
                  <m:oMath xmlns:m="http://schemas.openxmlformats.org/officeDocument/2006/math">
                    <m:r>
                      <a:rPr lang="en-US" sz="2600" i="1">
                        <a:latin typeface="Cambria Math" panose="02040503050406030204" pitchFamily="18" charset="0"/>
                        <a:ea typeface="Cascadia Code" panose="020B0609020000020004" pitchFamily="49" charset="0"/>
                        <a:cs typeface="Cascadia Code" panose="020B0609020000020004" pitchFamily="49" charset="0"/>
                      </a:rPr>
                      <m:t>𝑖</m:t>
                    </m:r>
                    <m:r>
                      <a:rPr lang="en-US" sz="2600" i="1">
                        <a:latin typeface="Cambria Math" panose="02040503050406030204" pitchFamily="18" charset="0"/>
                        <a:ea typeface="Cascadia Code" panose="020B0609020000020004" pitchFamily="49" charset="0"/>
                        <a:cs typeface="Cascadia Code" panose="020B0609020000020004" pitchFamily="49" charset="0"/>
                      </a:rPr>
                      <m:t>≔</m:t>
                    </m:r>
                    <m:r>
                      <a:rPr lang="en-US" sz="2600" i="1">
                        <a:latin typeface="Cambria Math" panose="02040503050406030204" pitchFamily="18" charset="0"/>
                        <a:ea typeface="Cascadia Code" panose="020B0609020000020004" pitchFamily="49" charset="0"/>
                        <a:cs typeface="Cascadia Code" panose="020B0609020000020004" pitchFamily="49" charset="0"/>
                      </a:rPr>
                      <m:t>𝑖</m:t>
                    </m:r>
                    <m:r>
                      <a:rPr lang="en-US" sz="2600" i="1">
                        <a:latin typeface="Cambria Math" panose="02040503050406030204" pitchFamily="18" charset="0"/>
                        <a:ea typeface="Cascadia Code" panose="020B0609020000020004" pitchFamily="49" charset="0"/>
                        <a:cs typeface="Cascadia Code" panose="020B0609020000020004" pitchFamily="49" charset="0"/>
                      </a:rPr>
                      <m:t>+1</m:t>
                    </m:r>
                  </m:oMath>
                </a14:m>
                <a:r>
                  <a:rPr lang="en-US" sz="2600" dirty="0">
                    <a:latin typeface="Cambria Math" panose="02040503050406030204" pitchFamily="18" charset="0"/>
                    <a:ea typeface="Cascadia Code" panose="020B0609020000020004" pitchFamily="49" charset="0"/>
                    <a:cs typeface="Cascadia Code" panose="020B0609020000020004" pitchFamily="49" charset="0"/>
                  </a:rPr>
                  <a:t>			(move forward if the element is smaller)</a:t>
                </a:r>
              </a:p>
              <a:p>
                <a:pPr marL="914400" lvl="1" indent="-457200">
                  <a:lnSpc>
                    <a:spcPct val="100000"/>
                  </a:lnSpc>
                  <a:buAutoNum type="alphaUcPeriod"/>
                </a:pPr>
                <a14:m>
                  <m:oMath xmlns:m="http://schemas.openxmlformats.org/officeDocument/2006/math">
                    <m:r>
                      <a:rPr lang="en-US" sz="2600" i="1">
                        <a:latin typeface="Cambria Math" panose="02040503050406030204" pitchFamily="18" charset="0"/>
                        <a:ea typeface="Cascadia Code" panose="020B0609020000020004" pitchFamily="49" charset="0"/>
                        <a:cs typeface="Cascadia Code" panose="020B0609020000020004" pitchFamily="49" charset="0"/>
                      </a:rPr>
                      <m:t>𝑊h𝑖𝑙𝑒</m:t>
                    </m:r>
                    <m:r>
                      <a:rPr lang="en-US" sz="2600" i="1">
                        <a:latin typeface="Cambria Math" panose="02040503050406030204" pitchFamily="18" charset="0"/>
                        <a:ea typeface="Cascadia Code" panose="020B0609020000020004" pitchFamily="49" charset="0"/>
                        <a:cs typeface="Cascadia Code" panose="020B0609020000020004" pitchFamily="49" charset="0"/>
                      </a:rPr>
                      <m:t> </m:t>
                    </m:r>
                    <m:r>
                      <a:rPr lang="en-US" sz="2600" i="1">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600" i="1">
                            <a:latin typeface="Cambria Math" panose="02040503050406030204" pitchFamily="18" charset="0"/>
                            <a:ea typeface="Cascadia Code" panose="020B0609020000020004" pitchFamily="49" charset="0"/>
                            <a:cs typeface="Cascadia Code" panose="020B0609020000020004" pitchFamily="49" charset="0"/>
                          </a:rPr>
                        </m:ctrlPr>
                      </m:dPr>
                      <m:e>
                        <m:r>
                          <a:rPr lang="en-US" sz="2600" i="1">
                            <a:latin typeface="Cambria Math" panose="02040503050406030204" pitchFamily="18" charset="0"/>
                            <a:ea typeface="Cascadia Code" panose="020B0609020000020004" pitchFamily="49" charset="0"/>
                            <a:cs typeface="Cascadia Code" panose="020B0609020000020004" pitchFamily="49" charset="0"/>
                          </a:rPr>
                          <m:t>𝑗</m:t>
                        </m:r>
                      </m:e>
                    </m:d>
                    <m:r>
                      <a:rPr lang="en-US" sz="2600" i="1">
                        <a:latin typeface="Cambria Math" panose="02040503050406030204" pitchFamily="18" charset="0"/>
                        <a:ea typeface="Cascadia Code" panose="020B0609020000020004" pitchFamily="49" charset="0"/>
                        <a:cs typeface="Cascadia Code" panose="020B0609020000020004" pitchFamily="49" charset="0"/>
                      </a:rPr>
                      <m:t>≥</m:t>
                    </m:r>
                    <m:r>
                      <a:rPr lang="en-US" sz="2600" i="1">
                        <a:latin typeface="Cambria Math" panose="02040503050406030204" pitchFamily="18" charset="0"/>
                        <a:ea typeface="Cascadia Code" panose="020B0609020000020004" pitchFamily="49" charset="0"/>
                        <a:cs typeface="Cascadia Code" panose="020B0609020000020004" pitchFamily="49" charset="0"/>
                      </a:rPr>
                      <m:t>𝑝</m:t>
                    </m:r>
                  </m:oMath>
                </a14:m>
                <a:r>
                  <a:rPr lang="en-US" sz="2600" dirty="0">
                    <a:latin typeface="Cambria Math" panose="02040503050406030204" pitchFamily="18" charset="0"/>
                    <a:ea typeface="Cascadia Code" panose="020B0609020000020004" pitchFamily="49" charset="0"/>
                    <a:cs typeface="Cascadia Code" panose="020B0609020000020004" pitchFamily="49" charset="0"/>
                  </a:rPr>
                  <a:t>:		(match right iterator with pivot)</a:t>
                </a:r>
              </a:p>
              <a:p>
                <a:pPr marL="1428750" lvl="2" indent="-514350">
                  <a:lnSpc>
                    <a:spcPct val="100000"/>
                  </a:lnSpc>
                  <a:buFont typeface="+mj-lt"/>
                  <a:buAutoNum type="alphaLcPeriod"/>
                </a:pPr>
                <a14:m>
                  <m:oMath xmlns:m="http://schemas.openxmlformats.org/officeDocument/2006/math">
                    <m:r>
                      <a:rPr lang="en-US" sz="2600" i="1">
                        <a:latin typeface="Cambria Math" panose="02040503050406030204" pitchFamily="18" charset="0"/>
                        <a:ea typeface="Cascadia Code" panose="020B0609020000020004" pitchFamily="49" charset="0"/>
                        <a:cs typeface="Cascadia Code" panose="020B0609020000020004" pitchFamily="49" charset="0"/>
                      </a:rPr>
                      <m:t>𝑗</m:t>
                    </m:r>
                    <m:r>
                      <a:rPr lang="en-US" sz="2600" i="1">
                        <a:latin typeface="Cambria Math" panose="02040503050406030204" pitchFamily="18" charset="0"/>
                        <a:ea typeface="Cascadia Code" panose="020B0609020000020004" pitchFamily="49" charset="0"/>
                        <a:cs typeface="Cascadia Code" panose="020B0609020000020004" pitchFamily="49" charset="0"/>
                      </a:rPr>
                      <m:t>≔</m:t>
                    </m:r>
                    <m:r>
                      <a:rPr lang="en-US" sz="2600" i="1">
                        <a:latin typeface="Cambria Math" panose="02040503050406030204" pitchFamily="18" charset="0"/>
                        <a:ea typeface="Cascadia Code" panose="020B0609020000020004" pitchFamily="49" charset="0"/>
                        <a:cs typeface="Cascadia Code" panose="020B0609020000020004" pitchFamily="49" charset="0"/>
                      </a:rPr>
                      <m:t>𝑗</m:t>
                    </m:r>
                    <m:r>
                      <a:rPr lang="en-US" sz="2600" i="1">
                        <a:latin typeface="Cambria Math" panose="02040503050406030204" pitchFamily="18" charset="0"/>
                        <a:ea typeface="Cascadia Code" panose="020B0609020000020004" pitchFamily="49" charset="0"/>
                        <a:cs typeface="Cascadia Code" panose="020B0609020000020004" pitchFamily="49" charset="0"/>
                      </a:rPr>
                      <m:t>−1</m:t>
                    </m:r>
                  </m:oMath>
                </a14:m>
                <a:r>
                  <a:rPr lang="en-US" sz="2600" dirty="0">
                    <a:latin typeface="Cambria Math" panose="02040503050406030204" pitchFamily="18" charset="0"/>
                    <a:ea typeface="Cascadia Code" panose="020B0609020000020004" pitchFamily="49" charset="0"/>
                    <a:cs typeface="Cascadia Code" panose="020B0609020000020004" pitchFamily="49" charset="0"/>
                  </a:rPr>
                  <a:t>		(move backwards if the element is smaller)</a:t>
                </a:r>
              </a:p>
              <a:p>
                <a:pPr marL="914400" lvl="1" indent="-457200">
                  <a:lnSpc>
                    <a:spcPct val="100000"/>
                  </a:lnSpc>
                  <a:buAutoNum type="alphaUcPeriod"/>
                </a:pPr>
                <a14:m>
                  <m:oMath xmlns:m="http://schemas.openxmlformats.org/officeDocument/2006/math">
                    <m:r>
                      <a:rPr lang="en-US" sz="2600" i="1">
                        <a:latin typeface="Cambria Math" panose="02040503050406030204" pitchFamily="18" charset="0"/>
                        <a:ea typeface="Cascadia Code" panose="020B0609020000020004" pitchFamily="49" charset="0"/>
                        <a:cs typeface="Cascadia Code" panose="020B0609020000020004" pitchFamily="49" charset="0"/>
                      </a:rPr>
                      <m:t>𝐼𝐹</m:t>
                    </m:r>
                    <m:r>
                      <a:rPr lang="en-US" sz="2600" i="1">
                        <a:latin typeface="Cambria Math" panose="02040503050406030204" pitchFamily="18" charset="0"/>
                        <a:ea typeface="Cascadia Code" panose="020B0609020000020004" pitchFamily="49" charset="0"/>
                        <a:cs typeface="Cascadia Code" panose="020B0609020000020004" pitchFamily="49" charset="0"/>
                      </a:rPr>
                      <m:t> </m:t>
                    </m:r>
                    <m:r>
                      <a:rPr lang="en-US" sz="2600" i="1">
                        <a:latin typeface="Cambria Math" panose="02040503050406030204" pitchFamily="18" charset="0"/>
                        <a:ea typeface="Cascadia Code" panose="020B0609020000020004" pitchFamily="49" charset="0"/>
                        <a:cs typeface="Cascadia Code" panose="020B0609020000020004" pitchFamily="49" charset="0"/>
                      </a:rPr>
                      <m:t>𝑗</m:t>
                    </m:r>
                    <m:r>
                      <a:rPr lang="en-US" sz="2600" i="1">
                        <a:latin typeface="Cambria Math" panose="02040503050406030204" pitchFamily="18" charset="0"/>
                        <a:ea typeface="Cascadia Code" panose="020B0609020000020004" pitchFamily="49" charset="0"/>
                        <a:cs typeface="Cascadia Code" panose="020B0609020000020004" pitchFamily="49" charset="0"/>
                      </a:rPr>
                      <m:t>&gt;</m:t>
                    </m:r>
                    <m:r>
                      <a:rPr lang="en-US" sz="2600" i="1">
                        <a:latin typeface="Cambria Math" panose="02040503050406030204" pitchFamily="18" charset="0"/>
                        <a:ea typeface="Cascadia Code" panose="020B0609020000020004" pitchFamily="49" charset="0"/>
                        <a:cs typeface="Cascadia Code" panose="020B0609020000020004" pitchFamily="49" charset="0"/>
                      </a:rPr>
                      <m:t>𝑖</m:t>
                    </m:r>
                  </m:oMath>
                </a14:m>
                <a:r>
                  <a:rPr lang="en-US" sz="2600" dirty="0">
                    <a:latin typeface="Cambria Math" panose="02040503050406030204" pitchFamily="18" charset="0"/>
                    <a:ea typeface="Cascadia Code" panose="020B0609020000020004" pitchFamily="49" charset="0"/>
                    <a:cs typeface="Cascadia Code" panose="020B0609020000020004" pitchFamily="49" charset="0"/>
                  </a:rPr>
                  <a:t>, then:		(swap elements on </a:t>
                </a:r>
                <a14:m>
                  <m:oMath xmlns:m="http://schemas.openxmlformats.org/officeDocument/2006/math">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𝑖</m:t>
                    </m:r>
                  </m:oMath>
                </a14:m>
                <a:r>
                  <a:rPr lang="en-US" sz="2600" dirty="0">
                    <a:latin typeface="Cambria Math" panose="02040503050406030204" pitchFamily="18" charset="0"/>
                    <a:ea typeface="Cascadia Code" panose="020B0609020000020004" pitchFamily="49" charset="0"/>
                    <a:cs typeface="Cascadia Code" panose="020B0609020000020004" pitchFamily="49" charset="0"/>
                  </a:rPr>
                  <a:t> and </a:t>
                </a:r>
                <a14:m>
                  <m:oMath xmlns:m="http://schemas.openxmlformats.org/officeDocument/2006/math">
                    <m:r>
                      <a:rPr lang="en-US" sz="2600" b="0" i="1" smtClean="0">
                        <a:latin typeface="Cambria Math" panose="02040503050406030204" pitchFamily="18" charset="0"/>
                        <a:ea typeface="Cascadia Code" panose="020B0609020000020004" pitchFamily="49" charset="0"/>
                        <a:cs typeface="Cascadia Code" panose="020B0609020000020004" pitchFamily="49" charset="0"/>
                      </a:rPr>
                      <m:t>𝑗</m:t>
                    </m:r>
                  </m:oMath>
                </a14:m>
                <a:r>
                  <a:rPr lang="en-US" sz="2600" dirty="0">
                    <a:latin typeface="Cambria Math" panose="02040503050406030204" pitchFamily="18" charset="0"/>
                    <a:ea typeface="Cascadia Code" panose="020B0609020000020004" pitchFamily="49" charset="0"/>
                    <a:cs typeface="Cascadia Code" panose="020B0609020000020004" pitchFamily="49" charset="0"/>
                  </a:rPr>
                  <a:t> indices, because they have both stopped)</a:t>
                </a:r>
              </a:p>
              <a:p>
                <a:pPr marL="1428750" lvl="2" indent="-514350">
                  <a:lnSpc>
                    <a:spcPct val="100000"/>
                  </a:lnSpc>
                  <a:buFont typeface="+mj-lt"/>
                  <a:buAutoNum type="alphaLcPeriod"/>
                </a:pPr>
                <a14:m>
                  <m:oMath xmlns:m="http://schemas.openxmlformats.org/officeDocument/2006/math">
                    <m:r>
                      <a:rPr lang="en-US" sz="2600" i="1">
                        <a:latin typeface="Cambria Math" panose="02040503050406030204" pitchFamily="18" charset="0"/>
                        <a:ea typeface="Cascadia Code" panose="020B0609020000020004" pitchFamily="49" charset="0"/>
                        <a:cs typeface="Cascadia Code" panose="020B0609020000020004" pitchFamily="49" charset="0"/>
                      </a:rPr>
                      <m:t>𝑆𝑊𝐴𝑃</m:t>
                    </m:r>
                    <m:d>
                      <m:dPr>
                        <m:ctrlPr>
                          <a:rPr lang="en-US" sz="2600" i="1">
                            <a:latin typeface="Cambria Math" panose="02040503050406030204" pitchFamily="18" charset="0"/>
                            <a:ea typeface="Cascadia Code" panose="020B0609020000020004" pitchFamily="49" charset="0"/>
                            <a:cs typeface="Cascadia Code" panose="020B0609020000020004" pitchFamily="49" charset="0"/>
                          </a:rPr>
                        </m:ctrlPr>
                      </m:dPr>
                      <m:e>
                        <m:r>
                          <a:rPr lang="en-US" sz="2600" i="1">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600" i="1">
                                <a:latin typeface="Cambria Math" panose="02040503050406030204" pitchFamily="18" charset="0"/>
                                <a:ea typeface="Cascadia Code" panose="020B0609020000020004" pitchFamily="49" charset="0"/>
                                <a:cs typeface="Cascadia Code" panose="020B0609020000020004" pitchFamily="49" charset="0"/>
                              </a:rPr>
                            </m:ctrlPr>
                          </m:dPr>
                          <m:e>
                            <m:r>
                              <a:rPr lang="en-US" sz="2600" i="1">
                                <a:latin typeface="Cambria Math" panose="02040503050406030204" pitchFamily="18" charset="0"/>
                                <a:ea typeface="Cascadia Code" panose="020B0609020000020004" pitchFamily="49" charset="0"/>
                                <a:cs typeface="Cascadia Code" panose="020B0609020000020004" pitchFamily="49" charset="0"/>
                              </a:rPr>
                              <m:t>𝑖</m:t>
                            </m:r>
                          </m:e>
                        </m:d>
                        <m:r>
                          <a:rPr lang="en-US" sz="2600" i="1">
                            <a:latin typeface="Cambria Math" panose="02040503050406030204" pitchFamily="18" charset="0"/>
                            <a:ea typeface="Cascadia Code" panose="020B0609020000020004" pitchFamily="49" charset="0"/>
                            <a:cs typeface="Cascadia Code" panose="020B0609020000020004" pitchFamily="49" charset="0"/>
                          </a:rPr>
                          <m:t>,</m:t>
                        </m:r>
                        <m:r>
                          <a:rPr lang="en-US" sz="2600" i="1">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600" i="1">
                                <a:latin typeface="Cambria Math" panose="02040503050406030204" pitchFamily="18" charset="0"/>
                                <a:ea typeface="Cascadia Code" panose="020B0609020000020004" pitchFamily="49" charset="0"/>
                                <a:cs typeface="Cascadia Code" panose="020B0609020000020004" pitchFamily="49" charset="0"/>
                              </a:rPr>
                            </m:ctrlPr>
                          </m:dPr>
                          <m:e>
                            <m:r>
                              <a:rPr lang="en-US" sz="2600" i="1">
                                <a:latin typeface="Cambria Math" panose="02040503050406030204" pitchFamily="18" charset="0"/>
                                <a:ea typeface="Cascadia Code" panose="020B0609020000020004" pitchFamily="49" charset="0"/>
                                <a:cs typeface="Cascadia Code" panose="020B0609020000020004" pitchFamily="49" charset="0"/>
                              </a:rPr>
                              <m:t>𝑗</m:t>
                            </m:r>
                          </m:e>
                        </m:d>
                      </m:e>
                    </m:d>
                  </m:oMath>
                </a14:m>
                <a:endParaRPr lang="en-US" sz="2800" b="0" dirty="0">
                  <a:latin typeface="Cambria Math" panose="02040503050406030204" pitchFamily="18" charset="0"/>
                  <a:ea typeface="Cascadia Code" panose="020B0609020000020004" pitchFamily="49" charset="0"/>
                  <a:cs typeface="Cascadia Code" panose="020B0609020000020004" pitchFamily="49" charset="0"/>
                </a:endParaRPr>
              </a:p>
              <a:p>
                <a:pPr marL="514350" indent="-514350">
                  <a:lnSpc>
                    <a:spcPct val="100000"/>
                  </a:lnSpc>
                  <a:buFont typeface="+mj-lt"/>
                  <a:buAutoNum type="arabicPeriod" startAt="6"/>
                </a:pPr>
                <a14:m>
                  <m:oMath xmlns:m="http://schemas.openxmlformats.org/officeDocument/2006/math">
                    <m:r>
                      <a:rPr lang="en-US" sz="3000" b="0" i="1" smtClean="0">
                        <a:latin typeface="Cambria Math" panose="02040503050406030204" pitchFamily="18" charset="0"/>
                        <a:ea typeface="Cascadia Code" panose="020B0609020000020004" pitchFamily="49" charset="0"/>
                        <a:cs typeface="Cascadia Code" panose="020B0609020000020004" pitchFamily="49" charset="0"/>
                      </a:rPr>
                      <m:t>𝑆𝑊𝐴𝑃</m:t>
                    </m:r>
                    <m:d>
                      <m:dPr>
                        <m:ctrlPr>
                          <a:rPr lang="en-US" sz="30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3000" b="0" i="1"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30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3000" b="0" i="1" smtClean="0">
                                <a:latin typeface="Cambria Math" panose="02040503050406030204" pitchFamily="18" charset="0"/>
                                <a:ea typeface="Cascadia Code" panose="020B0609020000020004" pitchFamily="49" charset="0"/>
                                <a:cs typeface="Cascadia Code" panose="020B0609020000020004" pitchFamily="49" charset="0"/>
                              </a:rPr>
                              <m:t>𝑗</m:t>
                            </m:r>
                          </m:e>
                        </m:d>
                        <m:r>
                          <a:rPr lang="en-US" sz="3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3000" b="0" i="1" smtClean="0">
                            <a:latin typeface="Cambria Math" panose="02040503050406030204" pitchFamily="18" charset="0"/>
                            <a:ea typeface="Cascadia Code" panose="020B0609020000020004" pitchFamily="49" charset="0"/>
                            <a:cs typeface="Cascadia Code" panose="020B0609020000020004" pitchFamily="49" charset="0"/>
                          </a:rPr>
                          <m:t>𝑝</m:t>
                        </m:r>
                      </m:e>
                    </m:d>
                  </m:oMath>
                </a14:m>
                <a:r>
                  <a:rPr lang="en-US" sz="3000" b="0" dirty="0">
                    <a:latin typeface="Cambria Math" panose="02040503050406030204" pitchFamily="18" charset="0"/>
                    <a:ea typeface="Cascadia Code" panose="020B0609020000020004" pitchFamily="49" charset="0"/>
                    <a:cs typeface="Cascadia Code" panose="020B0609020000020004" pitchFamily="49" charset="0"/>
                  </a:rPr>
                  <a:t>		(a pass is complete, therefore place pivot to its correct position)</a:t>
                </a:r>
              </a:p>
            </p:txBody>
          </p:sp>
        </mc:Choice>
        <mc:Fallback>
          <p:sp>
            <p:nvSpPr>
              <p:cNvPr id="3" name="Content Placeholder 2">
                <a:extLst>
                  <a:ext uri="{FF2B5EF4-FFF2-40B4-BE49-F238E27FC236}">
                    <a16:creationId xmlns:a16="http://schemas.microsoft.com/office/drawing/2014/main" id="{C036BAFF-A229-2D4C-DAE4-E2898006D8B7}"/>
                  </a:ext>
                </a:extLst>
              </p:cNvPr>
              <p:cNvSpPr txBox="1">
                <a:spLocks noRot="1" noChangeAspect="1" noMove="1" noResize="1" noEditPoints="1" noAdjustHandles="1" noChangeArrowheads="1" noChangeShapeType="1" noTextEdit="1"/>
              </p:cNvSpPr>
              <p:nvPr/>
            </p:nvSpPr>
            <p:spPr>
              <a:xfrm>
                <a:off x="220384" y="1511409"/>
                <a:ext cx="11743016" cy="4909056"/>
              </a:xfrm>
              <a:prstGeom prst="rect">
                <a:avLst/>
              </a:prstGeom>
              <a:blipFill>
                <a:blip r:embed="rId3"/>
                <a:stretch>
                  <a:fillRect t="-1366"/>
                </a:stretch>
              </a:blipFill>
            </p:spPr>
            <p:txBody>
              <a:bodyPr/>
              <a:lstStyle/>
              <a:p>
                <a:r>
                  <a:rPr lang="LID4096">
                    <a:noFill/>
                  </a:rPr>
                  <a:t> </a:t>
                </a:r>
              </a:p>
            </p:txBody>
          </p:sp>
        </mc:Fallback>
      </mc:AlternateContent>
    </p:spTree>
    <p:extLst>
      <p:ext uri="{BB962C8B-B14F-4D97-AF65-F5344CB8AC3E}">
        <p14:creationId xmlns:p14="http://schemas.microsoft.com/office/powerpoint/2010/main" val="1104821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Quicksort Pseudocode – Piece by Piece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36BAFF-A229-2D4C-DAE4-E2898006D8B7}"/>
                  </a:ext>
                </a:extLst>
              </p:cNvPr>
              <p:cNvSpPr txBox="1">
                <a:spLocks/>
              </p:cNvSpPr>
              <p:nvPr/>
            </p:nvSpPr>
            <p:spPr>
              <a:xfrm>
                <a:off x="220384" y="1587640"/>
                <a:ext cx="11743016" cy="4832825"/>
              </a:xfrm>
              <a:prstGeom prst="rect">
                <a:avLst/>
              </a:prstGeom>
            </p:spPr>
            <p:txBody>
              <a:bodyPr numCol="1">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800" b="0" dirty="0">
                    <a:latin typeface="Cambria Math" panose="02040503050406030204" pitchFamily="18" charset="0"/>
                    <a:ea typeface="Cascadia Code" panose="020B0609020000020004" pitchFamily="49" charset="0"/>
                    <a:cs typeface="Cascadia Code" panose="020B0609020000020004" pitchFamily="49" charset="0"/>
                  </a:rPr>
                  <a:t>Split into left, middle, right parts and recursively call QUICKSORT</a:t>
                </a:r>
              </a:p>
              <a:p>
                <a:pPr marL="514350" indent="-514350">
                  <a:lnSpc>
                    <a:spcPct val="100000"/>
                  </a:lnSpc>
                  <a:buFont typeface="+mj-lt"/>
                  <a:buAutoNum type="arabicPeriod" startAt="7"/>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𝑄𝑈𝐼𝐶𝐾𝑆𝑂𝑅𝑇</m:t>
                    </m:r>
                    <m:d>
                      <m:dPr>
                        <m:ctrlPr>
                          <a:rPr lang="en-US" sz="28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8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800" b="0" i="1" smtClean="0">
                                <a:latin typeface="Cambria Math" panose="02040503050406030204" pitchFamily="18" charset="0"/>
                                <a:ea typeface="Cascadia Code" panose="020B0609020000020004" pitchFamily="49" charset="0"/>
                                <a:cs typeface="Cascadia Code" panose="020B0609020000020004" pitchFamily="49" charset="0"/>
                              </a:rPr>
                              <m:t>0:</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−1</m:t>
                            </m:r>
                          </m:e>
                        </m:d>
                      </m:e>
                    </m:d>
                  </m:oMath>
                </a14:m>
                <a:r>
                  <a:rPr lang="en-US" sz="2800" b="0" dirty="0">
                    <a:latin typeface="Cambria Math" panose="02040503050406030204" pitchFamily="18" charset="0"/>
                    <a:ea typeface="Cascadia Code" panose="020B0609020000020004" pitchFamily="49" charset="0"/>
                    <a:cs typeface="Cascadia Code" panose="020B0609020000020004" pitchFamily="49" charset="0"/>
                  </a:rPr>
                  <a:t>		(from 0 to before pivot)</a:t>
                </a:r>
              </a:p>
              <a:p>
                <a:pPr marL="457200" indent="-457200">
                  <a:lnSpc>
                    <a:spcPct val="100000"/>
                  </a:lnSpc>
                  <a:buAutoNum type="arabicPeriod" startAt="7"/>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𝑚𝑖𝑑</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8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𝑗</m:t>
                        </m:r>
                      </m:e>
                    </m:d>
                  </m:oMath>
                </a14:m>
                <a:r>
                  <a:rPr lang="en-US" sz="2800" b="0" dirty="0">
                    <a:latin typeface="Cambria Math" panose="02040503050406030204" pitchFamily="18" charset="0"/>
                    <a:ea typeface="Cascadia Code" panose="020B0609020000020004" pitchFamily="49" charset="0"/>
                    <a:cs typeface="Cascadia Code" panose="020B0609020000020004" pitchFamily="49" charset="0"/>
                  </a:rPr>
                  <a:t>					(pivot only)</a:t>
                </a:r>
              </a:p>
              <a:p>
                <a:pPr marL="457200" indent="-457200">
                  <a:lnSpc>
                    <a:spcPct val="100000"/>
                  </a:lnSpc>
                  <a:buAutoNum type="arabicPeriod" startAt="7"/>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i="1">
                        <a:latin typeface="Cambria Math" panose="02040503050406030204" pitchFamily="18" charset="0"/>
                        <a:ea typeface="Cascadia Code" panose="020B0609020000020004" pitchFamily="49" charset="0"/>
                        <a:cs typeface="Cascadia Code" panose="020B0609020000020004" pitchFamily="49" charset="0"/>
                      </a:rPr>
                      <m:t>𝑄𝑈𝐼𝐶𝐾𝑆𝑂𝑅𝑇</m:t>
                    </m:r>
                    <m:d>
                      <m:dPr>
                        <m:ctrlPr>
                          <a:rPr lang="en-US" sz="28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𝐴</m:t>
                        </m:r>
                        <m:d>
                          <m:dPr>
                            <m:begChr m:val="["/>
                            <m:endChr m:val="]"/>
                            <m:ctrlPr>
                              <a:rPr lang="en-US" sz="2800" b="0" i="1" smtClean="0">
                                <a:latin typeface="Cambria Math" panose="02040503050406030204" pitchFamily="18" charset="0"/>
                                <a:ea typeface="Cascadia Code" panose="020B0609020000020004" pitchFamily="49" charset="0"/>
                                <a:cs typeface="Cascadia Code" panose="020B0609020000020004" pitchFamily="49" charset="0"/>
                              </a:rPr>
                            </m:ctrlPr>
                          </m:dPr>
                          <m:e>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𝑗</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+1:</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𝑛</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−1</m:t>
                            </m:r>
                          </m:e>
                        </m:d>
                      </m:e>
                    </m:d>
                  </m:oMath>
                </a14:m>
                <a:r>
                  <a:rPr lang="en-US" sz="2800" b="0" dirty="0">
                    <a:latin typeface="Cambria Math" panose="02040503050406030204" pitchFamily="18" charset="0"/>
                    <a:ea typeface="Cascadia Code" panose="020B0609020000020004" pitchFamily="49" charset="0"/>
                    <a:cs typeface="Cascadia Code" panose="020B0609020000020004" pitchFamily="49" charset="0"/>
                  </a:rPr>
                  <a:t>		(after pivot to last item)</a:t>
                </a:r>
              </a:p>
              <a:p>
                <a:pPr marL="457200" indent="-457200">
                  <a:lnSpc>
                    <a:spcPct val="100000"/>
                  </a:lnSpc>
                  <a:buAutoNum type="arabicPeriod" startAt="7"/>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𝑆𝐸𝑇</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𝑚𝑒𝑟𝑔𝑒𝑑</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𝑙𝑒𝑓𝑡</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𝑚𝑖𝑑</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𝑟𝑖𝑔h𝑡</m:t>
                    </m:r>
                  </m:oMath>
                </a14:m>
                <a:r>
                  <a:rPr lang="en-US" sz="2800" b="0" dirty="0">
                    <a:latin typeface="Cambria Math" panose="02040503050406030204" pitchFamily="18" charset="0"/>
                    <a:ea typeface="Cascadia Code" panose="020B0609020000020004" pitchFamily="49" charset="0"/>
                    <a:cs typeface="Cascadia Code" panose="020B0609020000020004" pitchFamily="49" charset="0"/>
                  </a:rPr>
                  <a:t>		(merge the 3 subarrays)</a:t>
                </a:r>
              </a:p>
              <a:p>
                <a:pPr marL="457200" indent="-457200">
                  <a:lnSpc>
                    <a:spcPct val="100000"/>
                  </a:lnSpc>
                  <a:buAutoNum type="arabicPeriod" startAt="7"/>
                </a:pPr>
                <a14:m>
                  <m:oMath xmlns:m="http://schemas.openxmlformats.org/officeDocument/2006/math">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𝑅𝑒𝑡𝑢𝑟𝑛</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2800" b="0" i="1" smtClean="0">
                        <a:latin typeface="Cambria Math" panose="02040503050406030204" pitchFamily="18" charset="0"/>
                        <a:ea typeface="Cascadia Code" panose="020B0609020000020004" pitchFamily="49" charset="0"/>
                        <a:cs typeface="Cascadia Code" panose="020B0609020000020004" pitchFamily="49" charset="0"/>
                      </a:rPr>
                      <m:t>𝑚𝑒𝑟𝑔𝑒𝑑</m:t>
                    </m:r>
                  </m:oMath>
                </a14:m>
                <a:r>
                  <a:rPr lang="en-US" sz="2800" b="0" dirty="0">
                    <a:latin typeface="Cambria Math" panose="02040503050406030204" pitchFamily="18" charset="0"/>
                    <a:ea typeface="Cascadia Code" panose="020B0609020000020004" pitchFamily="49" charset="0"/>
                    <a:cs typeface="Cascadia Code" panose="020B0609020000020004" pitchFamily="49" charset="0"/>
                  </a:rPr>
                  <a:t>					(return merged array)</a:t>
                </a:r>
              </a:p>
              <a:p>
                <a:pPr marL="514350" indent="-514350">
                  <a:lnSpc>
                    <a:spcPct val="100000"/>
                  </a:lnSpc>
                  <a:buFont typeface="+mj-lt"/>
                  <a:buAutoNum type="arabicPeriod" startAt="6"/>
                </a:pPr>
                <a:endParaRPr lang="en-US" sz="2800" dirty="0">
                  <a:latin typeface="Cambria Math" panose="02040503050406030204" pitchFamily="18" charset="0"/>
                  <a:ea typeface="Cascadia Code" panose="020B0609020000020004" pitchFamily="49" charset="0"/>
                  <a:cs typeface="Cascadia Code" panose="020B0609020000020004" pitchFamily="49" charset="0"/>
                </a:endParaRPr>
              </a:p>
            </p:txBody>
          </p:sp>
        </mc:Choice>
        <mc:Fallback xmlns="">
          <p:sp>
            <p:nvSpPr>
              <p:cNvPr id="3" name="Content Placeholder 2">
                <a:extLst>
                  <a:ext uri="{FF2B5EF4-FFF2-40B4-BE49-F238E27FC236}">
                    <a16:creationId xmlns:a16="http://schemas.microsoft.com/office/drawing/2014/main" id="{C036BAFF-A229-2D4C-DAE4-E2898006D8B7}"/>
                  </a:ext>
                </a:extLst>
              </p:cNvPr>
              <p:cNvSpPr txBox="1">
                <a:spLocks noRot="1" noChangeAspect="1" noMove="1" noResize="1" noEditPoints="1" noAdjustHandles="1" noChangeArrowheads="1" noChangeShapeType="1" noTextEdit="1"/>
              </p:cNvSpPr>
              <p:nvPr/>
            </p:nvSpPr>
            <p:spPr>
              <a:xfrm>
                <a:off x="220384" y="1587640"/>
                <a:ext cx="11743016" cy="4832825"/>
              </a:xfrm>
              <a:prstGeom prst="rect">
                <a:avLst/>
              </a:prstGeom>
              <a:blipFill>
                <a:blip r:embed="rId3"/>
                <a:stretch>
                  <a:fillRect l="-1038" t="-1261"/>
                </a:stretch>
              </a:blipFill>
            </p:spPr>
            <p:txBody>
              <a:bodyPr/>
              <a:lstStyle/>
              <a:p>
                <a:r>
                  <a:rPr lang="en-US">
                    <a:noFill/>
                  </a:rPr>
                  <a:t> </a:t>
                </a:r>
              </a:p>
            </p:txBody>
          </p:sp>
        </mc:Fallback>
      </mc:AlternateContent>
    </p:spTree>
    <p:extLst>
      <p:ext uri="{BB962C8B-B14F-4D97-AF65-F5344CB8AC3E}">
        <p14:creationId xmlns:p14="http://schemas.microsoft.com/office/powerpoint/2010/main" val="4019502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We will take an in-depth approach to analyze Quicksort.</a:t>
                </a:r>
              </a:p>
              <a:p>
                <a:pPr>
                  <a:lnSpc>
                    <a:spcPct val="120000"/>
                  </a:lnSpc>
                  <a:buFont typeface="Wingdings" panose="05000000000000000000" pitchFamily="2" charset="2"/>
                  <a:buChar char="§"/>
                </a:pPr>
                <a:r>
                  <a:rPr lang="en-US" sz="3200" dirty="0"/>
                  <a:t>Let’s first understand Divide part and Conquer part:</a:t>
                </a:r>
              </a:p>
              <a:p>
                <a:pPr lvl="1">
                  <a:lnSpc>
                    <a:spcPct val="120000"/>
                  </a:lnSpc>
                  <a:buFont typeface="Wingdings" panose="05000000000000000000" pitchFamily="2" charset="2"/>
                  <a:buChar char="§"/>
                </a:pPr>
                <a:r>
                  <a:rPr lang="en-US" sz="2800" b="1" dirty="0"/>
                  <a:t>Divide: </a:t>
                </a:r>
                <a:r>
                  <a:rPr lang="en-US" sz="2800" dirty="0"/>
                  <a:t>break the array into 3 parts. An unsorted subarray </a:t>
                </a:r>
                <a14:m>
                  <m:oMath xmlns:m="http://schemas.openxmlformats.org/officeDocument/2006/math">
                    <m:r>
                      <a:rPr lang="en-US" sz="2800" b="0" i="1" smtClean="0">
                        <a:latin typeface="Cambria Math" panose="02040503050406030204" pitchFamily="18" charset="0"/>
                      </a:rPr>
                      <m:t>𝑙𝑒𝑓𝑡</m:t>
                    </m:r>
                  </m:oMath>
                </a14:m>
                <a:r>
                  <a:rPr lang="en-US" sz="2800" dirty="0"/>
                  <a:t>, an unsorted subarray </a:t>
                </a:r>
                <a14:m>
                  <m:oMath xmlns:m="http://schemas.openxmlformats.org/officeDocument/2006/math">
                    <m:r>
                      <a:rPr lang="en-US" sz="2800" i="1" dirty="0" smtClean="0">
                        <a:latin typeface="Cambria Math" panose="02040503050406030204" pitchFamily="18" charset="0"/>
                      </a:rPr>
                      <m:t>𝑟𝑖𝑔h𝑡</m:t>
                    </m:r>
                  </m:oMath>
                </a14:m>
                <a:r>
                  <a:rPr lang="en-US" sz="2800" dirty="0"/>
                  <a:t>, a single element </a:t>
                </a:r>
                <a14:m>
                  <m:oMath xmlns:m="http://schemas.openxmlformats.org/officeDocument/2006/math">
                    <m:r>
                      <a:rPr lang="en-US" sz="2800" b="0" i="1" smtClean="0">
                        <a:latin typeface="Cambria Math" panose="02040503050406030204" pitchFamily="18" charset="0"/>
                      </a:rPr>
                      <m:t>𝑚𝑖𝑑</m:t>
                    </m:r>
                  </m:oMath>
                </a14:m>
                <a:r>
                  <a:rPr lang="en-US" sz="2800" dirty="0"/>
                  <a:t>. Algorithm makes sure that </a:t>
                </a:r>
                <a14:m>
                  <m:oMath xmlns:m="http://schemas.openxmlformats.org/officeDocument/2006/math">
                    <m:r>
                      <a:rPr lang="en-US" sz="2800" b="0" i="1" smtClean="0">
                        <a:latin typeface="Cambria Math" panose="02040503050406030204" pitchFamily="18" charset="0"/>
                      </a:rPr>
                      <m:t>𝑙𝑒𝑓𝑡</m:t>
                    </m:r>
                  </m:oMath>
                </a14:m>
                <a:r>
                  <a:rPr lang="en-US" sz="2800" dirty="0"/>
                  <a:t> contains smaller and </a:t>
                </a:r>
                <a14:m>
                  <m:oMath xmlns:m="http://schemas.openxmlformats.org/officeDocument/2006/math">
                    <m:r>
                      <a:rPr lang="en-US" sz="2800" b="0" i="1" smtClean="0">
                        <a:latin typeface="Cambria Math" panose="02040503050406030204" pitchFamily="18" charset="0"/>
                      </a:rPr>
                      <m:t>𝑟𝑖𝑔h𝑡</m:t>
                    </m:r>
                  </m:oMath>
                </a14:m>
                <a:r>
                  <a:rPr lang="en-US" sz="2800" dirty="0"/>
                  <a:t> contains greater (or equal) elements than </a:t>
                </a:r>
                <a14:m>
                  <m:oMath xmlns:m="http://schemas.openxmlformats.org/officeDocument/2006/math">
                    <m:r>
                      <a:rPr lang="en-US" sz="2800" b="0" i="1" smtClean="0">
                        <a:latin typeface="Cambria Math" panose="02040503050406030204" pitchFamily="18" charset="0"/>
                      </a:rPr>
                      <m:t>𝑚𝑖𝑑</m:t>
                    </m:r>
                  </m:oMath>
                </a14:m>
                <a:r>
                  <a:rPr lang="en-US" sz="2800" dirty="0"/>
                  <a:t>.</a:t>
                </a:r>
              </a:p>
              <a:p>
                <a:pPr lvl="1">
                  <a:lnSpc>
                    <a:spcPct val="120000"/>
                  </a:lnSpc>
                  <a:buFont typeface="Wingdings" panose="05000000000000000000" pitchFamily="2" charset="2"/>
                  <a:buChar char="§"/>
                </a:pPr>
                <a:r>
                  <a:rPr lang="en-US" sz="2800" b="1" dirty="0"/>
                  <a:t>Conquer: </a:t>
                </a:r>
                <a:r>
                  <a:rPr lang="en-US" sz="2800" dirty="0"/>
                  <a:t>sort the subarrays recursively.</a:t>
                </a:r>
              </a:p>
              <a:p>
                <a:pPr>
                  <a:lnSpc>
                    <a:spcPct val="120000"/>
                  </a:lnSpc>
                  <a:buFont typeface="Wingdings" panose="05000000000000000000" pitchFamily="2" charset="2"/>
                  <a:buChar char="§"/>
                </a:pPr>
                <a:r>
                  <a:rPr lang="en-US" sz="3000" dirty="0"/>
                  <a:t>Note that in Quicksort, there is no extra work required to merge two subarrays because that work has already happened in </a:t>
                </a:r>
                <a:r>
                  <a:rPr lang="en-US" sz="3000" i="1" dirty="0"/>
                  <a:t>Divide</a:t>
                </a:r>
                <a:r>
                  <a:rPr lang="en-US" sz="3000" dirty="0"/>
                  <a:t> stage.</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142" t="-1122" r="-986" b="-3616"/>
                </a:stretch>
              </a:blipFill>
            </p:spPr>
            <p:txBody>
              <a:bodyPr/>
              <a:lstStyle/>
              <a:p>
                <a:r>
                  <a:rPr lang="en-US">
                    <a:noFill/>
                  </a:rPr>
                  <a:t> </a:t>
                </a:r>
              </a:p>
            </p:txBody>
          </p:sp>
        </mc:Fallback>
      </mc:AlternateContent>
    </p:spTree>
    <p:extLst>
      <p:ext uri="{BB962C8B-B14F-4D97-AF65-F5344CB8AC3E}">
        <p14:creationId xmlns:p14="http://schemas.microsoft.com/office/powerpoint/2010/main" val="539709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 simplified form of the actual Pseudocode can be expressed as:</a:t>
                </a:r>
              </a:p>
              <a:p>
                <a:pPr marL="0" indent="0">
                  <a:lnSpc>
                    <a:spcPct val="120000"/>
                  </a:lnSpc>
                  <a:buNone/>
                </a:pPr>
                <a:r>
                  <a:rPr lang="en-US" sz="3200" dirty="0">
                    <a:latin typeface="Cascadia Code" panose="020B0609020000020004" pitchFamily="49" charset="0"/>
                    <a:ea typeface="Cascadia Code" panose="020B0609020000020004" pitchFamily="49" charset="0"/>
                    <a:cs typeface="Cascadia Code" panose="020B0609020000020004" pitchFamily="49" charset="0"/>
                  </a:rPr>
                  <a:t>QUICKSORT</a:t>
                </a:r>
                <a:r>
                  <a:rPr lang="en-US" sz="3200" dirty="0">
                    <a:latin typeface="Cascadia Code" panose="020B0609020000020004" pitchFamily="49" charset="0"/>
                    <a:cs typeface="Cascadia Code" panose="020B0609020000020004" pitchFamily="49" charset="0"/>
                  </a:rPr>
                  <a:t>(A, </a:t>
                </a:r>
                <a:r>
                  <a:rPr lang="en-US" sz="3200" dirty="0" err="1">
                    <a:latin typeface="Cascadia Code" panose="020B0609020000020004" pitchFamily="49" charset="0"/>
                    <a:cs typeface="Cascadia Code" panose="020B0609020000020004" pitchFamily="49" charset="0"/>
                  </a:rPr>
                  <a:t>i</a:t>
                </a:r>
                <a:r>
                  <a:rPr lang="en-US" sz="3200" dirty="0">
                    <a:latin typeface="Cascadia Code" panose="020B0609020000020004" pitchFamily="49" charset="0"/>
                    <a:cs typeface="Cascadia Code" panose="020B0609020000020004" pitchFamily="49" charset="0"/>
                  </a:rPr>
                  <a:t>, j</a:t>
                </a:r>
                <a:r>
                  <a:rPr lang="en-US" sz="3200" dirty="0">
                    <a:latin typeface="Cascadia Code" panose="020B0609020000020004" pitchFamily="49" charset="0"/>
                    <a:ea typeface="Cascadia Code" panose="020B0609020000020004" pitchFamily="49" charset="0"/>
                    <a:cs typeface="Cascadia Code" panose="020B0609020000020004" pitchFamily="49" charset="0"/>
                  </a:rPr>
                  <a:t>)</a:t>
                </a:r>
              </a:p>
              <a:p>
                <a:pPr marL="514350" indent="-514350">
                  <a:lnSpc>
                    <a:spcPct val="120000"/>
                  </a:lnSpc>
                  <a:buFont typeface="+mj-lt"/>
                  <a:buAutoNum type="arabicPeriod"/>
                </a:pPr>
                <a14:m>
                  <m:oMath xmlns:m="http://schemas.openxmlformats.org/officeDocument/2006/math">
                    <m:r>
                      <a:rPr lang="en-US" sz="3200" b="0" i="1" smtClean="0">
                        <a:latin typeface="Cambria Math" panose="02040503050406030204" pitchFamily="18" charset="0"/>
                      </a:rPr>
                      <m:t>𝑖𝑓</m:t>
                    </m:r>
                    <m:r>
                      <a:rPr lang="en-US" sz="3200" b="0" i="1" smtClean="0">
                        <a:latin typeface="Cambria Math" panose="02040503050406030204" pitchFamily="18" charset="0"/>
                      </a:rPr>
                      <m:t> </m:t>
                    </m:r>
                    <m:r>
                      <a:rPr lang="en-US" sz="3200" b="0" i="1" smtClean="0">
                        <a:latin typeface="Cambria Math" panose="02040503050406030204" pitchFamily="18" charset="0"/>
                      </a:rPr>
                      <m:t>𝑖</m:t>
                    </m:r>
                    <m:r>
                      <a:rPr lang="en-US" sz="3200" b="0" i="1" smtClean="0">
                        <a:latin typeface="Cambria Math" panose="02040503050406030204" pitchFamily="18" charset="0"/>
                      </a:rPr>
                      <m:t>&lt;</m:t>
                    </m:r>
                    <m:r>
                      <a:rPr lang="en-US" sz="3200" b="0" i="1" smtClean="0">
                        <a:latin typeface="Cambria Math" panose="02040503050406030204" pitchFamily="18" charset="0"/>
                      </a:rPr>
                      <m:t>𝑗</m:t>
                    </m:r>
                  </m:oMath>
                </a14:m>
                <a:r>
                  <a:rPr lang="en-US" sz="3200" dirty="0"/>
                  <a:t>, then</a:t>
                </a:r>
              </a:p>
              <a:p>
                <a:pPr marL="971550" lvl="1" indent="-514350">
                  <a:lnSpc>
                    <a:spcPct val="120000"/>
                  </a:lnSpc>
                  <a:buFont typeface="+mj-lt"/>
                  <a:buAutoNum type="arabicPeriod"/>
                </a:pPr>
                <a14:m>
                  <m:oMath xmlns:m="http://schemas.openxmlformats.org/officeDocument/2006/math">
                    <m:r>
                      <a:rPr lang="en-US" sz="3000" b="0" i="1" smtClean="0">
                        <a:latin typeface="Cambria Math" panose="02040503050406030204" pitchFamily="18" charset="0"/>
                      </a:rPr>
                      <m:t>𝑆𝐸𝑇</m:t>
                    </m:r>
                    <m:r>
                      <a:rPr lang="en-US" sz="3000" b="0" i="1" smtClean="0">
                        <a:latin typeface="Cambria Math" panose="02040503050406030204" pitchFamily="18" charset="0"/>
                      </a:rPr>
                      <m:t> </m:t>
                    </m:r>
                    <m:r>
                      <a:rPr lang="en-US" sz="3000" b="0" i="1" smtClean="0">
                        <a:latin typeface="Cambria Math" panose="02040503050406030204" pitchFamily="18" charset="0"/>
                      </a:rPr>
                      <m:t>𝑝</m:t>
                    </m:r>
                    <m:r>
                      <a:rPr lang="en-US" sz="3000" b="0" i="1" smtClean="0">
                        <a:latin typeface="Cambria Math" panose="02040503050406030204" pitchFamily="18" charset="0"/>
                      </a:rPr>
                      <m:t>≔</m:t>
                    </m:r>
                    <m:r>
                      <a:rPr lang="en-US" sz="3000" b="0" i="1" smtClean="0">
                        <a:latin typeface="Cambria Math" panose="02040503050406030204" pitchFamily="18" charset="0"/>
                      </a:rPr>
                      <m:t>𝑃𝐴𝑅𝑇𝐼𝑇𝐼𝑂𝑁</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𝐴</m:t>
                        </m:r>
                        <m:r>
                          <a:rPr lang="en-US" sz="3000" b="0" i="1" smtClean="0">
                            <a:latin typeface="Cambria Math" panose="02040503050406030204" pitchFamily="18" charset="0"/>
                          </a:rPr>
                          <m:t>, </m:t>
                        </m:r>
                        <m:r>
                          <a:rPr lang="en-US" sz="3000" b="0" i="1" smtClean="0">
                            <a:latin typeface="Cambria Math" panose="02040503050406030204" pitchFamily="18" charset="0"/>
                          </a:rPr>
                          <m:t>𝑖</m:t>
                        </m:r>
                        <m:r>
                          <a:rPr lang="en-US" sz="3000" b="0" i="1" smtClean="0">
                            <a:latin typeface="Cambria Math" panose="02040503050406030204" pitchFamily="18" charset="0"/>
                          </a:rPr>
                          <m:t>, </m:t>
                        </m:r>
                        <m:r>
                          <a:rPr lang="en-US" sz="3000" b="0" i="1" smtClean="0">
                            <a:latin typeface="Cambria Math" panose="02040503050406030204" pitchFamily="18" charset="0"/>
                          </a:rPr>
                          <m:t>𝑗</m:t>
                        </m:r>
                      </m:e>
                    </m:d>
                  </m:oMath>
                </a14:m>
                <a:endParaRPr lang="en-US" sz="3000" b="0" dirty="0"/>
              </a:p>
              <a:p>
                <a:pPr marL="971550" lvl="1" indent="-514350">
                  <a:lnSpc>
                    <a:spcPct val="120000"/>
                  </a:lnSpc>
                  <a:buFont typeface="+mj-lt"/>
                  <a:buAutoNum type="arabicPeriod"/>
                </a:pPr>
                <a14:m>
                  <m:oMath xmlns:m="http://schemas.openxmlformats.org/officeDocument/2006/math">
                    <m:r>
                      <a:rPr lang="en-US" sz="3000" b="0" i="1" smtClean="0">
                        <a:latin typeface="Cambria Math" panose="02040503050406030204" pitchFamily="18" charset="0"/>
                      </a:rPr>
                      <m:t>𝑄𝑈𝐼𝐶𝐾𝑆𝑂𝑅𝑇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𝐴</m:t>
                        </m:r>
                        <m:r>
                          <a:rPr lang="en-US" sz="3000" b="0" i="1" smtClean="0">
                            <a:latin typeface="Cambria Math" panose="02040503050406030204" pitchFamily="18" charset="0"/>
                          </a:rPr>
                          <m:t>, </m:t>
                        </m:r>
                        <m:r>
                          <a:rPr lang="en-US" sz="3000" b="0" i="1" smtClean="0">
                            <a:latin typeface="Cambria Math" panose="02040503050406030204" pitchFamily="18" charset="0"/>
                          </a:rPr>
                          <m:t>𝑖</m:t>
                        </m:r>
                        <m:r>
                          <a:rPr lang="en-US" sz="3000" b="0" i="1" smtClean="0">
                            <a:latin typeface="Cambria Math" panose="02040503050406030204" pitchFamily="18" charset="0"/>
                          </a:rPr>
                          <m:t>,</m:t>
                        </m:r>
                        <m:r>
                          <a:rPr lang="en-US" sz="3000" b="0" i="1" smtClean="0">
                            <a:latin typeface="Cambria Math" panose="02040503050406030204" pitchFamily="18" charset="0"/>
                          </a:rPr>
                          <m:t>𝑝</m:t>
                        </m:r>
                        <m:r>
                          <a:rPr lang="en-US" sz="3000" b="0" i="1" smtClean="0">
                            <a:latin typeface="Cambria Math" panose="02040503050406030204" pitchFamily="18" charset="0"/>
                          </a:rPr>
                          <m:t>−1</m:t>
                        </m:r>
                      </m:e>
                    </m:d>
                  </m:oMath>
                </a14:m>
                <a:endParaRPr lang="en-US" sz="3000" b="0" dirty="0"/>
              </a:p>
              <a:p>
                <a:pPr marL="971550" lvl="1" indent="-514350">
                  <a:lnSpc>
                    <a:spcPct val="120000"/>
                  </a:lnSpc>
                  <a:buFont typeface="+mj-lt"/>
                  <a:buAutoNum type="arabicPeriod"/>
                </a:pPr>
                <a14:m>
                  <m:oMath xmlns:m="http://schemas.openxmlformats.org/officeDocument/2006/math">
                    <m:r>
                      <a:rPr lang="en-US" sz="3000" b="0" i="1" smtClean="0">
                        <a:latin typeface="Cambria Math" panose="02040503050406030204" pitchFamily="18" charset="0"/>
                      </a:rPr>
                      <m:t>𝑄𝑈𝐼𝐶𝐾𝑆𝑂𝑅𝑇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𝐴</m:t>
                        </m:r>
                        <m:r>
                          <a:rPr lang="en-US" sz="3000" b="0" i="1" smtClean="0">
                            <a:latin typeface="Cambria Math" panose="02040503050406030204" pitchFamily="18" charset="0"/>
                          </a:rPr>
                          <m:t>,</m:t>
                        </m:r>
                        <m:r>
                          <a:rPr lang="en-US" sz="3000" b="0" i="1" smtClean="0">
                            <a:latin typeface="Cambria Math" panose="02040503050406030204" pitchFamily="18" charset="0"/>
                          </a:rPr>
                          <m:t>𝑝</m:t>
                        </m:r>
                        <m:r>
                          <a:rPr lang="en-US" sz="3000" b="0" i="1" smtClean="0">
                            <a:latin typeface="Cambria Math" panose="02040503050406030204" pitchFamily="18" charset="0"/>
                          </a:rPr>
                          <m:t>+1,</m:t>
                        </m:r>
                        <m:r>
                          <a:rPr lang="en-US" sz="3000" b="0" i="1" smtClean="0">
                            <a:latin typeface="Cambria Math" panose="02040503050406030204" pitchFamily="18" charset="0"/>
                          </a:rPr>
                          <m:t>𝑗</m:t>
                        </m:r>
                      </m:e>
                    </m:d>
                  </m:oMath>
                </a14:m>
                <a:endParaRPr lang="en-US" sz="3000" dirty="0"/>
              </a:p>
              <a:p>
                <a:pPr>
                  <a:lnSpc>
                    <a:spcPct val="120000"/>
                  </a:lnSpc>
                  <a:buFont typeface="Wingdings" panose="05000000000000000000" pitchFamily="2" charset="2"/>
                  <a:buChar char="§"/>
                </a:pPr>
                <a:r>
                  <a:rPr lang="en-US" sz="3000" dirty="0"/>
                  <a:t>Where </a:t>
                </a:r>
                <a14:m>
                  <m:oMath xmlns:m="http://schemas.openxmlformats.org/officeDocument/2006/math">
                    <m:r>
                      <a:rPr lang="en-US" sz="3000" b="0" i="1" smtClean="0">
                        <a:latin typeface="Cambria Math" panose="02040503050406030204" pitchFamily="18" charset="0"/>
                      </a:rPr>
                      <m:t>𝑖</m:t>
                    </m:r>
                    <m:r>
                      <a:rPr lang="en-US" sz="3000" b="0" i="1" smtClean="0">
                        <a:latin typeface="Cambria Math" panose="02040503050406030204" pitchFamily="18" charset="0"/>
                      </a:rPr>
                      <m:t>,</m:t>
                    </m:r>
                    <m:r>
                      <a:rPr lang="en-US" sz="3000" b="0" i="1" smtClean="0">
                        <a:latin typeface="Cambria Math" panose="02040503050406030204" pitchFamily="18" charset="0"/>
                      </a:rPr>
                      <m:t>𝑗</m:t>
                    </m:r>
                    <m:r>
                      <a:rPr lang="en-US" sz="3000" b="0" i="1" smtClean="0">
                        <a:latin typeface="Cambria Math" panose="02040503050406030204" pitchFamily="18" charset="0"/>
                      </a:rPr>
                      <m:t>,</m:t>
                    </m:r>
                    <m:r>
                      <a:rPr lang="en-US" sz="3000" b="0" i="1" smtClean="0">
                        <a:latin typeface="Cambria Math" panose="02040503050406030204" pitchFamily="18" charset="0"/>
                      </a:rPr>
                      <m:t>𝑝</m:t>
                    </m:r>
                  </m:oMath>
                </a14:m>
                <a:r>
                  <a:rPr lang="en-US" sz="3000" dirty="0"/>
                  <a:t> are pointers for left, right and pivot elements respectively.</a:t>
                </a:r>
              </a:p>
              <a:p>
                <a:pPr>
                  <a:lnSpc>
                    <a:spcPct val="120000"/>
                  </a:lnSpc>
                  <a:buFont typeface="Wingdings" panose="05000000000000000000" pitchFamily="2" charset="2"/>
                  <a:buChar char="§"/>
                </a:pPr>
                <a:r>
                  <a:rPr lang="en-US" sz="3000" dirty="0"/>
                  <a:t>The PARTITION is only a function, which returns a pointer/index </a:t>
                </a:r>
                <a14:m>
                  <m:oMath xmlns:m="http://schemas.openxmlformats.org/officeDocument/2006/math">
                    <m:r>
                      <a:rPr lang="en-US" sz="3000" b="0" i="1" smtClean="0">
                        <a:latin typeface="Cambria Math" panose="02040503050406030204" pitchFamily="18" charset="0"/>
                      </a:rPr>
                      <m:t>𝑝</m:t>
                    </m:r>
                  </m:oMath>
                </a14:m>
                <a:r>
                  <a:rPr lang="en-US" sz="3000" dirty="0"/>
                  <a:t> after iterating </a:t>
                </a:r>
                <a14:m>
                  <m:oMath xmlns:m="http://schemas.openxmlformats.org/officeDocument/2006/math">
                    <m:r>
                      <a:rPr lang="en-US" sz="3000" b="0" i="1" smtClean="0">
                        <a:latin typeface="Cambria Math" panose="02040503050406030204" pitchFamily="18" charset="0"/>
                      </a:rPr>
                      <m:t>𝑖</m:t>
                    </m:r>
                  </m:oMath>
                </a14:m>
                <a:r>
                  <a:rPr lang="en-US" sz="3000" dirty="0"/>
                  <a:t> and </a:t>
                </a:r>
                <a14:m>
                  <m:oMath xmlns:m="http://schemas.openxmlformats.org/officeDocument/2006/math">
                    <m:r>
                      <a:rPr lang="en-US" sz="3000" b="0" i="1" smtClean="0">
                        <a:latin typeface="Cambria Math" panose="02040503050406030204" pitchFamily="18" charset="0"/>
                      </a:rPr>
                      <m:t>𝑗</m:t>
                    </m:r>
                  </m:oMath>
                </a14:m>
                <a:r>
                  <a:rPr lang="en-US" sz="3000" dirty="0"/>
                  <a:t> as in previous pseudocode.</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194" t="-1496" b="-125"/>
                </a:stretch>
              </a:blipFill>
            </p:spPr>
            <p:txBody>
              <a:bodyPr/>
              <a:lstStyle/>
              <a:p>
                <a:r>
                  <a:rPr lang="LID4096">
                    <a:noFill/>
                  </a:rPr>
                  <a:t> </a:t>
                </a:r>
              </a:p>
            </p:txBody>
          </p:sp>
        </mc:Fallback>
      </mc:AlternateContent>
    </p:spTree>
    <p:extLst>
      <p:ext uri="{BB962C8B-B14F-4D97-AF65-F5344CB8AC3E}">
        <p14:creationId xmlns:p14="http://schemas.microsoft.com/office/powerpoint/2010/main" val="1549836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Focus on how recursion takes place. QUICKSORT is called recursively twice. Once for the left subarray and one for the right.</a:t>
            </a:r>
          </a:p>
          <a:p>
            <a:pPr>
              <a:lnSpc>
                <a:spcPct val="120000"/>
              </a:lnSpc>
              <a:buFont typeface="Wingdings" panose="05000000000000000000" pitchFamily="2" charset="2"/>
              <a:buChar char="§"/>
            </a:pPr>
            <a:r>
              <a:rPr lang="en-US" sz="3000" dirty="0"/>
              <a:t>If we’re quick to jump to conclusion, this looks like Merge sort. However, in Merge sort, the partitions are equally divided. Does the same happen here?</a:t>
            </a:r>
          </a:p>
          <a:p>
            <a:pPr>
              <a:lnSpc>
                <a:spcPct val="120000"/>
              </a:lnSpc>
              <a:buFont typeface="Wingdings" panose="05000000000000000000" pitchFamily="2" charset="2"/>
              <a:buChar char="§"/>
            </a:pPr>
            <a:r>
              <a:rPr lang="en-US" sz="3000" dirty="0"/>
              <a:t>What happens if the pivot is?:</a:t>
            </a:r>
          </a:p>
          <a:p>
            <a:pPr lvl="1">
              <a:lnSpc>
                <a:spcPct val="120000"/>
              </a:lnSpc>
              <a:buFont typeface="Wingdings" panose="05000000000000000000" pitchFamily="2" charset="2"/>
              <a:buChar char="§"/>
            </a:pPr>
            <a:r>
              <a:rPr lang="en-US" sz="2800" dirty="0"/>
              <a:t>Median value</a:t>
            </a:r>
          </a:p>
          <a:p>
            <a:pPr lvl="1">
              <a:lnSpc>
                <a:spcPct val="120000"/>
              </a:lnSpc>
              <a:buFont typeface="Wingdings" panose="05000000000000000000" pitchFamily="2" charset="2"/>
              <a:buChar char="§"/>
            </a:pPr>
            <a:r>
              <a:rPr lang="en-US" sz="2800" dirty="0"/>
              <a:t>Smallest value</a:t>
            </a:r>
          </a:p>
          <a:p>
            <a:pPr lvl="1">
              <a:lnSpc>
                <a:spcPct val="120000"/>
              </a:lnSpc>
              <a:buFont typeface="Wingdings" panose="05000000000000000000" pitchFamily="2" charset="2"/>
              <a:buChar char="§"/>
            </a:pPr>
            <a:r>
              <a:rPr lang="en-US" sz="2800" dirty="0"/>
              <a:t>Largest value</a:t>
            </a:r>
          </a:p>
        </p:txBody>
      </p:sp>
    </p:spTree>
    <p:extLst>
      <p:ext uri="{BB962C8B-B14F-4D97-AF65-F5344CB8AC3E}">
        <p14:creationId xmlns:p14="http://schemas.microsoft.com/office/powerpoint/2010/main" val="191641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8756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Assume an array of size 7 with values 1-7.</a:t>
            </a:r>
          </a:p>
          <a:p>
            <a:pPr>
              <a:lnSpc>
                <a:spcPct val="120000"/>
              </a:lnSpc>
              <a:buFont typeface="Wingdings" panose="05000000000000000000" pitchFamily="2" charset="2"/>
              <a:buChar char="§"/>
            </a:pPr>
            <a:r>
              <a:rPr lang="en-US" sz="3200" dirty="0"/>
              <a:t>When pivot is median value…</a:t>
            </a:r>
          </a:p>
          <a:p>
            <a:pPr>
              <a:lnSpc>
                <a:spcPct val="120000"/>
              </a:lnSpc>
              <a:buFont typeface="Wingdings" panose="05000000000000000000" pitchFamily="2" charset="2"/>
              <a:buChar char="§"/>
            </a:pPr>
            <a:r>
              <a:rPr lang="en-US" sz="3200" dirty="0"/>
              <a:t>The partition will form a subtree with equal sized left and right subarrays.</a:t>
            </a:r>
          </a:p>
          <a:p>
            <a:pPr>
              <a:lnSpc>
                <a:spcPct val="120000"/>
              </a:lnSpc>
              <a:buFont typeface="Wingdings" panose="05000000000000000000" pitchFamily="2" charset="2"/>
              <a:buChar char="§"/>
            </a:pPr>
            <a:r>
              <a:rPr lang="en-US" sz="3200" dirty="0"/>
              <a:t>In the 2</a:t>
            </a:r>
            <a:r>
              <a:rPr lang="en-US" sz="3200" baseline="30000" dirty="0"/>
              <a:t>nd</a:t>
            </a:r>
            <a:r>
              <a:rPr lang="en-US" sz="3200" dirty="0"/>
              <a:t> pass also, the tree will be balanced.</a:t>
            </a:r>
          </a:p>
          <a:p>
            <a:pPr>
              <a:lnSpc>
                <a:spcPct val="120000"/>
              </a:lnSpc>
              <a:buFont typeface="Wingdings" panose="05000000000000000000" pitchFamily="2" charset="2"/>
              <a:buChar char="§"/>
            </a:pPr>
            <a:r>
              <a:rPr lang="en-US" sz="3200" dirty="0"/>
              <a:t>This is an ideal </a:t>
            </a:r>
            <a:r>
              <a:rPr lang="en-US" sz="3200" i="1" dirty="0"/>
              <a:t>Divide</a:t>
            </a:r>
            <a:r>
              <a:rPr lang="en-US" sz="3200" dirty="0"/>
              <a:t>, and the best-case scenario.</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A3EE2702-9649-9028-56AA-0C462859F102}"/>
                  </a:ext>
                </a:extLst>
              </p:cNvPr>
              <p:cNvGraphicFramePr>
                <a:graphicFrameLocks noGrp="1"/>
              </p:cNvGraphicFramePr>
              <p:nvPr>
                <p:extLst>
                  <p:ext uri="{D42A27DB-BD31-4B8C-83A1-F6EECF244321}">
                    <p14:modId xmlns:p14="http://schemas.microsoft.com/office/powerpoint/2010/main" val="625131485"/>
                  </p:ext>
                </p:extLst>
              </p:nvPr>
            </p:nvGraphicFramePr>
            <p:xfrm>
              <a:off x="6824678" y="2061082"/>
              <a:ext cx="5146938"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336550690"/>
                        </a:ext>
                      </a:extLst>
                    </a:gridCol>
                    <a:gridCol w="698190">
                      <a:extLst>
                        <a:ext uri="{9D8B030D-6E8A-4147-A177-3AD203B41FA5}">
                          <a16:colId xmlns:a16="http://schemas.microsoft.com/office/drawing/2014/main" val="3598703223"/>
                        </a:ext>
                      </a:extLst>
                    </a:gridCol>
                    <a:gridCol w="698190">
                      <a:extLst>
                        <a:ext uri="{9D8B030D-6E8A-4147-A177-3AD203B41FA5}">
                          <a16:colId xmlns:a16="http://schemas.microsoft.com/office/drawing/2014/main" val="2522081744"/>
                        </a:ext>
                      </a:extLst>
                    </a:gridCol>
                    <a:gridCol w="698190">
                      <a:extLst>
                        <a:ext uri="{9D8B030D-6E8A-4147-A177-3AD203B41FA5}">
                          <a16:colId xmlns:a16="http://schemas.microsoft.com/office/drawing/2014/main" val="2620735374"/>
                        </a:ext>
                      </a:extLst>
                    </a:gridCol>
                    <a:gridCol w="784726">
                      <a:extLst>
                        <a:ext uri="{9D8B030D-6E8A-4147-A177-3AD203B41FA5}">
                          <a16:colId xmlns:a16="http://schemas.microsoft.com/office/drawing/2014/main" val="1671335274"/>
                        </a:ext>
                      </a:extLst>
                    </a:gridCol>
                    <a:gridCol w="784726">
                      <a:extLst>
                        <a:ext uri="{9D8B030D-6E8A-4147-A177-3AD203B41FA5}">
                          <a16:colId xmlns:a16="http://schemas.microsoft.com/office/drawing/2014/main" val="1204504903"/>
                        </a:ext>
                      </a:extLst>
                    </a:gridCol>
                    <a:gridCol w="784726">
                      <a:extLst>
                        <a:ext uri="{9D8B030D-6E8A-4147-A177-3AD203B41FA5}">
                          <a16:colId xmlns:a16="http://schemas.microsoft.com/office/drawing/2014/main" val="1051593451"/>
                        </a:ext>
                      </a:extLst>
                    </a:gridCol>
                  </a:tblGrid>
                  <a:tr h="285526">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2185005591"/>
                      </a:ext>
                    </a:extLst>
                  </a:tr>
                  <a:tr h="285526">
                    <a:tc>
                      <a:txBody>
                        <a:bodyPr/>
                        <a:lstStyle/>
                        <a:p>
                          <a:pPr algn="ctr" fontAlgn="b"/>
                          <a:r>
                            <a:rPr lang="en-US" sz="2000" b="0" i="0" u="none" strike="noStrike" dirty="0">
                              <a:solidFill>
                                <a:srgbClr val="000000"/>
                              </a:solidFill>
                              <a:effectLst/>
                              <a:latin typeface="Calibri" panose="020F0502020204030204" pitchFamily="34" charset="0"/>
                            </a:rPr>
                            <a:t>4</a:t>
                          </a:r>
                        </a:p>
                      </a:txBody>
                      <a:tcPr marL="13464" marR="13464" marT="13464" marB="0" anchor="b">
                        <a:solidFill>
                          <a:srgbClr val="FFFF00"/>
                        </a:solidFill>
                      </a:tcPr>
                    </a:tc>
                    <a:tc>
                      <a:txBody>
                        <a:bodyPr/>
                        <a:lstStyle/>
                        <a:p>
                          <a:pPr algn="ctr" fontAlgn="b"/>
                          <a:r>
                            <a:rPr lang="en-US" sz="2000" b="0" i="0" u="none" strike="noStrike" dirty="0">
                              <a:solidFill>
                                <a:srgbClr val="000000"/>
                              </a:solidFill>
                              <a:effectLst/>
                              <a:latin typeface="Calibri" panose="020F0502020204030204" pitchFamily="34" charset="0"/>
                            </a:rPr>
                            <a:t>6</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3</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2</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1</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a:t>
                          </a:r>
                        </a:p>
                      </a:txBody>
                      <a:tcPr marL="13464" marR="13464" marT="13464" marB="0" anchor="b"/>
                    </a:tc>
                    <a:extLst>
                      <a:ext uri="{0D108BD9-81ED-4DB2-BD59-A6C34878D82A}">
                        <a16:rowId xmlns:a16="http://schemas.microsoft.com/office/drawing/2014/main" val="1661029939"/>
                      </a:ext>
                    </a:extLst>
                  </a:tr>
                  <a:tr h="285526">
                    <a:tc>
                      <a:txBody>
                        <a:bodyPr/>
                        <a:lstStyle/>
                        <a:p>
                          <a:pPr algn="ctr" fontAlgn="b"/>
                          <a14:m>
                            <m:oMathPara xmlns:m="http://schemas.openxmlformats.org/officeDocument/2006/math">
                              <m:oMathParaPr>
                                <m:jc m:val="centerGroup"/>
                              </m:oMathParaPr>
                              <m:oMath xmlns:m="http://schemas.openxmlformats.org/officeDocument/2006/math">
                                <m:r>
                                  <a:rPr lang="en-US" sz="2000" b="0" i="1" u="none" strike="noStrike" smtClean="0">
                                    <a:solidFill>
                                      <a:srgbClr val="000000"/>
                                    </a:solidFill>
                                    <a:effectLst/>
                                    <a:latin typeface="Cambria Math" panose="02040503050406030204" pitchFamily="18" charset="0"/>
                                  </a:rPr>
                                  <m:t>𝑝</m:t>
                                </m:r>
                              </m:oMath>
                            </m:oMathPara>
                          </a14:m>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201672774"/>
                      </a:ext>
                    </a:extLst>
                  </a:tr>
                </a:tbl>
              </a:graphicData>
            </a:graphic>
          </p:graphicFrame>
        </mc:Choice>
        <mc:Fallback xmlns="">
          <p:graphicFrame>
            <p:nvGraphicFramePr>
              <p:cNvPr id="4" name="Table 3">
                <a:extLst>
                  <a:ext uri="{FF2B5EF4-FFF2-40B4-BE49-F238E27FC236}">
                    <a16:creationId xmlns:a16="http://schemas.microsoft.com/office/drawing/2014/main" id="{A3EE2702-9649-9028-56AA-0C462859F102}"/>
                  </a:ext>
                </a:extLst>
              </p:cNvPr>
              <p:cNvGraphicFramePr>
                <a:graphicFrameLocks noGrp="1"/>
              </p:cNvGraphicFramePr>
              <p:nvPr>
                <p:extLst>
                  <p:ext uri="{D42A27DB-BD31-4B8C-83A1-F6EECF244321}">
                    <p14:modId xmlns:p14="http://schemas.microsoft.com/office/powerpoint/2010/main" val="625131485"/>
                  </p:ext>
                </p:extLst>
              </p:nvPr>
            </p:nvGraphicFramePr>
            <p:xfrm>
              <a:off x="6824678" y="2061082"/>
              <a:ext cx="5146938"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336550690"/>
                        </a:ext>
                      </a:extLst>
                    </a:gridCol>
                    <a:gridCol w="698190">
                      <a:extLst>
                        <a:ext uri="{9D8B030D-6E8A-4147-A177-3AD203B41FA5}">
                          <a16:colId xmlns:a16="http://schemas.microsoft.com/office/drawing/2014/main" val="3598703223"/>
                        </a:ext>
                      </a:extLst>
                    </a:gridCol>
                    <a:gridCol w="698190">
                      <a:extLst>
                        <a:ext uri="{9D8B030D-6E8A-4147-A177-3AD203B41FA5}">
                          <a16:colId xmlns:a16="http://schemas.microsoft.com/office/drawing/2014/main" val="2522081744"/>
                        </a:ext>
                      </a:extLst>
                    </a:gridCol>
                    <a:gridCol w="698190">
                      <a:extLst>
                        <a:ext uri="{9D8B030D-6E8A-4147-A177-3AD203B41FA5}">
                          <a16:colId xmlns:a16="http://schemas.microsoft.com/office/drawing/2014/main" val="2620735374"/>
                        </a:ext>
                      </a:extLst>
                    </a:gridCol>
                    <a:gridCol w="784726">
                      <a:extLst>
                        <a:ext uri="{9D8B030D-6E8A-4147-A177-3AD203B41FA5}">
                          <a16:colId xmlns:a16="http://schemas.microsoft.com/office/drawing/2014/main" val="1671335274"/>
                        </a:ext>
                      </a:extLst>
                    </a:gridCol>
                    <a:gridCol w="784726">
                      <a:extLst>
                        <a:ext uri="{9D8B030D-6E8A-4147-A177-3AD203B41FA5}">
                          <a16:colId xmlns:a16="http://schemas.microsoft.com/office/drawing/2014/main" val="1204504903"/>
                        </a:ext>
                      </a:extLst>
                    </a:gridCol>
                    <a:gridCol w="784726">
                      <a:extLst>
                        <a:ext uri="{9D8B030D-6E8A-4147-A177-3AD203B41FA5}">
                          <a16:colId xmlns:a16="http://schemas.microsoft.com/office/drawing/2014/main" val="1051593451"/>
                        </a:ext>
                      </a:extLst>
                    </a:gridCol>
                  </a:tblGrid>
                  <a:tr h="318264">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endParaRPr lang="en-US"/>
                        </a:p>
                      </a:txBody>
                      <a:tcPr marL="13464" marR="13464" marT="13464" marB="0" anchor="b">
                        <a:blipFill>
                          <a:blip r:embed="rId3"/>
                          <a:stretch>
                            <a:fillRect l="-455814" t="-21154" r="-101550" b="-228846"/>
                          </a:stretch>
                        </a:blipFill>
                      </a:tcPr>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2185005591"/>
                      </a:ext>
                    </a:extLst>
                  </a:tr>
                  <a:tr h="318264">
                    <a:tc>
                      <a:txBody>
                        <a:bodyPr/>
                        <a:lstStyle/>
                        <a:p>
                          <a:pPr algn="ctr" fontAlgn="b"/>
                          <a:r>
                            <a:rPr lang="en-US" sz="2000" b="0" i="0" u="none" strike="noStrike" dirty="0">
                              <a:solidFill>
                                <a:srgbClr val="000000"/>
                              </a:solidFill>
                              <a:effectLst/>
                              <a:latin typeface="Calibri" panose="020F0502020204030204" pitchFamily="34" charset="0"/>
                            </a:rPr>
                            <a:t>4</a:t>
                          </a:r>
                        </a:p>
                      </a:txBody>
                      <a:tcPr marL="13464" marR="13464" marT="13464" marB="0" anchor="b">
                        <a:solidFill>
                          <a:srgbClr val="FFFF00"/>
                        </a:solidFill>
                      </a:tcPr>
                    </a:tc>
                    <a:tc>
                      <a:txBody>
                        <a:bodyPr/>
                        <a:lstStyle/>
                        <a:p>
                          <a:pPr algn="ctr" fontAlgn="b"/>
                          <a:r>
                            <a:rPr lang="en-US" sz="2000" b="0" i="0" u="none" strike="noStrike" dirty="0">
                              <a:solidFill>
                                <a:srgbClr val="000000"/>
                              </a:solidFill>
                              <a:effectLst/>
                              <a:latin typeface="Calibri" panose="020F0502020204030204" pitchFamily="34" charset="0"/>
                            </a:rPr>
                            <a:t>6</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3</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2</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1</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a:t>
                          </a:r>
                        </a:p>
                      </a:txBody>
                      <a:tcPr marL="13464" marR="13464" marT="13464" marB="0" anchor="b"/>
                    </a:tc>
                    <a:extLst>
                      <a:ext uri="{0D108BD9-81ED-4DB2-BD59-A6C34878D82A}">
                        <a16:rowId xmlns:a16="http://schemas.microsoft.com/office/drawing/2014/main" val="1661029939"/>
                      </a:ext>
                    </a:extLst>
                  </a:tr>
                  <a:tr h="318264">
                    <a:tc>
                      <a:txBody>
                        <a:bodyPr/>
                        <a:lstStyle/>
                        <a:p>
                          <a:endParaRPr lang="en-US"/>
                        </a:p>
                      </a:txBody>
                      <a:tcPr marL="13464" marR="13464" marT="13464" marB="0" anchor="b">
                        <a:blipFill>
                          <a:blip r:embed="rId3"/>
                          <a:stretch>
                            <a:fillRect l="-870" t="-223077" r="-636522" b="-26923"/>
                          </a:stretch>
                        </a:blip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20167277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52675241-F42F-FAAC-D279-5083B702F1FD}"/>
                  </a:ext>
                </a:extLst>
              </p:cNvPr>
              <p:cNvGraphicFramePr>
                <a:graphicFrameLocks noGrp="1"/>
              </p:cNvGraphicFramePr>
              <p:nvPr>
                <p:extLst>
                  <p:ext uri="{D42A27DB-BD31-4B8C-83A1-F6EECF244321}">
                    <p14:modId xmlns:p14="http://schemas.microsoft.com/office/powerpoint/2010/main" val="611370802"/>
                  </p:ext>
                </p:extLst>
              </p:nvPr>
            </p:nvGraphicFramePr>
            <p:xfrm>
              <a:off x="6824678" y="3227960"/>
              <a:ext cx="5146938"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336550690"/>
                        </a:ext>
                      </a:extLst>
                    </a:gridCol>
                    <a:gridCol w="698190">
                      <a:extLst>
                        <a:ext uri="{9D8B030D-6E8A-4147-A177-3AD203B41FA5}">
                          <a16:colId xmlns:a16="http://schemas.microsoft.com/office/drawing/2014/main" val="3598703223"/>
                        </a:ext>
                      </a:extLst>
                    </a:gridCol>
                    <a:gridCol w="698190">
                      <a:extLst>
                        <a:ext uri="{9D8B030D-6E8A-4147-A177-3AD203B41FA5}">
                          <a16:colId xmlns:a16="http://schemas.microsoft.com/office/drawing/2014/main" val="2522081744"/>
                        </a:ext>
                      </a:extLst>
                    </a:gridCol>
                    <a:gridCol w="698190">
                      <a:extLst>
                        <a:ext uri="{9D8B030D-6E8A-4147-A177-3AD203B41FA5}">
                          <a16:colId xmlns:a16="http://schemas.microsoft.com/office/drawing/2014/main" val="2620735374"/>
                        </a:ext>
                      </a:extLst>
                    </a:gridCol>
                    <a:gridCol w="784726">
                      <a:extLst>
                        <a:ext uri="{9D8B030D-6E8A-4147-A177-3AD203B41FA5}">
                          <a16:colId xmlns:a16="http://schemas.microsoft.com/office/drawing/2014/main" val="1671335274"/>
                        </a:ext>
                      </a:extLst>
                    </a:gridCol>
                    <a:gridCol w="784726">
                      <a:extLst>
                        <a:ext uri="{9D8B030D-6E8A-4147-A177-3AD203B41FA5}">
                          <a16:colId xmlns:a16="http://schemas.microsoft.com/office/drawing/2014/main" val="1204504903"/>
                        </a:ext>
                      </a:extLst>
                    </a:gridCol>
                    <a:gridCol w="784726">
                      <a:extLst>
                        <a:ext uri="{9D8B030D-6E8A-4147-A177-3AD203B41FA5}">
                          <a16:colId xmlns:a16="http://schemas.microsoft.com/office/drawing/2014/main" val="1051593451"/>
                        </a:ext>
                      </a:extLst>
                    </a:gridCol>
                  </a:tblGrid>
                  <a:tr h="285526">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2185005591"/>
                      </a:ext>
                    </a:extLst>
                  </a:tr>
                  <a:tr h="285526">
                    <a:tc>
                      <a:txBody>
                        <a:bodyPr/>
                        <a:lstStyle/>
                        <a:p>
                          <a:pPr algn="ctr" fontAlgn="b"/>
                          <a:r>
                            <a:rPr lang="en-US" sz="2000" b="0" i="0" u="none" strike="noStrike" dirty="0">
                              <a:solidFill>
                                <a:srgbClr val="000000"/>
                              </a:solidFill>
                              <a:effectLst/>
                              <a:latin typeface="Calibri" panose="020F0502020204030204" pitchFamily="34" charset="0"/>
                            </a:rPr>
                            <a:t>2</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1</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3</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a:t>
                          </a:r>
                        </a:p>
                      </a:txBody>
                      <a:tcPr marL="13464" marR="13464" marT="13464" marB="0" anchor="b">
                        <a:solidFill>
                          <a:srgbClr val="FFFF00"/>
                        </a:solidFill>
                      </a:tcPr>
                    </a:tc>
                    <a:tc>
                      <a:txBody>
                        <a:bodyPr/>
                        <a:lstStyle/>
                        <a:p>
                          <a:pPr algn="ctr" fontAlgn="b"/>
                          <a:r>
                            <a:rPr lang="en-US" sz="2000" b="0" i="0" u="none" strike="noStrike" dirty="0">
                              <a:solidFill>
                                <a:srgbClr val="000000"/>
                              </a:solidFill>
                              <a:effectLst/>
                              <a:latin typeface="Calibri" panose="020F0502020204030204" pitchFamily="34" charset="0"/>
                            </a:rPr>
                            <a:t>6</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a:t>
                          </a:r>
                        </a:p>
                      </a:txBody>
                      <a:tcPr marL="13464" marR="13464" marT="13464" marB="0" anchor="b"/>
                    </a:tc>
                    <a:extLst>
                      <a:ext uri="{0D108BD9-81ED-4DB2-BD59-A6C34878D82A}">
                        <a16:rowId xmlns:a16="http://schemas.microsoft.com/office/drawing/2014/main" val="1661029939"/>
                      </a:ext>
                    </a:extLst>
                  </a:tr>
                  <a:tr h="285526">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14:m>
                            <m:oMathPara xmlns:m="http://schemas.openxmlformats.org/officeDocument/2006/math">
                              <m:oMathParaPr>
                                <m:jc m:val="centerGroup"/>
                              </m:oMathParaPr>
                              <m:oMath xmlns:m="http://schemas.openxmlformats.org/officeDocument/2006/math">
                                <m:r>
                                  <a:rPr lang="en-US" sz="2000" b="0" i="1" u="none" strike="noStrike" smtClean="0">
                                    <a:solidFill>
                                      <a:srgbClr val="000000"/>
                                    </a:solidFill>
                                    <a:effectLst/>
                                    <a:latin typeface="Cambria Math" panose="02040503050406030204" pitchFamily="18" charset="0"/>
                                  </a:rPr>
                                  <m:t>𝑝</m:t>
                                </m:r>
                              </m:oMath>
                            </m:oMathPara>
                          </a14:m>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201672774"/>
                      </a:ext>
                    </a:extLst>
                  </a:tr>
                </a:tbl>
              </a:graphicData>
            </a:graphic>
          </p:graphicFrame>
        </mc:Choice>
        <mc:Fallback xmlns="">
          <p:graphicFrame>
            <p:nvGraphicFramePr>
              <p:cNvPr id="6" name="Table 5">
                <a:extLst>
                  <a:ext uri="{FF2B5EF4-FFF2-40B4-BE49-F238E27FC236}">
                    <a16:creationId xmlns:a16="http://schemas.microsoft.com/office/drawing/2014/main" id="{52675241-F42F-FAAC-D279-5083B702F1FD}"/>
                  </a:ext>
                </a:extLst>
              </p:cNvPr>
              <p:cNvGraphicFramePr>
                <a:graphicFrameLocks noGrp="1"/>
              </p:cNvGraphicFramePr>
              <p:nvPr>
                <p:extLst>
                  <p:ext uri="{D42A27DB-BD31-4B8C-83A1-F6EECF244321}">
                    <p14:modId xmlns:p14="http://schemas.microsoft.com/office/powerpoint/2010/main" val="611370802"/>
                  </p:ext>
                </p:extLst>
              </p:nvPr>
            </p:nvGraphicFramePr>
            <p:xfrm>
              <a:off x="6824678" y="3227960"/>
              <a:ext cx="5146938"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336550690"/>
                        </a:ext>
                      </a:extLst>
                    </a:gridCol>
                    <a:gridCol w="698190">
                      <a:extLst>
                        <a:ext uri="{9D8B030D-6E8A-4147-A177-3AD203B41FA5}">
                          <a16:colId xmlns:a16="http://schemas.microsoft.com/office/drawing/2014/main" val="3598703223"/>
                        </a:ext>
                      </a:extLst>
                    </a:gridCol>
                    <a:gridCol w="698190">
                      <a:extLst>
                        <a:ext uri="{9D8B030D-6E8A-4147-A177-3AD203B41FA5}">
                          <a16:colId xmlns:a16="http://schemas.microsoft.com/office/drawing/2014/main" val="2522081744"/>
                        </a:ext>
                      </a:extLst>
                    </a:gridCol>
                    <a:gridCol w="698190">
                      <a:extLst>
                        <a:ext uri="{9D8B030D-6E8A-4147-A177-3AD203B41FA5}">
                          <a16:colId xmlns:a16="http://schemas.microsoft.com/office/drawing/2014/main" val="2620735374"/>
                        </a:ext>
                      </a:extLst>
                    </a:gridCol>
                    <a:gridCol w="784726">
                      <a:extLst>
                        <a:ext uri="{9D8B030D-6E8A-4147-A177-3AD203B41FA5}">
                          <a16:colId xmlns:a16="http://schemas.microsoft.com/office/drawing/2014/main" val="1671335274"/>
                        </a:ext>
                      </a:extLst>
                    </a:gridCol>
                    <a:gridCol w="784726">
                      <a:extLst>
                        <a:ext uri="{9D8B030D-6E8A-4147-A177-3AD203B41FA5}">
                          <a16:colId xmlns:a16="http://schemas.microsoft.com/office/drawing/2014/main" val="1204504903"/>
                        </a:ext>
                      </a:extLst>
                    </a:gridCol>
                    <a:gridCol w="784726">
                      <a:extLst>
                        <a:ext uri="{9D8B030D-6E8A-4147-A177-3AD203B41FA5}">
                          <a16:colId xmlns:a16="http://schemas.microsoft.com/office/drawing/2014/main" val="1051593451"/>
                        </a:ext>
                      </a:extLst>
                    </a:gridCol>
                  </a:tblGrid>
                  <a:tr h="318264">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endParaRPr lang="en-US"/>
                        </a:p>
                      </a:txBody>
                      <a:tcPr marL="13464" marR="13464" marT="13464" marB="0" anchor="b">
                        <a:blipFill>
                          <a:blip r:embed="rId4"/>
                          <a:stretch>
                            <a:fillRect l="-455814" t="-18868" r="-101550" b="-222642"/>
                          </a:stretch>
                        </a:blipFill>
                      </a:tcPr>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2185005591"/>
                      </a:ext>
                    </a:extLst>
                  </a:tr>
                  <a:tr h="318264">
                    <a:tc>
                      <a:txBody>
                        <a:bodyPr/>
                        <a:lstStyle/>
                        <a:p>
                          <a:pPr algn="ctr" fontAlgn="b"/>
                          <a:r>
                            <a:rPr lang="en-US" sz="2000" b="0" i="0" u="none" strike="noStrike" dirty="0">
                              <a:solidFill>
                                <a:srgbClr val="000000"/>
                              </a:solidFill>
                              <a:effectLst/>
                              <a:latin typeface="Calibri" panose="020F0502020204030204" pitchFamily="34" charset="0"/>
                            </a:rPr>
                            <a:t>2</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1</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3</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a:t>
                          </a:r>
                        </a:p>
                      </a:txBody>
                      <a:tcPr marL="13464" marR="13464" marT="13464" marB="0" anchor="b">
                        <a:solidFill>
                          <a:srgbClr val="FFFF00"/>
                        </a:solidFill>
                      </a:tcPr>
                    </a:tc>
                    <a:tc>
                      <a:txBody>
                        <a:bodyPr/>
                        <a:lstStyle/>
                        <a:p>
                          <a:pPr algn="ctr" fontAlgn="b"/>
                          <a:r>
                            <a:rPr lang="en-US" sz="2000" b="0" i="0" u="none" strike="noStrike" dirty="0">
                              <a:solidFill>
                                <a:srgbClr val="000000"/>
                              </a:solidFill>
                              <a:effectLst/>
                              <a:latin typeface="Calibri" panose="020F0502020204030204" pitchFamily="34" charset="0"/>
                            </a:rPr>
                            <a:t>6</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a:t>
                          </a:r>
                        </a:p>
                      </a:txBody>
                      <a:tcPr marL="13464" marR="13464" marT="13464" marB="0" anchor="b"/>
                    </a:tc>
                    <a:extLst>
                      <a:ext uri="{0D108BD9-81ED-4DB2-BD59-A6C34878D82A}">
                        <a16:rowId xmlns:a16="http://schemas.microsoft.com/office/drawing/2014/main" val="1661029939"/>
                      </a:ext>
                    </a:extLst>
                  </a:tr>
                  <a:tr h="318264">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endParaRPr lang="en-US"/>
                        </a:p>
                      </a:txBody>
                      <a:tcPr marL="13464" marR="13464" marT="13464" marB="0" anchor="b">
                        <a:blipFill>
                          <a:blip r:embed="rId4"/>
                          <a:stretch>
                            <a:fillRect l="-300000" t="-216981" r="-337391" b="-24528"/>
                          </a:stretch>
                        </a:blip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20167277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FA28C039-7516-7471-A7AC-D89C90B93349}"/>
                  </a:ext>
                </a:extLst>
              </p:cNvPr>
              <p:cNvGraphicFramePr>
                <a:graphicFrameLocks noGrp="1"/>
              </p:cNvGraphicFramePr>
              <p:nvPr>
                <p:extLst>
                  <p:ext uri="{D42A27DB-BD31-4B8C-83A1-F6EECF244321}">
                    <p14:modId xmlns:p14="http://schemas.microsoft.com/office/powerpoint/2010/main" val="4109798751"/>
                  </p:ext>
                </p:extLst>
              </p:nvPr>
            </p:nvGraphicFramePr>
            <p:xfrm>
              <a:off x="6643808" y="4872234"/>
              <a:ext cx="2094570"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2345430769"/>
                        </a:ext>
                      </a:extLst>
                    </a:gridCol>
                    <a:gridCol w="698190">
                      <a:extLst>
                        <a:ext uri="{9D8B030D-6E8A-4147-A177-3AD203B41FA5}">
                          <a16:colId xmlns:a16="http://schemas.microsoft.com/office/drawing/2014/main" val="1783692596"/>
                        </a:ext>
                      </a:extLst>
                    </a:gridCol>
                    <a:gridCol w="698190">
                      <a:extLst>
                        <a:ext uri="{9D8B030D-6E8A-4147-A177-3AD203B41FA5}">
                          <a16:colId xmlns:a16="http://schemas.microsoft.com/office/drawing/2014/main" val="409497679"/>
                        </a:ext>
                      </a:extLst>
                    </a:gridCol>
                  </a:tblGrid>
                  <a:tr h="285526">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994780784"/>
                      </a:ext>
                    </a:extLst>
                  </a:tr>
                  <a:tr h="285526">
                    <a:tc>
                      <a:txBody>
                        <a:bodyPr/>
                        <a:lstStyle/>
                        <a:p>
                          <a:pPr algn="ctr" fontAlgn="b"/>
                          <a:r>
                            <a:rPr lang="en-US" sz="2000" b="0" i="0" u="none" strike="noStrike" dirty="0">
                              <a:solidFill>
                                <a:srgbClr val="000000"/>
                              </a:solidFill>
                              <a:effectLst/>
                              <a:latin typeface="Calibri" panose="020F0502020204030204" pitchFamily="34" charset="0"/>
                            </a:rPr>
                            <a:t>2</a:t>
                          </a:r>
                        </a:p>
                      </a:txBody>
                      <a:tcPr marL="13464" marR="13464" marT="13464" marB="0" anchor="b">
                        <a:solidFill>
                          <a:srgbClr val="FFFF00"/>
                        </a:solidFill>
                      </a:tcPr>
                    </a:tc>
                    <a:tc>
                      <a:txBody>
                        <a:bodyPr/>
                        <a:lstStyle/>
                        <a:p>
                          <a:pPr algn="ctr" fontAlgn="b"/>
                          <a:r>
                            <a:rPr lang="en-US" sz="2000" b="0" i="0" u="none" strike="noStrike" dirty="0">
                              <a:solidFill>
                                <a:srgbClr val="000000"/>
                              </a:solidFill>
                              <a:effectLst/>
                              <a:latin typeface="Calibri" panose="020F0502020204030204" pitchFamily="34" charset="0"/>
                            </a:rPr>
                            <a:t>1</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3</a:t>
                          </a:r>
                        </a:p>
                      </a:txBody>
                      <a:tcPr marL="13464" marR="13464" marT="13464" marB="0" anchor="b"/>
                    </a:tc>
                    <a:extLst>
                      <a:ext uri="{0D108BD9-81ED-4DB2-BD59-A6C34878D82A}">
                        <a16:rowId xmlns:a16="http://schemas.microsoft.com/office/drawing/2014/main" val="3218950023"/>
                      </a:ext>
                    </a:extLst>
                  </a:tr>
                  <a:tr h="285526">
                    <a:tc>
                      <a:txBody>
                        <a:bodyPr/>
                        <a:lstStyle/>
                        <a:p>
                          <a:pPr algn="ctr" fontAlgn="b"/>
                          <a14:m>
                            <m:oMathPara xmlns:m="http://schemas.openxmlformats.org/officeDocument/2006/math">
                              <m:oMathParaPr>
                                <m:jc m:val="centerGroup"/>
                              </m:oMathParaPr>
                              <m:oMath xmlns:m="http://schemas.openxmlformats.org/officeDocument/2006/math">
                                <m:r>
                                  <a:rPr lang="en-US" sz="2000" b="0" i="1" u="none" strike="noStrike" smtClean="0">
                                    <a:solidFill>
                                      <a:srgbClr val="000000"/>
                                    </a:solidFill>
                                    <a:effectLst/>
                                    <a:latin typeface="Cambria Math" panose="02040503050406030204" pitchFamily="18" charset="0"/>
                                  </a:rPr>
                                  <m:t>𝑝</m:t>
                                </m:r>
                              </m:oMath>
                            </m:oMathPara>
                          </a14:m>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1185594235"/>
                      </a:ext>
                    </a:extLst>
                  </a:tr>
                </a:tbl>
              </a:graphicData>
            </a:graphic>
          </p:graphicFrame>
        </mc:Choice>
        <mc:Fallback xmlns="">
          <p:graphicFrame>
            <p:nvGraphicFramePr>
              <p:cNvPr id="8" name="Table 7">
                <a:extLst>
                  <a:ext uri="{FF2B5EF4-FFF2-40B4-BE49-F238E27FC236}">
                    <a16:creationId xmlns:a16="http://schemas.microsoft.com/office/drawing/2014/main" id="{FA28C039-7516-7471-A7AC-D89C90B93349}"/>
                  </a:ext>
                </a:extLst>
              </p:cNvPr>
              <p:cNvGraphicFramePr>
                <a:graphicFrameLocks noGrp="1"/>
              </p:cNvGraphicFramePr>
              <p:nvPr>
                <p:extLst>
                  <p:ext uri="{D42A27DB-BD31-4B8C-83A1-F6EECF244321}">
                    <p14:modId xmlns:p14="http://schemas.microsoft.com/office/powerpoint/2010/main" val="4109798751"/>
                  </p:ext>
                </p:extLst>
              </p:nvPr>
            </p:nvGraphicFramePr>
            <p:xfrm>
              <a:off x="6643808" y="4872234"/>
              <a:ext cx="2094570"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2345430769"/>
                        </a:ext>
                      </a:extLst>
                    </a:gridCol>
                    <a:gridCol w="698190">
                      <a:extLst>
                        <a:ext uri="{9D8B030D-6E8A-4147-A177-3AD203B41FA5}">
                          <a16:colId xmlns:a16="http://schemas.microsoft.com/office/drawing/2014/main" val="1783692596"/>
                        </a:ext>
                      </a:extLst>
                    </a:gridCol>
                    <a:gridCol w="698190">
                      <a:extLst>
                        <a:ext uri="{9D8B030D-6E8A-4147-A177-3AD203B41FA5}">
                          <a16:colId xmlns:a16="http://schemas.microsoft.com/office/drawing/2014/main" val="409497679"/>
                        </a:ext>
                      </a:extLst>
                    </a:gridCol>
                  </a:tblGrid>
                  <a:tr h="318264">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994780784"/>
                      </a:ext>
                    </a:extLst>
                  </a:tr>
                  <a:tr h="318264">
                    <a:tc>
                      <a:txBody>
                        <a:bodyPr/>
                        <a:lstStyle/>
                        <a:p>
                          <a:pPr algn="ctr" fontAlgn="b"/>
                          <a:r>
                            <a:rPr lang="en-US" sz="2000" b="0" i="0" u="none" strike="noStrike" dirty="0">
                              <a:solidFill>
                                <a:srgbClr val="000000"/>
                              </a:solidFill>
                              <a:effectLst/>
                              <a:latin typeface="Calibri" panose="020F0502020204030204" pitchFamily="34" charset="0"/>
                            </a:rPr>
                            <a:t>2</a:t>
                          </a:r>
                        </a:p>
                      </a:txBody>
                      <a:tcPr marL="13464" marR="13464" marT="13464" marB="0" anchor="b">
                        <a:solidFill>
                          <a:srgbClr val="FFFF00"/>
                        </a:solidFill>
                      </a:tcPr>
                    </a:tc>
                    <a:tc>
                      <a:txBody>
                        <a:bodyPr/>
                        <a:lstStyle/>
                        <a:p>
                          <a:pPr algn="ctr" fontAlgn="b"/>
                          <a:r>
                            <a:rPr lang="en-US" sz="2000" b="0" i="0" u="none" strike="noStrike" dirty="0">
                              <a:solidFill>
                                <a:srgbClr val="000000"/>
                              </a:solidFill>
                              <a:effectLst/>
                              <a:latin typeface="Calibri" panose="020F0502020204030204" pitchFamily="34" charset="0"/>
                            </a:rPr>
                            <a:t>1</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3</a:t>
                          </a:r>
                        </a:p>
                      </a:txBody>
                      <a:tcPr marL="13464" marR="13464" marT="13464" marB="0" anchor="b"/>
                    </a:tc>
                    <a:extLst>
                      <a:ext uri="{0D108BD9-81ED-4DB2-BD59-A6C34878D82A}">
                        <a16:rowId xmlns:a16="http://schemas.microsoft.com/office/drawing/2014/main" val="3218950023"/>
                      </a:ext>
                    </a:extLst>
                  </a:tr>
                  <a:tr h="318264">
                    <a:tc>
                      <a:txBody>
                        <a:bodyPr/>
                        <a:lstStyle/>
                        <a:p>
                          <a:endParaRPr lang="en-US"/>
                        </a:p>
                      </a:txBody>
                      <a:tcPr marL="13464" marR="13464" marT="13464" marB="0" anchor="b">
                        <a:blipFill>
                          <a:blip r:embed="rId5"/>
                          <a:stretch>
                            <a:fillRect l="-870" t="-223077" r="-201739" b="-26923"/>
                          </a:stretch>
                        </a:blip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118559423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CC9160E5-DCC6-2226-5F8E-345CC8C8D3C9}"/>
                  </a:ext>
                </a:extLst>
              </p:cNvPr>
              <p:cNvGraphicFramePr>
                <a:graphicFrameLocks noGrp="1"/>
              </p:cNvGraphicFramePr>
              <p:nvPr>
                <p:extLst>
                  <p:ext uri="{D42A27DB-BD31-4B8C-83A1-F6EECF244321}">
                    <p14:modId xmlns:p14="http://schemas.microsoft.com/office/powerpoint/2010/main" val="611122426"/>
                  </p:ext>
                </p:extLst>
              </p:nvPr>
            </p:nvGraphicFramePr>
            <p:xfrm>
              <a:off x="8868182" y="4394838"/>
              <a:ext cx="698190"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2888947508"/>
                        </a:ext>
                      </a:extLst>
                    </a:gridCol>
                  </a:tblGrid>
                  <a:tr h="285526">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1075854836"/>
                      </a:ext>
                    </a:extLst>
                  </a:tr>
                  <a:tr h="285526">
                    <a:tc>
                      <a:txBody>
                        <a:bodyPr/>
                        <a:lstStyle/>
                        <a:p>
                          <a:pPr algn="ctr" fontAlgn="b"/>
                          <a:r>
                            <a:rPr lang="en-US" sz="2000" b="0" i="0" u="none" strike="noStrike" dirty="0">
                              <a:solidFill>
                                <a:srgbClr val="000000"/>
                              </a:solidFill>
                              <a:effectLst/>
                              <a:latin typeface="Calibri" panose="020F0502020204030204" pitchFamily="34" charset="0"/>
                            </a:rPr>
                            <a:t>4</a:t>
                          </a:r>
                        </a:p>
                      </a:txBody>
                      <a:tcPr marL="13464" marR="13464" marT="13464" marB="0" anchor="b">
                        <a:solidFill>
                          <a:srgbClr val="FFFF00"/>
                        </a:solidFill>
                      </a:tcPr>
                    </a:tc>
                    <a:extLst>
                      <a:ext uri="{0D108BD9-81ED-4DB2-BD59-A6C34878D82A}">
                        <a16:rowId xmlns:a16="http://schemas.microsoft.com/office/drawing/2014/main" val="4075693535"/>
                      </a:ext>
                    </a:extLst>
                  </a:tr>
                  <a:tr h="285526">
                    <a:tc>
                      <a:txBody>
                        <a:bodyPr/>
                        <a:lstStyle/>
                        <a:p>
                          <a:pPr algn="ctr" fontAlgn="b"/>
                          <a14:m>
                            <m:oMathPara xmlns:m="http://schemas.openxmlformats.org/officeDocument/2006/math">
                              <m:oMathParaPr>
                                <m:jc m:val="centerGroup"/>
                              </m:oMathParaPr>
                              <m:oMath xmlns:m="http://schemas.openxmlformats.org/officeDocument/2006/math">
                                <m:r>
                                  <a:rPr lang="en-US" sz="2000" b="0" i="1" u="none" strike="noStrike" smtClean="0">
                                    <a:solidFill>
                                      <a:srgbClr val="000000"/>
                                    </a:solidFill>
                                    <a:effectLst/>
                                    <a:latin typeface="Cambria Math" panose="02040503050406030204" pitchFamily="18" charset="0"/>
                                  </a:rPr>
                                  <m:t>𝑝</m:t>
                                </m:r>
                              </m:oMath>
                            </m:oMathPara>
                          </a14:m>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1683434351"/>
                      </a:ext>
                    </a:extLst>
                  </a:tr>
                </a:tbl>
              </a:graphicData>
            </a:graphic>
          </p:graphicFrame>
        </mc:Choice>
        <mc:Fallback xmlns="">
          <p:graphicFrame>
            <p:nvGraphicFramePr>
              <p:cNvPr id="9" name="Table 8">
                <a:extLst>
                  <a:ext uri="{FF2B5EF4-FFF2-40B4-BE49-F238E27FC236}">
                    <a16:creationId xmlns:a16="http://schemas.microsoft.com/office/drawing/2014/main" id="{CC9160E5-DCC6-2226-5F8E-345CC8C8D3C9}"/>
                  </a:ext>
                </a:extLst>
              </p:cNvPr>
              <p:cNvGraphicFramePr>
                <a:graphicFrameLocks noGrp="1"/>
              </p:cNvGraphicFramePr>
              <p:nvPr>
                <p:extLst>
                  <p:ext uri="{D42A27DB-BD31-4B8C-83A1-F6EECF244321}">
                    <p14:modId xmlns:p14="http://schemas.microsoft.com/office/powerpoint/2010/main" val="611122426"/>
                  </p:ext>
                </p:extLst>
              </p:nvPr>
            </p:nvGraphicFramePr>
            <p:xfrm>
              <a:off x="8868182" y="4394838"/>
              <a:ext cx="698190"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2888947508"/>
                        </a:ext>
                      </a:extLst>
                    </a:gridCol>
                  </a:tblGrid>
                  <a:tr h="318264">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1075854836"/>
                      </a:ext>
                    </a:extLst>
                  </a:tr>
                  <a:tr h="318264">
                    <a:tc>
                      <a:txBody>
                        <a:bodyPr/>
                        <a:lstStyle/>
                        <a:p>
                          <a:pPr algn="ctr" fontAlgn="b"/>
                          <a:r>
                            <a:rPr lang="en-US" sz="2000" b="0" i="0" u="none" strike="noStrike" dirty="0">
                              <a:solidFill>
                                <a:srgbClr val="000000"/>
                              </a:solidFill>
                              <a:effectLst/>
                              <a:latin typeface="Calibri" panose="020F0502020204030204" pitchFamily="34" charset="0"/>
                            </a:rPr>
                            <a:t>4</a:t>
                          </a:r>
                        </a:p>
                      </a:txBody>
                      <a:tcPr marL="13464" marR="13464" marT="13464" marB="0" anchor="b">
                        <a:solidFill>
                          <a:srgbClr val="FFFF00"/>
                        </a:solidFill>
                      </a:tcPr>
                    </a:tc>
                    <a:extLst>
                      <a:ext uri="{0D108BD9-81ED-4DB2-BD59-A6C34878D82A}">
                        <a16:rowId xmlns:a16="http://schemas.microsoft.com/office/drawing/2014/main" val="4075693535"/>
                      </a:ext>
                    </a:extLst>
                  </a:tr>
                  <a:tr h="318264">
                    <a:tc>
                      <a:txBody>
                        <a:bodyPr/>
                        <a:lstStyle/>
                        <a:p>
                          <a:endParaRPr lang="en-US"/>
                        </a:p>
                      </a:txBody>
                      <a:tcPr marL="13464" marR="13464" marT="13464" marB="0" anchor="b">
                        <a:blipFill>
                          <a:blip r:embed="rId6"/>
                          <a:stretch>
                            <a:fillRect l="-862" t="-216981" r="-1724" b="-26415"/>
                          </a:stretch>
                        </a:blipFill>
                      </a:tcPr>
                    </a:tc>
                    <a:extLst>
                      <a:ext uri="{0D108BD9-81ED-4DB2-BD59-A6C34878D82A}">
                        <a16:rowId xmlns:a16="http://schemas.microsoft.com/office/drawing/2014/main" val="168343435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C9DA583A-FF2E-997B-A76B-841A5CCED751}"/>
                  </a:ext>
                </a:extLst>
              </p:cNvPr>
              <p:cNvGraphicFramePr>
                <a:graphicFrameLocks noGrp="1"/>
              </p:cNvGraphicFramePr>
              <p:nvPr>
                <p:extLst>
                  <p:ext uri="{D42A27DB-BD31-4B8C-83A1-F6EECF244321}">
                    <p14:modId xmlns:p14="http://schemas.microsoft.com/office/powerpoint/2010/main" val="816150020"/>
                  </p:ext>
                </p:extLst>
              </p:nvPr>
            </p:nvGraphicFramePr>
            <p:xfrm>
              <a:off x="9696176" y="4872234"/>
              <a:ext cx="2354178" cy="954792"/>
            </p:xfrm>
            <a:graphic>
              <a:graphicData uri="http://schemas.openxmlformats.org/drawingml/2006/table">
                <a:tbl>
                  <a:tblPr>
                    <a:tableStyleId>{5940675A-B579-460E-94D1-54222C63F5DA}</a:tableStyleId>
                  </a:tblPr>
                  <a:tblGrid>
                    <a:gridCol w="784726">
                      <a:extLst>
                        <a:ext uri="{9D8B030D-6E8A-4147-A177-3AD203B41FA5}">
                          <a16:colId xmlns:a16="http://schemas.microsoft.com/office/drawing/2014/main" val="3600170296"/>
                        </a:ext>
                      </a:extLst>
                    </a:gridCol>
                    <a:gridCol w="784726">
                      <a:extLst>
                        <a:ext uri="{9D8B030D-6E8A-4147-A177-3AD203B41FA5}">
                          <a16:colId xmlns:a16="http://schemas.microsoft.com/office/drawing/2014/main" val="2858692925"/>
                        </a:ext>
                      </a:extLst>
                    </a:gridCol>
                    <a:gridCol w="784726">
                      <a:extLst>
                        <a:ext uri="{9D8B030D-6E8A-4147-A177-3AD203B41FA5}">
                          <a16:colId xmlns:a16="http://schemas.microsoft.com/office/drawing/2014/main" val="273736143"/>
                        </a:ext>
                      </a:extLst>
                    </a:gridCol>
                  </a:tblGrid>
                  <a:tr h="285526">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277333412"/>
                      </a:ext>
                    </a:extLst>
                  </a:tr>
                  <a:tr h="285526">
                    <a:tc>
                      <a:txBody>
                        <a:bodyPr/>
                        <a:lstStyle/>
                        <a:p>
                          <a:pPr algn="ctr" fontAlgn="b"/>
                          <a:r>
                            <a:rPr lang="en-US" sz="2000" b="0" i="0" u="none" strike="noStrike" dirty="0">
                              <a:solidFill>
                                <a:srgbClr val="000000"/>
                              </a:solidFill>
                              <a:effectLst/>
                              <a:latin typeface="Calibri" panose="020F0502020204030204" pitchFamily="34" charset="0"/>
                            </a:rPr>
                            <a:t>5</a:t>
                          </a:r>
                        </a:p>
                      </a:txBody>
                      <a:tcPr marL="13464" marR="13464" marT="13464" marB="0" anchor="b">
                        <a:solidFill>
                          <a:srgbClr val="FFFF00"/>
                        </a:solidFill>
                      </a:tcPr>
                    </a:tc>
                    <a:tc>
                      <a:txBody>
                        <a:bodyPr/>
                        <a:lstStyle/>
                        <a:p>
                          <a:pPr algn="ctr" fontAlgn="b"/>
                          <a:r>
                            <a:rPr lang="en-US" sz="2000" b="0"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444575360"/>
                      </a:ext>
                    </a:extLst>
                  </a:tr>
                  <a:tr h="285526">
                    <a:tc>
                      <a:txBody>
                        <a:bodyPr/>
                        <a:lstStyle/>
                        <a:p>
                          <a:pPr algn="ctr" fontAlgn="b"/>
                          <a14:m>
                            <m:oMathPara xmlns:m="http://schemas.openxmlformats.org/officeDocument/2006/math">
                              <m:oMathParaPr>
                                <m:jc m:val="centerGroup"/>
                              </m:oMathParaPr>
                              <m:oMath xmlns:m="http://schemas.openxmlformats.org/officeDocument/2006/math">
                                <m:r>
                                  <a:rPr lang="en-US" sz="2000" b="0" i="1" u="none" strike="noStrike" smtClean="0">
                                    <a:solidFill>
                                      <a:srgbClr val="000000"/>
                                    </a:solidFill>
                                    <a:effectLst/>
                                    <a:latin typeface="Cambria Math" panose="02040503050406030204" pitchFamily="18" charset="0"/>
                                  </a:rPr>
                                  <m:t>𝑝</m:t>
                                </m:r>
                              </m:oMath>
                            </m:oMathPara>
                          </a14:m>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1531915676"/>
                      </a:ext>
                    </a:extLst>
                  </a:tr>
                </a:tbl>
              </a:graphicData>
            </a:graphic>
          </p:graphicFrame>
        </mc:Choice>
        <mc:Fallback xmlns="">
          <p:graphicFrame>
            <p:nvGraphicFramePr>
              <p:cNvPr id="10" name="Table 9">
                <a:extLst>
                  <a:ext uri="{FF2B5EF4-FFF2-40B4-BE49-F238E27FC236}">
                    <a16:creationId xmlns:a16="http://schemas.microsoft.com/office/drawing/2014/main" id="{C9DA583A-FF2E-997B-A76B-841A5CCED751}"/>
                  </a:ext>
                </a:extLst>
              </p:cNvPr>
              <p:cNvGraphicFramePr>
                <a:graphicFrameLocks noGrp="1"/>
              </p:cNvGraphicFramePr>
              <p:nvPr>
                <p:extLst>
                  <p:ext uri="{D42A27DB-BD31-4B8C-83A1-F6EECF244321}">
                    <p14:modId xmlns:p14="http://schemas.microsoft.com/office/powerpoint/2010/main" val="816150020"/>
                  </p:ext>
                </p:extLst>
              </p:nvPr>
            </p:nvGraphicFramePr>
            <p:xfrm>
              <a:off x="9696176" y="4872234"/>
              <a:ext cx="2354178" cy="954792"/>
            </p:xfrm>
            <a:graphic>
              <a:graphicData uri="http://schemas.openxmlformats.org/drawingml/2006/table">
                <a:tbl>
                  <a:tblPr>
                    <a:tableStyleId>{5940675A-B579-460E-94D1-54222C63F5DA}</a:tableStyleId>
                  </a:tblPr>
                  <a:tblGrid>
                    <a:gridCol w="784726">
                      <a:extLst>
                        <a:ext uri="{9D8B030D-6E8A-4147-A177-3AD203B41FA5}">
                          <a16:colId xmlns:a16="http://schemas.microsoft.com/office/drawing/2014/main" val="3600170296"/>
                        </a:ext>
                      </a:extLst>
                    </a:gridCol>
                    <a:gridCol w="784726">
                      <a:extLst>
                        <a:ext uri="{9D8B030D-6E8A-4147-A177-3AD203B41FA5}">
                          <a16:colId xmlns:a16="http://schemas.microsoft.com/office/drawing/2014/main" val="2858692925"/>
                        </a:ext>
                      </a:extLst>
                    </a:gridCol>
                    <a:gridCol w="784726">
                      <a:extLst>
                        <a:ext uri="{9D8B030D-6E8A-4147-A177-3AD203B41FA5}">
                          <a16:colId xmlns:a16="http://schemas.microsoft.com/office/drawing/2014/main" val="273736143"/>
                        </a:ext>
                      </a:extLst>
                    </a:gridCol>
                  </a:tblGrid>
                  <a:tr h="318264">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endParaRPr lang="en-US"/>
                        </a:p>
                      </a:txBody>
                      <a:tcPr marL="13464" marR="13464" marT="13464" marB="0" anchor="b">
                        <a:blipFill>
                          <a:blip r:embed="rId7"/>
                          <a:stretch>
                            <a:fillRect l="-100775" t="-21154" r="-101550" b="-228846"/>
                          </a:stretch>
                        </a:blipFill>
                      </a:tcPr>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277333412"/>
                      </a:ext>
                    </a:extLst>
                  </a:tr>
                  <a:tr h="318264">
                    <a:tc>
                      <a:txBody>
                        <a:bodyPr/>
                        <a:lstStyle/>
                        <a:p>
                          <a:pPr algn="ctr" fontAlgn="b"/>
                          <a:r>
                            <a:rPr lang="en-US" sz="2000" b="0" i="0" u="none" strike="noStrike" dirty="0">
                              <a:solidFill>
                                <a:srgbClr val="000000"/>
                              </a:solidFill>
                              <a:effectLst/>
                              <a:latin typeface="Calibri" panose="020F0502020204030204" pitchFamily="34" charset="0"/>
                            </a:rPr>
                            <a:t>5</a:t>
                          </a:r>
                        </a:p>
                      </a:txBody>
                      <a:tcPr marL="13464" marR="13464" marT="13464" marB="0" anchor="b">
                        <a:solidFill>
                          <a:srgbClr val="FFFF00"/>
                        </a:solidFill>
                      </a:tcPr>
                    </a:tc>
                    <a:tc>
                      <a:txBody>
                        <a:bodyPr/>
                        <a:lstStyle/>
                        <a:p>
                          <a:pPr algn="ctr" fontAlgn="b"/>
                          <a:r>
                            <a:rPr lang="en-US" sz="2000" b="0"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444575360"/>
                      </a:ext>
                    </a:extLst>
                  </a:tr>
                  <a:tr h="318264">
                    <a:tc>
                      <a:txBody>
                        <a:bodyPr/>
                        <a:lstStyle/>
                        <a:p>
                          <a:endParaRPr lang="en-US"/>
                        </a:p>
                      </a:txBody>
                      <a:tcPr marL="13464" marR="13464" marT="13464" marB="0" anchor="b">
                        <a:blipFill>
                          <a:blip r:embed="rId7"/>
                          <a:stretch>
                            <a:fillRect l="-775" t="-223077" r="-201550" b="-26923"/>
                          </a:stretch>
                        </a:blip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1531915676"/>
                      </a:ext>
                    </a:extLst>
                  </a:tr>
                </a:tbl>
              </a:graphicData>
            </a:graphic>
          </p:graphicFrame>
        </mc:Fallback>
      </mc:AlternateContent>
    </p:spTree>
    <p:extLst>
      <p:ext uri="{BB962C8B-B14F-4D97-AF65-F5344CB8AC3E}">
        <p14:creationId xmlns:p14="http://schemas.microsoft.com/office/powerpoint/2010/main" val="2397979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875616" cy="4887878"/>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When pivot is smallest value…</a:t>
            </a:r>
          </a:p>
          <a:p>
            <a:pPr>
              <a:lnSpc>
                <a:spcPct val="120000"/>
              </a:lnSpc>
              <a:buFont typeface="Wingdings" panose="05000000000000000000" pitchFamily="2" charset="2"/>
              <a:buChar char="§"/>
            </a:pPr>
            <a:r>
              <a:rPr lang="en-US" sz="3200" dirty="0"/>
              <a:t>The partition will form an unbalanced tree with all remaining elements on right side.</a:t>
            </a:r>
          </a:p>
          <a:p>
            <a:pPr>
              <a:lnSpc>
                <a:spcPct val="120000"/>
              </a:lnSpc>
              <a:buFont typeface="Wingdings" panose="05000000000000000000" pitchFamily="2" charset="2"/>
              <a:buChar char="§"/>
            </a:pPr>
            <a:r>
              <a:rPr lang="en-US" sz="3200" dirty="0"/>
              <a:t>The </a:t>
            </a:r>
            <a:r>
              <a:rPr lang="en-US" sz="3200" i="1" dirty="0"/>
              <a:t>Divide</a:t>
            </a:r>
            <a:r>
              <a:rPr lang="en-US" sz="3200" dirty="0"/>
              <a:t> strategy is failing in this case.</a:t>
            </a:r>
          </a:p>
          <a:p>
            <a:pPr>
              <a:lnSpc>
                <a:spcPct val="120000"/>
              </a:lnSpc>
              <a:buFont typeface="Wingdings" panose="05000000000000000000" pitchFamily="2" charset="2"/>
              <a:buChar char="§"/>
            </a:pPr>
            <a:r>
              <a:rPr lang="en-US" sz="3200" dirty="0"/>
              <a:t>Same happens if the pivot is the largest value.</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A3EE2702-9649-9028-56AA-0C462859F102}"/>
                  </a:ext>
                </a:extLst>
              </p:cNvPr>
              <p:cNvGraphicFramePr>
                <a:graphicFrameLocks noGrp="1"/>
              </p:cNvGraphicFramePr>
              <p:nvPr>
                <p:extLst>
                  <p:ext uri="{D42A27DB-BD31-4B8C-83A1-F6EECF244321}">
                    <p14:modId xmlns:p14="http://schemas.microsoft.com/office/powerpoint/2010/main" val="807975750"/>
                  </p:ext>
                </p:extLst>
              </p:nvPr>
            </p:nvGraphicFramePr>
            <p:xfrm>
              <a:off x="6824678" y="2061082"/>
              <a:ext cx="5146938"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336550690"/>
                        </a:ext>
                      </a:extLst>
                    </a:gridCol>
                    <a:gridCol w="698190">
                      <a:extLst>
                        <a:ext uri="{9D8B030D-6E8A-4147-A177-3AD203B41FA5}">
                          <a16:colId xmlns:a16="http://schemas.microsoft.com/office/drawing/2014/main" val="3598703223"/>
                        </a:ext>
                      </a:extLst>
                    </a:gridCol>
                    <a:gridCol w="698190">
                      <a:extLst>
                        <a:ext uri="{9D8B030D-6E8A-4147-A177-3AD203B41FA5}">
                          <a16:colId xmlns:a16="http://schemas.microsoft.com/office/drawing/2014/main" val="2522081744"/>
                        </a:ext>
                      </a:extLst>
                    </a:gridCol>
                    <a:gridCol w="698190">
                      <a:extLst>
                        <a:ext uri="{9D8B030D-6E8A-4147-A177-3AD203B41FA5}">
                          <a16:colId xmlns:a16="http://schemas.microsoft.com/office/drawing/2014/main" val="2620735374"/>
                        </a:ext>
                      </a:extLst>
                    </a:gridCol>
                    <a:gridCol w="784726">
                      <a:extLst>
                        <a:ext uri="{9D8B030D-6E8A-4147-A177-3AD203B41FA5}">
                          <a16:colId xmlns:a16="http://schemas.microsoft.com/office/drawing/2014/main" val="1671335274"/>
                        </a:ext>
                      </a:extLst>
                    </a:gridCol>
                    <a:gridCol w="784726">
                      <a:extLst>
                        <a:ext uri="{9D8B030D-6E8A-4147-A177-3AD203B41FA5}">
                          <a16:colId xmlns:a16="http://schemas.microsoft.com/office/drawing/2014/main" val="1204504903"/>
                        </a:ext>
                      </a:extLst>
                    </a:gridCol>
                    <a:gridCol w="784726">
                      <a:extLst>
                        <a:ext uri="{9D8B030D-6E8A-4147-A177-3AD203B41FA5}">
                          <a16:colId xmlns:a16="http://schemas.microsoft.com/office/drawing/2014/main" val="1051593451"/>
                        </a:ext>
                      </a:extLst>
                    </a:gridCol>
                  </a:tblGrid>
                  <a:tr h="285526">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2185005591"/>
                      </a:ext>
                    </a:extLst>
                  </a:tr>
                  <a:tr h="285526">
                    <a:tc>
                      <a:txBody>
                        <a:bodyPr/>
                        <a:lstStyle/>
                        <a:p>
                          <a:pPr algn="ctr" fontAlgn="b"/>
                          <a:r>
                            <a:rPr lang="en-US" sz="2000" b="0" i="0" u="none" strike="noStrike" dirty="0">
                              <a:solidFill>
                                <a:srgbClr val="000000"/>
                              </a:solidFill>
                              <a:effectLst/>
                              <a:latin typeface="Calibri" panose="020F0502020204030204" pitchFamily="34" charset="0"/>
                            </a:rPr>
                            <a:t>1</a:t>
                          </a:r>
                        </a:p>
                      </a:txBody>
                      <a:tcPr marL="13464" marR="13464" marT="13464" marB="0" anchor="b">
                        <a:solidFill>
                          <a:srgbClr val="FFFF00"/>
                        </a:solidFill>
                      </a:tcPr>
                    </a:tc>
                    <a:tc>
                      <a:txBody>
                        <a:bodyPr/>
                        <a:lstStyle/>
                        <a:p>
                          <a:pPr algn="ctr" fontAlgn="b"/>
                          <a:r>
                            <a:rPr lang="en-US" sz="2000" b="0" i="0" u="none" strike="noStrike" dirty="0">
                              <a:solidFill>
                                <a:srgbClr val="000000"/>
                              </a:solidFill>
                              <a:effectLst/>
                              <a:latin typeface="Calibri" panose="020F0502020204030204" pitchFamily="34" charset="0"/>
                            </a:rPr>
                            <a:t>5</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3</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2</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1661029939"/>
                      </a:ext>
                    </a:extLst>
                  </a:tr>
                  <a:tr h="285526">
                    <a:tc>
                      <a:txBody>
                        <a:bodyPr/>
                        <a:lstStyle/>
                        <a:p>
                          <a:pPr algn="ctr" fontAlgn="b"/>
                          <a14:m>
                            <m:oMathPara xmlns:m="http://schemas.openxmlformats.org/officeDocument/2006/math">
                              <m:oMathParaPr>
                                <m:jc m:val="centerGroup"/>
                              </m:oMathParaPr>
                              <m:oMath xmlns:m="http://schemas.openxmlformats.org/officeDocument/2006/math">
                                <m:r>
                                  <a:rPr lang="en-US" sz="2000" b="0" i="1" u="none" strike="noStrike" smtClean="0">
                                    <a:solidFill>
                                      <a:srgbClr val="000000"/>
                                    </a:solidFill>
                                    <a:effectLst/>
                                    <a:latin typeface="Cambria Math" panose="02040503050406030204" pitchFamily="18" charset="0"/>
                                  </a:rPr>
                                  <m:t>𝑝</m:t>
                                </m:r>
                              </m:oMath>
                            </m:oMathPara>
                          </a14:m>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201672774"/>
                      </a:ext>
                    </a:extLst>
                  </a:tr>
                </a:tbl>
              </a:graphicData>
            </a:graphic>
          </p:graphicFrame>
        </mc:Choice>
        <mc:Fallback xmlns="">
          <p:graphicFrame>
            <p:nvGraphicFramePr>
              <p:cNvPr id="4" name="Table 3">
                <a:extLst>
                  <a:ext uri="{FF2B5EF4-FFF2-40B4-BE49-F238E27FC236}">
                    <a16:creationId xmlns:a16="http://schemas.microsoft.com/office/drawing/2014/main" id="{A3EE2702-9649-9028-56AA-0C462859F102}"/>
                  </a:ext>
                </a:extLst>
              </p:cNvPr>
              <p:cNvGraphicFramePr>
                <a:graphicFrameLocks noGrp="1"/>
              </p:cNvGraphicFramePr>
              <p:nvPr>
                <p:extLst>
                  <p:ext uri="{D42A27DB-BD31-4B8C-83A1-F6EECF244321}">
                    <p14:modId xmlns:p14="http://schemas.microsoft.com/office/powerpoint/2010/main" val="807975750"/>
                  </p:ext>
                </p:extLst>
              </p:nvPr>
            </p:nvGraphicFramePr>
            <p:xfrm>
              <a:off x="6824678" y="2061082"/>
              <a:ext cx="5146938"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336550690"/>
                        </a:ext>
                      </a:extLst>
                    </a:gridCol>
                    <a:gridCol w="698190">
                      <a:extLst>
                        <a:ext uri="{9D8B030D-6E8A-4147-A177-3AD203B41FA5}">
                          <a16:colId xmlns:a16="http://schemas.microsoft.com/office/drawing/2014/main" val="3598703223"/>
                        </a:ext>
                      </a:extLst>
                    </a:gridCol>
                    <a:gridCol w="698190">
                      <a:extLst>
                        <a:ext uri="{9D8B030D-6E8A-4147-A177-3AD203B41FA5}">
                          <a16:colId xmlns:a16="http://schemas.microsoft.com/office/drawing/2014/main" val="2522081744"/>
                        </a:ext>
                      </a:extLst>
                    </a:gridCol>
                    <a:gridCol w="698190">
                      <a:extLst>
                        <a:ext uri="{9D8B030D-6E8A-4147-A177-3AD203B41FA5}">
                          <a16:colId xmlns:a16="http://schemas.microsoft.com/office/drawing/2014/main" val="2620735374"/>
                        </a:ext>
                      </a:extLst>
                    </a:gridCol>
                    <a:gridCol w="784726">
                      <a:extLst>
                        <a:ext uri="{9D8B030D-6E8A-4147-A177-3AD203B41FA5}">
                          <a16:colId xmlns:a16="http://schemas.microsoft.com/office/drawing/2014/main" val="1671335274"/>
                        </a:ext>
                      </a:extLst>
                    </a:gridCol>
                    <a:gridCol w="784726">
                      <a:extLst>
                        <a:ext uri="{9D8B030D-6E8A-4147-A177-3AD203B41FA5}">
                          <a16:colId xmlns:a16="http://schemas.microsoft.com/office/drawing/2014/main" val="1204504903"/>
                        </a:ext>
                      </a:extLst>
                    </a:gridCol>
                    <a:gridCol w="784726">
                      <a:extLst>
                        <a:ext uri="{9D8B030D-6E8A-4147-A177-3AD203B41FA5}">
                          <a16:colId xmlns:a16="http://schemas.microsoft.com/office/drawing/2014/main" val="1051593451"/>
                        </a:ext>
                      </a:extLst>
                    </a:gridCol>
                  </a:tblGrid>
                  <a:tr h="318264">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endParaRPr lang="en-US"/>
                        </a:p>
                      </a:txBody>
                      <a:tcPr marL="13464" marR="13464" marT="13464" marB="0" anchor="b">
                        <a:blipFill>
                          <a:blip r:embed="rId3"/>
                          <a:stretch>
                            <a:fillRect l="-455814" t="-21154" r="-101550" b="-228846"/>
                          </a:stretch>
                        </a:blipFill>
                      </a:tcPr>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2185005591"/>
                      </a:ext>
                    </a:extLst>
                  </a:tr>
                  <a:tr h="318264">
                    <a:tc>
                      <a:txBody>
                        <a:bodyPr/>
                        <a:lstStyle/>
                        <a:p>
                          <a:pPr algn="ctr" fontAlgn="b"/>
                          <a:r>
                            <a:rPr lang="en-US" sz="2000" b="0" i="0" u="none" strike="noStrike" dirty="0">
                              <a:solidFill>
                                <a:srgbClr val="000000"/>
                              </a:solidFill>
                              <a:effectLst/>
                              <a:latin typeface="Calibri" panose="020F0502020204030204" pitchFamily="34" charset="0"/>
                            </a:rPr>
                            <a:t>1</a:t>
                          </a:r>
                        </a:p>
                      </a:txBody>
                      <a:tcPr marL="13464" marR="13464" marT="13464" marB="0" anchor="b">
                        <a:solidFill>
                          <a:srgbClr val="FFFF00"/>
                        </a:solidFill>
                      </a:tcPr>
                    </a:tc>
                    <a:tc>
                      <a:txBody>
                        <a:bodyPr/>
                        <a:lstStyle/>
                        <a:p>
                          <a:pPr algn="ctr" fontAlgn="b"/>
                          <a:r>
                            <a:rPr lang="en-US" sz="2000" b="0" i="0" u="none" strike="noStrike" dirty="0">
                              <a:solidFill>
                                <a:srgbClr val="000000"/>
                              </a:solidFill>
                              <a:effectLst/>
                              <a:latin typeface="Calibri" panose="020F0502020204030204" pitchFamily="34" charset="0"/>
                            </a:rPr>
                            <a:t>5</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3</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2</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1661029939"/>
                      </a:ext>
                    </a:extLst>
                  </a:tr>
                  <a:tr h="318264">
                    <a:tc>
                      <a:txBody>
                        <a:bodyPr/>
                        <a:lstStyle/>
                        <a:p>
                          <a:endParaRPr lang="en-US"/>
                        </a:p>
                      </a:txBody>
                      <a:tcPr marL="13464" marR="13464" marT="13464" marB="0" anchor="b">
                        <a:blipFill>
                          <a:blip r:embed="rId3"/>
                          <a:stretch>
                            <a:fillRect l="-870" t="-223077" r="-636522" b="-26923"/>
                          </a:stretch>
                        </a:blip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20167277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D663F4AB-5EF7-FA91-FDC9-3AAE513F5B04}"/>
                  </a:ext>
                </a:extLst>
              </p:cNvPr>
              <p:cNvGraphicFramePr>
                <a:graphicFrameLocks noGrp="1"/>
              </p:cNvGraphicFramePr>
              <p:nvPr>
                <p:extLst>
                  <p:ext uri="{D42A27DB-BD31-4B8C-83A1-F6EECF244321}">
                    <p14:modId xmlns:p14="http://schemas.microsoft.com/office/powerpoint/2010/main" val="427876415"/>
                  </p:ext>
                </p:extLst>
              </p:nvPr>
            </p:nvGraphicFramePr>
            <p:xfrm>
              <a:off x="6824678" y="3227960"/>
              <a:ext cx="698190"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336550690"/>
                        </a:ext>
                      </a:extLst>
                    </a:gridCol>
                  </a:tblGrid>
                  <a:tr h="285526">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extLst>
                      <a:ext uri="{0D108BD9-81ED-4DB2-BD59-A6C34878D82A}">
                        <a16:rowId xmlns:a16="http://schemas.microsoft.com/office/drawing/2014/main" val="2185005591"/>
                      </a:ext>
                    </a:extLst>
                  </a:tr>
                  <a:tr h="285526">
                    <a:tc>
                      <a:txBody>
                        <a:bodyPr/>
                        <a:lstStyle/>
                        <a:p>
                          <a:pPr algn="ctr" fontAlgn="b"/>
                          <a:r>
                            <a:rPr lang="en-US" sz="2000" b="0" i="0" u="none" strike="noStrike" dirty="0">
                              <a:solidFill>
                                <a:srgbClr val="000000"/>
                              </a:solidFill>
                              <a:effectLst/>
                              <a:latin typeface="Calibri" panose="020F0502020204030204" pitchFamily="34" charset="0"/>
                            </a:rPr>
                            <a:t>1</a:t>
                          </a:r>
                        </a:p>
                      </a:txBody>
                      <a:tcPr marL="13464" marR="13464" marT="13464" marB="0" anchor="b">
                        <a:solidFill>
                          <a:srgbClr val="FFFF00"/>
                        </a:solidFill>
                      </a:tcPr>
                    </a:tc>
                    <a:extLst>
                      <a:ext uri="{0D108BD9-81ED-4DB2-BD59-A6C34878D82A}">
                        <a16:rowId xmlns:a16="http://schemas.microsoft.com/office/drawing/2014/main" val="1661029939"/>
                      </a:ext>
                    </a:extLst>
                  </a:tr>
                  <a:tr h="285526">
                    <a:tc>
                      <a:txBody>
                        <a:bodyPr/>
                        <a:lstStyle/>
                        <a:p>
                          <a:pPr algn="ctr" fontAlgn="b"/>
                          <a14:m>
                            <m:oMathPara xmlns:m="http://schemas.openxmlformats.org/officeDocument/2006/math">
                              <m:oMathParaPr>
                                <m:jc m:val="centerGroup"/>
                              </m:oMathParaPr>
                              <m:oMath xmlns:m="http://schemas.openxmlformats.org/officeDocument/2006/math">
                                <m:r>
                                  <a:rPr lang="en-US" sz="2000" b="0" i="1" u="none" strike="noStrike" smtClean="0">
                                    <a:solidFill>
                                      <a:srgbClr val="000000"/>
                                    </a:solidFill>
                                    <a:effectLst/>
                                    <a:latin typeface="Cambria Math" panose="02040503050406030204" pitchFamily="18" charset="0"/>
                                  </a:rPr>
                                  <m:t>𝑝</m:t>
                                </m:r>
                              </m:oMath>
                            </m:oMathPara>
                          </a14:m>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201672774"/>
                      </a:ext>
                    </a:extLst>
                  </a:tr>
                </a:tbl>
              </a:graphicData>
            </a:graphic>
          </p:graphicFrame>
        </mc:Choice>
        <mc:Fallback xmlns="">
          <p:graphicFrame>
            <p:nvGraphicFramePr>
              <p:cNvPr id="5" name="Table 4">
                <a:extLst>
                  <a:ext uri="{FF2B5EF4-FFF2-40B4-BE49-F238E27FC236}">
                    <a16:creationId xmlns:a16="http://schemas.microsoft.com/office/drawing/2014/main" id="{D663F4AB-5EF7-FA91-FDC9-3AAE513F5B04}"/>
                  </a:ext>
                </a:extLst>
              </p:cNvPr>
              <p:cNvGraphicFramePr>
                <a:graphicFrameLocks noGrp="1"/>
              </p:cNvGraphicFramePr>
              <p:nvPr>
                <p:extLst>
                  <p:ext uri="{D42A27DB-BD31-4B8C-83A1-F6EECF244321}">
                    <p14:modId xmlns:p14="http://schemas.microsoft.com/office/powerpoint/2010/main" val="427876415"/>
                  </p:ext>
                </p:extLst>
              </p:nvPr>
            </p:nvGraphicFramePr>
            <p:xfrm>
              <a:off x="6824678" y="3227960"/>
              <a:ext cx="698190"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336550690"/>
                        </a:ext>
                      </a:extLst>
                    </a:gridCol>
                  </a:tblGrid>
                  <a:tr h="318264">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extLst>
                      <a:ext uri="{0D108BD9-81ED-4DB2-BD59-A6C34878D82A}">
                        <a16:rowId xmlns:a16="http://schemas.microsoft.com/office/drawing/2014/main" val="2185005591"/>
                      </a:ext>
                    </a:extLst>
                  </a:tr>
                  <a:tr h="318264">
                    <a:tc>
                      <a:txBody>
                        <a:bodyPr/>
                        <a:lstStyle/>
                        <a:p>
                          <a:pPr algn="ctr" fontAlgn="b"/>
                          <a:r>
                            <a:rPr lang="en-US" sz="2000" b="0" i="0" u="none" strike="noStrike" dirty="0">
                              <a:solidFill>
                                <a:srgbClr val="000000"/>
                              </a:solidFill>
                              <a:effectLst/>
                              <a:latin typeface="Calibri" panose="020F0502020204030204" pitchFamily="34" charset="0"/>
                            </a:rPr>
                            <a:t>1</a:t>
                          </a:r>
                        </a:p>
                      </a:txBody>
                      <a:tcPr marL="13464" marR="13464" marT="13464" marB="0" anchor="b">
                        <a:solidFill>
                          <a:srgbClr val="FFFF00"/>
                        </a:solidFill>
                      </a:tcPr>
                    </a:tc>
                    <a:extLst>
                      <a:ext uri="{0D108BD9-81ED-4DB2-BD59-A6C34878D82A}">
                        <a16:rowId xmlns:a16="http://schemas.microsoft.com/office/drawing/2014/main" val="1661029939"/>
                      </a:ext>
                    </a:extLst>
                  </a:tr>
                  <a:tr h="318264">
                    <a:tc>
                      <a:txBody>
                        <a:bodyPr/>
                        <a:lstStyle/>
                        <a:p>
                          <a:endParaRPr lang="en-US"/>
                        </a:p>
                      </a:txBody>
                      <a:tcPr marL="13464" marR="13464" marT="13464" marB="0" anchor="b">
                        <a:blipFill>
                          <a:blip r:embed="rId4"/>
                          <a:stretch>
                            <a:fillRect l="-862" t="-216981" r="-1724" b="-24528"/>
                          </a:stretch>
                        </a:blipFill>
                      </a:tcPr>
                    </a:tc>
                    <a:extLst>
                      <a:ext uri="{0D108BD9-81ED-4DB2-BD59-A6C34878D82A}">
                        <a16:rowId xmlns:a16="http://schemas.microsoft.com/office/drawing/2014/main" val="20167277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B060707E-C153-DAE8-9CE6-244E6BF82B13}"/>
                  </a:ext>
                </a:extLst>
              </p:cNvPr>
              <p:cNvGraphicFramePr>
                <a:graphicFrameLocks noGrp="1"/>
              </p:cNvGraphicFramePr>
              <p:nvPr>
                <p:extLst>
                  <p:ext uri="{D42A27DB-BD31-4B8C-83A1-F6EECF244321}">
                    <p14:modId xmlns:p14="http://schemas.microsoft.com/office/powerpoint/2010/main" val="1554643896"/>
                  </p:ext>
                </p:extLst>
              </p:nvPr>
            </p:nvGraphicFramePr>
            <p:xfrm>
              <a:off x="7669353" y="3499130"/>
              <a:ext cx="4448748"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4192978525"/>
                        </a:ext>
                      </a:extLst>
                    </a:gridCol>
                    <a:gridCol w="698190">
                      <a:extLst>
                        <a:ext uri="{9D8B030D-6E8A-4147-A177-3AD203B41FA5}">
                          <a16:colId xmlns:a16="http://schemas.microsoft.com/office/drawing/2014/main" val="1859520608"/>
                        </a:ext>
                      </a:extLst>
                    </a:gridCol>
                    <a:gridCol w="698190">
                      <a:extLst>
                        <a:ext uri="{9D8B030D-6E8A-4147-A177-3AD203B41FA5}">
                          <a16:colId xmlns:a16="http://schemas.microsoft.com/office/drawing/2014/main" val="3327967347"/>
                        </a:ext>
                      </a:extLst>
                    </a:gridCol>
                    <a:gridCol w="784726">
                      <a:extLst>
                        <a:ext uri="{9D8B030D-6E8A-4147-A177-3AD203B41FA5}">
                          <a16:colId xmlns:a16="http://schemas.microsoft.com/office/drawing/2014/main" val="2034468933"/>
                        </a:ext>
                      </a:extLst>
                    </a:gridCol>
                    <a:gridCol w="784726">
                      <a:extLst>
                        <a:ext uri="{9D8B030D-6E8A-4147-A177-3AD203B41FA5}">
                          <a16:colId xmlns:a16="http://schemas.microsoft.com/office/drawing/2014/main" val="3988880876"/>
                        </a:ext>
                      </a:extLst>
                    </a:gridCol>
                    <a:gridCol w="784726">
                      <a:extLst>
                        <a:ext uri="{9D8B030D-6E8A-4147-A177-3AD203B41FA5}">
                          <a16:colId xmlns:a16="http://schemas.microsoft.com/office/drawing/2014/main" val="4243619861"/>
                        </a:ext>
                      </a:extLst>
                    </a:gridCol>
                  </a:tblGrid>
                  <a:tr h="285526">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2873132592"/>
                      </a:ext>
                    </a:extLst>
                  </a:tr>
                  <a:tr h="285526">
                    <a:tc>
                      <a:txBody>
                        <a:bodyPr/>
                        <a:lstStyle/>
                        <a:p>
                          <a:pPr algn="ctr" fontAlgn="b"/>
                          <a:r>
                            <a:rPr lang="en-US" sz="2000" b="0" i="0" u="none" strike="noStrike" dirty="0">
                              <a:solidFill>
                                <a:srgbClr val="000000"/>
                              </a:solidFill>
                              <a:effectLst/>
                              <a:latin typeface="Calibri" panose="020F0502020204030204" pitchFamily="34" charset="0"/>
                            </a:rPr>
                            <a:t>5</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3</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2</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2672207025"/>
                      </a:ext>
                    </a:extLst>
                  </a:tr>
                  <a:tr h="285526">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2134323496"/>
                      </a:ext>
                    </a:extLst>
                  </a:tr>
                </a:tbl>
              </a:graphicData>
            </a:graphic>
          </p:graphicFrame>
        </mc:Choice>
        <mc:Fallback xmlns="">
          <p:graphicFrame>
            <p:nvGraphicFramePr>
              <p:cNvPr id="7" name="Table 6">
                <a:extLst>
                  <a:ext uri="{FF2B5EF4-FFF2-40B4-BE49-F238E27FC236}">
                    <a16:creationId xmlns:a16="http://schemas.microsoft.com/office/drawing/2014/main" id="{B060707E-C153-DAE8-9CE6-244E6BF82B13}"/>
                  </a:ext>
                </a:extLst>
              </p:cNvPr>
              <p:cNvGraphicFramePr>
                <a:graphicFrameLocks noGrp="1"/>
              </p:cNvGraphicFramePr>
              <p:nvPr>
                <p:extLst>
                  <p:ext uri="{D42A27DB-BD31-4B8C-83A1-F6EECF244321}">
                    <p14:modId xmlns:p14="http://schemas.microsoft.com/office/powerpoint/2010/main" val="1554643896"/>
                  </p:ext>
                </p:extLst>
              </p:nvPr>
            </p:nvGraphicFramePr>
            <p:xfrm>
              <a:off x="7669353" y="3499130"/>
              <a:ext cx="4448748"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4192978525"/>
                        </a:ext>
                      </a:extLst>
                    </a:gridCol>
                    <a:gridCol w="698190">
                      <a:extLst>
                        <a:ext uri="{9D8B030D-6E8A-4147-A177-3AD203B41FA5}">
                          <a16:colId xmlns:a16="http://schemas.microsoft.com/office/drawing/2014/main" val="1859520608"/>
                        </a:ext>
                      </a:extLst>
                    </a:gridCol>
                    <a:gridCol w="698190">
                      <a:extLst>
                        <a:ext uri="{9D8B030D-6E8A-4147-A177-3AD203B41FA5}">
                          <a16:colId xmlns:a16="http://schemas.microsoft.com/office/drawing/2014/main" val="3327967347"/>
                        </a:ext>
                      </a:extLst>
                    </a:gridCol>
                    <a:gridCol w="784726">
                      <a:extLst>
                        <a:ext uri="{9D8B030D-6E8A-4147-A177-3AD203B41FA5}">
                          <a16:colId xmlns:a16="http://schemas.microsoft.com/office/drawing/2014/main" val="2034468933"/>
                        </a:ext>
                      </a:extLst>
                    </a:gridCol>
                    <a:gridCol w="784726">
                      <a:extLst>
                        <a:ext uri="{9D8B030D-6E8A-4147-A177-3AD203B41FA5}">
                          <a16:colId xmlns:a16="http://schemas.microsoft.com/office/drawing/2014/main" val="3988880876"/>
                        </a:ext>
                      </a:extLst>
                    </a:gridCol>
                    <a:gridCol w="784726">
                      <a:extLst>
                        <a:ext uri="{9D8B030D-6E8A-4147-A177-3AD203B41FA5}">
                          <a16:colId xmlns:a16="http://schemas.microsoft.com/office/drawing/2014/main" val="4243619861"/>
                        </a:ext>
                      </a:extLst>
                    </a:gridCol>
                  </a:tblGrid>
                  <a:tr h="318264">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endParaRPr lang="en-US"/>
                        </a:p>
                      </a:txBody>
                      <a:tcPr marL="13464" marR="13464" marT="13464" marB="0" anchor="b">
                        <a:blipFill>
                          <a:blip r:embed="rId5"/>
                          <a:stretch>
                            <a:fillRect l="-366667" t="-21154" r="-101550" b="-205769"/>
                          </a:stretch>
                        </a:blipFill>
                      </a:tcPr>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2873132592"/>
                      </a:ext>
                    </a:extLst>
                  </a:tr>
                  <a:tr h="318264">
                    <a:tc>
                      <a:txBody>
                        <a:bodyPr/>
                        <a:lstStyle/>
                        <a:p>
                          <a:pPr algn="ctr" fontAlgn="b"/>
                          <a:r>
                            <a:rPr lang="en-US" sz="2000" b="0" i="0" u="none" strike="noStrike" dirty="0">
                              <a:solidFill>
                                <a:srgbClr val="000000"/>
                              </a:solidFill>
                              <a:effectLst/>
                              <a:latin typeface="Calibri" panose="020F0502020204030204" pitchFamily="34" charset="0"/>
                            </a:rPr>
                            <a:t>5</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3</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2</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7</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2672207025"/>
                      </a:ext>
                    </a:extLst>
                  </a:tr>
                  <a:tr h="318264">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213432349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7" name="Table 16">
                <a:extLst>
                  <a:ext uri="{FF2B5EF4-FFF2-40B4-BE49-F238E27FC236}">
                    <a16:creationId xmlns:a16="http://schemas.microsoft.com/office/drawing/2014/main" id="{8543E6E6-91F3-6E53-7256-C65DEAA1A133}"/>
                  </a:ext>
                </a:extLst>
              </p:cNvPr>
              <p:cNvGraphicFramePr>
                <a:graphicFrameLocks noGrp="1"/>
              </p:cNvGraphicFramePr>
              <p:nvPr>
                <p:extLst>
                  <p:ext uri="{D42A27DB-BD31-4B8C-83A1-F6EECF244321}">
                    <p14:modId xmlns:p14="http://schemas.microsoft.com/office/powerpoint/2010/main" val="4005996834"/>
                  </p:ext>
                </p:extLst>
              </p:nvPr>
            </p:nvGraphicFramePr>
            <p:xfrm>
              <a:off x="6816462" y="4937178"/>
              <a:ext cx="4362212"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336550690"/>
                        </a:ext>
                      </a:extLst>
                    </a:gridCol>
                    <a:gridCol w="698190">
                      <a:extLst>
                        <a:ext uri="{9D8B030D-6E8A-4147-A177-3AD203B41FA5}">
                          <a16:colId xmlns:a16="http://schemas.microsoft.com/office/drawing/2014/main" val="3598703223"/>
                        </a:ext>
                      </a:extLst>
                    </a:gridCol>
                    <a:gridCol w="698190">
                      <a:extLst>
                        <a:ext uri="{9D8B030D-6E8A-4147-A177-3AD203B41FA5}">
                          <a16:colId xmlns:a16="http://schemas.microsoft.com/office/drawing/2014/main" val="2522081744"/>
                        </a:ext>
                      </a:extLst>
                    </a:gridCol>
                    <a:gridCol w="698190">
                      <a:extLst>
                        <a:ext uri="{9D8B030D-6E8A-4147-A177-3AD203B41FA5}">
                          <a16:colId xmlns:a16="http://schemas.microsoft.com/office/drawing/2014/main" val="2620735374"/>
                        </a:ext>
                      </a:extLst>
                    </a:gridCol>
                    <a:gridCol w="784726">
                      <a:extLst>
                        <a:ext uri="{9D8B030D-6E8A-4147-A177-3AD203B41FA5}">
                          <a16:colId xmlns:a16="http://schemas.microsoft.com/office/drawing/2014/main" val="1671335274"/>
                        </a:ext>
                      </a:extLst>
                    </a:gridCol>
                    <a:gridCol w="784726">
                      <a:extLst>
                        <a:ext uri="{9D8B030D-6E8A-4147-A177-3AD203B41FA5}">
                          <a16:colId xmlns:a16="http://schemas.microsoft.com/office/drawing/2014/main" val="1204504903"/>
                        </a:ext>
                      </a:extLst>
                    </a:gridCol>
                  </a:tblGrid>
                  <a:tr h="285526">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extLst>
                      <a:ext uri="{0D108BD9-81ED-4DB2-BD59-A6C34878D82A}">
                        <a16:rowId xmlns:a16="http://schemas.microsoft.com/office/drawing/2014/main" val="2185005591"/>
                      </a:ext>
                    </a:extLst>
                  </a:tr>
                  <a:tr h="285526">
                    <a:tc>
                      <a:txBody>
                        <a:bodyPr/>
                        <a:lstStyle/>
                        <a:p>
                          <a:pPr algn="ctr" fontAlgn="b"/>
                          <a:r>
                            <a:rPr lang="en-US" sz="2000" b="0" i="0" u="none" strike="noStrike" dirty="0">
                              <a:solidFill>
                                <a:srgbClr val="000000"/>
                              </a:solidFill>
                              <a:effectLst/>
                              <a:latin typeface="Calibri" panose="020F0502020204030204" pitchFamily="34" charset="0"/>
                            </a:rPr>
                            <a:t>6</a:t>
                          </a:r>
                        </a:p>
                      </a:txBody>
                      <a:tcPr marL="13464" marR="13464" marT="13464" marB="0" anchor="b">
                        <a:solidFill>
                          <a:srgbClr val="FFFF00"/>
                        </a:solidFill>
                      </a:tcPr>
                    </a:tc>
                    <a:tc>
                      <a:txBody>
                        <a:bodyPr/>
                        <a:lstStyle/>
                        <a:p>
                          <a:pPr algn="ctr" fontAlgn="b"/>
                          <a:r>
                            <a:rPr lang="en-US" sz="2000" b="0" i="0" u="none" strike="noStrike" dirty="0">
                              <a:solidFill>
                                <a:srgbClr val="000000"/>
                              </a:solidFill>
                              <a:effectLst/>
                              <a:latin typeface="Calibri" panose="020F0502020204030204" pitchFamily="34" charset="0"/>
                            </a:rPr>
                            <a:t>5</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3</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2</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1</a:t>
                          </a:r>
                        </a:p>
                      </a:txBody>
                      <a:tcPr marL="13464" marR="13464" marT="13464" marB="0" anchor="b"/>
                    </a:tc>
                    <a:extLst>
                      <a:ext uri="{0D108BD9-81ED-4DB2-BD59-A6C34878D82A}">
                        <a16:rowId xmlns:a16="http://schemas.microsoft.com/office/drawing/2014/main" val="1661029939"/>
                      </a:ext>
                    </a:extLst>
                  </a:tr>
                  <a:tr h="285526">
                    <a:tc>
                      <a:txBody>
                        <a:bodyPr/>
                        <a:lstStyle/>
                        <a:p>
                          <a:pPr algn="ctr" fontAlgn="b"/>
                          <a14:m>
                            <m:oMathPara xmlns:m="http://schemas.openxmlformats.org/officeDocument/2006/math">
                              <m:oMathParaPr>
                                <m:jc m:val="centerGroup"/>
                              </m:oMathParaPr>
                              <m:oMath xmlns:m="http://schemas.openxmlformats.org/officeDocument/2006/math">
                                <m:r>
                                  <a:rPr lang="en-US" sz="2000" b="0" i="1" u="none" strike="noStrike" smtClean="0">
                                    <a:solidFill>
                                      <a:srgbClr val="000000"/>
                                    </a:solidFill>
                                    <a:effectLst/>
                                    <a:latin typeface="Cambria Math" panose="02040503050406030204" pitchFamily="18" charset="0"/>
                                  </a:rPr>
                                  <m:t>𝑝</m:t>
                                </m:r>
                              </m:oMath>
                            </m:oMathPara>
                          </a14:m>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201672774"/>
                      </a:ext>
                    </a:extLst>
                  </a:tr>
                </a:tbl>
              </a:graphicData>
            </a:graphic>
          </p:graphicFrame>
        </mc:Choice>
        <mc:Fallback xmlns="">
          <p:graphicFrame>
            <p:nvGraphicFramePr>
              <p:cNvPr id="17" name="Table 16">
                <a:extLst>
                  <a:ext uri="{FF2B5EF4-FFF2-40B4-BE49-F238E27FC236}">
                    <a16:creationId xmlns:a16="http://schemas.microsoft.com/office/drawing/2014/main" id="{8543E6E6-91F3-6E53-7256-C65DEAA1A133}"/>
                  </a:ext>
                </a:extLst>
              </p:cNvPr>
              <p:cNvGraphicFramePr>
                <a:graphicFrameLocks noGrp="1"/>
              </p:cNvGraphicFramePr>
              <p:nvPr>
                <p:extLst>
                  <p:ext uri="{D42A27DB-BD31-4B8C-83A1-F6EECF244321}">
                    <p14:modId xmlns:p14="http://schemas.microsoft.com/office/powerpoint/2010/main" val="4005996834"/>
                  </p:ext>
                </p:extLst>
              </p:nvPr>
            </p:nvGraphicFramePr>
            <p:xfrm>
              <a:off x="6816462" y="4937178"/>
              <a:ext cx="4362212"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336550690"/>
                        </a:ext>
                      </a:extLst>
                    </a:gridCol>
                    <a:gridCol w="698190">
                      <a:extLst>
                        <a:ext uri="{9D8B030D-6E8A-4147-A177-3AD203B41FA5}">
                          <a16:colId xmlns:a16="http://schemas.microsoft.com/office/drawing/2014/main" val="3598703223"/>
                        </a:ext>
                      </a:extLst>
                    </a:gridCol>
                    <a:gridCol w="698190">
                      <a:extLst>
                        <a:ext uri="{9D8B030D-6E8A-4147-A177-3AD203B41FA5}">
                          <a16:colId xmlns:a16="http://schemas.microsoft.com/office/drawing/2014/main" val="2522081744"/>
                        </a:ext>
                      </a:extLst>
                    </a:gridCol>
                    <a:gridCol w="698190">
                      <a:extLst>
                        <a:ext uri="{9D8B030D-6E8A-4147-A177-3AD203B41FA5}">
                          <a16:colId xmlns:a16="http://schemas.microsoft.com/office/drawing/2014/main" val="2620735374"/>
                        </a:ext>
                      </a:extLst>
                    </a:gridCol>
                    <a:gridCol w="784726">
                      <a:extLst>
                        <a:ext uri="{9D8B030D-6E8A-4147-A177-3AD203B41FA5}">
                          <a16:colId xmlns:a16="http://schemas.microsoft.com/office/drawing/2014/main" val="1671335274"/>
                        </a:ext>
                      </a:extLst>
                    </a:gridCol>
                    <a:gridCol w="784726">
                      <a:extLst>
                        <a:ext uri="{9D8B030D-6E8A-4147-A177-3AD203B41FA5}">
                          <a16:colId xmlns:a16="http://schemas.microsoft.com/office/drawing/2014/main" val="1204504903"/>
                        </a:ext>
                      </a:extLst>
                    </a:gridCol>
                  </a:tblGrid>
                  <a:tr h="318264">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endParaRPr lang="en-US"/>
                        </a:p>
                      </a:txBody>
                      <a:tcPr marL="13464" marR="13464" marT="13464" marB="0" anchor="b">
                        <a:blipFill>
                          <a:blip r:embed="rId6"/>
                          <a:stretch>
                            <a:fillRect l="-455814" t="-18868" r="-1550" b="-224528"/>
                          </a:stretch>
                        </a:blipFill>
                      </a:tcPr>
                    </a:tc>
                    <a:extLst>
                      <a:ext uri="{0D108BD9-81ED-4DB2-BD59-A6C34878D82A}">
                        <a16:rowId xmlns:a16="http://schemas.microsoft.com/office/drawing/2014/main" val="2185005591"/>
                      </a:ext>
                    </a:extLst>
                  </a:tr>
                  <a:tr h="318264">
                    <a:tc>
                      <a:txBody>
                        <a:bodyPr/>
                        <a:lstStyle/>
                        <a:p>
                          <a:pPr algn="ctr" fontAlgn="b"/>
                          <a:r>
                            <a:rPr lang="en-US" sz="2000" b="0" i="0" u="none" strike="noStrike" dirty="0">
                              <a:solidFill>
                                <a:srgbClr val="000000"/>
                              </a:solidFill>
                              <a:effectLst/>
                              <a:latin typeface="Calibri" panose="020F0502020204030204" pitchFamily="34" charset="0"/>
                            </a:rPr>
                            <a:t>6</a:t>
                          </a:r>
                        </a:p>
                      </a:txBody>
                      <a:tcPr marL="13464" marR="13464" marT="13464" marB="0" anchor="b">
                        <a:solidFill>
                          <a:srgbClr val="FFFF00"/>
                        </a:solidFill>
                      </a:tcPr>
                    </a:tc>
                    <a:tc>
                      <a:txBody>
                        <a:bodyPr/>
                        <a:lstStyle/>
                        <a:p>
                          <a:pPr algn="ctr" fontAlgn="b"/>
                          <a:r>
                            <a:rPr lang="en-US" sz="2000" b="0" i="0" u="none" strike="noStrike" dirty="0">
                              <a:solidFill>
                                <a:srgbClr val="000000"/>
                              </a:solidFill>
                              <a:effectLst/>
                              <a:latin typeface="Calibri" panose="020F0502020204030204" pitchFamily="34" charset="0"/>
                            </a:rPr>
                            <a:t>5</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3</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2</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4</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1</a:t>
                          </a:r>
                        </a:p>
                      </a:txBody>
                      <a:tcPr marL="13464" marR="13464" marT="13464" marB="0" anchor="b"/>
                    </a:tc>
                    <a:extLst>
                      <a:ext uri="{0D108BD9-81ED-4DB2-BD59-A6C34878D82A}">
                        <a16:rowId xmlns:a16="http://schemas.microsoft.com/office/drawing/2014/main" val="1661029939"/>
                      </a:ext>
                    </a:extLst>
                  </a:tr>
                  <a:tr h="318264">
                    <a:tc>
                      <a:txBody>
                        <a:bodyPr/>
                        <a:lstStyle/>
                        <a:p>
                          <a:endParaRPr lang="en-US"/>
                        </a:p>
                      </a:txBody>
                      <a:tcPr marL="13464" marR="13464" marT="13464" marB="0" anchor="b">
                        <a:blipFill>
                          <a:blip r:embed="rId6"/>
                          <a:stretch>
                            <a:fillRect l="-870" t="-216981" r="-524348" b="-26415"/>
                          </a:stretch>
                        </a:blip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20167277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6B46A128-B903-0571-34CB-E1EDE03C178D}"/>
                  </a:ext>
                </a:extLst>
              </p:cNvPr>
              <p:cNvGraphicFramePr>
                <a:graphicFrameLocks noGrp="1"/>
              </p:cNvGraphicFramePr>
              <p:nvPr>
                <p:extLst>
                  <p:ext uri="{D42A27DB-BD31-4B8C-83A1-F6EECF244321}">
                    <p14:modId xmlns:p14="http://schemas.microsoft.com/office/powerpoint/2010/main" val="1899940591"/>
                  </p:ext>
                </p:extLst>
              </p:nvPr>
            </p:nvGraphicFramePr>
            <p:xfrm>
              <a:off x="11333375" y="4666008"/>
              <a:ext cx="784726" cy="954792"/>
            </p:xfrm>
            <a:graphic>
              <a:graphicData uri="http://schemas.openxmlformats.org/drawingml/2006/table">
                <a:tbl>
                  <a:tblPr>
                    <a:tableStyleId>{5940675A-B579-460E-94D1-54222C63F5DA}</a:tableStyleId>
                  </a:tblPr>
                  <a:tblGrid>
                    <a:gridCol w="784726">
                      <a:extLst>
                        <a:ext uri="{9D8B030D-6E8A-4147-A177-3AD203B41FA5}">
                          <a16:colId xmlns:a16="http://schemas.microsoft.com/office/drawing/2014/main" val="550123296"/>
                        </a:ext>
                      </a:extLst>
                    </a:gridCol>
                  </a:tblGrid>
                  <a:tr h="285526">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238898149"/>
                      </a:ext>
                    </a:extLst>
                  </a:tr>
                  <a:tr h="285526">
                    <a:tc>
                      <a:txBody>
                        <a:bodyPr/>
                        <a:lstStyle/>
                        <a:p>
                          <a:pPr algn="ctr" fontAlgn="b"/>
                          <a:r>
                            <a:rPr lang="en-US" sz="2000" b="0" i="0" u="none" strike="noStrike" dirty="0">
                              <a:solidFill>
                                <a:srgbClr val="000000"/>
                              </a:solidFill>
                              <a:effectLst/>
                              <a:latin typeface="Calibri" panose="020F0502020204030204" pitchFamily="34" charset="0"/>
                            </a:rPr>
                            <a:t>7</a:t>
                          </a:r>
                        </a:p>
                      </a:txBody>
                      <a:tcPr marL="13464" marR="13464" marT="13464" marB="0" anchor="b">
                        <a:solidFill>
                          <a:srgbClr val="FFFF00"/>
                        </a:solidFill>
                      </a:tcPr>
                    </a:tc>
                    <a:extLst>
                      <a:ext uri="{0D108BD9-81ED-4DB2-BD59-A6C34878D82A}">
                        <a16:rowId xmlns:a16="http://schemas.microsoft.com/office/drawing/2014/main" val="2744707347"/>
                      </a:ext>
                    </a:extLst>
                  </a:tr>
                  <a:tr h="285526">
                    <a:tc>
                      <a:txBody>
                        <a:bodyPr/>
                        <a:lstStyle/>
                        <a:p>
                          <a:pPr algn="ctr" fontAlgn="b"/>
                          <a14:m>
                            <m:oMathPara xmlns:m="http://schemas.openxmlformats.org/officeDocument/2006/math">
                              <m:oMathParaPr>
                                <m:jc m:val="centerGroup"/>
                              </m:oMathParaPr>
                              <m:oMath xmlns:m="http://schemas.openxmlformats.org/officeDocument/2006/math">
                                <m:r>
                                  <a:rPr lang="en-US" sz="2000" b="0" i="1" u="none" strike="noStrike" smtClean="0">
                                    <a:solidFill>
                                      <a:srgbClr val="000000"/>
                                    </a:solidFill>
                                    <a:effectLst/>
                                    <a:latin typeface="Cambria Math" panose="02040503050406030204" pitchFamily="18" charset="0"/>
                                  </a:rPr>
                                  <m:t>𝑝</m:t>
                                </m:r>
                              </m:oMath>
                            </m:oMathPara>
                          </a14:m>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4007739033"/>
                      </a:ext>
                    </a:extLst>
                  </a:tr>
                </a:tbl>
              </a:graphicData>
            </a:graphic>
          </p:graphicFrame>
        </mc:Choice>
        <mc:Fallback xmlns="">
          <p:graphicFrame>
            <p:nvGraphicFramePr>
              <p:cNvPr id="18" name="Table 17">
                <a:extLst>
                  <a:ext uri="{FF2B5EF4-FFF2-40B4-BE49-F238E27FC236}">
                    <a16:creationId xmlns:a16="http://schemas.microsoft.com/office/drawing/2014/main" id="{6B46A128-B903-0571-34CB-E1EDE03C178D}"/>
                  </a:ext>
                </a:extLst>
              </p:cNvPr>
              <p:cNvGraphicFramePr>
                <a:graphicFrameLocks noGrp="1"/>
              </p:cNvGraphicFramePr>
              <p:nvPr>
                <p:extLst>
                  <p:ext uri="{D42A27DB-BD31-4B8C-83A1-F6EECF244321}">
                    <p14:modId xmlns:p14="http://schemas.microsoft.com/office/powerpoint/2010/main" val="1899940591"/>
                  </p:ext>
                </p:extLst>
              </p:nvPr>
            </p:nvGraphicFramePr>
            <p:xfrm>
              <a:off x="11333375" y="4666008"/>
              <a:ext cx="784726" cy="954792"/>
            </p:xfrm>
            <a:graphic>
              <a:graphicData uri="http://schemas.openxmlformats.org/drawingml/2006/table">
                <a:tbl>
                  <a:tblPr>
                    <a:tableStyleId>{5940675A-B579-460E-94D1-54222C63F5DA}</a:tableStyleId>
                  </a:tblPr>
                  <a:tblGrid>
                    <a:gridCol w="784726">
                      <a:extLst>
                        <a:ext uri="{9D8B030D-6E8A-4147-A177-3AD203B41FA5}">
                          <a16:colId xmlns:a16="http://schemas.microsoft.com/office/drawing/2014/main" val="550123296"/>
                        </a:ext>
                      </a:extLst>
                    </a:gridCol>
                  </a:tblGrid>
                  <a:tr h="318264">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238898149"/>
                      </a:ext>
                    </a:extLst>
                  </a:tr>
                  <a:tr h="318264">
                    <a:tc>
                      <a:txBody>
                        <a:bodyPr/>
                        <a:lstStyle/>
                        <a:p>
                          <a:pPr algn="ctr" fontAlgn="b"/>
                          <a:r>
                            <a:rPr lang="en-US" sz="2000" b="0" i="0" u="none" strike="noStrike" dirty="0">
                              <a:solidFill>
                                <a:srgbClr val="000000"/>
                              </a:solidFill>
                              <a:effectLst/>
                              <a:latin typeface="Calibri" panose="020F0502020204030204" pitchFamily="34" charset="0"/>
                            </a:rPr>
                            <a:t>7</a:t>
                          </a:r>
                        </a:p>
                      </a:txBody>
                      <a:tcPr marL="13464" marR="13464" marT="13464" marB="0" anchor="b">
                        <a:solidFill>
                          <a:srgbClr val="FFFF00"/>
                        </a:solidFill>
                      </a:tcPr>
                    </a:tc>
                    <a:extLst>
                      <a:ext uri="{0D108BD9-81ED-4DB2-BD59-A6C34878D82A}">
                        <a16:rowId xmlns:a16="http://schemas.microsoft.com/office/drawing/2014/main" val="2744707347"/>
                      </a:ext>
                    </a:extLst>
                  </a:tr>
                  <a:tr h="318264">
                    <a:tc>
                      <a:txBody>
                        <a:bodyPr/>
                        <a:lstStyle/>
                        <a:p>
                          <a:endParaRPr lang="en-US"/>
                        </a:p>
                      </a:txBody>
                      <a:tcPr marL="13464" marR="13464" marT="13464" marB="0" anchor="b">
                        <a:blipFill>
                          <a:blip r:embed="rId7"/>
                          <a:stretch>
                            <a:fillRect l="-775" t="-216981" r="-1550" b="-24528"/>
                          </a:stretch>
                        </a:blipFill>
                      </a:tcPr>
                    </a:tc>
                    <a:extLst>
                      <a:ext uri="{0D108BD9-81ED-4DB2-BD59-A6C34878D82A}">
                        <a16:rowId xmlns:a16="http://schemas.microsoft.com/office/drawing/2014/main" val="4007739033"/>
                      </a:ext>
                    </a:extLst>
                  </a:tr>
                </a:tbl>
              </a:graphicData>
            </a:graphic>
          </p:graphicFrame>
        </mc:Fallback>
      </mc:AlternateContent>
    </p:spTree>
    <p:extLst>
      <p:ext uri="{BB962C8B-B14F-4D97-AF65-F5344CB8AC3E}">
        <p14:creationId xmlns:p14="http://schemas.microsoft.com/office/powerpoint/2010/main" val="3892932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8756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In fact, (ironically) the worst-case scenario of Quicksort is when the data is already sorted in either ascending or descending order.</a:t>
            </a:r>
          </a:p>
          <a:p>
            <a:pPr>
              <a:lnSpc>
                <a:spcPct val="120000"/>
              </a:lnSpc>
              <a:buFont typeface="Wingdings" panose="05000000000000000000" pitchFamily="2" charset="2"/>
              <a:buChar char="§"/>
            </a:pPr>
            <a:r>
              <a:rPr lang="en-US" sz="3200" dirty="0"/>
              <a:t>Solution? Choose a random value as pivot and swap it with first index.</a:t>
            </a:r>
          </a:p>
          <a:p>
            <a:pPr>
              <a:lnSpc>
                <a:spcPct val="120000"/>
              </a:lnSpc>
              <a:buFont typeface="Wingdings" panose="05000000000000000000" pitchFamily="2" charset="2"/>
              <a:buChar char="§"/>
            </a:pPr>
            <a:r>
              <a:rPr lang="en-US" sz="3200" dirty="0"/>
              <a:t>There is still a possibility to randomly select smallest or largest element accidentally, but this happens rarely.</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A3EE2702-9649-9028-56AA-0C462859F102}"/>
                  </a:ext>
                </a:extLst>
              </p:cNvPr>
              <p:cNvGraphicFramePr>
                <a:graphicFrameLocks noGrp="1"/>
              </p:cNvGraphicFramePr>
              <p:nvPr>
                <p:extLst>
                  <p:ext uri="{D42A27DB-BD31-4B8C-83A1-F6EECF244321}">
                    <p14:modId xmlns:p14="http://schemas.microsoft.com/office/powerpoint/2010/main" val="4220270916"/>
                  </p:ext>
                </p:extLst>
              </p:nvPr>
            </p:nvGraphicFramePr>
            <p:xfrm>
              <a:off x="6824678" y="2061082"/>
              <a:ext cx="5146938"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336550690"/>
                        </a:ext>
                      </a:extLst>
                    </a:gridCol>
                    <a:gridCol w="698190">
                      <a:extLst>
                        <a:ext uri="{9D8B030D-6E8A-4147-A177-3AD203B41FA5}">
                          <a16:colId xmlns:a16="http://schemas.microsoft.com/office/drawing/2014/main" val="3598703223"/>
                        </a:ext>
                      </a:extLst>
                    </a:gridCol>
                    <a:gridCol w="698190">
                      <a:extLst>
                        <a:ext uri="{9D8B030D-6E8A-4147-A177-3AD203B41FA5}">
                          <a16:colId xmlns:a16="http://schemas.microsoft.com/office/drawing/2014/main" val="2522081744"/>
                        </a:ext>
                      </a:extLst>
                    </a:gridCol>
                    <a:gridCol w="698190">
                      <a:extLst>
                        <a:ext uri="{9D8B030D-6E8A-4147-A177-3AD203B41FA5}">
                          <a16:colId xmlns:a16="http://schemas.microsoft.com/office/drawing/2014/main" val="2620735374"/>
                        </a:ext>
                      </a:extLst>
                    </a:gridCol>
                    <a:gridCol w="784726">
                      <a:extLst>
                        <a:ext uri="{9D8B030D-6E8A-4147-A177-3AD203B41FA5}">
                          <a16:colId xmlns:a16="http://schemas.microsoft.com/office/drawing/2014/main" val="1671335274"/>
                        </a:ext>
                      </a:extLst>
                    </a:gridCol>
                    <a:gridCol w="784726">
                      <a:extLst>
                        <a:ext uri="{9D8B030D-6E8A-4147-A177-3AD203B41FA5}">
                          <a16:colId xmlns:a16="http://schemas.microsoft.com/office/drawing/2014/main" val="1204504903"/>
                        </a:ext>
                      </a:extLst>
                    </a:gridCol>
                    <a:gridCol w="784726">
                      <a:extLst>
                        <a:ext uri="{9D8B030D-6E8A-4147-A177-3AD203B41FA5}">
                          <a16:colId xmlns:a16="http://schemas.microsoft.com/office/drawing/2014/main" val="1051593451"/>
                        </a:ext>
                      </a:extLst>
                    </a:gridCol>
                  </a:tblGrid>
                  <a:tr h="285526">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2185005591"/>
                      </a:ext>
                    </a:extLst>
                  </a:tr>
                  <a:tr h="285526">
                    <a:tc>
                      <a:txBody>
                        <a:bodyPr/>
                        <a:lstStyle/>
                        <a:p>
                          <a:pPr algn="ctr" fontAlgn="b"/>
                          <a:r>
                            <a:rPr lang="en-US" sz="2000" b="0" i="0" u="none" strike="noStrike" dirty="0">
                              <a:solidFill>
                                <a:srgbClr val="000000"/>
                              </a:solidFill>
                              <a:effectLst/>
                              <a:latin typeface="Calibri" panose="020F0502020204030204" pitchFamily="34" charset="0"/>
                            </a:rPr>
                            <a:t>1</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2</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3</a:t>
                          </a:r>
                        </a:p>
                      </a:txBody>
                      <a:tcPr marL="13464" marR="13464" marT="13464" marB="0" anchor="b">
                        <a:solidFill>
                          <a:srgbClr val="FFFF00"/>
                        </a:solidFill>
                      </a:tcPr>
                    </a:tc>
                    <a:tc>
                      <a:txBody>
                        <a:bodyPr/>
                        <a:lstStyle/>
                        <a:p>
                          <a:pPr algn="ctr" fontAlgn="b"/>
                          <a:r>
                            <a:rPr lang="en-US" sz="2000" b="0" i="0" u="none" strike="noStrike" dirty="0">
                              <a:solidFill>
                                <a:srgbClr val="000000"/>
                              </a:solidFill>
                              <a:effectLst/>
                              <a:latin typeface="Calibri" panose="020F0502020204030204" pitchFamily="34" charset="0"/>
                            </a:rPr>
                            <a:t>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7</a:t>
                          </a:r>
                        </a:p>
                      </a:txBody>
                      <a:tcPr marL="13464" marR="13464" marT="13464" marB="0" anchor="b"/>
                    </a:tc>
                    <a:extLst>
                      <a:ext uri="{0D108BD9-81ED-4DB2-BD59-A6C34878D82A}">
                        <a16:rowId xmlns:a16="http://schemas.microsoft.com/office/drawing/2014/main" val="1661029939"/>
                      </a:ext>
                    </a:extLst>
                  </a:tr>
                  <a:tr h="285526">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14:m>
                            <m:oMathPara xmlns:m="http://schemas.openxmlformats.org/officeDocument/2006/math">
                              <m:oMathParaPr>
                                <m:jc m:val="centerGroup"/>
                              </m:oMathParaPr>
                              <m:oMath xmlns:m="http://schemas.openxmlformats.org/officeDocument/2006/math">
                                <m:r>
                                  <a:rPr lang="en-US" sz="2000" b="0" i="1" u="none" strike="noStrike" smtClean="0">
                                    <a:solidFill>
                                      <a:srgbClr val="000000"/>
                                    </a:solidFill>
                                    <a:effectLst/>
                                    <a:latin typeface="Cambria Math" panose="02040503050406030204" pitchFamily="18" charset="0"/>
                                  </a:rPr>
                                  <m:t>𝑝</m:t>
                                </m:r>
                              </m:oMath>
                            </m:oMathPara>
                          </a14:m>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201672774"/>
                      </a:ext>
                    </a:extLst>
                  </a:tr>
                </a:tbl>
              </a:graphicData>
            </a:graphic>
          </p:graphicFrame>
        </mc:Choice>
        <mc:Fallback xmlns="">
          <p:graphicFrame>
            <p:nvGraphicFramePr>
              <p:cNvPr id="4" name="Table 3">
                <a:extLst>
                  <a:ext uri="{FF2B5EF4-FFF2-40B4-BE49-F238E27FC236}">
                    <a16:creationId xmlns:a16="http://schemas.microsoft.com/office/drawing/2014/main" id="{A3EE2702-9649-9028-56AA-0C462859F102}"/>
                  </a:ext>
                </a:extLst>
              </p:cNvPr>
              <p:cNvGraphicFramePr>
                <a:graphicFrameLocks noGrp="1"/>
              </p:cNvGraphicFramePr>
              <p:nvPr>
                <p:extLst>
                  <p:ext uri="{D42A27DB-BD31-4B8C-83A1-F6EECF244321}">
                    <p14:modId xmlns:p14="http://schemas.microsoft.com/office/powerpoint/2010/main" val="4220270916"/>
                  </p:ext>
                </p:extLst>
              </p:nvPr>
            </p:nvGraphicFramePr>
            <p:xfrm>
              <a:off x="6824678" y="2061082"/>
              <a:ext cx="5146938"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336550690"/>
                        </a:ext>
                      </a:extLst>
                    </a:gridCol>
                    <a:gridCol w="698190">
                      <a:extLst>
                        <a:ext uri="{9D8B030D-6E8A-4147-A177-3AD203B41FA5}">
                          <a16:colId xmlns:a16="http://schemas.microsoft.com/office/drawing/2014/main" val="3598703223"/>
                        </a:ext>
                      </a:extLst>
                    </a:gridCol>
                    <a:gridCol w="698190">
                      <a:extLst>
                        <a:ext uri="{9D8B030D-6E8A-4147-A177-3AD203B41FA5}">
                          <a16:colId xmlns:a16="http://schemas.microsoft.com/office/drawing/2014/main" val="2522081744"/>
                        </a:ext>
                      </a:extLst>
                    </a:gridCol>
                    <a:gridCol w="698190">
                      <a:extLst>
                        <a:ext uri="{9D8B030D-6E8A-4147-A177-3AD203B41FA5}">
                          <a16:colId xmlns:a16="http://schemas.microsoft.com/office/drawing/2014/main" val="2620735374"/>
                        </a:ext>
                      </a:extLst>
                    </a:gridCol>
                    <a:gridCol w="784726">
                      <a:extLst>
                        <a:ext uri="{9D8B030D-6E8A-4147-A177-3AD203B41FA5}">
                          <a16:colId xmlns:a16="http://schemas.microsoft.com/office/drawing/2014/main" val="1671335274"/>
                        </a:ext>
                      </a:extLst>
                    </a:gridCol>
                    <a:gridCol w="784726">
                      <a:extLst>
                        <a:ext uri="{9D8B030D-6E8A-4147-A177-3AD203B41FA5}">
                          <a16:colId xmlns:a16="http://schemas.microsoft.com/office/drawing/2014/main" val="1204504903"/>
                        </a:ext>
                      </a:extLst>
                    </a:gridCol>
                    <a:gridCol w="784726">
                      <a:extLst>
                        <a:ext uri="{9D8B030D-6E8A-4147-A177-3AD203B41FA5}">
                          <a16:colId xmlns:a16="http://schemas.microsoft.com/office/drawing/2014/main" val="1051593451"/>
                        </a:ext>
                      </a:extLst>
                    </a:gridCol>
                  </a:tblGrid>
                  <a:tr h="318264">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endParaRPr lang="en-US"/>
                        </a:p>
                      </a:txBody>
                      <a:tcPr marL="13464" marR="13464" marT="13464" marB="0" anchor="b">
                        <a:blipFill>
                          <a:blip r:embed="rId3"/>
                          <a:stretch>
                            <a:fillRect l="-455814" t="-21154" r="-101550" b="-228846"/>
                          </a:stretch>
                        </a:blipFill>
                      </a:tcPr>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2185005591"/>
                      </a:ext>
                    </a:extLst>
                  </a:tr>
                  <a:tr h="318264">
                    <a:tc>
                      <a:txBody>
                        <a:bodyPr/>
                        <a:lstStyle/>
                        <a:p>
                          <a:pPr algn="ctr" fontAlgn="b"/>
                          <a:r>
                            <a:rPr lang="en-US" sz="2000" b="0" i="0" u="none" strike="noStrike" dirty="0">
                              <a:solidFill>
                                <a:srgbClr val="000000"/>
                              </a:solidFill>
                              <a:effectLst/>
                              <a:latin typeface="Calibri" panose="020F0502020204030204" pitchFamily="34" charset="0"/>
                            </a:rPr>
                            <a:t>1</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2</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3</a:t>
                          </a:r>
                        </a:p>
                      </a:txBody>
                      <a:tcPr marL="13464" marR="13464" marT="13464" marB="0" anchor="b">
                        <a:solidFill>
                          <a:srgbClr val="FFFF00"/>
                        </a:solidFill>
                      </a:tcPr>
                    </a:tc>
                    <a:tc>
                      <a:txBody>
                        <a:bodyPr/>
                        <a:lstStyle/>
                        <a:p>
                          <a:pPr algn="ctr" fontAlgn="b"/>
                          <a:r>
                            <a:rPr lang="en-US" sz="2000" b="0" i="0" u="none" strike="noStrike" dirty="0">
                              <a:solidFill>
                                <a:srgbClr val="000000"/>
                              </a:solidFill>
                              <a:effectLst/>
                              <a:latin typeface="Calibri" panose="020F0502020204030204" pitchFamily="34" charset="0"/>
                            </a:rPr>
                            <a:t>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7</a:t>
                          </a:r>
                        </a:p>
                      </a:txBody>
                      <a:tcPr marL="13464" marR="13464" marT="13464" marB="0" anchor="b"/>
                    </a:tc>
                    <a:extLst>
                      <a:ext uri="{0D108BD9-81ED-4DB2-BD59-A6C34878D82A}">
                        <a16:rowId xmlns:a16="http://schemas.microsoft.com/office/drawing/2014/main" val="1661029939"/>
                      </a:ext>
                    </a:extLst>
                  </a:tr>
                  <a:tr h="318264">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endParaRPr lang="en-US"/>
                        </a:p>
                      </a:txBody>
                      <a:tcPr marL="13464" marR="13464" marT="13464" marB="0" anchor="b">
                        <a:blipFill>
                          <a:blip r:embed="rId3"/>
                          <a:stretch>
                            <a:fillRect l="-200000" t="-223077" r="-437391" b="-26923"/>
                          </a:stretch>
                        </a:blip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20167277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F6CAEBD3-3177-C7E3-6084-DC33308DC45A}"/>
                  </a:ext>
                </a:extLst>
              </p:cNvPr>
              <p:cNvGraphicFramePr>
                <a:graphicFrameLocks noGrp="1"/>
              </p:cNvGraphicFramePr>
              <p:nvPr>
                <p:extLst>
                  <p:ext uri="{D42A27DB-BD31-4B8C-83A1-F6EECF244321}">
                    <p14:modId xmlns:p14="http://schemas.microsoft.com/office/powerpoint/2010/main" val="3372359906"/>
                  </p:ext>
                </p:extLst>
              </p:nvPr>
            </p:nvGraphicFramePr>
            <p:xfrm>
              <a:off x="6816462" y="3227960"/>
              <a:ext cx="5146938"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336550690"/>
                        </a:ext>
                      </a:extLst>
                    </a:gridCol>
                    <a:gridCol w="698190">
                      <a:extLst>
                        <a:ext uri="{9D8B030D-6E8A-4147-A177-3AD203B41FA5}">
                          <a16:colId xmlns:a16="http://schemas.microsoft.com/office/drawing/2014/main" val="3598703223"/>
                        </a:ext>
                      </a:extLst>
                    </a:gridCol>
                    <a:gridCol w="698190">
                      <a:extLst>
                        <a:ext uri="{9D8B030D-6E8A-4147-A177-3AD203B41FA5}">
                          <a16:colId xmlns:a16="http://schemas.microsoft.com/office/drawing/2014/main" val="2522081744"/>
                        </a:ext>
                      </a:extLst>
                    </a:gridCol>
                    <a:gridCol w="698190">
                      <a:extLst>
                        <a:ext uri="{9D8B030D-6E8A-4147-A177-3AD203B41FA5}">
                          <a16:colId xmlns:a16="http://schemas.microsoft.com/office/drawing/2014/main" val="2620735374"/>
                        </a:ext>
                      </a:extLst>
                    </a:gridCol>
                    <a:gridCol w="784726">
                      <a:extLst>
                        <a:ext uri="{9D8B030D-6E8A-4147-A177-3AD203B41FA5}">
                          <a16:colId xmlns:a16="http://schemas.microsoft.com/office/drawing/2014/main" val="1671335274"/>
                        </a:ext>
                      </a:extLst>
                    </a:gridCol>
                    <a:gridCol w="784726">
                      <a:extLst>
                        <a:ext uri="{9D8B030D-6E8A-4147-A177-3AD203B41FA5}">
                          <a16:colId xmlns:a16="http://schemas.microsoft.com/office/drawing/2014/main" val="1204504903"/>
                        </a:ext>
                      </a:extLst>
                    </a:gridCol>
                    <a:gridCol w="784726">
                      <a:extLst>
                        <a:ext uri="{9D8B030D-6E8A-4147-A177-3AD203B41FA5}">
                          <a16:colId xmlns:a16="http://schemas.microsoft.com/office/drawing/2014/main" val="1051593451"/>
                        </a:ext>
                      </a:extLst>
                    </a:gridCol>
                  </a:tblGrid>
                  <a:tr h="285526">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14:m>
                            <m:oMathPara xmlns:m="http://schemas.openxmlformats.org/officeDocument/2006/math">
                              <m:oMathParaPr>
                                <m:jc m:val="centerGroup"/>
                              </m:oMathParaPr>
                              <m:oMath xmlns:m="http://schemas.openxmlformats.org/officeDocument/2006/math">
                                <m:r>
                                  <a:rPr lang="en-US" sz="2000" b="1" i="1" u="none" strike="noStrike" dirty="0" smtClean="0">
                                    <a:solidFill>
                                      <a:srgbClr val="000000"/>
                                    </a:solidFill>
                                    <a:effectLst/>
                                    <a:latin typeface="Cambria Math" panose="02040503050406030204" pitchFamily="18" charset="0"/>
                                  </a:rPr>
                                  <m:t>𝟓</m:t>
                                </m:r>
                              </m:oMath>
                            </m:oMathPara>
                          </a14:m>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2185005591"/>
                      </a:ext>
                    </a:extLst>
                  </a:tr>
                  <a:tr h="285526">
                    <a:tc>
                      <a:txBody>
                        <a:bodyPr/>
                        <a:lstStyle/>
                        <a:p>
                          <a:pPr algn="ctr" fontAlgn="b"/>
                          <a:r>
                            <a:rPr lang="en-US" sz="2000" b="0" i="0" u="none" strike="noStrike" dirty="0">
                              <a:solidFill>
                                <a:srgbClr val="000000"/>
                              </a:solidFill>
                              <a:effectLst/>
                              <a:latin typeface="Calibri" panose="020F0502020204030204" pitchFamily="34" charset="0"/>
                            </a:rPr>
                            <a:t>3</a:t>
                          </a:r>
                        </a:p>
                      </a:txBody>
                      <a:tcPr marL="13464" marR="13464" marT="13464" marB="0" anchor="b">
                        <a:solidFill>
                          <a:srgbClr val="FFFF00"/>
                        </a:solidFill>
                      </a:tcPr>
                    </a:tc>
                    <a:tc>
                      <a:txBody>
                        <a:bodyPr/>
                        <a:lstStyle/>
                        <a:p>
                          <a:pPr algn="ctr" fontAlgn="b"/>
                          <a:r>
                            <a:rPr lang="en-US" sz="2000" b="0" i="0" u="none" strike="noStrike" dirty="0">
                              <a:solidFill>
                                <a:srgbClr val="000000"/>
                              </a:solidFill>
                              <a:effectLst/>
                              <a:latin typeface="Calibri" panose="020F0502020204030204" pitchFamily="34" charset="0"/>
                            </a:rPr>
                            <a:t>2</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1</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7</a:t>
                          </a:r>
                        </a:p>
                      </a:txBody>
                      <a:tcPr marL="13464" marR="13464" marT="13464" marB="0" anchor="b"/>
                    </a:tc>
                    <a:extLst>
                      <a:ext uri="{0D108BD9-81ED-4DB2-BD59-A6C34878D82A}">
                        <a16:rowId xmlns:a16="http://schemas.microsoft.com/office/drawing/2014/main" val="1661029939"/>
                      </a:ext>
                    </a:extLst>
                  </a:tr>
                  <a:tr h="285526">
                    <a:tc>
                      <a:txBody>
                        <a:bodyPr/>
                        <a:lstStyle/>
                        <a:p>
                          <a:pPr algn="ctr" fontAlgn="b"/>
                          <a14:m>
                            <m:oMathPara xmlns:m="http://schemas.openxmlformats.org/officeDocument/2006/math">
                              <m:oMathParaPr>
                                <m:jc m:val="centerGroup"/>
                              </m:oMathParaPr>
                              <m:oMath xmlns:m="http://schemas.openxmlformats.org/officeDocument/2006/math">
                                <m:r>
                                  <a:rPr lang="en-US" sz="2000" b="0" i="1" u="none" strike="noStrike" smtClean="0">
                                    <a:solidFill>
                                      <a:srgbClr val="000000"/>
                                    </a:solidFill>
                                    <a:effectLst/>
                                    <a:latin typeface="Cambria Math" panose="02040503050406030204" pitchFamily="18" charset="0"/>
                                  </a:rPr>
                                  <m:t>𝑝</m:t>
                                </m:r>
                              </m:oMath>
                            </m:oMathPara>
                          </a14:m>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201672774"/>
                      </a:ext>
                    </a:extLst>
                  </a:tr>
                </a:tbl>
              </a:graphicData>
            </a:graphic>
          </p:graphicFrame>
        </mc:Choice>
        <mc:Fallback xmlns="">
          <p:graphicFrame>
            <p:nvGraphicFramePr>
              <p:cNvPr id="6" name="Table 5">
                <a:extLst>
                  <a:ext uri="{FF2B5EF4-FFF2-40B4-BE49-F238E27FC236}">
                    <a16:creationId xmlns:a16="http://schemas.microsoft.com/office/drawing/2014/main" id="{F6CAEBD3-3177-C7E3-6084-DC33308DC45A}"/>
                  </a:ext>
                </a:extLst>
              </p:cNvPr>
              <p:cNvGraphicFramePr>
                <a:graphicFrameLocks noGrp="1"/>
              </p:cNvGraphicFramePr>
              <p:nvPr>
                <p:extLst>
                  <p:ext uri="{D42A27DB-BD31-4B8C-83A1-F6EECF244321}">
                    <p14:modId xmlns:p14="http://schemas.microsoft.com/office/powerpoint/2010/main" val="3372359906"/>
                  </p:ext>
                </p:extLst>
              </p:nvPr>
            </p:nvGraphicFramePr>
            <p:xfrm>
              <a:off x="6816462" y="3227960"/>
              <a:ext cx="5146938" cy="954792"/>
            </p:xfrm>
            <a:graphic>
              <a:graphicData uri="http://schemas.openxmlformats.org/drawingml/2006/table">
                <a:tbl>
                  <a:tblPr>
                    <a:tableStyleId>{5940675A-B579-460E-94D1-54222C63F5DA}</a:tableStyleId>
                  </a:tblPr>
                  <a:tblGrid>
                    <a:gridCol w="698190">
                      <a:extLst>
                        <a:ext uri="{9D8B030D-6E8A-4147-A177-3AD203B41FA5}">
                          <a16:colId xmlns:a16="http://schemas.microsoft.com/office/drawing/2014/main" val="336550690"/>
                        </a:ext>
                      </a:extLst>
                    </a:gridCol>
                    <a:gridCol w="698190">
                      <a:extLst>
                        <a:ext uri="{9D8B030D-6E8A-4147-A177-3AD203B41FA5}">
                          <a16:colId xmlns:a16="http://schemas.microsoft.com/office/drawing/2014/main" val="3598703223"/>
                        </a:ext>
                      </a:extLst>
                    </a:gridCol>
                    <a:gridCol w="698190">
                      <a:extLst>
                        <a:ext uri="{9D8B030D-6E8A-4147-A177-3AD203B41FA5}">
                          <a16:colId xmlns:a16="http://schemas.microsoft.com/office/drawing/2014/main" val="2522081744"/>
                        </a:ext>
                      </a:extLst>
                    </a:gridCol>
                    <a:gridCol w="698190">
                      <a:extLst>
                        <a:ext uri="{9D8B030D-6E8A-4147-A177-3AD203B41FA5}">
                          <a16:colId xmlns:a16="http://schemas.microsoft.com/office/drawing/2014/main" val="2620735374"/>
                        </a:ext>
                      </a:extLst>
                    </a:gridCol>
                    <a:gridCol w="784726">
                      <a:extLst>
                        <a:ext uri="{9D8B030D-6E8A-4147-A177-3AD203B41FA5}">
                          <a16:colId xmlns:a16="http://schemas.microsoft.com/office/drawing/2014/main" val="1671335274"/>
                        </a:ext>
                      </a:extLst>
                    </a:gridCol>
                    <a:gridCol w="784726">
                      <a:extLst>
                        <a:ext uri="{9D8B030D-6E8A-4147-A177-3AD203B41FA5}">
                          <a16:colId xmlns:a16="http://schemas.microsoft.com/office/drawing/2014/main" val="1204504903"/>
                        </a:ext>
                      </a:extLst>
                    </a:gridCol>
                    <a:gridCol w="784726">
                      <a:extLst>
                        <a:ext uri="{9D8B030D-6E8A-4147-A177-3AD203B41FA5}">
                          <a16:colId xmlns:a16="http://schemas.microsoft.com/office/drawing/2014/main" val="1051593451"/>
                        </a:ext>
                      </a:extLst>
                    </a:gridCol>
                  </a:tblGrid>
                  <a:tr h="318264">
                    <a:tc>
                      <a:txBody>
                        <a:bodyPr/>
                        <a:lstStyle/>
                        <a:p>
                          <a:pPr algn="ctr" fontAlgn="b"/>
                          <a:r>
                            <a:rPr lang="en-US" sz="2000" b="1" i="0" u="none" strike="noStrike" dirty="0">
                              <a:solidFill>
                                <a:srgbClr val="000000"/>
                              </a:solidFill>
                              <a:effectLst/>
                              <a:latin typeface="Calibri" panose="020F0502020204030204" pitchFamily="34" charset="0"/>
                            </a:rPr>
                            <a:t>0</a:t>
                          </a:r>
                        </a:p>
                      </a:txBody>
                      <a:tcPr marL="13464" marR="13464" marT="13464" marB="0" anchor="b"/>
                    </a:tc>
                    <a:tc>
                      <a:txBody>
                        <a:bodyPr/>
                        <a:lstStyle/>
                        <a:p>
                          <a:pPr algn="ctr" fontAlgn="b"/>
                          <a:r>
                            <a:rPr lang="en-US" sz="2000" b="1" u="none" strike="noStrike" dirty="0">
                              <a:effectLst/>
                            </a:rPr>
                            <a:t>1</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2</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3</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pPr algn="ctr" fontAlgn="b"/>
                          <a:r>
                            <a:rPr lang="en-US" sz="2000" b="1" u="none" strike="noStrike" dirty="0">
                              <a:effectLst/>
                            </a:rPr>
                            <a:t>4</a:t>
                          </a:r>
                          <a:endParaRPr lang="en-US" sz="2000" b="1" i="0" u="none" strike="noStrike" dirty="0">
                            <a:solidFill>
                              <a:srgbClr val="000000"/>
                            </a:solidFill>
                            <a:effectLst/>
                            <a:latin typeface="Calibri" panose="020F0502020204030204" pitchFamily="34" charset="0"/>
                          </a:endParaRPr>
                        </a:p>
                      </a:txBody>
                      <a:tcPr marL="13464" marR="13464" marT="13464" marB="0" anchor="b"/>
                    </a:tc>
                    <a:tc>
                      <a:txBody>
                        <a:bodyPr/>
                        <a:lstStyle/>
                        <a:p>
                          <a:endParaRPr lang="en-US"/>
                        </a:p>
                      </a:txBody>
                      <a:tcPr marL="13464" marR="13464" marT="13464" marB="0" anchor="b">
                        <a:blipFill>
                          <a:blip r:embed="rId4"/>
                          <a:stretch>
                            <a:fillRect l="-455814" t="-18868" r="-101550" b="-222642"/>
                          </a:stretch>
                        </a:blipFill>
                      </a:tcPr>
                    </a:tc>
                    <a:tc>
                      <a:txBody>
                        <a:bodyPr/>
                        <a:lstStyle/>
                        <a:p>
                          <a:pPr algn="ctr" fontAlgn="b"/>
                          <a:r>
                            <a:rPr lang="en-US" sz="2000" b="1" i="0" u="none" strike="noStrike" dirty="0">
                              <a:solidFill>
                                <a:srgbClr val="000000"/>
                              </a:solidFill>
                              <a:effectLst/>
                              <a:latin typeface="Calibri" panose="020F0502020204030204" pitchFamily="34" charset="0"/>
                            </a:rPr>
                            <a:t>6</a:t>
                          </a:r>
                        </a:p>
                      </a:txBody>
                      <a:tcPr marL="13464" marR="13464" marT="13464" marB="0" anchor="b"/>
                    </a:tc>
                    <a:extLst>
                      <a:ext uri="{0D108BD9-81ED-4DB2-BD59-A6C34878D82A}">
                        <a16:rowId xmlns:a16="http://schemas.microsoft.com/office/drawing/2014/main" val="2185005591"/>
                      </a:ext>
                    </a:extLst>
                  </a:tr>
                  <a:tr h="318264">
                    <a:tc>
                      <a:txBody>
                        <a:bodyPr/>
                        <a:lstStyle/>
                        <a:p>
                          <a:pPr algn="ctr" fontAlgn="b"/>
                          <a:r>
                            <a:rPr lang="en-US" sz="2000" b="0" i="0" u="none" strike="noStrike" dirty="0">
                              <a:solidFill>
                                <a:srgbClr val="000000"/>
                              </a:solidFill>
                              <a:effectLst/>
                              <a:latin typeface="Calibri" panose="020F0502020204030204" pitchFamily="34" charset="0"/>
                            </a:rPr>
                            <a:t>3</a:t>
                          </a:r>
                        </a:p>
                      </a:txBody>
                      <a:tcPr marL="13464" marR="13464" marT="13464" marB="0" anchor="b">
                        <a:solidFill>
                          <a:srgbClr val="FFFF00"/>
                        </a:solidFill>
                      </a:tcPr>
                    </a:tc>
                    <a:tc>
                      <a:txBody>
                        <a:bodyPr/>
                        <a:lstStyle/>
                        <a:p>
                          <a:pPr algn="ctr" fontAlgn="b"/>
                          <a:r>
                            <a:rPr lang="en-US" sz="2000" b="0" i="0" u="none" strike="noStrike" dirty="0">
                              <a:solidFill>
                                <a:srgbClr val="000000"/>
                              </a:solidFill>
                              <a:effectLst/>
                              <a:latin typeface="Calibri" panose="020F0502020204030204" pitchFamily="34" charset="0"/>
                            </a:rPr>
                            <a:t>2</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1</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4</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5</a:t>
                          </a:r>
                        </a:p>
                      </a:txBody>
                      <a:tcPr marL="13464" marR="13464" marT="13464" marB="0" anchor="b">
                        <a:noFill/>
                      </a:tcPr>
                    </a:tc>
                    <a:tc>
                      <a:txBody>
                        <a:bodyPr/>
                        <a:lstStyle/>
                        <a:p>
                          <a:pPr algn="ctr" fontAlgn="b"/>
                          <a:r>
                            <a:rPr lang="en-US" sz="2000" b="0" i="0" u="none" strike="noStrike" dirty="0">
                              <a:solidFill>
                                <a:srgbClr val="000000"/>
                              </a:solidFill>
                              <a:effectLst/>
                              <a:latin typeface="Calibri" panose="020F0502020204030204" pitchFamily="34" charset="0"/>
                            </a:rPr>
                            <a:t>6</a:t>
                          </a:r>
                        </a:p>
                      </a:txBody>
                      <a:tcPr marL="13464" marR="13464" marT="13464" marB="0" anchor="b"/>
                    </a:tc>
                    <a:tc>
                      <a:txBody>
                        <a:bodyPr/>
                        <a:lstStyle/>
                        <a:p>
                          <a:pPr algn="ctr" fontAlgn="b"/>
                          <a:r>
                            <a:rPr lang="en-US" sz="2000" b="0" i="0" u="none" strike="noStrike" dirty="0">
                              <a:solidFill>
                                <a:srgbClr val="000000"/>
                              </a:solidFill>
                              <a:effectLst/>
                              <a:latin typeface="Calibri" panose="020F0502020204030204" pitchFamily="34" charset="0"/>
                            </a:rPr>
                            <a:t>7</a:t>
                          </a:r>
                        </a:p>
                      </a:txBody>
                      <a:tcPr marL="13464" marR="13464" marT="13464" marB="0" anchor="b"/>
                    </a:tc>
                    <a:extLst>
                      <a:ext uri="{0D108BD9-81ED-4DB2-BD59-A6C34878D82A}">
                        <a16:rowId xmlns:a16="http://schemas.microsoft.com/office/drawing/2014/main" val="1661029939"/>
                      </a:ext>
                    </a:extLst>
                  </a:tr>
                  <a:tr h="318264">
                    <a:tc>
                      <a:txBody>
                        <a:bodyPr/>
                        <a:lstStyle/>
                        <a:p>
                          <a:endParaRPr lang="en-US"/>
                        </a:p>
                      </a:txBody>
                      <a:tcPr marL="13464" marR="13464" marT="13464" marB="0" anchor="b">
                        <a:blipFill>
                          <a:blip r:embed="rId4"/>
                          <a:stretch>
                            <a:fillRect l="-870" t="-216981" r="-636522" b="-24528"/>
                          </a:stretch>
                        </a:blip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tc>
                      <a:txBody>
                        <a:bodyPr/>
                        <a:lstStyle/>
                        <a:p>
                          <a:pPr algn="ctr" fontAlgn="b"/>
                          <a:endParaRPr lang="en-US" sz="2000" b="0" i="0" u="none" strike="noStrike" dirty="0">
                            <a:solidFill>
                              <a:srgbClr val="000000"/>
                            </a:solidFill>
                            <a:effectLst/>
                            <a:latin typeface="Calibri" panose="020F0502020204030204" pitchFamily="34" charset="0"/>
                          </a:endParaRPr>
                        </a:p>
                      </a:txBody>
                      <a:tcPr marL="13464" marR="13464" marT="13464" marB="0" anchor="b">
                        <a:noFill/>
                      </a:tcPr>
                    </a:tc>
                    <a:extLst>
                      <a:ext uri="{0D108BD9-81ED-4DB2-BD59-A6C34878D82A}">
                        <a16:rowId xmlns:a16="http://schemas.microsoft.com/office/drawing/2014/main" val="201672774"/>
                      </a:ext>
                    </a:extLst>
                  </a:tr>
                </a:tbl>
              </a:graphicData>
            </a:graphic>
          </p:graphicFrame>
        </mc:Fallback>
      </mc:AlternateContent>
    </p:spTree>
    <p:extLst>
      <p:ext uri="{BB962C8B-B14F-4D97-AF65-F5344CB8AC3E}">
        <p14:creationId xmlns:p14="http://schemas.microsoft.com/office/powerpoint/2010/main" val="2453337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For analysis of time complexity, we have 3 cases:</a:t>
            </a:r>
          </a:p>
          <a:p>
            <a:pPr marL="514350" indent="-514350">
              <a:lnSpc>
                <a:spcPct val="120000"/>
              </a:lnSpc>
              <a:buFont typeface="+mj-lt"/>
              <a:buAutoNum type="arabicPeriod"/>
            </a:pPr>
            <a:r>
              <a:rPr lang="en-US" sz="2800" dirty="0"/>
              <a:t>Worst case: the array is already sorted, therefore pivot tree falls towards one side.</a:t>
            </a:r>
          </a:p>
          <a:p>
            <a:pPr marL="514350" indent="-514350">
              <a:lnSpc>
                <a:spcPct val="120000"/>
              </a:lnSpc>
              <a:buFont typeface="+mj-lt"/>
              <a:buAutoNum type="arabicPeriod"/>
            </a:pPr>
            <a:r>
              <a:rPr lang="en-US" sz="2800" dirty="0"/>
              <a:t>Average case: the array is semi-sorted, therefore pivot tree is a semi-balanced tree.</a:t>
            </a:r>
          </a:p>
          <a:p>
            <a:pPr marL="514350" indent="-514350">
              <a:lnSpc>
                <a:spcPct val="120000"/>
              </a:lnSpc>
              <a:buFont typeface="+mj-lt"/>
              <a:buAutoNum type="arabicPeriod"/>
            </a:pPr>
            <a:r>
              <a:rPr lang="en-US" sz="2800" dirty="0"/>
              <a:t>Best case: the array is in such an order that the median values are always in the middle of subarrays, therefore the pivot tree forms a balanced binary tree.</a:t>
            </a:r>
          </a:p>
          <a:p>
            <a:pPr marL="0" indent="0">
              <a:lnSpc>
                <a:spcPct val="120000"/>
              </a:lnSpc>
              <a:buNone/>
            </a:pPr>
            <a:endParaRPr lang="en-US" sz="2600" dirty="0"/>
          </a:p>
        </p:txBody>
      </p:sp>
    </p:spTree>
    <p:extLst>
      <p:ext uri="{BB962C8B-B14F-4D97-AF65-F5344CB8AC3E}">
        <p14:creationId xmlns:p14="http://schemas.microsoft.com/office/powerpoint/2010/main" val="1108428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 – Worst case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800" b="1" dirty="0"/>
                  <a:t>Worst case:</a:t>
                </a:r>
              </a:p>
              <a:p>
                <a:pPr>
                  <a:lnSpc>
                    <a:spcPct val="100000"/>
                  </a:lnSpc>
                  <a:buFont typeface="Wingdings" panose="05000000000000000000" pitchFamily="2" charset="2"/>
                  <a:buChar char="§"/>
                </a:pPr>
                <a:r>
                  <a:rPr lang="en-US" sz="2800" dirty="0"/>
                  <a:t>For </a:t>
                </a:r>
                <a14:m>
                  <m:oMath xmlns:m="http://schemas.openxmlformats.org/officeDocument/2006/math">
                    <m:r>
                      <a:rPr lang="en-US" sz="2800" b="0" i="1" smtClean="0">
                        <a:latin typeface="Cambria Math" panose="02040503050406030204" pitchFamily="18" charset="0"/>
                      </a:rPr>
                      <m:t>𝑛</m:t>
                    </m:r>
                    <m:r>
                      <a:rPr lang="en-US" sz="2800" b="0" i="1" smtClean="0">
                        <a:latin typeface="Cambria Math" panose="02040503050406030204" pitchFamily="18" charset="0"/>
                      </a:rPr>
                      <m:t>=1, </m:t>
                    </m:r>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e>
                    </m:d>
                    <m:r>
                      <a:rPr lang="en-US" sz="2800" b="0" i="1" smtClean="0">
                        <a:latin typeface="Cambria Math" panose="02040503050406030204" pitchFamily="18" charset="0"/>
                      </a:rPr>
                      <m:t>=1</m:t>
                    </m:r>
                  </m:oMath>
                </a14:m>
                <a:endParaRPr lang="en-US" sz="2800" dirty="0"/>
              </a:p>
              <a:p>
                <a:pPr>
                  <a:lnSpc>
                    <a:spcPct val="100000"/>
                  </a:lnSpc>
                  <a:buFont typeface="Wingdings" panose="05000000000000000000" pitchFamily="2" charset="2"/>
                  <a:buChar char="§"/>
                </a:pPr>
                <a:r>
                  <a:rPr lang="en-US" sz="2800" dirty="0"/>
                  <a:t>For </a:t>
                </a:r>
                <a14:m>
                  <m:oMath xmlns:m="http://schemas.openxmlformats.org/officeDocument/2006/math">
                    <m:r>
                      <a:rPr lang="en-US" sz="2800" b="0" i="1" smtClean="0">
                        <a:latin typeface="Cambria Math" panose="02040503050406030204" pitchFamily="18" charset="0"/>
                      </a:rPr>
                      <m:t>𝑛</m:t>
                    </m:r>
                    <m:r>
                      <a:rPr lang="en-US" sz="2800" b="0" i="1" smtClean="0">
                        <a:latin typeface="Cambria Math" panose="02040503050406030204" pitchFamily="18" charset="0"/>
                      </a:rPr>
                      <m:t>&gt;1</m:t>
                    </m:r>
                  </m:oMath>
                </a14:m>
                <a:r>
                  <a:rPr lang="en-US" sz="2800" dirty="0"/>
                  <a:t>, we add the 3 terms in the algorithm:</a:t>
                </a:r>
                <a:endParaRPr lang="en-US" sz="2800" b="0" i="1" dirty="0">
                  <a:latin typeface="Cambria Math" panose="02040503050406030204" pitchFamily="18" charset="0"/>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𝑃𝑎𝑟𝑡𝑖𝑡𝑖𝑜𝑛</m:t>
                          </m:r>
                        </m:e>
                      </m:d>
                      <m:r>
                        <a:rPr lang="en-US" sz="2800" b="0" i="1" smtClean="0">
                          <a:latin typeface="Cambria Math" panose="02040503050406030204" pitchFamily="18" charset="0"/>
                        </a:rPr>
                        <m:t>+</m:t>
                      </m:r>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𝑄𝑢𝑖𝑐𝑘𝑠𝑜𝑟𝑡</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0 </m:t>
                              </m:r>
                              <m:r>
                                <a:rPr lang="en-US" sz="2800" b="0" i="1" smtClean="0">
                                  <a:latin typeface="Cambria Math" panose="02040503050406030204" pitchFamily="18" charset="0"/>
                                </a:rPr>
                                <m:t>𝑡𝑜</m:t>
                              </m:r>
                              <m:r>
                                <a:rPr lang="en-US" sz="2800" b="0" i="1" smtClean="0">
                                  <a:latin typeface="Cambria Math" panose="02040503050406030204" pitchFamily="18" charset="0"/>
                                </a:rPr>
                                <m:t> </m:t>
                              </m:r>
                              <m:r>
                                <a:rPr lang="en-US" sz="2800" b="0" i="1" smtClean="0">
                                  <a:latin typeface="Cambria Math" panose="02040503050406030204" pitchFamily="18" charset="0"/>
                                </a:rPr>
                                <m:t>𝑝</m:t>
                              </m:r>
                              <m:r>
                                <a:rPr lang="en-US" sz="2800" b="0" i="1" smtClean="0">
                                  <a:latin typeface="Cambria Math" panose="02040503050406030204" pitchFamily="18" charset="0"/>
                                </a:rPr>
                                <m:t>−1</m:t>
                              </m:r>
                            </m:e>
                          </m:d>
                        </m:e>
                      </m:d>
                      <m:r>
                        <a:rPr lang="en-US" sz="2800" b="0" i="1" smtClean="0">
                          <a:latin typeface="Cambria Math" panose="02040503050406030204" pitchFamily="18" charset="0"/>
                        </a:rPr>
                        <m:t>+</m:t>
                      </m:r>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𝑄𝑢𝑖𝑐𝑘𝑠𝑜𝑟𝑡</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𝑝</m:t>
                              </m:r>
                              <m:r>
                                <a:rPr lang="en-US" sz="2800" b="0" i="1" smtClean="0">
                                  <a:latin typeface="Cambria Math" panose="02040503050406030204" pitchFamily="18" charset="0"/>
                                </a:rPr>
                                <m:t>+1 </m:t>
                              </m:r>
                              <m:r>
                                <a:rPr lang="en-US" sz="2800" b="0" i="1" smtClean="0">
                                  <a:latin typeface="Cambria Math" panose="02040503050406030204" pitchFamily="18" charset="0"/>
                                </a:rPr>
                                <m:t>𝑡𝑜</m:t>
                              </m:r>
                              <m:r>
                                <a:rPr lang="en-US" sz="2800" b="0" i="1" smtClean="0">
                                  <a:latin typeface="Cambria Math" panose="02040503050406030204" pitchFamily="18" charset="0"/>
                                </a:rPr>
                                <m:t> </m:t>
                              </m:r>
                              <m:r>
                                <a:rPr lang="en-US" sz="2800" b="0" i="1" smtClean="0">
                                  <a:latin typeface="Cambria Math" panose="02040503050406030204" pitchFamily="18" charset="0"/>
                                </a:rPr>
                                <m:t>𝑛</m:t>
                              </m:r>
                            </m:e>
                          </m:d>
                        </m:e>
                      </m:d>
                    </m:oMath>
                  </m:oMathPara>
                </a14:m>
                <a:endParaRPr lang="en-US" sz="2800" dirty="0"/>
              </a:p>
              <a:p>
                <a:pPr>
                  <a:lnSpc>
                    <a:spcPct val="100000"/>
                  </a:lnSpc>
                  <a:buFont typeface="Wingdings" panose="05000000000000000000" pitchFamily="2" charset="2"/>
                  <a:buChar char="§"/>
                </a:pPr>
                <a:r>
                  <a:rPr lang="en-US" sz="2800" dirty="0"/>
                  <a:t>It require </a:t>
                </a:r>
                <a14:m>
                  <m:oMath xmlns:m="http://schemas.openxmlformats.org/officeDocument/2006/math">
                    <m:r>
                      <a:rPr lang="en-US" sz="2800" b="0" i="1" smtClean="0">
                        <a:latin typeface="Cambria Math" panose="02040503050406030204" pitchFamily="18" charset="0"/>
                      </a:rPr>
                      <m:t>𝑛</m:t>
                    </m:r>
                  </m:oMath>
                </a14:m>
                <a:r>
                  <a:rPr lang="en-US" sz="2800" dirty="0"/>
                  <a:t> steps for partitioning, because for every subarray, the pointer </a:t>
                </a:r>
                <a14:m>
                  <m:oMath xmlns:m="http://schemas.openxmlformats.org/officeDocument/2006/math">
                    <m:r>
                      <a:rPr lang="en-US" sz="2800" b="0" i="1" smtClean="0">
                        <a:latin typeface="Cambria Math" panose="02040503050406030204" pitchFamily="18" charset="0"/>
                      </a:rPr>
                      <m:t>𝑖</m:t>
                    </m:r>
                  </m:oMath>
                </a14:m>
                <a:r>
                  <a:rPr lang="en-US" sz="2800" dirty="0"/>
                  <a:t> travels all the way to the end. Also, the function Partition itself is called once during each recursion.</a:t>
                </a:r>
              </a:p>
              <a:p>
                <a:pPr>
                  <a:lnSpc>
                    <a:spcPct val="100000"/>
                  </a:lnSpc>
                  <a:buFont typeface="Wingdings" panose="05000000000000000000" pitchFamily="2" charset="2"/>
                  <a:buChar char="§"/>
                </a:pPr>
                <a:r>
                  <a:rPr lang="en-US" sz="2800" dirty="0"/>
                  <a:t>Since </a:t>
                </a:r>
                <a:r>
                  <a:rPr lang="en-US" sz="2800" i="1" dirty="0"/>
                  <a:t>Divide</a:t>
                </a:r>
                <a:r>
                  <a:rPr lang="en-US" sz="2800" dirty="0"/>
                  <a:t> is ineffective in worst case, the pivot will form Linked List instead of a tree.</a:t>
                </a:r>
              </a:p>
              <a:p>
                <a:pPr>
                  <a:lnSpc>
                    <a:spcPct val="100000"/>
                  </a:lnSpc>
                  <a:buFont typeface="Wingdings" panose="05000000000000000000" pitchFamily="2" charset="2"/>
                  <a:buChar char="§"/>
                </a:pPr>
                <a:r>
                  <a:rPr lang="en-US" sz="2800" dirty="0"/>
                  <a:t>In conclusion, the height of tree will be same as </a:t>
                </a:r>
                <a14:m>
                  <m:oMath xmlns:m="http://schemas.openxmlformats.org/officeDocument/2006/math">
                    <m:r>
                      <a:rPr lang="en-US" sz="2800" b="0" i="1" smtClean="0">
                        <a:latin typeface="Cambria Math" panose="02040503050406030204" pitchFamily="18" charset="0"/>
                      </a:rPr>
                      <m:t>𝑛</m:t>
                    </m:r>
                  </m:oMath>
                </a14:m>
                <a:r>
                  <a:rPr lang="en-US" sz="2800" dirty="0"/>
                  <a:t> and partition function will be called </a:t>
                </a:r>
                <a14:m>
                  <m:oMath xmlns:m="http://schemas.openxmlformats.org/officeDocument/2006/math">
                    <m:r>
                      <a:rPr lang="en-US" sz="2800" b="0" i="1" smtClean="0">
                        <a:latin typeface="Cambria Math" panose="02040503050406030204" pitchFamily="18" charset="0"/>
                      </a:rPr>
                      <m:t>𝑛</m:t>
                    </m:r>
                  </m:oMath>
                </a14:m>
                <a:r>
                  <a:rPr lang="en-US" sz="2800" dirty="0"/>
                  <a:t> times per level.</a:t>
                </a:r>
              </a:p>
              <a:p>
                <a:pPr>
                  <a:lnSpc>
                    <a:spcPct val="100000"/>
                  </a:lnSpc>
                  <a:buFont typeface="Wingdings" panose="05000000000000000000" pitchFamily="2" charset="2"/>
                  <a:buChar char="§"/>
                </a:pPr>
                <a:r>
                  <a:rPr lang="en-US" sz="2800" dirty="0"/>
                  <a:t>For any value of </a:t>
                </a:r>
                <a14:m>
                  <m:oMath xmlns:m="http://schemas.openxmlformats.org/officeDocument/2006/math">
                    <m:r>
                      <a:rPr lang="en-US" sz="2800" b="0" i="1" smtClean="0">
                        <a:latin typeface="Cambria Math" panose="02040503050406030204" pitchFamily="18" charset="0"/>
                      </a:rPr>
                      <m:t>𝑛</m:t>
                    </m:r>
                    <m:r>
                      <a:rPr lang="en-US" sz="2800" b="0" i="1" smtClean="0">
                        <a:latin typeface="Cambria Math" panose="02040503050406030204" pitchFamily="18" charset="0"/>
                      </a:rPr>
                      <m:t>&gt;1</m:t>
                    </m:r>
                  </m:oMath>
                </a14:m>
                <a:r>
                  <a:rPr lang="en-US" sz="2800" dirty="0"/>
                  <a:t>, </a:t>
                </a:r>
                <a14:m>
                  <m:oMath xmlns:m="http://schemas.openxmlformats.org/officeDocument/2006/math">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e>
                    </m:d>
                    <m:r>
                      <a:rPr lang="en-US" sz="2800" b="0" i="1" smtClean="0">
                        <a:latin typeface="Cambria Math" panose="02040503050406030204" pitchFamily="18" charset="0"/>
                      </a:rPr>
                      <m:t>=</m:t>
                    </m:r>
                    <m:nary>
                      <m:naryPr>
                        <m:chr m:val="∑"/>
                        <m:ctrlPr>
                          <a:rPr lang="en-US" sz="2800" b="0" i="1" smtClean="0">
                            <a:latin typeface="Cambria Math" panose="02040503050406030204" pitchFamily="18" charset="0"/>
                          </a:rPr>
                        </m:ctrlPr>
                      </m:naryPr>
                      <m:sub>
                        <m:r>
                          <m:rPr>
                            <m:brk m:alnAt="23"/>
                          </m:rPr>
                          <a:rPr lang="en-US" sz="2800" b="0" i="1" smtClean="0">
                            <a:latin typeface="Cambria Math" panose="02040503050406030204" pitchFamily="18" charset="0"/>
                          </a:rPr>
                          <m:t>𝑖</m:t>
                        </m:r>
                        <m:r>
                          <a:rPr lang="en-US" sz="2800" b="0" i="1" smtClean="0">
                            <a:latin typeface="Cambria Math" panose="02040503050406030204" pitchFamily="18" charset="0"/>
                          </a:rPr>
                          <m:t>=0</m:t>
                        </m:r>
                      </m:sub>
                      <m:sup>
                        <m:r>
                          <a:rPr lang="en-US" sz="2800" b="0" i="1" smtClean="0">
                            <a:latin typeface="Cambria Math" panose="02040503050406030204" pitchFamily="18" charset="0"/>
                          </a:rPr>
                          <m:t>𝑛</m:t>
                        </m:r>
                      </m:sup>
                      <m:e>
                        <m:r>
                          <a:rPr lang="en-US" sz="2800" b="0" i="1" smtClean="0">
                            <a:latin typeface="Cambria Math" panose="02040503050406030204" pitchFamily="18" charset="0"/>
                          </a:rPr>
                          <m:t>𝑛</m:t>
                        </m:r>
                      </m:e>
                    </m:nary>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2</m:t>
                        </m:r>
                      </m:sup>
                    </m:sSup>
                  </m:oMath>
                </a14:m>
                <a:r>
                  <a:rPr lang="en-US" sz="2800" dirty="0"/>
                  <a:t>. Thus, the upper bound will be </a:t>
                </a:r>
                <a14:m>
                  <m:oMath xmlns:m="http://schemas.openxmlformats.org/officeDocument/2006/math">
                    <m:r>
                      <a:rPr lang="en-US" sz="2800" b="0" i="1" smtClean="0">
                        <a:latin typeface="Cambria Math" panose="02040503050406030204" pitchFamily="18" charset="0"/>
                      </a:rPr>
                      <m:t>𝑂</m:t>
                    </m:r>
                    <m:d>
                      <m:dPr>
                        <m:ctrlPr>
                          <a:rPr lang="en-US" sz="2800" b="0" i="1" smtClean="0">
                            <a:latin typeface="Cambria Math" panose="02040503050406030204" pitchFamily="18" charset="0"/>
                          </a:rPr>
                        </m:ctrlPr>
                      </m:dPr>
                      <m:e>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2</m:t>
                            </m:r>
                          </m:sup>
                        </m:sSup>
                      </m:e>
                    </m:d>
                  </m:oMath>
                </a14:m>
                <a:r>
                  <a:rPr lang="en-US" sz="28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934" t="-2494" r="-1557" b="-1496"/>
                </a:stretch>
              </a:blipFill>
            </p:spPr>
            <p:txBody>
              <a:bodyPr/>
              <a:lstStyle/>
              <a:p>
                <a:r>
                  <a:rPr lang="en-US">
                    <a:noFill/>
                  </a:rPr>
                  <a:t> </a:t>
                </a:r>
              </a:p>
            </p:txBody>
          </p:sp>
        </mc:Fallback>
      </mc:AlternateContent>
    </p:spTree>
    <p:extLst>
      <p:ext uri="{BB962C8B-B14F-4D97-AF65-F5344CB8AC3E}">
        <p14:creationId xmlns:p14="http://schemas.microsoft.com/office/powerpoint/2010/main" val="823378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 – Best case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800" b="1" dirty="0"/>
                  <a:t>Best case:</a:t>
                </a:r>
              </a:p>
              <a:p>
                <a:pPr>
                  <a:lnSpc>
                    <a:spcPct val="100000"/>
                  </a:lnSpc>
                  <a:buFont typeface="Wingdings" panose="05000000000000000000" pitchFamily="2" charset="2"/>
                  <a:buChar char="§"/>
                </a:pPr>
                <a:r>
                  <a:rPr lang="en-US" sz="2800" dirty="0"/>
                  <a:t>For </a:t>
                </a:r>
                <a14:m>
                  <m:oMath xmlns:m="http://schemas.openxmlformats.org/officeDocument/2006/math">
                    <m:r>
                      <a:rPr lang="en-US" sz="2800" b="0" i="1" smtClean="0">
                        <a:latin typeface="Cambria Math" panose="02040503050406030204" pitchFamily="18" charset="0"/>
                      </a:rPr>
                      <m:t>𝑛</m:t>
                    </m:r>
                    <m:r>
                      <a:rPr lang="en-US" sz="2800" b="0" i="1" smtClean="0">
                        <a:latin typeface="Cambria Math" panose="02040503050406030204" pitchFamily="18" charset="0"/>
                      </a:rPr>
                      <m:t>=1, </m:t>
                    </m:r>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e>
                    </m:d>
                    <m:r>
                      <a:rPr lang="en-US" sz="2800" b="0" i="1" smtClean="0">
                        <a:latin typeface="Cambria Math" panose="02040503050406030204" pitchFamily="18" charset="0"/>
                      </a:rPr>
                      <m:t>=1</m:t>
                    </m:r>
                  </m:oMath>
                </a14:m>
                <a:endParaRPr lang="en-US" sz="2800" dirty="0"/>
              </a:p>
              <a:p>
                <a:pPr>
                  <a:lnSpc>
                    <a:spcPct val="100000"/>
                  </a:lnSpc>
                  <a:buFont typeface="Wingdings" panose="05000000000000000000" pitchFamily="2" charset="2"/>
                  <a:buChar char="§"/>
                </a:pPr>
                <a:r>
                  <a:rPr lang="en-US" sz="2800" dirty="0"/>
                  <a:t>For </a:t>
                </a:r>
                <a14:m>
                  <m:oMath xmlns:m="http://schemas.openxmlformats.org/officeDocument/2006/math">
                    <m:r>
                      <a:rPr lang="en-US" sz="2800" b="0" i="1" smtClean="0">
                        <a:latin typeface="Cambria Math" panose="02040503050406030204" pitchFamily="18" charset="0"/>
                      </a:rPr>
                      <m:t>𝑛</m:t>
                    </m:r>
                    <m:r>
                      <a:rPr lang="en-US" sz="2800" b="0" i="1" smtClean="0">
                        <a:latin typeface="Cambria Math" panose="02040503050406030204" pitchFamily="18" charset="0"/>
                      </a:rPr>
                      <m:t>&gt;1</m:t>
                    </m:r>
                  </m:oMath>
                </a14:m>
                <a:r>
                  <a:rPr lang="en-US" sz="2800" dirty="0"/>
                  <a:t>, we add the 3 terms in the algorithm:</a:t>
                </a:r>
                <a:endParaRPr lang="en-US" sz="2800" b="0" i="1" dirty="0">
                  <a:latin typeface="Cambria Math" panose="02040503050406030204" pitchFamily="18" charset="0"/>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𝑃𝑎𝑟𝑡𝑖𝑡𝑖𝑜𝑛</m:t>
                          </m:r>
                        </m:e>
                      </m:d>
                      <m:r>
                        <a:rPr lang="en-US" sz="2800" b="0" i="1" smtClean="0">
                          <a:latin typeface="Cambria Math" panose="02040503050406030204" pitchFamily="18" charset="0"/>
                        </a:rPr>
                        <m:t>+</m:t>
                      </m:r>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𝑄𝑢𝑖𝑐𝑘𝑠𝑜𝑟𝑡</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0 </m:t>
                              </m:r>
                              <m:r>
                                <a:rPr lang="en-US" sz="2800" b="0" i="1" smtClean="0">
                                  <a:latin typeface="Cambria Math" panose="02040503050406030204" pitchFamily="18" charset="0"/>
                                </a:rPr>
                                <m:t>𝑡𝑜</m:t>
                              </m:r>
                              <m:r>
                                <a:rPr lang="en-US" sz="2800" b="0" i="1" smtClean="0">
                                  <a:latin typeface="Cambria Math" panose="02040503050406030204" pitchFamily="18" charset="0"/>
                                </a:rPr>
                                <m:t> </m:t>
                              </m:r>
                              <m:r>
                                <a:rPr lang="en-US" sz="2800" b="0" i="1" smtClean="0">
                                  <a:latin typeface="Cambria Math" panose="02040503050406030204" pitchFamily="18" charset="0"/>
                                </a:rPr>
                                <m:t>𝑝</m:t>
                              </m:r>
                              <m:r>
                                <a:rPr lang="en-US" sz="2800" b="0" i="1" smtClean="0">
                                  <a:latin typeface="Cambria Math" panose="02040503050406030204" pitchFamily="18" charset="0"/>
                                </a:rPr>
                                <m:t>−1</m:t>
                              </m:r>
                            </m:e>
                          </m:d>
                        </m:e>
                      </m:d>
                      <m:r>
                        <a:rPr lang="en-US" sz="2800" b="0" i="1" smtClean="0">
                          <a:latin typeface="Cambria Math" panose="02040503050406030204" pitchFamily="18" charset="0"/>
                        </a:rPr>
                        <m:t>+</m:t>
                      </m:r>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𝑄𝑢𝑖𝑐𝑘𝑠𝑜𝑟𝑡</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𝑝</m:t>
                              </m:r>
                              <m:r>
                                <a:rPr lang="en-US" sz="2800" b="0" i="1" smtClean="0">
                                  <a:latin typeface="Cambria Math" panose="02040503050406030204" pitchFamily="18" charset="0"/>
                                </a:rPr>
                                <m:t>+1 </m:t>
                              </m:r>
                              <m:r>
                                <a:rPr lang="en-US" sz="2800" b="0" i="1" smtClean="0">
                                  <a:latin typeface="Cambria Math" panose="02040503050406030204" pitchFamily="18" charset="0"/>
                                </a:rPr>
                                <m:t>𝑡𝑜</m:t>
                              </m:r>
                              <m:r>
                                <a:rPr lang="en-US" sz="2800" b="0" i="1" smtClean="0">
                                  <a:latin typeface="Cambria Math" panose="02040503050406030204" pitchFamily="18" charset="0"/>
                                </a:rPr>
                                <m:t> </m:t>
                              </m:r>
                              <m:r>
                                <a:rPr lang="en-US" sz="2800" b="0" i="1" smtClean="0">
                                  <a:latin typeface="Cambria Math" panose="02040503050406030204" pitchFamily="18" charset="0"/>
                                </a:rPr>
                                <m:t>𝑛</m:t>
                              </m:r>
                            </m:e>
                          </m:d>
                        </m:e>
                      </m:d>
                    </m:oMath>
                  </m:oMathPara>
                </a14:m>
                <a:endParaRPr lang="en-US" sz="2800" dirty="0"/>
              </a:p>
              <a:p>
                <a:pPr>
                  <a:lnSpc>
                    <a:spcPct val="100000"/>
                  </a:lnSpc>
                  <a:buFont typeface="Wingdings" panose="05000000000000000000" pitchFamily="2" charset="2"/>
                  <a:buChar char="§"/>
                </a:pPr>
                <a:r>
                  <a:rPr lang="en-US" sz="2800" dirty="0"/>
                  <a:t>Since </a:t>
                </a:r>
                <a:r>
                  <a:rPr lang="en-US" sz="2800" i="1" dirty="0"/>
                  <a:t>Divide</a:t>
                </a:r>
                <a:r>
                  <a:rPr lang="en-US" sz="2800" dirty="0"/>
                  <a:t> is optimal in best case, the pivot will form a perfect BST.</a:t>
                </a:r>
              </a:p>
              <a:p>
                <a:pPr>
                  <a:lnSpc>
                    <a:spcPct val="100000"/>
                  </a:lnSpc>
                  <a:buFont typeface="Wingdings" panose="05000000000000000000" pitchFamily="2" charset="2"/>
                  <a:buChar char="§"/>
                </a:pPr>
                <a:r>
                  <a:rPr lang="en-US" sz="2800" dirty="0"/>
                  <a:t>The function </a:t>
                </a:r>
                <a14:m>
                  <m:oMath xmlns:m="http://schemas.openxmlformats.org/officeDocument/2006/math">
                    <m:r>
                      <a:rPr lang="en-US" sz="2800" b="0" i="1" smtClean="0">
                        <a:latin typeface="Cambria Math" panose="02040503050406030204" pitchFamily="18" charset="0"/>
                      </a:rPr>
                      <m:t>𝑄𝑢𝑖𝑐𝑘𝑠𝑜𝑟𝑡</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0 </m:t>
                        </m:r>
                        <m:r>
                          <a:rPr lang="en-US" sz="2800" b="0" i="1" smtClean="0">
                            <a:latin typeface="Cambria Math" panose="02040503050406030204" pitchFamily="18" charset="0"/>
                          </a:rPr>
                          <m:t>𝑡𝑜</m:t>
                        </m:r>
                        <m:r>
                          <a:rPr lang="en-US" sz="2800" b="0" i="1" smtClean="0">
                            <a:latin typeface="Cambria Math" panose="02040503050406030204" pitchFamily="18" charset="0"/>
                          </a:rPr>
                          <m:t> </m:t>
                        </m:r>
                        <m:r>
                          <a:rPr lang="en-US" sz="2800" b="0" i="1" smtClean="0">
                            <a:latin typeface="Cambria Math" panose="02040503050406030204" pitchFamily="18" charset="0"/>
                          </a:rPr>
                          <m:t>𝑝</m:t>
                        </m:r>
                        <m:r>
                          <a:rPr lang="en-US" sz="2800" b="0" i="1" smtClean="0">
                            <a:latin typeface="Cambria Math" panose="02040503050406030204" pitchFamily="18" charset="0"/>
                          </a:rPr>
                          <m:t>−1</m:t>
                        </m:r>
                      </m:e>
                    </m:d>
                    <m:r>
                      <a:rPr lang="en-US" sz="2800" b="0" i="1" smtClean="0">
                        <a:latin typeface="Cambria Math" panose="02040503050406030204" pitchFamily="18" charset="0"/>
                      </a:rPr>
                      <m:t>=</m:t>
                    </m:r>
                    <m:r>
                      <a:rPr lang="en-US" sz="2800" b="0" i="1" smtClean="0">
                        <a:latin typeface="Cambria Math" panose="02040503050406030204" pitchFamily="18" charset="0"/>
                      </a:rPr>
                      <m:t>𝑄𝑢𝑖𝑐𝑘𝑠𝑜𝑟𝑡</m:t>
                    </m:r>
                    <m:r>
                      <a:rPr lang="en-US" sz="2800" b="0" i="1" smtClean="0">
                        <a:latin typeface="Cambria Math" panose="02040503050406030204" pitchFamily="18" charset="0"/>
                      </a:rPr>
                      <m:t>(</m:t>
                    </m:r>
                    <m:r>
                      <a:rPr lang="en-US" sz="2800" b="0" i="1" smtClean="0">
                        <a:latin typeface="Cambria Math" panose="02040503050406030204" pitchFamily="18" charset="0"/>
                      </a:rPr>
                      <m:t>𝑝</m:t>
                    </m:r>
                    <m:r>
                      <a:rPr lang="en-US" sz="2800" b="0" i="1" smtClean="0">
                        <a:latin typeface="Cambria Math" panose="02040503050406030204" pitchFamily="18" charset="0"/>
                      </a:rPr>
                      <m:t>+1 </m:t>
                    </m:r>
                    <m:r>
                      <a:rPr lang="en-US" sz="2800" b="0" i="1" smtClean="0">
                        <a:latin typeface="Cambria Math" panose="02040503050406030204" pitchFamily="18" charset="0"/>
                      </a:rPr>
                      <m:t>𝑡𝑜</m:t>
                    </m:r>
                    <m:r>
                      <a:rPr lang="en-US" sz="2800" b="0" i="1" smtClean="0">
                        <a:latin typeface="Cambria Math" panose="02040503050406030204" pitchFamily="18" charset="0"/>
                      </a:rPr>
                      <m:t> </m:t>
                    </m:r>
                    <m:r>
                      <a:rPr lang="en-US" sz="2800" b="0" i="1" smtClean="0">
                        <a:latin typeface="Cambria Math" panose="02040503050406030204" pitchFamily="18" charset="0"/>
                      </a:rPr>
                      <m:t>𝑛</m:t>
                    </m:r>
                    <m:r>
                      <a:rPr lang="en-US" sz="2800" b="0" i="1" smtClean="0">
                        <a:latin typeface="Cambria Math" panose="02040503050406030204" pitchFamily="18" charset="0"/>
                      </a:rPr>
                      <m:t>)</m:t>
                    </m:r>
                  </m:oMath>
                </a14:m>
                <a:r>
                  <a:rPr lang="en-US" sz="2800" dirty="0"/>
                  <a:t>.</a:t>
                </a:r>
              </a:p>
              <a:p>
                <a:pPr>
                  <a:lnSpc>
                    <a:spcPct val="100000"/>
                  </a:lnSpc>
                  <a:buFont typeface="Wingdings" panose="05000000000000000000" pitchFamily="2" charset="2"/>
                  <a:buChar char="§"/>
                </a:pPr>
                <a14:m>
                  <m:oMath xmlns:m="http://schemas.openxmlformats.org/officeDocument/2006/math">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e>
                    </m:d>
                    <m:r>
                      <a:rPr lang="en-US" sz="2800" b="0" i="1" smtClean="0">
                        <a:latin typeface="Cambria Math" panose="02040503050406030204" pitchFamily="18" charset="0"/>
                      </a:rPr>
                      <m:t>=</m:t>
                    </m:r>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𝑃𝑎𝑟𝑡𝑖𝑡𝑖𝑜𝑛</m:t>
                        </m:r>
                      </m:e>
                    </m:d>
                    <m:r>
                      <a:rPr lang="en-US" sz="2800" b="0" i="1" smtClean="0">
                        <a:latin typeface="Cambria Math" panose="02040503050406030204" pitchFamily="18" charset="0"/>
                      </a:rPr>
                      <m:t>+2</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𝑄𝑢𝑖𝑐𝑘𝑠𝑜𝑟𝑡</m:t>
                            </m:r>
                            <m:d>
                              <m:dPr>
                                <m:ctrlPr>
                                  <a:rPr lang="en-US" sz="2800" b="0" i="1" smtClean="0">
                                    <a:latin typeface="Cambria Math" panose="02040503050406030204" pitchFamily="18" charset="0"/>
                                  </a:rPr>
                                </m:ctrlPr>
                              </m:dPr>
                              <m:e>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𝑝</m:t>
                                    </m:r>
                                  </m:num>
                                  <m:den>
                                    <m:r>
                                      <a:rPr lang="en-US" sz="2800" b="0" i="1" smtClean="0">
                                        <a:latin typeface="Cambria Math" panose="02040503050406030204" pitchFamily="18" charset="0"/>
                                      </a:rPr>
                                      <m:t>2</m:t>
                                    </m:r>
                                  </m:den>
                                </m:f>
                              </m:e>
                            </m:d>
                          </m:e>
                        </m:d>
                      </m:e>
                    </m:d>
                  </m:oMath>
                </a14:m>
                <a:endParaRPr lang="en-US" sz="2800" dirty="0"/>
              </a:p>
              <a:p>
                <a:pPr>
                  <a:lnSpc>
                    <a:spcPct val="100000"/>
                  </a:lnSpc>
                  <a:buFont typeface="Wingdings" panose="05000000000000000000" pitchFamily="2" charset="2"/>
                  <a:buChar char="§"/>
                </a:pPr>
                <a:r>
                  <a:rPr lang="en-US" sz="2800" dirty="0"/>
                  <a:t>This becomes a case exactly like Merge sort, in which we derived that the number of levels of tree is logarithmic.</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934" t="-1870" r="-1038"/>
                </a:stretch>
              </a:blipFill>
            </p:spPr>
            <p:txBody>
              <a:bodyPr/>
              <a:lstStyle/>
              <a:p>
                <a:r>
                  <a:rPr lang="en-US">
                    <a:noFill/>
                  </a:rPr>
                  <a:t> </a:t>
                </a:r>
              </a:p>
            </p:txBody>
          </p:sp>
        </mc:Fallback>
      </mc:AlternateContent>
    </p:spTree>
    <p:extLst>
      <p:ext uri="{BB962C8B-B14F-4D97-AF65-F5344CB8AC3E}">
        <p14:creationId xmlns:p14="http://schemas.microsoft.com/office/powerpoint/2010/main" val="1705029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 – Best case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2800" dirty="0"/>
                  <a:t>The next steps are straightforward.</a:t>
                </a:r>
              </a:p>
              <a:p>
                <a:pPr>
                  <a:lnSpc>
                    <a:spcPct val="100000"/>
                  </a:lnSpc>
                  <a:buFont typeface="Wingdings" panose="05000000000000000000" pitchFamily="2" charset="2"/>
                  <a:buChar char="§"/>
                </a:pPr>
                <a:r>
                  <a:rPr lang="en-US" sz="2800" dirty="0"/>
                  <a:t>For any value </a:t>
                </a:r>
                <a14:m>
                  <m:oMath xmlns:m="http://schemas.openxmlformats.org/officeDocument/2006/math">
                    <m:r>
                      <a:rPr lang="en-US" sz="2800" b="0" i="1" smtClean="0">
                        <a:latin typeface="Cambria Math" panose="02040503050406030204" pitchFamily="18" charset="0"/>
                      </a:rPr>
                      <m:t>𝑛</m:t>
                    </m:r>
                    <m:r>
                      <a:rPr lang="en-US" sz="2800" b="0" i="1" smtClean="0">
                        <a:latin typeface="Cambria Math" panose="02040503050406030204" pitchFamily="18" charset="0"/>
                      </a:rPr>
                      <m:t>&gt;1,</m:t>
                    </m:r>
                  </m:oMath>
                </a14:m>
                <a:r>
                  <a:rPr lang="en-US" sz="2800" dirty="0"/>
                  <a:t> the Partition function is called </a:t>
                </a:r>
                <a14:m>
                  <m:oMath xmlns:m="http://schemas.openxmlformats.org/officeDocument/2006/math">
                    <m:r>
                      <a:rPr lang="en-US" sz="2800" b="0" i="1" smtClean="0">
                        <a:latin typeface="Cambria Math" panose="02040503050406030204" pitchFamily="18" charset="0"/>
                      </a:rPr>
                      <m:t>𝑛</m:t>
                    </m:r>
                  </m:oMath>
                </a14:m>
                <a:r>
                  <a:rPr lang="en-US" sz="2800" dirty="0"/>
                  <a:t> times, once for each element.</a:t>
                </a:r>
              </a:p>
              <a:p>
                <a:pPr>
                  <a:lnSpc>
                    <a:spcPct val="100000"/>
                  </a:lnSpc>
                  <a:buFont typeface="Wingdings" panose="05000000000000000000" pitchFamily="2" charset="2"/>
                  <a:buChar char="§"/>
                </a:pPr>
                <a:r>
                  <a:rPr lang="en-US" sz="2800" dirty="0"/>
                  <a:t>We are interested in calculating how many times the tree will be split into 2.</a:t>
                </a:r>
              </a:p>
              <a:p>
                <a:pPr>
                  <a:lnSpc>
                    <a:spcPct val="100000"/>
                  </a:lnSpc>
                  <a:buFont typeface="Wingdings" panose="05000000000000000000" pitchFamily="2" charset="2"/>
                  <a:buChar char="§"/>
                </a:pPr>
                <a:r>
                  <a:rPr lang="en-US" sz="2800" dirty="0"/>
                  <a:t>This takes us back to the binary search algorithm where we observed that since each time the number of nodes is divided by 2, therefore the number of levels will be </a:t>
                </a:r>
                <a14:m>
                  <m:oMath xmlns:m="http://schemas.openxmlformats.org/officeDocument/2006/math">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2</m:t>
                            </m:r>
                          </m:sub>
                        </m:sSub>
                      </m:fName>
                      <m:e>
                        <m:r>
                          <a:rPr lang="en-US" sz="2800" b="0" i="1" smtClean="0">
                            <a:latin typeface="Cambria Math" panose="02040503050406030204" pitchFamily="18" charset="0"/>
                          </a:rPr>
                          <m:t>𝑛</m:t>
                        </m:r>
                      </m:e>
                    </m:func>
                  </m:oMath>
                </a14:m>
                <a:r>
                  <a:rPr lang="en-US" sz="2800" dirty="0"/>
                  <a:t>.</a:t>
                </a:r>
              </a:p>
              <a:p>
                <a:pPr>
                  <a:lnSpc>
                    <a:spcPct val="100000"/>
                  </a:lnSpc>
                  <a:buFont typeface="Wingdings" panose="05000000000000000000" pitchFamily="2" charset="2"/>
                  <a:buChar char="§"/>
                </a:pPr>
                <a:r>
                  <a:rPr lang="en-US" sz="2800" dirty="0"/>
                  <a:t>In conclusion, the partition function will be executed </a:t>
                </a:r>
                <a14:m>
                  <m:oMath xmlns:m="http://schemas.openxmlformats.org/officeDocument/2006/math">
                    <m:r>
                      <a:rPr lang="en-US" sz="2800" b="0" i="1" smtClean="0">
                        <a:latin typeface="Cambria Math" panose="02040503050406030204" pitchFamily="18" charset="0"/>
                      </a:rPr>
                      <m:t>𝑛</m:t>
                    </m:r>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2</m:t>
                            </m:r>
                          </m:sub>
                        </m:sSub>
                      </m:fName>
                      <m:e>
                        <m:r>
                          <a:rPr lang="en-US" sz="2800" b="0" i="1" smtClean="0">
                            <a:latin typeface="Cambria Math" panose="02040503050406030204" pitchFamily="18" charset="0"/>
                          </a:rPr>
                          <m:t>𝑛</m:t>
                        </m:r>
                      </m:e>
                    </m:func>
                  </m:oMath>
                </a14:m>
                <a:r>
                  <a:rPr lang="en-US" sz="2800" dirty="0"/>
                  <a:t> times + some constant </a:t>
                </a:r>
                <a14:m>
                  <m:oMath xmlns:m="http://schemas.openxmlformats.org/officeDocument/2006/math">
                    <m:r>
                      <a:rPr lang="en-US" sz="2800" b="0" i="1" smtClean="0">
                        <a:latin typeface="Cambria Math" panose="02040503050406030204" pitchFamily="18" charset="0"/>
                      </a:rPr>
                      <m:t>𝑐</m:t>
                    </m:r>
                  </m:oMath>
                </a14:m>
                <a:r>
                  <a:rPr lang="en-US" sz="2800" dirty="0"/>
                  <a:t>.</a:t>
                </a:r>
              </a:p>
              <a:p>
                <a:pPr>
                  <a:lnSpc>
                    <a:spcPct val="100000"/>
                  </a:lnSpc>
                  <a:buFont typeface="Wingdings" panose="05000000000000000000" pitchFamily="2" charset="2"/>
                  <a:buChar char="§"/>
                </a:pPr>
                <a:r>
                  <a:rPr lang="en-US" sz="2800" dirty="0"/>
                  <a:t>Finally, </a:t>
                </a:r>
                <a14:m>
                  <m:oMath xmlns:m="http://schemas.openxmlformats.org/officeDocument/2006/math">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e>
                    </m:d>
                    <m:r>
                      <a:rPr lang="en-US" sz="2800" b="0" i="1" smtClean="0">
                        <a:latin typeface="Cambria Math" panose="02040503050406030204" pitchFamily="18" charset="0"/>
                      </a:rPr>
                      <m:t>=</m:t>
                    </m:r>
                    <m:r>
                      <a:rPr lang="en-US" sz="2800" i="1">
                        <a:latin typeface="Cambria Math" panose="02040503050406030204" pitchFamily="18" charset="0"/>
                      </a:rPr>
                      <m:t>𝑛</m:t>
                    </m:r>
                    <m:r>
                      <a:rPr lang="en-US" sz="2800" i="1">
                        <a:latin typeface="Cambria Math" panose="02040503050406030204" pitchFamily="18" charset="0"/>
                      </a:rPr>
                      <m:t>.</m:t>
                    </m:r>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panose="02040503050406030204" pitchFamily="18" charset="0"/>
                              </a:rPr>
                              <m:t>log</m:t>
                            </m:r>
                          </m:e>
                          <m:sub>
                            <m:r>
                              <a:rPr lang="en-US" sz="2800" i="1">
                                <a:latin typeface="Cambria Math" panose="02040503050406030204" pitchFamily="18" charset="0"/>
                              </a:rPr>
                              <m:t>2</m:t>
                            </m:r>
                          </m:sub>
                        </m:sSub>
                      </m:fName>
                      <m:e>
                        <m:r>
                          <a:rPr lang="en-US" sz="2800" i="1">
                            <a:latin typeface="Cambria Math" panose="02040503050406030204" pitchFamily="18" charset="0"/>
                          </a:rPr>
                          <m:t>𝑛</m:t>
                        </m:r>
                      </m:e>
                    </m:func>
                    <m:r>
                      <a:rPr lang="en-US" sz="2800" b="0" i="1" smtClean="0">
                        <a:latin typeface="Cambria Math" panose="02040503050406030204" pitchFamily="18" charset="0"/>
                      </a:rPr>
                      <m:t>+</m:t>
                    </m:r>
                    <m:r>
                      <a:rPr lang="en-US" sz="2800" b="0" i="1" smtClean="0">
                        <a:latin typeface="Cambria Math" panose="02040503050406030204" pitchFamily="18" charset="0"/>
                      </a:rPr>
                      <m:t>𝑐</m:t>
                    </m:r>
                  </m:oMath>
                </a14:m>
                <a:r>
                  <a:rPr lang="en-US" sz="2800" dirty="0"/>
                  <a:t>. Upper bound will be </a:t>
                </a:r>
                <a14:m>
                  <m:oMath xmlns:m="http://schemas.openxmlformats.org/officeDocument/2006/math">
                    <m:r>
                      <a:rPr lang="en-US" sz="2800" b="0" i="1" smtClean="0">
                        <a:latin typeface="Cambria Math" panose="02040503050406030204" pitchFamily="18" charset="0"/>
                      </a:rPr>
                      <m:t>𝑂</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sSub>
                              <m:sSubPr>
                                <m:ctrlPr>
                                  <a:rPr lang="en-US" sz="2800" b="0" i="1" smtClean="0">
                                    <a:latin typeface="Cambria Math" panose="02040503050406030204" pitchFamily="18" charset="0"/>
                                  </a:rPr>
                                </m:ctrlPr>
                              </m:sSubPr>
                              <m:e>
                                <m:r>
                                  <m:rPr>
                                    <m:sty m:val="p"/>
                                  </m:rPr>
                                  <a:rPr lang="en-US" sz="2800" b="0" i="0" smtClean="0">
                                    <a:latin typeface="Cambria Math" panose="02040503050406030204" pitchFamily="18" charset="0"/>
                                  </a:rPr>
                                  <m:t>log</m:t>
                                </m:r>
                              </m:e>
                              <m:sub>
                                <m:r>
                                  <a:rPr lang="en-US" sz="2800" b="0" i="1" smtClean="0">
                                    <a:latin typeface="Cambria Math" panose="02040503050406030204" pitchFamily="18" charset="0"/>
                                  </a:rPr>
                                  <m:t>2</m:t>
                                </m:r>
                              </m:sub>
                            </m:sSub>
                          </m:fName>
                          <m:e>
                            <m:r>
                              <a:rPr lang="en-US" sz="2800" b="0" i="1" smtClean="0">
                                <a:latin typeface="Cambria Math" panose="02040503050406030204" pitchFamily="18" charset="0"/>
                              </a:rPr>
                              <m:t>𝑛</m:t>
                            </m:r>
                          </m:e>
                        </m:func>
                      </m:e>
                    </m:d>
                  </m:oMath>
                </a14:m>
                <a:r>
                  <a:rPr lang="en-US" sz="28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882" t="-1995" r="-623"/>
                </a:stretch>
              </a:blipFill>
            </p:spPr>
            <p:txBody>
              <a:bodyPr/>
              <a:lstStyle/>
              <a:p>
                <a:r>
                  <a:rPr lang="en-US">
                    <a:noFill/>
                  </a:rPr>
                  <a:t> </a:t>
                </a:r>
              </a:p>
            </p:txBody>
          </p:sp>
        </mc:Fallback>
      </mc:AlternateContent>
    </p:spTree>
    <p:extLst>
      <p:ext uri="{BB962C8B-B14F-4D97-AF65-F5344CB8AC3E}">
        <p14:creationId xmlns:p14="http://schemas.microsoft.com/office/powerpoint/2010/main" val="2118845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 – Average case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800" b="1" dirty="0"/>
                  <a:t>Average case:</a:t>
                </a:r>
              </a:p>
              <a:p>
                <a:pPr>
                  <a:lnSpc>
                    <a:spcPct val="100000"/>
                  </a:lnSpc>
                  <a:buFont typeface="Wingdings" panose="05000000000000000000" pitchFamily="2" charset="2"/>
                  <a:buChar char="§"/>
                </a:pPr>
                <a:r>
                  <a:rPr lang="en-US" sz="2800" dirty="0"/>
                  <a:t>The average case of Quicksort is slightly different, because the partitions are not evenly distributed.</a:t>
                </a:r>
              </a:p>
              <a:p>
                <a:pPr>
                  <a:lnSpc>
                    <a:spcPct val="100000"/>
                  </a:lnSpc>
                  <a:buFont typeface="Wingdings" panose="05000000000000000000" pitchFamily="2" charset="2"/>
                  <a:buChar char="§"/>
                </a:pPr>
                <a:r>
                  <a:rPr lang="en-US" sz="2800" dirty="0"/>
                  <a:t>Recall that for </a:t>
                </a:r>
                <a14:m>
                  <m:oMath xmlns:m="http://schemas.openxmlformats.org/officeDocument/2006/math">
                    <m:r>
                      <a:rPr lang="en-US" sz="2800" i="1">
                        <a:latin typeface="Cambria Math" panose="02040503050406030204" pitchFamily="18" charset="0"/>
                      </a:rPr>
                      <m:t>𝑛</m:t>
                    </m:r>
                    <m:r>
                      <a:rPr lang="en-US" sz="2800" i="1">
                        <a:latin typeface="Cambria Math" panose="02040503050406030204" pitchFamily="18" charset="0"/>
                      </a:rPr>
                      <m:t>&gt;1</m:t>
                    </m:r>
                  </m:oMath>
                </a14:m>
                <a:r>
                  <a:rPr lang="en-US" sz="2800" dirty="0"/>
                  <a:t>, we add the 3 terms in the algorithm:</a:t>
                </a:r>
                <a:endParaRPr lang="en-US" sz="2800" i="1" dirty="0">
                  <a:latin typeface="Cambria Math" panose="02040503050406030204" pitchFamily="18" charset="0"/>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𝑃𝑎𝑟𝑡𝑖𝑡𝑖𝑜𝑛</m:t>
                          </m:r>
                        </m:e>
                      </m:d>
                      <m:r>
                        <a:rPr lang="en-US" sz="2800" i="1">
                          <a:latin typeface="Cambria Math" panose="02040503050406030204" pitchFamily="18" charset="0"/>
                        </a:rPr>
                        <m:t>+</m:t>
                      </m:r>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𝑄𝑢𝑖𝑐𝑘𝑠𝑜𝑟𝑡</m:t>
                          </m:r>
                          <m:d>
                            <m:dPr>
                              <m:ctrlPr>
                                <a:rPr lang="en-US" sz="2800" i="1">
                                  <a:latin typeface="Cambria Math" panose="02040503050406030204" pitchFamily="18" charset="0"/>
                                </a:rPr>
                              </m:ctrlPr>
                            </m:dPr>
                            <m:e>
                              <m:r>
                                <a:rPr lang="en-US" sz="2800" i="1">
                                  <a:latin typeface="Cambria Math" panose="02040503050406030204" pitchFamily="18" charset="0"/>
                                </a:rPr>
                                <m:t>0 </m:t>
                              </m:r>
                              <m:r>
                                <a:rPr lang="en-US" sz="2800" i="1">
                                  <a:latin typeface="Cambria Math" panose="02040503050406030204" pitchFamily="18" charset="0"/>
                                </a:rPr>
                                <m:t>𝑡𝑜</m:t>
                              </m:r>
                              <m:r>
                                <a:rPr lang="en-US" sz="2800" i="1">
                                  <a:latin typeface="Cambria Math" panose="02040503050406030204" pitchFamily="18" charset="0"/>
                                </a:rPr>
                                <m:t> </m:t>
                              </m:r>
                              <m:r>
                                <a:rPr lang="en-US" sz="2800" i="1">
                                  <a:latin typeface="Cambria Math" panose="02040503050406030204" pitchFamily="18" charset="0"/>
                                </a:rPr>
                                <m:t>𝑝</m:t>
                              </m:r>
                              <m:r>
                                <a:rPr lang="en-US" sz="2800" i="1">
                                  <a:latin typeface="Cambria Math" panose="02040503050406030204" pitchFamily="18" charset="0"/>
                                </a:rPr>
                                <m:t>−1</m:t>
                              </m:r>
                            </m:e>
                          </m:d>
                        </m:e>
                      </m:d>
                      <m:r>
                        <a:rPr lang="en-US" sz="2800" i="1">
                          <a:latin typeface="Cambria Math" panose="02040503050406030204" pitchFamily="18" charset="0"/>
                        </a:rPr>
                        <m:t>+</m:t>
                      </m:r>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𝑄𝑢𝑖𝑐𝑘𝑠𝑜𝑟𝑡</m:t>
                          </m:r>
                          <m:d>
                            <m:dPr>
                              <m:ctrlPr>
                                <a:rPr lang="en-US" sz="2800" i="1">
                                  <a:latin typeface="Cambria Math" panose="02040503050406030204" pitchFamily="18" charset="0"/>
                                </a:rPr>
                              </m:ctrlPr>
                            </m:dPr>
                            <m:e>
                              <m:r>
                                <a:rPr lang="en-US" sz="2800" i="1">
                                  <a:latin typeface="Cambria Math" panose="02040503050406030204" pitchFamily="18" charset="0"/>
                                </a:rPr>
                                <m:t>𝑝</m:t>
                              </m:r>
                              <m:r>
                                <a:rPr lang="en-US" sz="2800" i="1">
                                  <a:latin typeface="Cambria Math" panose="02040503050406030204" pitchFamily="18" charset="0"/>
                                </a:rPr>
                                <m:t>+1 </m:t>
                              </m:r>
                              <m:r>
                                <a:rPr lang="en-US" sz="2800" i="1">
                                  <a:latin typeface="Cambria Math" panose="02040503050406030204" pitchFamily="18" charset="0"/>
                                </a:rPr>
                                <m:t>𝑡𝑜</m:t>
                              </m:r>
                              <m:r>
                                <a:rPr lang="en-US" sz="2800" i="1">
                                  <a:latin typeface="Cambria Math" panose="02040503050406030204" pitchFamily="18" charset="0"/>
                                </a:rPr>
                                <m:t> </m:t>
                              </m:r>
                              <m:r>
                                <a:rPr lang="en-US" sz="2800" i="1">
                                  <a:latin typeface="Cambria Math" panose="02040503050406030204" pitchFamily="18" charset="0"/>
                                </a:rPr>
                                <m:t>𝑛</m:t>
                              </m:r>
                            </m:e>
                          </m:d>
                        </m:e>
                      </m:d>
                    </m:oMath>
                  </m:oMathPara>
                </a14:m>
                <a:endParaRPr lang="en-US" sz="2800" dirty="0"/>
              </a:p>
              <a:p>
                <a:pPr>
                  <a:lnSpc>
                    <a:spcPct val="100000"/>
                  </a:lnSpc>
                  <a:buFont typeface="Wingdings" panose="05000000000000000000" pitchFamily="2" charset="2"/>
                  <a:buChar char="§"/>
                </a:pPr>
                <a:r>
                  <a:rPr lang="en-US" sz="2800" dirty="0"/>
                  <a:t>Here, </a:t>
                </a:r>
                <a14:m>
                  <m:oMath xmlns:m="http://schemas.openxmlformats.org/officeDocument/2006/math">
                    <m:r>
                      <a:rPr lang="en-US" sz="2800" b="0" i="1" smtClean="0">
                        <a:latin typeface="Cambria Math" panose="02040503050406030204" pitchFamily="18" charset="0"/>
                      </a:rPr>
                      <m:t>𝑄𝑢𝑖𝑐𝑘𝑠𝑜𝑟𝑡</m:t>
                    </m:r>
                    <m:r>
                      <a:rPr lang="en-US" sz="2800" b="0" i="1" smtClean="0">
                        <a:latin typeface="Cambria Math" panose="02040503050406030204" pitchFamily="18" charset="0"/>
                      </a:rPr>
                      <m:t>(0 </m:t>
                    </m:r>
                    <m:r>
                      <a:rPr lang="en-US" sz="2800" b="0" i="1" smtClean="0">
                        <a:latin typeface="Cambria Math" panose="02040503050406030204" pitchFamily="18" charset="0"/>
                      </a:rPr>
                      <m:t>𝑡𝑜</m:t>
                    </m:r>
                    <m:r>
                      <a:rPr lang="en-US" sz="2800" b="0" i="1" smtClean="0">
                        <a:latin typeface="Cambria Math" panose="02040503050406030204" pitchFamily="18" charset="0"/>
                      </a:rPr>
                      <m:t> </m:t>
                    </m:r>
                    <m:r>
                      <a:rPr lang="en-US" sz="2800" b="0" i="1" smtClean="0">
                        <a:latin typeface="Cambria Math" panose="02040503050406030204" pitchFamily="18" charset="0"/>
                      </a:rPr>
                      <m:t>𝑝</m:t>
                    </m:r>
                    <m:r>
                      <a:rPr lang="en-US" sz="2800" b="0" i="1" smtClean="0">
                        <a:latin typeface="Cambria Math" panose="02040503050406030204" pitchFamily="18" charset="0"/>
                      </a:rPr>
                      <m:t>−1)</m:t>
                    </m:r>
                  </m:oMath>
                </a14:m>
                <a:r>
                  <a:rPr lang="en-US" sz="2800" dirty="0"/>
                  <a:t> can be expressed as </a:t>
                </a:r>
                <a14:m>
                  <m:oMath xmlns:m="http://schemas.openxmlformats.org/officeDocument/2006/math">
                    <m:r>
                      <a:rPr lang="en-US" sz="2800" b="0" i="1" smtClean="0">
                        <a:latin typeface="Cambria Math" panose="02040503050406030204" pitchFamily="18" charset="0"/>
                      </a:rPr>
                      <m:t>𝑄𝑢𝑖𝑐𝑘𝑠𝑜𝑟𝑡</m:t>
                    </m:r>
                    <m:r>
                      <a:rPr lang="en-US" sz="2800" b="0" i="1" smtClean="0">
                        <a:latin typeface="Cambria Math" panose="02040503050406030204" pitchFamily="18" charset="0"/>
                      </a:rPr>
                      <m:t>(</m:t>
                    </m:r>
                    <m:r>
                      <a:rPr lang="en-US" sz="2800" b="0" i="1" smtClean="0">
                        <a:latin typeface="Cambria Math" panose="02040503050406030204" pitchFamily="18" charset="0"/>
                      </a:rPr>
                      <m:t>𝑝</m:t>
                    </m:r>
                    <m:r>
                      <a:rPr lang="en-US" sz="2800" b="0" i="1" smtClean="0">
                        <a:latin typeface="Cambria Math" panose="02040503050406030204" pitchFamily="18" charset="0"/>
                      </a:rPr>
                      <m:t>−1)</m:t>
                    </m:r>
                  </m:oMath>
                </a14:m>
                <a:r>
                  <a:rPr lang="en-US" sz="2800" dirty="0"/>
                  <a:t>.</a:t>
                </a:r>
              </a:p>
              <a:p>
                <a:pPr>
                  <a:lnSpc>
                    <a:spcPct val="100000"/>
                  </a:lnSpc>
                  <a:buFont typeface="Wingdings" panose="05000000000000000000" pitchFamily="2" charset="2"/>
                  <a:buChar char="§"/>
                </a:pPr>
                <a:r>
                  <a:rPr lang="en-US" sz="2800" dirty="0"/>
                  <a:t>Similarly, </a:t>
                </a:r>
                <a14:m>
                  <m:oMath xmlns:m="http://schemas.openxmlformats.org/officeDocument/2006/math">
                    <m:r>
                      <a:rPr lang="en-US" sz="2800" i="1">
                        <a:latin typeface="Cambria Math" panose="02040503050406030204" pitchFamily="18" charset="0"/>
                      </a:rPr>
                      <m:t>𝑄𝑢𝑖𝑐𝑘𝑠𝑜𝑟𝑡</m:t>
                    </m:r>
                    <m:r>
                      <a:rPr lang="en-US" sz="2800" i="1">
                        <a:latin typeface="Cambria Math" panose="02040503050406030204" pitchFamily="18" charset="0"/>
                      </a:rPr>
                      <m:t>(</m:t>
                    </m:r>
                    <m:r>
                      <a:rPr lang="en-US" sz="2800" i="1">
                        <a:latin typeface="Cambria Math" panose="02040503050406030204" pitchFamily="18" charset="0"/>
                      </a:rPr>
                      <m:t>𝑝</m:t>
                    </m:r>
                    <m:r>
                      <a:rPr lang="en-US" sz="2800" b="0" i="1" smtClean="0">
                        <a:latin typeface="Cambria Math" panose="02040503050406030204" pitchFamily="18" charset="0"/>
                      </a:rPr>
                      <m:t>+</m:t>
                    </m:r>
                    <m:r>
                      <a:rPr lang="en-US" sz="2800" i="1">
                        <a:latin typeface="Cambria Math" panose="02040503050406030204" pitchFamily="18" charset="0"/>
                      </a:rPr>
                      <m:t>1</m:t>
                    </m:r>
                    <m:r>
                      <a:rPr lang="en-US" sz="2800" b="0" i="1" smtClean="0">
                        <a:latin typeface="Cambria Math" panose="02040503050406030204" pitchFamily="18" charset="0"/>
                      </a:rPr>
                      <m:t> </m:t>
                    </m:r>
                    <m:r>
                      <a:rPr lang="en-US" sz="2800" b="0" i="1" smtClean="0">
                        <a:latin typeface="Cambria Math" panose="02040503050406030204" pitchFamily="18" charset="0"/>
                      </a:rPr>
                      <m:t>𝑡𝑜</m:t>
                    </m:r>
                    <m:r>
                      <a:rPr lang="en-US" sz="2800" b="0" i="1" smtClean="0">
                        <a:latin typeface="Cambria Math" panose="02040503050406030204" pitchFamily="18" charset="0"/>
                      </a:rPr>
                      <m:t> </m:t>
                    </m:r>
                    <m:r>
                      <a:rPr lang="en-US" sz="2800" b="0" i="1" smtClean="0">
                        <a:latin typeface="Cambria Math" panose="02040503050406030204" pitchFamily="18" charset="0"/>
                      </a:rPr>
                      <m:t>𝑛</m:t>
                    </m:r>
                    <m:r>
                      <a:rPr lang="en-US" sz="2800" i="1">
                        <a:latin typeface="Cambria Math" panose="02040503050406030204" pitchFamily="18" charset="0"/>
                      </a:rPr>
                      <m:t>)</m:t>
                    </m:r>
                  </m:oMath>
                </a14:m>
                <a:r>
                  <a:rPr lang="en-US" sz="2800" dirty="0"/>
                  <a:t> can be expressed as </a:t>
                </a:r>
                <a14:m>
                  <m:oMath xmlns:m="http://schemas.openxmlformats.org/officeDocument/2006/math">
                    <m:r>
                      <a:rPr lang="en-US" sz="2800" i="1">
                        <a:latin typeface="Cambria Math" panose="02040503050406030204" pitchFamily="18" charset="0"/>
                      </a:rPr>
                      <m:t>𝑄𝑢𝑖𝑐𝑘𝑠𝑜𝑟𝑡</m:t>
                    </m:r>
                    <m:r>
                      <a:rPr lang="en-US" sz="2800" i="1">
                        <a:latin typeface="Cambria Math" panose="02040503050406030204" pitchFamily="18" charset="0"/>
                      </a:rPr>
                      <m:t>(</m:t>
                    </m:r>
                    <m:r>
                      <a:rPr lang="en-US" sz="2800" b="0" i="1" smtClean="0">
                        <a:latin typeface="Cambria Math" panose="02040503050406030204" pitchFamily="18" charset="0"/>
                      </a:rPr>
                      <m:t>𝑛</m:t>
                    </m:r>
                    <m:r>
                      <a:rPr lang="en-US" sz="2800" b="0" i="1" smtClean="0">
                        <a:latin typeface="Cambria Math" panose="02040503050406030204" pitchFamily="18" charset="0"/>
                      </a:rPr>
                      <m:t>−</m:t>
                    </m:r>
                    <m:r>
                      <a:rPr lang="en-US" sz="2800" b="0" i="1" smtClean="0">
                        <a:latin typeface="Cambria Math" panose="02040503050406030204" pitchFamily="18" charset="0"/>
                      </a:rPr>
                      <m:t>𝑝</m:t>
                    </m:r>
                    <m:r>
                      <a:rPr lang="en-US" sz="2800" i="1">
                        <a:latin typeface="Cambria Math" panose="02040503050406030204" pitchFamily="18" charset="0"/>
                      </a:rPr>
                      <m:t>)</m:t>
                    </m:r>
                  </m:oMath>
                </a14:m>
                <a:r>
                  <a:rPr lang="en-US" sz="2800" dirty="0"/>
                  <a:t>.</a:t>
                </a:r>
              </a:p>
              <a:p>
                <a:pPr>
                  <a:lnSpc>
                    <a:spcPct val="100000"/>
                  </a:lnSpc>
                  <a:buFont typeface="Wingdings" panose="05000000000000000000" pitchFamily="2" charset="2"/>
                  <a:buChar char="§"/>
                </a:pPr>
                <a:r>
                  <a:rPr lang="en-US" sz="2800" dirty="0"/>
                  <a:t>The problem is that the selection of pivot is random, so we cannot know </a:t>
                </a:r>
                <a14:m>
                  <m:oMath xmlns:m="http://schemas.openxmlformats.org/officeDocument/2006/math">
                    <m:r>
                      <a:rPr lang="en-US" sz="2800" b="0" i="1" smtClean="0">
                        <a:latin typeface="Cambria Math" panose="02040503050406030204" pitchFamily="18" charset="0"/>
                      </a:rPr>
                      <m:t>𝑝</m:t>
                    </m:r>
                  </m:oMath>
                </a14:m>
                <a:r>
                  <a:rPr lang="en-US" sz="28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038" t="-1122"/>
                </a:stretch>
              </a:blipFill>
            </p:spPr>
            <p:txBody>
              <a:bodyPr/>
              <a:lstStyle/>
              <a:p>
                <a:r>
                  <a:rPr lang="en-US">
                    <a:noFill/>
                  </a:rPr>
                  <a:t> </a:t>
                </a:r>
              </a:p>
            </p:txBody>
          </p:sp>
        </mc:Fallback>
      </mc:AlternateContent>
    </p:spTree>
    <p:extLst>
      <p:ext uri="{BB962C8B-B14F-4D97-AF65-F5344CB8AC3E}">
        <p14:creationId xmlns:p14="http://schemas.microsoft.com/office/powerpoint/2010/main" val="229588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 – Average case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2800" dirty="0"/>
                  <a:t>But we do know that each pivot will be selected with a uniform probability of </a:t>
                </a:r>
                <a14:m>
                  <m:oMath xmlns:m="http://schemas.openxmlformats.org/officeDocument/2006/math">
                    <m:r>
                      <a:rPr lang="en-US" sz="2800" b="0" i="1" smtClean="0">
                        <a:latin typeface="Cambria Math" panose="02040503050406030204" pitchFamily="18" charset="0"/>
                      </a:rPr>
                      <m:t>1/</m:t>
                    </m:r>
                    <m:r>
                      <a:rPr lang="en-US" sz="2800" b="0" i="1" smtClean="0">
                        <a:latin typeface="Cambria Math" panose="02040503050406030204" pitchFamily="18" charset="0"/>
                      </a:rPr>
                      <m:t>𝑛</m:t>
                    </m:r>
                  </m:oMath>
                </a14:m>
                <a:r>
                  <a:rPr lang="en-US" sz="2800" dirty="0"/>
                  <a:t>.</a:t>
                </a:r>
              </a:p>
              <a:p>
                <a:pPr>
                  <a:lnSpc>
                    <a:spcPct val="100000"/>
                  </a:lnSpc>
                  <a:buFont typeface="Wingdings" panose="05000000000000000000" pitchFamily="2" charset="2"/>
                  <a:buChar char="§"/>
                </a:pPr>
                <a:r>
                  <a:rPr lang="en-US" sz="2800" b="0" dirty="0"/>
                  <a:t>Meaning we can say that for a single element, the total time will be </a:t>
                </a:r>
                <a14:m>
                  <m:oMath xmlns:m="http://schemas.openxmlformats.org/officeDocument/2006/math">
                    <m:r>
                      <a:rPr lang="en-US" sz="2800" b="0" i="1" smtClean="0">
                        <a:latin typeface="Cambria Math" panose="02040503050406030204" pitchFamily="18" charset="0"/>
                      </a:rPr>
                      <m:t>𝑛</m:t>
                    </m:r>
                  </m:oMath>
                </a14:m>
                <a:r>
                  <a:rPr lang="en-US" sz="2800" b="0" dirty="0"/>
                  <a:t> (partition function) + the branching time taken by previous pivot value.</a:t>
                </a:r>
              </a:p>
              <a:p>
                <a:pPr>
                  <a:lnSpc>
                    <a:spcPct val="100000"/>
                  </a:lnSpc>
                  <a:buFont typeface="Wingdings" panose="05000000000000000000" pitchFamily="2" charset="2"/>
                  <a:buChar char="§"/>
                </a:pPr>
                <a:r>
                  <a:rPr lang="en-US" sz="2800" dirty="0"/>
                  <a:t>The branching time will be the sum of time for left branch and right partitions, and for both partitions the pivot </a:t>
                </a:r>
                <a14:m>
                  <m:oMath xmlns:m="http://schemas.openxmlformats.org/officeDocument/2006/math">
                    <m:r>
                      <a:rPr lang="en-US" sz="2800" b="0" i="1" smtClean="0">
                        <a:latin typeface="Cambria Math" panose="02040503050406030204" pitchFamily="18" charset="0"/>
                      </a:rPr>
                      <m:t>𝑝</m:t>
                    </m:r>
                  </m:oMath>
                </a14:m>
                <a:r>
                  <a:rPr lang="en-US" sz="2800" dirty="0"/>
                  <a:t> has </a:t>
                </a:r>
                <a14:m>
                  <m:oMath xmlns:m="http://schemas.openxmlformats.org/officeDocument/2006/math">
                    <m:r>
                      <a:rPr lang="en-US" sz="2800" i="1" dirty="0" smtClean="0">
                        <a:latin typeface="Cambria Math" panose="02040503050406030204" pitchFamily="18" charset="0"/>
                      </a:rPr>
                      <m:t>1/</m:t>
                    </m:r>
                    <m:r>
                      <a:rPr lang="en-US" sz="2800" i="1" dirty="0" smtClean="0">
                        <a:latin typeface="Cambria Math" panose="02040503050406030204" pitchFamily="18" charset="0"/>
                      </a:rPr>
                      <m:t>𝑛</m:t>
                    </m:r>
                  </m:oMath>
                </a14:m>
                <a:r>
                  <a:rPr lang="en-US" sz="2800" dirty="0"/>
                  <a:t> probability of being selected</a:t>
                </a:r>
              </a:p>
              <a:p>
                <a:pPr>
                  <a:lnSpc>
                    <a:spcPct val="100000"/>
                  </a:lnSpc>
                  <a:buFont typeface="Wingdings" panose="05000000000000000000" pitchFamily="2" charset="2"/>
                  <a:buChar char="§"/>
                </a:pPr>
                <a:r>
                  <a:rPr lang="en-US" sz="2800" b="0" dirty="0"/>
                  <a:t>In mathematical terms: </a:t>
                </a:r>
                <a14:m>
                  <m:oMath xmlns:m="http://schemas.openxmlformats.org/officeDocument/2006/math">
                    <m:f>
                      <m:fPr>
                        <m:ctrlPr>
                          <a:rPr lang="en-US" sz="2800" b="0" i="1" smtClean="0">
                            <a:latin typeface="Cambria Math" panose="02040503050406030204" pitchFamily="18" charset="0"/>
                          </a:rPr>
                        </m:ctrlPr>
                      </m:fPr>
                      <m:num>
                        <m:r>
                          <a:rPr lang="en-US" sz="2800" i="1">
                            <a:latin typeface="Cambria Math" panose="02040503050406030204" pitchFamily="18" charset="0"/>
                          </a:rPr>
                          <m:t>𝑛</m:t>
                        </m:r>
                        <m:r>
                          <a:rPr lang="en-US" sz="2800" i="1">
                            <a:latin typeface="Cambria Math" panose="02040503050406030204" pitchFamily="18" charset="0"/>
                          </a:rPr>
                          <m:t>+</m:t>
                        </m:r>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𝑝</m:t>
                            </m:r>
                            <m:r>
                              <a:rPr lang="en-US" sz="2800" i="1">
                                <a:latin typeface="Cambria Math" panose="02040503050406030204" pitchFamily="18" charset="0"/>
                              </a:rPr>
                              <m:t>−1</m:t>
                            </m:r>
                          </m:e>
                        </m:d>
                        <m:r>
                          <a:rPr lang="en-US" sz="2800" i="1">
                            <a:latin typeface="Cambria Math" panose="02040503050406030204" pitchFamily="18" charset="0"/>
                          </a:rPr>
                          <m:t>+</m:t>
                        </m:r>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𝑛</m:t>
                            </m:r>
                            <m:r>
                              <a:rPr lang="en-US" sz="2800" i="1">
                                <a:latin typeface="Cambria Math" panose="02040503050406030204" pitchFamily="18" charset="0"/>
                              </a:rPr>
                              <m:t>−</m:t>
                            </m:r>
                            <m:r>
                              <a:rPr lang="en-US" sz="2800" i="1">
                                <a:latin typeface="Cambria Math" panose="02040503050406030204" pitchFamily="18" charset="0"/>
                              </a:rPr>
                              <m:t>𝑝</m:t>
                            </m:r>
                          </m:e>
                        </m:d>
                      </m:num>
                      <m:den>
                        <m:r>
                          <a:rPr lang="en-US" sz="2800" b="0" i="1" smtClean="0">
                            <a:latin typeface="Cambria Math" panose="02040503050406030204" pitchFamily="18" charset="0"/>
                          </a:rPr>
                          <m:t>𝑛</m:t>
                        </m:r>
                      </m:den>
                    </m:f>
                  </m:oMath>
                </a14:m>
                <a:endParaRPr lang="en-US" sz="2800" dirty="0"/>
              </a:p>
              <a:p>
                <a:pPr>
                  <a:lnSpc>
                    <a:spcPct val="100000"/>
                  </a:lnSpc>
                  <a:buFont typeface="Wingdings" panose="05000000000000000000" pitchFamily="2" charset="2"/>
                  <a:buChar char="§"/>
                </a:pPr>
                <a:r>
                  <a:rPr lang="en-US" sz="2800" dirty="0"/>
                  <a:t>To find out total time, we need to sum up this time for all values of </a:t>
                </a:r>
                <a14:m>
                  <m:oMath xmlns:m="http://schemas.openxmlformats.org/officeDocument/2006/math">
                    <m:r>
                      <a:rPr lang="en-US" sz="2800" b="0" i="1" smtClean="0">
                        <a:latin typeface="Cambria Math" panose="02040503050406030204" pitchFamily="18" charset="0"/>
                      </a:rPr>
                      <m:t>𝑝</m:t>
                    </m:r>
                  </m:oMath>
                </a14:m>
                <a:r>
                  <a:rPr lang="en-US" sz="2800" dirty="0"/>
                  <a:t>:</a:t>
                </a:r>
              </a:p>
              <a:p>
                <a:pPr>
                  <a:lnSpc>
                    <a:spcPct val="100000"/>
                  </a:lnSpc>
                  <a:buFont typeface="Wingdings" panose="05000000000000000000" pitchFamily="2" charset="2"/>
                  <a:buChar char="§"/>
                </a:pPr>
                <a14:m>
                  <m:oMath xmlns:m="http://schemas.openxmlformats.org/officeDocument/2006/math">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e>
                    </m:d>
                    <m:r>
                      <a:rPr lang="en-US" sz="2800" b="0" i="1" smtClean="0">
                        <a:latin typeface="Cambria Math" panose="02040503050406030204" pitchFamily="18" charset="0"/>
                      </a:rPr>
                      <m:t>=</m:t>
                    </m:r>
                    <m:nary>
                      <m:naryPr>
                        <m:chr m:val="∑"/>
                        <m:ctrlPr>
                          <a:rPr lang="en-US" sz="2800" b="0" i="1" smtClean="0">
                            <a:latin typeface="Cambria Math" panose="02040503050406030204" pitchFamily="18" charset="0"/>
                          </a:rPr>
                        </m:ctrlPr>
                      </m:naryPr>
                      <m:sub>
                        <m:r>
                          <a:rPr lang="en-US" sz="2800" b="0" i="1" smtClean="0">
                            <a:latin typeface="Cambria Math" panose="02040503050406030204" pitchFamily="18" charset="0"/>
                          </a:rPr>
                          <m:t>𝑝</m:t>
                        </m:r>
                        <m:r>
                          <a:rPr lang="en-US" sz="2800" b="0" i="1" smtClean="0">
                            <a:latin typeface="Cambria Math" panose="02040503050406030204" pitchFamily="18" charset="0"/>
                          </a:rPr>
                          <m:t>=1</m:t>
                        </m:r>
                      </m:sub>
                      <m:sup>
                        <m:r>
                          <a:rPr lang="en-US" sz="2800" b="0" i="1" smtClean="0">
                            <a:latin typeface="Cambria Math" panose="02040503050406030204" pitchFamily="18" charset="0"/>
                          </a:rPr>
                          <m:t>𝑛</m:t>
                        </m:r>
                      </m:sup>
                      <m:e>
                        <m:d>
                          <m:dPr>
                            <m:ctrlPr>
                              <a:rPr lang="en-US" sz="2800" b="0" i="1" smtClean="0">
                                <a:latin typeface="Cambria Math" panose="02040503050406030204" pitchFamily="18" charset="0"/>
                              </a:rPr>
                            </m:ctrlPr>
                          </m:dPr>
                          <m:e>
                            <m:f>
                              <m:fPr>
                                <m:ctrlPr>
                                  <a:rPr lang="en-US" sz="2800" i="1">
                                    <a:latin typeface="Cambria Math" panose="02040503050406030204" pitchFamily="18" charset="0"/>
                                  </a:rPr>
                                </m:ctrlPr>
                              </m:fPr>
                              <m:num>
                                <m:r>
                                  <a:rPr lang="en-US" sz="2800" i="1">
                                    <a:latin typeface="Cambria Math" panose="02040503050406030204" pitchFamily="18" charset="0"/>
                                  </a:rPr>
                                  <m:t>𝑛</m:t>
                                </m:r>
                                <m:r>
                                  <a:rPr lang="en-US" sz="2800" i="1">
                                    <a:latin typeface="Cambria Math" panose="02040503050406030204" pitchFamily="18" charset="0"/>
                                  </a:rPr>
                                  <m:t>+</m:t>
                                </m:r>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𝑝</m:t>
                                    </m:r>
                                    <m:r>
                                      <a:rPr lang="en-US" sz="2800" i="1">
                                        <a:latin typeface="Cambria Math" panose="02040503050406030204" pitchFamily="18" charset="0"/>
                                      </a:rPr>
                                      <m:t>−1</m:t>
                                    </m:r>
                                  </m:e>
                                </m:d>
                                <m:r>
                                  <a:rPr lang="en-US" sz="2800" i="1">
                                    <a:latin typeface="Cambria Math" panose="02040503050406030204" pitchFamily="18" charset="0"/>
                                  </a:rPr>
                                  <m:t>+</m:t>
                                </m:r>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𝑛</m:t>
                                    </m:r>
                                    <m:r>
                                      <a:rPr lang="en-US" sz="2800" i="1">
                                        <a:latin typeface="Cambria Math" panose="02040503050406030204" pitchFamily="18" charset="0"/>
                                      </a:rPr>
                                      <m:t>−</m:t>
                                    </m:r>
                                    <m:r>
                                      <a:rPr lang="en-US" sz="2800" i="1">
                                        <a:latin typeface="Cambria Math" panose="02040503050406030204" pitchFamily="18" charset="0"/>
                                      </a:rPr>
                                      <m:t>𝑝</m:t>
                                    </m:r>
                                  </m:e>
                                </m:d>
                              </m:num>
                              <m:den>
                                <m:r>
                                  <a:rPr lang="en-US" sz="2800" i="1">
                                    <a:latin typeface="Cambria Math" panose="02040503050406030204" pitchFamily="18" charset="0"/>
                                  </a:rPr>
                                  <m:t>𝑛</m:t>
                                </m:r>
                              </m:den>
                            </m:f>
                          </m:e>
                        </m:d>
                      </m:e>
                    </m:nary>
                  </m:oMath>
                </a14:m>
                <a:endParaRPr lang="en-US" sz="2800" dirty="0"/>
              </a:p>
              <a:p>
                <a:pPr>
                  <a:lnSpc>
                    <a:spcPct val="100000"/>
                  </a:lnSpc>
                  <a:buFont typeface="Wingdings" panose="05000000000000000000" pitchFamily="2" charset="2"/>
                  <a:buChar char="§"/>
                </a:pPr>
                <a:endParaRPr lang="en-US" sz="28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882" t="-1995" r="-1245"/>
                </a:stretch>
              </a:blipFill>
            </p:spPr>
            <p:txBody>
              <a:bodyPr/>
              <a:lstStyle/>
              <a:p>
                <a:r>
                  <a:rPr lang="en-US">
                    <a:noFill/>
                  </a:rPr>
                  <a:t> </a:t>
                </a:r>
              </a:p>
            </p:txBody>
          </p:sp>
        </mc:Fallback>
      </mc:AlternateContent>
    </p:spTree>
    <p:extLst>
      <p:ext uri="{BB962C8B-B14F-4D97-AF65-F5344CB8AC3E}">
        <p14:creationId xmlns:p14="http://schemas.microsoft.com/office/powerpoint/2010/main" val="2858408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 – Average case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2800" dirty="0"/>
                  <a:t>Taking </a:t>
                </a:r>
                <a14:m>
                  <m:oMath xmlns:m="http://schemas.openxmlformats.org/officeDocument/2006/math">
                    <m:r>
                      <a:rPr lang="en-US" sz="2800" i="1" dirty="0" smtClean="0">
                        <a:latin typeface="Cambria Math" panose="02040503050406030204" pitchFamily="18" charset="0"/>
                      </a:rPr>
                      <m:t>1/</m:t>
                    </m:r>
                    <m:r>
                      <a:rPr lang="en-US" sz="2800" i="1" dirty="0" smtClean="0">
                        <a:latin typeface="Cambria Math" panose="02040503050406030204" pitchFamily="18" charset="0"/>
                      </a:rPr>
                      <m:t>𝑛</m:t>
                    </m:r>
                  </m:oMath>
                </a14:m>
                <a:r>
                  <a:rPr lang="en-US" sz="2800" dirty="0"/>
                  <a:t> as common term:</a:t>
                </a:r>
              </a:p>
              <a:p>
                <a:pPr>
                  <a:lnSpc>
                    <a:spcPct val="100000"/>
                  </a:lnSpc>
                  <a:buFont typeface="Wingdings" panose="05000000000000000000" pitchFamily="2" charset="2"/>
                  <a:buChar char="§"/>
                </a:pPr>
                <a14:m>
                  <m:oMath xmlns:m="http://schemas.openxmlformats.org/officeDocument/2006/math">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e>
                    </m:d>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𝑛</m:t>
                        </m:r>
                      </m:den>
                    </m:f>
                    <m:nary>
                      <m:naryPr>
                        <m:chr m:val="∑"/>
                        <m:ctrlPr>
                          <a:rPr lang="en-US" sz="2800" i="1">
                            <a:latin typeface="Cambria Math" panose="02040503050406030204" pitchFamily="18" charset="0"/>
                          </a:rPr>
                        </m:ctrlPr>
                      </m:naryPr>
                      <m:sub>
                        <m:r>
                          <a:rPr lang="en-US" sz="2800" i="1">
                            <a:latin typeface="Cambria Math" panose="02040503050406030204" pitchFamily="18" charset="0"/>
                          </a:rPr>
                          <m:t>𝑝</m:t>
                        </m:r>
                        <m:r>
                          <a:rPr lang="en-US" sz="2800" i="1">
                            <a:latin typeface="Cambria Math" panose="02040503050406030204" pitchFamily="18" charset="0"/>
                          </a:rPr>
                          <m:t>=1</m:t>
                        </m:r>
                      </m:sub>
                      <m:sup>
                        <m:r>
                          <a:rPr lang="en-US" sz="2800" i="1">
                            <a:latin typeface="Cambria Math" panose="02040503050406030204" pitchFamily="18" charset="0"/>
                          </a:rPr>
                          <m:t>𝑛</m:t>
                        </m:r>
                      </m:sup>
                      <m:e>
                        <m:d>
                          <m:dPr>
                            <m:ctrlPr>
                              <a:rPr lang="en-US" sz="2800" i="1">
                                <a:latin typeface="Cambria Math" panose="02040503050406030204" pitchFamily="18" charset="0"/>
                              </a:rPr>
                            </m:ctrlPr>
                          </m:dPr>
                          <m:e>
                            <m:r>
                              <a:rPr lang="en-US" sz="2800" i="1">
                                <a:latin typeface="Cambria Math" panose="02040503050406030204" pitchFamily="18" charset="0"/>
                              </a:rPr>
                              <m:t>𝑛</m:t>
                            </m:r>
                            <m:r>
                              <a:rPr lang="en-US" sz="2800" i="1">
                                <a:latin typeface="Cambria Math" panose="02040503050406030204" pitchFamily="18" charset="0"/>
                              </a:rPr>
                              <m:t>+</m:t>
                            </m:r>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𝑝</m:t>
                                </m:r>
                                <m:r>
                                  <a:rPr lang="en-US" sz="2800" i="1">
                                    <a:latin typeface="Cambria Math" panose="02040503050406030204" pitchFamily="18" charset="0"/>
                                  </a:rPr>
                                  <m:t>−1</m:t>
                                </m:r>
                              </m:e>
                            </m:d>
                            <m:r>
                              <a:rPr lang="en-US" sz="2800" i="1">
                                <a:latin typeface="Cambria Math" panose="02040503050406030204" pitchFamily="18" charset="0"/>
                              </a:rPr>
                              <m:t>+</m:t>
                            </m:r>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𝑛</m:t>
                                </m:r>
                                <m:r>
                                  <a:rPr lang="en-US" sz="2800" i="1">
                                    <a:latin typeface="Cambria Math" panose="02040503050406030204" pitchFamily="18" charset="0"/>
                                  </a:rPr>
                                  <m:t>−</m:t>
                                </m:r>
                                <m:r>
                                  <a:rPr lang="en-US" sz="2800" i="1">
                                    <a:latin typeface="Cambria Math" panose="02040503050406030204" pitchFamily="18" charset="0"/>
                                  </a:rPr>
                                  <m:t>𝑝</m:t>
                                </m:r>
                              </m:e>
                            </m:d>
                          </m:e>
                        </m:d>
                      </m:e>
                    </m:nary>
                  </m:oMath>
                </a14:m>
                <a:r>
                  <a:rPr lang="en-US" sz="2800" dirty="0"/>
                  <a:t>	(Eq. 1)</a:t>
                </a:r>
              </a:p>
              <a:p>
                <a:pPr>
                  <a:lnSpc>
                    <a:spcPct val="100000"/>
                  </a:lnSpc>
                  <a:buFont typeface="Wingdings" panose="05000000000000000000" pitchFamily="2" charset="2"/>
                  <a:buChar char="§"/>
                </a:pPr>
                <a:r>
                  <a:rPr lang="en-US" sz="2800" dirty="0"/>
                  <a:t>Let’s try </a:t>
                </a:r>
                <a14:m>
                  <m:oMath xmlns:m="http://schemas.openxmlformats.org/officeDocument/2006/math">
                    <m:r>
                      <a:rPr lang="en-US" sz="2800" b="0" i="1" smtClean="0">
                        <a:latin typeface="Cambria Math" panose="02040503050406030204" pitchFamily="18" charset="0"/>
                      </a:rPr>
                      <m:t>𝑛</m:t>
                    </m:r>
                    <m:r>
                      <a:rPr lang="en-US" sz="2800" b="0" i="1" smtClean="0">
                        <a:latin typeface="Cambria Math" panose="02040503050406030204" pitchFamily="18" charset="0"/>
                      </a:rPr>
                      <m:t>=2</m:t>
                    </m:r>
                  </m:oMath>
                </a14:m>
                <a:r>
                  <a:rPr lang="en-US" sz="2800" dirty="0"/>
                  <a:t> for Eq. 1:</a:t>
                </a:r>
              </a:p>
              <a:p>
                <a:pPr>
                  <a:lnSpc>
                    <a:spcPct val="100000"/>
                  </a:lnSpc>
                  <a:buFont typeface="Wingdings" panose="05000000000000000000" pitchFamily="2" charset="2"/>
                  <a:buChar char="§"/>
                </a:pPr>
                <a14:m>
                  <m:oMath xmlns:m="http://schemas.openxmlformats.org/officeDocument/2006/math">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b="0" i="1" smtClean="0">
                            <a:latin typeface="Cambria Math" panose="02040503050406030204" pitchFamily="18" charset="0"/>
                          </a:rPr>
                          <m:t>2</m:t>
                        </m:r>
                      </m:e>
                    </m:d>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num>
                      <m:den>
                        <m:r>
                          <a:rPr lang="en-US" sz="2800" b="0" i="1" smtClean="0">
                            <a:latin typeface="Cambria Math" panose="02040503050406030204" pitchFamily="18" charset="0"/>
                          </a:rPr>
                          <m:t>2</m:t>
                        </m:r>
                      </m:den>
                    </m:f>
                    <m:nary>
                      <m:naryPr>
                        <m:chr m:val="∑"/>
                        <m:ctrlPr>
                          <a:rPr lang="en-US" sz="2800" i="1">
                            <a:latin typeface="Cambria Math" panose="02040503050406030204" pitchFamily="18" charset="0"/>
                          </a:rPr>
                        </m:ctrlPr>
                      </m:naryPr>
                      <m:sub>
                        <m:r>
                          <a:rPr lang="en-US" sz="2800" i="1">
                            <a:latin typeface="Cambria Math" panose="02040503050406030204" pitchFamily="18" charset="0"/>
                          </a:rPr>
                          <m:t>𝑝</m:t>
                        </m:r>
                        <m:r>
                          <a:rPr lang="en-US" sz="2800" i="1">
                            <a:latin typeface="Cambria Math" panose="02040503050406030204" pitchFamily="18" charset="0"/>
                          </a:rPr>
                          <m:t>=1</m:t>
                        </m:r>
                      </m:sub>
                      <m:sup>
                        <m:r>
                          <a:rPr lang="en-US" sz="2800" b="0" i="1" smtClean="0">
                            <a:latin typeface="Cambria Math" panose="02040503050406030204" pitchFamily="18" charset="0"/>
                          </a:rPr>
                          <m:t>2</m:t>
                        </m:r>
                      </m:sup>
                      <m:e>
                        <m:d>
                          <m:dPr>
                            <m:ctrlPr>
                              <a:rPr lang="en-US" sz="2800" i="1">
                                <a:latin typeface="Cambria Math" panose="02040503050406030204" pitchFamily="18" charset="0"/>
                              </a:rPr>
                            </m:ctrlPr>
                          </m:dPr>
                          <m:e>
                            <m:r>
                              <a:rPr lang="en-US" sz="2800" b="0" i="1" smtClean="0">
                                <a:latin typeface="Cambria Math" panose="02040503050406030204" pitchFamily="18" charset="0"/>
                              </a:rPr>
                              <m:t>2</m:t>
                            </m:r>
                            <m:r>
                              <a:rPr lang="en-US" sz="2800" i="1">
                                <a:latin typeface="Cambria Math" panose="02040503050406030204" pitchFamily="18" charset="0"/>
                              </a:rPr>
                              <m:t>+</m:t>
                            </m:r>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smtClean="0">
                                    <a:latin typeface="Cambria Math" panose="02040503050406030204" pitchFamily="18" charset="0"/>
                                  </a:rPr>
                                  <m:t>𝑝</m:t>
                                </m:r>
                                <m:r>
                                  <a:rPr lang="en-US" sz="2800" i="1">
                                    <a:latin typeface="Cambria Math" panose="02040503050406030204" pitchFamily="18" charset="0"/>
                                  </a:rPr>
                                  <m:t>−1</m:t>
                                </m:r>
                              </m:e>
                            </m:d>
                            <m:r>
                              <a:rPr lang="en-US" sz="2800" i="1">
                                <a:latin typeface="Cambria Math" panose="02040503050406030204" pitchFamily="18" charset="0"/>
                              </a:rPr>
                              <m:t>+</m:t>
                            </m:r>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b="0" i="1" smtClean="0">
                                    <a:latin typeface="Cambria Math" panose="02040503050406030204" pitchFamily="18" charset="0"/>
                                  </a:rPr>
                                  <m:t>2</m:t>
                                </m:r>
                                <m:r>
                                  <a:rPr lang="en-US" sz="2800" i="1">
                                    <a:latin typeface="Cambria Math" panose="02040503050406030204" pitchFamily="18" charset="0"/>
                                  </a:rPr>
                                  <m:t>−</m:t>
                                </m:r>
                                <m:r>
                                  <a:rPr lang="en-US" sz="2800" i="1">
                                    <a:latin typeface="Cambria Math" panose="02040503050406030204" pitchFamily="18" charset="0"/>
                                  </a:rPr>
                                  <m:t>𝑝</m:t>
                                </m:r>
                              </m:e>
                            </m:d>
                          </m:e>
                        </m:d>
                      </m:e>
                    </m:nary>
                  </m:oMath>
                </a14:m>
                <a:endParaRPr lang="en-US" sz="2800" dirty="0"/>
              </a:p>
              <a:p>
                <a:pPr>
                  <a:lnSpc>
                    <a:spcPct val="100000"/>
                  </a:lnSpc>
                  <a:buFont typeface="Wingdings" panose="05000000000000000000" pitchFamily="2" charset="2"/>
                  <a:buChar char="§"/>
                </a:pPr>
                <a14:m>
                  <m:oMath xmlns:m="http://schemas.openxmlformats.org/officeDocument/2006/math">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2</m:t>
                        </m:r>
                      </m:e>
                    </m:d>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num>
                      <m:den>
                        <m:r>
                          <a:rPr lang="en-US" sz="2800" i="1">
                            <a:latin typeface="Cambria Math" panose="02040503050406030204" pitchFamily="18" charset="0"/>
                          </a:rPr>
                          <m:t>2</m:t>
                        </m:r>
                      </m:den>
                    </m:f>
                    <m:d>
                      <m:dPr>
                        <m:ctrlPr>
                          <a:rPr lang="en-US" sz="2800" b="0" i="1" smtClean="0">
                            <a:latin typeface="Cambria Math" panose="02040503050406030204" pitchFamily="18" charset="0"/>
                          </a:rPr>
                        </m:ctrlPr>
                      </m:dPr>
                      <m:e>
                        <m:r>
                          <a:rPr lang="en-US" sz="2800" i="1">
                            <a:latin typeface="Cambria Math" panose="02040503050406030204" pitchFamily="18" charset="0"/>
                          </a:rPr>
                          <m:t>2+</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2+</m:t>
                            </m:r>
                            <m:bar>
                              <m:barPr>
                                <m:ctrlPr>
                                  <a:rPr lang="en-US" sz="2800" b="0" i="1" smtClean="0">
                                    <a:latin typeface="Cambria Math" panose="02040503050406030204" pitchFamily="18" charset="0"/>
                                  </a:rPr>
                                </m:ctrlPr>
                              </m:barPr>
                              <m:e>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1</m:t>
                                    </m:r>
                                  </m:e>
                                </m:d>
                                <m:r>
                                  <a:rPr lang="en-US" sz="2800" i="1">
                                    <a:latin typeface="Cambria Math" panose="02040503050406030204" pitchFamily="18" charset="0"/>
                                  </a:rPr>
                                  <m:t>+</m:t>
                                </m:r>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0</m:t>
                                    </m:r>
                                  </m:e>
                                </m:d>
                              </m:e>
                            </m:bar>
                          </m:e>
                        </m:d>
                        <m:r>
                          <a:rPr lang="en-US" sz="2800" i="1">
                            <a:latin typeface="Cambria Math" panose="02040503050406030204" pitchFamily="18" charset="0"/>
                          </a:rPr>
                          <m:t>+</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2+</m:t>
                            </m:r>
                            <m:bar>
                              <m:barPr>
                                <m:ctrlPr>
                                  <a:rPr lang="en-US" sz="2800" i="1">
                                    <a:latin typeface="Cambria Math" panose="02040503050406030204" pitchFamily="18" charset="0"/>
                                  </a:rPr>
                                </m:ctrlPr>
                              </m:barPr>
                              <m:e>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b="0" i="1" smtClean="0">
                                        <a:latin typeface="Cambria Math" panose="02040503050406030204" pitchFamily="18" charset="0"/>
                                      </a:rPr>
                                      <m:t>0</m:t>
                                    </m:r>
                                  </m:e>
                                </m:d>
                                <m:r>
                                  <a:rPr lang="en-US" sz="2800" i="1">
                                    <a:latin typeface="Cambria Math" panose="02040503050406030204" pitchFamily="18" charset="0"/>
                                  </a:rPr>
                                  <m:t>+</m:t>
                                </m:r>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b="0" i="1" smtClean="0">
                                        <a:latin typeface="Cambria Math" panose="02040503050406030204" pitchFamily="18" charset="0"/>
                                      </a:rPr>
                                      <m:t>1</m:t>
                                    </m:r>
                                  </m:e>
                                </m:d>
                              </m:e>
                            </m:bar>
                          </m:e>
                        </m:d>
                      </m:e>
                    </m:d>
                  </m:oMath>
                </a14:m>
                <a:endParaRPr lang="en-US" sz="2800" dirty="0"/>
              </a:p>
              <a:p>
                <a:pPr>
                  <a:lnSpc>
                    <a:spcPct val="100000"/>
                  </a:lnSpc>
                  <a:buFont typeface="Wingdings" panose="05000000000000000000" pitchFamily="2" charset="2"/>
                  <a:buChar char="§"/>
                </a:pPr>
                <a:r>
                  <a:rPr lang="en-US" sz="2800" dirty="0"/>
                  <a:t>Watch the underscored terms, since we don’t know whether </a:t>
                </a:r>
                <a14:m>
                  <m:oMath xmlns:m="http://schemas.openxmlformats.org/officeDocument/2006/math">
                    <m:r>
                      <a:rPr lang="en-US" sz="2800" b="0" i="1" smtClean="0">
                        <a:latin typeface="Cambria Math" panose="02040503050406030204" pitchFamily="18" charset="0"/>
                      </a:rPr>
                      <m:t>𝑝</m:t>
                    </m:r>
                  </m:oMath>
                </a14:m>
                <a:r>
                  <a:rPr lang="en-US" sz="2800" dirty="0"/>
                  <a:t> will branch to left or right, therefore we are summing up both with probability of ½ each.</a:t>
                </a:r>
              </a:p>
              <a:p>
                <a:pPr>
                  <a:lnSpc>
                    <a:spcPct val="100000"/>
                  </a:lnSpc>
                  <a:buFont typeface="Wingdings" panose="05000000000000000000" pitchFamily="2" charset="2"/>
                  <a:buChar char="§"/>
                </a:pPr>
                <a14:m>
                  <m:oMath xmlns:m="http://schemas.openxmlformats.org/officeDocument/2006/math">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2</m:t>
                        </m:r>
                      </m:e>
                    </m:d>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num>
                      <m:den>
                        <m:r>
                          <a:rPr lang="en-US" sz="2800" i="1">
                            <a:latin typeface="Cambria Math" panose="02040503050406030204" pitchFamily="18" charset="0"/>
                          </a:rPr>
                          <m:t>2</m:t>
                        </m:r>
                      </m:den>
                    </m:f>
                    <m:d>
                      <m:dPr>
                        <m:ctrlPr>
                          <a:rPr lang="en-US" sz="2800" i="1">
                            <a:latin typeface="Cambria Math" panose="02040503050406030204" pitchFamily="18" charset="0"/>
                          </a:rPr>
                        </m:ctrlPr>
                      </m:dPr>
                      <m:e>
                        <m:r>
                          <a:rPr lang="en-US" sz="2800" b="0" i="1" smtClean="0">
                            <a:latin typeface="Cambria Math" panose="02040503050406030204" pitchFamily="18" charset="0"/>
                          </a:rPr>
                          <m:t>8</m:t>
                        </m:r>
                      </m:e>
                    </m:d>
                    <m:r>
                      <a:rPr lang="en-US" sz="2800" b="0" i="1" smtClean="0">
                        <a:latin typeface="Cambria Math" panose="02040503050406030204" pitchFamily="18" charset="0"/>
                      </a:rPr>
                      <m:t>=4</m:t>
                    </m:r>
                  </m:oMath>
                </a14:m>
                <a:r>
                  <a:rPr lang="en-US" sz="2800" dirty="0"/>
                  <a:t>, since </a:t>
                </a:r>
                <a14:m>
                  <m:oMath xmlns:m="http://schemas.openxmlformats.org/officeDocument/2006/math">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e>
                    </m:d>
                    <m:r>
                      <a:rPr lang="en-US" sz="2800" b="0" i="1" smtClean="0">
                        <a:latin typeface="Cambria Math" panose="02040503050406030204" pitchFamily="18" charset="0"/>
                      </a:rPr>
                      <m:t>=1</m:t>
                    </m:r>
                  </m:oMath>
                </a14:m>
                <a:r>
                  <a:rPr lang="en-US" sz="2800" dirty="0"/>
                  <a:t> and </a:t>
                </a:r>
                <a14:m>
                  <m:oMath xmlns:m="http://schemas.openxmlformats.org/officeDocument/2006/math">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0</m:t>
                        </m:r>
                      </m:e>
                    </m:d>
                    <m:r>
                      <a:rPr lang="en-US" sz="2800" b="0" i="1" smtClean="0">
                        <a:latin typeface="Cambria Math" panose="02040503050406030204" pitchFamily="18" charset="0"/>
                      </a:rPr>
                      <m:t>=0</m:t>
                    </m:r>
                  </m:oMath>
                </a14:m>
                <a:r>
                  <a:rPr lang="en-US" sz="2800" dirty="0"/>
                  <a:t> (no node)</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882" t="-1995"/>
                </a:stretch>
              </a:blipFill>
            </p:spPr>
            <p:txBody>
              <a:bodyPr/>
              <a:lstStyle/>
              <a:p>
                <a:r>
                  <a:rPr lang="LID4096">
                    <a:noFill/>
                  </a:rPr>
                  <a:t> </a:t>
                </a:r>
              </a:p>
            </p:txBody>
          </p:sp>
        </mc:Fallback>
      </mc:AlternateContent>
    </p:spTree>
    <p:extLst>
      <p:ext uri="{BB962C8B-B14F-4D97-AF65-F5344CB8AC3E}">
        <p14:creationId xmlns:p14="http://schemas.microsoft.com/office/powerpoint/2010/main" val="1405760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 – Average case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2800" dirty="0"/>
                  <a:t>Observe that irrespective of the value of </a:t>
                </a:r>
                <a14:m>
                  <m:oMath xmlns:m="http://schemas.openxmlformats.org/officeDocument/2006/math">
                    <m:r>
                      <a:rPr lang="en-US" sz="2800" b="0" i="1" smtClean="0">
                        <a:latin typeface="Cambria Math" panose="02040503050406030204" pitchFamily="18" charset="0"/>
                      </a:rPr>
                      <m:t>𝑝</m:t>
                    </m:r>
                  </m:oMath>
                </a14:m>
                <a:r>
                  <a:rPr lang="en-US" sz="2800" dirty="0"/>
                  <a:t>, the sum </a:t>
                </a:r>
                <a14:m>
                  <m:oMath xmlns:m="http://schemas.openxmlformats.org/officeDocument/2006/math">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𝑝</m:t>
                        </m:r>
                        <m:r>
                          <a:rPr lang="en-US" sz="2800" i="1">
                            <a:latin typeface="Cambria Math" panose="02040503050406030204" pitchFamily="18" charset="0"/>
                          </a:rPr>
                          <m:t>−1</m:t>
                        </m:r>
                      </m:e>
                    </m:d>
                    <m:r>
                      <a:rPr lang="en-US" sz="2800" b="0" i="0" smtClean="0">
                        <a:latin typeface="Cambria Math" panose="02040503050406030204" pitchFamily="18" charset="0"/>
                      </a:rPr>
                      <m:t>+</m:t>
                    </m:r>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𝑛</m:t>
                        </m:r>
                        <m:r>
                          <a:rPr lang="en-US" sz="2800" i="1">
                            <a:latin typeface="Cambria Math" panose="02040503050406030204" pitchFamily="18" charset="0"/>
                          </a:rPr>
                          <m:t>−</m:t>
                        </m:r>
                        <m:r>
                          <a:rPr lang="en-US" sz="2800" i="1">
                            <a:latin typeface="Cambria Math" panose="02040503050406030204" pitchFamily="18" charset="0"/>
                          </a:rPr>
                          <m:t>𝑝</m:t>
                        </m:r>
                      </m:e>
                    </m:d>
                  </m:oMath>
                </a14:m>
                <a:r>
                  <a:rPr lang="en-US" sz="2800" dirty="0"/>
                  <a:t> will always be </a:t>
                </a:r>
                <a14:m>
                  <m:oMath xmlns:m="http://schemas.openxmlformats.org/officeDocument/2006/math">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e>
                    </m:d>
                    <m:r>
                      <a:rPr lang="en-US" sz="2800" b="0" i="1" smtClean="0">
                        <a:latin typeface="Cambria Math" panose="02040503050406030204" pitchFamily="18" charset="0"/>
                      </a:rPr>
                      <m:t>+</m:t>
                    </m:r>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2</m:t>
                        </m:r>
                      </m:e>
                    </m:d>
                    <m:r>
                      <a:rPr lang="en-US" sz="2800" b="0" i="1" smtClean="0">
                        <a:latin typeface="Cambria Math" panose="02040503050406030204" pitchFamily="18" charset="0"/>
                      </a:rPr>
                      <m:t>+…+</m:t>
                    </m:r>
                    <m:r>
                      <a:rPr lang="en-US" sz="2800" b="0" i="1" smtClean="0">
                        <a:latin typeface="Cambria Math" panose="02040503050406030204" pitchFamily="18" charset="0"/>
                      </a:rPr>
                      <m:t>𝑇</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e>
                    </m:d>
                  </m:oMath>
                </a14:m>
                <a:r>
                  <a:rPr lang="en-US" sz="2800" dirty="0"/>
                  <a:t> where </a:t>
                </a:r>
                <a14:m>
                  <m:oMath xmlns:m="http://schemas.openxmlformats.org/officeDocument/2006/math">
                    <m:r>
                      <a:rPr lang="en-US" sz="2800" b="0" i="1" smtClean="0">
                        <a:latin typeface="Cambria Math" panose="02040503050406030204" pitchFamily="18" charset="0"/>
                      </a:rPr>
                      <m:t>1≤</m:t>
                    </m:r>
                    <m:r>
                      <a:rPr lang="en-US" sz="2800" b="0" i="1" smtClean="0">
                        <a:latin typeface="Cambria Math" panose="02040503050406030204" pitchFamily="18" charset="0"/>
                      </a:rPr>
                      <m:t>𝑝</m:t>
                    </m:r>
                    <m:r>
                      <a:rPr lang="en-US" sz="2800" b="0" i="1" smtClean="0">
                        <a:latin typeface="Cambria Math" panose="02040503050406030204" pitchFamily="18" charset="0"/>
                      </a:rPr>
                      <m:t>≤</m:t>
                    </m:r>
                    <m:r>
                      <a:rPr lang="en-US" sz="2800" b="0" i="1" smtClean="0">
                        <a:latin typeface="Cambria Math" panose="02040503050406030204" pitchFamily="18" charset="0"/>
                      </a:rPr>
                      <m:t>𝑛</m:t>
                    </m:r>
                  </m:oMath>
                </a14:m>
                <a:r>
                  <a:rPr lang="en-US" sz="2800" dirty="0"/>
                  <a:t>.</a:t>
                </a:r>
              </a:p>
              <a:p>
                <a:pPr>
                  <a:lnSpc>
                    <a:spcPct val="100000"/>
                  </a:lnSpc>
                  <a:buFont typeface="Wingdings" panose="05000000000000000000" pitchFamily="2" charset="2"/>
                  <a:buChar char="§"/>
                </a:pPr>
                <a:r>
                  <a:rPr lang="en-US" sz="2800" dirty="0"/>
                  <a:t>The only difference is that one term is growing from </a:t>
                </a:r>
                <a14:m>
                  <m:oMath xmlns:m="http://schemas.openxmlformats.org/officeDocument/2006/math">
                    <m:r>
                      <a:rPr lang="en-US" sz="2800" i="1" dirty="0" smtClean="0">
                        <a:latin typeface="Cambria Math" panose="02040503050406030204" pitchFamily="18" charset="0"/>
                      </a:rPr>
                      <m:t>0</m:t>
                    </m:r>
                  </m:oMath>
                </a14:m>
                <a:r>
                  <a:rPr lang="en-US" sz="2800" dirty="0"/>
                  <a:t> to </a:t>
                </a:r>
                <a14:m>
                  <m:oMath xmlns:m="http://schemas.openxmlformats.org/officeDocument/2006/math">
                    <m:r>
                      <a:rPr lang="en-US" sz="2800" i="1" dirty="0" smtClean="0">
                        <a:latin typeface="Cambria Math" panose="02040503050406030204" pitchFamily="18" charset="0"/>
                      </a:rPr>
                      <m:t>𝑝</m:t>
                    </m:r>
                    <m:r>
                      <a:rPr lang="en-US" sz="2800" i="1" dirty="0" smtClean="0">
                        <a:latin typeface="Cambria Math" panose="02040503050406030204" pitchFamily="18" charset="0"/>
                      </a:rPr>
                      <m:t>−1</m:t>
                    </m:r>
                  </m:oMath>
                </a14:m>
                <a:r>
                  <a:rPr lang="en-US" sz="2800" dirty="0"/>
                  <a:t> and the other reducing from </a:t>
                </a:r>
                <a14:m>
                  <m:oMath xmlns:m="http://schemas.openxmlformats.org/officeDocument/2006/math">
                    <m:r>
                      <a:rPr lang="en-US" sz="2800" b="0" i="1" smtClean="0">
                        <a:latin typeface="Cambria Math" panose="02040503050406030204" pitchFamily="18" charset="0"/>
                      </a:rPr>
                      <m:t>𝑛</m:t>
                    </m:r>
                  </m:oMath>
                </a14:m>
                <a:r>
                  <a:rPr lang="en-US" sz="2800" dirty="0"/>
                  <a:t> to </a:t>
                </a:r>
                <a14:m>
                  <m:oMath xmlns:m="http://schemas.openxmlformats.org/officeDocument/2006/math">
                    <m:r>
                      <a:rPr lang="en-US" sz="2800" b="0" i="1" smtClean="0">
                        <a:latin typeface="Cambria Math" panose="02040503050406030204" pitchFamily="18" charset="0"/>
                      </a:rPr>
                      <m:t>𝑝</m:t>
                    </m:r>
                    <m:r>
                      <a:rPr lang="en-US" sz="2800" b="0" i="1" smtClean="0">
                        <a:latin typeface="Cambria Math" panose="02040503050406030204" pitchFamily="18" charset="0"/>
                      </a:rPr>
                      <m:t>+1</m:t>
                    </m:r>
                  </m:oMath>
                </a14:m>
                <a:r>
                  <a:rPr lang="en-US" sz="2800" dirty="0"/>
                  <a:t>.</a:t>
                </a:r>
              </a:p>
              <a:p>
                <a:pPr>
                  <a:lnSpc>
                    <a:spcPct val="100000"/>
                  </a:lnSpc>
                  <a:buFont typeface="Wingdings" panose="05000000000000000000" pitchFamily="2" charset="2"/>
                  <a:buChar char="§"/>
                </a:pPr>
                <a:r>
                  <a:rPr lang="en-US" sz="2800" dirty="0"/>
                  <a:t>So, we can say:</a:t>
                </a:r>
                <a14:m>
                  <m:oMath xmlns:m="http://schemas.openxmlformats.org/officeDocument/2006/math">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𝑝</m:t>
                        </m:r>
                        <m:r>
                          <a:rPr lang="en-US" sz="2800" i="1">
                            <a:latin typeface="Cambria Math" panose="02040503050406030204" pitchFamily="18" charset="0"/>
                          </a:rPr>
                          <m:t>−1</m:t>
                        </m:r>
                      </m:e>
                    </m:d>
                    <m:r>
                      <a:rPr lang="en-US" sz="2800">
                        <a:latin typeface="Cambria Math" panose="02040503050406030204" pitchFamily="18" charset="0"/>
                      </a:rPr>
                      <m:t>+</m:t>
                    </m:r>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𝑛</m:t>
                        </m:r>
                        <m:r>
                          <a:rPr lang="en-US" sz="2800" i="1">
                            <a:latin typeface="Cambria Math" panose="02040503050406030204" pitchFamily="18" charset="0"/>
                          </a:rPr>
                          <m:t>−</m:t>
                        </m:r>
                        <m:r>
                          <a:rPr lang="en-US" sz="2800" i="1">
                            <a:latin typeface="Cambria Math" panose="02040503050406030204" pitchFamily="18" charset="0"/>
                          </a:rPr>
                          <m:t>𝑝</m:t>
                        </m:r>
                      </m:e>
                    </m:d>
                    <m:r>
                      <a:rPr lang="en-US" sz="2800" i="1">
                        <a:latin typeface="Cambria Math" panose="02040503050406030204" pitchFamily="18" charset="0"/>
                      </a:rPr>
                      <m:t>=</m:t>
                    </m:r>
                    <m:r>
                      <a:rPr lang="en-US" sz="2800" b="0" i="1" smtClean="0">
                        <a:latin typeface="Cambria Math" panose="02040503050406030204" pitchFamily="18" charset="0"/>
                      </a:rPr>
                      <m:t>2</m:t>
                    </m:r>
                    <m:r>
                      <a:rPr lang="en-US" sz="2800" b="0" i="1" smtClean="0">
                        <a:latin typeface="Cambria Math" panose="02040503050406030204" pitchFamily="18" charset="0"/>
                      </a:rPr>
                      <m:t>𝑇</m:t>
                    </m:r>
                    <m:r>
                      <a:rPr lang="en-US" sz="2800" b="0" i="1" smtClean="0">
                        <a:latin typeface="Cambria Math" panose="02040503050406030204" pitchFamily="18" charset="0"/>
                      </a:rPr>
                      <m:t>(</m:t>
                    </m:r>
                    <m:r>
                      <a:rPr lang="en-US" sz="2800" b="0" i="1" smtClean="0">
                        <a:latin typeface="Cambria Math" panose="02040503050406030204" pitchFamily="18" charset="0"/>
                      </a:rPr>
                      <m:t>𝑝</m:t>
                    </m:r>
                    <m:r>
                      <a:rPr lang="en-US" sz="2800" b="0" i="1" smtClean="0">
                        <a:latin typeface="Cambria Math" panose="02040503050406030204" pitchFamily="18" charset="0"/>
                      </a:rPr>
                      <m:t>)</m:t>
                    </m:r>
                  </m:oMath>
                </a14:m>
                <a:endParaRPr lang="en-US" sz="2800" dirty="0"/>
              </a:p>
              <a:p>
                <a:pPr>
                  <a:lnSpc>
                    <a:spcPct val="100000"/>
                  </a:lnSpc>
                  <a:buFont typeface="Wingdings" panose="05000000000000000000" pitchFamily="2" charset="2"/>
                  <a:buChar char="§"/>
                </a:pPr>
                <a:r>
                  <a:rPr lang="en-US" sz="2800" dirty="0"/>
                  <a:t>Substituting in Eq. 1: </a:t>
                </a:r>
                <a14:m>
                  <m:oMath xmlns:m="http://schemas.openxmlformats.org/officeDocument/2006/math">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𝑛</m:t>
                        </m:r>
                      </m:e>
                    </m:d>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num>
                      <m:den>
                        <m:r>
                          <a:rPr lang="en-US" sz="2800" i="1">
                            <a:latin typeface="Cambria Math" panose="02040503050406030204" pitchFamily="18" charset="0"/>
                          </a:rPr>
                          <m:t>𝑛</m:t>
                        </m:r>
                      </m:den>
                    </m:f>
                    <m:nary>
                      <m:naryPr>
                        <m:chr m:val="∑"/>
                        <m:ctrlPr>
                          <a:rPr lang="en-US" sz="2800" i="1">
                            <a:latin typeface="Cambria Math" panose="02040503050406030204" pitchFamily="18" charset="0"/>
                          </a:rPr>
                        </m:ctrlPr>
                      </m:naryPr>
                      <m:sub>
                        <m:r>
                          <a:rPr lang="en-US" sz="2800" i="1">
                            <a:latin typeface="Cambria Math" panose="02040503050406030204" pitchFamily="18" charset="0"/>
                          </a:rPr>
                          <m:t>𝑝</m:t>
                        </m:r>
                        <m:r>
                          <a:rPr lang="en-US" sz="2800" i="1">
                            <a:latin typeface="Cambria Math" panose="02040503050406030204" pitchFamily="18" charset="0"/>
                          </a:rPr>
                          <m:t>=1</m:t>
                        </m:r>
                      </m:sub>
                      <m:sup>
                        <m:r>
                          <a:rPr lang="en-US" sz="2800" i="1">
                            <a:latin typeface="Cambria Math" panose="02040503050406030204" pitchFamily="18" charset="0"/>
                          </a:rPr>
                          <m:t>𝑛</m:t>
                        </m:r>
                      </m:sup>
                      <m:e>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r>
                              <a:rPr lang="en-US" sz="2800" b="0" i="1" smtClean="0">
                                <a:latin typeface="Cambria Math" panose="02040503050406030204" pitchFamily="18" charset="0"/>
                              </a:rPr>
                              <m:t>+2</m:t>
                            </m:r>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𝑝</m:t>
                                </m:r>
                              </m:e>
                            </m:d>
                          </m:e>
                        </m:d>
                      </m:e>
                    </m:nary>
                  </m:oMath>
                </a14:m>
                <a:endParaRPr lang="en-US" sz="2800" dirty="0"/>
              </a:p>
              <a:p>
                <a:pPr>
                  <a:lnSpc>
                    <a:spcPct val="100000"/>
                  </a:lnSpc>
                  <a:buFont typeface="Wingdings" panose="05000000000000000000" pitchFamily="2" charset="2"/>
                  <a:buChar char="§"/>
                </a:pPr>
                <a14:m>
                  <m:oMath xmlns:m="http://schemas.openxmlformats.org/officeDocument/2006/math">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𝑛</m:t>
                        </m:r>
                      </m:e>
                    </m:d>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num>
                      <m:den>
                        <m:r>
                          <a:rPr lang="en-US" sz="2800" i="1">
                            <a:latin typeface="Cambria Math" panose="02040503050406030204" pitchFamily="18" charset="0"/>
                          </a:rPr>
                          <m:t>𝑛</m:t>
                        </m:r>
                      </m:den>
                    </m:f>
                    <m:nary>
                      <m:naryPr>
                        <m:chr m:val="∑"/>
                        <m:ctrlPr>
                          <a:rPr lang="en-US" sz="2800" i="1">
                            <a:latin typeface="Cambria Math" panose="02040503050406030204" pitchFamily="18" charset="0"/>
                          </a:rPr>
                        </m:ctrlPr>
                      </m:naryPr>
                      <m:sub>
                        <m:r>
                          <a:rPr lang="en-US" sz="2800" i="1">
                            <a:latin typeface="Cambria Math" panose="02040503050406030204" pitchFamily="18" charset="0"/>
                          </a:rPr>
                          <m:t>𝑝</m:t>
                        </m:r>
                        <m:r>
                          <a:rPr lang="en-US" sz="2800" i="1">
                            <a:latin typeface="Cambria Math" panose="02040503050406030204" pitchFamily="18" charset="0"/>
                          </a:rPr>
                          <m:t>=1</m:t>
                        </m:r>
                      </m:sub>
                      <m:sup>
                        <m:r>
                          <a:rPr lang="en-US" sz="2800" i="1">
                            <a:latin typeface="Cambria Math" panose="02040503050406030204" pitchFamily="18" charset="0"/>
                          </a:rPr>
                          <m:t>𝑛</m:t>
                        </m:r>
                      </m:sup>
                      <m:e>
                        <m:r>
                          <a:rPr lang="en-US" sz="2800" b="0" i="1" smtClean="0">
                            <a:latin typeface="Cambria Math" panose="02040503050406030204" pitchFamily="18" charset="0"/>
                          </a:rPr>
                          <m:t>𝑛</m:t>
                        </m:r>
                      </m:e>
                    </m:nary>
                    <m:r>
                      <a:rPr lang="en-US" sz="2800" b="0" i="1" smtClean="0">
                        <a:latin typeface="Cambria Math" panose="02040503050406030204" pitchFamily="18" charset="0"/>
                      </a:rPr>
                      <m:t>+</m:t>
                    </m:r>
                    <m:f>
                      <m:fPr>
                        <m:ctrlPr>
                          <a:rPr lang="en-US" sz="2800" i="1">
                            <a:latin typeface="Cambria Math" panose="02040503050406030204" pitchFamily="18" charset="0"/>
                          </a:rPr>
                        </m:ctrlPr>
                      </m:fPr>
                      <m:num>
                        <m:r>
                          <a:rPr lang="en-US" sz="2800" b="0" i="1" smtClean="0">
                            <a:latin typeface="Cambria Math" panose="02040503050406030204" pitchFamily="18" charset="0"/>
                          </a:rPr>
                          <m:t>1</m:t>
                        </m:r>
                      </m:num>
                      <m:den>
                        <m:r>
                          <a:rPr lang="en-US" sz="2800" i="1">
                            <a:latin typeface="Cambria Math" panose="02040503050406030204" pitchFamily="18" charset="0"/>
                          </a:rPr>
                          <m:t>𝑛</m:t>
                        </m:r>
                      </m:den>
                    </m:f>
                    <m:nary>
                      <m:naryPr>
                        <m:chr m:val="∑"/>
                        <m:ctrlPr>
                          <a:rPr lang="en-US" sz="2800" i="1">
                            <a:latin typeface="Cambria Math" panose="02040503050406030204" pitchFamily="18" charset="0"/>
                          </a:rPr>
                        </m:ctrlPr>
                      </m:naryPr>
                      <m:sub>
                        <m:r>
                          <a:rPr lang="en-US" sz="2800" i="1">
                            <a:latin typeface="Cambria Math" panose="02040503050406030204" pitchFamily="18" charset="0"/>
                          </a:rPr>
                          <m:t>𝑝</m:t>
                        </m:r>
                        <m:r>
                          <a:rPr lang="en-US" sz="2800" i="1">
                            <a:latin typeface="Cambria Math" panose="02040503050406030204" pitchFamily="18" charset="0"/>
                          </a:rPr>
                          <m:t>=1</m:t>
                        </m:r>
                      </m:sub>
                      <m:sup>
                        <m:r>
                          <a:rPr lang="en-US" sz="2800" i="1">
                            <a:latin typeface="Cambria Math" panose="02040503050406030204" pitchFamily="18" charset="0"/>
                          </a:rPr>
                          <m:t>𝑛</m:t>
                        </m:r>
                      </m:sup>
                      <m:e>
                        <m:r>
                          <a:rPr lang="en-US" sz="2800" i="1" smtClean="0">
                            <a:latin typeface="Cambria Math" panose="02040503050406030204" pitchFamily="18" charset="0"/>
                          </a:rPr>
                          <m:t>2</m:t>
                        </m:r>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𝑝</m:t>
                            </m:r>
                          </m:e>
                        </m:d>
                      </m:e>
                    </m:nary>
                  </m:oMath>
                </a14:m>
                <a:endParaRPr lang="en-US" sz="2800" dirty="0"/>
              </a:p>
              <a:p>
                <a:pPr>
                  <a:lnSpc>
                    <a:spcPct val="100000"/>
                  </a:lnSpc>
                  <a:buFont typeface="Wingdings" panose="05000000000000000000" pitchFamily="2" charset="2"/>
                  <a:buChar char="§"/>
                </a:pPr>
                <a:r>
                  <a:rPr lang="en-US" sz="2800" dirty="0"/>
                  <a:t>The term </a:t>
                </a:r>
                <a14:m>
                  <m:oMath xmlns:m="http://schemas.openxmlformats.org/officeDocument/2006/math">
                    <m:nary>
                      <m:naryPr>
                        <m:chr m:val="∑"/>
                        <m:ctrlPr>
                          <a:rPr lang="en-US" sz="2800" i="1">
                            <a:latin typeface="Cambria Math" panose="02040503050406030204" pitchFamily="18" charset="0"/>
                          </a:rPr>
                        </m:ctrlPr>
                      </m:naryPr>
                      <m:sub>
                        <m:r>
                          <a:rPr lang="en-US" sz="2800" i="1">
                            <a:latin typeface="Cambria Math" panose="02040503050406030204" pitchFamily="18" charset="0"/>
                          </a:rPr>
                          <m:t>𝑝</m:t>
                        </m:r>
                        <m:r>
                          <a:rPr lang="en-US" sz="2800" i="1">
                            <a:latin typeface="Cambria Math" panose="02040503050406030204" pitchFamily="18" charset="0"/>
                          </a:rPr>
                          <m:t>=1</m:t>
                        </m:r>
                      </m:sub>
                      <m:sup>
                        <m:r>
                          <a:rPr lang="en-US" sz="2800" i="1">
                            <a:latin typeface="Cambria Math" panose="02040503050406030204" pitchFamily="18" charset="0"/>
                          </a:rPr>
                          <m:t>𝑛</m:t>
                        </m:r>
                      </m:sup>
                      <m:e>
                        <m:r>
                          <a:rPr lang="en-US" sz="2800" i="1">
                            <a:latin typeface="Cambria Math" panose="02040503050406030204" pitchFamily="18" charset="0"/>
                          </a:rPr>
                          <m:t>𝑛</m:t>
                        </m:r>
                      </m:e>
                    </m:nary>
                  </m:oMath>
                </a14:m>
                <a:r>
                  <a:rPr lang="en-US" sz="2800" dirty="0"/>
                  <a:t> is basically summing </a:t>
                </a:r>
                <a14:m>
                  <m:oMath xmlns:m="http://schemas.openxmlformats.org/officeDocument/2006/math">
                    <m:r>
                      <a:rPr lang="en-US" sz="2800" b="0" i="1" smtClean="0">
                        <a:latin typeface="Cambria Math" panose="02040503050406030204" pitchFamily="18" charset="0"/>
                      </a:rPr>
                      <m:t>𝑛</m:t>
                    </m:r>
                  </m:oMath>
                </a14:m>
                <a:r>
                  <a:rPr lang="en-US" sz="2800" dirty="0"/>
                  <a:t>, </a:t>
                </a:r>
                <a14:m>
                  <m:oMath xmlns:m="http://schemas.openxmlformats.org/officeDocument/2006/math">
                    <m:r>
                      <a:rPr lang="en-US" sz="2800" b="0" i="1" smtClean="0">
                        <a:latin typeface="Cambria Math" panose="02040503050406030204" pitchFamily="18" charset="0"/>
                      </a:rPr>
                      <m:t>𝑛</m:t>
                    </m:r>
                  </m:oMath>
                </a14:m>
                <a:r>
                  <a:rPr lang="en-US" sz="2800" dirty="0"/>
                  <a:t> times. So, it will resolve to </a:t>
                </a:r>
                <a14:m>
                  <m:oMath xmlns:m="http://schemas.openxmlformats.org/officeDocument/2006/math">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2</m:t>
                            </m:r>
                          </m:sup>
                        </m:sSup>
                      </m:num>
                      <m:den>
                        <m:r>
                          <a:rPr lang="en-US" sz="2800" b="0" i="1" smtClean="0">
                            <a:latin typeface="Cambria Math" panose="02040503050406030204" pitchFamily="18" charset="0"/>
                          </a:rPr>
                          <m:t>𝑛</m:t>
                        </m:r>
                      </m:den>
                    </m:f>
                    <m:r>
                      <a:rPr lang="en-US" sz="2800" b="0" i="1" smtClean="0">
                        <a:latin typeface="Cambria Math" panose="02040503050406030204" pitchFamily="18" charset="0"/>
                      </a:rPr>
                      <m:t>=</m:t>
                    </m:r>
                    <m:r>
                      <a:rPr lang="en-US" sz="2800" b="0" i="1" smtClean="0">
                        <a:latin typeface="Cambria Math" panose="02040503050406030204" pitchFamily="18" charset="0"/>
                      </a:rPr>
                      <m:t>𝑛</m:t>
                    </m:r>
                  </m:oMath>
                </a14:m>
                <a:endParaRPr lang="en-US" sz="2800" dirty="0"/>
              </a:p>
              <a:p>
                <a:pPr>
                  <a:lnSpc>
                    <a:spcPct val="100000"/>
                  </a:lnSpc>
                  <a:buFont typeface="Wingdings" panose="05000000000000000000" pitchFamily="2" charset="2"/>
                  <a:buChar char="§"/>
                </a:pPr>
                <a:endParaRPr lang="en-US" sz="28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882" t="-1122" r="-623"/>
                </a:stretch>
              </a:blipFill>
            </p:spPr>
            <p:txBody>
              <a:bodyPr/>
              <a:lstStyle/>
              <a:p>
                <a:r>
                  <a:rPr lang="LID4096">
                    <a:noFill/>
                  </a:rPr>
                  <a:t> </a:t>
                </a:r>
              </a:p>
            </p:txBody>
          </p:sp>
        </mc:Fallback>
      </mc:AlternateContent>
    </p:spTree>
    <p:extLst>
      <p:ext uri="{BB962C8B-B14F-4D97-AF65-F5344CB8AC3E}">
        <p14:creationId xmlns:p14="http://schemas.microsoft.com/office/powerpoint/2010/main" val="178789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 – Average case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We get </a:t>
                </a:r>
                <a14:m>
                  <m:oMath xmlns:m="http://schemas.openxmlformats.org/officeDocument/2006/math">
                    <m:r>
                      <a:rPr lang="en-US" sz="3200" i="1" smtClean="0">
                        <a:latin typeface="Cambria Math" panose="02040503050406030204" pitchFamily="18" charset="0"/>
                      </a:rPr>
                      <m:t>𝑇</m:t>
                    </m:r>
                    <m:d>
                      <m:dPr>
                        <m:ctrlPr>
                          <a:rPr lang="en-US" sz="3200" i="1">
                            <a:latin typeface="Cambria Math" panose="02040503050406030204" pitchFamily="18" charset="0"/>
                          </a:rPr>
                        </m:ctrlPr>
                      </m:dPr>
                      <m:e>
                        <m:r>
                          <a:rPr lang="en-US" sz="3200" i="1">
                            <a:latin typeface="Cambria Math" panose="02040503050406030204" pitchFamily="18" charset="0"/>
                          </a:rPr>
                          <m:t>𝑛</m:t>
                        </m:r>
                      </m:e>
                    </m:d>
                    <m:r>
                      <a:rPr lang="en-US" sz="3200" i="1">
                        <a:latin typeface="Cambria Math" panose="02040503050406030204" pitchFamily="18" charset="0"/>
                      </a:rPr>
                      <m:t>=</m:t>
                    </m:r>
                    <m:r>
                      <a:rPr lang="en-US" sz="3200" b="0" i="1" smtClean="0">
                        <a:latin typeface="Cambria Math" panose="02040503050406030204" pitchFamily="18" charset="0"/>
                      </a:rPr>
                      <m:t>𝑛</m:t>
                    </m:r>
                    <m:r>
                      <a:rPr lang="en-US" sz="3200" i="1">
                        <a:latin typeface="Cambria Math" panose="02040503050406030204" pitchFamily="18" charset="0"/>
                      </a:rPr>
                      <m:t>+</m:t>
                    </m:r>
                    <m:f>
                      <m:fPr>
                        <m:ctrlPr>
                          <a:rPr lang="en-US" sz="3200" i="1">
                            <a:latin typeface="Cambria Math" panose="02040503050406030204" pitchFamily="18" charset="0"/>
                          </a:rPr>
                        </m:ctrlPr>
                      </m:fPr>
                      <m:num>
                        <m:r>
                          <a:rPr lang="en-US" sz="3200" i="1">
                            <a:latin typeface="Cambria Math" panose="02040503050406030204" pitchFamily="18" charset="0"/>
                          </a:rPr>
                          <m:t>1</m:t>
                        </m:r>
                      </m:num>
                      <m:den>
                        <m:r>
                          <a:rPr lang="en-US" sz="3200" i="1">
                            <a:latin typeface="Cambria Math" panose="02040503050406030204" pitchFamily="18" charset="0"/>
                          </a:rPr>
                          <m:t>𝑛</m:t>
                        </m:r>
                      </m:den>
                    </m:f>
                    <m:nary>
                      <m:naryPr>
                        <m:chr m:val="∑"/>
                        <m:ctrlPr>
                          <a:rPr lang="en-US" sz="3200" i="1">
                            <a:latin typeface="Cambria Math" panose="02040503050406030204" pitchFamily="18" charset="0"/>
                          </a:rPr>
                        </m:ctrlPr>
                      </m:naryPr>
                      <m:sub>
                        <m:r>
                          <a:rPr lang="en-US" sz="3200" i="1">
                            <a:latin typeface="Cambria Math" panose="02040503050406030204" pitchFamily="18" charset="0"/>
                          </a:rPr>
                          <m:t>𝑝</m:t>
                        </m:r>
                        <m:r>
                          <a:rPr lang="en-US" sz="3200" i="1">
                            <a:latin typeface="Cambria Math" panose="02040503050406030204" pitchFamily="18" charset="0"/>
                          </a:rPr>
                          <m:t>=1</m:t>
                        </m:r>
                      </m:sub>
                      <m:sup>
                        <m:r>
                          <a:rPr lang="en-US" sz="3200" i="1">
                            <a:latin typeface="Cambria Math" panose="02040503050406030204" pitchFamily="18" charset="0"/>
                          </a:rPr>
                          <m:t>𝑛</m:t>
                        </m:r>
                      </m:sup>
                      <m:e>
                        <m:r>
                          <a:rPr lang="en-US" sz="3200" i="1">
                            <a:latin typeface="Cambria Math" panose="02040503050406030204" pitchFamily="18" charset="0"/>
                          </a:rPr>
                          <m:t>2</m:t>
                        </m:r>
                        <m:r>
                          <a:rPr lang="en-US" sz="3200" i="1">
                            <a:latin typeface="Cambria Math" panose="02040503050406030204" pitchFamily="18" charset="0"/>
                          </a:rPr>
                          <m:t>𝑇</m:t>
                        </m:r>
                        <m:d>
                          <m:dPr>
                            <m:ctrlPr>
                              <a:rPr lang="en-US" sz="3200" i="1">
                                <a:latin typeface="Cambria Math" panose="02040503050406030204" pitchFamily="18" charset="0"/>
                              </a:rPr>
                            </m:ctrlPr>
                          </m:dPr>
                          <m:e>
                            <m:r>
                              <a:rPr lang="en-US" sz="3200" i="1">
                                <a:latin typeface="Cambria Math" panose="02040503050406030204" pitchFamily="18" charset="0"/>
                              </a:rPr>
                              <m:t>𝑝</m:t>
                            </m:r>
                          </m:e>
                        </m:d>
                      </m:e>
                    </m:nary>
                    <m:r>
                      <a:rPr lang="en-US" sz="3200" b="0" i="1" smtClean="0">
                        <a:latin typeface="Cambria Math" panose="02040503050406030204" pitchFamily="18" charset="0"/>
                      </a:rPr>
                      <m:t>=</m:t>
                    </m:r>
                    <m:r>
                      <a:rPr lang="en-US" sz="3200" i="1">
                        <a:latin typeface="Cambria Math" panose="02040503050406030204" pitchFamily="18" charset="0"/>
                      </a:rPr>
                      <m:t>𝑛</m:t>
                    </m:r>
                    <m:r>
                      <a:rPr lang="en-US" sz="3200" i="1">
                        <a:latin typeface="Cambria Math" panose="02040503050406030204" pitchFamily="18" charset="0"/>
                      </a:rPr>
                      <m:t>+</m:t>
                    </m:r>
                    <m:f>
                      <m:fPr>
                        <m:ctrlPr>
                          <a:rPr lang="en-US" sz="3200" i="1">
                            <a:latin typeface="Cambria Math" panose="02040503050406030204" pitchFamily="18" charset="0"/>
                          </a:rPr>
                        </m:ctrlPr>
                      </m:fPr>
                      <m:num>
                        <m:r>
                          <a:rPr lang="en-US" sz="3200" b="0" i="1" smtClean="0">
                            <a:latin typeface="Cambria Math" panose="02040503050406030204" pitchFamily="18" charset="0"/>
                          </a:rPr>
                          <m:t>2</m:t>
                        </m:r>
                      </m:num>
                      <m:den>
                        <m:r>
                          <a:rPr lang="en-US" sz="3200" i="1">
                            <a:latin typeface="Cambria Math" panose="02040503050406030204" pitchFamily="18" charset="0"/>
                          </a:rPr>
                          <m:t>𝑛</m:t>
                        </m:r>
                      </m:den>
                    </m:f>
                    <m:nary>
                      <m:naryPr>
                        <m:chr m:val="∑"/>
                        <m:ctrlPr>
                          <a:rPr lang="en-US" sz="3200" i="1">
                            <a:latin typeface="Cambria Math" panose="02040503050406030204" pitchFamily="18" charset="0"/>
                          </a:rPr>
                        </m:ctrlPr>
                      </m:naryPr>
                      <m:sub>
                        <m:r>
                          <a:rPr lang="en-US" sz="3200" i="1">
                            <a:latin typeface="Cambria Math" panose="02040503050406030204" pitchFamily="18" charset="0"/>
                          </a:rPr>
                          <m:t>𝑝</m:t>
                        </m:r>
                        <m:r>
                          <a:rPr lang="en-US" sz="3200" i="1">
                            <a:latin typeface="Cambria Math" panose="02040503050406030204" pitchFamily="18" charset="0"/>
                          </a:rPr>
                          <m:t>=1</m:t>
                        </m:r>
                      </m:sub>
                      <m:sup>
                        <m:r>
                          <a:rPr lang="en-US" sz="3200" i="1">
                            <a:latin typeface="Cambria Math" panose="02040503050406030204" pitchFamily="18" charset="0"/>
                          </a:rPr>
                          <m:t>𝑛</m:t>
                        </m:r>
                      </m:sup>
                      <m:e>
                        <m:r>
                          <a:rPr lang="en-US" sz="3200" i="1">
                            <a:latin typeface="Cambria Math" panose="02040503050406030204" pitchFamily="18" charset="0"/>
                          </a:rPr>
                          <m:t>𝑇</m:t>
                        </m:r>
                        <m:d>
                          <m:dPr>
                            <m:ctrlPr>
                              <a:rPr lang="en-US" sz="3200" i="1">
                                <a:latin typeface="Cambria Math" panose="02040503050406030204" pitchFamily="18" charset="0"/>
                              </a:rPr>
                            </m:ctrlPr>
                          </m:dPr>
                          <m:e>
                            <m:r>
                              <a:rPr lang="en-US" sz="3200" i="1">
                                <a:latin typeface="Cambria Math" panose="02040503050406030204" pitchFamily="18" charset="0"/>
                              </a:rPr>
                              <m:t>𝑝</m:t>
                            </m:r>
                          </m:e>
                        </m:d>
                      </m:e>
                    </m:nary>
                  </m:oMath>
                </a14:m>
                <a:r>
                  <a:rPr lang="en-US" sz="3200" dirty="0"/>
                  <a:t>	(Eq. 2)</a:t>
                </a:r>
              </a:p>
              <a:p>
                <a:pPr>
                  <a:lnSpc>
                    <a:spcPct val="120000"/>
                  </a:lnSpc>
                  <a:buFont typeface="Wingdings" panose="05000000000000000000" pitchFamily="2" charset="2"/>
                  <a:buChar char="§"/>
                </a:pPr>
                <a:r>
                  <a:rPr lang="en-US" sz="3200" dirty="0"/>
                  <a:t>The only term now left for us to deal with is </a:t>
                </a:r>
                <a14:m>
                  <m:oMath xmlns:m="http://schemas.openxmlformats.org/officeDocument/2006/math">
                    <m:nary>
                      <m:naryPr>
                        <m:chr m:val="∑"/>
                        <m:ctrlPr>
                          <a:rPr lang="en-US" sz="3200" i="1">
                            <a:latin typeface="Cambria Math" panose="02040503050406030204" pitchFamily="18" charset="0"/>
                          </a:rPr>
                        </m:ctrlPr>
                      </m:naryPr>
                      <m:sub>
                        <m:r>
                          <a:rPr lang="en-US" sz="3200" i="1">
                            <a:latin typeface="Cambria Math" panose="02040503050406030204" pitchFamily="18" charset="0"/>
                          </a:rPr>
                          <m:t>𝑝</m:t>
                        </m:r>
                        <m:r>
                          <a:rPr lang="en-US" sz="3200" i="1">
                            <a:latin typeface="Cambria Math" panose="02040503050406030204" pitchFamily="18" charset="0"/>
                          </a:rPr>
                          <m:t>=1</m:t>
                        </m:r>
                      </m:sub>
                      <m:sup>
                        <m:r>
                          <a:rPr lang="en-US" sz="3200" i="1">
                            <a:latin typeface="Cambria Math" panose="02040503050406030204" pitchFamily="18" charset="0"/>
                          </a:rPr>
                          <m:t>𝑛</m:t>
                        </m:r>
                      </m:sup>
                      <m:e>
                        <m:r>
                          <a:rPr lang="en-US" sz="3200" i="1">
                            <a:latin typeface="Cambria Math" panose="02040503050406030204" pitchFamily="18" charset="0"/>
                          </a:rPr>
                          <m:t>𝑇</m:t>
                        </m:r>
                        <m:d>
                          <m:dPr>
                            <m:ctrlPr>
                              <a:rPr lang="en-US" sz="3200" i="1">
                                <a:latin typeface="Cambria Math" panose="02040503050406030204" pitchFamily="18" charset="0"/>
                              </a:rPr>
                            </m:ctrlPr>
                          </m:dPr>
                          <m:e>
                            <m:r>
                              <a:rPr lang="en-US" sz="3200" i="1">
                                <a:latin typeface="Cambria Math" panose="02040503050406030204" pitchFamily="18" charset="0"/>
                              </a:rPr>
                              <m:t>𝑝</m:t>
                            </m:r>
                          </m:e>
                        </m:d>
                      </m:e>
                    </m:nary>
                  </m:oMath>
                </a14:m>
                <a:endParaRPr lang="en-US" sz="3000" dirty="0"/>
              </a:p>
              <a:p>
                <a:pPr>
                  <a:lnSpc>
                    <a:spcPct val="120000"/>
                  </a:lnSpc>
                  <a:buFont typeface="Wingdings" panose="05000000000000000000" pitchFamily="2" charset="2"/>
                  <a:buChar char="§"/>
                </a:pPr>
                <a:r>
                  <a:rPr lang="en-US" sz="3000" dirty="0"/>
                  <a:t>Multiply both sides of Eq. 2 with </a:t>
                </a:r>
                <a14:m>
                  <m:oMath xmlns:m="http://schemas.openxmlformats.org/officeDocument/2006/math">
                    <m:r>
                      <a:rPr lang="en-US" sz="3000" i="1" dirty="0" smtClean="0">
                        <a:latin typeface="Cambria Math" panose="02040503050406030204" pitchFamily="18" charset="0"/>
                      </a:rPr>
                      <m:t>𝑛</m:t>
                    </m:r>
                  </m:oMath>
                </a14:m>
                <a:r>
                  <a:rPr lang="en-US" sz="3000" dirty="0"/>
                  <a:t>.</a:t>
                </a:r>
              </a:p>
              <a:p>
                <a:pPr>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m:t>
                    </m:r>
                    <m:r>
                      <a:rPr lang="en-US" sz="3000" b="0" i="1" smtClean="0">
                        <a:latin typeface="Cambria Math" panose="02040503050406030204" pitchFamily="18" charset="0"/>
                      </a:rPr>
                      <m:t>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e>
                    </m:d>
                    <m:r>
                      <a:rPr lang="en-US" sz="30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i="1">
                            <a:latin typeface="Cambria Math" panose="02040503050406030204" pitchFamily="18" charset="0"/>
                          </a:rPr>
                          <m:t>𝑛</m:t>
                        </m:r>
                      </m:e>
                      <m:sup>
                        <m:r>
                          <a:rPr lang="en-US" sz="2800" b="0" i="1" smtClean="0">
                            <a:latin typeface="Cambria Math" panose="02040503050406030204" pitchFamily="18" charset="0"/>
                          </a:rPr>
                          <m:t>2</m:t>
                        </m:r>
                      </m:sup>
                    </m:sSup>
                    <m:r>
                      <a:rPr lang="en-US" sz="2800" i="1">
                        <a:latin typeface="Cambria Math" panose="02040503050406030204" pitchFamily="18" charset="0"/>
                      </a:rPr>
                      <m:t>+</m:t>
                    </m:r>
                    <m:r>
                      <a:rPr lang="en-US" sz="2800" b="0" i="1" smtClean="0">
                        <a:latin typeface="Cambria Math" panose="02040503050406030204" pitchFamily="18" charset="0"/>
                      </a:rPr>
                      <m:t>2</m:t>
                    </m:r>
                    <m:nary>
                      <m:naryPr>
                        <m:chr m:val="∑"/>
                        <m:ctrlPr>
                          <a:rPr lang="en-US" sz="2800" i="1">
                            <a:latin typeface="Cambria Math" panose="02040503050406030204" pitchFamily="18" charset="0"/>
                          </a:rPr>
                        </m:ctrlPr>
                      </m:naryPr>
                      <m:sub>
                        <m:r>
                          <a:rPr lang="en-US" sz="2800" i="1">
                            <a:latin typeface="Cambria Math" panose="02040503050406030204" pitchFamily="18" charset="0"/>
                          </a:rPr>
                          <m:t>𝑝</m:t>
                        </m:r>
                        <m:r>
                          <a:rPr lang="en-US" sz="2800" i="1">
                            <a:latin typeface="Cambria Math" panose="02040503050406030204" pitchFamily="18" charset="0"/>
                          </a:rPr>
                          <m:t>=1</m:t>
                        </m:r>
                      </m:sub>
                      <m:sup>
                        <m:r>
                          <a:rPr lang="en-US" sz="2800" i="1">
                            <a:latin typeface="Cambria Math" panose="02040503050406030204" pitchFamily="18" charset="0"/>
                          </a:rPr>
                          <m:t>𝑛</m:t>
                        </m:r>
                      </m:sup>
                      <m:e>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𝑝</m:t>
                            </m:r>
                          </m:e>
                        </m:d>
                      </m:e>
                    </m:nary>
                  </m:oMath>
                </a14:m>
                <a:r>
                  <a:rPr lang="en-US" sz="3000" dirty="0"/>
                  <a:t>					(Eq. 3)</a:t>
                </a:r>
              </a:p>
              <a:p>
                <a:pPr>
                  <a:lnSpc>
                    <a:spcPct val="120000"/>
                  </a:lnSpc>
                  <a:buFont typeface="Wingdings" panose="05000000000000000000" pitchFamily="2" charset="2"/>
                  <a:buChar char="§"/>
                </a:pPr>
                <a:r>
                  <a:rPr lang="en-US" sz="3000" dirty="0"/>
                  <a:t>Subtract 1 from </a:t>
                </a:r>
                <a14:m>
                  <m:oMath xmlns:m="http://schemas.openxmlformats.org/officeDocument/2006/math">
                    <m:r>
                      <a:rPr lang="en-US" sz="3000" b="0" i="1" smtClean="0">
                        <a:latin typeface="Cambria Math" panose="02040503050406030204" pitchFamily="18" charset="0"/>
                      </a:rPr>
                      <m:t>𝑛</m:t>
                    </m:r>
                  </m:oMath>
                </a14:m>
                <a:r>
                  <a:rPr lang="en-US" sz="3000" dirty="0"/>
                  <a:t>.</a:t>
                </a:r>
              </a:p>
              <a:p>
                <a:pPr>
                  <a:lnSpc>
                    <a:spcPct val="120000"/>
                  </a:lnSpc>
                  <a:buFont typeface="Wingdings" panose="05000000000000000000" pitchFamily="2" charset="2"/>
                  <a:buChar char="§"/>
                </a:pPr>
                <a14:m>
                  <m:oMath xmlns:m="http://schemas.openxmlformats.org/officeDocument/2006/math">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r>
                          <a:rPr lang="en-US" sz="3000" b="0" i="1" smtClean="0">
                            <a:latin typeface="Cambria Math" panose="02040503050406030204" pitchFamily="18" charset="0"/>
                          </a:rPr>
                          <m:t>−1</m:t>
                        </m:r>
                      </m:e>
                    </m:d>
                    <m:r>
                      <a:rPr lang="en-US" sz="3000" b="0" i="1" smtClean="0">
                        <a:latin typeface="Cambria Math" panose="02040503050406030204" pitchFamily="18" charset="0"/>
                      </a:rPr>
                      <m:t>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r>
                          <a:rPr lang="en-US" sz="3000" b="0" i="1" smtClean="0">
                            <a:latin typeface="Cambria Math" panose="02040503050406030204" pitchFamily="18" charset="0"/>
                          </a:rPr>
                          <m:t>−1</m:t>
                        </m:r>
                      </m:e>
                    </m:d>
                    <m:r>
                      <a:rPr lang="en-US" sz="3000" b="0" i="1" smtClean="0">
                        <a:latin typeface="Cambria Math" panose="02040503050406030204" pitchFamily="18" charset="0"/>
                      </a:rPr>
                      <m:t>=</m:t>
                    </m:r>
                    <m:sSup>
                      <m:sSupPr>
                        <m:ctrlPr>
                          <a:rPr lang="en-US" sz="3000" b="0" i="1" smtClean="0">
                            <a:latin typeface="Cambria Math" panose="02040503050406030204" pitchFamily="18" charset="0"/>
                          </a:rPr>
                        </m:ctrlPr>
                      </m:sSupPr>
                      <m:e>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r>
                              <a:rPr lang="en-US" sz="3000" b="0" i="1" smtClean="0">
                                <a:latin typeface="Cambria Math" panose="02040503050406030204" pitchFamily="18" charset="0"/>
                              </a:rPr>
                              <m:t>−1</m:t>
                            </m:r>
                          </m:e>
                        </m:d>
                      </m:e>
                      <m:sup>
                        <m:r>
                          <a:rPr lang="en-US" sz="3000" b="0" i="1" smtClean="0">
                            <a:latin typeface="Cambria Math" panose="02040503050406030204" pitchFamily="18" charset="0"/>
                          </a:rPr>
                          <m:t>2</m:t>
                        </m:r>
                      </m:sup>
                    </m:sSup>
                    <m:r>
                      <a:rPr lang="en-US" sz="3000" b="0" i="1" smtClean="0">
                        <a:latin typeface="Cambria Math" panose="02040503050406030204" pitchFamily="18" charset="0"/>
                      </a:rPr>
                      <m:t>+2</m:t>
                    </m:r>
                    <m:nary>
                      <m:naryPr>
                        <m:chr m:val="∑"/>
                        <m:limLoc m:val="subSup"/>
                        <m:ctrlPr>
                          <a:rPr lang="en-US" sz="3000" b="0" i="1" smtClean="0">
                            <a:latin typeface="Cambria Math" panose="02040503050406030204" pitchFamily="18" charset="0"/>
                          </a:rPr>
                        </m:ctrlPr>
                      </m:naryPr>
                      <m:sub>
                        <m:r>
                          <m:rPr>
                            <m:brk m:alnAt="25"/>
                          </m:rPr>
                          <a:rPr lang="en-US" sz="3000" b="0" i="1" smtClean="0">
                            <a:latin typeface="Cambria Math" panose="02040503050406030204" pitchFamily="18" charset="0"/>
                          </a:rPr>
                          <m:t>𝑝</m:t>
                        </m:r>
                        <m:r>
                          <a:rPr lang="en-US" sz="3000" b="0" i="1" smtClean="0">
                            <a:latin typeface="Cambria Math" panose="02040503050406030204" pitchFamily="18" charset="0"/>
                          </a:rPr>
                          <m:t>=1</m:t>
                        </m:r>
                      </m:sub>
                      <m:sup>
                        <m:r>
                          <a:rPr lang="en-US" sz="3000" b="0" i="1" smtClean="0">
                            <a:latin typeface="Cambria Math" panose="02040503050406030204" pitchFamily="18" charset="0"/>
                          </a:rPr>
                          <m:t>𝑛</m:t>
                        </m:r>
                        <m:r>
                          <a:rPr lang="en-US" sz="3000" b="0" i="1" smtClean="0">
                            <a:latin typeface="Cambria Math" panose="02040503050406030204" pitchFamily="18" charset="0"/>
                          </a:rPr>
                          <m:t>−1</m:t>
                        </m:r>
                      </m:sup>
                      <m:e>
                        <m:r>
                          <a:rPr lang="en-US" sz="3000" b="0" i="1" smtClean="0">
                            <a:latin typeface="Cambria Math" panose="02040503050406030204" pitchFamily="18" charset="0"/>
                          </a:rPr>
                          <m:t>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𝑝</m:t>
                            </m:r>
                          </m:e>
                        </m:d>
                      </m:e>
                    </m:nary>
                  </m:oMath>
                </a14:m>
                <a:r>
                  <a:rPr lang="en-US" sz="3000" dirty="0"/>
                  <a:t>			(Eq. 4)</a:t>
                </a:r>
              </a:p>
              <a:p>
                <a:pPr>
                  <a:lnSpc>
                    <a:spcPct val="120000"/>
                  </a:lnSpc>
                  <a:buFont typeface="Wingdings" panose="05000000000000000000" pitchFamily="2" charset="2"/>
                  <a:buChar char="§"/>
                </a:pPr>
                <a:r>
                  <a:rPr lang="en-US" sz="3000" dirty="0"/>
                  <a:t>Subtract Eq. 3 from 4</a:t>
                </a:r>
              </a:p>
              <a:p>
                <a:pPr>
                  <a:lnSpc>
                    <a:spcPct val="120000"/>
                  </a:lnSpc>
                  <a:buFont typeface="Wingdings" panose="05000000000000000000" pitchFamily="2" charset="2"/>
                  <a:buChar char="§"/>
                </a:pPr>
                <a14:m>
                  <m:oMath xmlns:m="http://schemas.openxmlformats.org/officeDocument/2006/math">
                    <m:r>
                      <a:rPr lang="en-US" sz="3000" i="1">
                        <a:latin typeface="Cambria Math" panose="02040503050406030204" pitchFamily="18" charset="0"/>
                      </a:rPr>
                      <m:t>𝑛</m:t>
                    </m:r>
                    <m:r>
                      <a:rPr lang="en-US" sz="3000" i="1">
                        <a:latin typeface="Cambria Math" panose="02040503050406030204" pitchFamily="18" charset="0"/>
                      </a:rPr>
                      <m:t>.</m:t>
                    </m:r>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e>
                    </m:d>
                    <m:r>
                      <a:rPr lang="en-US" sz="3000" b="0" i="1" smtClean="0">
                        <a:latin typeface="Cambria Math" panose="02040503050406030204" pitchFamily="18" charset="0"/>
                      </a:rPr>
                      <m:t>−</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r>
                      <a:rPr lang="en-US" sz="3000" i="1">
                        <a:latin typeface="Cambria Math" panose="02040503050406030204" pitchFamily="18" charset="0"/>
                      </a:rPr>
                      <m:t>=</m:t>
                    </m:r>
                    <m:d>
                      <m:dPr>
                        <m:begChr m:val="["/>
                        <m:endChr m:val="]"/>
                        <m:ctrlPr>
                          <a:rPr lang="en-US" sz="3000" b="0" i="1" smtClean="0">
                            <a:latin typeface="Cambria Math" panose="02040503050406030204" pitchFamily="18" charset="0"/>
                          </a:rPr>
                        </m:ctrlPr>
                      </m:dPr>
                      <m:e>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𝑛</m:t>
                            </m:r>
                          </m:e>
                          <m:sup>
                            <m:r>
                              <a:rPr lang="en-US" sz="3000" b="0" i="1" smtClean="0">
                                <a:latin typeface="Cambria Math" panose="02040503050406030204" pitchFamily="18" charset="0"/>
                              </a:rPr>
                              <m:t>2</m:t>
                            </m:r>
                          </m:sup>
                        </m:sSup>
                        <m:r>
                          <a:rPr lang="en-US" sz="3000" b="0" i="1" smtClean="0">
                            <a:latin typeface="Cambria Math" panose="02040503050406030204" pitchFamily="18" charset="0"/>
                          </a:rPr>
                          <m:t>+</m:t>
                        </m:r>
                        <m:r>
                          <a:rPr lang="en-US" sz="3200" i="1">
                            <a:latin typeface="Cambria Math" panose="02040503050406030204" pitchFamily="18" charset="0"/>
                          </a:rPr>
                          <m:t>2</m:t>
                        </m:r>
                        <m:nary>
                          <m:naryPr>
                            <m:chr m:val="∑"/>
                            <m:ctrlPr>
                              <a:rPr lang="en-US" sz="3200" i="1">
                                <a:latin typeface="Cambria Math" panose="02040503050406030204" pitchFamily="18" charset="0"/>
                              </a:rPr>
                            </m:ctrlPr>
                          </m:naryPr>
                          <m:sub>
                            <m:r>
                              <a:rPr lang="en-US" sz="3200" i="1">
                                <a:latin typeface="Cambria Math" panose="02040503050406030204" pitchFamily="18" charset="0"/>
                              </a:rPr>
                              <m:t>𝑝</m:t>
                            </m:r>
                            <m:r>
                              <a:rPr lang="en-US" sz="3200" i="1">
                                <a:latin typeface="Cambria Math" panose="02040503050406030204" pitchFamily="18" charset="0"/>
                              </a:rPr>
                              <m:t>=1</m:t>
                            </m:r>
                          </m:sub>
                          <m:sup>
                            <m:r>
                              <a:rPr lang="en-US" sz="3200" i="1">
                                <a:latin typeface="Cambria Math" panose="02040503050406030204" pitchFamily="18" charset="0"/>
                              </a:rPr>
                              <m:t>𝑛</m:t>
                            </m:r>
                          </m:sup>
                          <m:e>
                            <m:r>
                              <a:rPr lang="en-US" sz="3200" i="1">
                                <a:latin typeface="Cambria Math" panose="02040503050406030204" pitchFamily="18" charset="0"/>
                              </a:rPr>
                              <m:t>𝑇</m:t>
                            </m:r>
                            <m:d>
                              <m:dPr>
                                <m:ctrlPr>
                                  <a:rPr lang="en-US" sz="3200" i="1">
                                    <a:latin typeface="Cambria Math" panose="02040503050406030204" pitchFamily="18" charset="0"/>
                                  </a:rPr>
                                </m:ctrlPr>
                              </m:dPr>
                              <m:e>
                                <m:r>
                                  <a:rPr lang="en-US" sz="3200" i="1">
                                    <a:latin typeface="Cambria Math" panose="02040503050406030204" pitchFamily="18" charset="0"/>
                                  </a:rPr>
                                  <m:t>𝑝</m:t>
                                </m:r>
                              </m:e>
                            </m:d>
                          </m:e>
                        </m:nary>
                      </m:e>
                    </m:d>
                    <m:r>
                      <a:rPr lang="en-US" sz="3200" b="0" i="1" smtClean="0">
                        <a:latin typeface="Cambria Math" panose="02040503050406030204" pitchFamily="18" charset="0"/>
                      </a:rPr>
                      <m:t>−</m:t>
                    </m:r>
                    <m:d>
                      <m:dPr>
                        <m:begChr m:val="["/>
                        <m:endChr m:val="]"/>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r>
                                  <a:rPr lang="en-US" sz="3200" b="0" i="1" smtClean="0">
                                    <a:latin typeface="Cambria Math" panose="02040503050406030204" pitchFamily="18" charset="0"/>
                                  </a:rPr>
                                  <m:t>−1</m:t>
                                </m:r>
                              </m:e>
                            </m:d>
                          </m:e>
                          <m:sup>
                            <m:r>
                              <a:rPr lang="en-US" sz="3200" b="0" i="1" smtClean="0">
                                <a:latin typeface="Cambria Math" panose="02040503050406030204" pitchFamily="18" charset="0"/>
                              </a:rPr>
                              <m:t>2</m:t>
                            </m:r>
                          </m:sup>
                        </m:sSup>
                        <m:r>
                          <a:rPr lang="en-US" sz="3200" b="0" i="1" smtClean="0">
                            <a:latin typeface="Cambria Math" panose="02040503050406030204" pitchFamily="18" charset="0"/>
                          </a:rPr>
                          <m:t>+2</m:t>
                        </m:r>
                        <m:nary>
                          <m:naryPr>
                            <m:chr m:val="∑"/>
                            <m:limLoc m:val="subSup"/>
                            <m:ctrlPr>
                              <a:rPr lang="en-US" sz="3000" i="1">
                                <a:latin typeface="Cambria Math" panose="02040503050406030204" pitchFamily="18" charset="0"/>
                              </a:rPr>
                            </m:ctrlPr>
                          </m:naryPr>
                          <m:sub>
                            <m:r>
                              <m:rPr>
                                <m:brk m:alnAt="25"/>
                              </m:rPr>
                              <a:rPr lang="en-US" sz="3000" i="1">
                                <a:latin typeface="Cambria Math" panose="02040503050406030204" pitchFamily="18" charset="0"/>
                              </a:rPr>
                              <m:t>𝑝</m:t>
                            </m:r>
                            <m:r>
                              <a:rPr lang="en-US" sz="3000" i="1">
                                <a:latin typeface="Cambria Math" panose="02040503050406030204" pitchFamily="18" charset="0"/>
                              </a:rPr>
                              <m:t>=1</m:t>
                            </m:r>
                          </m:sub>
                          <m:sup>
                            <m:r>
                              <a:rPr lang="en-US" sz="3000" i="1">
                                <a:latin typeface="Cambria Math" panose="02040503050406030204" pitchFamily="18" charset="0"/>
                              </a:rPr>
                              <m:t>𝑛</m:t>
                            </m:r>
                            <m:r>
                              <a:rPr lang="en-US" sz="3000" i="1">
                                <a:latin typeface="Cambria Math" panose="02040503050406030204" pitchFamily="18" charset="0"/>
                              </a:rPr>
                              <m:t>−1</m:t>
                            </m:r>
                          </m:sup>
                          <m:e>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𝑝</m:t>
                                </m:r>
                              </m:e>
                            </m:d>
                          </m:e>
                        </m:nary>
                      </m:e>
                    </m:d>
                  </m:oMath>
                </a14:m>
                <a:endParaRPr lang="en-US" sz="30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830"/>
                </a:stretch>
              </a:blipFill>
            </p:spPr>
            <p:txBody>
              <a:bodyPr/>
              <a:lstStyle/>
              <a:p>
                <a:r>
                  <a:rPr lang="LID4096">
                    <a:noFill/>
                  </a:rPr>
                  <a:t> </a:t>
                </a:r>
              </a:p>
            </p:txBody>
          </p:sp>
        </mc:Fallback>
      </mc:AlternateContent>
    </p:spTree>
    <p:extLst>
      <p:ext uri="{BB962C8B-B14F-4D97-AF65-F5344CB8AC3E}">
        <p14:creationId xmlns:p14="http://schemas.microsoft.com/office/powerpoint/2010/main" val="2686934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 – Average case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b="1" dirty="0"/>
                  <a:t>IMPORTANT!</a:t>
                </a:r>
              </a:p>
              <a:p>
                <a:pPr>
                  <a:lnSpc>
                    <a:spcPct val="120000"/>
                  </a:lnSpc>
                  <a:buFont typeface="Wingdings" panose="05000000000000000000" pitchFamily="2" charset="2"/>
                  <a:buChar char="§"/>
                </a:pPr>
                <a14:m>
                  <m:oMath xmlns:m="http://schemas.openxmlformats.org/officeDocument/2006/math">
                    <m:r>
                      <a:rPr lang="en-US" sz="3000" i="1">
                        <a:latin typeface="Cambria Math" panose="02040503050406030204" pitchFamily="18" charset="0"/>
                      </a:rPr>
                      <m:t>𝑛</m:t>
                    </m:r>
                    <m:r>
                      <a:rPr lang="en-US" sz="3000" i="1">
                        <a:latin typeface="Cambria Math" panose="02040503050406030204" pitchFamily="18" charset="0"/>
                      </a:rPr>
                      <m:t>.</m:t>
                    </m:r>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e>
                    </m:d>
                    <m:r>
                      <a:rPr lang="en-US" sz="3000" b="0" i="1" smtClean="0">
                        <a:latin typeface="Cambria Math" panose="02040503050406030204" pitchFamily="18" charset="0"/>
                      </a:rPr>
                      <m:t>−</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r>
                      <a:rPr lang="en-US" sz="3000" i="1">
                        <a:latin typeface="Cambria Math" panose="02040503050406030204" pitchFamily="18" charset="0"/>
                      </a:rPr>
                      <m:t>=</m:t>
                    </m:r>
                    <m:d>
                      <m:dPr>
                        <m:begChr m:val="["/>
                        <m:endChr m:val="]"/>
                        <m:ctrlPr>
                          <a:rPr lang="en-US" sz="3000" b="0" i="1" smtClean="0">
                            <a:latin typeface="Cambria Math" panose="02040503050406030204" pitchFamily="18" charset="0"/>
                          </a:rPr>
                        </m:ctrlPr>
                      </m:dPr>
                      <m:e>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𝑛</m:t>
                            </m:r>
                          </m:e>
                          <m:sup>
                            <m:r>
                              <a:rPr lang="en-US" sz="3000" b="0" i="1" smtClean="0">
                                <a:latin typeface="Cambria Math" panose="02040503050406030204" pitchFamily="18" charset="0"/>
                              </a:rPr>
                              <m:t>2</m:t>
                            </m:r>
                          </m:sup>
                        </m:sSup>
                        <m:r>
                          <a:rPr lang="en-US" sz="3000" b="0" i="1" smtClean="0">
                            <a:latin typeface="Cambria Math" panose="02040503050406030204" pitchFamily="18" charset="0"/>
                          </a:rPr>
                          <m:t>+</m:t>
                        </m:r>
                        <m:r>
                          <a:rPr lang="en-US" sz="3200" i="1">
                            <a:latin typeface="Cambria Math" panose="02040503050406030204" pitchFamily="18" charset="0"/>
                          </a:rPr>
                          <m:t>2</m:t>
                        </m:r>
                        <m:nary>
                          <m:naryPr>
                            <m:chr m:val="∑"/>
                            <m:ctrlPr>
                              <a:rPr lang="en-US" sz="3200" i="1">
                                <a:latin typeface="Cambria Math" panose="02040503050406030204" pitchFamily="18" charset="0"/>
                              </a:rPr>
                            </m:ctrlPr>
                          </m:naryPr>
                          <m:sub>
                            <m:r>
                              <a:rPr lang="en-US" sz="3200" i="1">
                                <a:latin typeface="Cambria Math" panose="02040503050406030204" pitchFamily="18" charset="0"/>
                              </a:rPr>
                              <m:t>𝑝</m:t>
                            </m:r>
                            <m:r>
                              <a:rPr lang="en-US" sz="3200" i="1">
                                <a:latin typeface="Cambria Math" panose="02040503050406030204" pitchFamily="18" charset="0"/>
                              </a:rPr>
                              <m:t>=1</m:t>
                            </m:r>
                          </m:sub>
                          <m:sup>
                            <m:r>
                              <a:rPr lang="en-US" sz="3200" i="1">
                                <a:latin typeface="Cambria Math" panose="02040503050406030204" pitchFamily="18" charset="0"/>
                              </a:rPr>
                              <m:t>𝑛</m:t>
                            </m:r>
                          </m:sup>
                          <m:e>
                            <m:r>
                              <a:rPr lang="en-US" sz="3200" i="1">
                                <a:latin typeface="Cambria Math" panose="02040503050406030204" pitchFamily="18" charset="0"/>
                              </a:rPr>
                              <m:t>𝑇</m:t>
                            </m:r>
                            <m:d>
                              <m:dPr>
                                <m:ctrlPr>
                                  <a:rPr lang="en-US" sz="3200" i="1">
                                    <a:latin typeface="Cambria Math" panose="02040503050406030204" pitchFamily="18" charset="0"/>
                                  </a:rPr>
                                </m:ctrlPr>
                              </m:dPr>
                              <m:e>
                                <m:r>
                                  <a:rPr lang="en-US" sz="3200" i="1">
                                    <a:latin typeface="Cambria Math" panose="02040503050406030204" pitchFamily="18" charset="0"/>
                                  </a:rPr>
                                  <m:t>𝑝</m:t>
                                </m:r>
                              </m:e>
                            </m:d>
                          </m:e>
                        </m:nary>
                      </m:e>
                    </m:d>
                    <m:r>
                      <a:rPr lang="en-US" sz="3200" b="0" i="1" smtClean="0">
                        <a:latin typeface="Cambria Math" panose="02040503050406030204" pitchFamily="18" charset="0"/>
                      </a:rPr>
                      <m:t>−</m:t>
                    </m:r>
                    <m:d>
                      <m:dPr>
                        <m:begChr m:val="["/>
                        <m:endChr m:val="]"/>
                        <m:ctrlPr>
                          <a:rPr lang="en-US" sz="3200" b="0" i="1" smtClean="0">
                            <a:latin typeface="Cambria Math" panose="02040503050406030204" pitchFamily="18" charset="0"/>
                          </a:rPr>
                        </m:ctrlPr>
                      </m:dPr>
                      <m:e>
                        <m:sSup>
                          <m:sSupPr>
                            <m:ctrlPr>
                              <a:rPr lang="en-US" sz="3200" b="0" i="1" smtClean="0">
                                <a:latin typeface="Cambria Math" panose="02040503050406030204" pitchFamily="18" charset="0"/>
                              </a:rPr>
                            </m:ctrlPr>
                          </m:sSupPr>
                          <m:e>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𝑛</m:t>
                                </m:r>
                                <m:r>
                                  <a:rPr lang="en-US" sz="3200" b="0" i="1" smtClean="0">
                                    <a:latin typeface="Cambria Math" panose="02040503050406030204" pitchFamily="18" charset="0"/>
                                  </a:rPr>
                                  <m:t>−1</m:t>
                                </m:r>
                              </m:e>
                            </m:d>
                          </m:e>
                          <m:sup>
                            <m:r>
                              <a:rPr lang="en-US" sz="3200" b="0" i="1" smtClean="0">
                                <a:latin typeface="Cambria Math" panose="02040503050406030204" pitchFamily="18" charset="0"/>
                              </a:rPr>
                              <m:t>2</m:t>
                            </m:r>
                          </m:sup>
                        </m:sSup>
                        <m:r>
                          <a:rPr lang="en-US" sz="3200" b="0" i="1" smtClean="0">
                            <a:latin typeface="Cambria Math" panose="02040503050406030204" pitchFamily="18" charset="0"/>
                          </a:rPr>
                          <m:t>+2</m:t>
                        </m:r>
                        <m:nary>
                          <m:naryPr>
                            <m:chr m:val="∑"/>
                            <m:limLoc m:val="subSup"/>
                            <m:ctrlPr>
                              <a:rPr lang="en-US" sz="3000" i="1">
                                <a:latin typeface="Cambria Math" panose="02040503050406030204" pitchFamily="18" charset="0"/>
                              </a:rPr>
                            </m:ctrlPr>
                          </m:naryPr>
                          <m:sub>
                            <m:r>
                              <m:rPr>
                                <m:brk m:alnAt="25"/>
                              </m:rPr>
                              <a:rPr lang="en-US" sz="3000" i="1">
                                <a:latin typeface="Cambria Math" panose="02040503050406030204" pitchFamily="18" charset="0"/>
                              </a:rPr>
                              <m:t>𝑝</m:t>
                            </m:r>
                            <m:r>
                              <a:rPr lang="en-US" sz="3000" i="1">
                                <a:latin typeface="Cambria Math" panose="02040503050406030204" pitchFamily="18" charset="0"/>
                              </a:rPr>
                              <m:t>=1</m:t>
                            </m:r>
                          </m:sub>
                          <m:sup>
                            <m:r>
                              <a:rPr lang="en-US" sz="3000" i="1">
                                <a:latin typeface="Cambria Math" panose="02040503050406030204" pitchFamily="18" charset="0"/>
                              </a:rPr>
                              <m:t>𝑛</m:t>
                            </m:r>
                            <m:r>
                              <a:rPr lang="en-US" sz="3000" i="1">
                                <a:latin typeface="Cambria Math" panose="02040503050406030204" pitchFamily="18" charset="0"/>
                              </a:rPr>
                              <m:t>−1</m:t>
                            </m:r>
                          </m:sup>
                          <m:e>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𝑝</m:t>
                                </m:r>
                              </m:e>
                            </m:d>
                          </m:e>
                        </m:nary>
                      </m:e>
                    </m:d>
                  </m:oMath>
                </a14:m>
                <a:endParaRPr lang="en-US" sz="3000" dirty="0"/>
              </a:p>
              <a:p>
                <a:pPr>
                  <a:lnSpc>
                    <a:spcPct val="120000"/>
                  </a:lnSpc>
                  <a:buFont typeface="Wingdings" panose="05000000000000000000" pitchFamily="2" charset="2"/>
                  <a:buChar char="§"/>
                </a:pPr>
                <a:r>
                  <a:rPr lang="en-US" sz="3000" dirty="0"/>
                  <a:t>Once we subtract </a:t>
                </a:r>
                <a14:m>
                  <m:oMath xmlns:m="http://schemas.openxmlformats.org/officeDocument/2006/math">
                    <m:r>
                      <a:rPr lang="en-US" sz="2800" i="1">
                        <a:latin typeface="Cambria Math" panose="02040503050406030204" pitchFamily="18" charset="0"/>
                      </a:rPr>
                      <m:t>2</m:t>
                    </m:r>
                    <m:nary>
                      <m:naryPr>
                        <m:chr m:val="∑"/>
                        <m:ctrlPr>
                          <a:rPr lang="en-US" sz="2800" i="1">
                            <a:latin typeface="Cambria Math" panose="02040503050406030204" pitchFamily="18" charset="0"/>
                          </a:rPr>
                        </m:ctrlPr>
                      </m:naryPr>
                      <m:sub>
                        <m:r>
                          <a:rPr lang="en-US" sz="2800" i="1">
                            <a:latin typeface="Cambria Math" panose="02040503050406030204" pitchFamily="18" charset="0"/>
                          </a:rPr>
                          <m:t>𝑝</m:t>
                        </m:r>
                        <m:r>
                          <a:rPr lang="en-US" sz="2800" i="1">
                            <a:latin typeface="Cambria Math" panose="02040503050406030204" pitchFamily="18" charset="0"/>
                          </a:rPr>
                          <m:t>=1</m:t>
                        </m:r>
                      </m:sub>
                      <m:sup>
                        <m:r>
                          <a:rPr lang="en-US" sz="2800" i="1">
                            <a:latin typeface="Cambria Math" panose="02040503050406030204" pitchFamily="18" charset="0"/>
                          </a:rPr>
                          <m:t>𝑛</m:t>
                        </m:r>
                        <m:r>
                          <a:rPr lang="en-US" sz="2800" b="0" i="1" smtClean="0">
                            <a:latin typeface="Cambria Math" panose="02040503050406030204" pitchFamily="18" charset="0"/>
                          </a:rPr>
                          <m:t>−1</m:t>
                        </m:r>
                      </m:sup>
                      <m:e>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𝑝</m:t>
                            </m:r>
                          </m:e>
                        </m:d>
                      </m:e>
                    </m:nary>
                  </m:oMath>
                </a14:m>
                <a:r>
                  <a:rPr lang="en-US" sz="3000" dirty="0"/>
                  <a:t> from </a:t>
                </a:r>
                <a14:m>
                  <m:oMath xmlns:m="http://schemas.openxmlformats.org/officeDocument/2006/math">
                    <m:r>
                      <a:rPr lang="en-US" sz="2800" i="1">
                        <a:latin typeface="Cambria Math" panose="02040503050406030204" pitchFamily="18" charset="0"/>
                      </a:rPr>
                      <m:t>2</m:t>
                    </m:r>
                    <m:nary>
                      <m:naryPr>
                        <m:chr m:val="∑"/>
                        <m:ctrlPr>
                          <a:rPr lang="en-US" sz="2800" i="1">
                            <a:latin typeface="Cambria Math" panose="02040503050406030204" pitchFamily="18" charset="0"/>
                          </a:rPr>
                        </m:ctrlPr>
                      </m:naryPr>
                      <m:sub>
                        <m:r>
                          <a:rPr lang="en-US" sz="2800" i="1">
                            <a:latin typeface="Cambria Math" panose="02040503050406030204" pitchFamily="18" charset="0"/>
                          </a:rPr>
                          <m:t>𝑝</m:t>
                        </m:r>
                        <m:r>
                          <a:rPr lang="en-US" sz="2800" i="1">
                            <a:latin typeface="Cambria Math" panose="02040503050406030204" pitchFamily="18" charset="0"/>
                          </a:rPr>
                          <m:t>=1</m:t>
                        </m:r>
                      </m:sub>
                      <m:sup>
                        <m:r>
                          <a:rPr lang="en-US" sz="2800" i="1">
                            <a:latin typeface="Cambria Math" panose="02040503050406030204" pitchFamily="18" charset="0"/>
                          </a:rPr>
                          <m:t>𝑛</m:t>
                        </m:r>
                      </m:sup>
                      <m:e>
                        <m:r>
                          <a:rPr lang="en-US" sz="2800" i="1">
                            <a:latin typeface="Cambria Math" panose="02040503050406030204" pitchFamily="18" charset="0"/>
                          </a:rPr>
                          <m:t>𝑇</m:t>
                        </m:r>
                        <m:d>
                          <m:dPr>
                            <m:ctrlPr>
                              <a:rPr lang="en-US" sz="2800" i="1">
                                <a:latin typeface="Cambria Math" panose="02040503050406030204" pitchFamily="18" charset="0"/>
                              </a:rPr>
                            </m:ctrlPr>
                          </m:dPr>
                          <m:e>
                            <m:r>
                              <a:rPr lang="en-US" sz="2800" i="1">
                                <a:latin typeface="Cambria Math" panose="02040503050406030204" pitchFamily="18" charset="0"/>
                              </a:rPr>
                              <m:t>𝑝</m:t>
                            </m:r>
                          </m:e>
                        </m:d>
                      </m:e>
                    </m:nary>
                  </m:oMath>
                </a14:m>
                <a:r>
                  <a:rPr lang="en-US" sz="3000" dirty="0"/>
                  <a:t>, we will be left with </a:t>
                </a:r>
                <a14:m>
                  <m:oMath xmlns:m="http://schemas.openxmlformats.org/officeDocument/2006/math">
                    <m:r>
                      <a:rPr lang="en-US" sz="3000" b="0" i="0" smtClean="0">
                        <a:latin typeface="Cambria Math" panose="02040503050406030204" pitchFamily="18" charset="0"/>
                      </a:rPr>
                      <m:t>2</m:t>
                    </m:r>
                    <m:r>
                      <a:rPr lang="en-US" sz="3000" b="0" i="1" smtClean="0">
                        <a:latin typeface="Cambria Math" panose="02040503050406030204" pitchFamily="18" charset="0"/>
                      </a:rPr>
                      <m:t>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r>
                          <a:rPr lang="en-US" sz="3000" b="0" i="1" smtClean="0">
                            <a:latin typeface="Cambria Math" panose="02040503050406030204" pitchFamily="18" charset="0"/>
                          </a:rPr>
                          <m:t>−1</m:t>
                        </m:r>
                      </m:e>
                    </m:d>
                  </m:oMath>
                </a14:m>
                <a:r>
                  <a:rPr lang="en-US" sz="3000" dirty="0"/>
                  <a:t>.</a:t>
                </a:r>
              </a:p>
              <a:p>
                <a:pPr>
                  <a:lnSpc>
                    <a:spcPct val="120000"/>
                  </a:lnSpc>
                  <a:buFont typeface="Wingdings" panose="05000000000000000000" pitchFamily="2" charset="2"/>
                  <a:buChar char="§"/>
                </a:pPr>
                <a:r>
                  <a:rPr lang="en-US" sz="3000" dirty="0"/>
                  <a:t>Hence, </a:t>
                </a:r>
                <a14:m>
                  <m:oMath xmlns:m="http://schemas.openxmlformats.org/officeDocument/2006/math">
                    <m:r>
                      <a:rPr lang="en-US" sz="3000" i="1">
                        <a:latin typeface="Cambria Math" panose="02040503050406030204" pitchFamily="18" charset="0"/>
                      </a:rPr>
                      <m:t>𝑛</m:t>
                    </m:r>
                    <m:r>
                      <a:rPr lang="en-US" sz="3000" i="1">
                        <a:latin typeface="Cambria Math" panose="02040503050406030204" pitchFamily="18" charset="0"/>
                      </a:rPr>
                      <m:t>.</m:t>
                    </m:r>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e>
                    </m:d>
                    <m:r>
                      <a:rPr lang="en-US" sz="3000" i="1">
                        <a:latin typeface="Cambria Math" panose="02040503050406030204" pitchFamily="18" charset="0"/>
                      </a:rPr>
                      <m:t>−</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r>
                      <a:rPr lang="en-US" sz="3000" i="1">
                        <a:latin typeface="Cambria Math" panose="02040503050406030204" pitchFamily="18" charset="0"/>
                      </a:rPr>
                      <m:t>=</m:t>
                    </m:r>
                    <m:sSup>
                      <m:sSupPr>
                        <m:ctrlPr>
                          <a:rPr lang="en-US" sz="3000" i="1">
                            <a:latin typeface="Cambria Math" panose="02040503050406030204" pitchFamily="18" charset="0"/>
                          </a:rPr>
                        </m:ctrlPr>
                      </m:sSupPr>
                      <m:e>
                        <m:r>
                          <a:rPr lang="en-US" sz="3000" i="1">
                            <a:latin typeface="Cambria Math" panose="02040503050406030204" pitchFamily="18" charset="0"/>
                          </a:rPr>
                          <m:t>𝑛</m:t>
                        </m:r>
                      </m:e>
                      <m:sup>
                        <m:r>
                          <a:rPr lang="en-US" sz="3000" i="1">
                            <a:latin typeface="Cambria Math" panose="02040503050406030204" pitchFamily="18" charset="0"/>
                          </a:rPr>
                          <m:t>2</m:t>
                        </m:r>
                      </m:sup>
                    </m:sSup>
                    <m:r>
                      <a:rPr lang="en-US" sz="3000" i="1">
                        <a:latin typeface="Cambria Math" panose="02040503050406030204" pitchFamily="18" charset="0"/>
                      </a:rPr>
                      <m:t>+</m:t>
                    </m:r>
                    <m:r>
                      <a:rPr lang="en-US" sz="3000" b="0" i="1" smtClean="0">
                        <a:latin typeface="Cambria Math" panose="02040503050406030204" pitchFamily="18" charset="0"/>
                      </a:rPr>
                      <m:t>2</m:t>
                    </m:r>
                    <m:r>
                      <a:rPr lang="en-US" sz="3000" b="0" i="1" smtClean="0">
                        <a:latin typeface="Cambria Math" panose="02040503050406030204" pitchFamily="18" charset="0"/>
                      </a:rPr>
                      <m:t>𝑇</m:t>
                    </m:r>
                    <m:r>
                      <a:rPr lang="en-US" sz="3000" b="0" i="1" smtClean="0">
                        <a:latin typeface="Cambria Math" panose="02040503050406030204" pitchFamily="18" charset="0"/>
                      </a:rPr>
                      <m:t>(</m:t>
                    </m:r>
                    <m:r>
                      <a:rPr lang="en-US" sz="3000" b="0" i="1" smtClean="0">
                        <a:latin typeface="Cambria Math" panose="02040503050406030204" pitchFamily="18" charset="0"/>
                      </a:rPr>
                      <m:t>𝑛</m:t>
                    </m:r>
                    <m:r>
                      <a:rPr lang="en-US" sz="3000" b="0" i="1" smtClean="0">
                        <a:latin typeface="Cambria Math" panose="02040503050406030204" pitchFamily="18" charset="0"/>
                      </a:rPr>
                      <m:t>−1)</m:t>
                    </m:r>
                    <m:r>
                      <a:rPr lang="en-US" sz="3200" i="1">
                        <a:latin typeface="Cambria Math" panose="02040503050406030204" pitchFamily="18" charset="0"/>
                      </a:rPr>
                      <m:t>−</m:t>
                    </m:r>
                    <m:sSup>
                      <m:sSupPr>
                        <m:ctrlPr>
                          <a:rPr lang="en-US" sz="3200" i="1">
                            <a:latin typeface="Cambria Math" panose="02040503050406030204" pitchFamily="18" charset="0"/>
                          </a:rPr>
                        </m:ctrlPr>
                      </m:sSupPr>
                      <m:e>
                        <m:d>
                          <m:dPr>
                            <m:ctrlPr>
                              <a:rPr lang="en-US" sz="3200" i="1">
                                <a:latin typeface="Cambria Math" panose="02040503050406030204" pitchFamily="18" charset="0"/>
                              </a:rPr>
                            </m:ctrlPr>
                          </m:dPr>
                          <m:e>
                            <m:r>
                              <a:rPr lang="en-US" sz="3200" i="1">
                                <a:latin typeface="Cambria Math" panose="02040503050406030204" pitchFamily="18" charset="0"/>
                              </a:rPr>
                              <m:t>𝑛</m:t>
                            </m:r>
                            <m:r>
                              <a:rPr lang="en-US" sz="3200" i="1">
                                <a:latin typeface="Cambria Math" panose="02040503050406030204" pitchFamily="18" charset="0"/>
                              </a:rPr>
                              <m:t>−1</m:t>
                            </m:r>
                          </m:e>
                        </m:d>
                      </m:e>
                      <m:sup>
                        <m:r>
                          <a:rPr lang="en-US" sz="3200" i="1">
                            <a:latin typeface="Cambria Math" panose="02040503050406030204" pitchFamily="18" charset="0"/>
                          </a:rPr>
                          <m:t>2</m:t>
                        </m:r>
                      </m:sup>
                    </m:sSup>
                  </m:oMath>
                </a14:m>
                <a:endParaRPr lang="en-US" sz="3000" dirty="0"/>
              </a:p>
              <a:p>
                <a:pPr>
                  <a:lnSpc>
                    <a:spcPct val="120000"/>
                  </a:lnSpc>
                  <a:buFont typeface="Wingdings" panose="05000000000000000000" pitchFamily="2" charset="2"/>
                  <a:buChar char="§"/>
                </a:pPr>
                <a14:m>
                  <m:oMath xmlns:m="http://schemas.openxmlformats.org/officeDocument/2006/math">
                    <m:r>
                      <a:rPr lang="en-US" sz="3000" i="1">
                        <a:latin typeface="Cambria Math" panose="02040503050406030204" pitchFamily="18" charset="0"/>
                      </a:rPr>
                      <m:t>𝑛</m:t>
                    </m:r>
                    <m:r>
                      <a:rPr lang="en-US" sz="3000" i="1">
                        <a:latin typeface="Cambria Math" panose="02040503050406030204" pitchFamily="18" charset="0"/>
                      </a:rPr>
                      <m:t>.</m:t>
                    </m:r>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e>
                    </m:d>
                    <m:r>
                      <a:rPr lang="en-US" sz="3000" i="1">
                        <a:latin typeface="Cambria Math" panose="02040503050406030204" pitchFamily="18" charset="0"/>
                      </a:rPr>
                      <m:t>−</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r>
                      <a:rPr lang="en-US" sz="3000" i="1">
                        <a:latin typeface="Cambria Math" panose="02040503050406030204" pitchFamily="18" charset="0"/>
                      </a:rPr>
                      <m:t>=</m:t>
                    </m:r>
                    <m:r>
                      <a:rPr lang="en-US" sz="3000" b="0" i="1" smtClean="0">
                        <a:latin typeface="Cambria Math" panose="02040503050406030204" pitchFamily="18" charset="0"/>
                      </a:rPr>
                      <m:t>2</m:t>
                    </m:r>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r>
                      <a:rPr lang="en-US" sz="3000" b="0" i="1" smtClean="0">
                        <a:latin typeface="Cambria Math" panose="02040503050406030204" pitchFamily="18" charset="0"/>
                      </a:rPr>
                      <m:t>+</m:t>
                    </m:r>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𝑛</m:t>
                        </m:r>
                      </m:e>
                      <m:sup>
                        <m:r>
                          <a:rPr lang="en-US" sz="3000" b="0" i="1" smtClean="0">
                            <a:latin typeface="Cambria Math" panose="02040503050406030204" pitchFamily="18" charset="0"/>
                          </a:rPr>
                          <m:t>2</m:t>
                        </m:r>
                      </m:sup>
                    </m:sSup>
                    <m:r>
                      <a:rPr lang="en-US" sz="3200" i="1">
                        <a:latin typeface="Cambria Math" panose="02040503050406030204" pitchFamily="18" charset="0"/>
                      </a:rPr>
                      <m:t>−</m:t>
                    </m:r>
                    <m:d>
                      <m:dPr>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r>
                              <a:rPr lang="en-US" sz="2800" i="1">
                                <a:latin typeface="Cambria Math" panose="02040503050406030204" pitchFamily="18" charset="0"/>
                              </a:rPr>
                              <m:t>𝑛</m:t>
                            </m:r>
                          </m:e>
                          <m:sup>
                            <m:r>
                              <a:rPr lang="en-US" sz="2800" i="1">
                                <a:latin typeface="Cambria Math" panose="02040503050406030204" pitchFamily="18" charset="0"/>
                              </a:rPr>
                              <m:t>2</m:t>
                            </m:r>
                          </m:sup>
                        </m:sSup>
                        <m:r>
                          <a:rPr lang="en-US" sz="2800" i="1">
                            <a:latin typeface="Cambria Math" panose="02040503050406030204" pitchFamily="18" charset="0"/>
                          </a:rPr>
                          <m:t>−2</m:t>
                        </m:r>
                        <m:r>
                          <a:rPr lang="en-US" sz="2800" i="1">
                            <a:latin typeface="Cambria Math" panose="02040503050406030204" pitchFamily="18" charset="0"/>
                          </a:rPr>
                          <m:t>𝑛</m:t>
                        </m:r>
                        <m:r>
                          <a:rPr lang="en-US" sz="2800" i="1">
                            <a:latin typeface="Cambria Math" panose="02040503050406030204" pitchFamily="18" charset="0"/>
                          </a:rPr>
                          <m:t>+1</m:t>
                        </m:r>
                      </m:e>
                    </m:d>
                  </m:oMath>
                </a14:m>
                <a:endParaRPr lang="en-US" sz="3000" dirty="0"/>
              </a:p>
              <a:p>
                <a:pPr>
                  <a:lnSpc>
                    <a:spcPct val="120000"/>
                  </a:lnSpc>
                  <a:buFont typeface="Wingdings" panose="05000000000000000000" pitchFamily="2" charset="2"/>
                  <a:buChar char="§"/>
                </a:pPr>
                <a14:m>
                  <m:oMath xmlns:m="http://schemas.openxmlformats.org/officeDocument/2006/math">
                    <m:r>
                      <a:rPr lang="en-US" sz="3000" i="1">
                        <a:latin typeface="Cambria Math" panose="02040503050406030204" pitchFamily="18" charset="0"/>
                      </a:rPr>
                      <m:t>𝑛</m:t>
                    </m:r>
                    <m:r>
                      <a:rPr lang="en-US" sz="3000" i="1">
                        <a:latin typeface="Cambria Math" panose="02040503050406030204" pitchFamily="18" charset="0"/>
                      </a:rPr>
                      <m:t>.</m:t>
                    </m:r>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e>
                    </m:d>
                    <m:r>
                      <a:rPr lang="en-US" sz="3000" i="1">
                        <a:latin typeface="Cambria Math" panose="02040503050406030204" pitchFamily="18" charset="0"/>
                      </a:rPr>
                      <m:t>−</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r>
                      <a:rPr lang="en-US" sz="3000" i="1">
                        <a:latin typeface="Cambria Math" panose="02040503050406030204" pitchFamily="18" charset="0"/>
                      </a:rPr>
                      <m:t>=</m:t>
                    </m:r>
                    <m:r>
                      <a:rPr lang="en-US" sz="3000" b="0" i="1" smtClean="0">
                        <a:latin typeface="Cambria Math" panose="02040503050406030204" pitchFamily="18" charset="0"/>
                      </a:rPr>
                      <m:t>2</m:t>
                    </m:r>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r>
                      <a:rPr lang="en-US" sz="3000" i="1">
                        <a:latin typeface="Cambria Math" panose="02040503050406030204" pitchFamily="18" charset="0"/>
                      </a:rPr>
                      <m:t>+</m:t>
                    </m:r>
                    <m:r>
                      <a:rPr lang="en-US" sz="3000" b="0" i="1" smtClean="0">
                        <a:latin typeface="Cambria Math" panose="02040503050406030204" pitchFamily="18" charset="0"/>
                      </a:rPr>
                      <m:t>2</m:t>
                    </m:r>
                    <m:r>
                      <a:rPr lang="en-US" sz="3000" b="0" i="1" smtClean="0">
                        <a:latin typeface="Cambria Math" panose="02040503050406030204" pitchFamily="18" charset="0"/>
                      </a:rPr>
                      <m:t>𝑛</m:t>
                    </m:r>
                    <m:r>
                      <a:rPr lang="en-US" sz="3000" b="0" i="1" smtClean="0">
                        <a:latin typeface="Cambria Math" panose="02040503050406030204" pitchFamily="18" charset="0"/>
                      </a:rPr>
                      <m:t>−1</m:t>
                    </m:r>
                  </m:oMath>
                </a14:m>
                <a:r>
                  <a:rPr lang="en-US" sz="3000" dirty="0"/>
                  <a:t>	(Eq. 5)</a:t>
                </a:r>
              </a:p>
              <a:p>
                <a:pPr>
                  <a:lnSpc>
                    <a:spcPct val="120000"/>
                  </a:lnSpc>
                  <a:buFont typeface="Wingdings" panose="05000000000000000000" pitchFamily="2" charset="2"/>
                  <a:buChar char="§"/>
                </a:pPr>
                <a:endParaRPr lang="en-US" sz="30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882" t="-748"/>
                </a:stretch>
              </a:blipFill>
            </p:spPr>
            <p:txBody>
              <a:bodyPr/>
              <a:lstStyle/>
              <a:p>
                <a:r>
                  <a:rPr lang="en-US">
                    <a:noFill/>
                  </a:rPr>
                  <a:t> </a:t>
                </a:r>
              </a:p>
            </p:txBody>
          </p:sp>
        </mc:Fallback>
      </mc:AlternateContent>
    </p:spTree>
    <p:extLst>
      <p:ext uri="{BB962C8B-B14F-4D97-AF65-F5344CB8AC3E}">
        <p14:creationId xmlns:p14="http://schemas.microsoft.com/office/powerpoint/2010/main" val="906824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 – Average case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In Eq. 5, move </a:t>
                </a:r>
                <a14:m>
                  <m:oMath xmlns:m="http://schemas.openxmlformats.org/officeDocument/2006/math">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oMath>
                </a14:m>
                <a:r>
                  <a:rPr lang="en-US" sz="3000" dirty="0"/>
                  <a:t> to RHS.</a:t>
                </a:r>
              </a:p>
              <a:p>
                <a:pPr>
                  <a:lnSpc>
                    <a:spcPct val="120000"/>
                  </a:lnSpc>
                  <a:buFont typeface="Wingdings" panose="05000000000000000000" pitchFamily="2" charset="2"/>
                  <a:buChar char="§"/>
                </a:pPr>
                <a14:m>
                  <m:oMath xmlns:m="http://schemas.openxmlformats.org/officeDocument/2006/math">
                    <m:r>
                      <a:rPr lang="en-US" sz="3000" i="1">
                        <a:latin typeface="Cambria Math" panose="02040503050406030204" pitchFamily="18" charset="0"/>
                      </a:rPr>
                      <m:t>𝑛</m:t>
                    </m:r>
                    <m:r>
                      <a:rPr lang="en-US" sz="3000" i="1">
                        <a:latin typeface="Cambria Math" panose="02040503050406030204" pitchFamily="18" charset="0"/>
                      </a:rPr>
                      <m:t>.</m:t>
                    </m:r>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e>
                    </m:d>
                    <m:r>
                      <a:rPr lang="en-US" sz="3000" i="1">
                        <a:latin typeface="Cambria Math" panose="02040503050406030204" pitchFamily="18" charset="0"/>
                      </a:rPr>
                      <m:t>=</m:t>
                    </m:r>
                    <m:r>
                      <a:rPr lang="en-US" sz="3000" b="0" i="1" smtClean="0">
                        <a:latin typeface="Cambria Math" panose="02040503050406030204" pitchFamily="18" charset="0"/>
                      </a:rPr>
                      <m:t>2</m:t>
                    </m:r>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r>
                      <a:rPr lang="en-US" sz="3000" i="1">
                        <a:latin typeface="Cambria Math" panose="02040503050406030204" pitchFamily="18" charset="0"/>
                      </a:rPr>
                      <m:t>+</m:t>
                    </m:r>
                    <m:r>
                      <a:rPr lang="en-US" sz="3000" b="0" i="1" smtClean="0">
                        <a:latin typeface="Cambria Math" panose="02040503050406030204" pitchFamily="18" charset="0"/>
                      </a:rPr>
                      <m:t>2</m:t>
                    </m:r>
                    <m:r>
                      <a:rPr lang="en-US" sz="3000" b="0" i="1" smtClean="0">
                        <a:latin typeface="Cambria Math" panose="02040503050406030204" pitchFamily="18" charset="0"/>
                      </a:rPr>
                      <m:t>𝑛</m:t>
                    </m:r>
                    <m:r>
                      <a:rPr lang="en-US" sz="3000" b="0" i="1" smtClean="0">
                        <a:latin typeface="Cambria Math" panose="02040503050406030204" pitchFamily="18" charset="0"/>
                      </a:rPr>
                      <m:t>−1+</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oMath>
                </a14:m>
                <a:endParaRPr lang="en-US" sz="3000" dirty="0"/>
              </a:p>
              <a:p>
                <a:pPr>
                  <a:lnSpc>
                    <a:spcPct val="120000"/>
                  </a:lnSpc>
                  <a:buFont typeface="Wingdings" panose="05000000000000000000" pitchFamily="2" charset="2"/>
                  <a:buChar char="§"/>
                </a:pPr>
                <a:r>
                  <a:rPr lang="en-US" sz="3000" dirty="0"/>
                  <a:t>Assume </a:t>
                </a:r>
                <a14:m>
                  <m:oMath xmlns:m="http://schemas.openxmlformats.org/officeDocument/2006/math">
                    <m:r>
                      <a:rPr lang="en-US" sz="3000" b="0" i="1" smtClean="0">
                        <a:latin typeface="Cambria Math" panose="02040503050406030204" pitchFamily="18" charset="0"/>
                      </a:rPr>
                      <m:t>𝑋</m:t>
                    </m:r>
                    <m:r>
                      <a:rPr lang="en-US" sz="3000" b="0" i="1" smtClean="0">
                        <a:latin typeface="Cambria Math" panose="02040503050406030204" pitchFamily="18" charset="0"/>
                      </a:rPr>
                      <m:t>=</m:t>
                    </m:r>
                    <m:r>
                      <a:rPr lang="en-US" sz="3000" b="0" i="1" smtClean="0">
                        <a:latin typeface="Cambria Math" panose="02040503050406030204" pitchFamily="18" charset="0"/>
                      </a:rPr>
                      <m:t>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r>
                          <a:rPr lang="en-US" sz="3000" b="0" i="1" smtClean="0">
                            <a:latin typeface="Cambria Math" panose="02040503050406030204" pitchFamily="18" charset="0"/>
                          </a:rPr>
                          <m:t>−1</m:t>
                        </m:r>
                      </m:e>
                    </m:d>
                    <m:r>
                      <a:rPr lang="en-US" sz="3000" b="0" i="1" smtClean="0">
                        <a:latin typeface="Cambria Math" panose="02040503050406030204" pitchFamily="18" charset="0"/>
                      </a:rPr>
                      <m:t>,</m:t>
                    </m:r>
                    <m:r>
                      <a:rPr lang="en-US" sz="3000" b="0" i="1" smtClean="0">
                        <a:latin typeface="Cambria Math" panose="02040503050406030204" pitchFamily="18" charset="0"/>
                      </a:rPr>
                      <m:t>𝑌</m:t>
                    </m:r>
                    <m:r>
                      <a:rPr lang="en-US" sz="3000" b="0" i="1" smtClean="0">
                        <a:latin typeface="Cambria Math" panose="02040503050406030204" pitchFamily="18" charset="0"/>
                      </a:rPr>
                      <m:t>=</m:t>
                    </m:r>
                    <m:r>
                      <a:rPr lang="en-US" sz="3000" b="0" i="1" smtClean="0">
                        <a:latin typeface="Cambria Math" panose="02040503050406030204" pitchFamily="18" charset="0"/>
                      </a:rPr>
                      <m:t>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e>
                    </m:d>
                  </m:oMath>
                </a14:m>
                <a:r>
                  <a:rPr lang="en-US" sz="3000" dirty="0"/>
                  <a:t> and ignore the constant term </a:t>
                </a:r>
                <a14:m>
                  <m:oMath xmlns:m="http://schemas.openxmlformats.org/officeDocument/2006/math">
                    <m:r>
                      <a:rPr lang="en-US" sz="3000" i="1" dirty="0" smtClean="0">
                        <a:latin typeface="Cambria Math" panose="02040503050406030204" pitchFamily="18" charset="0"/>
                      </a:rPr>
                      <m:t>−1</m:t>
                    </m:r>
                  </m:oMath>
                </a14:m>
                <a:endParaRPr lang="en-US" sz="3000" dirty="0"/>
              </a:p>
              <a:p>
                <a:pPr>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m:t>
                    </m:r>
                    <m:r>
                      <a:rPr lang="en-US" sz="3000" b="0" i="1" smtClean="0">
                        <a:latin typeface="Cambria Math" panose="02040503050406030204" pitchFamily="18" charset="0"/>
                      </a:rPr>
                      <m:t>𝑌</m:t>
                    </m:r>
                    <m:r>
                      <a:rPr lang="en-US" sz="3000" i="1">
                        <a:latin typeface="Cambria Math" panose="02040503050406030204" pitchFamily="18" charset="0"/>
                      </a:rPr>
                      <m:t>=2</m:t>
                    </m:r>
                    <m:r>
                      <a:rPr lang="en-US" sz="3000" i="1" smtClean="0">
                        <a:latin typeface="Cambria Math" panose="02040503050406030204" pitchFamily="18" charset="0"/>
                      </a:rPr>
                      <m:t>𝑋</m:t>
                    </m:r>
                    <m:r>
                      <a:rPr lang="en-US" sz="3000" i="1">
                        <a:latin typeface="Cambria Math" panose="02040503050406030204" pitchFamily="18" charset="0"/>
                      </a:rPr>
                      <m:t>+2</m:t>
                    </m:r>
                    <m:r>
                      <a:rPr lang="en-US" sz="3000" i="1">
                        <a:latin typeface="Cambria Math" panose="02040503050406030204" pitchFamily="18" charset="0"/>
                      </a:rPr>
                      <m:t>𝑛</m:t>
                    </m:r>
                    <m:r>
                      <a:rPr lang="en-US" sz="3000" i="1">
                        <a:latin typeface="Cambria Math" panose="02040503050406030204" pitchFamily="18" charset="0"/>
                      </a:rPr>
                      <m:t>−1+</m:t>
                    </m:r>
                    <m:r>
                      <a:rPr lang="en-US" sz="3000" b="0" i="1" smtClean="0">
                        <a:latin typeface="Cambria Math" panose="02040503050406030204" pitchFamily="18" charset="0"/>
                      </a:rPr>
                      <m:t>𝑋</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r>
                          <a:rPr lang="en-US" sz="3000" b="0" i="1" smtClean="0">
                            <a:latin typeface="Cambria Math" panose="02040503050406030204" pitchFamily="18" charset="0"/>
                          </a:rPr>
                          <m:t>−1</m:t>
                        </m:r>
                      </m:e>
                    </m:d>
                    <m:r>
                      <a:rPr lang="en-US" sz="3000" b="0" i="1" smtClean="0">
                        <a:latin typeface="Cambria Math" panose="02040503050406030204" pitchFamily="18" charset="0"/>
                      </a:rPr>
                      <m:t>=</m:t>
                    </m:r>
                    <m:r>
                      <a:rPr lang="en-US" sz="3000" b="0" i="1" smtClean="0">
                        <a:latin typeface="Cambria Math" panose="02040503050406030204" pitchFamily="18" charset="0"/>
                      </a:rPr>
                      <m:t>𝑋</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2+</m:t>
                        </m:r>
                        <m:r>
                          <a:rPr lang="en-US" sz="3000" b="0" i="1" smtClean="0">
                            <a:latin typeface="Cambria Math" panose="02040503050406030204" pitchFamily="18" charset="0"/>
                          </a:rPr>
                          <m:t>𝑛</m:t>
                        </m:r>
                        <m:r>
                          <a:rPr lang="en-US" sz="3000" b="0" i="1" smtClean="0">
                            <a:latin typeface="Cambria Math" panose="02040503050406030204" pitchFamily="18" charset="0"/>
                          </a:rPr>
                          <m:t>−1</m:t>
                        </m:r>
                      </m:e>
                    </m:d>
                    <m:r>
                      <a:rPr lang="en-US" sz="3000" b="0" i="1" smtClean="0">
                        <a:latin typeface="Cambria Math" panose="02040503050406030204" pitchFamily="18" charset="0"/>
                      </a:rPr>
                      <m:t>+2</m:t>
                    </m:r>
                    <m:r>
                      <a:rPr lang="en-US" sz="3000" b="0" i="1" smtClean="0">
                        <a:latin typeface="Cambria Math" panose="02040503050406030204" pitchFamily="18" charset="0"/>
                      </a:rPr>
                      <m:t>𝑛</m:t>
                    </m:r>
                  </m:oMath>
                </a14:m>
                <a:endParaRPr lang="en-US" sz="3000" b="0" dirty="0"/>
              </a:p>
              <a:p>
                <a:pPr>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m:t>
                    </m:r>
                    <m:r>
                      <a:rPr lang="en-US" sz="3000" b="0" i="1" smtClean="0">
                        <a:latin typeface="Cambria Math" panose="02040503050406030204" pitchFamily="18" charset="0"/>
                      </a:rPr>
                      <m:t>𝑌</m:t>
                    </m:r>
                    <m:r>
                      <a:rPr lang="en-US" sz="3000" b="0" i="1" smtClean="0">
                        <a:latin typeface="Cambria Math" panose="02040503050406030204" pitchFamily="18" charset="0"/>
                      </a:rPr>
                      <m:t>=</m:t>
                    </m:r>
                    <m:r>
                      <a:rPr lang="en-US" sz="3000" b="0" i="1" smtClean="0">
                        <a:latin typeface="Cambria Math" panose="02040503050406030204" pitchFamily="18" charset="0"/>
                      </a:rPr>
                      <m:t>𝑋</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r>
                          <a:rPr lang="en-US" sz="3000" b="0" i="1" smtClean="0">
                            <a:latin typeface="Cambria Math" panose="02040503050406030204" pitchFamily="18" charset="0"/>
                          </a:rPr>
                          <m:t>+1</m:t>
                        </m:r>
                      </m:e>
                    </m:d>
                    <m:r>
                      <a:rPr lang="en-US" sz="3000" b="0" i="1" smtClean="0">
                        <a:latin typeface="Cambria Math" panose="02040503050406030204" pitchFamily="18" charset="0"/>
                      </a:rPr>
                      <m:t>+2</m:t>
                    </m:r>
                    <m:r>
                      <a:rPr lang="en-US" sz="3000" b="0" i="1" smtClean="0">
                        <a:latin typeface="Cambria Math" panose="02040503050406030204" pitchFamily="18" charset="0"/>
                      </a:rPr>
                      <m:t>𝑛</m:t>
                    </m:r>
                  </m:oMath>
                </a14:m>
                <a:endParaRPr lang="en-US" sz="3000" dirty="0"/>
              </a:p>
              <a:p>
                <a:pPr>
                  <a:lnSpc>
                    <a:spcPct val="120000"/>
                  </a:lnSpc>
                  <a:buFont typeface="Wingdings" panose="05000000000000000000" pitchFamily="2" charset="2"/>
                  <a:buChar char="§"/>
                </a:pPr>
                <a:r>
                  <a:rPr lang="en-US" sz="3000" dirty="0"/>
                  <a:t>Divide both sides by </a:t>
                </a:r>
                <a14:m>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r>
                          <a:rPr lang="en-US" sz="3000" b="0" i="1" smtClean="0">
                            <a:latin typeface="Cambria Math" panose="02040503050406030204" pitchFamily="18" charset="0"/>
                          </a:rPr>
                          <m:t>+1</m:t>
                        </m:r>
                      </m:e>
                    </m:d>
                  </m:oMath>
                </a14:m>
                <a:endParaRPr lang="en-US" sz="3000" dirty="0"/>
              </a:p>
              <a:p>
                <a:pPr>
                  <a:lnSpc>
                    <a:spcPct val="120000"/>
                  </a:lnSpc>
                  <a:buFont typeface="Wingdings" panose="05000000000000000000" pitchFamily="2" charset="2"/>
                  <a:buChar char="§"/>
                </a:pPr>
                <a14:m>
                  <m:oMath xmlns:m="http://schemas.openxmlformats.org/officeDocument/2006/math">
                    <m:f>
                      <m:fPr>
                        <m:ctrlPr>
                          <a:rPr lang="en-US" sz="3000" b="0" i="1" smtClean="0">
                            <a:latin typeface="Cambria Math" panose="02040503050406030204" pitchFamily="18" charset="0"/>
                          </a:rPr>
                        </m:ctrlPr>
                      </m:fPr>
                      <m:num>
                        <m:r>
                          <a:rPr lang="en-US" sz="3000" i="1">
                            <a:latin typeface="Cambria Math" panose="02040503050406030204" pitchFamily="18" charset="0"/>
                          </a:rPr>
                          <m:t>𝑛</m:t>
                        </m:r>
                        <m:r>
                          <a:rPr lang="en-US" sz="3000" b="0" i="1" smtClean="0">
                            <a:latin typeface="Cambria Math" panose="02040503050406030204" pitchFamily="18" charset="0"/>
                          </a:rPr>
                          <m:t>.</m:t>
                        </m:r>
                        <m:r>
                          <a:rPr lang="en-US" sz="3000" b="0" i="1" smtClean="0">
                            <a:latin typeface="Cambria Math" panose="02040503050406030204" pitchFamily="18" charset="0"/>
                          </a:rPr>
                          <m:t>𝑌</m:t>
                        </m:r>
                      </m:num>
                      <m:den>
                        <m:r>
                          <a:rPr lang="en-US" sz="3000" i="1">
                            <a:latin typeface="Cambria Math" panose="02040503050406030204" pitchFamily="18" charset="0"/>
                          </a:rPr>
                          <m:t>𝑛</m:t>
                        </m:r>
                        <m:r>
                          <a:rPr lang="en-US" sz="3000" i="1">
                            <a:latin typeface="Cambria Math" panose="02040503050406030204" pitchFamily="18" charset="0"/>
                          </a:rPr>
                          <m:t>.</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den>
                    </m:f>
                    <m:r>
                      <a:rPr lang="en-US" sz="3000" i="1">
                        <a:latin typeface="Cambria Math" panose="02040503050406030204" pitchFamily="18" charset="0"/>
                      </a:rPr>
                      <m:t>=</m:t>
                    </m:r>
                    <m:f>
                      <m:fPr>
                        <m:ctrlPr>
                          <a:rPr lang="en-US" sz="3000" b="0" i="1" smtClean="0">
                            <a:latin typeface="Cambria Math" panose="02040503050406030204" pitchFamily="18" charset="0"/>
                          </a:rPr>
                        </m:ctrlPr>
                      </m:fPr>
                      <m:num>
                        <m:r>
                          <a:rPr lang="en-US" sz="3000" i="1">
                            <a:latin typeface="Cambria Math" panose="02040503050406030204" pitchFamily="18" charset="0"/>
                          </a:rPr>
                          <m:t>𝑋</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num>
                      <m:den>
                        <m:r>
                          <a:rPr lang="en-US" sz="3000" i="1">
                            <a:latin typeface="Cambria Math" panose="02040503050406030204" pitchFamily="18" charset="0"/>
                          </a:rPr>
                          <m:t>𝑛</m:t>
                        </m:r>
                        <m:r>
                          <a:rPr lang="en-US" sz="3000" i="1">
                            <a:latin typeface="Cambria Math" panose="02040503050406030204" pitchFamily="18" charset="0"/>
                          </a:rPr>
                          <m:t>.</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den>
                    </m:f>
                    <m:r>
                      <a:rPr lang="en-US" sz="3000" i="1">
                        <a:latin typeface="Cambria Math" panose="02040503050406030204" pitchFamily="18" charset="0"/>
                      </a:rPr>
                      <m:t>+</m:t>
                    </m:r>
                    <m:f>
                      <m:fPr>
                        <m:ctrlPr>
                          <a:rPr lang="en-US" sz="3000" b="0" i="1" smtClean="0">
                            <a:latin typeface="Cambria Math" panose="02040503050406030204" pitchFamily="18" charset="0"/>
                          </a:rPr>
                        </m:ctrlPr>
                      </m:fPr>
                      <m:num>
                        <m:r>
                          <a:rPr lang="en-US" sz="3000" i="1">
                            <a:latin typeface="Cambria Math" panose="02040503050406030204" pitchFamily="18" charset="0"/>
                          </a:rPr>
                          <m:t>2</m:t>
                        </m:r>
                        <m:r>
                          <a:rPr lang="en-US" sz="3000" i="1">
                            <a:latin typeface="Cambria Math" panose="02040503050406030204" pitchFamily="18" charset="0"/>
                          </a:rPr>
                          <m:t>𝑛</m:t>
                        </m:r>
                      </m:num>
                      <m:den>
                        <m:r>
                          <a:rPr lang="en-US" sz="3000" i="1">
                            <a:latin typeface="Cambria Math" panose="02040503050406030204" pitchFamily="18" charset="0"/>
                          </a:rPr>
                          <m:t>𝑛</m:t>
                        </m:r>
                        <m:r>
                          <a:rPr lang="en-US" sz="3000" i="1">
                            <a:latin typeface="Cambria Math" panose="02040503050406030204" pitchFamily="18" charset="0"/>
                          </a:rPr>
                          <m:t>.</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den>
                    </m:f>
                  </m:oMath>
                </a14:m>
                <a:endParaRPr lang="en-US" sz="3000" dirty="0"/>
              </a:p>
              <a:p>
                <a:pPr>
                  <a:lnSpc>
                    <a:spcPct val="120000"/>
                  </a:lnSpc>
                  <a:buFont typeface="Wingdings" panose="05000000000000000000" pitchFamily="2" charset="2"/>
                  <a:buChar char="§"/>
                </a:pPr>
                <a14:m>
                  <m:oMath xmlns:m="http://schemas.openxmlformats.org/officeDocument/2006/math">
                    <m:f>
                      <m:fPr>
                        <m:ctrlPr>
                          <a:rPr lang="en-US" sz="3000" i="1">
                            <a:latin typeface="Cambria Math" panose="02040503050406030204" pitchFamily="18" charset="0"/>
                          </a:rPr>
                        </m:ctrlPr>
                      </m:fPr>
                      <m:num>
                        <m:r>
                          <a:rPr lang="en-US" sz="3000" i="1">
                            <a:latin typeface="Cambria Math" panose="02040503050406030204" pitchFamily="18" charset="0"/>
                          </a:rPr>
                          <m:t>𝑌</m:t>
                        </m:r>
                      </m:num>
                      <m:den>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𝑋</m:t>
                        </m:r>
                      </m:num>
                      <m:den>
                        <m:r>
                          <a:rPr lang="en-US" sz="3000" i="1">
                            <a:latin typeface="Cambria Math" panose="02040503050406030204" pitchFamily="18" charset="0"/>
                          </a:rPr>
                          <m:t>𝑛</m:t>
                        </m:r>
                        <m:r>
                          <a:rPr lang="en-US" sz="3000" i="1" smtClean="0">
                            <a:latin typeface="Cambria Math" panose="02040503050406030204" pitchFamily="18" charset="0"/>
                          </a:rPr>
                          <m:t> </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2</m:t>
                        </m:r>
                      </m:num>
                      <m:den>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den>
                    </m:f>
                  </m:oMath>
                </a14:m>
                <a:endParaRPr lang="en-US" sz="3000" dirty="0"/>
              </a:p>
              <a:p>
                <a:pPr>
                  <a:lnSpc>
                    <a:spcPct val="120000"/>
                  </a:lnSpc>
                  <a:buFont typeface="Wingdings" panose="05000000000000000000" pitchFamily="2" charset="2"/>
                  <a:buChar char="§"/>
                </a:pPr>
                <a:endParaRPr lang="en-US" sz="30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778" t="-998"/>
                </a:stretch>
              </a:blipFill>
            </p:spPr>
            <p:txBody>
              <a:bodyPr/>
              <a:lstStyle/>
              <a:p>
                <a:r>
                  <a:rPr lang="en-US">
                    <a:noFill/>
                  </a:rPr>
                  <a:t> </a:t>
                </a:r>
              </a:p>
            </p:txBody>
          </p:sp>
        </mc:Fallback>
      </mc:AlternateContent>
    </p:spTree>
    <p:extLst>
      <p:ext uri="{BB962C8B-B14F-4D97-AF65-F5344CB8AC3E}">
        <p14:creationId xmlns:p14="http://schemas.microsoft.com/office/powerpoint/2010/main" val="703285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 – Average case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Put </a:t>
                </a:r>
                <a14:m>
                  <m:oMath xmlns:m="http://schemas.openxmlformats.org/officeDocument/2006/math">
                    <m:r>
                      <a:rPr lang="en-US" sz="3000" b="0" i="1" smtClean="0">
                        <a:latin typeface="Cambria Math" panose="02040503050406030204" pitchFamily="18" charset="0"/>
                      </a:rPr>
                      <m:t>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r>
                          <a:rPr lang="en-US" sz="3000" b="0" i="1" smtClean="0">
                            <a:latin typeface="Cambria Math" panose="02040503050406030204" pitchFamily="18" charset="0"/>
                          </a:rPr>
                          <m:t>−1</m:t>
                        </m:r>
                      </m:e>
                    </m:d>
                  </m:oMath>
                </a14:m>
                <a:r>
                  <a:rPr lang="en-US" sz="3000" dirty="0"/>
                  <a:t> and </a:t>
                </a:r>
                <a14:m>
                  <m:oMath xmlns:m="http://schemas.openxmlformats.org/officeDocument/2006/math">
                    <m:r>
                      <a:rPr lang="en-US" sz="3000" b="0" i="1" smtClean="0">
                        <a:latin typeface="Cambria Math" panose="02040503050406030204" pitchFamily="18" charset="0"/>
                      </a:rPr>
                      <m:t>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e>
                    </m:d>
                  </m:oMath>
                </a14:m>
                <a:r>
                  <a:rPr lang="en-US" sz="3000" dirty="0"/>
                  <a:t> back:</a:t>
                </a:r>
              </a:p>
              <a:p>
                <a:pPr>
                  <a:lnSpc>
                    <a:spcPct val="120000"/>
                  </a:lnSpc>
                  <a:buFont typeface="Wingdings" panose="05000000000000000000" pitchFamily="2" charset="2"/>
                  <a:buChar char="§"/>
                </a:pPr>
                <a14:m>
                  <m:oMath xmlns:m="http://schemas.openxmlformats.org/officeDocument/2006/math">
                    <m:f>
                      <m:fPr>
                        <m:ctrlPr>
                          <a:rPr lang="en-US" sz="3000" i="1">
                            <a:latin typeface="Cambria Math" panose="02040503050406030204" pitchFamily="18" charset="0"/>
                          </a:rPr>
                        </m:ctrlPr>
                      </m:fPr>
                      <m:num>
                        <m:r>
                          <a:rPr lang="en-US" sz="3000" b="0" i="1" smtClean="0">
                            <a:latin typeface="Cambria Math" panose="02040503050406030204" pitchFamily="18" charset="0"/>
                          </a:rPr>
                          <m:t>𝑇</m:t>
                        </m:r>
                        <m:r>
                          <a:rPr lang="en-US" sz="3000" b="0" i="1" smtClean="0">
                            <a:latin typeface="Cambria Math" panose="02040503050406030204" pitchFamily="18" charset="0"/>
                          </a:rPr>
                          <m:t>(</m:t>
                        </m:r>
                        <m:r>
                          <a:rPr lang="en-US" sz="3000" b="0" i="1" smtClean="0">
                            <a:latin typeface="Cambria Math" panose="02040503050406030204" pitchFamily="18" charset="0"/>
                          </a:rPr>
                          <m:t>𝑛</m:t>
                        </m:r>
                        <m:r>
                          <a:rPr lang="en-US" sz="3000" b="0" i="1" smtClean="0">
                            <a:latin typeface="Cambria Math" panose="02040503050406030204" pitchFamily="18" charset="0"/>
                          </a:rPr>
                          <m:t>)</m:t>
                        </m:r>
                      </m:num>
                      <m:den>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b="0" i="1" smtClean="0">
                            <a:latin typeface="Cambria Math" panose="02040503050406030204" pitchFamily="18" charset="0"/>
                          </a:rPr>
                          <m:t>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r>
                              <a:rPr lang="en-US" sz="3000" b="0" i="1" smtClean="0">
                                <a:latin typeface="Cambria Math" panose="02040503050406030204" pitchFamily="18" charset="0"/>
                              </a:rPr>
                              <m:t>−1</m:t>
                            </m:r>
                          </m:e>
                        </m:d>
                      </m:num>
                      <m:den>
                        <m:r>
                          <a:rPr lang="en-US" sz="3000" i="1">
                            <a:latin typeface="Cambria Math" panose="02040503050406030204" pitchFamily="18" charset="0"/>
                          </a:rPr>
                          <m:t>𝑛</m:t>
                        </m:r>
                        <m:r>
                          <a:rPr lang="en-US" sz="3000" i="1" smtClean="0">
                            <a:latin typeface="Cambria Math" panose="02040503050406030204" pitchFamily="18" charset="0"/>
                          </a:rPr>
                          <m:t> </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2</m:t>
                        </m:r>
                      </m:num>
                      <m:den>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den>
                    </m:f>
                  </m:oMath>
                </a14:m>
                <a:r>
                  <a:rPr lang="en-US" sz="3000" dirty="0"/>
                  <a:t>				(Eq. 6)</a:t>
                </a:r>
              </a:p>
              <a:p>
                <a:pPr>
                  <a:lnSpc>
                    <a:spcPct val="120000"/>
                  </a:lnSpc>
                  <a:buFont typeface="Wingdings" panose="05000000000000000000" pitchFamily="2" charset="2"/>
                  <a:buChar char="§"/>
                </a:pPr>
                <a:r>
                  <a:rPr lang="en-US" sz="3000" dirty="0"/>
                  <a:t>Put </a:t>
                </a:r>
                <a14:m>
                  <m:oMath xmlns:m="http://schemas.openxmlformats.org/officeDocument/2006/math">
                    <m:r>
                      <a:rPr lang="en-US" sz="3000" b="0" i="1" smtClean="0">
                        <a:latin typeface="Cambria Math" panose="02040503050406030204" pitchFamily="18" charset="0"/>
                      </a:rPr>
                      <m:t>𝑛</m:t>
                    </m:r>
                    <m:r>
                      <a:rPr lang="en-US" sz="3000" b="0" i="1" smtClean="0">
                        <a:latin typeface="Cambria Math" panose="02040503050406030204" pitchFamily="18" charset="0"/>
                      </a:rPr>
                      <m:t>=</m:t>
                    </m:r>
                    <m:r>
                      <a:rPr lang="en-US" sz="3000" b="0" i="1" smtClean="0">
                        <a:latin typeface="Cambria Math" panose="02040503050406030204" pitchFamily="18" charset="0"/>
                      </a:rPr>
                      <m:t>𝑛</m:t>
                    </m:r>
                    <m:r>
                      <a:rPr lang="en-US" sz="3000" b="0" i="1" smtClean="0">
                        <a:latin typeface="Cambria Math" panose="02040503050406030204" pitchFamily="18" charset="0"/>
                      </a:rPr>
                      <m:t>−1</m:t>
                    </m:r>
                  </m:oMath>
                </a14:m>
                <a:r>
                  <a:rPr lang="en-US" sz="3000" dirty="0"/>
                  <a:t> in Eq. 6</a:t>
                </a:r>
              </a:p>
              <a:p>
                <a:pPr>
                  <a:lnSpc>
                    <a:spcPct val="120000"/>
                  </a:lnSpc>
                  <a:buFont typeface="Wingdings" panose="05000000000000000000" pitchFamily="2" charset="2"/>
                  <a:buChar char="§"/>
                </a:pPr>
                <a14:m>
                  <m:oMath xmlns:m="http://schemas.openxmlformats.org/officeDocument/2006/math">
                    <m:f>
                      <m:fPr>
                        <m:ctrlPr>
                          <a:rPr lang="en-US" sz="3000" i="1">
                            <a:latin typeface="Cambria Math" panose="02040503050406030204" pitchFamily="18" charset="0"/>
                          </a:rPr>
                        </m:ctrlPr>
                      </m:fPr>
                      <m:num>
                        <m:r>
                          <a:rPr lang="en-US" sz="3000" i="1">
                            <a:latin typeface="Cambria Math" panose="02040503050406030204" pitchFamily="18" charset="0"/>
                          </a:rPr>
                          <m:t>𝑇</m:t>
                        </m:r>
                        <m:r>
                          <a:rPr lang="en-US" sz="3000" i="1">
                            <a:latin typeface="Cambria Math" panose="02040503050406030204" pitchFamily="18" charset="0"/>
                          </a:rPr>
                          <m:t>(</m:t>
                        </m:r>
                        <m:r>
                          <a:rPr lang="en-US" sz="3000" i="1">
                            <a:latin typeface="Cambria Math" panose="02040503050406030204" pitchFamily="18" charset="0"/>
                          </a:rPr>
                          <m:t>𝑛</m:t>
                        </m:r>
                        <m:r>
                          <a:rPr lang="en-US" sz="3000" b="0" i="1" smtClean="0">
                            <a:latin typeface="Cambria Math" panose="02040503050406030204" pitchFamily="18" charset="0"/>
                          </a:rPr>
                          <m:t>−1</m:t>
                        </m:r>
                        <m:r>
                          <a:rPr lang="en-US" sz="3000" i="1">
                            <a:latin typeface="Cambria Math" panose="02040503050406030204" pitchFamily="18" charset="0"/>
                          </a:rPr>
                          <m:t>)</m:t>
                        </m:r>
                      </m:num>
                      <m:den>
                        <m:r>
                          <a:rPr lang="en-US" sz="3000" b="0" i="1" smtClean="0">
                            <a:latin typeface="Cambria Math" panose="02040503050406030204" pitchFamily="18" charset="0"/>
                          </a:rPr>
                          <m:t>𝑛</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−2</m:t>
                            </m:r>
                          </m:e>
                        </m:d>
                      </m:num>
                      <m:den>
                        <m:r>
                          <a:rPr lang="en-US" sz="3000" i="1">
                            <a:latin typeface="Cambria Math" panose="02040503050406030204" pitchFamily="18" charset="0"/>
                          </a:rPr>
                          <m:t>𝑛</m:t>
                        </m:r>
                        <m:r>
                          <a:rPr lang="en-US" sz="3000" b="0" i="1" smtClean="0">
                            <a:latin typeface="Cambria Math" panose="02040503050406030204" pitchFamily="18" charset="0"/>
                          </a:rPr>
                          <m:t>−1</m:t>
                        </m:r>
                        <m:r>
                          <a:rPr lang="en-US" sz="3000" i="1">
                            <a:latin typeface="Cambria Math" panose="02040503050406030204" pitchFamily="18" charset="0"/>
                          </a:rPr>
                          <m:t> </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2</m:t>
                        </m:r>
                      </m:num>
                      <m:den>
                        <m:r>
                          <a:rPr lang="en-US" sz="3000" b="0" i="1" smtClean="0">
                            <a:latin typeface="Cambria Math" panose="02040503050406030204" pitchFamily="18" charset="0"/>
                          </a:rPr>
                          <m:t>𝑛</m:t>
                        </m:r>
                      </m:den>
                    </m:f>
                  </m:oMath>
                </a14:m>
                <a:r>
                  <a:rPr lang="en-US" sz="3000" dirty="0"/>
                  <a:t>				(Eq. 7)</a:t>
                </a:r>
              </a:p>
              <a:p>
                <a:pPr>
                  <a:lnSpc>
                    <a:spcPct val="120000"/>
                  </a:lnSpc>
                  <a:buFont typeface="Wingdings" panose="05000000000000000000" pitchFamily="2" charset="2"/>
                  <a:buChar char="§"/>
                </a:pPr>
                <a:r>
                  <a:rPr lang="en-US" sz="3000" dirty="0"/>
                  <a:t>Replace </a:t>
                </a:r>
                <a14:m>
                  <m:oMath xmlns:m="http://schemas.openxmlformats.org/officeDocument/2006/math">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r>
                              <a:rPr lang="en-US" sz="3000" b="0" i="1" smtClean="0">
                                <a:latin typeface="Cambria Math" panose="02040503050406030204" pitchFamily="18" charset="0"/>
                              </a:rPr>
                              <m:t>−1</m:t>
                            </m:r>
                          </m:e>
                        </m:d>
                      </m:num>
                      <m:den>
                        <m:r>
                          <a:rPr lang="en-US" sz="3000" b="0" i="1" smtClean="0">
                            <a:latin typeface="Cambria Math" panose="02040503050406030204" pitchFamily="18" charset="0"/>
                          </a:rPr>
                          <m:t>𝑛</m:t>
                        </m:r>
                      </m:den>
                    </m:f>
                  </m:oMath>
                </a14:m>
                <a:r>
                  <a:rPr lang="en-US" sz="3000" dirty="0"/>
                  <a:t> in Eq. 6 with RHS from Eq. 7</a:t>
                </a:r>
              </a:p>
              <a:p>
                <a:pPr>
                  <a:lnSpc>
                    <a:spcPct val="120000"/>
                  </a:lnSpc>
                  <a:buFont typeface="Wingdings" panose="05000000000000000000" pitchFamily="2" charset="2"/>
                  <a:buChar char="§"/>
                </a:pPr>
                <a14:m>
                  <m:oMath xmlns:m="http://schemas.openxmlformats.org/officeDocument/2006/math">
                    <m:f>
                      <m:fPr>
                        <m:ctrlPr>
                          <a:rPr lang="en-US" sz="3000" i="1">
                            <a:latin typeface="Cambria Math" panose="02040503050406030204" pitchFamily="18" charset="0"/>
                          </a:rPr>
                        </m:ctrlPr>
                      </m:fPr>
                      <m:num>
                        <m:r>
                          <a:rPr lang="en-US" sz="3000" i="1">
                            <a:latin typeface="Cambria Math" panose="02040503050406030204" pitchFamily="18" charset="0"/>
                          </a:rPr>
                          <m:t>𝑇</m:t>
                        </m:r>
                        <m:r>
                          <a:rPr lang="en-US" sz="3000" i="1">
                            <a:latin typeface="Cambria Math" panose="02040503050406030204" pitchFamily="18" charset="0"/>
                          </a:rPr>
                          <m:t>(</m:t>
                        </m:r>
                        <m:r>
                          <a:rPr lang="en-US" sz="3000" i="1">
                            <a:latin typeface="Cambria Math" panose="02040503050406030204" pitchFamily="18" charset="0"/>
                          </a:rPr>
                          <m:t>𝑛</m:t>
                        </m:r>
                        <m:r>
                          <a:rPr lang="en-US" sz="3000" i="1">
                            <a:latin typeface="Cambria Math" panose="02040503050406030204" pitchFamily="18" charset="0"/>
                          </a:rPr>
                          <m:t>)</m:t>
                        </m:r>
                      </m:num>
                      <m:den>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−2</m:t>
                            </m:r>
                          </m:e>
                        </m:d>
                      </m:num>
                      <m:den>
                        <m:r>
                          <a:rPr lang="en-US" sz="3000" i="1">
                            <a:latin typeface="Cambria Math" panose="02040503050406030204" pitchFamily="18" charset="0"/>
                          </a:rPr>
                          <m:t>𝑛</m:t>
                        </m:r>
                        <m:r>
                          <a:rPr lang="en-US" sz="3000" i="1">
                            <a:latin typeface="Cambria Math" panose="02040503050406030204" pitchFamily="18" charset="0"/>
                          </a:rPr>
                          <m:t>−1 </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2</m:t>
                        </m:r>
                      </m:num>
                      <m:den>
                        <m:r>
                          <a:rPr lang="en-US" sz="3000" i="1">
                            <a:latin typeface="Cambria Math" panose="02040503050406030204" pitchFamily="18" charset="0"/>
                          </a:rPr>
                          <m:t>𝑛</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2</m:t>
                        </m:r>
                      </m:num>
                      <m:den>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den>
                    </m:f>
                  </m:oMath>
                </a14:m>
                <a:endParaRPr lang="en-US" sz="3000" dirty="0"/>
              </a:p>
              <a:p>
                <a:pPr>
                  <a:lnSpc>
                    <a:spcPct val="120000"/>
                  </a:lnSpc>
                  <a:buFont typeface="Wingdings" panose="05000000000000000000" pitchFamily="2" charset="2"/>
                  <a:buChar char="§"/>
                </a:pPr>
                <a:r>
                  <a:rPr lang="en-US" sz="3000" dirty="0"/>
                  <a:t>Meaning, we can also replace </a:t>
                </a:r>
                <a14:m>
                  <m:oMath xmlns:m="http://schemas.openxmlformats.org/officeDocument/2006/math">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r>
                              <a:rPr lang="en-US" sz="3000" b="0" i="1" smtClean="0">
                                <a:latin typeface="Cambria Math" panose="02040503050406030204" pitchFamily="18" charset="0"/>
                              </a:rPr>
                              <m:t>−2</m:t>
                            </m:r>
                          </m:e>
                        </m:d>
                      </m:num>
                      <m:den>
                        <m:r>
                          <a:rPr lang="en-US" sz="3000" b="0" i="1" smtClean="0">
                            <a:latin typeface="Cambria Math" panose="02040503050406030204" pitchFamily="18" charset="0"/>
                          </a:rPr>
                          <m:t>𝑛</m:t>
                        </m:r>
                        <m:r>
                          <a:rPr lang="en-US" sz="3000" b="0" i="1" smtClean="0">
                            <a:latin typeface="Cambria Math" panose="02040503050406030204" pitchFamily="18" charset="0"/>
                          </a:rPr>
                          <m:t>−1</m:t>
                        </m:r>
                      </m:den>
                    </m:f>
                  </m:oMath>
                </a14:m>
                <a:r>
                  <a:rPr lang="en-US" sz="3000" dirty="0"/>
                  <a:t> with </a:t>
                </a:r>
                <a14:m>
                  <m:oMath xmlns:m="http://schemas.openxmlformats.org/officeDocument/2006/math">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r>
                              <a:rPr lang="en-US" sz="3000" b="0" i="1" smtClean="0">
                                <a:latin typeface="Cambria Math" panose="02040503050406030204" pitchFamily="18" charset="0"/>
                              </a:rPr>
                              <m:t>−3</m:t>
                            </m:r>
                          </m:e>
                        </m:d>
                      </m:num>
                      <m:den>
                        <m:r>
                          <a:rPr lang="en-US" sz="3000" b="0" i="1" smtClean="0">
                            <a:latin typeface="Cambria Math" panose="02040503050406030204" pitchFamily="18" charset="0"/>
                          </a:rPr>
                          <m:t>𝑛</m:t>
                        </m:r>
                        <m:r>
                          <a:rPr lang="en-US" sz="3000" b="0" i="1" smtClean="0">
                            <a:latin typeface="Cambria Math" panose="02040503050406030204" pitchFamily="18" charset="0"/>
                          </a:rPr>
                          <m:t>−2</m:t>
                        </m:r>
                      </m:den>
                    </m:f>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2</m:t>
                        </m:r>
                      </m:num>
                      <m:den>
                        <m:r>
                          <a:rPr lang="en-US" sz="3000" b="0" i="1" smtClean="0">
                            <a:latin typeface="Cambria Math" panose="02040503050406030204" pitchFamily="18" charset="0"/>
                          </a:rPr>
                          <m:t>𝑛</m:t>
                        </m:r>
                        <m:r>
                          <a:rPr lang="en-US" sz="3000" b="0" i="1" smtClean="0">
                            <a:latin typeface="Cambria Math" panose="02040503050406030204" pitchFamily="18" charset="0"/>
                          </a:rPr>
                          <m:t>−1</m:t>
                        </m:r>
                      </m:den>
                    </m:f>
                  </m:oMath>
                </a14:m>
                <a:endParaRPr lang="en-US" sz="30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778" t="-998"/>
                </a:stretch>
              </a:blipFill>
            </p:spPr>
            <p:txBody>
              <a:bodyPr/>
              <a:lstStyle/>
              <a:p>
                <a:r>
                  <a:rPr lang="LID4096">
                    <a:noFill/>
                  </a:rPr>
                  <a:t> </a:t>
                </a:r>
              </a:p>
            </p:txBody>
          </p:sp>
        </mc:Fallback>
      </mc:AlternateContent>
    </p:spTree>
    <p:extLst>
      <p:ext uri="{BB962C8B-B14F-4D97-AF65-F5344CB8AC3E}">
        <p14:creationId xmlns:p14="http://schemas.microsoft.com/office/powerpoint/2010/main" val="4200592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 – Average case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Doing so, we will get </a:t>
                </a:r>
                <a14:m>
                  <m:oMath xmlns:m="http://schemas.openxmlformats.org/officeDocument/2006/math">
                    <m:f>
                      <m:fPr>
                        <m:ctrlPr>
                          <a:rPr lang="en-US" sz="3000" i="1">
                            <a:latin typeface="Cambria Math" panose="02040503050406030204" pitchFamily="18" charset="0"/>
                          </a:rPr>
                        </m:ctrlPr>
                      </m:fPr>
                      <m:num>
                        <m:r>
                          <a:rPr lang="en-US" sz="3000" i="1">
                            <a:latin typeface="Cambria Math" panose="02040503050406030204" pitchFamily="18" charset="0"/>
                          </a:rPr>
                          <m:t>𝑇</m:t>
                        </m:r>
                        <m:r>
                          <a:rPr lang="en-US" sz="3000" i="1">
                            <a:latin typeface="Cambria Math" panose="02040503050406030204" pitchFamily="18" charset="0"/>
                          </a:rPr>
                          <m:t>(</m:t>
                        </m:r>
                        <m:r>
                          <a:rPr lang="en-US" sz="3000" i="1">
                            <a:latin typeface="Cambria Math" panose="02040503050406030204" pitchFamily="18" charset="0"/>
                          </a:rPr>
                          <m:t>𝑛</m:t>
                        </m:r>
                        <m:r>
                          <a:rPr lang="en-US" sz="3000" i="1">
                            <a:latin typeface="Cambria Math" panose="02040503050406030204" pitchFamily="18" charset="0"/>
                          </a:rPr>
                          <m:t>)</m:t>
                        </m:r>
                      </m:num>
                      <m:den>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−3</m:t>
                            </m:r>
                          </m:e>
                        </m:d>
                      </m:num>
                      <m:den>
                        <m:r>
                          <a:rPr lang="en-US" sz="3000" i="1">
                            <a:latin typeface="Cambria Math" panose="02040503050406030204" pitchFamily="18" charset="0"/>
                          </a:rPr>
                          <m:t>𝑛</m:t>
                        </m:r>
                        <m:r>
                          <a:rPr lang="en-US" sz="3000" i="1">
                            <a:latin typeface="Cambria Math" panose="02040503050406030204" pitchFamily="18" charset="0"/>
                          </a:rPr>
                          <m:t>−2</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2</m:t>
                        </m:r>
                      </m:num>
                      <m:den>
                        <m:r>
                          <a:rPr lang="en-US" sz="3000" i="1">
                            <a:latin typeface="Cambria Math" panose="02040503050406030204" pitchFamily="18" charset="0"/>
                          </a:rPr>
                          <m:t>𝑛</m:t>
                        </m:r>
                        <m:r>
                          <a:rPr lang="en-US" sz="3000" i="1">
                            <a:latin typeface="Cambria Math" panose="02040503050406030204" pitchFamily="18" charset="0"/>
                          </a:rPr>
                          <m:t>−1</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2</m:t>
                        </m:r>
                      </m:num>
                      <m:den>
                        <m:r>
                          <a:rPr lang="en-US" sz="3000" i="1">
                            <a:latin typeface="Cambria Math" panose="02040503050406030204" pitchFamily="18" charset="0"/>
                          </a:rPr>
                          <m:t>𝑛</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2</m:t>
                        </m:r>
                      </m:num>
                      <m:den>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den>
                    </m:f>
                  </m:oMath>
                </a14:m>
                <a:endParaRPr lang="en-US" sz="3000" dirty="0"/>
              </a:p>
              <a:p>
                <a:pPr>
                  <a:lnSpc>
                    <a:spcPct val="120000"/>
                  </a:lnSpc>
                  <a:buFont typeface="Wingdings" panose="05000000000000000000" pitchFamily="2" charset="2"/>
                  <a:buChar char="§"/>
                </a:pPr>
                <a:r>
                  <a:rPr lang="en-US" sz="3000" dirty="0"/>
                  <a:t>Expanding the series, we can say that:</a:t>
                </a:r>
              </a:p>
              <a:p>
                <a:pPr>
                  <a:lnSpc>
                    <a:spcPct val="120000"/>
                  </a:lnSpc>
                  <a:buFont typeface="Wingdings" panose="05000000000000000000" pitchFamily="2" charset="2"/>
                  <a:buChar char="§"/>
                </a:pPr>
                <a14:m>
                  <m:oMath xmlns:m="http://schemas.openxmlformats.org/officeDocument/2006/math">
                    <m:f>
                      <m:fPr>
                        <m:ctrlPr>
                          <a:rPr lang="en-US" sz="3000" i="1">
                            <a:latin typeface="Cambria Math" panose="02040503050406030204" pitchFamily="18" charset="0"/>
                          </a:rPr>
                        </m:ctrlPr>
                      </m:fPr>
                      <m:num>
                        <m:r>
                          <a:rPr lang="en-US" sz="3000" i="1">
                            <a:latin typeface="Cambria Math" panose="02040503050406030204" pitchFamily="18" charset="0"/>
                          </a:rPr>
                          <m:t>𝑇</m:t>
                        </m:r>
                        <m:r>
                          <a:rPr lang="en-US" sz="3000" i="1">
                            <a:latin typeface="Cambria Math" panose="02040503050406030204" pitchFamily="18" charset="0"/>
                          </a:rPr>
                          <m:t>(</m:t>
                        </m:r>
                        <m:r>
                          <a:rPr lang="en-US" sz="3000" i="1">
                            <a:latin typeface="Cambria Math" panose="02040503050406030204" pitchFamily="18" charset="0"/>
                          </a:rPr>
                          <m:t>𝑛</m:t>
                        </m:r>
                        <m:r>
                          <a:rPr lang="en-US" sz="3000" i="1">
                            <a:latin typeface="Cambria Math" panose="02040503050406030204" pitchFamily="18" charset="0"/>
                          </a:rPr>
                          <m:t>)</m:t>
                        </m:r>
                      </m:num>
                      <m:den>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smtClean="0">
                                <a:latin typeface="Cambria Math" panose="02040503050406030204" pitchFamily="18" charset="0"/>
                              </a:rPr>
                              <m:t>1</m:t>
                            </m:r>
                          </m:e>
                        </m:d>
                      </m:num>
                      <m:den>
                        <m:r>
                          <a:rPr lang="en-US" sz="3000" b="0" i="1" smtClean="0">
                            <a:latin typeface="Cambria Math" panose="02040503050406030204" pitchFamily="18" charset="0"/>
                          </a:rPr>
                          <m:t>2</m:t>
                        </m:r>
                      </m:den>
                    </m:f>
                    <m:r>
                      <a:rPr lang="en-US" sz="3000" b="0" i="1" smtClean="0">
                        <a:latin typeface="Cambria Math" panose="02040503050406030204" pitchFamily="18" charset="0"/>
                      </a:rPr>
                      <m:t>+…</m:t>
                    </m:r>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2</m:t>
                        </m:r>
                      </m:num>
                      <m:den>
                        <m:r>
                          <a:rPr lang="en-US" sz="3000" i="1">
                            <a:latin typeface="Cambria Math" panose="02040503050406030204" pitchFamily="18" charset="0"/>
                          </a:rPr>
                          <m:t>𝑛</m:t>
                        </m:r>
                        <m:r>
                          <a:rPr lang="en-US" sz="3000" i="1">
                            <a:latin typeface="Cambria Math" panose="02040503050406030204" pitchFamily="18" charset="0"/>
                          </a:rPr>
                          <m:t>−3</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2</m:t>
                        </m:r>
                      </m:num>
                      <m:den>
                        <m:r>
                          <a:rPr lang="en-US" sz="3000" i="1">
                            <a:latin typeface="Cambria Math" panose="02040503050406030204" pitchFamily="18" charset="0"/>
                          </a:rPr>
                          <m:t>𝑛</m:t>
                        </m:r>
                        <m:r>
                          <a:rPr lang="en-US" sz="3000" i="1">
                            <a:latin typeface="Cambria Math" panose="02040503050406030204" pitchFamily="18" charset="0"/>
                          </a:rPr>
                          <m:t>−2</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2</m:t>
                        </m:r>
                      </m:num>
                      <m:den>
                        <m:r>
                          <a:rPr lang="en-US" sz="3000" i="1">
                            <a:latin typeface="Cambria Math" panose="02040503050406030204" pitchFamily="18" charset="0"/>
                          </a:rPr>
                          <m:t>𝑛</m:t>
                        </m:r>
                        <m:r>
                          <a:rPr lang="en-US" sz="3000" i="1">
                            <a:latin typeface="Cambria Math" panose="02040503050406030204" pitchFamily="18" charset="0"/>
                          </a:rPr>
                          <m:t>−1</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2</m:t>
                        </m:r>
                      </m:num>
                      <m:den>
                        <m:r>
                          <a:rPr lang="en-US" sz="3000" i="1">
                            <a:latin typeface="Cambria Math" panose="02040503050406030204" pitchFamily="18" charset="0"/>
                          </a:rPr>
                          <m:t>𝑛</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2</m:t>
                        </m:r>
                      </m:num>
                      <m:den>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den>
                    </m:f>
                  </m:oMath>
                </a14:m>
                <a:endParaRPr lang="en-US" sz="3000" dirty="0"/>
              </a:p>
              <a:p>
                <a:pPr>
                  <a:lnSpc>
                    <a:spcPct val="120000"/>
                  </a:lnSpc>
                  <a:buFont typeface="Wingdings" panose="05000000000000000000" pitchFamily="2" charset="2"/>
                  <a:buChar char="§"/>
                </a:pPr>
                <a14:m>
                  <m:oMath xmlns:m="http://schemas.openxmlformats.org/officeDocument/2006/math">
                    <m:f>
                      <m:fPr>
                        <m:ctrlPr>
                          <a:rPr lang="en-US" sz="3000" i="1">
                            <a:latin typeface="Cambria Math" panose="02040503050406030204" pitchFamily="18" charset="0"/>
                          </a:rPr>
                        </m:ctrlPr>
                      </m:fPr>
                      <m:num>
                        <m:r>
                          <a:rPr lang="en-US" sz="3000" i="1">
                            <a:latin typeface="Cambria Math" panose="02040503050406030204" pitchFamily="18" charset="0"/>
                          </a:rPr>
                          <m:t>𝑇</m:t>
                        </m:r>
                        <m:r>
                          <a:rPr lang="en-US" sz="3000" i="1">
                            <a:latin typeface="Cambria Math" panose="02040503050406030204" pitchFamily="18" charset="0"/>
                          </a:rPr>
                          <m:t>(</m:t>
                        </m:r>
                        <m:r>
                          <a:rPr lang="en-US" sz="3000" i="1">
                            <a:latin typeface="Cambria Math" panose="02040503050406030204" pitchFamily="18" charset="0"/>
                          </a:rPr>
                          <m:t>𝑛</m:t>
                        </m:r>
                        <m:r>
                          <a:rPr lang="en-US" sz="3000" i="1">
                            <a:latin typeface="Cambria Math" panose="02040503050406030204" pitchFamily="18" charset="0"/>
                          </a:rPr>
                          <m:t>)</m:t>
                        </m:r>
                      </m:num>
                      <m:den>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1</m:t>
                            </m:r>
                          </m:e>
                        </m:d>
                      </m:num>
                      <m:den>
                        <m:r>
                          <a:rPr lang="en-US" sz="3000" i="1">
                            <a:latin typeface="Cambria Math" panose="02040503050406030204" pitchFamily="18" charset="0"/>
                          </a:rPr>
                          <m:t>2</m:t>
                        </m:r>
                      </m:den>
                    </m:f>
                    <m:r>
                      <a:rPr lang="en-US" sz="3000" i="1">
                        <a:latin typeface="Cambria Math" panose="02040503050406030204" pitchFamily="18" charset="0"/>
                      </a:rPr>
                      <m:t>+</m:t>
                    </m:r>
                    <m:r>
                      <a:rPr lang="en-US" sz="3000" b="0" i="1" smtClean="0">
                        <a:latin typeface="Cambria Math" panose="02040503050406030204" pitchFamily="18" charset="0"/>
                      </a:rPr>
                      <m:t>2</m:t>
                    </m:r>
                    <m:d>
                      <m:dPr>
                        <m:ctrlPr>
                          <a:rPr lang="en-US" sz="3000" b="0" i="1" smtClean="0">
                            <a:latin typeface="Cambria Math" panose="02040503050406030204" pitchFamily="18" charset="0"/>
                          </a:rPr>
                        </m:ctrlPr>
                      </m:dPr>
                      <m:e>
                        <m:f>
                          <m:fPr>
                            <m:ctrlPr>
                              <a:rPr lang="en-US" sz="3000" i="1">
                                <a:latin typeface="Cambria Math" panose="02040503050406030204" pitchFamily="18" charset="0"/>
                              </a:rPr>
                            </m:ctrlPr>
                          </m:fPr>
                          <m:num>
                            <m:r>
                              <a:rPr lang="en-US" sz="3000" b="0" i="1" smtClean="0">
                                <a:latin typeface="Cambria Math" panose="02040503050406030204" pitchFamily="18" charset="0"/>
                              </a:rPr>
                              <m:t>1</m:t>
                            </m:r>
                          </m:num>
                          <m:den>
                            <m:r>
                              <a:rPr lang="en-US" sz="3000" i="1">
                                <a:latin typeface="Cambria Math" panose="02040503050406030204" pitchFamily="18" charset="0"/>
                              </a:rPr>
                              <m:t>𝑛</m:t>
                            </m:r>
                            <m:r>
                              <a:rPr lang="en-US" sz="3000" b="0" i="1" smtClean="0">
                                <a:latin typeface="Cambria Math" panose="02040503050406030204" pitchFamily="18" charset="0"/>
                              </a:rPr>
                              <m:t>+1</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b="0" i="1" smtClean="0">
                                <a:latin typeface="Cambria Math" panose="02040503050406030204" pitchFamily="18" charset="0"/>
                              </a:rPr>
                              <m:t>1</m:t>
                            </m:r>
                          </m:num>
                          <m:den>
                            <m:r>
                              <a:rPr lang="en-US" sz="3000" i="1">
                                <a:latin typeface="Cambria Math" panose="02040503050406030204" pitchFamily="18" charset="0"/>
                              </a:rPr>
                              <m:t>𝑛</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b="0" i="1" smtClean="0">
                                <a:latin typeface="Cambria Math" panose="02040503050406030204" pitchFamily="18" charset="0"/>
                              </a:rPr>
                              <m:t>1</m:t>
                            </m:r>
                          </m:num>
                          <m:den>
                            <m:r>
                              <a:rPr lang="en-US" sz="3000" i="1">
                                <a:latin typeface="Cambria Math" panose="02040503050406030204" pitchFamily="18" charset="0"/>
                              </a:rPr>
                              <m:t>𝑛</m:t>
                            </m:r>
                            <m:r>
                              <a:rPr lang="en-US" sz="3000" i="1">
                                <a:latin typeface="Cambria Math" panose="02040503050406030204" pitchFamily="18" charset="0"/>
                              </a:rPr>
                              <m:t>−1</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b="0" i="1" smtClean="0">
                                <a:latin typeface="Cambria Math" panose="02040503050406030204" pitchFamily="18" charset="0"/>
                              </a:rPr>
                              <m:t>1</m:t>
                            </m:r>
                          </m:num>
                          <m:den>
                            <m:r>
                              <a:rPr lang="en-US" sz="3000" b="0" i="1" smtClean="0">
                                <a:latin typeface="Cambria Math" panose="02040503050406030204" pitchFamily="18" charset="0"/>
                              </a:rPr>
                              <m:t>𝑛</m:t>
                            </m:r>
                            <m:r>
                              <a:rPr lang="en-US" sz="3000" b="0" i="1" smtClean="0">
                                <a:latin typeface="Cambria Math" panose="02040503050406030204" pitchFamily="18" charset="0"/>
                              </a:rPr>
                              <m:t>−2</m:t>
                            </m:r>
                          </m:den>
                        </m:f>
                        <m:r>
                          <a:rPr lang="en-US" sz="3000" b="0" i="1" smtClean="0">
                            <a:latin typeface="Cambria Math" panose="02040503050406030204" pitchFamily="18" charset="0"/>
                          </a:rPr>
                          <m:t>+…</m:t>
                        </m:r>
                      </m:e>
                    </m:d>
                  </m:oMath>
                </a14:m>
                <a:r>
                  <a:rPr lang="en-US" sz="3000" dirty="0"/>
                  <a:t>			(Eq. 8)</a:t>
                </a:r>
              </a:p>
              <a:p>
                <a:pPr>
                  <a:lnSpc>
                    <a:spcPct val="120000"/>
                  </a:lnSpc>
                  <a:buFont typeface="Wingdings" panose="05000000000000000000" pitchFamily="2" charset="2"/>
                  <a:buChar char="§"/>
                </a:pPr>
                <a:r>
                  <a:rPr lang="en-US" sz="3000" dirty="0"/>
                  <a:t>Recall Euler’s harmonic mean that: </a:t>
                </a:r>
                <a14:m>
                  <m:oMath xmlns:m="http://schemas.openxmlformats.org/officeDocument/2006/math">
                    <m:f>
                      <m:fPr>
                        <m:ctrlPr>
                          <a:rPr lang="en-US" sz="3000" b="0" i="1" smtClean="0">
                            <a:latin typeface="Cambria Math" panose="02040503050406030204" pitchFamily="18" charset="0"/>
                          </a:rPr>
                        </m:ctrlPr>
                      </m:fPr>
                      <m:num>
                        <m:r>
                          <a:rPr lang="en-US" sz="3000" i="1">
                            <a:latin typeface="Cambria Math" panose="02040503050406030204" pitchFamily="18" charset="0"/>
                          </a:rPr>
                          <m:t>1</m:t>
                        </m:r>
                      </m:num>
                      <m:den>
                        <m:r>
                          <a:rPr lang="en-US" sz="3000" b="0" i="1" smtClean="0">
                            <a:latin typeface="Cambria Math" panose="02040503050406030204" pitchFamily="18" charset="0"/>
                          </a:rPr>
                          <m:t>1</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1</m:t>
                        </m:r>
                      </m:num>
                      <m:den>
                        <m:r>
                          <a:rPr lang="en-US" sz="3000" i="1">
                            <a:latin typeface="Cambria Math" panose="02040503050406030204" pitchFamily="18" charset="0"/>
                          </a:rPr>
                          <m:t>2</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1</m:t>
                        </m:r>
                      </m:num>
                      <m:den>
                        <m:r>
                          <a:rPr lang="en-US" sz="3000" i="1">
                            <a:latin typeface="Cambria Math" panose="02040503050406030204" pitchFamily="18" charset="0"/>
                          </a:rPr>
                          <m:t>3</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1</m:t>
                        </m:r>
                      </m:num>
                      <m:den>
                        <m:r>
                          <a:rPr lang="en-US" sz="3000" i="1">
                            <a:latin typeface="Cambria Math" panose="02040503050406030204" pitchFamily="18" charset="0"/>
                          </a:rPr>
                          <m:t>4</m:t>
                        </m:r>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1</m:t>
                        </m:r>
                      </m:num>
                      <m:den>
                        <m:r>
                          <a:rPr lang="en-US" sz="3000" i="1">
                            <a:latin typeface="Cambria Math" panose="02040503050406030204" pitchFamily="18" charset="0"/>
                          </a:rPr>
                          <m:t>𝑛</m:t>
                        </m:r>
                      </m:den>
                    </m:f>
                    <m:r>
                      <a:rPr lang="en-US" sz="3000" i="1">
                        <a:latin typeface="Cambria Math" panose="02040503050406030204" pitchFamily="18" charset="0"/>
                      </a:rPr>
                      <m:t>=</m:t>
                    </m:r>
                    <m:func>
                      <m:funcPr>
                        <m:ctrlPr>
                          <a:rPr lang="en-US" sz="3000" i="1">
                            <a:latin typeface="Cambria Math" panose="02040503050406030204" pitchFamily="18" charset="0"/>
                          </a:rPr>
                        </m:ctrlPr>
                      </m:funcPr>
                      <m:fName>
                        <m:r>
                          <m:rPr>
                            <m:sty m:val="p"/>
                          </m:rPr>
                          <a:rPr lang="en-US" sz="3000">
                            <a:latin typeface="Cambria Math" panose="02040503050406030204" pitchFamily="18" charset="0"/>
                          </a:rPr>
                          <m:t>ln</m:t>
                        </m:r>
                      </m:fName>
                      <m:e>
                        <m:d>
                          <m:dPr>
                            <m:ctrlPr>
                              <a:rPr lang="en-US" sz="3000" i="1">
                                <a:latin typeface="Cambria Math" panose="02040503050406030204" pitchFamily="18" charset="0"/>
                              </a:rPr>
                            </m:ctrlPr>
                          </m:dPr>
                          <m:e>
                            <m:r>
                              <a:rPr lang="en-US" sz="3000" i="1">
                                <a:latin typeface="Cambria Math" panose="02040503050406030204" pitchFamily="18" charset="0"/>
                              </a:rPr>
                              <m:t>𝑛</m:t>
                            </m:r>
                          </m:e>
                        </m:d>
                      </m:e>
                    </m:func>
                    <m:r>
                      <a:rPr lang="en-US" sz="3000" i="1">
                        <a:latin typeface="Cambria Math" panose="02040503050406030204" pitchFamily="18" charset="0"/>
                      </a:rPr>
                      <m:t>+</m:t>
                    </m:r>
                    <m:r>
                      <a:rPr lang="en-US" sz="3000" i="1">
                        <a:latin typeface="Cambria Math" panose="02040503050406030204" pitchFamily="18" charset="0"/>
                        <a:ea typeface="Cambria Math" panose="02040503050406030204" pitchFamily="18" charset="0"/>
                      </a:rPr>
                      <m:t>𝛾</m:t>
                    </m:r>
                  </m:oMath>
                </a14:m>
                <a:r>
                  <a:rPr lang="en-US" sz="3000" dirty="0"/>
                  <a:t>, where </a:t>
                </a:r>
                <a14:m>
                  <m:oMath xmlns:m="http://schemas.openxmlformats.org/officeDocument/2006/math">
                    <m:r>
                      <a:rPr lang="en-US" sz="3000" i="1">
                        <a:latin typeface="Cambria Math" panose="02040503050406030204" pitchFamily="18" charset="0"/>
                        <a:ea typeface="Cambria Math" panose="02040503050406030204" pitchFamily="18" charset="0"/>
                      </a:rPr>
                      <m:t>𝛾</m:t>
                    </m:r>
                  </m:oMath>
                </a14:m>
                <a:r>
                  <a:rPr lang="en-US" sz="3000" dirty="0"/>
                  <a:t> is Euler’s constant.</a:t>
                </a:r>
              </a:p>
              <a:p>
                <a:pPr>
                  <a:lnSpc>
                    <a:spcPct val="120000"/>
                  </a:lnSpc>
                  <a:buFont typeface="Wingdings" panose="05000000000000000000" pitchFamily="2" charset="2"/>
                  <a:buChar char="§"/>
                </a:pPr>
                <a:endParaRPr lang="en-US" sz="30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1038"/>
                </a:stretch>
              </a:blipFill>
            </p:spPr>
            <p:txBody>
              <a:bodyPr/>
              <a:lstStyle/>
              <a:p>
                <a:r>
                  <a:rPr lang="LID4096">
                    <a:noFill/>
                  </a:rPr>
                  <a:t> </a:t>
                </a:r>
              </a:p>
            </p:txBody>
          </p:sp>
        </mc:Fallback>
      </mc:AlternateContent>
    </p:spTree>
    <p:extLst>
      <p:ext uri="{BB962C8B-B14F-4D97-AF65-F5344CB8AC3E}">
        <p14:creationId xmlns:p14="http://schemas.microsoft.com/office/powerpoint/2010/main" val="4292219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 – Average case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We can now represent Eq. 8 as:</a:t>
                </a:r>
              </a:p>
              <a:p>
                <a:pPr>
                  <a:lnSpc>
                    <a:spcPct val="120000"/>
                  </a:lnSpc>
                  <a:buFont typeface="Wingdings" panose="05000000000000000000" pitchFamily="2" charset="2"/>
                  <a:buChar char="§"/>
                </a:pPr>
                <a14:m>
                  <m:oMath xmlns:m="http://schemas.openxmlformats.org/officeDocument/2006/math">
                    <m:f>
                      <m:fPr>
                        <m:ctrlPr>
                          <a:rPr lang="en-US" sz="3000" i="1">
                            <a:latin typeface="Cambria Math" panose="02040503050406030204" pitchFamily="18" charset="0"/>
                          </a:rPr>
                        </m:ctrlPr>
                      </m:fPr>
                      <m:num>
                        <m:r>
                          <a:rPr lang="en-US" sz="3000" i="1">
                            <a:latin typeface="Cambria Math" panose="02040503050406030204" pitchFamily="18" charset="0"/>
                          </a:rPr>
                          <m:t>𝑇</m:t>
                        </m:r>
                        <m:r>
                          <a:rPr lang="en-US" sz="3000" i="1">
                            <a:latin typeface="Cambria Math" panose="02040503050406030204" pitchFamily="18" charset="0"/>
                          </a:rPr>
                          <m:t>(</m:t>
                        </m:r>
                        <m:r>
                          <a:rPr lang="en-US" sz="3000" i="1">
                            <a:latin typeface="Cambria Math" panose="02040503050406030204" pitchFamily="18" charset="0"/>
                          </a:rPr>
                          <m:t>𝑛</m:t>
                        </m:r>
                        <m:r>
                          <a:rPr lang="en-US" sz="3000" i="1">
                            <a:latin typeface="Cambria Math" panose="02040503050406030204" pitchFamily="18" charset="0"/>
                          </a:rPr>
                          <m:t>)</m:t>
                        </m:r>
                      </m:num>
                      <m:den>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den>
                    </m:f>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1</m:t>
                            </m:r>
                          </m:e>
                        </m:d>
                      </m:num>
                      <m:den>
                        <m:r>
                          <a:rPr lang="en-US" sz="3000" i="1">
                            <a:latin typeface="Cambria Math" panose="02040503050406030204" pitchFamily="18" charset="0"/>
                          </a:rPr>
                          <m:t>2</m:t>
                        </m:r>
                      </m:den>
                    </m:f>
                    <m:r>
                      <a:rPr lang="en-US" sz="3000" b="0" i="1" smtClean="0">
                        <a:latin typeface="Cambria Math" panose="02040503050406030204" pitchFamily="18" charset="0"/>
                      </a:rPr>
                      <m:t>+</m:t>
                    </m:r>
                    <m:r>
                      <a:rPr lang="en-US" sz="3000" i="1">
                        <a:latin typeface="Cambria Math" panose="02040503050406030204" pitchFamily="18" charset="0"/>
                      </a:rPr>
                      <m:t>2</m:t>
                    </m:r>
                    <m:d>
                      <m:dPr>
                        <m:ctrlPr>
                          <a:rPr lang="en-US" sz="3000" i="1">
                            <a:latin typeface="Cambria Math" panose="02040503050406030204" pitchFamily="18" charset="0"/>
                          </a:rPr>
                        </m:ctrlPr>
                      </m:dPr>
                      <m:e>
                        <m:f>
                          <m:fPr>
                            <m:ctrlPr>
                              <a:rPr lang="en-US" sz="3000" i="1">
                                <a:latin typeface="Cambria Math" panose="02040503050406030204" pitchFamily="18" charset="0"/>
                              </a:rPr>
                            </m:ctrlPr>
                          </m:fPr>
                          <m:num>
                            <m:r>
                              <a:rPr lang="en-US" sz="3000" i="1">
                                <a:latin typeface="Cambria Math" panose="02040503050406030204" pitchFamily="18" charset="0"/>
                              </a:rPr>
                              <m:t>1</m:t>
                            </m:r>
                          </m:num>
                          <m:den>
                            <m:r>
                              <a:rPr lang="en-US" sz="3000" i="1">
                                <a:latin typeface="Cambria Math" panose="02040503050406030204" pitchFamily="18" charset="0"/>
                              </a:rPr>
                              <m:t>𝑛</m:t>
                            </m:r>
                            <m:r>
                              <a:rPr lang="en-US" sz="3000" i="1">
                                <a:latin typeface="Cambria Math" panose="02040503050406030204" pitchFamily="18" charset="0"/>
                              </a:rPr>
                              <m:t>+1</m:t>
                            </m:r>
                          </m:den>
                        </m:f>
                        <m:r>
                          <a:rPr lang="en-US" sz="3000" b="0" i="1" smtClean="0">
                            <a:latin typeface="Cambria Math" panose="02040503050406030204" pitchFamily="18" charset="0"/>
                          </a:rPr>
                          <m:t>+</m:t>
                        </m:r>
                        <m:r>
                          <a:rPr lang="en-US" sz="3000" b="0" i="1" smtClean="0">
                            <a:latin typeface="Cambria Math" panose="02040503050406030204" pitchFamily="18" charset="0"/>
                          </a:rPr>
                          <m:t>𝑙𝑛</m:t>
                        </m:r>
                        <m:r>
                          <a:rPr lang="en-US" sz="3000" b="0" i="1" smtClean="0">
                            <a:latin typeface="Cambria Math" panose="02040503050406030204" pitchFamily="18" charset="0"/>
                          </a:rPr>
                          <m:t>.</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e>
                        </m:d>
                        <m:r>
                          <a:rPr lang="en-US" sz="3000" i="1">
                            <a:latin typeface="Cambria Math" panose="02040503050406030204" pitchFamily="18" charset="0"/>
                          </a:rPr>
                          <m:t>+</m:t>
                        </m:r>
                        <m:r>
                          <a:rPr lang="en-US" sz="3000" i="1">
                            <a:latin typeface="Cambria Math" panose="02040503050406030204" pitchFamily="18" charset="0"/>
                            <a:ea typeface="Cambria Math" panose="02040503050406030204" pitchFamily="18" charset="0"/>
                          </a:rPr>
                          <m:t>𝛾</m:t>
                        </m:r>
                      </m:e>
                    </m:d>
                  </m:oMath>
                </a14:m>
                <a:endParaRPr lang="en-US" sz="3000" dirty="0"/>
              </a:p>
              <a:p>
                <a:pPr>
                  <a:lnSpc>
                    <a:spcPct val="120000"/>
                  </a:lnSpc>
                  <a:buFont typeface="Wingdings" panose="05000000000000000000" pitchFamily="2" charset="2"/>
                  <a:buChar char="§"/>
                </a:pPr>
                <a14:m>
                  <m:oMath xmlns:m="http://schemas.openxmlformats.org/officeDocument/2006/math">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e>
                    </m:d>
                    <m:r>
                      <a:rPr lang="en-US" sz="3000" i="1">
                        <a:latin typeface="Cambria Math" panose="02040503050406030204" pitchFamily="18" charset="0"/>
                      </a:rPr>
                      <m:t>=</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f>
                      <m:fPr>
                        <m:ctrlPr>
                          <a:rPr lang="en-US" sz="3000" i="1">
                            <a:latin typeface="Cambria Math" panose="02040503050406030204" pitchFamily="18" charset="0"/>
                          </a:rPr>
                        </m:ctrlPr>
                      </m:fPr>
                      <m:num>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1</m:t>
                            </m:r>
                          </m:e>
                        </m:d>
                      </m:num>
                      <m:den>
                        <m:r>
                          <a:rPr lang="en-US" sz="3000" i="1">
                            <a:latin typeface="Cambria Math" panose="02040503050406030204" pitchFamily="18" charset="0"/>
                          </a:rPr>
                          <m:t>2</m:t>
                        </m:r>
                      </m:den>
                    </m:f>
                    <m:r>
                      <a:rPr lang="en-US" sz="3000" b="0" i="1" smtClean="0">
                        <a:latin typeface="Cambria Math" panose="02040503050406030204" pitchFamily="18" charset="0"/>
                      </a:rPr>
                      <m:t>+</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2</m:t>
                        </m:r>
                      </m:num>
                      <m:den>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den>
                    </m:f>
                    <m:r>
                      <a:rPr lang="en-US" sz="3000" b="0" i="1" smtClean="0">
                        <a:latin typeface="Cambria Math" panose="02040503050406030204" pitchFamily="18" charset="0"/>
                      </a:rPr>
                      <m:t>+</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d>
                      <m:dPr>
                        <m:ctrlPr>
                          <a:rPr lang="en-US" sz="3000" i="1">
                            <a:latin typeface="Cambria Math" panose="02040503050406030204" pitchFamily="18" charset="0"/>
                          </a:rPr>
                        </m:ctrlPr>
                      </m:dPr>
                      <m:e>
                        <m:r>
                          <a:rPr lang="en-US" sz="3000" b="0" i="1" smtClean="0">
                            <a:latin typeface="Cambria Math" panose="02040503050406030204" pitchFamily="18" charset="0"/>
                          </a:rPr>
                          <m:t>2.</m:t>
                        </m:r>
                        <m:r>
                          <a:rPr lang="en-US" sz="3000" i="1">
                            <a:latin typeface="Cambria Math" panose="02040503050406030204" pitchFamily="18" charset="0"/>
                          </a:rPr>
                          <m:t>𝑙𝑛</m:t>
                        </m:r>
                        <m:r>
                          <a:rPr lang="en-US" sz="3000" i="1">
                            <a:latin typeface="Cambria Math" panose="02040503050406030204" pitchFamily="18" charset="0"/>
                          </a:rPr>
                          <m:t>.</m:t>
                        </m:r>
                        <m:d>
                          <m:dPr>
                            <m:ctrlPr>
                              <a:rPr lang="en-US" sz="3000" i="1">
                                <a:latin typeface="Cambria Math" panose="02040503050406030204" pitchFamily="18" charset="0"/>
                              </a:rPr>
                            </m:ctrlPr>
                          </m:dPr>
                          <m:e>
                            <m:r>
                              <a:rPr lang="en-US" sz="3000" i="1">
                                <a:latin typeface="Cambria Math" panose="02040503050406030204" pitchFamily="18" charset="0"/>
                              </a:rPr>
                              <m:t>𝑛</m:t>
                            </m:r>
                          </m:e>
                        </m:d>
                        <m:r>
                          <a:rPr lang="en-US" sz="3000" i="1">
                            <a:latin typeface="Cambria Math" panose="02040503050406030204" pitchFamily="18" charset="0"/>
                          </a:rPr>
                          <m:t>+</m:t>
                        </m:r>
                        <m:r>
                          <a:rPr lang="en-US" sz="3000" b="0" i="1" smtClean="0">
                            <a:latin typeface="Cambria Math" panose="02040503050406030204" pitchFamily="18" charset="0"/>
                          </a:rPr>
                          <m:t>2</m:t>
                        </m:r>
                        <m:r>
                          <a:rPr lang="en-US" sz="3000" i="1">
                            <a:latin typeface="Cambria Math" panose="02040503050406030204" pitchFamily="18" charset="0"/>
                            <a:ea typeface="Cambria Math" panose="02040503050406030204" pitchFamily="18" charset="0"/>
                          </a:rPr>
                          <m:t>𝛾</m:t>
                        </m:r>
                      </m:e>
                    </m:d>
                  </m:oMath>
                </a14:m>
                <a:endParaRPr lang="en-US" sz="3000" b="0" i="1" dirty="0">
                  <a:latin typeface="Cambria Math" panose="02040503050406030204" pitchFamily="18" charset="0"/>
                </a:endParaRPr>
              </a:p>
              <a:p>
                <a:pPr>
                  <a:lnSpc>
                    <a:spcPct val="120000"/>
                  </a:lnSpc>
                  <a:buFont typeface="Wingdings" panose="05000000000000000000" pitchFamily="2" charset="2"/>
                  <a:buChar char="§"/>
                </a:pPr>
                <a14:m>
                  <m:oMath xmlns:m="http://schemas.openxmlformats.org/officeDocument/2006/math">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e>
                    </m:d>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1</m:t>
                            </m:r>
                          </m:e>
                        </m:d>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num>
                      <m:den>
                        <m:r>
                          <a:rPr lang="en-US" sz="3000" i="1">
                            <a:latin typeface="Cambria Math" panose="02040503050406030204" pitchFamily="18" charset="0"/>
                          </a:rPr>
                          <m:t>2</m:t>
                        </m:r>
                      </m:den>
                    </m:f>
                    <m:r>
                      <a:rPr lang="en-US" sz="3000" b="0" i="1" smtClean="0">
                        <a:latin typeface="Cambria Math" panose="02040503050406030204" pitchFamily="18" charset="0"/>
                      </a:rPr>
                      <m:t>+</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r>
                      <a:rPr lang="en-US" sz="3000" b="0" i="1" smtClean="0">
                        <a:latin typeface="Cambria Math" panose="02040503050406030204" pitchFamily="18" charset="0"/>
                      </a:rPr>
                      <m:t>+2</m:t>
                    </m:r>
                    <m:r>
                      <a:rPr lang="en-US" sz="3000" b="0" i="1" smtClean="0">
                        <a:latin typeface="Cambria Math" panose="02040503050406030204" pitchFamily="18" charset="0"/>
                      </a:rPr>
                      <m:t>𝑛</m:t>
                    </m:r>
                    <m:r>
                      <a:rPr lang="en-US" sz="3000" b="0" i="1" smtClean="0">
                        <a:latin typeface="Cambria Math" panose="02040503050406030204" pitchFamily="18" charset="0"/>
                      </a:rPr>
                      <m:t>.</m:t>
                    </m:r>
                    <m:func>
                      <m:funcPr>
                        <m:ctrlPr>
                          <a:rPr lang="en-US" sz="3000" b="0" i="1" smtClean="0">
                            <a:latin typeface="Cambria Math" panose="02040503050406030204" pitchFamily="18" charset="0"/>
                          </a:rPr>
                        </m:ctrlPr>
                      </m:funcPr>
                      <m:fName>
                        <m:r>
                          <m:rPr>
                            <m:sty m:val="p"/>
                          </m:rPr>
                          <a:rPr lang="en-US" sz="3000" b="0" i="0" smtClean="0">
                            <a:latin typeface="Cambria Math" panose="02040503050406030204" pitchFamily="18" charset="0"/>
                          </a:rPr>
                          <m:t>ln</m:t>
                        </m:r>
                      </m:fName>
                      <m:e>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𝑛</m:t>
                            </m:r>
                          </m:e>
                        </m:d>
                      </m:e>
                    </m:func>
                    <m:r>
                      <a:rPr lang="en-US" sz="3000" b="0" i="1" smtClean="0">
                        <a:latin typeface="Cambria Math" panose="02040503050406030204" pitchFamily="18" charset="0"/>
                      </a:rPr>
                      <m:t>+2</m:t>
                    </m:r>
                    <m:func>
                      <m:funcPr>
                        <m:ctrlPr>
                          <a:rPr lang="en-US" sz="3000" i="1">
                            <a:latin typeface="Cambria Math" panose="02040503050406030204" pitchFamily="18" charset="0"/>
                          </a:rPr>
                        </m:ctrlPr>
                      </m:funcPr>
                      <m:fName>
                        <m:r>
                          <m:rPr>
                            <m:sty m:val="p"/>
                          </m:rPr>
                          <a:rPr lang="en-US" sz="3000">
                            <a:latin typeface="Cambria Math" panose="02040503050406030204" pitchFamily="18" charset="0"/>
                          </a:rPr>
                          <m:t>ln</m:t>
                        </m:r>
                      </m:fName>
                      <m:e>
                        <m:d>
                          <m:dPr>
                            <m:ctrlPr>
                              <a:rPr lang="en-US" sz="3000" i="1">
                                <a:latin typeface="Cambria Math" panose="02040503050406030204" pitchFamily="18" charset="0"/>
                              </a:rPr>
                            </m:ctrlPr>
                          </m:dPr>
                          <m:e>
                            <m:r>
                              <a:rPr lang="en-US" sz="3000" i="1">
                                <a:latin typeface="Cambria Math" panose="02040503050406030204" pitchFamily="18" charset="0"/>
                              </a:rPr>
                              <m:t>𝑛</m:t>
                            </m:r>
                          </m:e>
                        </m:d>
                      </m:e>
                    </m:func>
                    <m:r>
                      <a:rPr lang="en-US" sz="3000" i="1">
                        <a:latin typeface="Cambria Math" panose="02040503050406030204" pitchFamily="18" charset="0"/>
                      </a:rPr>
                      <m:t>+2</m:t>
                    </m:r>
                    <m:r>
                      <a:rPr lang="en-US" sz="3000" i="1">
                        <a:latin typeface="Cambria Math" panose="02040503050406030204" pitchFamily="18" charset="0"/>
                      </a:rPr>
                      <m:t>𝑛</m:t>
                    </m:r>
                    <m:r>
                      <a:rPr lang="en-US" sz="3000" i="1">
                        <a:latin typeface="Cambria Math" panose="02040503050406030204" pitchFamily="18" charset="0"/>
                        <a:ea typeface="Cambria Math" panose="02040503050406030204" pitchFamily="18" charset="0"/>
                      </a:rPr>
                      <m:t>𝛾</m:t>
                    </m:r>
                  </m:oMath>
                </a14:m>
                <a:r>
                  <a:rPr lang="en-US" sz="3000" dirty="0"/>
                  <a:t> </a:t>
                </a:r>
                <a14:m>
                  <m:oMath xmlns:m="http://schemas.openxmlformats.org/officeDocument/2006/math">
                    <m:r>
                      <a:rPr lang="en-US" sz="3000" i="1">
                        <a:latin typeface="Cambria Math" panose="02040503050406030204" pitchFamily="18" charset="0"/>
                      </a:rPr>
                      <m:t>+2</m:t>
                    </m:r>
                    <m:r>
                      <a:rPr lang="en-US" sz="3000" i="1">
                        <a:latin typeface="Cambria Math" panose="02040503050406030204" pitchFamily="18" charset="0"/>
                        <a:ea typeface="Cambria Math" panose="02040503050406030204" pitchFamily="18" charset="0"/>
                      </a:rPr>
                      <m:t>𝛾</m:t>
                    </m:r>
                  </m:oMath>
                </a14:m>
                <a:endParaRPr lang="en-US" sz="3000" dirty="0"/>
              </a:p>
              <a:p>
                <a:pPr>
                  <a:lnSpc>
                    <a:spcPct val="120000"/>
                  </a:lnSpc>
                  <a:buFont typeface="Wingdings" panose="05000000000000000000" pitchFamily="2" charset="2"/>
                  <a:buChar char="§"/>
                </a:pPr>
                <a:r>
                  <a:rPr lang="en-US" sz="3000" dirty="0"/>
                  <a:t>Our equation has a natural log, which has a power </a:t>
                </a:r>
                <a14:m>
                  <m:oMath xmlns:m="http://schemas.openxmlformats.org/officeDocument/2006/math">
                    <m:r>
                      <a:rPr lang="en-US" sz="3000" i="1">
                        <a:latin typeface="Cambria Math" panose="02040503050406030204" pitchFamily="18" charset="0"/>
                      </a:rPr>
                      <m:t>𝑒</m:t>
                    </m:r>
                    <m:r>
                      <a:rPr lang="en-US" sz="3000" i="1">
                        <a:latin typeface="Cambria Math" panose="02040503050406030204" pitchFamily="18" charset="0"/>
                      </a:rPr>
                      <m:t>=2.718</m:t>
                    </m:r>
                  </m:oMath>
                </a14:m>
                <a:r>
                  <a:rPr lang="en-US" sz="3000" dirty="0"/>
                  <a:t>. We cannot split a tree into 2.718 ways therefore we will represent it as </a:t>
                </a:r>
                <a14:m>
                  <m:oMath xmlns:m="http://schemas.openxmlformats.org/officeDocument/2006/math">
                    <m:func>
                      <m:funcPr>
                        <m:ctrlPr>
                          <a:rPr lang="en-US" sz="3000" i="1">
                            <a:latin typeface="Cambria Math" panose="02040503050406030204" pitchFamily="18" charset="0"/>
                          </a:rPr>
                        </m:ctrlPr>
                      </m:funcPr>
                      <m:fName>
                        <m:sSub>
                          <m:sSubPr>
                            <m:ctrlPr>
                              <a:rPr lang="en-US" sz="3000" i="1">
                                <a:latin typeface="Cambria Math" panose="02040503050406030204" pitchFamily="18" charset="0"/>
                              </a:rPr>
                            </m:ctrlPr>
                          </m:sSubPr>
                          <m:e>
                            <m:r>
                              <m:rPr>
                                <m:sty m:val="p"/>
                              </m:rPr>
                              <a:rPr lang="en-US" sz="3000">
                                <a:latin typeface="Cambria Math" panose="02040503050406030204" pitchFamily="18" charset="0"/>
                              </a:rPr>
                              <m:t>log</m:t>
                            </m:r>
                          </m:e>
                          <m:sub>
                            <m:r>
                              <a:rPr lang="en-US" sz="3000" i="1">
                                <a:latin typeface="Cambria Math" panose="02040503050406030204" pitchFamily="18" charset="0"/>
                              </a:rPr>
                              <m:t>2</m:t>
                            </m:r>
                          </m:sub>
                        </m:sSub>
                      </m:fName>
                      <m:e>
                        <m:r>
                          <a:rPr lang="en-US" sz="3000" i="1">
                            <a:latin typeface="Cambria Math" panose="02040503050406030204" pitchFamily="18" charset="0"/>
                          </a:rPr>
                          <m:t>𝑛</m:t>
                        </m:r>
                      </m:e>
                    </m:func>
                  </m:oMath>
                </a14:m>
                <a:r>
                  <a:rPr lang="en-US" sz="3000" dirty="0"/>
                  <a:t> instead.</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882" t="-125" r="-1038"/>
                </a:stretch>
              </a:blipFill>
            </p:spPr>
            <p:txBody>
              <a:bodyPr/>
              <a:lstStyle/>
              <a:p>
                <a:r>
                  <a:rPr lang="LID4096">
                    <a:noFill/>
                  </a:rPr>
                  <a:t> </a:t>
                </a:r>
              </a:p>
            </p:txBody>
          </p:sp>
        </mc:Fallback>
      </mc:AlternateContent>
    </p:spTree>
    <p:extLst>
      <p:ext uri="{BB962C8B-B14F-4D97-AF65-F5344CB8AC3E}">
        <p14:creationId xmlns:p14="http://schemas.microsoft.com/office/powerpoint/2010/main" val="2396896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Complexity Analysis – Average case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000" dirty="0"/>
                  <a:t>Recall that </a:t>
                </a:r>
                <a14:m>
                  <m:oMath xmlns:m="http://schemas.openxmlformats.org/officeDocument/2006/math">
                    <m:func>
                      <m:funcPr>
                        <m:ctrlPr>
                          <a:rPr lang="en-US" sz="3000" b="0" i="1" smtClean="0">
                            <a:latin typeface="Cambria Math" panose="02040503050406030204" pitchFamily="18" charset="0"/>
                          </a:rPr>
                        </m:ctrlPr>
                      </m:funcPr>
                      <m:fName>
                        <m:sSub>
                          <m:sSubPr>
                            <m:ctrlPr>
                              <a:rPr lang="en-US" sz="3000" b="0" i="1" smtClean="0">
                                <a:latin typeface="Cambria Math" panose="02040503050406030204" pitchFamily="18" charset="0"/>
                              </a:rPr>
                            </m:ctrlPr>
                          </m:sSubPr>
                          <m:e>
                            <m:r>
                              <m:rPr>
                                <m:sty m:val="p"/>
                              </m:rPr>
                              <a:rPr lang="en-US" sz="3000" b="0" i="0" smtClean="0">
                                <a:latin typeface="Cambria Math" panose="02040503050406030204" pitchFamily="18" charset="0"/>
                              </a:rPr>
                              <m:t>log</m:t>
                            </m:r>
                          </m:e>
                          <m:sub>
                            <m:r>
                              <a:rPr lang="en-US" sz="3000" b="0" i="1" smtClean="0">
                                <a:latin typeface="Cambria Math" panose="02040503050406030204" pitchFamily="18" charset="0"/>
                              </a:rPr>
                              <m:t>𝑘</m:t>
                            </m:r>
                          </m:sub>
                        </m:sSub>
                      </m:fName>
                      <m:e>
                        <m:r>
                          <a:rPr lang="en-US" sz="3000" b="0" i="1" smtClean="0">
                            <a:latin typeface="Cambria Math" panose="02040503050406030204" pitchFamily="18" charset="0"/>
                          </a:rPr>
                          <m:t>(</m:t>
                        </m:r>
                        <m:r>
                          <a:rPr lang="en-US" sz="3000" b="0" i="1" smtClean="0">
                            <a:latin typeface="Cambria Math" panose="02040503050406030204" pitchFamily="18" charset="0"/>
                          </a:rPr>
                          <m:t>𝑥</m:t>
                        </m:r>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func>
                              <m:funcPr>
                                <m:ctrlPr>
                                  <a:rPr lang="en-US" sz="3000" b="0" i="1" smtClean="0">
                                    <a:latin typeface="Cambria Math" panose="02040503050406030204" pitchFamily="18" charset="0"/>
                                  </a:rPr>
                                </m:ctrlPr>
                              </m:funcPr>
                              <m:fName>
                                <m:r>
                                  <m:rPr>
                                    <m:sty m:val="p"/>
                                  </m:rPr>
                                  <a:rPr lang="en-US" sz="3000" b="0" i="0" smtClean="0">
                                    <a:latin typeface="Cambria Math" panose="02040503050406030204" pitchFamily="18" charset="0"/>
                                  </a:rPr>
                                  <m:t>ln</m:t>
                                </m:r>
                              </m:fName>
                              <m:e>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𝑥</m:t>
                                    </m:r>
                                  </m:e>
                                </m:d>
                              </m:e>
                            </m:func>
                          </m:num>
                          <m:den>
                            <m:func>
                              <m:funcPr>
                                <m:ctrlPr>
                                  <a:rPr lang="en-US" sz="3000" b="0" i="1" smtClean="0">
                                    <a:latin typeface="Cambria Math" panose="02040503050406030204" pitchFamily="18" charset="0"/>
                                  </a:rPr>
                                </m:ctrlPr>
                              </m:funcPr>
                              <m:fName>
                                <m:r>
                                  <m:rPr>
                                    <m:sty m:val="p"/>
                                  </m:rPr>
                                  <a:rPr lang="en-US" sz="3000" b="0" i="0" smtClean="0">
                                    <a:latin typeface="Cambria Math" panose="02040503050406030204" pitchFamily="18" charset="0"/>
                                  </a:rPr>
                                  <m:t>ln</m:t>
                                </m:r>
                              </m:fName>
                              <m:e>
                                <m:d>
                                  <m:dPr>
                                    <m:ctrlPr>
                                      <a:rPr lang="en-US" sz="3000" b="0" i="1" smtClean="0">
                                        <a:latin typeface="Cambria Math" panose="02040503050406030204" pitchFamily="18" charset="0"/>
                                      </a:rPr>
                                    </m:ctrlPr>
                                  </m:dPr>
                                  <m:e>
                                    <m:r>
                                      <a:rPr lang="en-US" sz="3000" b="0" i="1" smtClean="0">
                                        <a:latin typeface="Cambria Math" panose="02040503050406030204" pitchFamily="18" charset="0"/>
                                      </a:rPr>
                                      <m:t>𝑘</m:t>
                                    </m:r>
                                  </m:e>
                                </m:d>
                              </m:e>
                            </m:func>
                          </m:den>
                        </m:f>
                      </m:e>
                    </m:func>
                  </m:oMath>
                </a14:m>
                <a:r>
                  <a:rPr lang="en-US" sz="3000" dirty="0"/>
                  <a:t>. Here, </a:t>
                </a:r>
                <a14:m>
                  <m:oMath xmlns:m="http://schemas.openxmlformats.org/officeDocument/2006/math">
                    <m:r>
                      <a:rPr lang="en-US" sz="3000" b="0" i="1" smtClean="0">
                        <a:latin typeface="Cambria Math" panose="02040503050406030204" pitchFamily="18" charset="0"/>
                      </a:rPr>
                      <m:t>𝑘</m:t>
                    </m:r>
                    <m:r>
                      <a:rPr lang="en-US" sz="3000" b="0" i="1" smtClean="0">
                        <a:latin typeface="Cambria Math" panose="02040503050406030204" pitchFamily="18" charset="0"/>
                      </a:rPr>
                      <m:t>=2</m:t>
                    </m:r>
                  </m:oMath>
                </a14:m>
                <a:endParaRPr lang="en-US" sz="3000" dirty="0"/>
              </a:p>
              <a:p>
                <a:pPr>
                  <a:lnSpc>
                    <a:spcPct val="120000"/>
                  </a:lnSpc>
                  <a:buFont typeface="Wingdings" panose="05000000000000000000" pitchFamily="2" charset="2"/>
                  <a:buChar char="§"/>
                </a:pPr>
                <a14:m>
                  <m:oMath xmlns:m="http://schemas.openxmlformats.org/officeDocument/2006/math">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e>
                    </m:d>
                    <m:r>
                      <a:rPr lang="en-US" sz="3000" i="1">
                        <a:latin typeface="Cambria Math" panose="02040503050406030204" pitchFamily="18" charset="0"/>
                      </a:rPr>
                      <m:t>=</m:t>
                    </m:r>
                    <m:f>
                      <m:fPr>
                        <m:ctrlPr>
                          <a:rPr lang="en-US" sz="3000" i="1">
                            <a:latin typeface="Cambria Math" panose="02040503050406030204" pitchFamily="18" charset="0"/>
                          </a:rPr>
                        </m:ctrlPr>
                      </m:fPr>
                      <m:num>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1</m:t>
                            </m:r>
                          </m:e>
                        </m:d>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num>
                      <m:den>
                        <m:r>
                          <a:rPr lang="en-US" sz="3000" i="1">
                            <a:latin typeface="Cambria Math" panose="02040503050406030204" pitchFamily="18" charset="0"/>
                          </a:rPr>
                          <m:t>2</m:t>
                        </m:r>
                      </m:den>
                    </m:f>
                    <m:r>
                      <a:rPr lang="en-US" sz="3000" i="1">
                        <a:latin typeface="Cambria Math" panose="02040503050406030204" pitchFamily="18" charset="0"/>
                      </a:rPr>
                      <m:t>+</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r>
                      <a:rPr lang="en-US" sz="3000" i="1">
                        <a:latin typeface="Cambria Math" panose="02040503050406030204" pitchFamily="18" charset="0"/>
                      </a:rPr>
                      <m:t>+2</m:t>
                    </m:r>
                    <m:r>
                      <a:rPr lang="en-US" sz="3000" i="1">
                        <a:latin typeface="Cambria Math" panose="02040503050406030204" pitchFamily="18" charset="0"/>
                      </a:rPr>
                      <m:t>𝑛</m:t>
                    </m:r>
                    <m:r>
                      <a:rPr lang="en-US" sz="3000" i="1">
                        <a:latin typeface="Cambria Math" panose="02040503050406030204" pitchFamily="18" charset="0"/>
                      </a:rPr>
                      <m:t>.</m:t>
                    </m:r>
                    <m:func>
                      <m:funcPr>
                        <m:ctrlPr>
                          <a:rPr lang="en-US" sz="3000" i="1">
                            <a:latin typeface="Cambria Math" panose="02040503050406030204" pitchFamily="18" charset="0"/>
                          </a:rPr>
                        </m:ctrlPr>
                      </m:funcPr>
                      <m:fName>
                        <m:r>
                          <m:rPr>
                            <m:sty m:val="p"/>
                          </m:rPr>
                          <a:rPr lang="en-US" sz="3000">
                            <a:latin typeface="Cambria Math" panose="02040503050406030204" pitchFamily="18" charset="0"/>
                          </a:rPr>
                          <m:t>ln</m:t>
                        </m:r>
                      </m:fName>
                      <m:e>
                        <m:d>
                          <m:dPr>
                            <m:ctrlPr>
                              <a:rPr lang="en-US" sz="3000" i="1">
                                <a:latin typeface="Cambria Math" panose="02040503050406030204" pitchFamily="18" charset="0"/>
                              </a:rPr>
                            </m:ctrlPr>
                          </m:dPr>
                          <m:e>
                            <m:r>
                              <a:rPr lang="en-US" sz="3000" b="0" i="1" smtClean="0">
                                <a:latin typeface="Cambria Math" panose="02040503050406030204" pitchFamily="18" charset="0"/>
                              </a:rPr>
                              <m:t>2</m:t>
                            </m:r>
                          </m:e>
                        </m:d>
                        <m:r>
                          <a:rPr lang="en-US" sz="3000" b="0" i="1" smtClean="0">
                            <a:latin typeface="Cambria Math" panose="02040503050406030204" pitchFamily="18" charset="0"/>
                          </a:rPr>
                          <m:t>.</m:t>
                        </m:r>
                        <m:func>
                          <m:funcPr>
                            <m:ctrlPr>
                              <a:rPr lang="en-US" sz="3000" b="0" i="1" smtClean="0">
                                <a:latin typeface="Cambria Math" panose="02040503050406030204" pitchFamily="18" charset="0"/>
                              </a:rPr>
                            </m:ctrlPr>
                          </m:funcPr>
                          <m:fName>
                            <m:sSub>
                              <m:sSubPr>
                                <m:ctrlPr>
                                  <a:rPr lang="en-US" sz="3000" b="0" i="1" smtClean="0">
                                    <a:latin typeface="Cambria Math" panose="02040503050406030204" pitchFamily="18" charset="0"/>
                                  </a:rPr>
                                </m:ctrlPr>
                              </m:sSubPr>
                              <m:e>
                                <m:r>
                                  <m:rPr>
                                    <m:sty m:val="p"/>
                                  </m:rPr>
                                  <a:rPr lang="en-US" sz="3000" b="0" i="0" smtClean="0">
                                    <a:latin typeface="Cambria Math" panose="02040503050406030204" pitchFamily="18" charset="0"/>
                                  </a:rPr>
                                  <m:t>log</m:t>
                                </m:r>
                              </m:e>
                              <m:sub>
                                <m:r>
                                  <a:rPr lang="en-US" sz="3000" b="0" i="1" smtClean="0">
                                    <a:latin typeface="Cambria Math" panose="02040503050406030204" pitchFamily="18" charset="0"/>
                                  </a:rPr>
                                  <m:t>2</m:t>
                                </m:r>
                              </m:sub>
                            </m:sSub>
                          </m:fName>
                          <m:e>
                            <m:r>
                              <a:rPr lang="en-US" sz="3000" b="0" i="1" smtClean="0">
                                <a:latin typeface="Cambria Math" panose="02040503050406030204" pitchFamily="18" charset="0"/>
                              </a:rPr>
                              <m:t>𝑛</m:t>
                            </m:r>
                          </m:e>
                        </m:func>
                      </m:e>
                    </m:func>
                    <m:r>
                      <a:rPr lang="en-US" sz="3000" i="1">
                        <a:latin typeface="Cambria Math" panose="02040503050406030204" pitchFamily="18" charset="0"/>
                      </a:rPr>
                      <m:t>+2</m:t>
                    </m:r>
                    <m:func>
                      <m:funcPr>
                        <m:ctrlPr>
                          <a:rPr lang="en-US" sz="3000" i="1">
                            <a:latin typeface="Cambria Math" panose="02040503050406030204" pitchFamily="18" charset="0"/>
                          </a:rPr>
                        </m:ctrlPr>
                      </m:funcPr>
                      <m:fName>
                        <m:r>
                          <m:rPr>
                            <m:sty m:val="p"/>
                          </m:rPr>
                          <a:rPr lang="en-US" sz="3000">
                            <a:latin typeface="Cambria Math" panose="02040503050406030204" pitchFamily="18" charset="0"/>
                          </a:rPr>
                          <m:t>ln</m:t>
                        </m:r>
                      </m:fName>
                      <m:e>
                        <m:d>
                          <m:dPr>
                            <m:ctrlPr>
                              <a:rPr lang="en-US" sz="3000" i="1">
                                <a:latin typeface="Cambria Math" panose="02040503050406030204" pitchFamily="18" charset="0"/>
                              </a:rPr>
                            </m:ctrlPr>
                          </m:dPr>
                          <m:e>
                            <m:r>
                              <a:rPr lang="en-US" sz="3000" i="1">
                                <a:latin typeface="Cambria Math" panose="02040503050406030204" pitchFamily="18" charset="0"/>
                              </a:rPr>
                              <m:t>2</m:t>
                            </m:r>
                          </m:e>
                        </m:d>
                        <m:r>
                          <a:rPr lang="en-US" sz="3000" i="1">
                            <a:latin typeface="Cambria Math" panose="02040503050406030204" pitchFamily="18" charset="0"/>
                          </a:rPr>
                          <m:t>.</m:t>
                        </m:r>
                        <m:func>
                          <m:funcPr>
                            <m:ctrlPr>
                              <a:rPr lang="en-US" sz="3000" i="1">
                                <a:latin typeface="Cambria Math" panose="02040503050406030204" pitchFamily="18" charset="0"/>
                              </a:rPr>
                            </m:ctrlPr>
                          </m:funcPr>
                          <m:fName>
                            <m:sSub>
                              <m:sSubPr>
                                <m:ctrlPr>
                                  <a:rPr lang="en-US" sz="3000" i="1">
                                    <a:latin typeface="Cambria Math" panose="02040503050406030204" pitchFamily="18" charset="0"/>
                                  </a:rPr>
                                </m:ctrlPr>
                              </m:sSubPr>
                              <m:e>
                                <m:r>
                                  <m:rPr>
                                    <m:sty m:val="p"/>
                                  </m:rPr>
                                  <a:rPr lang="en-US" sz="3000">
                                    <a:latin typeface="Cambria Math" panose="02040503050406030204" pitchFamily="18" charset="0"/>
                                  </a:rPr>
                                  <m:t>log</m:t>
                                </m:r>
                              </m:e>
                              <m:sub>
                                <m:r>
                                  <a:rPr lang="en-US" sz="3000" i="1">
                                    <a:latin typeface="Cambria Math" panose="02040503050406030204" pitchFamily="18" charset="0"/>
                                  </a:rPr>
                                  <m:t>2</m:t>
                                </m:r>
                              </m:sub>
                            </m:sSub>
                          </m:fName>
                          <m:e>
                            <m:r>
                              <a:rPr lang="en-US" sz="3000" i="1">
                                <a:latin typeface="Cambria Math" panose="02040503050406030204" pitchFamily="18" charset="0"/>
                              </a:rPr>
                              <m:t>𝑛</m:t>
                            </m:r>
                          </m:e>
                        </m:func>
                      </m:e>
                    </m:func>
                    <m:r>
                      <a:rPr lang="en-US" sz="3000" i="1">
                        <a:latin typeface="Cambria Math" panose="02040503050406030204" pitchFamily="18" charset="0"/>
                      </a:rPr>
                      <m:t>+2</m:t>
                    </m:r>
                    <m:r>
                      <a:rPr lang="en-US" sz="3000" i="1">
                        <a:latin typeface="Cambria Math" panose="02040503050406030204" pitchFamily="18" charset="0"/>
                      </a:rPr>
                      <m:t>𝑛</m:t>
                    </m:r>
                    <m:r>
                      <a:rPr lang="en-US" sz="3000" i="1">
                        <a:latin typeface="Cambria Math" panose="02040503050406030204" pitchFamily="18" charset="0"/>
                        <a:ea typeface="Cambria Math" panose="02040503050406030204" pitchFamily="18" charset="0"/>
                      </a:rPr>
                      <m:t>𝛾</m:t>
                    </m:r>
                  </m:oMath>
                </a14:m>
                <a:r>
                  <a:rPr lang="en-US" sz="3000" dirty="0"/>
                  <a:t> </a:t>
                </a:r>
                <a14:m>
                  <m:oMath xmlns:m="http://schemas.openxmlformats.org/officeDocument/2006/math">
                    <m:r>
                      <a:rPr lang="en-US" sz="3000" i="1">
                        <a:latin typeface="Cambria Math" panose="02040503050406030204" pitchFamily="18" charset="0"/>
                      </a:rPr>
                      <m:t>+2</m:t>
                    </m:r>
                    <m:r>
                      <a:rPr lang="en-US" sz="3000" i="1">
                        <a:latin typeface="Cambria Math" panose="02040503050406030204" pitchFamily="18" charset="0"/>
                        <a:ea typeface="Cambria Math" panose="02040503050406030204" pitchFamily="18" charset="0"/>
                      </a:rPr>
                      <m:t>𝛾</m:t>
                    </m:r>
                  </m:oMath>
                </a14:m>
                <a:endParaRPr lang="en-US" sz="3000" dirty="0">
                  <a:ea typeface="Cambria Math" panose="02040503050406030204" pitchFamily="18" charset="0"/>
                </a:endParaRPr>
              </a:p>
              <a:p>
                <a:pPr>
                  <a:lnSpc>
                    <a:spcPct val="120000"/>
                  </a:lnSpc>
                  <a:buFont typeface="Wingdings" panose="05000000000000000000" pitchFamily="2" charset="2"/>
                  <a:buChar char="§"/>
                </a:pPr>
                <a:r>
                  <a:rPr lang="en-US" sz="3000" dirty="0"/>
                  <a:t>Let’s replace all constants with 1 for simplicity.</a:t>
                </a:r>
              </a:p>
              <a:p>
                <a:pPr>
                  <a:lnSpc>
                    <a:spcPct val="120000"/>
                  </a:lnSpc>
                  <a:buFont typeface="Wingdings" panose="05000000000000000000" pitchFamily="2" charset="2"/>
                  <a:buChar char="§"/>
                </a:pPr>
                <a14:m>
                  <m:oMath xmlns:m="http://schemas.openxmlformats.org/officeDocument/2006/math">
                    <m:func>
                      <m:funcPr>
                        <m:ctrlPr>
                          <a:rPr lang="en-US" sz="3000" b="0" i="1" smtClean="0">
                            <a:latin typeface="Cambria Math" panose="02040503050406030204" pitchFamily="18" charset="0"/>
                          </a:rPr>
                        </m:ctrlPr>
                      </m:funcPr>
                      <m:fName>
                        <m:r>
                          <m:rPr>
                            <m:sty m:val="p"/>
                          </m:rPr>
                          <a:rPr lang="en-US" sz="3000" b="0" i="0" smtClean="0">
                            <a:latin typeface="Cambria Math" panose="02040503050406030204" pitchFamily="18" charset="0"/>
                          </a:rPr>
                          <m:t>ln</m:t>
                        </m:r>
                      </m:fName>
                      <m:e>
                        <m:d>
                          <m:dPr>
                            <m:ctrlPr>
                              <a:rPr lang="en-US" sz="3000" b="0" i="1" smtClean="0">
                                <a:latin typeface="Cambria Math" panose="02040503050406030204" pitchFamily="18" charset="0"/>
                              </a:rPr>
                            </m:ctrlPr>
                          </m:dPr>
                          <m:e>
                            <m:r>
                              <a:rPr lang="en-US" sz="3000" b="0" i="1" smtClean="0">
                                <a:latin typeface="Cambria Math" panose="02040503050406030204" pitchFamily="18" charset="0"/>
                              </a:rPr>
                              <m:t>2</m:t>
                            </m:r>
                          </m:e>
                        </m:d>
                      </m:e>
                    </m:func>
                    <m:r>
                      <a:rPr lang="en-US" sz="3000" b="0" i="1" smtClean="0">
                        <a:latin typeface="Cambria Math" panose="02040503050406030204" pitchFamily="18" charset="0"/>
                      </a:rPr>
                      <m:t>=1;</m:t>
                    </m:r>
                    <m:r>
                      <a:rPr lang="en-US" sz="3000" b="0" i="1" smtClean="0">
                        <a:latin typeface="Cambria Math" panose="02040503050406030204" pitchFamily="18" charset="0"/>
                      </a:rPr>
                      <m:t>𝑇</m:t>
                    </m:r>
                    <m:d>
                      <m:dPr>
                        <m:ctrlPr>
                          <a:rPr lang="en-US" sz="3000" b="0" i="1" smtClean="0">
                            <a:latin typeface="Cambria Math" panose="02040503050406030204" pitchFamily="18" charset="0"/>
                          </a:rPr>
                        </m:ctrlPr>
                      </m:dPr>
                      <m:e>
                        <m:r>
                          <a:rPr lang="en-US" sz="3000" b="0" i="1" smtClean="0">
                            <a:latin typeface="Cambria Math" panose="02040503050406030204" pitchFamily="18" charset="0"/>
                          </a:rPr>
                          <m:t>1</m:t>
                        </m:r>
                      </m:e>
                    </m:d>
                    <m:r>
                      <a:rPr lang="en-US" sz="3000" b="0" i="1" smtClean="0">
                        <a:latin typeface="Cambria Math" panose="02040503050406030204" pitchFamily="18" charset="0"/>
                      </a:rPr>
                      <m:t>=1;</m:t>
                    </m:r>
                    <m:r>
                      <a:rPr lang="en-US" sz="3000" b="0" i="1" smtClean="0">
                        <a:latin typeface="Cambria Math" panose="02040503050406030204" pitchFamily="18" charset="0"/>
                      </a:rPr>
                      <m:t>𝛾</m:t>
                    </m:r>
                    <m:r>
                      <a:rPr lang="en-US" sz="3000" b="0" i="1" smtClean="0">
                        <a:latin typeface="Cambria Math" panose="02040503050406030204" pitchFamily="18" charset="0"/>
                      </a:rPr>
                      <m:t>=1</m:t>
                    </m:r>
                  </m:oMath>
                </a14:m>
                <a:endParaRPr lang="en-US" sz="3000" dirty="0"/>
              </a:p>
              <a:p>
                <a:pPr>
                  <a:lnSpc>
                    <a:spcPct val="120000"/>
                  </a:lnSpc>
                  <a:buFont typeface="Wingdings" panose="05000000000000000000" pitchFamily="2" charset="2"/>
                  <a:buChar char="§"/>
                </a:pPr>
                <a14:m>
                  <m:oMath xmlns:m="http://schemas.openxmlformats.org/officeDocument/2006/math">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e>
                    </m:d>
                    <m:r>
                      <a:rPr lang="en-US" sz="3000" i="1">
                        <a:latin typeface="Cambria Math" panose="02040503050406030204" pitchFamily="18" charset="0"/>
                      </a:rPr>
                      <m:t>=</m:t>
                    </m:r>
                    <m:f>
                      <m:fPr>
                        <m:ctrlPr>
                          <a:rPr lang="en-US" sz="3000" i="1">
                            <a:latin typeface="Cambria Math" panose="02040503050406030204" pitchFamily="18" charset="0"/>
                          </a:rPr>
                        </m:ctrlPr>
                      </m:fPr>
                      <m:num>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num>
                      <m:den>
                        <m:r>
                          <a:rPr lang="en-US" sz="3000" i="1">
                            <a:latin typeface="Cambria Math" panose="02040503050406030204" pitchFamily="18" charset="0"/>
                          </a:rPr>
                          <m:t>2</m:t>
                        </m:r>
                      </m:den>
                    </m:f>
                    <m:r>
                      <a:rPr lang="en-US" sz="3000" i="1">
                        <a:latin typeface="Cambria Math" panose="02040503050406030204" pitchFamily="18" charset="0"/>
                      </a:rPr>
                      <m:t>+</m:t>
                    </m:r>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r>
                      <a:rPr lang="en-US" sz="3000" i="1">
                        <a:latin typeface="Cambria Math" panose="02040503050406030204" pitchFamily="18" charset="0"/>
                      </a:rPr>
                      <m:t>+2</m:t>
                    </m:r>
                    <m:r>
                      <a:rPr lang="en-US" sz="3000" i="1">
                        <a:latin typeface="Cambria Math" panose="02040503050406030204" pitchFamily="18" charset="0"/>
                      </a:rPr>
                      <m:t>𝑛</m:t>
                    </m:r>
                    <m:r>
                      <a:rPr lang="en-US" sz="3000" i="1">
                        <a:latin typeface="Cambria Math" panose="02040503050406030204" pitchFamily="18" charset="0"/>
                      </a:rPr>
                      <m:t>.</m:t>
                    </m:r>
                    <m:func>
                      <m:funcPr>
                        <m:ctrlPr>
                          <a:rPr lang="en-US" sz="3000" i="1">
                            <a:latin typeface="Cambria Math" panose="02040503050406030204" pitchFamily="18" charset="0"/>
                          </a:rPr>
                        </m:ctrlPr>
                      </m:funcPr>
                      <m:fName>
                        <m:sSub>
                          <m:sSubPr>
                            <m:ctrlPr>
                              <a:rPr lang="en-US" sz="3000" i="1">
                                <a:latin typeface="Cambria Math" panose="02040503050406030204" pitchFamily="18" charset="0"/>
                              </a:rPr>
                            </m:ctrlPr>
                          </m:sSubPr>
                          <m:e>
                            <m:r>
                              <m:rPr>
                                <m:sty m:val="p"/>
                              </m:rPr>
                              <a:rPr lang="en-US" sz="3000">
                                <a:latin typeface="Cambria Math" panose="02040503050406030204" pitchFamily="18" charset="0"/>
                              </a:rPr>
                              <m:t>log</m:t>
                            </m:r>
                          </m:e>
                          <m:sub>
                            <m:r>
                              <a:rPr lang="en-US" sz="3000" i="1">
                                <a:latin typeface="Cambria Math" panose="02040503050406030204" pitchFamily="18" charset="0"/>
                              </a:rPr>
                              <m:t>2</m:t>
                            </m:r>
                          </m:sub>
                        </m:sSub>
                      </m:fName>
                      <m:e>
                        <m:r>
                          <a:rPr lang="en-US" sz="3000" i="1">
                            <a:latin typeface="Cambria Math" panose="02040503050406030204" pitchFamily="18" charset="0"/>
                          </a:rPr>
                          <m:t>𝑛</m:t>
                        </m:r>
                      </m:e>
                    </m:func>
                    <m:r>
                      <a:rPr lang="en-US" sz="3000" i="1">
                        <a:latin typeface="Cambria Math" panose="02040503050406030204" pitchFamily="18" charset="0"/>
                      </a:rPr>
                      <m:t>+2</m:t>
                    </m:r>
                    <m:func>
                      <m:funcPr>
                        <m:ctrlPr>
                          <a:rPr lang="en-US" sz="3000" i="1">
                            <a:latin typeface="Cambria Math" panose="02040503050406030204" pitchFamily="18" charset="0"/>
                          </a:rPr>
                        </m:ctrlPr>
                      </m:funcPr>
                      <m:fName>
                        <m:sSub>
                          <m:sSubPr>
                            <m:ctrlPr>
                              <a:rPr lang="en-US" sz="3000" i="1">
                                <a:latin typeface="Cambria Math" panose="02040503050406030204" pitchFamily="18" charset="0"/>
                              </a:rPr>
                            </m:ctrlPr>
                          </m:sSubPr>
                          <m:e>
                            <m:r>
                              <m:rPr>
                                <m:sty m:val="p"/>
                              </m:rPr>
                              <a:rPr lang="en-US" sz="3000">
                                <a:latin typeface="Cambria Math" panose="02040503050406030204" pitchFamily="18" charset="0"/>
                              </a:rPr>
                              <m:t>log</m:t>
                            </m:r>
                          </m:e>
                          <m:sub>
                            <m:r>
                              <a:rPr lang="en-US" sz="3000" i="1">
                                <a:latin typeface="Cambria Math" panose="02040503050406030204" pitchFamily="18" charset="0"/>
                              </a:rPr>
                              <m:t>2</m:t>
                            </m:r>
                          </m:sub>
                        </m:sSub>
                      </m:fName>
                      <m:e>
                        <m:r>
                          <a:rPr lang="en-US" sz="3000" i="1">
                            <a:latin typeface="Cambria Math" panose="02040503050406030204" pitchFamily="18" charset="0"/>
                          </a:rPr>
                          <m:t>𝑛</m:t>
                        </m:r>
                      </m:e>
                    </m:func>
                    <m:r>
                      <a:rPr lang="en-US" sz="3000" i="1">
                        <a:latin typeface="Cambria Math" panose="02040503050406030204" pitchFamily="18" charset="0"/>
                      </a:rPr>
                      <m:t>+2</m:t>
                    </m:r>
                    <m:r>
                      <a:rPr lang="en-US" sz="3000" i="1">
                        <a:latin typeface="Cambria Math" panose="02040503050406030204" pitchFamily="18" charset="0"/>
                      </a:rPr>
                      <m:t>𝑛</m:t>
                    </m:r>
                    <m:r>
                      <m:rPr>
                        <m:nor/>
                      </m:rPr>
                      <a:rPr lang="en-US" sz="3000" dirty="0"/>
                      <m:t> </m:t>
                    </m:r>
                    <m:r>
                      <a:rPr lang="en-US" sz="3000" i="1">
                        <a:latin typeface="Cambria Math" panose="02040503050406030204" pitchFamily="18" charset="0"/>
                      </a:rPr>
                      <m:t>+2</m:t>
                    </m:r>
                  </m:oMath>
                </a14:m>
                <a:endParaRPr lang="en-US" sz="3000" dirty="0">
                  <a:ea typeface="Cambria Math" panose="02040503050406030204" pitchFamily="18" charset="0"/>
                </a:endParaRPr>
              </a:p>
              <a:p>
                <a:pPr>
                  <a:lnSpc>
                    <a:spcPct val="120000"/>
                  </a:lnSpc>
                  <a:buFont typeface="Wingdings" panose="05000000000000000000" pitchFamily="2" charset="2"/>
                  <a:buChar char="§"/>
                </a:pPr>
                <a14:m>
                  <m:oMath xmlns:m="http://schemas.openxmlformats.org/officeDocument/2006/math">
                    <m:r>
                      <a:rPr lang="en-US" sz="3000" i="1">
                        <a:latin typeface="Cambria Math" panose="02040503050406030204" pitchFamily="18" charset="0"/>
                      </a:rPr>
                      <m:t>𝑇</m:t>
                    </m:r>
                    <m:d>
                      <m:dPr>
                        <m:ctrlPr>
                          <a:rPr lang="en-US" sz="3000" i="1">
                            <a:latin typeface="Cambria Math" panose="02040503050406030204" pitchFamily="18" charset="0"/>
                          </a:rPr>
                        </m:ctrlPr>
                      </m:dPr>
                      <m:e>
                        <m:r>
                          <a:rPr lang="en-US" sz="3000" i="1">
                            <a:latin typeface="Cambria Math" panose="02040503050406030204" pitchFamily="18" charset="0"/>
                          </a:rPr>
                          <m:t>𝑛</m:t>
                        </m:r>
                      </m:e>
                    </m:d>
                    <m:r>
                      <a:rPr lang="en-US" sz="3000" i="1">
                        <a:latin typeface="Cambria Math" panose="02040503050406030204" pitchFamily="18" charset="0"/>
                      </a:rPr>
                      <m:t>=2</m:t>
                    </m:r>
                    <m:r>
                      <a:rPr lang="en-US" sz="3000" i="1">
                        <a:latin typeface="Cambria Math" panose="02040503050406030204" pitchFamily="18" charset="0"/>
                      </a:rPr>
                      <m:t>𝑛</m:t>
                    </m:r>
                    <m:r>
                      <a:rPr lang="en-US" sz="3000" i="1">
                        <a:latin typeface="Cambria Math" panose="02040503050406030204" pitchFamily="18" charset="0"/>
                      </a:rPr>
                      <m:t>.</m:t>
                    </m:r>
                    <m:func>
                      <m:funcPr>
                        <m:ctrlPr>
                          <a:rPr lang="en-US" sz="3000" i="1">
                            <a:latin typeface="Cambria Math" panose="02040503050406030204" pitchFamily="18" charset="0"/>
                          </a:rPr>
                        </m:ctrlPr>
                      </m:funcPr>
                      <m:fName>
                        <m:sSub>
                          <m:sSubPr>
                            <m:ctrlPr>
                              <a:rPr lang="en-US" sz="3000" i="1">
                                <a:latin typeface="Cambria Math" panose="02040503050406030204" pitchFamily="18" charset="0"/>
                              </a:rPr>
                            </m:ctrlPr>
                          </m:sSubPr>
                          <m:e>
                            <m:r>
                              <m:rPr>
                                <m:sty m:val="p"/>
                              </m:rPr>
                              <a:rPr lang="en-US" sz="3000">
                                <a:latin typeface="Cambria Math" panose="02040503050406030204" pitchFamily="18" charset="0"/>
                              </a:rPr>
                              <m:t>log</m:t>
                            </m:r>
                          </m:e>
                          <m:sub>
                            <m:r>
                              <a:rPr lang="en-US" sz="3000" i="1">
                                <a:latin typeface="Cambria Math" panose="02040503050406030204" pitchFamily="18" charset="0"/>
                              </a:rPr>
                              <m:t>2</m:t>
                            </m:r>
                          </m:sub>
                        </m:sSub>
                      </m:fName>
                      <m:e>
                        <m:r>
                          <a:rPr lang="en-US" sz="3000" i="1">
                            <a:latin typeface="Cambria Math" panose="02040503050406030204" pitchFamily="18" charset="0"/>
                          </a:rPr>
                          <m:t>𝑛</m:t>
                        </m:r>
                      </m:e>
                    </m:func>
                    <m:r>
                      <a:rPr lang="en-US" sz="3000" i="1">
                        <a:latin typeface="Cambria Math" panose="02040503050406030204" pitchFamily="18" charset="0"/>
                      </a:rPr>
                      <m:t>+2</m:t>
                    </m:r>
                    <m:func>
                      <m:funcPr>
                        <m:ctrlPr>
                          <a:rPr lang="en-US" sz="3000" i="1">
                            <a:latin typeface="Cambria Math" panose="02040503050406030204" pitchFamily="18" charset="0"/>
                          </a:rPr>
                        </m:ctrlPr>
                      </m:funcPr>
                      <m:fName>
                        <m:sSub>
                          <m:sSubPr>
                            <m:ctrlPr>
                              <a:rPr lang="en-US" sz="3000" i="1">
                                <a:latin typeface="Cambria Math" panose="02040503050406030204" pitchFamily="18" charset="0"/>
                              </a:rPr>
                            </m:ctrlPr>
                          </m:sSubPr>
                          <m:e>
                            <m:r>
                              <m:rPr>
                                <m:sty m:val="p"/>
                              </m:rPr>
                              <a:rPr lang="en-US" sz="3000">
                                <a:latin typeface="Cambria Math" panose="02040503050406030204" pitchFamily="18" charset="0"/>
                              </a:rPr>
                              <m:t>log</m:t>
                            </m:r>
                          </m:e>
                          <m:sub>
                            <m:r>
                              <a:rPr lang="en-US" sz="3000" i="1">
                                <a:latin typeface="Cambria Math" panose="02040503050406030204" pitchFamily="18" charset="0"/>
                              </a:rPr>
                              <m:t>2</m:t>
                            </m:r>
                          </m:sub>
                        </m:sSub>
                      </m:fName>
                      <m:e>
                        <m:r>
                          <a:rPr lang="en-US" sz="3000" i="1">
                            <a:latin typeface="Cambria Math" panose="02040503050406030204" pitchFamily="18" charset="0"/>
                          </a:rPr>
                          <m:t>𝑛</m:t>
                        </m:r>
                      </m:e>
                    </m:func>
                    <m:r>
                      <a:rPr lang="en-US" sz="3000" i="1">
                        <a:latin typeface="Cambria Math" panose="02040503050406030204" pitchFamily="18" charset="0"/>
                      </a:rPr>
                      <m:t>+</m:t>
                    </m:r>
                    <m:r>
                      <a:rPr lang="en-US" sz="3000" b="0" i="1" smtClean="0">
                        <a:latin typeface="Cambria Math" panose="02040503050406030204" pitchFamily="18" charset="0"/>
                      </a:rPr>
                      <m:t>3</m:t>
                    </m:r>
                    <m:r>
                      <a:rPr lang="en-US" sz="3000" i="1">
                        <a:latin typeface="Cambria Math" panose="02040503050406030204" pitchFamily="18" charset="0"/>
                      </a:rPr>
                      <m:t>𝑛</m:t>
                    </m:r>
                    <m:r>
                      <m:rPr>
                        <m:nor/>
                      </m:rPr>
                      <a:rPr lang="en-US" sz="3000" b="0" i="0" smtClean="0">
                        <a:latin typeface="Cambria Math" panose="02040503050406030204" pitchFamily="18" charset="0"/>
                      </a:rPr>
                      <m:t>+</m:t>
                    </m:r>
                    <m:f>
                      <m:fPr>
                        <m:ctrlPr>
                          <a:rPr lang="en-US" sz="3000" i="1">
                            <a:latin typeface="Cambria Math" panose="02040503050406030204" pitchFamily="18" charset="0"/>
                          </a:rPr>
                        </m:ctrlPr>
                      </m:fPr>
                      <m:num>
                        <m:d>
                          <m:dPr>
                            <m:ctrlPr>
                              <a:rPr lang="en-US" sz="3000" i="1">
                                <a:latin typeface="Cambria Math" panose="02040503050406030204" pitchFamily="18" charset="0"/>
                              </a:rPr>
                            </m:ctrlPr>
                          </m:dPr>
                          <m:e>
                            <m:r>
                              <a:rPr lang="en-US" sz="3000" i="1">
                                <a:latin typeface="Cambria Math" panose="02040503050406030204" pitchFamily="18" charset="0"/>
                              </a:rPr>
                              <m:t>𝑛</m:t>
                            </m:r>
                            <m:r>
                              <a:rPr lang="en-US" sz="3000" i="1">
                                <a:latin typeface="Cambria Math" panose="02040503050406030204" pitchFamily="18" charset="0"/>
                              </a:rPr>
                              <m:t>+1</m:t>
                            </m:r>
                          </m:e>
                        </m:d>
                      </m:num>
                      <m:den>
                        <m:r>
                          <a:rPr lang="en-US" sz="3000" i="1">
                            <a:latin typeface="Cambria Math" panose="02040503050406030204" pitchFamily="18" charset="0"/>
                          </a:rPr>
                          <m:t>2</m:t>
                        </m:r>
                      </m:den>
                    </m:f>
                    <m:r>
                      <a:rPr lang="en-US" sz="3000" i="1">
                        <a:latin typeface="Cambria Math" panose="02040503050406030204" pitchFamily="18" charset="0"/>
                      </a:rPr>
                      <m:t>+</m:t>
                    </m:r>
                    <m:r>
                      <a:rPr lang="en-US" sz="3000" b="0" i="1" smtClean="0">
                        <a:latin typeface="Cambria Math" panose="02040503050406030204" pitchFamily="18" charset="0"/>
                      </a:rPr>
                      <m:t>3</m:t>
                    </m:r>
                  </m:oMath>
                </a14:m>
                <a:endParaRPr lang="en-US" sz="3000" dirty="0">
                  <a:ea typeface="Cambria Math" panose="02040503050406030204" pitchFamily="18" charset="0"/>
                </a:endParaRPr>
              </a:p>
              <a:p>
                <a:pPr>
                  <a:lnSpc>
                    <a:spcPct val="120000"/>
                  </a:lnSpc>
                  <a:buFont typeface="Wingdings" panose="05000000000000000000" pitchFamily="2" charset="2"/>
                  <a:buChar char="§"/>
                </a:pPr>
                <a:r>
                  <a:rPr lang="en-US" sz="3000" dirty="0">
                    <a:ea typeface="Cambria Math" panose="02040503050406030204" pitchFamily="18" charset="0"/>
                  </a:rPr>
                  <a:t>The upper bound growth function for average case scenario will be </a:t>
                </a:r>
                <a14:m>
                  <m:oMath xmlns:m="http://schemas.openxmlformats.org/officeDocument/2006/math">
                    <m:r>
                      <a:rPr lang="en-US" sz="3000" b="0" i="1" smtClean="0">
                        <a:latin typeface="Cambria Math" panose="02040503050406030204" pitchFamily="18" charset="0"/>
                        <a:ea typeface="Cambria Math" panose="02040503050406030204" pitchFamily="18" charset="0"/>
                      </a:rPr>
                      <m:t>𝑂</m:t>
                    </m:r>
                    <m:d>
                      <m:dPr>
                        <m:ctrlPr>
                          <a:rPr lang="en-US" sz="3000" b="0" i="1" smtClean="0">
                            <a:latin typeface="Cambria Math" panose="02040503050406030204" pitchFamily="18" charset="0"/>
                            <a:ea typeface="Cambria Math" panose="02040503050406030204" pitchFamily="18" charset="0"/>
                          </a:rPr>
                        </m:ctrlPr>
                      </m:dPr>
                      <m:e>
                        <m:r>
                          <a:rPr lang="en-US" sz="3000" b="0" i="1" smtClean="0">
                            <a:latin typeface="Cambria Math" panose="02040503050406030204" pitchFamily="18" charset="0"/>
                            <a:ea typeface="Cambria Math" panose="02040503050406030204" pitchFamily="18" charset="0"/>
                          </a:rPr>
                          <m:t>𝑛</m:t>
                        </m:r>
                        <m:r>
                          <a:rPr lang="en-US" sz="3000" b="0" i="1" smtClean="0">
                            <a:latin typeface="Cambria Math" panose="02040503050406030204" pitchFamily="18" charset="0"/>
                            <a:ea typeface="Cambria Math" panose="02040503050406030204" pitchFamily="18" charset="0"/>
                          </a:rPr>
                          <m:t>.</m:t>
                        </m:r>
                        <m:func>
                          <m:funcPr>
                            <m:ctrlPr>
                              <a:rPr lang="en-US" sz="3000" b="0" i="1" smtClean="0">
                                <a:latin typeface="Cambria Math" panose="02040503050406030204" pitchFamily="18" charset="0"/>
                                <a:ea typeface="Cambria Math" panose="02040503050406030204" pitchFamily="18" charset="0"/>
                              </a:rPr>
                            </m:ctrlPr>
                          </m:funcPr>
                          <m:fName>
                            <m:sSub>
                              <m:sSubPr>
                                <m:ctrlPr>
                                  <a:rPr lang="en-US" sz="3000" b="0" i="1" smtClean="0">
                                    <a:latin typeface="Cambria Math" panose="02040503050406030204" pitchFamily="18" charset="0"/>
                                    <a:ea typeface="Cambria Math" panose="02040503050406030204" pitchFamily="18" charset="0"/>
                                  </a:rPr>
                                </m:ctrlPr>
                              </m:sSubPr>
                              <m:e>
                                <m:r>
                                  <m:rPr>
                                    <m:sty m:val="p"/>
                                  </m:rPr>
                                  <a:rPr lang="en-US" sz="3000" b="0" i="0" smtClean="0">
                                    <a:latin typeface="Cambria Math" panose="02040503050406030204" pitchFamily="18" charset="0"/>
                                    <a:ea typeface="Cambria Math" panose="02040503050406030204" pitchFamily="18" charset="0"/>
                                  </a:rPr>
                                  <m:t>log</m:t>
                                </m:r>
                              </m:e>
                              <m:sub>
                                <m:r>
                                  <a:rPr lang="en-US" sz="3000" b="0" i="1" smtClean="0">
                                    <a:latin typeface="Cambria Math" panose="02040503050406030204" pitchFamily="18" charset="0"/>
                                    <a:ea typeface="Cambria Math" panose="02040503050406030204" pitchFamily="18" charset="0"/>
                                  </a:rPr>
                                  <m:t>2</m:t>
                                </m:r>
                              </m:sub>
                            </m:sSub>
                          </m:fName>
                          <m:e>
                            <m:r>
                              <a:rPr lang="en-US" sz="3000" b="0" i="1" smtClean="0">
                                <a:latin typeface="Cambria Math" panose="02040503050406030204" pitchFamily="18" charset="0"/>
                                <a:ea typeface="Cambria Math" panose="02040503050406030204" pitchFamily="18" charset="0"/>
                              </a:rPr>
                              <m:t>𝑛</m:t>
                            </m:r>
                          </m:e>
                        </m:func>
                      </m:e>
                    </m:d>
                  </m:oMath>
                </a14:m>
                <a:endParaRPr lang="en-US" sz="3000" dirty="0">
                  <a:ea typeface="Cambria Math" panose="02040503050406030204" pitchFamily="18" charset="0"/>
                </a:endParaRPr>
              </a:p>
              <a:p>
                <a:pPr marL="0" indent="0">
                  <a:lnSpc>
                    <a:spcPct val="120000"/>
                  </a:lnSpc>
                  <a:buNone/>
                </a:pPr>
                <a:endParaRPr lang="en-US" sz="3000" dirty="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778" b="-998"/>
                </a:stretch>
              </a:blipFill>
            </p:spPr>
            <p:txBody>
              <a:bodyPr/>
              <a:lstStyle/>
              <a:p>
                <a:r>
                  <a:rPr lang="LID4096">
                    <a:noFill/>
                  </a:rPr>
                  <a:t> </a:t>
                </a:r>
              </a:p>
            </p:txBody>
          </p:sp>
        </mc:Fallback>
      </mc:AlternateContent>
    </p:spTree>
    <p:extLst>
      <p:ext uri="{BB962C8B-B14F-4D97-AF65-F5344CB8AC3E}">
        <p14:creationId xmlns:p14="http://schemas.microsoft.com/office/powerpoint/2010/main" val="194462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3.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Tech presentation</Template>
  <TotalTime>8074</TotalTime>
  <Words>2657</Words>
  <Application>Microsoft Office PowerPoint</Application>
  <PresentationFormat>Widescreen</PresentationFormat>
  <Paragraphs>385</Paragraphs>
  <Slides>28</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Calibri Light</vt:lpstr>
      <vt:lpstr>Cambria Math</vt:lpstr>
      <vt:lpstr>Cascadia Code</vt:lpstr>
      <vt:lpstr>Wingdings</vt:lpstr>
      <vt:lpstr>Office Theme</vt:lpstr>
      <vt:lpstr>DESIGN AND ANALYSIS OF ALGORITHMS (113939)</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231</cp:revision>
  <dcterms:created xsi:type="dcterms:W3CDTF">2022-11-22T20:08:03Z</dcterms:created>
  <dcterms:modified xsi:type="dcterms:W3CDTF">2023-12-10T20:43:10Z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