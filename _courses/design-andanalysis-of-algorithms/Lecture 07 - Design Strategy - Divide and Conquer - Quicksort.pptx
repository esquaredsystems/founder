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03" r:id="rId5"/>
    <p:sldId id="2462" r:id="rId6"/>
    <p:sldId id="2580" r:id="rId7"/>
    <p:sldId id="2582" r:id="rId8"/>
    <p:sldId id="2583" r:id="rId9"/>
    <p:sldId id="2584" r:id="rId10"/>
    <p:sldId id="2585" r:id="rId11"/>
    <p:sldId id="2586" r:id="rId12"/>
    <p:sldId id="2587" r:id="rId13"/>
    <p:sldId id="2588" r:id="rId14"/>
    <p:sldId id="2589" r:id="rId15"/>
    <p:sldId id="2590" r:id="rId16"/>
    <p:sldId id="2591" r:id="rId17"/>
    <p:sldId id="2592" r:id="rId18"/>
    <p:sldId id="2593" r:id="rId19"/>
    <p:sldId id="2594" r:id="rId20"/>
    <p:sldId id="2577" r:id="rId21"/>
    <p:sldId id="243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730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75EC58F7-4BFE-47B9-AB78-477B48A064C5}"/>
    <pc:docChg chg="undo custSel addSld delSld modSld sldOrd">
      <pc:chgData name="Owais Ahmed" userId="6abc7d4556b3b071" providerId="LiveId" clId="{75EC58F7-4BFE-47B9-AB78-477B48A064C5}" dt="2023-11-16T07:10:28.485" v="4141" actId="2890"/>
      <pc:docMkLst>
        <pc:docMk/>
      </pc:docMkLst>
      <pc:sldChg chg="modSp mod">
        <pc:chgData name="Owais Ahmed" userId="6abc7d4556b3b071" providerId="LiveId" clId="{75EC58F7-4BFE-47B9-AB78-477B48A064C5}" dt="2023-11-16T07:04:58.542" v="3573" actId="20577"/>
        <pc:sldMkLst>
          <pc:docMk/>
          <pc:sldMk cId="1649098948" sldId="2462"/>
        </pc:sldMkLst>
        <pc:spChg chg="mod">
          <ac:chgData name="Owais Ahmed" userId="6abc7d4556b3b071" providerId="LiveId" clId="{75EC58F7-4BFE-47B9-AB78-477B48A064C5}" dt="2023-11-16T07:04:58.542" v="357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mod modAnim">
        <pc:chgData name="Owais Ahmed" userId="6abc7d4556b3b071" providerId="LiveId" clId="{75EC58F7-4BFE-47B9-AB78-477B48A064C5}" dt="2023-11-14T07:10:25.180" v="142" actId="22"/>
        <pc:sldMkLst>
          <pc:docMk/>
          <pc:sldMk cId="296501705" sldId="2557"/>
        </pc:sldMkLst>
        <pc:spChg chg="mod">
          <ac:chgData name="Owais Ahmed" userId="6abc7d4556b3b071" providerId="LiveId" clId="{75EC58F7-4BFE-47B9-AB78-477B48A064C5}" dt="2023-11-14T06:02:09.544" v="75" actId="27636"/>
          <ac:spMkLst>
            <pc:docMk/>
            <pc:sldMk cId="296501705" sldId="2557"/>
            <ac:spMk id="3" creationId="{4A1C0383-58FE-E486-295E-B33B8683B938}"/>
          </ac:spMkLst>
        </pc:spChg>
        <pc:spChg chg="add del">
          <ac:chgData name="Owais Ahmed" userId="6abc7d4556b3b071" providerId="LiveId" clId="{75EC58F7-4BFE-47B9-AB78-477B48A064C5}" dt="2023-11-14T07:10:25.180" v="142" actId="22"/>
          <ac:spMkLst>
            <pc:docMk/>
            <pc:sldMk cId="296501705" sldId="2557"/>
            <ac:spMk id="5" creationId="{355BB446-FCEE-93CB-23B3-866178F5AE08}"/>
          </ac:spMkLst>
        </pc:spChg>
      </pc:sldChg>
      <pc:sldChg chg="modSp add del mod">
        <pc:chgData name="Owais Ahmed" userId="6abc7d4556b3b071" providerId="LiveId" clId="{75EC58F7-4BFE-47B9-AB78-477B48A064C5}" dt="2023-11-14T07:10:40.096" v="144" actId="47"/>
        <pc:sldMkLst>
          <pc:docMk/>
          <pc:sldMk cId="1354324457" sldId="2558"/>
        </pc:sldMkLst>
        <pc:spChg chg="mod">
          <ac:chgData name="Owais Ahmed" userId="6abc7d4556b3b071" providerId="LiveId" clId="{75EC58F7-4BFE-47B9-AB78-477B48A064C5}" dt="2023-11-14T07:08:58.404" v="139" actId="20577"/>
          <ac:spMkLst>
            <pc:docMk/>
            <pc:sldMk cId="1354324457" sldId="2558"/>
            <ac:spMk id="215" creationId="{00000000-0000-0000-0000-000000000000}"/>
          </ac:spMkLst>
        </pc:spChg>
      </pc:sldChg>
      <pc:sldChg chg="modSp add modNotesTx">
        <pc:chgData name="Owais Ahmed" userId="6abc7d4556b3b071" providerId="LiveId" clId="{75EC58F7-4BFE-47B9-AB78-477B48A064C5}" dt="2023-11-14T07:34:42.581" v="751" actId="20577"/>
        <pc:sldMkLst>
          <pc:docMk/>
          <pc:sldMk cId="3524855248" sldId="2559"/>
        </pc:sldMkLst>
        <pc:spChg chg="mod">
          <ac:chgData name="Owais Ahmed" userId="6abc7d4556b3b071" providerId="LiveId" clId="{75EC58F7-4BFE-47B9-AB78-477B48A064C5}" dt="2023-11-14T07:33:23.371" v="501" actId="114"/>
          <ac:spMkLst>
            <pc:docMk/>
            <pc:sldMk cId="3524855248" sldId="2559"/>
            <ac:spMk id="3" creationId="{4A1C0383-58FE-E486-295E-B33B8683B938}"/>
          </ac:spMkLst>
        </pc:spChg>
      </pc:sldChg>
      <pc:sldChg chg="modSp add mod">
        <pc:chgData name="Owais Ahmed" userId="6abc7d4556b3b071" providerId="LiveId" clId="{75EC58F7-4BFE-47B9-AB78-477B48A064C5}" dt="2023-11-14T07:13:04.254" v="172" actId="20577"/>
        <pc:sldMkLst>
          <pc:docMk/>
          <pc:sldMk cId="4253636147" sldId="2565"/>
        </pc:sldMkLst>
        <pc:spChg chg="mod">
          <ac:chgData name="Owais Ahmed" userId="6abc7d4556b3b071" providerId="LiveId" clId="{75EC58F7-4BFE-47B9-AB78-477B48A064C5}" dt="2023-11-14T07:13:04.254" v="172" actId="20577"/>
          <ac:spMkLst>
            <pc:docMk/>
            <pc:sldMk cId="4253636147" sldId="2565"/>
            <ac:spMk id="45" creationId="{9461B18B-6838-7194-7627-74E0FA77C8B6}"/>
          </ac:spMkLst>
        </pc:spChg>
      </pc:sldChg>
      <pc:sldChg chg="add">
        <pc:chgData name="Owais Ahmed" userId="6abc7d4556b3b071" providerId="LiveId" clId="{75EC58F7-4BFE-47B9-AB78-477B48A064C5}" dt="2023-11-14T07:10:36.886" v="143"/>
        <pc:sldMkLst>
          <pc:docMk/>
          <pc:sldMk cId="73718007" sldId="2566"/>
        </pc:sldMkLst>
      </pc:sldChg>
      <pc:sldChg chg="modSp add modAnim">
        <pc:chgData name="Owais Ahmed" userId="6abc7d4556b3b071" providerId="LiveId" clId="{75EC58F7-4BFE-47B9-AB78-477B48A064C5}" dt="2023-11-14T07:35:58.104" v="758" actId="20577"/>
        <pc:sldMkLst>
          <pc:docMk/>
          <pc:sldMk cId="742091239" sldId="2567"/>
        </pc:sldMkLst>
        <pc:spChg chg="mod">
          <ac:chgData name="Owais Ahmed" userId="6abc7d4556b3b071" providerId="LiveId" clId="{75EC58F7-4BFE-47B9-AB78-477B48A064C5}" dt="2023-11-14T07:35:58.104" v="758" actId="20577"/>
          <ac:spMkLst>
            <pc:docMk/>
            <pc:sldMk cId="742091239" sldId="2567"/>
            <ac:spMk id="3" creationId="{C036BAFF-A229-2D4C-DAE4-E2898006D8B7}"/>
          </ac:spMkLst>
        </pc:spChg>
      </pc:sldChg>
      <pc:sldChg chg="add">
        <pc:chgData name="Owais Ahmed" userId="6abc7d4556b3b071" providerId="LiveId" clId="{75EC58F7-4BFE-47B9-AB78-477B48A064C5}" dt="2023-11-14T07:10:36.886" v="143"/>
        <pc:sldMkLst>
          <pc:docMk/>
          <pc:sldMk cId="731708004" sldId="2568"/>
        </pc:sldMkLst>
      </pc:sldChg>
      <pc:sldChg chg="modSp add mod modAnim">
        <pc:chgData name="Owais Ahmed" userId="6abc7d4556b3b071" providerId="LiveId" clId="{75EC58F7-4BFE-47B9-AB78-477B48A064C5}" dt="2023-11-14T07:32:13.867" v="487" actId="20577"/>
        <pc:sldMkLst>
          <pc:docMk/>
          <pc:sldMk cId="3584144442" sldId="2569"/>
        </pc:sldMkLst>
        <pc:spChg chg="mod">
          <ac:chgData name="Owais Ahmed" userId="6abc7d4556b3b071" providerId="LiveId" clId="{75EC58F7-4BFE-47B9-AB78-477B48A064C5}" dt="2023-11-14T07:32:13.867" v="487" actId="20577"/>
          <ac:spMkLst>
            <pc:docMk/>
            <pc:sldMk cId="3584144442" sldId="2569"/>
            <ac:spMk id="3" creationId="{4A1C0383-58FE-E486-295E-B33B8683B938}"/>
          </ac:spMkLst>
        </pc:spChg>
        <pc:spChg chg="mod">
          <ac:chgData name="Owais Ahmed" userId="6abc7d4556b3b071" providerId="LiveId" clId="{75EC58F7-4BFE-47B9-AB78-477B48A064C5}" dt="2023-11-14T07:13:43.239" v="181" actId="20577"/>
          <ac:spMkLst>
            <pc:docMk/>
            <pc:sldMk cId="3584144442" sldId="2569"/>
            <ac:spMk id="215" creationId="{00000000-0000-0000-0000-000000000000}"/>
          </ac:spMkLst>
        </pc:spChg>
      </pc:sldChg>
      <pc:sldChg chg="addSp delSp modSp add del mod addAnim delAnim modAnim">
        <pc:chgData name="Owais Ahmed" userId="6abc7d4556b3b071" providerId="LiveId" clId="{75EC58F7-4BFE-47B9-AB78-477B48A064C5}" dt="2023-11-14T09:38:31.175" v="3563" actId="20577"/>
        <pc:sldMkLst>
          <pc:docMk/>
          <pc:sldMk cId="3192364649" sldId="2570"/>
        </pc:sldMkLst>
        <pc:spChg chg="mod">
          <ac:chgData name="Owais Ahmed" userId="6abc7d4556b3b071" providerId="LiveId" clId="{75EC58F7-4BFE-47B9-AB78-477B48A064C5}" dt="2023-11-14T09:38:31.175" v="3563" actId="20577"/>
          <ac:spMkLst>
            <pc:docMk/>
            <pc:sldMk cId="3192364649" sldId="2570"/>
            <ac:spMk id="3" creationId="{4A1C0383-58FE-E486-295E-B33B8683B938}"/>
          </ac:spMkLst>
        </pc:spChg>
        <pc:spChg chg="add del mod">
          <ac:chgData name="Owais Ahmed" userId="6abc7d4556b3b071" providerId="LiveId" clId="{75EC58F7-4BFE-47B9-AB78-477B48A064C5}" dt="2023-11-14T08:13:50.685" v="1334" actId="478"/>
          <ac:spMkLst>
            <pc:docMk/>
            <pc:sldMk cId="3192364649" sldId="2570"/>
            <ac:spMk id="5" creationId="{D1061428-2F5C-F5CD-843C-E8DD4981B4F2}"/>
          </ac:spMkLst>
        </pc:spChg>
        <pc:spChg chg="add del mod">
          <ac:chgData name="Owais Ahmed" userId="6abc7d4556b3b071" providerId="LiveId" clId="{75EC58F7-4BFE-47B9-AB78-477B48A064C5}" dt="2023-11-14T09:06:31.443" v="1748" actId="478"/>
          <ac:spMkLst>
            <pc:docMk/>
            <pc:sldMk cId="3192364649" sldId="2570"/>
            <ac:spMk id="6" creationId="{33145B20-25FB-E760-CB57-6AABE1322A34}"/>
          </ac:spMkLst>
        </pc:spChg>
        <pc:spChg chg="mod">
          <ac:chgData name="Owais Ahmed" userId="6abc7d4556b3b071" providerId="LiveId" clId="{75EC58F7-4BFE-47B9-AB78-477B48A064C5}" dt="2023-11-14T08:02:37.744" v="794" actId="20577"/>
          <ac:spMkLst>
            <pc:docMk/>
            <pc:sldMk cId="3192364649" sldId="2570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75EC58F7-4BFE-47B9-AB78-477B48A064C5}" dt="2023-11-14T09:25:43.288" v="2581" actId="20577"/>
        <pc:sldMkLst>
          <pc:docMk/>
          <pc:sldMk cId="1495419416" sldId="2571"/>
        </pc:sldMkLst>
        <pc:spChg chg="mod">
          <ac:chgData name="Owais Ahmed" userId="6abc7d4556b3b071" providerId="LiveId" clId="{75EC58F7-4BFE-47B9-AB78-477B48A064C5}" dt="2023-11-14T09:25:43.288" v="2581" actId="20577"/>
          <ac:spMkLst>
            <pc:docMk/>
            <pc:sldMk cId="1495419416" sldId="2571"/>
            <ac:spMk id="3" creationId="{4A1C0383-58FE-E486-295E-B33B8683B938}"/>
          </ac:spMkLst>
        </pc:spChg>
        <pc:spChg chg="del">
          <ac:chgData name="Owais Ahmed" userId="6abc7d4556b3b071" providerId="LiveId" clId="{75EC58F7-4BFE-47B9-AB78-477B48A064C5}" dt="2023-11-14T09:06:37.442" v="1749" actId="478"/>
          <ac:spMkLst>
            <pc:docMk/>
            <pc:sldMk cId="1495419416" sldId="2571"/>
            <ac:spMk id="6" creationId="{33145B20-25FB-E760-CB57-6AABE1322A34}"/>
          </ac:spMkLst>
        </pc:spChg>
        <pc:graphicFrameChg chg="add mod modGraphic">
          <ac:chgData name="Owais Ahmed" userId="6abc7d4556b3b071" providerId="LiveId" clId="{75EC58F7-4BFE-47B9-AB78-477B48A064C5}" dt="2023-11-14T09:16:03.804" v="1788" actId="1076"/>
          <ac:graphicFrameMkLst>
            <pc:docMk/>
            <pc:sldMk cId="1495419416" sldId="2571"/>
            <ac:graphicFrameMk id="4" creationId="{EABBD51D-5D5E-D91E-9F23-BC88A268A5AC}"/>
          </ac:graphicFrameMkLst>
        </pc:graphicFrameChg>
        <pc:graphicFrameChg chg="add mod">
          <ac:chgData name="Owais Ahmed" userId="6abc7d4556b3b071" providerId="LiveId" clId="{75EC58F7-4BFE-47B9-AB78-477B48A064C5}" dt="2023-11-14T09:16:50.736" v="1818" actId="14100"/>
          <ac:graphicFrameMkLst>
            <pc:docMk/>
            <pc:sldMk cId="1495419416" sldId="2571"/>
            <ac:graphicFrameMk id="5" creationId="{423BE6D3-2D0B-5CA8-39E0-4A43AA35A9F5}"/>
          </ac:graphicFrameMkLst>
        </pc:graphicFrameChg>
      </pc:sldChg>
      <pc:sldChg chg="delSp modSp add mod modAnim">
        <pc:chgData name="Owais Ahmed" userId="6abc7d4556b3b071" providerId="LiveId" clId="{75EC58F7-4BFE-47B9-AB78-477B48A064C5}" dt="2023-11-14T09:30:22.894" v="2973" actId="27636"/>
        <pc:sldMkLst>
          <pc:docMk/>
          <pc:sldMk cId="2352558766" sldId="2572"/>
        </pc:sldMkLst>
        <pc:spChg chg="mod">
          <ac:chgData name="Owais Ahmed" userId="6abc7d4556b3b071" providerId="LiveId" clId="{75EC58F7-4BFE-47B9-AB78-477B48A064C5}" dt="2023-11-14T09:30:22.894" v="2973" actId="27636"/>
          <ac:spMkLst>
            <pc:docMk/>
            <pc:sldMk cId="2352558766" sldId="2572"/>
            <ac:spMk id="3" creationId="{4A1C0383-58FE-E486-295E-B33B8683B938}"/>
          </ac:spMkLst>
        </pc:spChg>
        <pc:graphicFrameChg chg="del">
          <ac:chgData name="Owais Ahmed" userId="6abc7d4556b3b071" providerId="LiveId" clId="{75EC58F7-4BFE-47B9-AB78-477B48A064C5}" dt="2023-11-14T09:22:44.831" v="2197" actId="478"/>
          <ac:graphicFrameMkLst>
            <pc:docMk/>
            <pc:sldMk cId="2352558766" sldId="2572"/>
            <ac:graphicFrameMk id="4" creationId="{EABBD51D-5D5E-D91E-9F23-BC88A268A5AC}"/>
          </ac:graphicFrameMkLst>
        </pc:graphicFrameChg>
        <pc:graphicFrameChg chg="del">
          <ac:chgData name="Owais Ahmed" userId="6abc7d4556b3b071" providerId="LiveId" clId="{75EC58F7-4BFE-47B9-AB78-477B48A064C5}" dt="2023-11-14T09:22:44.127" v="2196" actId="478"/>
          <ac:graphicFrameMkLst>
            <pc:docMk/>
            <pc:sldMk cId="2352558766" sldId="2572"/>
            <ac:graphicFrameMk id="5" creationId="{423BE6D3-2D0B-5CA8-39E0-4A43AA35A9F5}"/>
          </ac:graphicFrameMkLst>
        </pc:graphicFrameChg>
      </pc:sldChg>
      <pc:sldChg chg="modSp add mod modAnim">
        <pc:chgData name="Owais Ahmed" userId="6abc7d4556b3b071" providerId="LiveId" clId="{75EC58F7-4BFE-47B9-AB78-477B48A064C5}" dt="2023-11-14T09:35:51.304" v="3439" actId="20577"/>
        <pc:sldMkLst>
          <pc:docMk/>
          <pc:sldMk cId="1727728077" sldId="2573"/>
        </pc:sldMkLst>
        <pc:spChg chg="mod">
          <ac:chgData name="Owais Ahmed" userId="6abc7d4556b3b071" providerId="LiveId" clId="{75EC58F7-4BFE-47B9-AB78-477B48A064C5}" dt="2023-11-14T09:35:51.304" v="3439" actId="20577"/>
          <ac:spMkLst>
            <pc:docMk/>
            <pc:sldMk cId="1727728077" sldId="2573"/>
            <ac:spMk id="3" creationId="{4A1C0383-58FE-E486-295E-B33B8683B938}"/>
          </ac:spMkLst>
        </pc:spChg>
      </pc:sldChg>
      <pc:sldChg chg="del">
        <pc:chgData name="Owais Ahmed" userId="6abc7d4556b3b071" providerId="LiveId" clId="{75EC58F7-4BFE-47B9-AB78-477B48A064C5}" dt="2023-10-31T10:51:28.057" v="0" actId="47"/>
        <pc:sldMkLst>
          <pc:docMk/>
          <pc:sldMk cId="1651692435" sldId="2574"/>
        </pc:sldMkLst>
      </pc:sldChg>
      <pc:sldChg chg="del">
        <pc:chgData name="Owais Ahmed" userId="6abc7d4556b3b071" providerId="LiveId" clId="{75EC58F7-4BFE-47B9-AB78-477B48A064C5}" dt="2023-10-31T10:51:29.055" v="1" actId="47"/>
        <pc:sldMkLst>
          <pc:docMk/>
          <pc:sldMk cId="1638662693" sldId="2575"/>
        </pc:sldMkLst>
      </pc:sldChg>
      <pc:sldChg chg="modSp add mod ord modAnim modNotesTx">
        <pc:chgData name="Owais Ahmed" userId="6abc7d4556b3b071" providerId="LiveId" clId="{75EC58F7-4BFE-47B9-AB78-477B48A064C5}" dt="2023-11-16T07:10:22.823" v="4140" actId="20577"/>
        <pc:sldMkLst>
          <pc:docMk/>
          <pc:sldMk cId="2723791907" sldId="2580"/>
        </pc:sldMkLst>
        <pc:spChg chg="mod">
          <ac:chgData name="Owais Ahmed" userId="6abc7d4556b3b071" providerId="LiveId" clId="{75EC58F7-4BFE-47B9-AB78-477B48A064C5}" dt="2023-11-16T07:10:22.823" v="4140" actId="20577"/>
          <ac:spMkLst>
            <pc:docMk/>
            <pc:sldMk cId="2723791907" sldId="2580"/>
            <ac:spMk id="3" creationId="{4A1C0383-58FE-E486-295E-B33B8683B938}"/>
          </ac:spMkLst>
        </pc:spChg>
        <pc:spChg chg="mod">
          <ac:chgData name="Owais Ahmed" userId="6abc7d4556b3b071" providerId="LiveId" clId="{75EC58F7-4BFE-47B9-AB78-477B48A064C5}" dt="2023-11-16T07:04:47.509" v="3571" actId="20577"/>
          <ac:spMkLst>
            <pc:docMk/>
            <pc:sldMk cId="2723791907" sldId="2580"/>
            <ac:spMk id="215" creationId="{00000000-0000-0000-0000-000000000000}"/>
          </ac:spMkLst>
        </pc:spChg>
      </pc:sldChg>
      <pc:sldChg chg="add">
        <pc:chgData name="Owais Ahmed" userId="6abc7d4556b3b071" providerId="LiveId" clId="{75EC58F7-4BFE-47B9-AB78-477B48A064C5}" dt="2023-11-16T07:10:28.485" v="4141" actId="2890"/>
        <pc:sldMkLst>
          <pc:docMk/>
          <pc:sldMk cId="2642061684" sldId="2581"/>
        </pc:sldMkLst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  <pc:docChgLst>
    <pc:chgData name="Owais Ahmed" userId="6abc7d4556b3b071" providerId="LiveId" clId="{84C40EDA-8122-42DA-88BA-82B5B842800F}"/>
    <pc:docChg chg="delSld modSld">
      <pc:chgData name="Owais Ahmed" userId="6abc7d4556b3b071" providerId="LiveId" clId="{84C40EDA-8122-42DA-88BA-82B5B842800F}" dt="2023-12-06T11:03:08.932" v="3"/>
      <pc:docMkLst>
        <pc:docMk/>
      </pc:docMkLst>
      <pc:sldChg chg="modSp mod">
        <pc:chgData name="Owais Ahmed" userId="6abc7d4556b3b071" providerId="LiveId" clId="{84C40EDA-8122-42DA-88BA-82B5B842800F}" dt="2023-12-06T10:56:14.587" v="1" actId="20577"/>
        <pc:sldMkLst>
          <pc:docMk/>
          <pc:sldMk cId="1649098948" sldId="2462"/>
        </pc:sldMkLst>
        <pc:spChg chg="mod">
          <ac:chgData name="Owais Ahmed" userId="6abc7d4556b3b071" providerId="LiveId" clId="{84C40EDA-8122-42DA-88BA-82B5B842800F}" dt="2023-12-06T10:56:14.587" v="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">
        <pc:chgData name="Owais Ahmed" userId="6abc7d4556b3b071" providerId="LiveId" clId="{84C40EDA-8122-42DA-88BA-82B5B842800F}" dt="2023-12-06T11:03:08.932" v="3"/>
        <pc:sldMkLst>
          <pc:docMk/>
          <pc:sldMk cId="146856052" sldId="2503"/>
        </pc:sldMkLst>
        <pc:spChg chg="mod">
          <ac:chgData name="Owais Ahmed" userId="6abc7d4556b3b071" providerId="LiveId" clId="{84C40EDA-8122-42DA-88BA-82B5B842800F}" dt="2023-12-06T11:03:08.932" v="3"/>
          <ac:spMkLst>
            <pc:docMk/>
            <pc:sldMk cId="146856052" sldId="2503"/>
            <ac:spMk id="9" creationId="{79DC1498-E692-42BA-B69F-6D37E6CFACA0}"/>
          </ac:spMkLst>
        </pc:spChg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742091239" sldId="2567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864496864" sldId="2596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104821034" sldId="2597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4019502093" sldId="2598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539709314" sldId="2599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549836213" sldId="2600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916418516" sldId="2601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397979292" sldId="2602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3892932098" sldId="2603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453337424" sldId="2604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108428223" sldId="2605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823378809" sldId="2606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705029679" sldId="2607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118845448" sldId="2608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295888877" sldId="2609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858408944" sldId="2610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405760968" sldId="2611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787892858" sldId="2612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686934128" sldId="2613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906824702" sldId="2614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703285670" sldId="2615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4200592420" sldId="2616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4292219683" sldId="2617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2396896327" sldId="2618"/>
        </pc:sldMkLst>
      </pc:sldChg>
      <pc:sldChg chg="del">
        <pc:chgData name="Owais Ahmed" userId="6abc7d4556b3b071" providerId="LiveId" clId="{84C40EDA-8122-42DA-88BA-82B5B842800F}" dt="2023-12-06T10:56:29.188" v="2" actId="47"/>
        <pc:sldMkLst>
          <pc:docMk/>
          <pc:sldMk cId="194462750" sldId="2619"/>
        </pc:sldMkLst>
      </pc:sldChg>
    </pc:docChg>
  </pc:docChgLst>
  <pc:docChgLst>
    <pc:chgData name="Owais Ahmed" userId="6abc7d4556b3b071" providerId="LiveId" clId="{121F522D-F26C-4013-A2DF-2A6E836927F8}"/>
    <pc:docChg chg="custSel delSld modSld">
      <pc:chgData name="Owais Ahmed" userId="6abc7d4556b3b071" providerId="LiveId" clId="{121F522D-F26C-4013-A2DF-2A6E836927F8}" dt="2023-10-04T10:40:48.401" v="895" actId="47"/>
      <pc:docMkLst>
        <pc:docMk/>
      </pc:docMkLst>
      <pc:sldChg chg="modSp mod">
        <pc:chgData name="Owais Ahmed" userId="6abc7d4556b3b071" providerId="LiveId" clId="{121F522D-F26C-4013-A2DF-2A6E836927F8}" dt="2023-10-04T10:22:52.379" v="31" actId="20577"/>
        <pc:sldMkLst>
          <pc:docMk/>
          <pc:sldMk cId="1649098948" sldId="2462"/>
        </pc:sldMkLst>
        <pc:spChg chg="mod">
          <ac:chgData name="Owais Ahmed" userId="6abc7d4556b3b071" providerId="LiveId" clId="{121F522D-F26C-4013-A2DF-2A6E836927F8}" dt="2023-10-04T10:22:52.379" v="3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121F522D-F26C-4013-A2DF-2A6E836927F8}" dt="2023-10-04T10:31:43.246" v="889" actId="20577"/>
        <pc:sldMkLst>
          <pc:docMk/>
          <pc:sldMk cId="296501705" sldId="2557"/>
        </pc:sldMkLst>
        <pc:spChg chg="mod">
          <ac:chgData name="Owais Ahmed" userId="6abc7d4556b3b071" providerId="LiveId" clId="{121F522D-F26C-4013-A2DF-2A6E836927F8}" dt="2023-10-04T10:31:43.246" v="889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121F522D-F26C-4013-A2DF-2A6E836927F8}" dt="2023-10-04T10:24:28.472" v="5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434899577" sldId="2558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699905756" sldId="2559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653031371" sldId="2560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24988690" sldId="2561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132273384" sldId="2562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330436801" sldId="256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325755899" sldId="2564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2136095335" sldId="2565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786819306" sldId="2566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120982729" sldId="2568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259772413" sldId="2569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45547534" sldId="2570"/>
        </pc:sldMkLst>
      </pc:sldChg>
      <pc:sldChg chg="del">
        <pc:chgData name="Owais Ahmed" userId="6abc7d4556b3b071" providerId="LiveId" clId="{121F522D-F26C-4013-A2DF-2A6E836927F8}" dt="2023-10-04T10:40:48.401" v="895" actId="47"/>
        <pc:sldMkLst>
          <pc:docMk/>
          <pc:sldMk cId="2705189823" sldId="2571"/>
        </pc:sldMkLst>
      </pc:sldChg>
      <pc:sldChg chg="del">
        <pc:chgData name="Owais Ahmed" userId="6abc7d4556b3b071" providerId="LiveId" clId="{121F522D-F26C-4013-A2DF-2A6E836927F8}" dt="2023-10-04T10:40:45.936" v="894" actId="47"/>
        <pc:sldMkLst>
          <pc:docMk/>
          <pc:sldMk cId="195981011" sldId="2572"/>
        </pc:sldMkLst>
      </pc:sldChg>
      <pc:sldChg chg="del">
        <pc:chgData name="Owais Ahmed" userId="6abc7d4556b3b071" providerId="LiveId" clId="{121F522D-F26C-4013-A2DF-2A6E836927F8}" dt="2023-10-04T10:40:44.784" v="893" actId="47"/>
        <pc:sldMkLst>
          <pc:docMk/>
          <pc:sldMk cId="3050182891" sldId="257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835063850" sldId="2578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50925741" sldId="2579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3164841762" sldId="2580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4253636147" sldId="2581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684752333" sldId="2582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13204764" sldId="2584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970414602" sldId="2585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85914733" sldId="2586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1201433262" sldId="2587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08228190" sldId="2588"/>
        </pc:sldMkLst>
      </pc:sldChg>
    </pc:docChg>
  </pc:docChgLst>
  <pc:docChgLst>
    <pc:chgData name="Owais Ahmed" userId="6abc7d4556b3b071" providerId="LiveId" clId="{C968DFF7-75EA-425C-B744-BCB0C5DAAF5B}"/>
    <pc:docChg chg="undo custSel addSld delSld modSld sldOrd">
      <pc:chgData name="Owais Ahmed" userId="6abc7d4556b3b071" providerId="LiveId" clId="{C968DFF7-75EA-425C-B744-BCB0C5DAAF5B}" dt="2023-08-22T05:24:27.373" v="14616" actId="20577"/>
      <pc:docMkLst>
        <pc:docMk/>
      </pc:docMkLst>
      <pc:sldChg chg="modSp mod">
        <pc:chgData name="Owais Ahmed" userId="6abc7d4556b3b071" providerId="LiveId" clId="{C968DFF7-75EA-425C-B744-BCB0C5DAAF5B}" dt="2023-08-17T09:37:48.385" v="12743" actId="20577"/>
        <pc:sldMkLst>
          <pc:docMk/>
          <pc:sldMk cId="1649098948" sldId="2462"/>
        </pc:sldMkLst>
        <pc:spChg chg="mod">
          <ac:chgData name="Owais Ahmed" userId="6abc7d4556b3b071" providerId="LiveId" clId="{C968DFF7-75EA-425C-B744-BCB0C5DAAF5B}" dt="2023-08-17T09:37:48.385" v="127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968DFF7-75EA-425C-B744-BCB0C5DAAF5B}" dt="2023-08-10T07:32:45.723" v="812" actId="20577"/>
        <pc:sldMkLst>
          <pc:docMk/>
          <pc:sldMk cId="296501705" sldId="2557"/>
        </pc:sldMkLst>
        <pc:spChg chg="mod">
          <ac:chgData name="Owais Ahmed" userId="6abc7d4556b3b071" providerId="LiveId" clId="{C968DFF7-75EA-425C-B744-BCB0C5DAAF5B}" dt="2023-08-10T07:32:45.723" v="812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0T07:12:31.050" v="57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53512322" sldId="2558"/>
        </pc:sldMkLst>
      </pc:sldChg>
      <pc:sldChg chg="modSp add mod modAnim">
        <pc:chgData name="Owais Ahmed" userId="6abc7d4556b3b071" providerId="LiveId" clId="{C968DFF7-75EA-425C-B744-BCB0C5DAAF5B}" dt="2023-08-12T09:10:33.738" v="9777" actId="20577"/>
        <pc:sldMkLst>
          <pc:docMk/>
          <pc:sldMk cId="434899577" sldId="2558"/>
        </pc:sldMkLst>
        <pc:spChg chg="mod">
          <ac:chgData name="Owais Ahmed" userId="6abc7d4556b3b071" providerId="LiveId" clId="{C968DFF7-75EA-425C-B744-BCB0C5DAAF5B}" dt="2023-08-12T09:10:33.738" v="9777" actId="20577"/>
          <ac:spMkLst>
            <pc:docMk/>
            <pc:sldMk cId="434899577" sldId="255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4:27:59.021" v="1912" actId="20577"/>
          <ac:spMkLst>
            <pc:docMk/>
            <pc:sldMk cId="434899577" sldId="2558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566808580" sldId="2559"/>
        </pc:sldMkLst>
      </pc:sldChg>
      <pc:sldChg chg="modSp add mod modAnim">
        <pc:chgData name="Owais Ahmed" userId="6abc7d4556b3b071" providerId="LiveId" clId="{C968DFF7-75EA-425C-B744-BCB0C5DAAF5B}" dt="2023-08-12T09:11:03.452" v="9792" actId="403"/>
        <pc:sldMkLst>
          <pc:docMk/>
          <pc:sldMk cId="3699905756" sldId="2559"/>
        </pc:sldMkLst>
        <pc:spChg chg="mod">
          <ac:chgData name="Owais Ahmed" userId="6abc7d4556b3b071" providerId="LiveId" clId="{C968DFF7-75EA-425C-B744-BCB0C5DAAF5B}" dt="2023-08-12T09:11:03.452" v="9792" actId="403"/>
          <ac:spMkLst>
            <pc:docMk/>
            <pc:sldMk cId="3699905756" sldId="255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06.543" v="4752"/>
          <ac:spMkLst>
            <pc:docMk/>
            <pc:sldMk cId="3699905756" sldId="2559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968DFF7-75EA-425C-B744-BCB0C5DAAF5B}" dt="2023-08-12T09:11:28.593" v="9798" actId="20577"/>
        <pc:sldMkLst>
          <pc:docMk/>
          <pc:sldMk cId="2653031371" sldId="2560"/>
        </pc:sldMkLst>
        <pc:spChg chg="mod">
          <ac:chgData name="Owais Ahmed" userId="6abc7d4556b3b071" providerId="LiveId" clId="{C968DFF7-75EA-425C-B744-BCB0C5DAAF5B}" dt="2023-08-12T06:35:10.722" v="4732" actId="20577"/>
          <ac:spMkLst>
            <pc:docMk/>
            <pc:sldMk cId="2653031371" sldId="2560"/>
            <ac:spMk id="3" creationId="{4A1C0383-58FE-E486-295E-B33B8683B938}"/>
          </ac:spMkLst>
        </pc:spChg>
        <pc:spChg chg="add mod">
          <ac:chgData name="Owais Ahmed" userId="6abc7d4556b3b071" providerId="LiveId" clId="{C968DFF7-75EA-425C-B744-BCB0C5DAAF5B}" dt="2023-08-12T09:11:28.593" v="9798" actId="20577"/>
          <ac:spMkLst>
            <pc:docMk/>
            <pc:sldMk cId="2653031371" sldId="2560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09.588" v="4753"/>
          <ac:spMkLst>
            <pc:docMk/>
            <pc:sldMk cId="2653031371" sldId="2560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3737636412" sldId="2560"/>
        </pc:sldMkLst>
      </pc:sldChg>
      <pc:sldChg chg="modSp add mod modAnim">
        <pc:chgData name="Owais Ahmed" userId="6abc7d4556b3b071" providerId="LiveId" clId="{C968DFF7-75EA-425C-B744-BCB0C5DAAF5B}" dt="2023-08-12T06:36:12.503" v="4754"/>
        <pc:sldMkLst>
          <pc:docMk/>
          <pc:sldMk cId="224988690" sldId="2561"/>
        </pc:sldMkLst>
        <pc:spChg chg="mod">
          <ac:chgData name="Owais Ahmed" userId="6abc7d4556b3b071" providerId="LiveId" clId="{C968DFF7-75EA-425C-B744-BCB0C5DAAF5B}" dt="2023-08-12T06:35:37.622" v="4734" actId="20577"/>
          <ac:spMkLst>
            <pc:docMk/>
            <pc:sldMk cId="224988690" sldId="2561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09:00.084" v="4657" actId="20577"/>
          <ac:spMkLst>
            <pc:docMk/>
            <pc:sldMk cId="224988690" sldId="2561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12.503" v="4754"/>
          <ac:spMkLst>
            <pc:docMk/>
            <pc:sldMk cId="224988690" sldId="2561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476977656" sldId="2561"/>
        </pc:sldMkLst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305422422" sldId="2562"/>
        </pc:sldMkLst>
      </pc:sldChg>
      <pc:sldChg chg="modSp add mod ord modAnim">
        <pc:chgData name="Owais Ahmed" userId="6abc7d4556b3b071" providerId="LiveId" clId="{C968DFF7-75EA-425C-B744-BCB0C5DAAF5B}" dt="2023-08-12T09:11:47.294" v="9808" actId="20577"/>
        <pc:sldMkLst>
          <pc:docMk/>
          <pc:sldMk cId="3132273384" sldId="2562"/>
        </pc:sldMkLst>
        <pc:spChg chg="mod">
          <ac:chgData name="Owais Ahmed" userId="6abc7d4556b3b071" providerId="LiveId" clId="{C968DFF7-75EA-425C-B744-BCB0C5DAAF5B}" dt="2023-08-12T09:11:47.294" v="9808" actId="20577"/>
          <ac:spMkLst>
            <pc:docMk/>
            <pc:sldMk cId="3132273384" sldId="2562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56.583" v="4776" actId="20577"/>
          <ac:spMkLst>
            <pc:docMk/>
            <pc:sldMk cId="3132273384" sldId="2562"/>
            <ac:spMk id="215" creationId="{00000000-0000-0000-0000-000000000000}"/>
          </ac:spMkLst>
        </pc:spChg>
      </pc:sldChg>
      <pc:sldChg chg="add del">
        <pc:chgData name="Owais Ahmed" userId="6abc7d4556b3b071" providerId="LiveId" clId="{C968DFF7-75EA-425C-B744-BCB0C5DAAF5B}" dt="2023-08-12T07:06:03.737" v="5850" actId="2890"/>
        <pc:sldMkLst>
          <pc:docMk/>
          <pc:sldMk cId="1002625637" sldId="2563"/>
        </pc:sldMkLst>
      </pc:sldChg>
      <pc:sldChg chg="delSp modSp add mod ord delAnim modAnim">
        <pc:chgData name="Owais Ahmed" userId="6abc7d4556b3b071" providerId="LiveId" clId="{C968DFF7-75EA-425C-B744-BCB0C5DAAF5B}" dt="2023-08-12T07:11:02.119" v="6177" actId="20577"/>
        <pc:sldMkLst>
          <pc:docMk/>
          <pc:sldMk cId="3330436801" sldId="2563"/>
        </pc:sldMkLst>
        <pc:spChg chg="mod">
          <ac:chgData name="Owais Ahmed" userId="6abc7d4556b3b071" providerId="LiveId" clId="{C968DFF7-75EA-425C-B744-BCB0C5DAAF5B}" dt="2023-08-12T07:11:02.119" v="6177" actId="20577"/>
          <ac:spMkLst>
            <pc:docMk/>
            <pc:sldMk cId="3330436801" sldId="2563"/>
            <ac:spMk id="3" creationId="{4A1C0383-58FE-E486-295E-B33B8683B938}"/>
          </ac:spMkLst>
        </pc:spChg>
        <pc:spChg chg="del">
          <ac:chgData name="Owais Ahmed" userId="6abc7d4556b3b071" providerId="LiveId" clId="{C968DFF7-75EA-425C-B744-BCB0C5DAAF5B}" dt="2023-08-12T07:08:41.884" v="6053" actId="478"/>
          <ac:spMkLst>
            <pc:docMk/>
            <pc:sldMk cId="3330436801" sldId="2563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7:06:11.255" v="5854"/>
          <ac:spMkLst>
            <pc:docMk/>
            <pc:sldMk cId="3330436801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4071666753" sldId="2563"/>
        </pc:sldMkLst>
      </pc:sldChg>
      <pc:sldChg chg="addSp modSp add mod ord modAnim">
        <pc:chgData name="Owais Ahmed" userId="6abc7d4556b3b071" providerId="LiveId" clId="{C968DFF7-75EA-425C-B744-BCB0C5DAAF5B}" dt="2023-08-12T07:24:48.262" v="6978"/>
        <pc:sldMkLst>
          <pc:docMk/>
          <pc:sldMk cId="1325755899" sldId="2564"/>
        </pc:sldMkLst>
        <pc:spChg chg="mod">
          <ac:chgData name="Owais Ahmed" userId="6abc7d4556b3b071" providerId="LiveId" clId="{C968DFF7-75EA-425C-B744-BCB0C5DAAF5B}" dt="2023-08-12T07:23:57.929" v="6972" actId="27636"/>
          <ac:spMkLst>
            <pc:docMk/>
            <pc:sldMk cId="1325755899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68DFF7-75EA-425C-B744-BCB0C5DAAF5B}" dt="2023-08-12T07:22:24.582" v="6820" actId="20577"/>
          <ac:graphicFrameMkLst>
            <pc:docMk/>
            <pc:sldMk cId="1325755899" sldId="2564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526141006" sldId="2564"/>
        </pc:sldMkLst>
      </pc:sldChg>
      <pc:sldChg chg="modSp add mod ord modAnim">
        <pc:chgData name="Owais Ahmed" userId="6abc7d4556b3b071" providerId="LiveId" clId="{C968DFF7-75EA-425C-B744-BCB0C5DAAF5B}" dt="2023-08-12T09:14:41.906" v="10182" actId="20577"/>
        <pc:sldMkLst>
          <pc:docMk/>
          <pc:sldMk cId="2136095335" sldId="2565"/>
        </pc:sldMkLst>
        <pc:spChg chg="mod">
          <ac:chgData name="Owais Ahmed" userId="6abc7d4556b3b071" providerId="LiveId" clId="{C968DFF7-75EA-425C-B744-BCB0C5DAAF5B}" dt="2023-08-12T09:14:41.906" v="10182" actId="20577"/>
          <ac:spMkLst>
            <pc:docMk/>
            <pc:sldMk cId="2136095335" sldId="2565"/>
            <ac:spMk id="3" creationId="{4A1C0383-58FE-E486-295E-B33B8683B938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724244378" sldId="2565"/>
        </pc:sldMkLst>
      </pc:sldChg>
      <pc:sldChg chg="modSp add mod modAnim">
        <pc:chgData name="Owais Ahmed" userId="6abc7d4556b3b071" providerId="LiveId" clId="{C968DFF7-75EA-425C-B744-BCB0C5DAAF5B}" dt="2023-08-22T05:24:27.373" v="14616" actId="20577"/>
        <pc:sldMkLst>
          <pc:docMk/>
          <pc:sldMk cId="786819306" sldId="2566"/>
        </pc:sldMkLst>
        <pc:spChg chg="mod">
          <ac:chgData name="Owais Ahmed" userId="6abc7d4556b3b071" providerId="LiveId" clId="{C968DFF7-75EA-425C-B744-BCB0C5DAAF5B}" dt="2023-08-22T05:24:27.373" v="14616" actId="20577"/>
          <ac:spMkLst>
            <pc:docMk/>
            <pc:sldMk cId="786819306" sldId="256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7:46:30.069" v="7642"/>
          <ac:spMkLst>
            <pc:docMk/>
            <pc:sldMk cId="786819306" sldId="2566"/>
            <ac:spMk id="215" creationId="{00000000-0000-0000-0000-000000000000}"/>
          </ac:spMkLst>
        </pc:spChg>
        <pc:graphicFrameChg chg="mod">
          <ac:chgData name="Owais Ahmed" userId="6abc7d4556b3b071" providerId="LiveId" clId="{C968DFF7-75EA-425C-B744-BCB0C5DAAF5B}" dt="2023-08-12T08:59:04.793" v="9284" actId="14100"/>
          <ac:graphicFrameMkLst>
            <pc:docMk/>
            <pc:sldMk cId="786819306" sldId="2566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651103511" sldId="2566"/>
        </pc:sldMkLst>
      </pc:sldChg>
      <pc:sldChg chg="addSp delSp modSp add del mod delAnim modAnim">
        <pc:chgData name="Owais Ahmed" userId="6abc7d4556b3b071" providerId="LiveId" clId="{C968DFF7-75EA-425C-B744-BCB0C5DAAF5B}" dt="2023-08-12T09:14:27.406" v="10159" actId="47"/>
        <pc:sldMkLst>
          <pc:docMk/>
          <pc:sldMk cId="3245370810" sldId="2567"/>
        </pc:sldMkLst>
        <pc:spChg chg="del mod">
          <ac:chgData name="Owais Ahmed" userId="6abc7d4556b3b071" providerId="LiveId" clId="{C968DFF7-75EA-425C-B744-BCB0C5DAAF5B}" dt="2023-08-12T08:20:05.309" v="8839" actId="478"/>
          <ac:spMkLst>
            <pc:docMk/>
            <pc:sldMk cId="3245370810" sldId="2567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8:08:55.843" v="8402" actId="478"/>
          <ac:graphicFrameMkLst>
            <pc:docMk/>
            <pc:sldMk cId="3245370810" sldId="2567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12T08:35:22.659" v="8994" actId="20577"/>
          <ac:graphicFrameMkLst>
            <pc:docMk/>
            <pc:sldMk cId="3245370810" sldId="2567"/>
            <ac:graphicFrameMk id="5" creationId="{36965A2B-CEE7-7D30-D082-EC333F06B3C1}"/>
          </ac:graphicFrameMkLst>
        </pc:graphicFrameChg>
      </pc:sldChg>
      <pc:sldChg chg="addSp delSp modSp add mod ord delAnim modAnim">
        <pc:chgData name="Owais Ahmed" userId="6abc7d4556b3b071" providerId="LiveId" clId="{C968DFF7-75EA-425C-B744-BCB0C5DAAF5B}" dt="2023-08-22T05:20:01.020" v="14599" actId="20577"/>
        <pc:sldMkLst>
          <pc:docMk/>
          <pc:sldMk cId="1120982729" sldId="2568"/>
        </pc:sldMkLst>
        <pc:spChg chg="mod">
          <ac:chgData name="Owais Ahmed" userId="6abc7d4556b3b071" providerId="LiveId" clId="{C968DFF7-75EA-425C-B744-BCB0C5DAAF5B}" dt="2023-08-22T05:20:01.020" v="14599" actId="20577"/>
          <ac:spMkLst>
            <pc:docMk/>
            <pc:sldMk cId="1120982729" sldId="2568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9:00:31.696" v="9379" actId="478"/>
          <ac:graphicFrameMkLst>
            <pc:docMk/>
            <pc:sldMk cId="1120982729" sldId="2568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22T05:19:14.829" v="14584" actId="20577"/>
          <ac:graphicFrameMkLst>
            <pc:docMk/>
            <pc:sldMk cId="1120982729" sldId="2568"/>
            <ac:graphicFrameMk id="5" creationId="{BFA60DA0-D07A-C618-2EA1-A0FF7834D862}"/>
          </ac:graphicFrameMkLst>
        </pc:graphicFrameChg>
      </pc:sldChg>
      <pc:sldChg chg="addSp modSp add mod modAnim">
        <pc:chgData name="Owais Ahmed" userId="6abc7d4556b3b071" providerId="LiveId" clId="{C968DFF7-75EA-425C-B744-BCB0C5DAAF5B}" dt="2023-08-12T09:45:33.135" v="10763"/>
        <pc:sldMkLst>
          <pc:docMk/>
          <pc:sldMk cId="3259772413" sldId="2569"/>
        </pc:sldMkLst>
        <pc:spChg chg="mod">
          <ac:chgData name="Owais Ahmed" userId="6abc7d4556b3b071" providerId="LiveId" clId="{C968DFF7-75EA-425C-B744-BCB0C5DAAF5B}" dt="2023-08-12T09:44:03.586" v="10762" actId="20577"/>
          <ac:spMkLst>
            <pc:docMk/>
            <pc:sldMk cId="3259772413" sldId="256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9:34:38.280" v="10372" actId="20577"/>
          <ac:spMkLst>
            <pc:docMk/>
            <pc:sldMk cId="3259772413" sldId="2569"/>
            <ac:spMk id="215" creationId="{00000000-0000-0000-0000-000000000000}"/>
          </ac:spMkLst>
        </pc:spChg>
        <pc:picChg chg="add mod">
          <ac:chgData name="Owais Ahmed" userId="6abc7d4556b3b071" providerId="LiveId" clId="{C968DFF7-75EA-425C-B744-BCB0C5DAAF5B}" dt="2023-08-12T09:40:39.156" v="10383" actId="1076"/>
          <ac:picMkLst>
            <pc:docMk/>
            <pc:sldMk cId="3259772413" sldId="2569"/>
            <ac:picMk id="1026" creationId="{42AF2C7F-91B5-0078-348B-344199808F7C}"/>
          </ac:picMkLst>
        </pc:picChg>
      </pc:sldChg>
      <pc:sldChg chg="modSp add mod ord modAnim">
        <pc:chgData name="Owais Ahmed" userId="6abc7d4556b3b071" providerId="LiveId" clId="{C968DFF7-75EA-425C-B744-BCB0C5DAAF5B}" dt="2023-08-15T09:51:48.117" v="11063" actId="14"/>
        <pc:sldMkLst>
          <pc:docMk/>
          <pc:sldMk cId="345547534" sldId="2570"/>
        </pc:sldMkLst>
        <pc:spChg chg="mod">
          <ac:chgData name="Owais Ahmed" userId="6abc7d4556b3b071" providerId="LiveId" clId="{C968DFF7-75EA-425C-B744-BCB0C5DAAF5B}" dt="2023-08-15T09:51:48.117" v="11063" actId="14"/>
          <ac:spMkLst>
            <pc:docMk/>
            <pc:sldMk cId="345547534" sldId="2570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5T09:44:34.348" v="10767"/>
          <ac:spMkLst>
            <pc:docMk/>
            <pc:sldMk cId="345547534" sldId="257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968DFF7-75EA-425C-B744-BCB0C5DAAF5B}" dt="2023-08-15T10:00:46.572" v="11700" actId="20577"/>
        <pc:sldMkLst>
          <pc:docMk/>
          <pc:sldMk cId="2705189823" sldId="2571"/>
        </pc:sldMkLst>
        <pc:spChg chg="mod">
          <ac:chgData name="Owais Ahmed" userId="6abc7d4556b3b071" providerId="LiveId" clId="{C968DFF7-75EA-425C-B744-BCB0C5DAAF5B}" dt="2023-08-15T10:00:46.572" v="11700" actId="20577"/>
          <ac:spMkLst>
            <pc:docMk/>
            <pc:sldMk cId="2705189823" sldId="257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968DFF7-75EA-425C-B744-BCB0C5DAAF5B}" dt="2023-08-15T10:05:01.351" v="11970" actId="20577"/>
        <pc:sldMkLst>
          <pc:docMk/>
          <pc:sldMk cId="195981011" sldId="2572"/>
        </pc:sldMkLst>
        <pc:spChg chg="mod">
          <ac:chgData name="Owais Ahmed" userId="6abc7d4556b3b071" providerId="LiveId" clId="{C968DFF7-75EA-425C-B744-BCB0C5DAAF5B}" dt="2023-08-15T10:05:01.351" v="11970" actId="20577"/>
          <ac:spMkLst>
            <pc:docMk/>
            <pc:sldMk cId="195981011" sldId="2572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C968DFF7-75EA-425C-B744-BCB0C5DAAF5B}" dt="2023-08-15T10:13:04.845" v="12283" actId="20577"/>
        <pc:sldMkLst>
          <pc:docMk/>
          <pc:sldMk cId="3050182891" sldId="2573"/>
        </pc:sldMkLst>
        <pc:spChg chg="mod">
          <ac:chgData name="Owais Ahmed" userId="6abc7d4556b3b071" providerId="LiveId" clId="{C968DFF7-75EA-425C-B744-BCB0C5DAAF5B}" dt="2023-08-15T10:13:04.845" v="12283" actId="20577"/>
          <ac:spMkLst>
            <pc:docMk/>
            <pc:sldMk cId="3050182891" sldId="2573"/>
            <ac:spMk id="3" creationId="{4A1C0383-58FE-E486-295E-B33B8683B938}"/>
          </ac:spMkLst>
        </pc:spChg>
        <pc:graphicFrameChg chg="add mod">
          <ac:chgData name="Owais Ahmed" userId="6abc7d4556b3b071" providerId="LiveId" clId="{C968DFF7-75EA-425C-B744-BCB0C5DAAF5B}" dt="2023-08-15T10:11:55.153" v="12136" actId="20577"/>
          <ac:graphicFrameMkLst>
            <pc:docMk/>
            <pc:sldMk cId="3050182891" sldId="2573"/>
            <ac:graphicFrameMk id="4" creationId="{C81BC664-E37E-13F8-234B-D249AAD10D5C}"/>
          </ac:graphicFrameMkLst>
        </pc:graphicFrameChg>
      </pc:sldChg>
      <pc:sldChg chg="modSp add mod modAnim">
        <pc:chgData name="Owais Ahmed" userId="6abc7d4556b3b071" providerId="LiveId" clId="{C968DFF7-75EA-425C-B744-BCB0C5DAAF5B}" dt="2023-08-15T10:17:13.250" v="12496" actId="20577"/>
        <pc:sldMkLst>
          <pc:docMk/>
          <pc:sldMk cId="1651692435" sldId="2574"/>
        </pc:sldMkLst>
        <pc:spChg chg="mod">
          <ac:chgData name="Owais Ahmed" userId="6abc7d4556b3b071" providerId="LiveId" clId="{C968DFF7-75EA-425C-B744-BCB0C5DAAF5B}" dt="2023-08-15T10:17:13.250" v="12496" actId="20577"/>
          <ac:spMkLst>
            <pc:docMk/>
            <pc:sldMk cId="1651692435" sldId="2574"/>
            <ac:spMk id="3" creationId="{4A1C0383-58FE-E486-295E-B33B8683B938}"/>
          </ac:spMkLst>
        </pc:spChg>
        <pc:graphicFrameChg chg="mod">
          <ac:chgData name="Owais Ahmed" userId="6abc7d4556b3b071" providerId="LiveId" clId="{C968DFF7-75EA-425C-B744-BCB0C5DAAF5B}" dt="2023-08-15T10:16:56.236" v="12441" actId="14100"/>
          <ac:graphicFrameMkLst>
            <pc:docMk/>
            <pc:sldMk cId="1651692435" sldId="2574"/>
            <ac:graphicFrameMk id="4" creationId="{C81BC664-E37E-13F8-234B-D249AAD10D5C}"/>
          </ac:graphicFrameMkLst>
        </pc:graphicFrameChg>
      </pc:sldChg>
      <pc:sldChg chg="modSp add ord modAnim">
        <pc:chgData name="Owais Ahmed" userId="6abc7d4556b3b071" providerId="LiveId" clId="{C968DFF7-75EA-425C-B744-BCB0C5DAAF5B}" dt="2023-08-15T10:32:26.894" v="12723" actId="20577"/>
        <pc:sldMkLst>
          <pc:docMk/>
          <pc:sldMk cId="1638662693" sldId="2575"/>
        </pc:sldMkLst>
        <pc:spChg chg="mod">
          <ac:chgData name="Owais Ahmed" userId="6abc7d4556b3b071" providerId="LiveId" clId="{C968DFF7-75EA-425C-B744-BCB0C5DAAF5B}" dt="2023-08-15T10:32:26.894" v="12723" actId="20577"/>
          <ac:spMkLst>
            <pc:docMk/>
            <pc:sldMk cId="1638662693" sldId="2575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968DFF7-75EA-425C-B744-BCB0C5DAAF5B}" dt="2023-08-17T09:45:10.401" v="13371" actId="20577"/>
        <pc:sldMkLst>
          <pc:docMk/>
          <pc:sldMk cId="3849819283" sldId="2576"/>
        </pc:sldMkLst>
        <pc:spChg chg="mod">
          <ac:chgData name="Owais Ahmed" userId="6abc7d4556b3b071" providerId="LiveId" clId="{C968DFF7-75EA-425C-B744-BCB0C5DAAF5B}" dt="2023-08-17T09:45:10.401" v="13371" actId="20577"/>
          <ac:spMkLst>
            <pc:docMk/>
            <pc:sldMk cId="3849819283" sldId="257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09:38:10.288" v="12765" actId="20577"/>
          <ac:spMkLst>
            <pc:docMk/>
            <pc:sldMk cId="3849819283" sldId="2576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968DFF7-75EA-425C-B744-BCB0C5DAAF5B}" dt="2023-08-17T10:37:47.631" v="14482" actId="20577"/>
        <pc:sldMkLst>
          <pc:docMk/>
          <pc:sldMk cId="2362627110" sldId="2577"/>
        </pc:sldMkLst>
        <pc:spChg chg="mod">
          <ac:chgData name="Owais Ahmed" userId="6abc7d4556b3b071" providerId="LiveId" clId="{C968DFF7-75EA-425C-B744-BCB0C5DAAF5B}" dt="2023-08-17T10:37:10.830" v="14373" actId="20577"/>
          <ac:spMkLst>
            <pc:docMk/>
            <pc:sldMk cId="2362627110" sldId="257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C968DFF7-75EA-425C-B744-BCB0C5DAAF5B}" dt="2023-08-17T10:52:29.991" v="14501" actId="47"/>
        <pc:sldMkLst>
          <pc:docMk/>
          <pc:sldMk cId="4012157935" sldId="2578"/>
        </pc:sldMkLst>
        <pc:spChg chg="mod">
          <ac:chgData name="Owais Ahmed" userId="6abc7d4556b3b071" providerId="LiveId" clId="{C968DFF7-75EA-425C-B744-BCB0C5DAAF5B}" dt="2023-08-17T10:38:24.602" v="14500" actId="20577"/>
          <ac:spMkLst>
            <pc:docMk/>
            <pc:sldMk cId="4012157935" sldId="257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10:38:20.557" v="14497" actId="20577"/>
          <ac:spMkLst>
            <pc:docMk/>
            <pc:sldMk cId="4012157935" sldId="257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0577D98B-C5DD-421E-AB63-1BC2B2B46ADA}"/>
    <pc:docChg chg="undo custSel addSld delSld modSld sldOrd">
      <pc:chgData name="Owais Ahmed" userId="6abc7d4556b3b071" providerId="LiveId" clId="{0577D98B-C5DD-421E-AB63-1BC2B2B46ADA}" dt="2023-08-08T06:57:58.019" v="8482" actId="20577"/>
      <pc:docMkLst>
        <pc:docMk/>
      </pc:docMkLst>
      <pc:sldChg chg="modSp mod">
        <pc:chgData name="Owais Ahmed" userId="6abc7d4556b3b071" providerId="LiveId" clId="{0577D98B-C5DD-421E-AB63-1BC2B2B46ADA}" dt="2023-08-08T06:57:58.019" v="8482" actId="20577"/>
        <pc:sldMkLst>
          <pc:docMk/>
          <pc:sldMk cId="1649098948" sldId="2462"/>
        </pc:sldMkLst>
        <pc:spChg chg="mod">
          <ac:chgData name="Owais Ahmed" userId="6abc7d4556b3b071" providerId="LiveId" clId="{0577D98B-C5DD-421E-AB63-1BC2B2B46ADA}" dt="2023-08-08T06:57:58.019" v="84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577D98B-C5DD-421E-AB63-1BC2B2B46ADA}" dt="2023-08-08T04:53:48.719" v="1544" actId="20577"/>
        <pc:sldMkLst>
          <pc:docMk/>
          <pc:sldMk cId="296501705" sldId="2557"/>
        </pc:sldMkLst>
        <pc:spChg chg="mod">
          <ac:chgData name="Owais Ahmed" userId="6abc7d4556b3b071" providerId="LiveId" clId="{0577D98B-C5DD-421E-AB63-1BC2B2B46ADA}" dt="2023-08-08T04:53:48.719" v="154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4:30:12.140" v="24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0577D98B-C5DD-421E-AB63-1BC2B2B46ADA}" dt="2023-08-08T06:09:17.859" v="5437" actId="20577"/>
        <pc:sldMkLst>
          <pc:docMk/>
          <pc:sldMk cId="53512322" sldId="2558"/>
        </pc:sldMkLst>
        <pc:spChg chg="mod">
          <ac:chgData name="Owais Ahmed" userId="6abc7d4556b3b071" providerId="LiveId" clId="{0577D98B-C5DD-421E-AB63-1BC2B2B46ADA}" dt="2023-08-08T06:09:17.859" v="5437" actId="20577"/>
          <ac:spMkLst>
            <pc:docMk/>
            <pc:sldMk cId="53512322" sldId="2558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09667495" sldId="2558"/>
        </pc:sldMkLst>
      </pc:sldChg>
      <pc:sldChg chg="addSp modSp add mod ord modAnim modNotesTx">
        <pc:chgData name="Owais Ahmed" userId="6abc7d4556b3b071" providerId="LiveId" clId="{0577D98B-C5DD-421E-AB63-1BC2B2B46ADA}" dt="2023-08-08T06:04:48.445" v="5079"/>
        <pc:sldMkLst>
          <pc:docMk/>
          <pc:sldMk cId="1566808580" sldId="2559"/>
        </pc:sldMkLst>
        <pc:spChg chg="mod">
          <ac:chgData name="Owais Ahmed" userId="6abc7d4556b3b071" providerId="LiveId" clId="{0577D98B-C5DD-421E-AB63-1BC2B2B46ADA}" dt="2023-08-08T05:48:34.035" v="4439" actId="20577"/>
          <ac:spMkLst>
            <pc:docMk/>
            <pc:sldMk cId="1566808580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0577D98B-C5DD-421E-AB63-1BC2B2B46ADA}" dt="2023-08-08T05:28:00.811" v="3618" actId="404"/>
          <ac:graphicFrameMkLst>
            <pc:docMk/>
            <pc:sldMk cId="1566808580" sldId="2559"/>
            <ac:graphicFrameMk id="4" creationId="{3BD80CFA-71B3-B1D4-C38D-511EF67DF039}"/>
          </ac:graphicFrameMkLst>
        </pc:graphicFrame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56755703" sldId="2559"/>
        </pc:sldMkLst>
      </pc:sldChg>
      <pc:sldChg chg="modSp add mod ord modAnim">
        <pc:chgData name="Owais Ahmed" userId="6abc7d4556b3b071" providerId="LiveId" clId="{0577D98B-C5DD-421E-AB63-1BC2B2B46ADA}" dt="2023-08-08T06:09:13.417" v="5433" actId="20577"/>
        <pc:sldMkLst>
          <pc:docMk/>
          <pc:sldMk cId="3737636412" sldId="2560"/>
        </pc:sldMkLst>
        <pc:spChg chg="mod">
          <ac:chgData name="Owais Ahmed" userId="6abc7d4556b3b071" providerId="LiveId" clId="{0577D98B-C5DD-421E-AB63-1BC2B2B46ADA}" dt="2023-08-08T06:09:13.417" v="5433" actId="20577"/>
          <ac:spMkLst>
            <pc:docMk/>
            <pc:sldMk cId="3737636412" sldId="2560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46338403" sldId="2560"/>
        </pc:sldMkLst>
      </pc:sldChg>
      <pc:sldChg chg="modSp add mod modAnim">
        <pc:chgData name="Owais Ahmed" userId="6abc7d4556b3b071" providerId="LiveId" clId="{0577D98B-C5DD-421E-AB63-1BC2B2B46ADA}" dt="2023-08-08T06:28:01.622" v="6269" actId="20577"/>
        <pc:sldMkLst>
          <pc:docMk/>
          <pc:sldMk cId="1476977656" sldId="2561"/>
        </pc:sldMkLst>
        <pc:spChg chg="mod">
          <ac:chgData name="Owais Ahmed" userId="6abc7d4556b3b071" providerId="LiveId" clId="{0577D98B-C5DD-421E-AB63-1BC2B2B46ADA}" dt="2023-08-08T06:28:01.622" v="6269" actId="20577"/>
          <ac:spMkLst>
            <pc:docMk/>
            <pc:sldMk cId="1476977656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577D98B-C5DD-421E-AB63-1BC2B2B46ADA}" dt="2023-08-08T06:19:08.356" v="5786" actId="27636"/>
        <pc:sldMkLst>
          <pc:docMk/>
          <pc:sldMk cId="1305422422" sldId="2562"/>
        </pc:sldMkLst>
        <pc:spChg chg="mod">
          <ac:chgData name="Owais Ahmed" userId="6abc7d4556b3b071" providerId="LiveId" clId="{0577D98B-C5DD-421E-AB63-1BC2B2B46ADA}" dt="2023-08-08T06:19:08.356" v="5786" actId="27636"/>
          <ac:spMkLst>
            <pc:docMk/>
            <pc:sldMk cId="1305422422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835063850" sldId="2562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50925741" sldId="2563"/>
        </pc:sldMkLst>
      </pc:sldChg>
      <pc:sldChg chg="modSp add mod modAnim">
        <pc:chgData name="Owais Ahmed" userId="6abc7d4556b3b071" providerId="LiveId" clId="{0577D98B-C5DD-421E-AB63-1BC2B2B46ADA}" dt="2023-08-08T06:51:56.531" v="8086" actId="20577"/>
        <pc:sldMkLst>
          <pc:docMk/>
          <pc:sldMk cId="4071666753" sldId="2563"/>
        </pc:sldMkLst>
        <pc:spChg chg="mod">
          <ac:chgData name="Owais Ahmed" userId="6abc7d4556b3b071" providerId="LiveId" clId="{0577D98B-C5DD-421E-AB63-1BC2B2B46ADA}" dt="2023-08-08T06:51:54.049" v="8085" actId="20577"/>
          <ac:spMkLst>
            <pc:docMk/>
            <pc:sldMk cId="4071666753" sldId="2563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42:29.550" v="7538" actId="20577"/>
          <ac:spMkLst>
            <pc:docMk/>
            <pc:sldMk cId="4071666753" sldId="2563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0577D98B-C5DD-421E-AB63-1BC2B2B46ADA}" dt="2023-08-08T06:42:16.212" v="7530"/>
        <pc:sldMkLst>
          <pc:docMk/>
          <pc:sldMk cId="2526141006" sldId="2564"/>
        </pc:sldMkLst>
        <pc:spChg chg="mod">
          <ac:chgData name="Owais Ahmed" userId="6abc7d4556b3b071" providerId="LiveId" clId="{0577D98B-C5DD-421E-AB63-1BC2B2B46ADA}" dt="2023-08-08T06:41:39.010" v="7528" actId="20577"/>
          <ac:spMkLst>
            <pc:docMk/>
            <pc:sldMk cId="2526141006" sldId="2564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164841762" sldId="2564"/>
        </pc:sldMkLst>
      </pc:sldChg>
      <pc:sldChg chg="modSp add mod modAnim">
        <pc:chgData name="Owais Ahmed" userId="6abc7d4556b3b071" providerId="LiveId" clId="{0577D98B-C5DD-421E-AB63-1BC2B2B46ADA}" dt="2023-08-08T06:57:21.686" v="8443" actId="20577"/>
        <pc:sldMkLst>
          <pc:docMk/>
          <pc:sldMk cId="2724244378" sldId="2565"/>
        </pc:sldMkLst>
        <pc:spChg chg="mod">
          <ac:chgData name="Owais Ahmed" userId="6abc7d4556b3b071" providerId="LiveId" clId="{0577D98B-C5DD-421E-AB63-1BC2B2B46ADA}" dt="2023-08-08T06:57:21.686" v="8443" actId="20577"/>
          <ac:spMkLst>
            <pc:docMk/>
            <pc:sldMk cId="2724244378" sldId="2565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52:04.193" v="8093" actId="20577"/>
          <ac:spMkLst>
            <pc:docMk/>
            <pc:sldMk cId="2724244378" sldId="2565"/>
            <ac:spMk id="215" creationId="{00000000-0000-0000-0000-000000000000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4253636147" sldId="2565"/>
        </pc:sldMkLst>
      </pc:sldChg>
      <pc:sldChg chg="add">
        <pc:chgData name="Owais Ahmed" userId="6abc7d4556b3b071" providerId="LiveId" clId="{0577D98B-C5DD-421E-AB63-1BC2B2B46ADA}" dt="2023-08-08T06:57:46.412" v="8444" actId="2890"/>
        <pc:sldMkLst>
          <pc:docMk/>
          <pc:sldMk cId="1651103511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684752333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8900574" sldId="2567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29531230" sldId="2568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13204764" sldId="2569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70414602" sldId="2570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201433262" sldId="2571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285914733" sldId="2573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28240852" sldId="2574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271818871" sldId="2575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47158155" sldId="2576"/>
        </pc:sldMkLst>
      </pc:sldChg>
    </pc:docChg>
  </pc:docChgLst>
  <pc:docChgLst>
    <pc:chgData name="Owais Ahmed" userId="6abc7d4556b3b071" providerId="LiveId" clId="{53383B45-B17A-4806-BA45-0D31F109C868}"/>
    <pc:docChg chg="undo custSel addSld delSld modSld sldOrd">
      <pc:chgData name="Owais Ahmed" userId="6abc7d4556b3b071" providerId="LiveId" clId="{53383B45-B17A-4806-BA45-0D31F109C868}" dt="2023-09-27T09:56:42.272" v="2584" actId="20577"/>
      <pc:docMkLst>
        <pc:docMk/>
      </pc:docMkLst>
      <pc:sldChg chg="modSp mod">
        <pc:chgData name="Owais Ahmed" userId="6abc7d4556b3b071" providerId="LiveId" clId="{53383B45-B17A-4806-BA45-0D31F109C868}" dt="2023-09-27T05:07:46.636" v="32"/>
        <pc:sldMkLst>
          <pc:docMk/>
          <pc:sldMk cId="1649098948" sldId="2462"/>
        </pc:sldMkLst>
        <pc:spChg chg="mod">
          <ac:chgData name="Owais Ahmed" userId="6abc7d4556b3b071" providerId="LiveId" clId="{53383B45-B17A-4806-BA45-0D31F109C868}" dt="2023-09-27T05:07:46.636" v="32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">
        <pc:chgData name="Owais Ahmed" userId="6abc7d4556b3b071" providerId="LiveId" clId="{53383B45-B17A-4806-BA45-0D31F109C868}" dt="2023-09-27T05:06:36.031" v="1"/>
        <pc:sldMkLst>
          <pc:docMk/>
          <pc:sldMk cId="2136095335" sldId="2565"/>
        </pc:sldMkLst>
        <pc:graphicFrameChg chg="add del mod">
          <ac:chgData name="Owais Ahmed" userId="6abc7d4556b3b071" providerId="LiveId" clId="{53383B45-B17A-4806-BA45-0D31F109C868}" dt="2023-09-27T05:06:36.031" v="1"/>
          <ac:graphicFrameMkLst>
            <pc:docMk/>
            <pc:sldMk cId="2136095335" sldId="2565"/>
            <ac:graphicFrameMk id="4" creationId="{0343B9A1-D7FE-33A9-FC1E-D43F1EB7F87D}"/>
          </ac:graphicFrameMkLst>
        </pc:graphicFrameChg>
      </pc:sldChg>
      <pc:sldChg chg="modSp mod">
        <pc:chgData name="Owais Ahmed" userId="6abc7d4556b3b071" providerId="LiveId" clId="{53383B45-B17A-4806-BA45-0D31F109C868}" dt="2023-09-27T05:22:45.827" v="124" actId="20577"/>
        <pc:sldMkLst>
          <pc:docMk/>
          <pc:sldMk cId="786819306" sldId="2566"/>
        </pc:sldMkLst>
        <pc:spChg chg="mod">
          <ac:chgData name="Owais Ahmed" userId="6abc7d4556b3b071" providerId="LiveId" clId="{53383B45-B17A-4806-BA45-0D31F109C868}" dt="2023-09-27T05:22:45.827" v="124" actId="20577"/>
          <ac:spMkLst>
            <pc:docMk/>
            <pc:sldMk cId="786819306" sldId="2566"/>
            <ac:spMk id="215" creationId="{00000000-0000-0000-0000-000000000000}"/>
          </ac:spMkLst>
        </pc:spChg>
      </pc:sldChg>
      <pc:sldChg chg="add del">
        <pc:chgData name="Owais Ahmed" userId="6abc7d4556b3b071" providerId="LiveId" clId="{53383B45-B17A-4806-BA45-0D31F109C868}" dt="2023-09-27T05:23:15.731" v="125" actId="47"/>
        <pc:sldMkLst>
          <pc:docMk/>
          <pc:sldMk cId="138900574" sldId="2567"/>
        </pc:sldMkLst>
      </pc:sldChg>
      <pc:sldChg chg="modSp modAnim">
        <pc:chgData name="Owais Ahmed" userId="6abc7d4556b3b071" providerId="LiveId" clId="{53383B45-B17A-4806-BA45-0D31F109C868}" dt="2023-09-27T05:49:40.333" v="1297" actId="20577"/>
        <pc:sldMkLst>
          <pc:docMk/>
          <pc:sldMk cId="1120982729" sldId="2568"/>
        </pc:sldMkLst>
        <pc:spChg chg="mod">
          <ac:chgData name="Owais Ahmed" userId="6abc7d4556b3b071" providerId="LiveId" clId="{53383B45-B17A-4806-BA45-0D31F109C868}" dt="2023-09-27T05:49:40.333" v="1297" actId="20577"/>
          <ac:spMkLst>
            <pc:docMk/>
            <pc:sldMk cId="1120982729" sldId="2568"/>
            <ac:spMk id="3" creationId="{4A1C0383-58FE-E486-295E-B33B8683B938}"/>
          </ac:spMkLst>
        </pc:spChg>
      </pc:sldChg>
      <pc:sldChg chg="del">
        <pc:chgData name="Owais Ahmed" userId="6abc7d4556b3b071" providerId="LiveId" clId="{53383B45-B17A-4806-BA45-0D31F109C868}" dt="2023-09-27T09:20:42.985" v="1298" actId="47"/>
        <pc:sldMkLst>
          <pc:docMk/>
          <pc:sldMk cId="3849819283" sldId="2576"/>
        </pc:sldMkLst>
      </pc:sldChg>
      <pc:sldChg chg="del">
        <pc:chgData name="Owais Ahmed" userId="6abc7d4556b3b071" providerId="LiveId" clId="{53383B45-B17A-4806-BA45-0D31F109C868}" dt="2023-09-27T09:20:43.749" v="1299" actId="47"/>
        <pc:sldMkLst>
          <pc:docMk/>
          <pc:sldMk cId="2362627110" sldId="2577"/>
        </pc:sldMkLst>
      </pc:sldChg>
      <pc:sldChg chg="modSp add mod modAnim">
        <pc:chgData name="Owais Ahmed" userId="6abc7d4556b3b071" providerId="LiveId" clId="{53383B45-B17A-4806-BA45-0D31F109C868}" dt="2023-09-27T05:10:11.070" v="79" actId="27636"/>
        <pc:sldMkLst>
          <pc:docMk/>
          <pc:sldMk cId="1835063850" sldId="2578"/>
        </pc:sldMkLst>
        <pc:spChg chg="mod">
          <ac:chgData name="Owais Ahmed" userId="6abc7d4556b3b071" providerId="LiveId" clId="{53383B45-B17A-4806-BA45-0D31F109C868}" dt="2023-09-27T05:10:11.070" v="79" actId="27636"/>
          <ac:spMkLst>
            <pc:docMk/>
            <pc:sldMk cId="1835063850" sldId="2578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08:03.843" v="45" actId="20577"/>
          <ac:spMkLst>
            <pc:docMk/>
            <pc:sldMk cId="1835063850" sldId="257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27.514" v="95" actId="20577"/>
        <pc:sldMkLst>
          <pc:docMk/>
          <pc:sldMk cId="150925741" sldId="2579"/>
        </pc:sldMkLst>
        <pc:spChg chg="mod">
          <ac:chgData name="Owais Ahmed" userId="6abc7d4556b3b071" providerId="LiveId" clId="{53383B45-B17A-4806-BA45-0D31F109C868}" dt="2023-09-27T05:20:27.514" v="95" actId="20577"/>
          <ac:spMkLst>
            <pc:docMk/>
            <pc:sldMk cId="150925741" sldId="257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45.634" v="97"/>
        <pc:sldMkLst>
          <pc:docMk/>
          <pc:sldMk cId="3164841762" sldId="2580"/>
        </pc:sldMkLst>
        <pc:spChg chg="mod">
          <ac:chgData name="Owais Ahmed" userId="6abc7d4556b3b071" providerId="LiveId" clId="{53383B45-B17A-4806-BA45-0D31F109C868}" dt="2023-09-27T05:20:45.634" v="97"/>
          <ac:spMkLst>
            <pc:docMk/>
            <pc:sldMk cId="3164841762" sldId="2580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1:33.310" v="99" actId="20577"/>
        <pc:sldMkLst>
          <pc:docMk/>
          <pc:sldMk cId="4253636147" sldId="2581"/>
        </pc:sldMkLst>
        <pc:spChg chg="mod">
          <ac:chgData name="Owais Ahmed" userId="6abc7d4556b3b071" providerId="LiveId" clId="{53383B45-B17A-4806-BA45-0D31F109C868}" dt="2023-09-27T05:21:33.310" v="99" actId="20577"/>
          <ac:spMkLst>
            <pc:docMk/>
            <pc:sldMk cId="4253636147" sldId="2581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0:50.696" v="98"/>
          <ac:spMkLst>
            <pc:docMk/>
            <pc:sldMk cId="4253636147" sldId="2581"/>
            <ac:spMk id="215" creationId="{00000000-0000-0000-0000-000000000000}"/>
          </ac:spMkLst>
        </pc:spChg>
      </pc:sldChg>
      <pc:sldChg chg="modSp add">
        <pc:chgData name="Owais Ahmed" userId="6abc7d4556b3b071" providerId="LiveId" clId="{53383B45-B17A-4806-BA45-0D31F109C868}" dt="2023-09-27T05:21:40.553" v="102" actId="20577"/>
        <pc:sldMkLst>
          <pc:docMk/>
          <pc:sldMk cId="2684752333" sldId="2582"/>
        </pc:sldMkLst>
        <pc:spChg chg="mod">
          <ac:chgData name="Owais Ahmed" userId="6abc7d4556b3b071" providerId="LiveId" clId="{53383B45-B17A-4806-BA45-0D31F109C868}" dt="2023-09-27T05:21:40.553" v="102" actId="20577"/>
          <ac:spMkLst>
            <pc:docMk/>
            <pc:sldMk cId="2684752333" sldId="2582"/>
            <ac:spMk id="3" creationId="{4A1C0383-58FE-E486-295E-B33B8683B938}"/>
          </ac:spMkLst>
        </pc:spChg>
      </pc:sldChg>
      <pc:sldChg chg="add del">
        <pc:chgData name="Owais Ahmed" userId="6abc7d4556b3b071" providerId="LiveId" clId="{53383B45-B17A-4806-BA45-0D31F109C868}" dt="2023-09-27T05:23:17.819" v="126" actId="47"/>
        <pc:sldMkLst>
          <pc:docMk/>
          <pc:sldMk cId="1329531230" sldId="2583"/>
        </pc:sldMkLst>
      </pc:sldChg>
      <pc:sldChg chg="modSp add mod">
        <pc:chgData name="Owais Ahmed" userId="6abc7d4556b3b071" providerId="LiveId" clId="{53383B45-B17A-4806-BA45-0D31F109C868}" dt="2023-09-27T05:25:24.412" v="165" actId="20577"/>
        <pc:sldMkLst>
          <pc:docMk/>
          <pc:sldMk cId="213204764" sldId="2584"/>
        </pc:sldMkLst>
        <pc:spChg chg="mod">
          <ac:chgData name="Owais Ahmed" userId="6abc7d4556b3b071" providerId="LiveId" clId="{53383B45-B17A-4806-BA45-0D31F109C868}" dt="2023-09-27T05:25:24.412" v="165" actId="20577"/>
          <ac:spMkLst>
            <pc:docMk/>
            <pc:sldMk cId="213204764" sldId="2584"/>
            <ac:spMk id="215" creationId="{00000000-0000-0000-0000-000000000000}"/>
          </ac:spMkLst>
        </pc:spChg>
      </pc:sldChg>
      <pc:sldChg chg="add">
        <pc:chgData name="Owais Ahmed" userId="6abc7d4556b3b071" providerId="LiveId" clId="{53383B45-B17A-4806-BA45-0D31F109C868}" dt="2023-09-27T05:06:44.656" v="2"/>
        <pc:sldMkLst>
          <pc:docMk/>
          <pc:sldMk cId="3970414602" sldId="2585"/>
        </pc:sldMkLst>
      </pc:sldChg>
      <pc:sldChg chg="modSp add mod modAnim">
        <pc:chgData name="Owais Ahmed" userId="6abc7d4556b3b071" providerId="LiveId" clId="{53383B45-B17A-4806-BA45-0D31F109C868}" dt="2023-09-27T05:36:05.275" v="1295" actId="20577"/>
        <pc:sldMkLst>
          <pc:docMk/>
          <pc:sldMk cId="2285914733" sldId="2586"/>
        </pc:sldMkLst>
        <pc:spChg chg="mod">
          <ac:chgData name="Owais Ahmed" userId="6abc7d4556b3b071" providerId="LiveId" clId="{53383B45-B17A-4806-BA45-0D31F109C868}" dt="2023-09-27T05:36:05.275" v="1295" actId="20577"/>
          <ac:spMkLst>
            <pc:docMk/>
            <pc:sldMk cId="2285914733" sldId="2586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7:15.262" v="304" actId="20577"/>
          <ac:spMkLst>
            <pc:docMk/>
            <pc:sldMk cId="2285914733" sldId="2586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53383B45-B17A-4806-BA45-0D31F109C868}" dt="2023-09-27T09:21:26.814" v="1301" actId="14"/>
        <pc:sldMkLst>
          <pc:docMk/>
          <pc:sldMk cId="1201433262" sldId="2587"/>
        </pc:sldMkLst>
        <pc:spChg chg="mod">
          <ac:chgData name="Owais Ahmed" userId="6abc7d4556b3b071" providerId="LiveId" clId="{53383B45-B17A-4806-BA45-0D31F109C868}" dt="2023-09-27T09:21:26.814" v="1301" actId="14"/>
          <ac:spMkLst>
            <pc:docMk/>
            <pc:sldMk cId="1201433262" sldId="2587"/>
            <ac:spMk id="3" creationId="{4A1C0383-58FE-E486-295E-B33B8683B938}"/>
          </ac:spMkLst>
        </pc:spChg>
      </pc:sldChg>
      <pc:sldChg chg="addSp modSp add mod ord modAnim modNotesTx">
        <pc:chgData name="Owais Ahmed" userId="6abc7d4556b3b071" providerId="LiveId" clId="{53383B45-B17A-4806-BA45-0D31F109C868}" dt="2023-09-27T09:56:42.272" v="2584" actId="20577"/>
        <pc:sldMkLst>
          <pc:docMk/>
          <pc:sldMk cId="2208228190" sldId="2588"/>
        </pc:sldMkLst>
        <pc:spChg chg="mod">
          <ac:chgData name="Owais Ahmed" userId="6abc7d4556b3b071" providerId="LiveId" clId="{53383B45-B17A-4806-BA45-0D31F109C868}" dt="2023-09-27T09:34:45.843" v="1447" actId="27636"/>
          <ac:spMkLst>
            <pc:docMk/>
            <pc:sldMk cId="2208228190" sldId="2588"/>
            <ac:spMk id="3" creationId="{4A1C0383-58FE-E486-295E-B33B8683B938}"/>
          </ac:spMkLst>
        </pc:spChg>
        <pc:spChg chg="add mod">
          <ac:chgData name="Owais Ahmed" userId="6abc7d4556b3b071" providerId="LiveId" clId="{53383B45-B17A-4806-BA45-0D31F109C868}" dt="2023-09-27T09:56:42.272" v="2584" actId="20577"/>
          <ac:spMkLst>
            <pc:docMk/>
            <pc:sldMk cId="2208228190" sldId="2588"/>
            <ac:spMk id="4" creationId="{94726610-A2E3-1316-07F6-F3E15154A6A9}"/>
          </ac:spMkLst>
        </pc:spChg>
        <pc:spChg chg="mod">
          <ac:chgData name="Owais Ahmed" userId="6abc7d4556b3b071" providerId="LiveId" clId="{53383B45-B17A-4806-BA45-0D31F109C868}" dt="2023-09-27T09:23:20.702" v="1328" actId="20577"/>
          <ac:spMkLst>
            <pc:docMk/>
            <pc:sldMk cId="2208228190" sldId="258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88CFE61D-E4E2-459B-8BEE-94DB871EE3F2}"/>
    <pc:docChg chg="undo redo custSel addSld delSld modSld sldOrd">
      <pc:chgData name="Owais Ahmed" userId="6abc7d4556b3b071" providerId="LiveId" clId="{88CFE61D-E4E2-459B-8BEE-94DB871EE3F2}" dt="2023-11-30T08:48:56.467" v="18413" actId="27636"/>
      <pc:docMkLst>
        <pc:docMk/>
      </pc:docMkLst>
      <pc:sldChg chg="add del">
        <pc:chgData name="Owais Ahmed" userId="6abc7d4556b3b071" providerId="LiveId" clId="{88CFE61D-E4E2-459B-8BEE-94DB871EE3F2}" dt="2023-11-29T10:56:37.784" v="17396" actId="47"/>
        <pc:sldMkLst>
          <pc:docMk/>
          <pc:sldMk cId="927727573" sldId="2436"/>
        </pc:sldMkLst>
      </pc:sldChg>
      <pc:sldChg chg="modSp mod">
        <pc:chgData name="Owais Ahmed" userId="6abc7d4556b3b071" providerId="LiveId" clId="{88CFE61D-E4E2-459B-8BEE-94DB871EE3F2}" dt="2023-11-23T10:34:43.075" v="4357"/>
        <pc:sldMkLst>
          <pc:docMk/>
          <pc:sldMk cId="1649098948" sldId="2462"/>
        </pc:sldMkLst>
        <pc:spChg chg="mod">
          <ac:chgData name="Owais Ahmed" userId="6abc7d4556b3b071" providerId="LiveId" clId="{88CFE61D-E4E2-459B-8BEE-94DB871EE3F2}" dt="2023-11-23T10:34:43.075" v="435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8CFE61D-E4E2-459B-8BEE-94DB871EE3F2}" dt="2023-11-23T06:27:20.099" v="2" actId="47"/>
        <pc:sldMkLst>
          <pc:docMk/>
          <pc:sldMk cId="296501705" sldId="2557"/>
        </pc:sldMkLst>
      </pc:sldChg>
      <pc:sldChg chg="del">
        <pc:chgData name="Owais Ahmed" userId="6abc7d4556b3b071" providerId="LiveId" clId="{88CFE61D-E4E2-459B-8BEE-94DB871EE3F2}" dt="2023-11-23T06:27:20.099" v="2" actId="47"/>
        <pc:sldMkLst>
          <pc:docMk/>
          <pc:sldMk cId="3524855248" sldId="2559"/>
        </pc:sldMkLst>
      </pc:sldChg>
      <pc:sldChg chg="del">
        <pc:chgData name="Owais Ahmed" userId="6abc7d4556b3b071" providerId="LiveId" clId="{88CFE61D-E4E2-459B-8BEE-94DB871EE3F2}" dt="2023-11-23T09:06:26.602" v="3420" actId="47"/>
        <pc:sldMkLst>
          <pc:docMk/>
          <pc:sldMk cId="4253636147" sldId="2565"/>
        </pc:sldMkLst>
      </pc:sldChg>
      <pc:sldChg chg="del">
        <pc:chgData name="Owais Ahmed" userId="6abc7d4556b3b071" providerId="LiveId" clId="{88CFE61D-E4E2-459B-8BEE-94DB871EE3F2}" dt="2023-11-23T06:27:25.012" v="3" actId="47"/>
        <pc:sldMkLst>
          <pc:docMk/>
          <pc:sldMk cId="73718007" sldId="2566"/>
        </pc:sldMkLst>
      </pc:sldChg>
      <pc:sldChg chg="addSp modSp add del mod modAnim">
        <pc:chgData name="Owais Ahmed" userId="6abc7d4556b3b071" providerId="LiveId" clId="{88CFE61D-E4E2-459B-8BEE-94DB871EE3F2}" dt="2023-11-30T08:48:56.467" v="18413" actId="27636"/>
        <pc:sldMkLst>
          <pc:docMk/>
          <pc:sldMk cId="742091239" sldId="2567"/>
        </pc:sldMkLst>
        <pc:spChg chg="mod">
          <ac:chgData name="Owais Ahmed" userId="6abc7d4556b3b071" providerId="LiveId" clId="{88CFE61D-E4E2-459B-8BEE-94DB871EE3F2}" dt="2023-11-30T08:48:48.883" v="18408" actId="27636"/>
          <ac:spMkLst>
            <pc:docMk/>
            <pc:sldMk cId="742091239" sldId="2567"/>
            <ac:spMk id="3" creationId="{C036BAFF-A229-2D4C-DAE4-E2898006D8B7}"/>
          </ac:spMkLst>
        </pc:spChg>
        <pc:spChg chg="add mod">
          <ac:chgData name="Owais Ahmed" userId="6abc7d4556b3b071" providerId="LiveId" clId="{88CFE61D-E4E2-459B-8BEE-94DB871EE3F2}" dt="2023-11-30T08:48:56.467" v="18413" actId="27636"/>
          <ac:spMkLst>
            <pc:docMk/>
            <pc:sldMk cId="742091239" sldId="2567"/>
            <ac:spMk id="4" creationId="{49868256-B961-22C6-EEA4-19DBAC0C4C71}"/>
          </ac:spMkLst>
        </pc:spChg>
        <pc:spChg chg="mod">
          <ac:chgData name="Owais Ahmed" userId="6abc7d4556b3b071" providerId="LiveId" clId="{88CFE61D-E4E2-459B-8BEE-94DB871EE3F2}" dt="2023-11-23T10:34:50.058" v="4368" actId="20577"/>
          <ac:spMkLst>
            <pc:docMk/>
            <pc:sldMk cId="742091239" sldId="2567"/>
            <ac:spMk id="215" creationId="{00000000-0000-0000-0000-000000000000}"/>
          </ac:spMkLst>
        </pc:spChg>
      </pc:sldChg>
      <pc:sldChg chg="del">
        <pc:chgData name="Owais Ahmed" userId="6abc7d4556b3b071" providerId="LiveId" clId="{88CFE61D-E4E2-459B-8BEE-94DB871EE3F2}" dt="2023-11-23T06:27:28.225" v="4" actId="47"/>
        <pc:sldMkLst>
          <pc:docMk/>
          <pc:sldMk cId="731708004" sldId="2568"/>
        </pc:sldMkLst>
      </pc:sldChg>
      <pc:sldChg chg="del">
        <pc:chgData name="Owais Ahmed" userId="6abc7d4556b3b071" providerId="LiveId" clId="{88CFE61D-E4E2-459B-8BEE-94DB871EE3F2}" dt="2023-11-23T06:27:30.511" v="5" actId="47"/>
        <pc:sldMkLst>
          <pc:docMk/>
          <pc:sldMk cId="3584144442" sldId="2569"/>
        </pc:sldMkLst>
      </pc:sldChg>
      <pc:sldChg chg="del">
        <pc:chgData name="Owais Ahmed" userId="6abc7d4556b3b071" providerId="LiveId" clId="{88CFE61D-E4E2-459B-8BEE-94DB871EE3F2}" dt="2023-11-23T06:27:40.772" v="11" actId="47"/>
        <pc:sldMkLst>
          <pc:docMk/>
          <pc:sldMk cId="3192364649" sldId="2570"/>
        </pc:sldMkLst>
      </pc:sldChg>
      <pc:sldChg chg="del">
        <pc:chgData name="Owais Ahmed" userId="6abc7d4556b3b071" providerId="LiveId" clId="{88CFE61D-E4E2-459B-8BEE-94DB871EE3F2}" dt="2023-11-23T06:27:34.289" v="6" actId="47"/>
        <pc:sldMkLst>
          <pc:docMk/>
          <pc:sldMk cId="1495419416" sldId="2571"/>
        </pc:sldMkLst>
      </pc:sldChg>
      <pc:sldChg chg="del">
        <pc:chgData name="Owais Ahmed" userId="6abc7d4556b3b071" providerId="LiveId" clId="{88CFE61D-E4E2-459B-8BEE-94DB871EE3F2}" dt="2023-11-23T06:27:35.269" v="7" actId="47"/>
        <pc:sldMkLst>
          <pc:docMk/>
          <pc:sldMk cId="2352558766" sldId="2572"/>
        </pc:sldMkLst>
      </pc:sldChg>
      <pc:sldChg chg="del">
        <pc:chgData name="Owais Ahmed" userId="6abc7d4556b3b071" providerId="LiveId" clId="{88CFE61D-E4E2-459B-8BEE-94DB871EE3F2}" dt="2023-11-23T06:27:35.714" v="8" actId="47"/>
        <pc:sldMkLst>
          <pc:docMk/>
          <pc:sldMk cId="1727728077" sldId="2573"/>
        </pc:sldMkLst>
      </pc:sldChg>
      <pc:sldChg chg="del">
        <pc:chgData name="Owais Ahmed" userId="6abc7d4556b3b071" providerId="LiveId" clId="{88CFE61D-E4E2-459B-8BEE-94DB871EE3F2}" dt="2023-11-23T06:27:36.052" v="9" actId="47"/>
        <pc:sldMkLst>
          <pc:docMk/>
          <pc:sldMk cId="3825965198" sldId="2574"/>
        </pc:sldMkLst>
      </pc:sldChg>
      <pc:sldChg chg="del">
        <pc:chgData name="Owais Ahmed" userId="6abc7d4556b3b071" providerId="LiveId" clId="{88CFE61D-E4E2-459B-8BEE-94DB871EE3F2}" dt="2023-11-23T06:27:37.265" v="10" actId="47"/>
        <pc:sldMkLst>
          <pc:docMk/>
          <pc:sldMk cId="1490703918" sldId="2575"/>
        </pc:sldMkLst>
      </pc:sldChg>
      <pc:sldChg chg="addSp delSp mod ord">
        <pc:chgData name="Owais Ahmed" userId="6abc7d4556b3b071" providerId="LiveId" clId="{88CFE61D-E4E2-459B-8BEE-94DB871EE3F2}" dt="2023-11-28T11:09:27.706" v="5595"/>
        <pc:sldMkLst>
          <pc:docMk/>
          <pc:sldMk cId="1728196837" sldId="2577"/>
        </pc:sldMkLst>
        <pc:spChg chg="add del">
          <ac:chgData name="Owais Ahmed" userId="6abc7d4556b3b071" providerId="LiveId" clId="{88CFE61D-E4E2-459B-8BEE-94DB871EE3F2}" dt="2023-11-28T10:45:58.659" v="4912" actId="22"/>
          <ac:spMkLst>
            <pc:docMk/>
            <pc:sldMk cId="1728196837" sldId="2577"/>
            <ac:spMk id="5" creationId="{CA80251D-B7F5-F630-D15C-F3D2CF92094C}"/>
          </ac:spMkLst>
        </pc:spChg>
      </pc:sldChg>
      <pc:sldChg chg="del">
        <pc:chgData name="Owais Ahmed" userId="6abc7d4556b3b071" providerId="LiveId" clId="{88CFE61D-E4E2-459B-8BEE-94DB871EE3F2}" dt="2023-11-23T06:27:44.264" v="13" actId="47"/>
        <pc:sldMkLst>
          <pc:docMk/>
          <pc:sldMk cId="3832610947" sldId="2578"/>
        </pc:sldMkLst>
      </pc:sldChg>
      <pc:sldChg chg="del">
        <pc:chgData name="Owais Ahmed" userId="6abc7d4556b3b071" providerId="LiveId" clId="{88CFE61D-E4E2-459B-8BEE-94DB871EE3F2}" dt="2023-11-23T09:07:20.988" v="3455" actId="47"/>
        <pc:sldMkLst>
          <pc:docMk/>
          <pc:sldMk cId="106295208" sldId="2579"/>
        </pc:sldMkLst>
      </pc:sldChg>
      <pc:sldChg chg="modSp">
        <pc:chgData name="Owais Ahmed" userId="6abc7d4556b3b071" providerId="LiveId" clId="{88CFE61D-E4E2-459B-8BEE-94DB871EE3F2}" dt="2023-11-23T06:27:56.632" v="14" actId="115"/>
        <pc:sldMkLst>
          <pc:docMk/>
          <pc:sldMk cId="2723791907" sldId="2580"/>
        </pc:sldMkLst>
        <pc:spChg chg="mod">
          <ac:chgData name="Owais Ahmed" userId="6abc7d4556b3b071" providerId="LiveId" clId="{88CFE61D-E4E2-459B-8BEE-94DB871EE3F2}" dt="2023-11-23T06:27:56.632" v="14" actId="115"/>
          <ac:spMkLst>
            <pc:docMk/>
            <pc:sldMk cId="2723791907" sldId="2580"/>
            <ac:spMk id="3" creationId="{4A1C0383-58FE-E486-295E-B33B8683B938}"/>
          </ac:spMkLst>
        </pc:spChg>
      </pc:sldChg>
      <pc:sldChg chg="addSp delSp modSp mod addAnim delAnim modAnim">
        <pc:chgData name="Owais Ahmed" userId="6abc7d4556b3b071" providerId="LiveId" clId="{88CFE61D-E4E2-459B-8BEE-94DB871EE3F2}" dt="2023-11-23T09:08:27.381" v="3481" actId="313"/>
        <pc:sldMkLst>
          <pc:docMk/>
          <pc:sldMk cId="386739838" sldId="2582"/>
        </pc:sldMkLst>
        <pc:spChg chg="add mod">
          <ac:chgData name="Owais Ahmed" userId="6abc7d4556b3b071" providerId="LiveId" clId="{88CFE61D-E4E2-459B-8BEE-94DB871EE3F2}" dt="2023-11-23T09:07:59.421" v="3462" actId="27636"/>
          <ac:spMkLst>
            <pc:docMk/>
            <pc:sldMk cId="386739838" sldId="2582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9:08:27.381" v="3481" actId="313"/>
          <ac:spMkLst>
            <pc:docMk/>
            <pc:sldMk cId="386739838" sldId="2582"/>
            <ac:spMk id="215" creationId="{00000000-0000-0000-0000-000000000000}"/>
          </ac:spMkLst>
        </pc:spChg>
        <pc:graphicFrameChg chg="mod modGraphic">
          <ac:chgData name="Owais Ahmed" userId="6abc7d4556b3b071" providerId="LiveId" clId="{88CFE61D-E4E2-459B-8BEE-94DB871EE3F2}" dt="2023-11-23T09:07:56.615" v="3460" actId="1076"/>
          <ac:graphicFrameMkLst>
            <pc:docMk/>
            <pc:sldMk cId="386739838" sldId="2582"/>
            <ac:graphicFrameMk id="3" creationId="{CB0773A7-9864-4F79-3A7F-29C656B6C8CF}"/>
          </ac:graphicFrameMkLst>
        </pc:graphicFrameChg>
        <pc:graphicFrameChg chg="add del mod">
          <ac:chgData name="Owais Ahmed" userId="6abc7d4556b3b071" providerId="LiveId" clId="{88CFE61D-E4E2-459B-8BEE-94DB871EE3F2}" dt="2023-11-23T07:15:56.160" v="26" actId="478"/>
          <ac:graphicFrameMkLst>
            <pc:docMk/>
            <pc:sldMk cId="386739838" sldId="2582"/>
            <ac:graphicFrameMk id="4" creationId="{25FA11BA-519C-B8E9-CDB3-AA9CD3B98FEF}"/>
          </ac:graphicFrameMkLst>
        </pc:graphicFrameChg>
      </pc:sldChg>
      <pc:sldChg chg="addSp modSp add mod modAnim">
        <pc:chgData name="Owais Ahmed" userId="6abc7d4556b3b071" providerId="LiveId" clId="{88CFE61D-E4E2-459B-8BEE-94DB871EE3F2}" dt="2023-11-23T09:09:04.715" v="3511"/>
        <pc:sldMkLst>
          <pc:docMk/>
          <pc:sldMk cId="778272762" sldId="2583"/>
        </pc:sldMkLst>
        <pc:spChg chg="mod">
          <ac:chgData name="Owais Ahmed" userId="6abc7d4556b3b071" providerId="LiveId" clId="{88CFE61D-E4E2-459B-8BEE-94DB871EE3F2}" dt="2023-11-23T07:44:43.056" v="810" actId="20577"/>
          <ac:spMkLst>
            <pc:docMk/>
            <pc:sldMk cId="778272762" sldId="2583"/>
            <ac:spMk id="5" creationId="{F10548F9-CCC7-0FF6-9D1A-1DF5E4189457}"/>
          </ac:spMkLst>
        </pc:spChg>
        <pc:spChg chg="add mod">
          <ac:chgData name="Owais Ahmed" userId="6abc7d4556b3b071" providerId="LiveId" clId="{88CFE61D-E4E2-459B-8BEE-94DB871EE3F2}" dt="2023-11-23T08:28:54.930" v="2306" actId="20577"/>
          <ac:spMkLst>
            <pc:docMk/>
            <pc:sldMk cId="778272762" sldId="2583"/>
            <ac:spMk id="6" creationId="{F2BEE15B-9D89-058B-BFA6-2FC4D2B50B64}"/>
          </ac:spMkLst>
        </pc:spChg>
        <pc:spChg chg="mod">
          <ac:chgData name="Owais Ahmed" userId="6abc7d4556b3b071" providerId="LiveId" clId="{88CFE61D-E4E2-459B-8BEE-94DB871EE3F2}" dt="2023-11-23T08:09:13.250" v="1772"/>
          <ac:spMkLst>
            <pc:docMk/>
            <pc:sldMk cId="778272762" sldId="2583"/>
            <ac:spMk id="215" creationId="{00000000-0000-0000-0000-000000000000}"/>
          </ac:spMkLst>
        </pc:spChg>
        <pc:graphicFrameChg chg="mod">
          <ac:chgData name="Owais Ahmed" userId="6abc7d4556b3b071" providerId="LiveId" clId="{88CFE61D-E4E2-459B-8BEE-94DB871EE3F2}" dt="2023-11-23T07:41:39.780" v="666" actId="1076"/>
          <ac:graphicFrameMkLst>
            <pc:docMk/>
            <pc:sldMk cId="778272762" sldId="2583"/>
            <ac:graphicFrameMk id="3" creationId="{CB0773A7-9864-4F79-3A7F-29C656B6C8CF}"/>
          </ac:graphicFrameMkLst>
        </pc:graphicFrameChg>
        <pc:graphicFrameChg chg="add mod modGraphic">
          <ac:chgData name="Owais Ahmed" userId="6abc7d4556b3b071" providerId="LiveId" clId="{88CFE61D-E4E2-459B-8BEE-94DB871EE3F2}" dt="2023-11-23T07:45:23.731" v="823" actId="20577"/>
          <ac:graphicFrameMkLst>
            <pc:docMk/>
            <pc:sldMk cId="778272762" sldId="2583"/>
            <ac:graphicFrameMk id="4" creationId="{F9B9249F-0724-22E3-FC0A-BB378333F0E2}"/>
          </ac:graphicFrameMkLst>
        </pc:graphicFrameChg>
      </pc:sldChg>
      <pc:sldChg chg="addSp delSp modSp add del mod delAnim modAnim">
        <pc:chgData name="Owais Ahmed" userId="6abc7d4556b3b071" providerId="LiveId" clId="{88CFE61D-E4E2-459B-8BEE-94DB871EE3F2}" dt="2023-11-23T09:09:36.240" v="3512"/>
        <pc:sldMkLst>
          <pc:docMk/>
          <pc:sldMk cId="3945825482" sldId="2584"/>
        </pc:sldMkLst>
        <pc:spChg chg="mod">
          <ac:chgData name="Owais Ahmed" userId="6abc7d4556b3b071" providerId="LiveId" clId="{88CFE61D-E4E2-459B-8BEE-94DB871EE3F2}" dt="2023-11-23T07:45:58.082" v="836" actId="20577"/>
          <ac:spMkLst>
            <pc:docMk/>
            <pc:sldMk cId="3945825482" sldId="2584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7:48:19.382" v="996" actId="20577"/>
          <ac:spMkLst>
            <pc:docMk/>
            <pc:sldMk cId="3945825482" sldId="2584"/>
            <ac:spMk id="6" creationId="{F2BEE15B-9D89-058B-BFA6-2FC4D2B50B64}"/>
          </ac:spMkLst>
        </pc:spChg>
        <pc:spChg chg="mod">
          <ac:chgData name="Owais Ahmed" userId="6abc7d4556b3b071" providerId="LiveId" clId="{88CFE61D-E4E2-459B-8BEE-94DB871EE3F2}" dt="2023-11-23T08:09:15.962" v="1773"/>
          <ac:spMkLst>
            <pc:docMk/>
            <pc:sldMk cId="3945825482" sldId="2584"/>
            <ac:spMk id="215" creationId="{00000000-0000-0000-0000-000000000000}"/>
          </ac:spMkLst>
        </pc:spChg>
        <pc:graphicFrameChg chg="del">
          <ac:chgData name="Owais Ahmed" userId="6abc7d4556b3b071" providerId="LiveId" clId="{88CFE61D-E4E2-459B-8BEE-94DB871EE3F2}" dt="2023-11-23T07:43:51.477" v="794" actId="478"/>
          <ac:graphicFrameMkLst>
            <pc:docMk/>
            <pc:sldMk cId="3945825482" sldId="2584"/>
            <ac:graphicFrameMk id="3" creationId="{CB0773A7-9864-4F79-3A7F-29C656B6C8CF}"/>
          </ac:graphicFrameMkLst>
        </pc:graphicFrameChg>
        <pc:graphicFrameChg chg="del">
          <ac:chgData name="Owais Ahmed" userId="6abc7d4556b3b071" providerId="LiveId" clId="{88CFE61D-E4E2-459B-8BEE-94DB871EE3F2}" dt="2023-11-23T07:45:46.761" v="827" actId="478"/>
          <ac:graphicFrameMkLst>
            <pc:docMk/>
            <pc:sldMk cId="3945825482" sldId="2584"/>
            <ac:graphicFrameMk id="4" creationId="{F9B9249F-0724-22E3-FC0A-BB378333F0E2}"/>
          </ac:graphicFrameMkLst>
        </pc:graphicFrameChg>
        <pc:graphicFrameChg chg="add del mod">
          <ac:chgData name="Owais Ahmed" userId="6abc7d4556b3b071" providerId="LiveId" clId="{88CFE61D-E4E2-459B-8BEE-94DB871EE3F2}" dt="2023-11-23T07:45:40.269" v="824" actId="478"/>
          <ac:graphicFrameMkLst>
            <pc:docMk/>
            <pc:sldMk cId="3945825482" sldId="2584"/>
            <ac:graphicFrameMk id="7" creationId="{315664B0-6C93-2880-4D6C-5F196E6057F6}"/>
          </ac:graphicFrameMkLst>
        </pc:graphicFrameChg>
        <pc:graphicFrameChg chg="add mod">
          <ac:chgData name="Owais Ahmed" userId="6abc7d4556b3b071" providerId="LiveId" clId="{88CFE61D-E4E2-459B-8BEE-94DB871EE3F2}" dt="2023-11-23T07:45:49.740" v="829" actId="6549"/>
          <ac:graphicFrameMkLst>
            <pc:docMk/>
            <pc:sldMk cId="3945825482" sldId="2584"/>
            <ac:graphicFrameMk id="8" creationId="{E276FEB1-0ADD-902E-C65E-0191AE1B814E}"/>
          </ac:graphicFrameMkLst>
        </pc:graphicFrameChg>
        <pc:graphicFrameChg chg="add mod modGraphic">
          <ac:chgData name="Owais Ahmed" userId="6abc7d4556b3b071" providerId="LiveId" clId="{88CFE61D-E4E2-459B-8BEE-94DB871EE3F2}" dt="2023-11-23T07:48:06.061" v="979" actId="1076"/>
          <ac:graphicFrameMkLst>
            <pc:docMk/>
            <pc:sldMk cId="3945825482" sldId="2584"/>
            <ac:graphicFrameMk id="9" creationId="{F0626004-34C7-4619-7AE3-54A57E52197E}"/>
          </ac:graphicFrameMkLst>
        </pc:graphicFrameChg>
      </pc:sldChg>
      <pc:sldChg chg="addSp delSp modSp add mod delAnim modAnim">
        <pc:chgData name="Owais Ahmed" userId="6abc7d4556b3b071" providerId="LiveId" clId="{88CFE61D-E4E2-459B-8BEE-94DB871EE3F2}" dt="2023-11-23T08:09:18.850" v="1774"/>
        <pc:sldMkLst>
          <pc:docMk/>
          <pc:sldMk cId="2833065472" sldId="2585"/>
        </pc:sldMkLst>
        <pc:spChg chg="mod">
          <ac:chgData name="Owais Ahmed" userId="6abc7d4556b3b071" providerId="LiveId" clId="{88CFE61D-E4E2-459B-8BEE-94DB871EE3F2}" dt="2023-11-23T07:54:27.054" v="1441" actId="20577"/>
          <ac:spMkLst>
            <pc:docMk/>
            <pc:sldMk cId="2833065472" sldId="2585"/>
            <ac:spMk id="5" creationId="{F10548F9-CCC7-0FF6-9D1A-1DF5E4189457}"/>
          </ac:spMkLst>
        </pc:spChg>
        <pc:spChg chg="del">
          <ac:chgData name="Owais Ahmed" userId="6abc7d4556b3b071" providerId="LiveId" clId="{88CFE61D-E4E2-459B-8BEE-94DB871EE3F2}" dt="2023-11-23T07:50:26.780" v="1147" actId="478"/>
          <ac:spMkLst>
            <pc:docMk/>
            <pc:sldMk cId="2833065472" sldId="2585"/>
            <ac:spMk id="6" creationId="{F2BEE15B-9D89-058B-BFA6-2FC4D2B50B64}"/>
          </ac:spMkLst>
        </pc:spChg>
        <pc:spChg chg="mod">
          <ac:chgData name="Owais Ahmed" userId="6abc7d4556b3b071" providerId="LiveId" clId="{88CFE61D-E4E2-459B-8BEE-94DB871EE3F2}" dt="2023-11-23T08:09:18.850" v="1774"/>
          <ac:spMkLst>
            <pc:docMk/>
            <pc:sldMk cId="2833065472" sldId="258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8CFE61D-E4E2-459B-8BEE-94DB871EE3F2}" dt="2023-11-23T08:02:07.730" v="1600" actId="6549"/>
          <ac:graphicFrameMkLst>
            <pc:docMk/>
            <pc:sldMk cId="2833065472" sldId="2585"/>
            <ac:graphicFrameMk id="3" creationId="{6E9C430A-0B67-FA8B-631F-E2E5EF167681}"/>
          </ac:graphicFrameMkLst>
        </pc:graphicFrameChg>
        <pc:graphicFrameChg chg="add mod modGraphic">
          <ac:chgData name="Owais Ahmed" userId="6abc7d4556b3b071" providerId="LiveId" clId="{88CFE61D-E4E2-459B-8BEE-94DB871EE3F2}" dt="2023-11-23T07:53:51.698" v="1421" actId="113"/>
          <ac:graphicFrameMkLst>
            <pc:docMk/>
            <pc:sldMk cId="2833065472" sldId="2585"/>
            <ac:graphicFrameMk id="4" creationId="{9C046CED-3D4A-9580-E761-B0334956E841}"/>
          </ac:graphicFrameMkLst>
        </pc:graphicFrameChg>
        <pc:graphicFrameChg chg="del">
          <ac:chgData name="Owais Ahmed" userId="6abc7d4556b3b071" providerId="LiveId" clId="{88CFE61D-E4E2-459B-8BEE-94DB871EE3F2}" dt="2023-11-23T07:48:37.349" v="998" actId="478"/>
          <ac:graphicFrameMkLst>
            <pc:docMk/>
            <pc:sldMk cId="2833065472" sldId="2585"/>
            <ac:graphicFrameMk id="8" creationId="{E276FEB1-0ADD-902E-C65E-0191AE1B814E}"/>
          </ac:graphicFrameMkLst>
        </pc:graphicFrameChg>
        <pc:graphicFrameChg chg="del">
          <ac:chgData name="Owais Ahmed" userId="6abc7d4556b3b071" providerId="LiveId" clId="{88CFE61D-E4E2-459B-8BEE-94DB871EE3F2}" dt="2023-11-23T07:48:39.146" v="999" actId="21"/>
          <ac:graphicFrameMkLst>
            <pc:docMk/>
            <pc:sldMk cId="2833065472" sldId="2585"/>
            <ac:graphicFrameMk id="9" creationId="{F0626004-34C7-4619-7AE3-54A57E52197E}"/>
          </ac:graphicFrameMkLst>
        </pc:graphicFrameChg>
      </pc:sldChg>
      <pc:sldChg chg="addSp delSp modSp add mod ord delAnim modAnim">
        <pc:chgData name="Owais Ahmed" userId="6abc7d4556b3b071" providerId="LiveId" clId="{88CFE61D-E4E2-459B-8BEE-94DB871EE3F2}" dt="2023-11-23T09:09:55.133" v="3513"/>
        <pc:sldMkLst>
          <pc:docMk/>
          <pc:sldMk cId="2769376114" sldId="2586"/>
        </pc:sldMkLst>
        <pc:spChg chg="mod">
          <ac:chgData name="Owais Ahmed" userId="6abc7d4556b3b071" providerId="LiveId" clId="{88CFE61D-E4E2-459B-8BEE-94DB871EE3F2}" dt="2023-11-23T07:55:20.388" v="1454" actId="20577"/>
          <ac:spMkLst>
            <pc:docMk/>
            <pc:sldMk cId="2769376114" sldId="2586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8:29:50.450" v="2342" actId="20577"/>
          <ac:spMkLst>
            <pc:docMk/>
            <pc:sldMk cId="2769376114" sldId="2586"/>
            <ac:spMk id="6" creationId="{F2BEE15B-9D89-058B-BFA6-2FC4D2B50B64}"/>
          </ac:spMkLst>
        </pc:spChg>
        <pc:spChg chg="mod">
          <ac:chgData name="Owais Ahmed" userId="6abc7d4556b3b071" providerId="LiveId" clId="{88CFE61D-E4E2-459B-8BEE-94DB871EE3F2}" dt="2023-11-23T08:09:21.151" v="1775"/>
          <ac:spMkLst>
            <pc:docMk/>
            <pc:sldMk cId="2769376114" sldId="2586"/>
            <ac:spMk id="215" creationId="{00000000-0000-0000-0000-000000000000}"/>
          </ac:spMkLst>
        </pc:spChg>
        <pc:graphicFrameChg chg="add mod">
          <ac:chgData name="Owais Ahmed" userId="6abc7d4556b3b071" providerId="LiveId" clId="{88CFE61D-E4E2-459B-8BEE-94DB871EE3F2}" dt="2023-11-23T08:02:19.824" v="1602" actId="6549"/>
          <ac:graphicFrameMkLst>
            <pc:docMk/>
            <pc:sldMk cId="2769376114" sldId="2586"/>
            <ac:graphicFrameMk id="3" creationId="{F7390C5E-0672-FCC6-D0F6-5FD437E389C6}"/>
          </ac:graphicFrameMkLst>
        </pc:graphicFrameChg>
        <pc:graphicFrameChg chg="add mod modGraphic">
          <ac:chgData name="Owais Ahmed" userId="6abc7d4556b3b071" providerId="LiveId" clId="{88CFE61D-E4E2-459B-8BEE-94DB871EE3F2}" dt="2023-11-23T08:02:30.722" v="1609"/>
          <ac:graphicFrameMkLst>
            <pc:docMk/>
            <pc:sldMk cId="2769376114" sldId="2586"/>
            <ac:graphicFrameMk id="4" creationId="{C6345A4F-214B-BA9D-432B-5DB3E728BC7A}"/>
          </ac:graphicFrameMkLst>
        </pc:graphicFrameChg>
        <pc:graphicFrameChg chg="del">
          <ac:chgData name="Owais Ahmed" userId="6abc7d4556b3b071" providerId="LiveId" clId="{88CFE61D-E4E2-459B-8BEE-94DB871EE3F2}" dt="2023-11-23T07:55:27.642" v="1455" actId="478"/>
          <ac:graphicFrameMkLst>
            <pc:docMk/>
            <pc:sldMk cId="2769376114" sldId="2586"/>
            <ac:graphicFrameMk id="8" creationId="{E276FEB1-0ADD-902E-C65E-0191AE1B814E}"/>
          </ac:graphicFrameMkLst>
        </pc:graphicFrameChg>
        <pc:graphicFrameChg chg="del">
          <ac:chgData name="Owais Ahmed" userId="6abc7d4556b3b071" providerId="LiveId" clId="{88CFE61D-E4E2-459B-8BEE-94DB871EE3F2}" dt="2023-11-23T07:55:06.268" v="1445" actId="478"/>
          <ac:graphicFrameMkLst>
            <pc:docMk/>
            <pc:sldMk cId="2769376114" sldId="2586"/>
            <ac:graphicFrameMk id="9" creationId="{F0626004-34C7-4619-7AE3-54A57E52197E}"/>
          </ac:graphicFrameMkLst>
        </pc:graphicFrameChg>
      </pc:sldChg>
      <pc:sldChg chg="addSp delSp modSp add mod addAnim delAnim modAnim">
        <pc:chgData name="Owais Ahmed" userId="6abc7d4556b3b071" providerId="LiveId" clId="{88CFE61D-E4E2-459B-8BEE-94DB871EE3F2}" dt="2023-11-23T08:09:23.402" v="1776"/>
        <pc:sldMkLst>
          <pc:docMk/>
          <pc:sldMk cId="2638330689" sldId="2587"/>
        </pc:sldMkLst>
        <pc:spChg chg="mod">
          <ac:chgData name="Owais Ahmed" userId="6abc7d4556b3b071" providerId="LiveId" clId="{88CFE61D-E4E2-459B-8BEE-94DB871EE3F2}" dt="2023-11-23T08:01:11.374" v="1585" actId="20577"/>
          <ac:spMkLst>
            <pc:docMk/>
            <pc:sldMk cId="2638330689" sldId="2587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8:01:36.729" v="1592" actId="20577"/>
          <ac:spMkLst>
            <pc:docMk/>
            <pc:sldMk cId="2638330689" sldId="2587"/>
            <ac:spMk id="6" creationId="{F2BEE15B-9D89-058B-BFA6-2FC4D2B50B64}"/>
          </ac:spMkLst>
        </pc:spChg>
        <pc:spChg chg="mod">
          <ac:chgData name="Owais Ahmed" userId="6abc7d4556b3b071" providerId="LiveId" clId="{88CFE61D-E4E2-459B-8BEE-94DB871EE3F2}" dt="2023-11-23T08:09:23.402" v="1776"/>
          <ac:spMkLst>
            <pc:docMk/>
            <pc:sldMk cId="2638330689" sldId="2587"/>
            <ac:spMk id="215" creationId="{00000000-0000-0000-0000-000000000000}"/>
          </ac:spMkLst>
        </pc:spChg>
        <pc:graphicFrameChg chg="del">
          <ac:chgData name="Owais Ahmed" userId="6abc7d4556b3b071" providerId="LiveId" clId="{88CFE61D-E4E2-459B-8BEE-94DB871EE3F2}" dt="2023-11-23T08:00:34.132" v="1545" actId="478"/>
          <ac:graphicFrameMkLst>
            <pc:docMk/>
            <pc:sldMk cId="2638330689" sldId="2587"/>
            <ac:graphicFrameMk id="3" creationId="{F7390C5E-0672-FCC6-D0F6-5FD437E389C6}"/>
          </ac:graphicFrameMkLst>
        </pc:graphicFrameChg>
        <pc:graphicFrameChg chg="add del mod">
          <ac:chgData name="Owais Ahmed" userId="6abc7d4556b3b071" providerId="LiveId" clId="{88CFE61D-E4E2-459B-8BEE-94DB871EE3F2}" dt="2023-11-23T08:00:43.665" v="1548" actId="1076"/>
          <ac:graphicFrameMkLst>
            <pc:docMk/>
            <pc:sldMk cId="2638330689" sldId="2587"/>
            <ac:graphicFrameMk id="4" creationId="{C6345A4F-214B-BA9D-432B-5DB3E728BC7A}"/>
          </ac:graphicFrameMkLst>
        </pc:graphicFrameChg>
        <pc:graphicFrameChg chg="add mod modGraphic">
          <ac:chgData name="Owais Ahmed" userId="6abc7d4556b3b071" providerId="LiveId" clId="{88CFE61D-E4E2-459B-8BEE-94DB871EE3F2}" dt="2023-11-23T08:03:10.841" v="1613" actId="207"/>
          <ac:graphicFrameMkLst>
            <pc:docMk/>
            <pc:sldMk cId="2638330689" sldId="2587"/>
            <ac:graphicFrameMk id="7" creationId="{E0540A20-EC72-0C27-E9A5-BCF69AFEEDBE}"/>
          </ac:graphicFrameMkLst>
        </pc:graphicFrameChg>
      </pc:sldChg>
      <pc:sldChg chg="addSp delSp modSp add mod ord addAnim delAnim modAnim">
        <pc:chgData name="Owais Ahmed" userId="6abc7d4556b3b071" providerId="LiveId" clId="{88CFE61D-E4E2-459B-8BEE-94DB871EE3F2}" dt="2023-11-23T09:11:40.919" v="3514"/>
        <pc:sldMkLst>
          <pc:docMk/>
          <pc:sldMk cId="1225950896" sldId="2588"/>
        </pc:sldMkLst>
        <pc:spChg chg="mod">
          <ac:chgData name="Owais Ahmed" userId="6abc7d4556b3b071" providerId="LiveId" clId="{88CFE61D-E4E2-459B-8BEE-94DB871EE3F2}" dt="2023-11-23T08:30:24.430" v="2353" actId="20577"/>
          <ac:spMkLst>
            <pc:docMk/>
            <pc:sldMk cId="1225950896" sldId="2588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8:09:27.339" v="1777"/>
          <ac:spMkLst>
            <pc:docMk/>
            <pc:sldMk cId="1225950896" sldId="2588"/>
            <ac:spMk id="215" creationId="{00000000-0000-0000-0000-000000000000}"/>
          </ac:spMkLst>
        </pc:spChg>
        <pc:graphicFrameChg chg="del">
          <ac:chgData name="Owais Ahmed" userId="6abc7d4556b3b071" providerId="LiveId" clId="{88CFE61D-E4E2-459B-8BEE-94DB871EE3F2}" dt="2023-11-23T08:05:51.285" v="1618" actId="478"/>
          <ac:graphicFrameMkLst>
            <pc:docMk/>
            <pc:sldMk cId="1225950896" sldId="2588"/>
            <ac:graphicFrameMk id="3" creationId="{6E9C430A-0B67-FA8B-631F-E2E5EF167681}"/>
          </ac:graphicFrameMkLst>
        </pc:graphicFrameChg>
        <pc:graphicFrameChg chg="add del mod">
          <ac:chgData name="Owais Ahmed" userId="6abc7d4556b3b071" providerId="LiveId" clId="{88CFE61D-E4E2-459B-8BEE-94DB871EE3F2}" dt="2023-11-23T08:10:56.654" v="1791" actId="478"/>
          <ac:graphicFrameMkLst>
            <pc:docMk/>
            <pc:sldMk cId="1225950896" sldId="2588"/>
            <ac:graphicFrameMk id="3" creationId="{76F539F0-FA58-FDBA-DDC9-5168816DF35E}"/>
          </ac:graphicFrameMkLst>
        </pc:graphicFrameChg>
        <pc:graphicFrameChg chg="del">
          <ac:chgData name="Owais Ahmed" userId="6abc7d4556b3b071" providerId="LiveId" clId="{88CFE61D-E4E2-459B-8BEE-94DB871EE3F2}" dt="2023-11-23T08:05:48.634" v="1617" actId="478"/>
          <ac:graphicFrameMkLst>
            <pc:docMk/>
            <pc:sldMk cId="1225950896" sldId="2588"/>
            <ac:graphicFrameMk id="4" creationId="{9C046CED-3D4A-9580-E761-B0334956E841}"/>
          </ac:graphicFrameMkLst>
        </pc:graphicFrameChg>
        <pc:graphicFrameChg chg="add del mod modGraphic">
          <ac:chgData name="Owais Ahmed" userId="6abc7d4556b3b071" providerId="LiveId" clId="{88CFE61D-E4E2-459B-8BEE-94DB871EE3F2}" dt="2023-11-23T08:13:10.742" v="1812" actId="478"/>
          <ac:graphicFrameMkLst>
            <pc:docMk/>
            <pc:sldMk cId="1225950896" sldId="2588"/>
            <ac:graphicFrameMk id="4" creationId="{C2974785-C9CC-6D1A-4ADC-4544E6F63DAC}"/>
          </ac:graphicFrameMkLst>
        </pc:graphicFrameChg>
        <pc:graphicFrameChg chg="add mod modGraphic">
          <ac:chgData name="Owais Ahmed" userId="6abc7d4556b3b071" providerId="LiveId" clId="{88CFE61D-E4E2-459B-8BEE-94DB871EE3F2}" dt="2023-11-23T08:15:09.664" v="1921" actId="1076"/>
          <ac:graphicFrameMkLst>
            <pc:docMk/>
            <pc:sldMk cId="1225950896" sldId="2588"/>
            <ac:graphicFrameMk id="6" creationId="{3CFA18B6-2759-5097-F63C-1004C82B4475}"/>
          </ac:graphicFrameMkLst>
        </pc:graphicFrameChg>
        <pc:graphicFrameChg chg="add del mod modGraphic">
          <ac:chgData name="Owais Ahmed" userId="6abc7d4556b3b071" providerId="LiveId" clId="{88CFE61D-E4E2-459B-8BEE-94DB871EE3F2}" dt="2023-11-23T08:13:14.633" v="1815" actId="478"/>
          <ac:graphicFrameMkLst>
            <pc:docMk/>
            <pc:sldMk cId="1225950896" sldId="2588"/>
            <ac:graphicFrameMk id="7" creationId="{9D7A71A9-ADDF-6A6D-4DE9-829EE27A883B}"/>
          </ac:graphicFrameMkLst>
        </pc:graphicFrameChg>
        <pc:graphicFrameChg chg="add del mod">
          <ac:chgData name="Owais Ahmed" userId="6abc7d4556b3b071" providerId="LiveId" clId="{88CFE61D-E4E2-459B-8BEE-94DB871EE3F2}" dt="2023-11-23T08:13:13.731" v="1814" actId="478"/>
          <ac:graphicFrameMkLst>
            <pc:docMk/>
            <pc:sldMk cId="1225950896" sldId="2588"/>
            <ac:graphicFrameMk id="8" creationId="{C7532A4D-1748-AFA6-4AC7-E0E6ED8451A3}"/>
          </ac:graphicFrameMkLst>
        </pc:graphicFrameChg>
        <pc:graphicFrameChg chg="add mod">
          <ac:chgData name="Owais Ahmed" userId="6abc7d4556b3b071" providerId="LiveId" clId="{88CFE61D-E4E2-459B-8BEE-94DB871EE3F2}" dt="2023-11-23T08:15:14.078" v="1923" actId="20577"/>
          <ac:graphicFrameMkLst>
            <pc:docMk/>
            <pc:sldMk cId="1225950896" sldId="2588"/>
            <ac:graphicFrameMk id="9" creationId="{B9FF941B-F887-2249-7317-41AA8C43FFEA}"/>
          </ac:graphicFrameMkLst>
        </pc:graphicFrameChg>
      </pc:sldChg>
      <pc:sldChg chg="modSp add mod modAnim">
        <pc:chgData name="Owais Ahmed" userId="6abc7d4556b3b071" providerId="LiveId" clId="{88CFE61D-E4E2-459B-8BEE-94DB871EE3F2}" dt="2023-11-23T09:11:52.767" v="3516"/>
        <pc:sldMkLst>
          <pc:docMk/>
          <pc:sldMk cId="1189442637" sldId="2589"/>
        </pc:sldMkLst>
        <pc:spChg chg="mod">
          <ac:chgData name="Owais Ahmed" userId="6abc7d4556b3b071" providerId="LiveId" clId="{88CFE61D-E4E2-459B-8BEE-94DB871EE3F2}" dt="2023-11-23T08:19:22.014" v="2122" actId="20577"/>
          <ac:spMkLst>
            <pc:docMk/>
            <pc:sldMk cId="1189442637" sldId="2589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8:15:28.466" v="1928" actId="5793"/>
          <ac:spMkLst>
            <pc:docMk/>
            <pc:sldMk cId="1189442637" sldId="2589"/>
            <ac:spMk id="215" creationId="{00000000-0000-0000-0000-000000000000}"/>
          </ac:spMkLst>
        </pc:spChg>
        <pc:graphicFrameChg chg="mod modGraphic">
          <ac:chgData name="Owais Ahmed" userId="6abc7d4556b3b071" providerId="LiveId" clId="{88CFE61D-E4E2-459B-8BEE-94DB871EE3F2}" dt="2023-11-23T08:18:40.752" v="2029" actId="207"/>
          <ac:graphicFrameMkLst>
            <pc:docMk/>
            <pc:sldMk cId="1189442637" sldId="2589"/>
            <ac:graphicFrameMk id="4" creationId="{C2974785-C9CC-6D1A-4ADC-4544E6F63DAC}"/>
          </ac:graphicFrameMkLst>
        </pc:graphicFrameChg>
        <pc:graphicFrameChg chg="mod modGraphic">
          <ac:chgData name="Owais Ahmed" userId="6abc7d4556b3b071" providerId="LiveId" clId="{88CFE61D-E4E2-459B-8BEE-94DB871EE3F2}" dt="2023-11-23T08:17:13.677" v="2015" actId="2165"/>
          <ac:graphicFrameMkLst>
            <pc:docMk/>
            <pc:sldMk cId="1189442637" sldId="2589"/>
            <ac:graphicFrameMk id="6" creationId="{3CFA18B6-2759-5097-F63C-1004C82B4475}"/>
          </ac:graphicFrameMkLst>
        </pc:graphicFrameChg>
        <pc:graphicFrameChg chg="mod modGraphic">
          <ac:chgData name="Owais Ahmed" userId="6abc7d4556b3b071" providerId="LiveId" clId="{88CFE61D-E4E2-459B-8BEE-94DB871EE3F2}" dt="2023-11-23T08:18:43.339" v="2030" actId="207"/>
          <ac:graphicFrameMkLst>
            <pc:docMk/>
            <pc:sldMk cId="1189442637" sldId="2589"/>
            <ac:graphicFrameMk id="7" creationId="{9D7A71A9-ADDF-6A6D-4DE9-829EE27A883B}"/>
          </ac:graphicFrameMkLst>
        </pc:graphicFrameChg>
        <pc:graphicFrameChg chg="mod modGraphic">
          <ac:chgData name="Owais Ahmed" userId="6abc7d4556b3b071" providerId="LiveId" clId="{88CFE61D-E4E2-459B-8BEE-94DB871EE3F2}" dt="2023-11-23T08:17:16.936" v="2016" actId="1076"/>
          <ac:graphicFrameMkLst>
            <pc:docMk/>
            <pc:sldMk cId="1189442637" sldId="2589"/>
            <ac:graphicFrameMk id="8" creationId="{C7532A4D-1748-AFA6-4AC7-E0E6ED8451A3}"/>
          </ac:graphicFrameMkLst>
        </pc:graphicFrameChg>
      </pc:sldChg>
      <pc:sldChg chg="addSp delSp modSp add mod addAnim delAnim modAnim">
        <pc:chgData name="Owais Ahmed" userId="6abc7d4556b3b071" providerId="LiveId" clId="{88CFE61D-E4E2-459B-8BEE-94DB871EE3F2}" dt="2023-11-23T09:04:00.357" v="3404" actId="948"/>
        <pc:sldMkLst>
          <pc:docMk/>
          <pc:sldMk cId="1039647049" sldId="2590"/>
        </pc:sldMkLst>
        <pc:spChg chg="add del mod">
          <ac:chgData name="Owais Ahmed" userId="6abc7d4556b3b071" providerId="LiveId" clId="{88CFE61D-E4E2-459B-8BEE-94DB871EE3F2}" dt="2023-11-23T08:34:45.056" v="2400" actId="478"/>
          <ac:spMkLst>
            <pc:docMk/>
            <pc:sldMk cId="1039647049" sldId="2590"/>
            <ac:spMk id="3" creationId="{97046971-CF9E-82C6-B6E6-FBD4A1F1B41B}"/>
          </ac:spMkLst>
        </pc:spChg>
        <pc:spChg chg="mod">
          <ac:chgData name="Owais Ahmed" userId="6abc7d4556b3b071" providerId="LiveId" clId="{88CFE61D-E4E2-459B-8BEE-94DB871EE3F2}" dt="2023-11-23T08:34:59.169" v="2406" actId="14100"/>
          <ac:spMkLst>
            <pc:docMk/>
            <pc:sldMk cId="1039647049" sldId="2590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8:43:05.113" v="2483" actId="20577"/>
          <ac:spMkLst>
            <pc:docMk/>
            <pc:sldMk cId="1039647049" sldId="2590"/>
            <ac:spMk id="215" creationId="{00000000-0000-0000-0000-000000000000}"/>
          </ac:spMkLst>
        </pc:spChg>
        <pc:graphicFrameChg chg="mod">
          <ac:chgData name="Owais Ahmed" userId="6abc7d4556b3b071" providerId="LiveId" clId="{88CFE61D-E4E2-459B-8BEE-94DB871EE3F2}" dt="2023-11-23T08:35:05.545" v="2407" actId="1076"/>
          <ac:graphicFrameMkLst>
            <pc:docMk/>
            <pc:sldMk cId="1039647049" sldId="2590"/>
            <ac:graphicFrameMk id="4" creationId="{C2974785-C9CC-6D1A-4ADC-4544E6F63DAC}"/>
          </ac:graphicFrameMkLst>
        </pc:graphicFrameChg>
        <pc:graphicFrameChg chg="del">
          <ac:chgData name="Owais Ahmed" userId="6abc7d4556b3b071" providerId="LiveId" clId="{88CFE61D-E4E2-459B-8BEE-94DB871EE3F2}" dt="2023-11-23T08:19:48.442" v="2124" actId="478"/>
          <ac:graphicFrameMkLst>
            <pc:docMk/>
            <pc:sldMk cId="1039647049" sldId="2590"/>
            <ac:graphicFrameMk id="6" creationId="{3CFA18B6-2759-5097-F63C-1004C82B4475}"/>
          </ac:graphicFrameMkLst>
        </pc:graphicFrameChg>
        <pc:graphicFrameChg chg="del mod">
          <ac:chgData name="Owais Ahmed" userId="6abc7d4556b3b071" providerId="LiveId" clId="{88CFE61D-E4E2-459B-8BEE-94DB871EE3F2}" dt="2023-11-23T08:34:45.833" v="2401" actId="478"/>
          <ac:graphicFrameMkLst>
            <pc:docMk/>
            <pc:sldMk cId="1039647049" sldId="2590"/>
            <ac:graphicFrameMk id="7" creationId="{9D7A71A9-ADDF-6A6D-4DE9-829EE27A883B}"/>
          </ac:graphicFrameMkLst>
        </pc:graphicFrameChg>
        <pc:graphicFrameChg chg="add del mod modGraphic">
          <ac:chgData name="Owais Ahmed" userId="6abc7d4556b3b071" providerId="LiveId" clId="{88CFE61D-E4E2-459B-8BEE-94DB871EE3F2}" dt="2023-11-23T08:23:36.726" v="2224" actId="478"/>
          <ac:graphicFrameMkLst>
            <pc:docMk/>
            <pc:sldMk cId="1039647049" sldId="2590"/>
            <ac:graphicFrameMk id="8" creationId="{C7532A4D-1748-AFA6-4AC7-E0E6ED8451A3}"/>
          </ac:graphicFrameMkLst>
        </pc:graphicFrameChg>
        <pc:graphicFrameChg chg="add del mod">
          <ac:chgData name="Owais Ahmed" userId="6abc7d4556b3b071" providerId="LiveId" clId="{88CFE61D-E4E2-459B-8BEE-94DB871EE3F2}" dt="2023-11-23T08:23:34.913" v="2223" actId="478"/>
          <ac:graphicFrameMkLst>
            <pc:docMk/>
            <pc:sldMk cId="1039647049" sldId="2590"/>
            <ac:graphicFrameMk id="9" creationId="{7509CD2B-60D5-ADD3-5255-26D7F723E87D}"/>
          </ac:graphicFrameMkLst>
        </pc:graphicFrameChg>
        <pc:graphicFrameChg chg="add mod modGraphic">
          <ac:chgData name="Owais Ahmed" userId="6abc7d4556b3b071" providerId="LiveId" clId="{88CFE61D-E4E2-459B-8BEE-94DB871EE3F2}" dt="2023-11-23T08:35:05.545" v="2407" actId="1076"/>
          <ac:graphicFrameMkLst>
            <pc:docMk/>
            <pc:sldMk cId="1039647049" sldId="2590"/>
            <ac:graphicFrameMk id="10" creationId="{244F7E4D-B186-EBB2-20B2-5C8962E6BE74}"/>
          </ac:graphicFrameMkLst>
        </pc:graphicFrameChg>
        <pc:graphicFrameChg chg="add mod modGraphic">
          <ac:chgData name="Owais Ahmed" userId="6abc7d4556b3b071" providerId="LiveId" clId="{88CFE61D-E4E2-459B-8BEE-94DB871EE3F2}" dt="2023-11-23T08:35:05.545" v="2407" actId="1076"/>
          <ac:graphicFrameMkLst>
            <pc:docMk/>
            <pc:sldMk cId="1039647049" sldId="2590"/>
            <ac:graphicFrameMk id="11" creationId="{8D75AD94-5F76-735B-3BF7-48D7264B86F3}"/>
          </ac:graphicFrameMkLst>
        </pc:graphicFrameChg>
        <pc:graphicFrameChg chg="add del mod modGraphic">
          <ac:chgData name="Owais Ahmed" userId="6abc7d4556b3b071" providerId="LiveId" clId="{88CFE61D-E4E2-459B-8BEE-94DB871EE3F2}" dt="2023-11-23T08:34:38.083" v="2394"/>
          <ac:graphicFrameMkLst>
            <pc:docMk/>
            <pc:sldMk cId="1039647049" sldId="2590"/>
            <ac:graphicFrameMk id="12" creationId="{FE774C9E-FD05-26AA-2D52-B1473CB49E2F}"/>
          </ac:graphicFrameMkLst>
        </pc:graphicFrameChg>
        <pc:graphicFrameChg chg="add mod modGraphic">
          <ac:chgData name="Owais Ahmed" userId="6abc7d4556b3b071" providerId="LiveId" clId="{88CFE61D-E4E2-459B-8BEE-94DB871EE3F2}" dt="2023-11-23T08:35:27.830" v="2415" actId="207"/>
          <ac:graphicFrameMkLst>
            <pc:docMk/>
            <pc:sldMk cId="1039647049" sldId="2590"/>
            <ac:graphicFrameMk id="13" creationId="{46B3E0E3-8F80-AD74-D8F0-03C46B0C7166}"/>
          </ac:graphicFrameMkLst>
        </pc:graphicFrameChg>
        <pc:graphicFrameChg chg="add mod modGraphic">
          <ac:chgData name="Owais Ahmed" userId="6abc7d4556b3b071" providerId="LiveId" clId="{88CFE61D-E4E2-459B-8BEE-94DB871EE3F2}" dt="2023-11-23T08:41:42.841" v="2461" actId="1076"/>
          <ac:graphicFrameMkLst>
            <pc:docMk/>
            <pc:sldMk cId="1039647049" sldId="2590"/>
            <ac:graphicFrameMk id="14" creationId="{281CB57F-DFED-7388-B501-9690A210BE71}"/>
          </ac:graphicFrameMkLst>
        </pc:graphicFrameChg>
        <pc:graphicFrameChg chg="add mod modGraphic">
          <ac:chgData name="Owais Ahmed" userId="6abc7d4556b3b071" providerId="LiveId" clId="{88CFE61D-E4E2-459B-8BEE-94DB871EE3F2}" dt="2023-11-23T09:04:00.357" v="3404" actId="948"/>
          <ac:graphicFrameMkLst>
            <pc:docMk/>
            <pc:sldMk cId="1039647049" sldId="2590"/>
            <ac:graphicFrameMk id="15" creationId="{5C54F532-DFAF-C83D-42FC-E771BF7B12CA}"/>
          </ac:graphicFrameMkLst>
        </pc:graphicFrameChg>
        <pc:graphicFrameChg chg="add mod modGraphic">
          <ac:chgData name="Owais Ahmed" userId="6abc7d4556b3b071" providerId="LiveId" clId="{88CFE61D-E4E2-459B-8BEE-94DB871EE3F2}" dt="2023-11-23T08:41:42.841" v="2461" actId="1076"/>
          <ac:graphicFrameMkLst>
            <pc:docMk/>
            <pc:sldMk cId="1039647049" sldId="2590"/>
            <ac:graphicFrameMk id="16" creationId="{311C1A6E-6B78-AC49-7804-C968832D30CD}"/>
          </ac:graphicFrameMkLst>
        </pc:graphicFrameChg>
        <pc:graphicFrameChg chg="add mod modGraphic">
          <ac:chgData name="Owais Ahmed" userId="6abc7d4556b3b071" providerId="LiveId" clId="{88CFE61D-E4E2-459B-8BEE-94DB871EE3F2}" dt="2023-11-23T08:41:42.841" v="2461" actId="1076"/>
          <ac:graphicFrameMkLst>
            <pc:docMk/>
            <pc:sldMk cId="1039647049" sldId="2590"/>
            <ac:graphicFrameMk id="17" creationId="{FDB64A4C-641B-816F-34F2-D2E98DBCD259}"/>
          </ac:graphicFrameMkLst>
        </pc:graphicFrameChg>
        <pc:graphicFrameChg chg="add mod">
          <ac:chgData name="Owais Ahmed" userId="6abc7d4556b3b071" providerId="LiveId" clId="{88CFE61D-E4E2-459B-8BEE-94DB871EE3F2}" dt="2023-11-23T08:41:36.131" v="2460" actId="571"/>
          <ac:graphicFrameMkLst>
            <pc:docMk/>
            <pc:sldMk cId="1039647049" sldId="2590"/>
            <ac:graphicFrameMk id="18" creationId="{B347AF9C-C0B3-6D84-C08A-BA3C3D4147A3}"/>
          </ac:graphicFrameMkLst>
        </pc:graphicFrameChg>
        <pc:graphicFrameChg chg="add mod">
          <ac:chgData name="Owais Ahmed" userId="6abc7d4556b3b071" providerId="LiveId" clId="{88CFE61D-E4E2-459B-8BEE-94DB871EE3F2}" dt="2023-11-23T08:41:36.131" v="2460" actId="571"/>
          <ac:graphicFrameMkLst>
            <pc:docMk/>
            <pc:sldMk cId="1039647049" sldId="2590"/>
            <ac:graphicFrameMk id="19" creationId="{0B65E3A5-5B72-31B0-F8CF-FD182FFE9681}"/>
          </ac:graphicFrameMkLst>
        </pc:graphicFrameChg>
        <pc:graphicFrameChg chg="add mod">
          <ac:chgData name="Owais Ahmed" userId="6abc7d4556b3b071" providerId="LiveId" clId="{88CFE61D-E4E2-459B-8BEE-94DB871EE3F2}" dt="2023-11-23T08:41:36.131" v="2460" actId="571"/>
          <ac:graphicFrameMkLst>
            <pc:docMk/>
            <pc:sldMk cId="1039647049" sldId="2590"/>
            <ac:graphicFrameMk id="20" creationId="{8058C872-BE30-FEBA-7163-E7B071CAEA06}"/>
          </ac:graphicFrameMkLst>
        </pc:graphicFrameChg>
        <pc:graphicFrameChg chg="add mod">
          <ac:chgData name="Owais Ahmed" userId="6abc7d4556b3b071" providerId="LiveId" clId="{88CFE61D-E4E2-459B-8BEE-94DB871EE3F2}" dt="2023-11-23T08:41:51.706" v="2463" actId="1076"/>
          <ac:graphicFrameMkLst>
            <pc:docMk/>
            <pc:sldMk cId="1039647049" sldId="2590"/>
            <ac:graphicFrameMk id="21" creationId="{B1694251-B67C-60C1-6A66-B6BA41FB2826}"/>
          </ac:graphicFrameMkLst>
        </pc:graphicFrameChg>
      </pc:sldChg>
      <pc:sldChg chg="addSp delSp modSp add mod addAnim delAnim modAnim">
        <pc:chgData name="Owais Ahmed" userId="6abc7d4556b3b071" providerId="LiveId" clId="{88CFE61D-E4E2-459B-8BEE-94DB871EE3F2}" dt="2023-11-23T08:53:34.907" v="2806"/>
        <pc:sldMkLst>
          <pc:docMk/>
          <pc:sldMk cId="1058495179" sldId="2591"/>
        </pc:sldMkLst>
        <pc:spChg chg="del">
          <ac:chgData name="Owais Ahmed" userId="6abc7d4556b3b071" providerId="LiveId" clId="{88CFE61D-E4E2-459B-8BEE-94DB871EE3F2}" dt="2023-11-23T08:43:34.460" v="2505" actId="478"/>
          <ac:spMkLst>
            <pc:docMk/>
            <pc:sldMk cId="1058495179" sldId="2591"/>
            <ac:spMk id="3" creationId="{97046971-CF9E-82C6-B6E6-FBD4A1F1B41B}"/>
          </ac:spMkLst>
        </pc:spChg>
        <pc:spChg chg="mod">
          <ac:chgData name="Owais Ahmed" userId="6abc7d4556b3b071" providerId="LiveId" clId="{88CFE61D-E4E2-459B-8BEE-94DB871EE3F2}" dt="2023-11-23T08:47:50.587" v="2728" actId="20577"/>
          <ac:spMkLst>
            <pc:docMk/>
            <pc:sldMk cId="1058495179" sldId="2591"/>
            <ac:spMk id="5" creationId="{F10548F9-CCC7-0FF6-9D1A-1DF5E4189457}"/>
          </ac:spMkLst>
        </pc:spChg>
        <pc:spChg chg="add del mod">
          <ac:chgData name="Owais Ahmed" userId="6abc7d4556b3b071" providerId="LiveId" clId="{88CFE61D-E4E2-459B-8BEE-94DB871EE3F2}" dt="2023-11-23T08:47:05.083" v="2592"/>
          <ac:spMkLst>
            <pc:docMk/>
            <pc:sldMk cId="1058495179" sldId="2591"/>
            <ac:spMk id="8" creationId="{19994E2E-DA62-ED67-1896-B432B5488934}"/>
          </ac:spMkLst>
        </pc:spChg>
        <pc:spChg chg="add del mod">
          <ac:chgData name="Owais Ahmed" userId="6abc7d4556b3b071" providerId="LiveId" clId="{88CFE61D-E4E2-459B-8BEE-94DB871EE3F2}" dt="2023-11-23T08:53:34.907" v="2806"/>
          <ac:spMkLst>
            <pc:docMk/>
            <pc:sldMk cId="1058495179" sldId="2591"/>
            <ac:spMk id="16" creationId="{E3A4F9FA-9221-D134-19C2-42790DC60C43}"/>
          </ac:spMkLst>
        </pc:spChg>
        <pc:spChg chg="mod">
          <ac:chgData name="Owais Ahmed" userId="6abc7d4556b3b071" providerId="LiveId" clId="{88CFE61D-E4E2-459B-8BEE-94DB871EE3F2}" dt="2023-11-23T08:43:26.182" v="2504" actId="20577"/>
          <ac:spMkLst>
            <pc:docMk/>
            <pc:sldMk cId="1058495179" sldId="2591"/>
            <ac:spMk id="215" creationId="{00000000-0000-0000-0000-000000000000}"/>
          </ac:spMkLst>
        </pc:spChg>
        <pc:graphicFrameChg chg="del">
          <ac:chgData name="Owais Ahmed" userId="6abc7d4556b3b071" providerId="LiveId" clId="{88CFE61D-E4E2-459B-8BEE-94DB871EE3F2}" dt="2023-11-23T08:43:38.462" v="2506" actId="478"/>
          <ac:graphicFrameMkLst>
            <pc:docMk/>
            <pc:sldMk cId="1058495179" sldId="2591"/>
            <ac:graphicFrameMk id="4" creationId="{C2974785-C9CC-6D1A-4ADC-4544E6F63DAC}"/>
          </ac:graphicFrameMkLst>
        </pc:graphicFrameChg>
        <pc:graphicFrameChg chg="add del mod">
          <ac:chgData name="Owais Ahmed" userId="6abc7d4556b3b071" providerId="LiveId" clId="{88CFE61D-E4E2-459B-8BEE-94DB871EE3F2}" dt="2023-11-23T08:47:07.209" v="2595"/>
          <ac:graphicFrameMkLst>
            <pc:docMk/>
            <pc:sldMk cId="1058495179" sldId="2591"/>
            <ac:graphicFrameMk id="6" creationId="{19D72F22-6C4C-6D74-D2E7-3ECC223DA2B8}"/>
          </ac:graphicFrameMkLst>
        </pc:graphicFrameChg>
        <pc:graphicFrameChg chg="add del mod">
          <ac:chgData name="Owais Ahmed" userId="6abc7d4556b3b071" providerId="LiveId" clId="{88CFE61D-E4E2-459B-8BEE-94DB871EE3F2}" dt="2023-11-23T08:47:12.157" v="2596" actId="1076"/>
          <ac:graphicFrameMkLst>
            <pc:docMk/>
            <pc:sldMk cId="1058495179" sldId="2591"/>
            <ac:graphicFrameMk id="7" creationId="{9D7A71A9-ADDF-6A6D-4DE9-829EE27A883B}"/>
          </ac:graphicFrameMkLst>
        </pc:graphicFrameChg>
        <pc:graphicFrameChg chg="add mod modGraphic">
          <ac:chgData name="Owais Ahmed" userId="6abc7d4556b3b071" providerId="LiveId" clId="{88CFE61D-E4E2-459B-8BEE-94DB871EE3F2}" dt="2023-11-23T08:48:29.722" v="2738" actId="207"/>
          <ac:graphicFrameMkLst>
            <pc:docMk/>
            <pc:sldMk cId="1058495179" sldId="2591"/>
            <ac:graphicFrameMk id="9" creationId="{E918F3C2-9D3B-1075-385B-9D8A76EA1BEF}"/>
          </ac:graphicFrameMkLst>
        </pc:graphicFrameChg>
        <pc:graphicFrameChg chg="del">
          <ac:chgData name="Owais Ahmed" userId="6abc7d4556b3b071" providerId="LiveId" clId="{88CFE61D-E4E2-459B-8BEE-94DB871EE3F2}" dt="2023-11-23T08:43:38.462" v="2506" actId="478"/>
          <ac:graphicFrameMkLst>
            <pc:docMk/>
            <pc:sldMk cId="1058495179" sldId="2591"/>
            <ac:graphicFrameMk id="10" creationId="{244F7E4D-B186-EBB2-20B2-5C8962E6BE74}"/>
          </ac:graphicFrameMkLst>
        </pc:graphicFrameChg>
        <pc:graphicFrameChg chg="del">
          <ac:chgData name="Owais Ahmed" userId="6abc7d4556b3b071" providerId="LiveId" clId="{88CFE61D-E4E2-459B-8BEE-94DB871EE3F2}" dt="2023-11-23T08:43:38.462" v="2506" actId="478"/>
          <ac:graphicFrameMkLst>
            <pc:docMk/>
            <pc:sldMk cId="1058495179" sldId="2591"/>
            <ac:graphicFrameMk id="11" creationId="{8D75AD94-5F76-735B-3BF7-48D7264B86F3}"/>
          </ac:graphicFrameMkLst>
        </pc:graphicFrameChg>
        <pc:graphicFrameChg chg="add mod modGraphic">
          <ac:chgData name="Owais Ahmed" userId="6abc7d4556b3b071" providerId="LiveId" clId="{88CFE61D-E4E2-459B-8BEE-94DB871EE3F2}" dt="2023-11-23T08:49:56.015" v="2779"/>
          <ac:graphicFrameMkLst>
            <pc:docMk/>
            <pc:sldMk cId="1058495179" sldId="2591"/>
            <ac:graphicFrameMk id="12" creationId="{838E8E7D-432B-760C-56F8-0090B8724F4E}"/>
          </ac:graphicFrameMkLst>
        </pc:graphicFrameChg>
        <pc:graphicFrameChg chg="add mod modGraphic">
          <ac:chgData name="Owais Ahmed" userId="6abc7d4556b3b071" providerId="LiveId" clId="{88CFE61D-E4E2-459B-8BEE-94DB871EE3F2}" dt="2023-11-23T08:53:08.114" v="2800" actId="400"/>
          <ac:graphicFrameMkLst>
            <pc:docMk/>
            <pc:sldMk cId="1058495179" sldId="2591"/>
            <ac:graphicFrameMk id="13" creationId="{2E9E7803-EA84-0A84-FD73-8A67528CEA99}"/>
          </ac:graphicFrameMkLst>
        </pc:graphicFrameChg>
        <pc:graphicFrameChg chg="add del mod">
          <ac:chgData name="Owais Ahmed" userId="6abc7d4556b3b071" providerId="LiveId" clId="{88CFE61D-E4E2-459B-8BEE-94DB871EE3F2}" dt="2023-11-23T08:51:47.357" v="2794"/>
          <ac:graphicFrameMkLst>
            <pc:docMk/>
            <pc:sldMk cId="1058495179" sldId="2591"/>
            <ac:graphicFrameMk id="14" creationId="{E988E680-232F-EEFF-92F6-A70F08885E7D}"/>
          </ac:graphicFrameMkLst>
        </pc:graphicFrameChg>
        <pc:graphicFrameChg chg="add mod modGraphic">
          <ac:chgData name="Owais Ahmed" userId="6abc7d4556b3b071" providerId="LiveId" clId="{88CFE61D-E4E2-459B-8BEE-94DB871EE3F2}" dt="2023-11-23T08:53:27.129" v="2804" actId="14100"/>
          <ac:graphicFrameMkLst>
            <pc:docMk/>
            <pc:sldMk cId="1058495179" sldId="2591"/>
            <ac:graphicFrameMk id="15" creationId="{D9334B3B-959F-5521-FB4E-FAC9D5DDFBD3}"/>
          </ac:graphicFrameMkLst>
        </pc:graphicFrameChg>
      </pc:sldChg>
      <pc:sldChg chg="addSp delSp modSp add mod delAnim modAnim">
        <pc:chgData name="Owais Ahmed" userId="6abc7d4556b3b071" providerId="LiveId" clId="{88CFE61D-E4E2-459B-8BEE-94DB871EE3F2}" dt="2023-11-23T09:14:26.006" v="3535" actId="1076"/>
        <pc:sldMkLst>
          <pc:docMk/>
          <pc:sldMk cId="2636691172" sldId="2592"/>
        </pc:sldMkLst>
        <pc:spChg chg="mod">
          <ac:chgData name="Owais Ahmed" userId="6abc7d4556b3b071" providerId="LiveId" clId="{88CFE61D-E4E2-459B-8BEE-94DB871EE3F2}" dt="2023-11-23T08:59:30.629" v="3096" actId="20577"/>
          <ac:spMkLst>
            <pc:docMk/>
            <pc:sldMk cId="2636691172" sldId="2592"/>
            <ac:spMk id="5" creationId="{F10548F9-CCC7-0FF6-9D1A-1DF5E4189457}"/>
          </ac:spMkLst>
        </pc:spChg>
        <pc:graphicFrameChg chg="add del mod">
          <ac:chgData name="Owais Ahmed" userId="6abc7d4556b3b071" providerId="LiveId" clId="{88CFE61D-E4E2-459B-8BEE-94DB871EE3F2}" dt="2023-11-23T08:54:13.148" v="2870"/>
          <ac:graphicFrameMkLst>
            <pc:docMk/>
            <pc:sldMk cId="2636691172" sldId="2592"/>
            <ac:graphicFrameMk id="3" creationId="{9F125A77-B556-6881-D9B5-D10B15C0489C}"/>
          </ac:graphicFrameMkLst>
        </pc:graphicFrameChg>
        <pc:graphicFrameChg chg="add del mod modGraphic">
          <ac:chgData name="Owais Ahmed" userId="6abc7d4556b3b071" providerId="LiveId" clId="{88CFE61D-E4E2-459B-8BEE-94DB871EE3F2}" dt="2023-11-23T08:57:11.845" v="2901" actId="478"/>
          <ac:graphicFrameMkLst>
            <pc:docMk/>
            <pc:sldMk cId="2636691172" sldId="2592"/>
            <ac:graphicFrameMk id="4" creationId="{3B3AA9BE-5769-FA93-3FFA-5FF12715CF4B}"/>
          </ac:graphicFrameMkLst>
        </pc:graphicFrameChg>
        <pc:graphicFrameChg chg="add mod">
          <ac:chgData name="Owais Ahmed" userId="6abc7d4556b3b071" providerId="LiveId" clId="{88CFE61D-E4E2-459B-8BEE-94DB871EE3F2}" dt="2023-11-23T08:55:02.382" v="2877" actId="1076"/>
          <ac:graphicFrameMkLst>
            <pc:docMk/>
            <pc:sldMk cId="2636691172" sldId="2592"/>
            <ac:graphicFrameMk id="6" creationId="{4FC9CAEA-1360-21EA-E2A4-2536CA30F405}"/>
          </ac:graphicFrameMkLst>
        </pc:graphicFrameChg>
        <pc:graphicFrameChg chg="del">
          <ac:chgData name="Owais Ahmed" userId="6abc7d4556b3b071" providerId="LiveId" clId="{88CFE61D-E4E2-459B-8BEE-94DB871EE3F2}" dt="2023-11-23T08:53:43.625" v="2808" actId="478"/>
          <ac:graphicFrameMkLst>
            <pc:docMk/>
            <pc:sldMk cId="2636691172" sldId="2592"/>
            <ac:graphicFrameMk id="7" creationId="{9D7A71A9-ADDF-6A6D-4DE9-829EE27A883B}"/>
          </ac:graphicFrameMkLst>
        </pc:graphicFrameChg>
        <pc:graphicFrameChg chg="add del mod">
          <ac:chgData name="Owais Ahmed" userId="6abc7d4556b3b071" providerId="LiveId" clId="{88CFE61D-E4E2-459B-8BEE-94DB871EE3F2}" dt="2023-11-23T08:56:20.419" v="2885"/>
          <ac:graphicFrameMkLst>
            <pc:docMk/>
            <pc:sldMk cId="2636691172" sldId="2592"/>
            <ac:graphicFrameMk id="8" creationId="{9C30EFD1-7DCC-D859-0621-039B83E56232}"/>
          </ac:graphicFrameMkLst>
        </pc:graphicFrameChg>
        <pc:graphicFrameChg chg="del modGraphic">
          <ac:chgData name="Owais Ahmed" userId="6abc7d4556b3b071" providerId="LiveId" clId="{88CFE61D-E4E2-459B-8BEE-94DB871EE3F2}" dt="2023-11-23T08:53:46.034" v="2810" actId="478"/>
          <ac:graphicFrameMkLst>
            <pc:docMk/>
            <pc:sldMk cId="2636691172" sldId="2592"/>
            <ac:graphicFrameMk id="9" creationId="{E918F3C2-9D3B-1075-385B-9D8A76EA1BEF}"/>
          </ac:graphicFrameMkLst>
        </pc:graphicFrameChg>
        <pc:graphicFrameChg chg="add mod modGraphic">
          <ac:chgData name="Owais Ahmed" userId="6abc7d4556b3b071" providerId="LiveId" clId="{88CFE61D-E4E2-459B-8BEE-94DB871EE3F2}" dt="2023-11-23T08:58:12.279" v="2911" actId="1076"/>
          <ac:graphicFrameMkLst>
            <pc:docMk/>
            <pc:sldMk cId="2636691172" sldId="2592"/>
            <ac:graphicFrameMk id="10" creationId="{30A4E9A2-083C-A699-32E3-AFB5C7506BB3}"/>
          </ac:graphicFrameMkLst>
        </pc:graphicFrameChg>
        <pc:graphicFrameChg chg="add mod modGraphic">
          <ac:chgData name="Owais Ahmed" userId="6abc7d4556b3b071" providerId="LiveId" clId="{88CFE61D-E4E2-459B-8BEE-94DB871EE3F2}" dt="2023-11-23T08:58:12.279" v="2911" actId="1076"/>
          <ac:graphicFrameMkLst>
            <pc:docMk/>
            <pc:sldMk cId="2636691172" sldId="2592"/>
            <ac:graphicFrameMk id="11" creationId="{63AAA192-8D52-8658-6C87-40226446576D}"/>
          </ac:graphicFrameMkLst>
        </pc:graphicFrameChg>
        <pc:graphicFrameChg chg="del">
          <ac:chgData name="Owais Ahmed" userId="6abc7d4556b3b071" providerId="LiveId" clId="{88CFE61D-E4E2-459B-8BEE-94DB871EE3F2}" dt="2023-11-23T08:53:47.873" v="2811" actId="478"/>
          <ac:graphicFrameMkLst>
            <pc:docMk/>
            <pc:sldMk cId="2636691172" sldId="2592"/>
            <ac:graphicFrameMk id="12" creationId="{838E8E7D-432B-760C-56F8-0090B8724F4E}"/>
          </ac:graphicFrameMkLst>
        </pc:graphicFrameChg>
        <pc:graphicFrameChg chg="del">
          <ac:chgData name="Owais Ahmed" userId="6abc7d4556b3b071" providerId="LiveId" clId="{88CFE61D-E4E2-459B-8BEE-94DB871EE3F2}" dt="2023-11-23T08:53:49.314" v="2812" actId="478"/>
          <ac:graphicFrameMkLst>
            <pc:docMk/>
            <pc:sldMk cId="2636691172" sldId="2592"/>
            <ac:graphicFrameMk id="13" creationId="{2E9E7803-EA84-0A84-FD73-8A67528CEA99}"/>
          </ac:graphicFrameMkLst>
        </pc:graphicFrameChg>
        <pc:graphicFrameChg chg="add mod">
          <ac:chgData name="Owais Ahmed" userId="6abc7d4556b3b071" providerId="LiveId" clId="{88CFE61D-E4E2-459B-8BEE-94DB871EE3F2}" dt="2023-11-23T08:56:29.086" v="2887" actId="1076"/>
          <ac:graphicFrameMkLst>
            <pc:docMk/>
            <pc:sldMk cId="2636691172" sldId="2592"/>
            <ac:graphicFrameMk id="14" creationId="{565D689C-5D55-A302-60AA-25CF5135CF44}"/>
          </ac:graphicFrameMkLst>
        </pc:graphicFrameChg>
        <pc:graphicFrameChg chg="mod modGraphic">
          <ac:chgData name="Owais Ahmed" userId="6abc7d4556b3b071" providerId="LiveId" clId="{88CFE61D-E4E2-459B-8BEE-94DB871EE3F2}" dt="2023-11-23T08:55:18.133" v="2879" actId="2165"/>
          <ac:graphicFrameMkLst>
            <pc:docMk/>
            <pc:sldMk cId="2636691172" sldId="2592"/>
            <ac:graphicFrameMk id="15" creationId="{D9334B3B-959F-5521-FB4E-FAC9D5DDFBD3}"/>
          </ac:graphicFrameMkLst>
        </pc:graphicFrameChg>
        <pc:graphicFrameChg chg="add mod modGraphic">
          <ac:chgData name="Owais Ahmed" userId="6abc7d4556b3b071" providerId="LiveId" clId="{88CFE61D-E4E2-459B-8BEE-94DB871EE3F2}" dt="2023-11-23T09:14:21.551" v="3534" actId="1076"/>
          <ac:graphicFrameMkLst>
            <pc:docMk/>
            <pc:sldMk cId="2636691172" sldId="2592"/>
            <ac:graphicFrameMk id="16" creationId="{A65EFFE7-91B0-C192-2C7F-ED89835F9E1A}"/>
          </ac:graphicFrameMkLst>
        </pc:graphicFrameChg>
        <pc:graphicFrameChg chg="add mod">
          <ac:chgData name="Owais Ahmed" userId="6abc7d4556b3b071" providerId="LiveId" clId="{88CFE61D-E4E2-459B-8BEE-94DB871EE3F2}" dt="2023-11-23T08:57:16.838" v="2903" actId="1076"/>
          <ac:graphicFrameMkLst>
            <pc:docMk/>
            <pc:sldMk cId="2636691172" sldId="2592"/>
            <ac:graphicFrameMk id="17" creationId="{76C07BBD-67DF-D071-5828-D3B38BCF302B}"/>
          </ac:graphicFrameMkLst>
        </pc:graphicFrameChg>
        <pc:graphicFrameChg chg="add mod">
          <ac:chgData name="Owais Ahmed" userId="6abc7d4556b3b071" providerId="LiveId" clId="{88CFE61D-E4E2-459B-8BEE-94DB871EE3F2}" dt="2023-11-23T09:14:26.006" v="3535" actId="1076"/>
          <ac:graphicFrameMkLst>
            <pc:docMk/>
            <pc:sldMk cId="2636691172" sldId="2592"/>
            <ac:graphicFrameMk id="18" creationId="{F13F413B-745B-EB18-204D-B05E4718707D}"/>
          </ac:graphicFrameMkLst>
        </pc:graphicFrameChg>
        <pc:graphicFrameChg chg="add mod">
          <ac:chgData name="Owais Ahmed" userId="6abc7d4556b3b071" providerId="LiveId" clId="{88CFE61D-E4E2-459B-8BEE-94DB871EE3F2}" dt="2023-11-23T09:14:16.990" v="3533" actId="1076"/>
          <ac:graphicFrameMkLst>
            <pc:docMk/>
            <pc:sldMk cId="2636691172" sldId="2592"/>
            <ac:graphicFrameMk id="19" creationId="{B256E207-FD64-25B7-F2C7-1F1D7E61C5D7}"/>
          </ac:graphicFrameMkLst>
        </pc:graphicFrameChg>
      </pc:sldChg>
      <pc:sldChg chg="addSp delSp modSp add mod delAnim modAnim">
        <pc:chgData name="Owais Ahmed" userId="6abc7d4556b3b071" providerId="LiveId" clId="{88CFE61D-E4E2-459B-8BEE-94DB871EE3F2}" dt="2023-11-23T09:15:36.543" v="3657" actId="20577"/>
        <pc:sldMkLst>
          <pc:docMk/>
          <pc:sldMk cId="2352947188" sldId="2593"/>
        </pc:sldMkLst>
        <pc:spChg chg="mod">
          <ac:chgData name="Owais Ahmed" userId="6abc7d4556b3b071" providerId="LiveId" clId="{88CFE61D-E4E2-459B-8BEE-94DB871EE3F2}" dt="2023-11-23T09:15:36.543" v="3657" actId="20577"/>
          <ac:spMkLst>
            <pc:docMk/>
            <pc:sldMk cId="2352947188" sldId="2593"/>
            <ac:spMk id="5" creationId="{F10548F9-CCC7-0FF6-9D1A-1DF5E4189457}"/>
          </ac:spMkLst>
        </pc:spChg>
        <pc:spChg chg="mod">
          <ac:chgData name="Owais Ahmed" userId="6abc7d4556b3b071" providerId="LiveId" clId="{88CFE61D-E4E2-459B-8BEE-94DB871EE3F2}" dt="2023-11-23T09:01:39.659" v="3373" actId="20577"/>
          <ac:spMkLst>
            <pc:docMk/>
            <pc:sldMk cId="2352947188" sldId="2593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8CFE61D-E4E2-459B-8BEE-94DB871EE3F2}" dt="2023-11-23T09:05:01.572" v="3417" actId="20577"/>
          <ac:graphicFrameMkLst>
            <pc:docMk/>
            <pc:sldMk cId="2352947188" sldId="2593"/>
            <ac:graphicFrameMk id="3" creationId="{2D241453-77C8-F907-1B2F-88758417B6AD}"/>
          </ac:graphicFrameMkLst>
        </pc:graphicFrameChg>
        <pc:graphicFrameChg chg="del">
          <ac:chgData name="Owais Ahmed" userId="6abc7d4556b3b071" providerId="LiveId" clId="{88CFE61D-E4E2-459B-8BEE-94DB871EE3F2}" dt="2023-11-23T09:01:53.619" v="3374" actId="478"/>
          <ac:graphicFrameMkLst>
            <pc:docMk/>
            <pc:sldMk cId="2352947188" sldId="2593"/>
            <ac:graphicFrameMk id="6" creationId="{4FC9CAEA-1360-21EA-E2A4-2536CA30F405}"/>
          </ac:graphicFrameMkLst>
        </pc:graphicFrameChg>
        <pc:graphicFrameChg chg="mod modGraphic">
          <ac:chgData name="Owais Ahmed" userId="6abc7d4556b3b071" providerId="LiveId" clId="{88CFE61D-E4E2-459B-8BEE-94DB871EE3F2}" dt="2023-11-23T09:05:11.261" v="3419" actId="207"/>
          <ac:graphicFrameMkLst>
            <pc:docMk/>
            <pc:sldMk cId="2352947188" sldId="2593"/>
            <ac:graphicFrameMk id="10" creationId="{30A4E9A2-083C-A699-32E3-AFB5C7506BB3}"/>
          </ac:graphicFrameMkLst>
        </pc:graphicFrameChg>
        <pc:graphicFrameChg chg="mod modGraphic">
          <ac:chgData name="Owais Ahmed" userId="6abc7d4556b3b071" providerId="LiveId" clId="{88CFE61D-E4E2-459B-8BEE-94DB871EE3F2}" dt="2023-11-23T09:04:35.119" v="3409"/>
          <ac:graphicFrameMkLst>
            <pc:docMk/>
            <pc:sldMk cId="2352947188" sldId="2593"/>
            <ac:graphicFrameMk id="11" creationId="{63AAA192-8D52-8658-6C87-40226446576D}"/>
          </ac:graphicFrameMkLst>
        </pc:graphicFrameChg>
        <pc:graphicFrameChg chg="del">
          <ac:chgData name="Owais Ahmed" userId="6abc7d4556b3b071" providerId="LiveId" clId="{88CFE61D-E4E2-459B-8BEE-94DB871EE3F2}" dt="2023-11-23T09:01:53.619" v="3374" actId="478"/>
          <ac:graphicFrameMkLst>
            <pc:docMk/>
            <pc:sldMk cId="2352947188" sldId="2593"/>
            <ac:graphicFrameMk id="14" creationId="{565D689C-5D55-A302-60AA-25CF5135CF44}"/>
          </ac:graphicFrameMkLst>
        </pc:graphicFrameChg>
        <pc:graphicFrameChg chg="del">
          <ac:chgData name="Owais Ahmed" userId="6abc7d4556b3b071" providerId="LiveId" clId="{88CFE61D-E4E2-459B-8BEE-94DB871EE3F2}" dt="2023-11-23T09:01:53.619" v="3374" actId="478"/>
          <ac:graphicFrameMkLst>
            <pc:docMk/>
            <pc:sldMk cId="2352947188" sldId="2593"/>
            <ac:graphicFrameMk id="15" creationId="{D9334B3B-959F-5521-FB4E-FAC9D5DDFBD3}"/>
          </ac:graphicFrameMkLst>
        </pc:graphicFrameChg>
        <pc:graphicFrameChg chg="del">
          <ac:chgData name="Owais Ahmed" userId="6abc7d4556b3b071" providerId="LiveId" clId="{88CFE61D-E4E2-459B-8BEE-94DB871EE3F2}" dt="2023-11-23T09:01:53.619" v="3374" actId="478"/>
          <ac:graphicFrameMkLst>
            <pc:docMk/>
            <pc:sldMk cId="2352947188" sldId="2593"/>
            <ac:graphicFrameMk id="16" creationId="{A65EFFE7-91B0-C192-2C7F-ED89835F9E1A}"/>
          </ac:graphicFrameMkLst>
        </pc:graphicFrameChg>
        <pc:graphicFrameChg chg="del">
          <ac:chgData name="Owais Ahmed" userId="6abc7d4556b3b071" providerId="LiveId" clId="{88CFE61D-E4E2-459B-8BEE-94DB871EE3F2}" dt="2023-11-23T09:01:53.619" v="3374" actId="478"/>
          <ac:graphicFrameMkLst>
            <pc:docMk/>
            <pc:sldMk cId="2352947188" sldId="2593"/>
            <ac:graphicFrameMk id="17" creationId="{76C07BBD-67DF-D071-5828-D3B38BCF302B}"/>
          </ac:graphicFrameMkLst>
        </pc:graphicFrameChg>
        <pc:graphicFrameChg chg="del mod modGraphic">
          <ac:chgData name="Owais Ahmed" userId="6abc7d4556b3b071" providerId="LiveId" clId="{88CFE61D-E4E2-459B-8BEE-94DB871EE3F2}" dt="2023-11-23T09:04:50.654" v="3411" actId="478"/>
          <ac:graphicFrameMkLst>
            <pc:docMk/>
            <pc:sldMk cId="2352947188" sldId="2593"/>
            <ac:graphicFrameMk id="18" creationId="{F13F413B-745B-EB18-204D-B05E4718707D}"/>
          </ac:graphicFrameMkLst>
        </pc:graphicFrameChg>
        <pc:graphicFrameChg chg="del">
          <ac:chgData name="Owais Ahmed" userId="6abc7d4556b3b071" providerId="LiveId" clId="{88CFE61D-E4E2-459B-8BEE-94DB871EE3F2}" dt="2023-11-23T09:01:53.619" v="3374" actId="478"/>
          <ac:graphicFrameMkLst>
            <pc:docMk/>
            <pc:sldMk cId="2352947188" sldId="2593"/>
            <ac:graphicFrameMk id="19" creationId="{B256E207-FD64-25B7-F2C7-1F1D7E61C5D7}"/>
          </ac:graphicFrameMkLst>
        </pc:graphicFrameChg>
      </pc:sldChg>
      <pc:sldChg chg="modSp add mod modAnim">
        <pc:chgData name="Owais Ahmed" userId="6abc7d4556b3b071" providerId="LiveId" clId="{88CFE61D-E4E2-459B-8BEE-94DB871EE3F2}" dt="2023-11-23T10:33:16.444" v="4333" actId="20577"/>
        <pc:sldMkLst>
          <pc:docMk/>
          <pc:sldMk cId="3208824402" sldId="2594"/>
        </pc:sldMkLst>
        <pc:spChg chg="mod">
          <ac:chgData name="Owais Ahmed" userId="6abc7d4556b3b071" providerId="LiveId" clId="{88CFE61D-E4E2-459B-8BEE-94DB871EE3F2}" dt="2023-11-23T10:33:16.444" v="4333" actId="20577"/>
          <ac:spMkLst>
            <pc:docMk/>
            <pc:sldMk cId="3208824402" sldId="2594"/>
            <ac:spMk id="3" creationId="{4A1C0383-58FE-E486-295E-B33B8683B938}"/>
          </ac:spMkLst>
        </pc:spChg>
        <pc:spChg chg="mod">
          <ac:chgData name="Owais Ahmed" userId="6abc7d4556b3b071" providerId="LiveId" clId="{88CFE61D-E4E2-459B-8BEE-94DB871EE3F2}" dt="2023-11-23T10:18:55.214" v="3677" actId="20577"/>
          <ac:spMkLst>
            <pc:docMk/>
            <pc:sldMk cId="3208824402" sldId="2594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88CFE61D-E4E2-459B-8BEE-94DB871EE3F2}" dt="2023-11-28T11:01:03.909" v="5134" actId="47"/>
        <pc:sldMkLst>
          <pc:docMk/>
          <pc:sldMk cId="2479960433" sldId="2595"/>
        </pc:sldMkLst>
        <pc:spChg chg="mod">
          <ac:chgData name="Owais Ahmed" userId="6abc7d4556b3b071" providerId="LiveId" clId="{88CFE61D-E4E2-459B-8BEE-94DB871EE3F2}" dt="2023-11-28T10:54:44.732" v="4981" actId="20577"/>
          <ac:spMkLst>
            <pc:docMk/>
            <pc:sldMk cId="2479960433" sldId="2595"/>
            <ac:spMk id="4" creationId="{49868256-B961-22C6-EEA4-19DBAC0C4C71}"/>
          </ac:spMkLst>
        </pc:spChg>
        <pc:spChg chg="mod">
          <ac:chgData name="Owais Ahmed" userId="6abc7d4556b3b071" providerId="LiveId" clId="{88CFE61D-E4E2-459B-8BEE-94DB871EE3F2}" dt="2023-11-28T10:46:09.746" v="4934" actId="20577"/>
          <ac:spMkLst>
            <pc:docMk/>
            <pc:sldMk cId="2479960433" sldId="2595"/>
            <ac:spMk id="215" creationId="{00000000-0000-0000-0000-000000000000}"/>
          </ac:spMkLst>
        </pc:spChg>
      </pc:sldChg>
      <pc:sldChg chg="delSp modSp add del mod">
        <pc:chgData name="Owais Ahmed" userId="6abc7d4556b3b071" providerId="LiveId" clId="{88CFE61D-E4E2-459B-8BEE-94DB871EE3F2}" dt="2023-11-28T11:13:55.582" v="5597" actId="47"/>
        <pc:sldMkLst>
          <pc:docMk/>
          <pc:sldMk cId="3803049584" sldId="2595"/>
        </pc:sldMkLst>
        <pc:spChg chg="mod">
          <ac:chgData name="Owais Ahmed" userId="6abc7d4556b3b071" providerId="LiveId" clId="{88CFE61D-E4E2-459B-8BEE-94DB871EE3F2}" dt="2023-11-28T11:09:19.924" v="5593" actId="20577"/>
          <ac:spMkLst>
            <pc:docMk/>
            <pc:sldMk cId="3803049584" sldId="2595"/>
            <ac:spMk id="3" creationId="{C036BAFF-A229-2D4C-DAE4-E2898006D8B7}"/>
          </ac:spMkLst>
        </pc:spChg>
        <pc:spChg chg="del">
          <ac:chgData name="Owais Ahmed" userId="6abc7d4556b3b071" providerId="LiveId" clId="{88CFE61D-E4E2-459B-8BEE-94DB871EE3F2}" dt="2023-11-28T11:03:17.607" v="5184" actId="478"/>
          <ac:spMkLst>
            <pc:docMk/>
            <pc:sldMk cId="3803049584" sldId="2595"/>
            <ac:spMk id="4" creationId="{49868256-B961-22C6-EEA4-19DBAC0C4C71}"/>
          </ac:spMkLst>
        </pc:spChg>
        <pc:spChg chg="mod">
          <ac:chgData name="Owais Ahmed" userId="6abc7d4556b3b071" providerId="LiveId" clId="{88CFE61D-E4E2-459B-8BEE-94DB871EE3F2}" dt="2023-11-28T11:01:51.537" v="5172" actId="20577"/>
          <ac:spMkLst>
            <pc:docMk/>
            <pc:sldMk cId="3803049584" sldId="2595"/>
            <ac:spMk id="215" creationId="{00000000-0000-0000-0000-000000000000}"/>
          </ac:spMkLst>
        </pc:spChg>
      </pc:sldChg>
      <pc:sldChg chg="add del">
        <pc:chgData name="Owais Ahmed" userId="6abc7d4556b3b071" providerId="LiveId" clId="{88CFE61D-E4E2-459B-8BEE-94DB871EE3F2}" dt="2023-11-28T11:01:02.603" v="5133" actId="47"/>
        <pc:sldMkLst>
          <pc:docMk/>
          <pc:sldMk cId="896183787" sldId="2596"/>
        </pc:sldMkLst>
      </pc:sldChg>
      <pc:sldChg chg="modSp add mod modAnim">
        <pc:chgData name="Owais Ahmed" userId="6abc7d4556b3b071" providerId="LiveId" clId="{88CFE61D-E4E2-459B-8BEE-94DB871EE3F2}" dt="2023-11-29T06:14:39.549" v="10107"/>
        <pc:sldMkLst>
          <pc:docMk/>
          <pc:sldMk cId="1864496864" sldId="2596"/>
        </pc:sldMkLst>
        <pc:spChg chg="mod">
          <ac:chgData name="Owais Ahmed" userId="6abc7d4556b3b071" providerId="LiveId" clId="{88CFE61D-E4E2-459B-8BEE-94DB871EE3F2}" dt="2023-11-28T11:24:27.739" v="6501" actId="14100"/>
          <ac:spMkLst>
            <pc:docMk/>
            <pc:sldMk cId="1864496864" sldId="2596"/>
            <ac:spMk id="3" creationId="{C036BAFF-A229-2D4C-DAE4-E2898006D8B7}"/>
          </ac:spMkLst>
        </pc:spChg>
        <pc:spChg chg="mod">
          <ac:chgData name="Owais Ahmed" userId="6abc7d4556b3b071" providerId="LiveId" clId="{88CFE61D-E4E2-459B-8BEE-94DB871EE3F2}" dt="2023-11-28T11:24:30.205" v="6503" actId="27636"/>
          <ac:spMkLst>
            <pc:docMk/>
            <pc:sldMk cId="1864496864" sldId="2596"/>
            <ac:spMk id="4" creationId="{49868256-B961-22C6-EEA4-19DBAC0C4C71}"/>
          </ac:spMkLst>
        </pc:spChg>
      </pc:sldChg>
      <pc:sldChg chg="add del">
        <pc:chgData name="Owais Ahmed" userId="6abc7d4556b3b071" providerId="LiveId" clId="{88CFE61D-E4E2-459B-8BEE-94DB871EE3F2}" dt="2023-11-28T11:01:53.495" v="5173" actId="2890"/>
        <pc:sldMkLst>
          <pc:docMk/>
          <pc:sldMk cId="2903504760" sldId="2596"/>
        </pc:sldMkLst>
      </pc:sldChg>
      <pc:sldChg chg="delSp modSp add mod modAnim">
        <pc:chgData name="Owais Ahmed" userId="6abc7d4556b3b071" providerId="LiveId" clId="{88CFE61D-E4E2-459B-8BEE-94DB871EE3F2}" dt="2023-11-29T06:14:55.226" v="10110"/>
        <pc:sldMkLst>
          <pc:docMk/>
          <pc:sldMk cId="1104821034" sldId="2597"/>
        </pc:sldMkLst>
        <pc:spChg chg="mod">
          <ac:chgData name="Owais Ahmed" userId="6abc7d4556b3b071" providerId="LiveId" clId="{88CFE61D-E4E2-459B-8BEE-94DB871EE3F2}" dt="2023-11-28T11:24:36.769" v="6506" actId="27636"/>
          <ac:spMkLst>
            <pc:docMk/>
            <pc:sldMk cId="1104821034" sldId="2597"/>
            <ac:spMk id="3" creationId="{C036BAFF-A229-2D4C-DAE4-E2898006D8B7}"/>
          </ac:spMkLst>
        </pc:spChg>
        <pc:spChg chg="del">
          <ac:chgData name="Owais Ahmed" userId="6abc7d4556b3b071" providerId="LiveId" clId="{88CFE61D-E4E2-459B-8BEE-94DB871EE3F2}" dt="2023-11-28T11:24:34.280" v="6504" actId="478"/>
          <ac:spMkLst>
            <pc:docMk/>
            <pc:sldMk cId="1104821034" sldId="2597"/>
            <ac:spMk id="4" creationId="{49868256-B961-22C6-EEA4-19DBAC0C4C71}"/>
          </ac:spMkLst>
        </pc:spChg>
      </pc:sldChg>
      <pc:sldChg chg="delSp modSp add mod modAnim">
        <pc:chgData name="Owais Ahmed" userId="6abc7d4556b3b071" providerId="LiveId" clId="{88CFE61D-E4E2-459B-8BEE-94DB871EE3F2}" dt="2023-11-29T06:15:09.581" v="10113"/>
        <pc:sldMkLst>
          <pc:docMk/>
          <pc:sldMk cId="4019502093" sldId="2598"/>
        </pc:sldMkLst>
        <pc:spChg chg="mod">
          <ac:chgData name="Owais Ahmed" userId="6abc7d4556b3b071" providerId="LiveId" clId="{88CFE61D-E4E2-459B-8BEE-94DB871EE3F2}" dt="2023-11-28T11:24:45.350" v="6508" actId="14100"/>
          <ac:spMkLst>
            <pc:docMk/>
            <pc:sldMk cId="4019502093" sldId="2598"/>
            <ac:spMk id="3" creationId="{C036BAFF-A229-2D4C-DAE4-E2898006D8B7}"/>
          </ac:spMkLst>
        </pc:spChg>
        <pc:spChg chg="del">
          <ac:chgData name="Owais Ahmed" userId="6abc7d4556b3b071" providerId="LiveId" clId="{88CFE61D-E4E2-459B-8BEE-94DB871EE3F2}" dt="2023-11-28T11:24:40.862" v="6507" actId="478"/>
          <ac:spMkLst>
            <pc:docMk/>
            <pc:sldMk cId="4019502093" sldId="2598"/>
            <ac:spMk id="4" creationId="{49868256-B961-22C6-EEA4-19DBAC0C4C71}"/>
          </ac:spMkLst>
        </pc:spChg>
      </pc:sldChg>
      <pc:sldChg chg="modSp add mod modAnim">
        <pc:chgData name="Owais Ahmed" userId="6abc7d4556b3b071" providerId="LiveId" clId="{88CFE61D-E4E2-459B-8BEE-94DB871EE3F2}" dt="2023-11-28T11:47:52.584" v="7703" actId="114"/>
        <pc:sldMkLst>
          <pc:docMk/>
          <pc:sldMk cId="539709314" sldId="2599"/>
        </pc:sldMkLst>
        <pc:spChg chg="mod">
          <ac:chgData name="Owais Ahmed" userId="6abc7d4556b3b071" providerId="LiveId" clId="{88CFE61D-E4E2-459B-8BEE-94DB871EE3F2}" dt="2023-11-28T11:47:52.584" v="7703" actId="114"/>
          <ac:spMkLst>
            <pc:docMk/>
            <pc:sldMk cId="539709314" sldId="2599"/>
            <ac:spMk id="3" creationId="{4A1C0383-58FE-E486-295E-B33B8683B938}"/>
          </ac:spMkLst>
        </pc:spChg>
        <pc:spChg chg="mod">
          <ac:chgData name="Owais Ahmed" userId="6abc7d4556b3b071" providerId="LiveId" clId="{88CFE61D-E4E2-459B-8BEE-94DB871EE3F2}" dt="2023-11-28T11:43:27.960" v="6995" actId="20577"/>
          <ac:spMkLst>
            <pc:docMk/>
            <pc:sldMk cId="539709314" sldId="2599"/>
            <ac:spMk id="215" creationId="{00000000-0000-0000-0000-000000000000}"/>
          </ac:spMkLst>
        </pc:spChg>
      </pc:sldChg>
      <pc:sldChg chg="addSp delSp modSp add del mod modAnim">
        <pc:chgData name="Owais Ahmed" userId="6abc7d4556b3b071" providerId="LiveId" clId="{88CFE61D-E4E2-459B-8BEE-94DB871EE3F2}" dt="2023-11-28T11:43:21.333" v="6975" actId="47"/>
        <pc:sldMkLst>
          <pc:docMk/>
          <pc:sldMk cId="1257315479" sldId="2599"/>
        </pc:sldMkLst>
        <pc:spChg chg="del">
          <ac:chgData name="Owais Ahmed" userId="6abc7d4556b3b071" providerId="LiveId" clId="{88CFE61D-E4E2-459B-8BEE-94DB871EE3F2}" dt="2023-11-28T11:25:29.764" v="6530" actId="478"/>
          <ac:spMkLst>
            <pc:docMk/>
            <pc:sldMk cId="1257315479" sldId="2599"/>
            <ac:spMk id="3" creationId="{C036BAFF-A229-2D4C-DAE4-E2898006D8B7}"/>
          </ac:spMkLst>
        </pc:spChg>
        <pc:spChg chg="del">
          <ac:chgData name="Owais Ahmed" userId="6abc7d4556b3b071" providerId="LiveId" clId="{88CFE61D-E4E2-459B-8BEE-94DB871EE3F2}" dt="2023-11-28T11:25:28.096" v="6529" actId="478"/>
          <ac:spMkLst>
            <pc:docMk/>
            <pc:sldMk cId="1257315479" sldId="2599"/>
            <ac:spMk id="4" creationId="{49868256-B961-22C6-EEA4-19DBAC0C4C71}"/>
          </ac:spMkLst>
        </pc:spChg>
        <pc:spChg chg="add mod">
          <ac:chgData name="Owais Ahmed" userId="6abc7d4556b3b071" providerId="LiveId" clId="{88CFE61D-E4E2-459B-8BEE-94DB871EE3F2}" dt="2023-11-28T11:43:15.024" v="6974" actId="27636"/>
          <ac:spMkLst>
            <pc:docMk/>
            <pc:sldMk cId="1257315479" sldId="2599"/>
            <ac:spMk id="5" creationId="{AA606156-872F-5D34-8048-BCE8DCFC3639}"/>
          </ac:spMkLst>
        </pc:spChg>
        <pc:spChg chg="mod">
          <ac:chgData name="Owais Ahmed" userId="6abc7d4556b3b071" providerId="LiveId" clId="{88CFE61D-E4E2-459B-8BEE-94DB871EE3F2}" dt="2023-11-28T11:25:01.784" v="6528" actId="20577"/>
          <ac:spMkLst>
            <pc:docMk/>
            <pc:sldMk cId="1257315479" sldId="2599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8CFE61D-E4E2-459B-8BEE-94DB871EE3F2}" dt="2023-11-28T11:43:10.821" v="6972" actId="478"/>
          <ac:graphicFrameMkLst>
            <pc:docMk/>
            <pc:sldMk cId="1257315479" sldId="2599"/>
            <ac:graphicFrameMk id="6" creationId="{3EF15F18-739D-9499-4B06-29B62E4D8B3B}"/>
          </ac:graphicFrameMkLst>
        </pc:graphicFrameChg>
      </pc:sldChg>
      <pc:sldChg chg="modSp add mod modAnim">
        <pc:chgData name="Owais Ahmed" userId="6abc7d4556b3b071" providerId="LiveId" clId="{88CFE61D-E4E2-459B-8BEE-94DB871EE3F2}" dt="2023-11-29T05:28:16.145" v="8268" actId="20577"/>
        <pc:sldMkLst>
          <pc:docMk/>
          <pc:sldMk cId="1549836213" sldId="2600"/>
        </pc:sldMkLst>
        <pc:spChg chg="mod">
          <ac:chgData name="Owais Ahmed" userId="6abc7d4556b3b071" providerId="LiveId" clId="{88CFE61D-E4E2-459B-8BEE-94DB871EE3F2}" dt="2023-11-29T05:28:16.145" v="8268" actId="20577"/>
          <ac:spMkLst>
            <pc:docMk/>
            <pc:sldMk cId="1549836213" sldId="2600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05:53:51.904" v="9391" actId="20577"/>
        <pc:sldMkLst>
          <pc:docMk/>
          <pc:sldMk cId="1916418516" sldId="2601"/>
        </pc:sldMkLst>
        <pc:spChg chg="mod">
          <ac:chgData name="Owais Ahmed" userId="6abc7d4556b3b071" providerId="LiveId" clId="{88CFE61D-E4E2-459B-8BEE-94DB871EE3F2}" dt="2023-11-29T05:53:51.904" v="9391" actId="20577"/>
          <ac:spMkLst>
            <pc:docMk/>
            <pc:sldMk cId="1916418516" sldId="2601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88CFE61D-E4E2-459B-8BEE-94DB871EE3F2}" dt="2023-11-29T05:27:17.070" v="8098" actId="47"/>
        <pc:sldMkLst>
          <pc:docMk/>
          <pc:sldMk cId="4154556579" sldId="2601"/>
        </pc:sldMkLst>
        <pc:spChg chg="mod">
          <ac:chgData name="Owais Ahmed" userId="6abc7d4556b3b071" providerId="LiveId" clId="{88CFE61D-E4E2-459B-8BEE-94DB871EE3F2}" dt="2023-11-29T05:27:12.748" v="8097" actId="20577"/>
          <ac:spMkLst>
            <pc:docMk/>
            <pc:sldMk cId="4154556579" sldId="2601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88CFE61D-E4E2-459B-8BEE-94DB871EE3F2}" dt="2023-11-29T06:16:35.353" v="10123"/>
        <pc:sldMkLst>
          <pc:docMk/>
          <pc:sldMk cId="2397979292" sldId="2602"/>
        </pc:sldMkLst>
        <pc:spChg chg="mod">
          <ac:chgData name="Owais Ahmed" userId="6abc7d4556b3b071" providerId="LiveId" clId="{88CFE61D-E4E2-459B-8BEE-94DB871EE3F2}" dt="2023-11-29T05:57:45.754" v="9545" actId="20577"/>
          <ac:spMkLst>
            <pc:docMk/>
            <pc:sldMk cId="2397979292" sldId="2602"/>
            <ac:spMk id="3" creationId="{4A1C0383-58FE-E486-295E-B33B8683B938}"/>
          </ac:spMkLst>
        </pc:spChg>
        <pc:graphicFrameChg chg="add mod modGraphic">
          <ac:chgData name="Owais Ahmed" userId="6abc7d4556b3b071" providerId="LiveId" clId="{88CFE61D-E4E2-459B-8BEE-94DB871EE3F2}" dt="2023-11-29T05:55:23.872" v="9467" actId="20577"/>
          <ac:graphicFrameMkLst>
            <pc:docMk/>
            <pc:sldMk cId="2397979292" sldId="2602"/>
            <ac:graphicFrameMk id="4" creationId="{A3EE2702-9649-9028-56AA-0C462859F102}"/>
          </ac:graphicFrameMkLst>
        </pc:graphicFrameChg>
        <pc:graphicFrameChg chg="add del mod modGraphic">
          <ac:chgData name="Owais Ahmed" userId="6abc7d4556b3b071" providerId="LiveId" clId="{88CFE61D-E4E2-459B-8BEE-94DB871EE3F2}" dt="2023-11-29T05:44:34.397" v="9071" actId="478"/>
          <ac:graphicFrameMkLst>
            <pc:docMk/>
            <pc:sldMk cId="2397979292" sldId="2602"/>
            <ac:graphicFrameMk id="5" creationId="{447EADD1-FD67-A0CE-B8C3-A0C3990B4262}"/>
          </ac:graphicFrameMkLst>
        </pc:graphicFrameChg>
        <pc:graphicFrameChg chg="add mod modGraphic">
          <ac:chgData name="Owais Ahmed" userId="6abc7d4556b3b071" providerId="LiveId" clId="{88CFE61D-E4E2-459B-8BEE-94DB871EE3F2}" dt="2023-11-29T05:55:33.460" v="9469" actId="20577"/>
          <ac:graphicFrameMkLst>
            <pc:docMk/>
            <pc:sldMk cId="2397979292" sldId="2602"/>
            <ac:graphicFrameMk id="6" creationId="{52675241-F42F-FAAC-D279-5083B702F1FD}"/>
          </ac:graphicFrameMkLst>
        </pc:graphicFrameChg>
        <pc:graphicFrameChg chg="add del mod">
          <ac:chgData name="Owais Ahmed" userId="6abc7d4556b3b071" providerId="LiveId" clId="{88CFE61D-E4E2-459B-8BEE-94DB871EE3F2}" dt="2023-11-29T05:44:46.082" v="9073" actId="478"/>
          <ac:graphicFrameMkLst>
            <pc:docMk/>
            <pc:sldMk cId="2397979292" sldId="2602"/>
            <ac:graphicFrameMk id="7" creationId="{5B25E56A-321D-05C2-F198-C201EEB3E4A9}"/>
          </ac:graphicFrameMkLst>
        </pc:graphicFrameChg>
        <pc:graphicFrameChg chg="add mod modGraphic">
          <ac:chgData name="Owais Ahmed" userId="6abc7d4556b3b071" providerId="LiveId" clId="{88CFE61D-E4E2-459B-8BEE-94DB871EE3F2}" dt="2023-11-29T06:06:31.036" v="9746" actId="20577"/>
          <ac:graphicFrameMkLst>
            <pc:docMk/>
            <pc:sldMk cId="2397979292" sldId="2602"/>
            <ac:graphicFrameMk id="8" creationId="{FA28C039-7516-7471-A7AC-D89C90B93349}"/>
          </ac:graphicFrameMkLst>
        </pc:graphicFrameChg>
        <pc:graphicFrameChg chg="add mod">
          <ac:chgData name="Owais Ahmed" userId="6abc7d4556b3b071" providerId="LiveId" clId="{88CFE61D-E4E2-459B-8BEE-94DB871EE3F2}" dt="2023-11-29T05:45:22.445" v="9080" actId="1076"/>
          <ac:graphicFrameMkLst>
            <pc:docMk/>
            <pc:sldMk cId="2397979292" sldId="2602"/>
            <ac:graphicFrameMk id="9" creationId="{CC9160E5-DCC6-2226-5F8E-345CC8C8D3C9}"/>
          </ac:graphicFrameMkLst>
        </pc:graphicFrameChg>
        <pc:graphicFrameChg chg="add mod modGraphic">
          <ac:chgData name="Owais Ahmed" userId="6abc7d4556b3b071" providerId="LiveId" clId="{88CFE61D-E4E2-459B-8BEE-94DB871EE3F2}" dt="2023-11-29T06:06:33.710" v="9748" actId="20577"/>
          <ac:graphicFrameMkLst>
            <pc:docMk/>
            <pc:sldMk cId="2397979292" sldId="2602"/>
            <ac:graphicFrameMk id="10" creationId="{C9DA583A-FF2E-997B-A76B-841A5CCED751}"/>
          </ac:graphicFrameMkLst>
        </pc:graphicFrameChg>
        <pc:graphicFrameChg chg="add mod">
          <ac:chgData name="Owais Ahmed" userId="6abc7d4556b3b071" providerId="LiveId" clId="{88CFE61D-E4E2-459B-8BEE-94DB871EE3F2}" dt="2023-11-29T05:56:23.888" v="9471" actId="571"/>
          <ac:graphicFrameMkLst>
            <pc:docMk/>
            <pc:sldMk cId="2397979292" sldId="2602"/>
            <ac:graphicFrameMk id="11" creationId="{0F694030-1CB4-30BA-C17E-BDADE7242216}"/>
          </ac:graphicFrameMkLst>
        </pc:graphicFrameChg>
        <pc:graphicFrameChg chg="add mod">
          <ac:chgData name="Owais Ahmed" userId="6abc7d4556b3b071" providerId="LiveId" clId="{88CFE61D-E4E2-459B-8BEE-94DB871EE3F2}" dt="2023-11-29T05:56:23.888" v="9471" actId="571"/>
          <ac:graphicFrameMkLst>
            <pc:docMk/>
            <pc:sldMk cId="2397979292" sldId="2602"/>
            <ac:graphicFrameMk id="12" creationId="{53865E1B-2B55-1965-2BD6-D5150EEDF9D6}"/>
          </ac:graphicFrameMkLst>
        </pc:graphicFrameChg>
      </pc:sldChg>
      <pc:sldChg chg="addSp delSp modSp add mod addAnim delAnim modAnim">
        <pc:chgData name="Owais Ahmed" userId="6abc7d4556b3b071" providerId="LiveId" clId="{88CFE61D-E4E2-459B-8BEE-94DB871EE3F2}" dt="2023-11-29T06:32:51.248" v="10125"/>
        <pc:sldMkLst>
          <pc:docMk/>
          <pc:sldMk cId="3892932098" sldId="2603"/>
        </pc:sldMkLst>
        <pc:spChg chg="mod">
          <ac:chgData name="Owais Ahmed" userId="6abc7d4556b3b071" providerId="LiveId" clId="{88CFE61D-E4E2-459B-8BEE-94DB871EE3F2}" dt="2023-11-29T05:53:03.123" v="9377" actId="20577"/>
          <ac:spMkLst>
            <pc:docMk/>
            <pc:sldMk cId="3892932098" sldId="2603"/>
            <ac:spMk id="3" creationId="{4A1C0383-58FE-E486-295E-B33B8683B938}"/>
          </ac:spMkLst>
        </pc:spChg>
        <pc:graphicFrameChg chg="mod modGraphic">
          <ac:chgData name="Owais Ahmed" userId="6abc7d4556b3b071" providerId="LiveId" clId="{88CFE61D-E4E2-459B-8BEE-94DB871EE3F2}" dt="2023-11-29T05:58:01.948" v="9559" actId="20577"/>
          <ac:graphicFrameMkLst>
            <pc:docMk/>
            <pc:sldMk cId="3892932098" sldId="2603"/>
            <ac:graphicFrameMk id="4" creationId="{A3EE2702-9649-9028-56AA-0C462859F102}"/>
          </ac:graphicFrameMkLst>
        </pc:graphicFrameChg>
        <pc:graphicFrameChg chg="add mod modGraphic">
          <ac:chgData name="Owais Ahmed" userId="6abc7d4556b3b071" providerId="LiveId" clId="{88CFE61D-E4E2-459B-8BEE-94DB871EE3F2}" dt="2023-11-29T05:50:12.756" v="9175" actId="1076"/>
          <ac:graphicFrameMkLst>
            <pc:docMk/>
            <pc:sldMk cId="3892932098" sldId="2603"/>
            <ac:graphicFrameMk id="5" creationId="{D663F4AB-5EF7-FA91-FDC9-3AAE513F5B04}"/>
          </ac:graphicFrameMkLst>
        </pc:graphicFrameChg>
        <pc:graphicFrameChg chg="del">
          <ac:chgData name="Owais Ahmed" userId="6abc7d4556b3b071" providerId="LiveId" clId="{88CFE61D-E4E2-459B-8BEE-94DB871EE3F2}" dt="2023-11-29T05:47:22.287" v="9164" actId="478"/>
          <ac:graphicFrameMkLst>
            <pc:docMk/>
            <pc:sldMk cId="3892932098" sldId="2603"/>
            <ac:graphicFrameMk id="6" creationId="{52675241-F42F-FAAC-D279-5083B702F1FD}"/>
          </ac:graphicFrameMkLst>
        </pc:graphicFrameChg>
        <pc:graphicFrameChg chg="add mod">
          <ac:chgData name="Owais Ahmed" userId="6abc7d4556b3b071" providerId="LiveId" clId="{88CFE61D-E4E2-459B-8BEE-94DB871EE3F2}" dt="2023-11-29T05:59:21.896" v="9716" actId="1076"/>
          <ac:graphicFrameMkLst>
            <pc:docMk/>
            <pc:sldMk cId="3892932098" sldId="2603"/>
            <ac:graphicFrameMk id="7" creationId="{B060707E-C153-DAE8-9CE6-244E6BF82B13}"/>
          </ac:graphicFrameMkLst>
        </pc:graphicFrameChg>
        <pc:graphicFrameChg chg="del">
          <ac:chgData name="Owais Ahmed" userId="6abc7d4556b3b071" providerId="LiveId" clId="{88CFE61D-E4E2-459B-8BEE-94DB871EE3F2}" dt="2023-11-29T05:47:16.260" v="9163" actId="478"/>
          <ac:graphicFrameMkLst>
            <pc:docMk/>
            <pc:sldMk cId="3892932098" sldId="2603"/>
            <ac:graphicFrameMk id="8" creationId="{FA28C039-7516-7471-A7AC-D89C90B93349}"/>
          </ac:graphicFrameMkLst>
        </pc:graphicFrameChg>
        <pc:graphicFrameChg chg="del">
          <ac:chgData name="Owais Ahmed" userId="6abc7d4556b3b071" providerId="LiveId" clId="{88CFE61D-E4E2-459B-8BEE-94DB871EE3F2}" dt="2023-11-29T05:47:16.260" v="9163" actId="478"/>
          <ac:graphicFrameMkLst>
            <pc:docMk/>
            <pc:sldMk cId="3892932098" sldId="2603"/>
            <ac:graphicFrameMk id="9" creationId="{CC9160E5-DCC6-2226-5F8E-345CC8C8D3C9}"/>
          </ac:graphicFrameMkLst>
        </pc:graphicFrameChg>
        <pc:graphicFrameChg chg="del">
          <ac:chgData name="Owais Ahmed" userId="6abc7d4556b3b071" providerId="LiveId" clId="{88CFE61D-E4E2-459B-8BEE-94DB871EE3F2}" dt="2023-11-29T05:47:16.260" v="9163" actId="478"/>
          <ac:graphicFrameMkLst>
            <pc:docMk/>
            <pc:sldMk cId="3892932098" sldId="2603"/>
            <ac:graphicFrameMk id="10" creationId="{C9DA583A-FF2E-997B-A76B-841A5CCED751}"/>
          </ac:graphicFrameMkLst>
        </pc:graphicFrameChg>
        <pc:graphicFrameChg chg="add del">
          <ac:chgData name="Owais Ahmed" userId="6abc7d4556b3b071" providerId="LiveId" clId="{88CFE61D-E4E2-459B-8BEE-94DB871EE3F2}" dt="2023-11-29T05:59:36.100" v="9718"/>
          <ac:graphicFrameMkLst>
            <pc:docMk/>
            <pc:sldMk cId="3892932098" sldId="2603"/>
            <ac:graphicFrameMk id="11" creationId="{0A553391-8AB3-E30B-0B67-8A8411BFF2E3}"/>
          </ac:graphicFrameMkLst>
        </pc:graphicFrameChg>
        <pc:graphicFrameChg chg="add del mod">
          <ac:chgData name="Owais Ahmed" userId="6abc7d4556b3b071" providerId="LiveId" clId="{88CFE61D-E4E2-459B-8BEE-94DB871EE3F2}" dt="2023-11-29T05:59:44.514" v="9722"/>
          <ac:graphicFrameMkLst>
            <pc:docMk/>
            <pc:sldMk cId="3892932098" sldId="2603"/>
            <ac:graphicFrameMk id="12" creationId="{98C75777-F61C-F55C-DCF6-46E2B91BA1F3}"/>
          </ac:graphicFrameMkLst>
        </pc:graphicFrameChg>
        <pc:graphicFrameChg chg="add del mod">
          <ac:chgData name="Owais Ahmed" userId="6abc7d4556b3b071" providerId="LiveId" clId="{88CFE61D-E4E2-459B-8BEE-94DB871EE3F2}" dt="2023-11-29T05:59:44.514" v="9722"/>
          <ac:graphicFrameMkLst>
            <pc:docMk/>
            <pc:sldMk cId="3892932098" sldId="2603"/>
            <ac:graphicFrameMk id="13" creationId="{70060E29-0306-B44D-8CDF-5441769F7471}"/>
          </ac:graphicFrameMkLst>
        </pc:graphicFrameChg>
        <pc:graphicFrameChg chg="add del mod">
          <ac:chgData name="Owais Ahmed" userId="6abc7d4556b3b071" providerId="LiveId" clId="{88CFE61D-E4E2-459B-8BEE-94DB871EE3F2}" dt="2023-11-29T05:59:44.514" v="9722"/>
          <ac:graphicFrameMkLst>
            <pc:docMk/>
            <pc:sldMk cId="3892932098" sldId="2603"/>
            <ac:graphicFrameMk id="14" creationId="{2AB8EAE0-07B1-F82A-73A3-7E1BA610D738}"/>
          </ac:graphicFrameMkLst>
        </pc:graphicFrameChg>
        <pc:graphicFrameChg chg="add del mod">
          <ac:chgData name="Owais Ahmed" userId="6abc7d4556b3b071" providerId="LiveId" clId="{88CFE61D-E4E2-459B-8BEE-94DB871EE3F2}" dt="2023-11-29T06:00:17.585" v="9725" actId="478"/>
          <ac:graphicFrameMkLst>
            <pc:docMk/>
            <pc:sldMk cId="3892932098" sldId="2603"/>
            <ac:graphicFrameMk id="15" creationId="{F4A3EE08-1936-3621-5916-AA765075424B}"/>
          </ac:graphicFrameMkLst>
        </pc:graphicFrameChg>
        <pc:graphicFrameChg chg="add del mod">
          <ac:chgData name="Owais Ahmed" userId="6abc7d4556b3b071" providerId="LiveId" clId="{88CFE61D-E4E2-459B-8BEE-94DB871EE3F2}" dt="2023-11-29T06:00:17.585" v="9725" actId="478"/>
          <ac:graphicFrameMkLst>
            <pc:docMk/>
            <pc:sldMk cId="3892932098" sldId="2603"/>
            <ac:graphicFrameMk id="16" creationId="{BEA1ECFB-7621-CB51-99C8-4B75A89D5B69}"/>
          </ac:graphicFrameMkLst>
        </pc:graphicFrameChg>
        <pc:graphicFrameChg chg="add mod modGraphic">
          <ac:chgData name="Owais Ahmed" userId="6abc7d4556b3b071" providerId="LiveId" clId="{88CFE61D-E4E2-459B-8BEE-94DB871EE3F2}" dt="2023-11-29T06:06:51.829" v="9751" actId="207"/>
          <ac:graphicFrameMkLst>
            <pc:docMk/>
            <pc:sldMk cId="3892932098" sldId="2603"/>
            <ac:graphicFrameMk id="17" creationId="{8543E6E6-91F3-6E53-7256-C65DEAA1A133}"/>
          </ac:graphicFrameMkLst>
        </pc:graphicFrameChg>
        <pc:graphicFrameChg chg="add mod">
          <ac:chgData name="Owais Ahmed" userId="6abc7d4556b3b071" providerId="LiveId" clId="{88CFE61D-E4E2-459B-8BEE-94DB871EE3F2}" dt="2023-11-29T06:06:15.347" v="9743" actId="1076"/>
          <ac:graphicFrameMkLst>
            <pc:docMk/>
            <pc:sldMk cId="3892932098" sldId="2603"/>
            <ac:graphicFrameMk id="18" creationId="{6B46A128-B903-0571-34CB-E1EDE03C178D}"/>
          </ac:graphicFrameMkLst>
        </pc:graphicFrameChg>
      </pc:sldChg>
      <pc:sldChg chg="addSp delSp modSp add mod delAnim modAnim">
        <pc:chgData name="Owais Ahmed" userId="6abc7d4556b3b071" providerId="LiveId" clId="{88CFE61D-E4E2-459B-8BEE-94DB871EE3F2}" dt="2023-11-29T06:13:22.084" v="10101" actId="207"/>
        <pc:sldMkLst>
          <pc:docMk/>
          <pc:sldMk cId="2453337424" sldId="2604"/>
        </pc:sldMkLst>
        <pc:spChg chg="mod">
          <ac:chgData name="Owais Ahmed" userId="6abc7d4556b3b071" providerId="LiveId" clId="{88CFE61D-E4E2-459B-8BEE-94DB871EE3F2}" dt="2023-11-29T06:12:39.063" v="10086" actId="20577"/>
          <ac:spMkLst>
            <pc:docMk/>
            <pc:sldMk cId="2453337424" sldId="2604"/>
            <ac:spMk id="3" creationId="{4A1C0383-58FE-E486-295E-B33B8683B938}"/>
          </ac:spMkLst>
        </pc:spChg>
        <pc:graphicFrameChg chg="mod modGraphic">
          <ac:chgData name="Owais Ahmed" userId="6abc7d4556b3b071" providerId="LiveId" clId="{88CFE61D-E4E2-459B-8BEE-94DB871EE3F2}" dt="2023-11-29T06:12:58.226" v="10091" actId="2084"/>
          <ac:graphicFrameMkLst>
            <pc:docMk/>
            <pc:sldMk cId="2453337424" sldId="2604"/>
            <ac:graphicFrameMk id="4" creationId="{A3EE2702-9649-9028-56AA-0C462859F102}"/>
          </ac:graphicFrameMkLst>
        </pc:graphicFrameChg>
        <pc:graphicFrameChg chg="del">
          <ac:chgData name="Owais Ahmed" userId="6abc7d4556b3b071" providerId="LiveId" clId="{88CFE61D-E4E2-459B-8BEE-94DB871EE3F2}" dt="2023-11-29T06:11:47.212" v="9946" actId="478"/>
          <ac:graphicFrameMkLst>
            <pc:docMk/>
            <pc:sldMk cId="2453337424" sldId="2604"/>
            <ac:graphicFrameMk id="5" creationId="{D663F4AB-5EF7-FA91-FDC9-3AAE513F5B04}"/>
          </ac:graphicFrameMkLst>
        </pc:graphicFrameChg>
        <pc:graphicFrameChg chg="add mod modGraphic">
          <ac:chgData name="Owais Ahmed" userId="6abc7d4556b3b071" providerId="LiveId" clId="{88CFE61D-E4E2-459B-8BEE-94DB871EE3F2}" dt="2023-11-29T06:13:22.084" v="10101" actId="207"/>
          <ac:graphicFrameMkLst>
            <pc:docMk/>
            <pc:sldMk cId="2453337424" sldId="2604"/>
            <ac:graphicFrameMk id="6" creationId="{F6CAEBD3-3177-C7E3-6084-DC33308DC45A}"/>
          </ac:graphicFrameMkLst>
        </pc:graphicFrameChg>
        <pc:graphicFrameChg chg="del modGraphic">
          <ac:chgData name="Owais Ahmed" userId="6abc7d4556b3b071" providerId="LiveId" clId="{88CFE61D-E4E2-459B-8BEE-94DB871EE3F2}" dt="2023-11-29T06:11:49.354" v="9947" actId="478"/>
          <ac:graphicFrameMkLst>
            <pc:docMk/>
            <pc:sldMk cId="2453337424" sldId="2604"/>
            <ac:graphicFrameMk id="7" creationId="{B060707E-C153-DAE8-9CE6-244E6BF82B13}"/>
          </ac:graphicFrameMkLst>
        </pc:graphicFrameChg>
      </pc:sldChg>
      <pc:sldChg chg="modSp add mod ord modAnim">
        <pc:chgData name="Owais Ahmed" userId="6abc7d4556b3b071" providerId="LiveId" clId="{88CFE61D-E4E2-459B-8BEE-94DB871EE3F2}" dt="2023-11-29T06:52:26.774" v="11632" actId="20577"/>
        <pc:sldMkLst>
          <pc:docMk/>
          <pc:sldMk cId="1108428223" sldId="2605"/>
        </pc:sldMkLst>
        <pc:spChg chg="mod">
          <ac:chgData name="Owais Ahmed" userId="6abc7d4556b3b071" providerId="LiveId" clId="{88CFE61D-E4E2-459B-8BEE-94DB871EE3F2}" dt="2023-11-29T06:52:26.774" v="11632" actId="20577"/>
          <ac:spMkLst>
            <pc:docMk/>
            <pc:sldMk cId="1108428223" sldId="2605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07:45:30.157" v="13645" actId="113"/>
        <pc:sldMkLst>
          <pc:docMk/>
          <pc:sldMk cId="823378809" sldId="2606"/>
        </pc:sldMkLst>
        <pc:spChg chg="mod">
          <ac:chgData name="Owais Ahmed" userId="6abc7d4556b3b071" providerId="LiveId" clId="{88CFE61D-E4E2-459B-8BEE-94DB871EE3F2}" dt="2023-11-29T07:45:30.157" v="13645" actId="113"/>
          <ac:spMkLst>
            <pc:docMk/>
            <pc:sldMk cId="823378809" sldId="260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07:45:33.837" v="13647" actId="113"/>
        <pc:sldMkLst>
          <pc:docMk/>
          <pc:sldMk cId="1705029679" sldId="2607"/>
        </pc:sldMkLst>
        <pc:spChg chg="mod">
          <ac:chgData name="Owais Ahmed" userId="6abc7d4556b3b071" providerId="LiveId" clId="{88CFE61D-E4E2-459B-8BEE-94DB871EE3F2}" dt="2023-11-29T07:45:33.837" v="13647" actId="113"/>
          <ac:spMkLst>
            <pc:docMk/>
            <pc:sldMk cId="1705029679" sldId="260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07:44:40.946" v="13642" actId="20577"/>
        <pc:sldMkLst>
          <pc:docMk/>
          <pc:sldMk cId="2118845448" sldId="2608"/>
        </pc:sldMkLst>
        <pc:spChg chg="mod">
          <ac:chgData name="Owais Ahmed" userId="6abc7d4556b3b071" providerId="LiveId" clId="{88CFE61D-E4E2-459B-8BEE-94DB871EE3F2}" dt="2023-11-29T07:44:40.946" v="13642" actId="20577"/>
          <ac:spMkLst>
            <pc:docMk/>
            <pc:sldMk cId="2118845448" sldId="2608"/>
            <ac:spMk id="3" creationId="{4A1C0383-58FE-E486-295E-B33B8683B938}"/>
          </ac:spMkLst>
        </pc:spChg>
      </pc:sldChg>
      <pc:sldChg chg="modSp add mod ord modAnim modNotesTx">
        <pc:chgData name="Owais Ahmed" userId="6abc7d4556b3b071" providerId="LiveId" clId="{88CFE61D-E4E2-459B-8BEE-94DB871EE3F2}" dt="2023-11-29T07:54:29.154" v="14258" actId="6549"/>
        <pc:sldMkLst>
          <pc:docMk/>
          <pc:sldMk cId="2295888877" sldId="2609"/>
        </pc:sldMkLst>
        <pc:spChg chg="mod">
          <ac:chgData name="Owais Ahmed" userId="6abc7d4556b3b071" providerId="LiveId" clId="{88CFE61D-E4E2-459B-8BEE-94DB871EE3F2}" dt="2023-11-29T07:54:29.154" v="14258" actId="6549"/>
          <ac:spMkLst>
            <pc:docMk/>
            <pc:sldMk cId="2295888877" sldId="260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08:16:09.832" v="15079"/>
        <pc:sldMkLst>
          <pc:docMk/>
          <pc:sldMk cId="2858408944" sldId="2610"/>
        </pc:sldMkLst>
        <pc:spChg chg="mod">
          <ac:chgData name="Owais Ahmed" userId="6abc7d4556b3b071" providerId="LiveId" clId="{88CFE61D-E4E2-459B-8BEE-94DB871EE3F2}" dt="2023-11-29T08:16:09.832" v="15079"/>
          <ac:spMkLst>
            <pc:docMk/>
            <pc:sldMk cId="2858408944" sldId="2610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88CFE61D-E4E2-459B-8BEE-94DB871EE3F2}" dt="2023-11-29T10:40:53.734" v="17097" actId="20577"/>
        <pc:sldMkLst>
          <pc:docMk/>
          <pc:sldMk cId="1405760968" sldId="2611"/>
        </pc:sldMkLst>
        <pc:spChg chg="mod">
          <ac:chgData name="Owais Ahmed" userId="6abc7d4556b3b071" providerId="LiveId" clId="{88CFE61D-E4E2-459B-8BEE-94DB871EE3F2}" dt="2023-11-29T10:40:53.734" v="17097" actId="20577"/>
          <ac:spMkLst>
            <pc:docMk/>
            <pc:sldMk cId="1405760968" sldId="26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10:08:53.752" v="16575" actId="20577"/>
        <pc:sldMkLst>
          <pc:docMk/>
          <pc:sldMk cId="1787892858" sldId="2612"/>
        </pc:sldMkLst>
        <pc:spChg chg="mod">
          <ac:chgData name="Owais Ahmed" userId="6abc7d4556b3b071" providerId="LiveId" clId="{88CFE61D-E4E2-459B-8BEE-94DB871EE3F2}" dt="2023-11-29T10:08:53.752" v="16575" actId="20577"/>
          <ac:spMkLst>
            <pc:docMk/>
            <pc:sldMk cId="1787892858" sldId="2612"/>
            <ac:spMk id="3" creationId="{4A1C0383-58FE-E486-295E-B33B8683B938}"/>
          </ac:spMkLst>
        </pc:spChg>
      </pc:sldChg>
      <pc:sldChg chg="modSp add mod addAnim delAnim modAnim">
        <pc:chgData name="Owais Ahmed" userId="6abc7d4556b3b071" providerId="LiveId" clId="{88CFE61D-E4E2-459B-8BEE-94DB871EE3F2}" dt="2023-11-29T10:55:03.345" v="17345" actId="20577"/>
        <pc:sldMkLst>
          <pc:docMk/>
          <pc:sldMk cId="2686934128" sldId="2613"/>
        </pc:sldMkLst>
        <pc:spChg chg="mod">
          <ac:chgData name="Owais Ahmed" userId="6abc7d4556b3b071" providerId="LiveId" clId="{88CFE61D-E4E2-459B-8BEE-94DB871EE3F2}" dt="2023-11-29T10:55:03.345" v="17345" actId="20577"/>
          <ac:spMkLst>
            <pc:docMk/>
            <pc:sldMk cId="2686934128" sldId="2613"/>
            <ac:spMk id="3" creationId="{4A1C0383-58FE-E486-295E-B33B8683B938}"/>
          </ac:spMkLst>
        </pc:spChg>
        <pc:spChg chg="mod">
          <ac:chgData name="Owais Ahmed" userId="6abc7d4556b3b071" providerId="LiveId" clId="{88CFE61D-E4E2-459B-8BEE-94DB871EE3F2}" dt="2023-11-29T09:59:18.843" v="16331" actId="20577"/>
          <ac:spMkLst>
            <pc:docMk/>
            <pc:sldMk cId="2686934128" sldId="261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8CFE61D-E4E2-459B-8BEE-94DB871EE3F2}" dt="2023-11-29T11:06:55.817" v="17741" actId="20577"/>
        <pc:sldMkLst>
          <pc:docMk/>
          <pc:sldMk cId="906824702" sldId="2614"/>
        </pc:sldMkLst>
        <pc:spChg chg="mod">
          <ac:chgData name="Owais Ahmed" userId="6abc7d4556b3b071" providerId="LiveId" clId="{88CFE61D-E4E2-459B-8BEE-94DB871EE3F2}" dt="2023-11-29T11:06:55.817" v="17741" actId="20577"/>
          <ac:spMkLst>
            <pc:docMk/>
            <pc:sldMk cId="906824702" sldId="2614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88CFE61D-E4E2-459B-8BEE-94DB871EE3F2}" dt="2023-11-29T10:56:43.812" v="17398" actId="47"/>
        <pc:sldMkLst>
          <pc:docMk/>
          <pc:sldMk cId="1422744251" sldId="2614"/>
        </pc:sldMkLst>
        <pc:spChg chg="mod">
          <ac:chgData name="Owais Ahmed" userId="6abc7d4556b3b071" providerId="LiveId" clId="{88CFE61D-E4E2-459B-8BEE-94DB871EE3F2}" dt="2023-11-29T10:56:17.424" v="17393" actId="20577"/>
          <ac:spMkLst>
            <pc:docMk/>
            <pc:sldMk cId="1422744251" sldId="26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11:20:38.428" v="18002" actId="20577"/>
        <pc:sldMkLst>
          <pc:docMk/>
          <pc:sldMk cId="703285670" sldId="2615"/>
        </pc:sldMkLst>
        <pc:spChg chg="mod">
          <ac:chgData name="Owais Ahmed" userId="6abc7d4556b3b071" providerId="LiveId" clId="{88CFE61D-E4E2-459B-8BEE-94DB871EE3F2}" dt="2023-11-29T11:20:38.428" v="18002" actId="20577"/>
          <ac:spMkLst>
            <pc:docMk/>
            <pc:sldMk cId="703285670" sldId="2615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88CFE61D-E4E2-459B-8BEE-94DB871EE3F2}" dt="2023-11-29T11:26:28.047" v="18403" actId="20577"/>
        <pc:sldMkLst>
          <pc:docMk/>
          <pc:sldMk cId="4200592420" sldId="2616"/>
        </pc:sldMkLst>
        <pc:spChg chg="mod">
          <ac:chgData name="Owais Ahmed" userId="6abc7d4556b3b071" providerId="LiveId" clId="{88CFE61D-E4E2-459B-8BEE-94DB871EE3F2}" dt="2023-11-29T11:26:28.047" v="18403" actId="20577"/>
          <ac:spMkLst>
            <pc:docMk/>
            <pc:sldMk cId="4200592420" sldId="2616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F42522E0-99CE-4106-9440-FDFEF3B733BF}"/>
    <pc:docChg chg="custSel addSld delSld modSld">
      <pc:chgData name="Owais Ahmed" userId="6abc7d4556b3b071" providerId="LiveId" clId="{F42522E0-99CE-4106-9440-FDFEF3B733BF}" dt="2023-11-22T15:48:47.998" v="12" actId="1076"/>
      <pc:docMkLst>
        <pc:docMk/>
      </pc:docMkLst>
      <pc:sldChg chg="del">
        <pc:chgData name="Owais Ahmed" userId="6abc7d4556b3b071" providerId="LiveId" clId="{F42522E0-99CE-4106-9440-FDFEF3B733BF}" dt="2023-11-22T15:47:15.539" v="1" actId="47"/>
        <pc:sldMkLst>
          <pc:docMk/>
          <pc:sldMk cId="2642061684" sldId="2581"/>
        </pc:sldMkLst>
      </pc:sldChg>
      <pc:sldChg chg="addSp delSp modSp add mod delAnim modAnim">
        <pc:chgData name="Owais Ahmed" userId="6abc7d4556b3b071" providerId="LiveId" clId="{F42522E0-99CE-4106-9440-FDFEF3B733BF}" dt="2023-11-22T15:48:47.998" v="12" actId="1076"/>
        <pc:sldMkLst>
          <pc:docMk/>
          <pc:sldMk cId="386739838" sldId="2582"/>
        </pc:sldMkLst>
        <pc:spChg chg="del">
          <ac:chgData name="Owais Ahmed" userId="6abc7d4556b3b071" providerId="LiveId" clId="{F42522E0-99CE-4106-9440-FDFEF3B733BF}" dt="2023-11-22T15:47:25.417" v="7" actId="478"/>
          <ac:spMkLst>
            <pc:docMk/>
            <pc:sldMk cId="386739838" sldId="2582"/>
            <ac:spMk id="45" creationId="{9461B18B-6838-7194-7627-74E0FA77C8B6}"/>
          </ac:spMkLst>
        </pc:spChg>
        <pc:spChg chg="mod">
          <ac:chgData name="Owais Ahmed" userId="6abc7d4556b3b071" providerId="LiveId" clId="{F42522E0-99CE-4106-9440-FDFEF3B733BF}" dt="2023-11-22T15:47:19.703" v="6" actId="20577"/>
          <ac:spMkLst>
            <pc:docMk/>
            <pc:sldMk cId="386739838" sldId="2582"/>
            <ac:spMk id="215" creationId="{00000000-0000-0000-0000-000000000000}"/>
          </ac:spMkLst>
        </pc:spChg>
        <pc:graphicFrameChg chg="add mod">
          <ac:chgData name="Owais Ahmed" userId="6abc7d4556b3b071" providerId="LiveId" clId="{F42522E0-99CE-4106-9440-FDFEF3B733BF}" dt="2023-11-22T15:48:47.998" v="12" actId="1076"/>
          <ac:graphicFrameMkLst>
            <pc:docMk/>
            <pc:sldMk cId="386739838" sldId="2582"/>
            <ac:graphicFrameMk id="3" creationId="{CB0773A7-9864-4F79-3A7F-29C656B6C8CF}"/>
          </ac:graphicFrameMkLst>
        </pc:graphicFrameChg>
        <pc:graphicFrameChg chg="modGraphic">
          <ac:chgData name="Owais Ahmed" userId="6abc7d4556b3b071" providerId="LiveId" clId="{F42522E0-99CE-4106-9440-FDFEF3B733BF}" dt="2023-11-22T15:48:06.417" v="9" actId="207"/>
          <ac:graphicFrameMkLst>
            <pc:docMk/>
            <pc:sldMk cId="386739838" sldId="2582"/>
            <ac:graphicFrameMk id="4" creationId="{25FA11BA-519C-B8E9-CDB3-AA9CD3B98FEF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5" creationId="{6988EEDA-FA31-6010-195D-2FA146412BEA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6" creationId="{DCED0645-2FD9-0B0E-0829-10FADA5B13B3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7" creationId="{82DC31B5-9D70-1DF3-9FC5-2BE0B9078ED6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29" creationId="{378D95FF-EAC6-5505-CE93-CCDDB49605E7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0" creationId="{D87B8439-7978-2873-4B35-FD9BB274BFB1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1" creationId="{7E9772CF-6A16-D910-45CA-F86BA061F819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2" creationId="{2B479B8B-CFA3-C856-0171-6D1F1B6F7654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3" creationId="{47398C62-B6F2-DE3E-87F8-194E7987DC31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4" creationId="{CFB62991-040B-52EC-EA81-1DCB5977BA47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5" creationId="{D8D45612-962F-46E4-7F77-366ACF2CE96E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6" creationId="{914283B1-5C00-2230-D60E-2E09CB35BB2D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7" creationId="{D90D1344-34A7-3B67-3689-E219C3230CA4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38" creationId="{41463D03-CA79-94B2-2B12-7AC83D11286F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40" creationId="{1997377A-EC98-D977-9D02-E0E9EACA4E92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43" creationId="{94C61B5E-A580-FD77-4963-BFD5AB4EA764}"/>
          </ac:graphicFrameMkLst>
        </pc:graphicFrameChg>
        <pc:graphicFrameChg chg="del">
          <ac:chgData name="Owais Ahmed" userId="6abc7d4556b3b071" providerId="LiveId" clId="{F42522E0-99CE-4106-9440-FDFEF3B733BF}" dt="2023-11-22T15:48:31.604" v="10" actId="478"/>
          <ac:graphicFrameMkLst>
            <pc:docMk/>
            <pc:sldMk cId="386739838" sldId="2582"/>
            <ac:graphicFrameMk id="44" creationId="{4B3E5247-7D93-5B34-D0DC-31E11377FB9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91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29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4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78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522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991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2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92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19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43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48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980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838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82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3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microsoft.com/office/2007/relationships/hdphoto" Target="../media/hdphoto1.wdp"/><Relationship Id="rId7" Type="http://schemas.openxmlformats.org/officeDocument/2006/relationships/image" Target="../media/image5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 dirty="0"/>
              <a:t>Quicksort</a:t>
            </a:r>
          </a:p>
          <a:p>
            <a:r>
              <a:rPr lang="en-US" dirty="0"/>
              <a:t>Quicksort Simulation</a:t>
            </a:r>
          </a:p>
          <a:p>
            <a:r>
              <a:rPr lang="en-US" dirty="0"/>
              <a:t>Quicksort - 1</a:t>
            </a:r>
            <a:r>
              <a:rPr lang="en-US" baseline="30000" dirty="0"/>
              <a:t>st</a:t>
            </a:r>
            <a:r>
              <a:rPr lang="en-US" dirty="0"/>
              <a:t> pass</a:t>
            </a:r>
          </a:p>
          <a:p>
            <a:r>
              <a:rPr lang="en-US" dirty="0"/>
              <a:t>Quicksort – 2</a:t>
            </a:r>
            <a:r>
              <a:rPr lang="en-US" baseline="30000" dirty="0"/>
              <a:t>nd</a:t>
            </a:r>
            <a:r>
              <a:rPr lang="en-US" dirty="0"/>
              <a:t> pass</a:t>
            </a:r>
          </a:p>
          <a:p>
            <a:r>
              <a:rPr lang="en-US" dirty="0"/>
              <a:t>Quicksort – 3</a:t>
            </a:r>
            <a:r>
              <a:rPr lang="en-US" baseline="30000" dirty="0"/>
              <a:t>rd</a:t>
            </a:r>
            <a:r>
              <a:rPr lang="en-US" dirty="0"/>
              <a:t> pass</a:t>
            </a:r>
          </a:p>
          <a:p>
            <a:r>
              <a:rPr lang="en-US" dirty="0"/>
              <a:t>Exercise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Quick Sort is another widely used algorithm for sorting.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It has some advantages over Merge sort. It does not require additional space and works faster with smaller datasets.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Quick sort is preferred for Static arrays, while Merge Sort for Dynamic data structures.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It is not </a:t>
                </a:r>
                <a:r>
                  <a:rPr lang="en-US" sz="3200" i="1" u="sng" dirty="0"/>
                  <a:t>stable</a:t>
                </a:r>
                <a:r>
                  <a:rPr lang="en-US" sz="3200" dirty="0"/>
                  <a:t> and has a complexity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3200" dirty="0"/>
                  <a:t> in worst case scenario,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for best and average case scenarios.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u="sng" dirty="0"/>
                  <a:t>The algorithm chooses a pivot element and recursively partitions while keeping smaller values on its left and larger values on right side.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79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Simulation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B0773A7-9864-4F79-3A7F-29C656B6C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815590"/>
                  </p:ext>
                </p:extLst>
              </p:nvPr>
            </p:nvGraphicFramePr>
            <p:xfrm>
              <a:off x="2345442" y="1753820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B0773A7-9864-4F79-3A7F-29C656B6C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815590"/>
                  </p:ext>
                </p:extLst>
              </p:nvPr>
            </p:nvGraphicFramePr>
            <p:xfrm>
              <a:off x="2345442" y="1753820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460156" t="-18868" r="-404688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870" t="-216981" r="-97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101754" t="-216981" r="-881579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855814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2708612"/>
                <a:ext cx="11743016" cy="3766803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Yellow represents a Pivot value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(you can choose any value you want).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Green represents pointer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, which runs from left to right and determines whether an element is greater than or equal to pivot or not.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Blue represents pointer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, which runs from right to left and determines whether an element is smaller than pivot or not.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2708612"/>
                <a:ext cx="11743016" cy="3766803"/>
              </a:xfrm>
              <a:prstGeom prst="rect">
                <a:avLst/>
              </a:prstGeom>
              <a:blipFill>
                <a:blip r:embed="rId4"/>
                <a:stretch>
                  <a:fillRect l="-1038" t="-485" r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3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1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B0773A7-9864-4F79-3A7F-29C656B6C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007778"/>
                  </p:ext>
                </p:extLst>
              </p:nvPr>
            </p:nvGraphicFramePr>
            <p:xfrm>
              <a:off x="2345442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B0773A7-9864-4F79-3A7F-29C656B6C8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007778"/>
                  </p:ext>
                </p:extLst>
              </p:nvPr>
            </p:nvGraphicFramePr>
            <p:xfrm>
              <a:off x="2345442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460156" t="-18868" r="-404688" b="-2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870" t="-216981" r="-973043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101754" t="-216981" r="-881579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855814" t="-216981" r="-1550" b="-33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starts by moving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towards right. We stop if value 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is greater than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  <a:blipFill>
                <a:blip r:embed="rId4"/>
                <a:stretch>
                  <a:fillRect l="-1142" t="-1429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9B9249F-0724-22E3-FC0A-BB378333F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258007"/>
                  </p:ext>
                </p:extLst>
              </p:nvPr>
            </p:nvGraphicFramePr>
            <p:xfrm>
              <a:off x="2335717" y="5037137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9B9249F-0724-22E3-FC0A-BB378333F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258007"/>
                  </p:ext>
                </p:extLst>
              </p:nvPr>
            </p:nvGraphicFramePr>
            <p:xfrm>
              <a:off x="2335717" y="5037137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55814" t="-19231" r="-400775" b="-2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21154" r="-972174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1754" t="-221154" r="-880702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200000" t="-221154" r="-77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02632" t="-221154" r="-679825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55039" t="-221154" r="-1550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3764671"/>
                <a:ext cx="11743016" cy="127246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at index 3,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will be stopped here.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3764671"/>
                <a:ext cx="11743016" cy="1272466"/>
              </a:xfrm>
              <a:prstGeom prst="rect">
                <a:avLst/>
              </a:prstGeom>
              <a:blipFill>
                <a:blip r:embed="rId6"/>
                <a:stretch>
                  <a:fillRect l="-1142" t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27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1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now starts moving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towards left. We stop if value 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is smaller than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  <a:blipFill>
                <a:blip r:embed="rId3"/>
                <a:stretch>
                  <a:fillRect l="-1142" t="-1429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3764670"/>
                <a:ext cx="11743016" cy="1669693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at index 7,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will be stopped here.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Always remember! Values on left should be smaller and on right should be greater than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3764670"/>
                <a:ext cx="11743016" cy="1669693"/>
              </a:xfrm>
              <a:prstGeom prst="rect">
                <a:avLst/>
              </a:prstGeom>
              <a:blipFill>
                <a:blip r:embed="rId4"/>
                <a:stretch>
                  <a:fillRect l="-1038" t="-4396" b="-7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276FEB1-0ADD-902E-C65E-0191AE1B81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4409465"/>
                  </p:ext>
                </p:extLst>
              </p:nvPr>
            </p:nvGraphicFramePr>
            <p:xfrm>
              <a:off x="2335717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276FEB1-0ADD-902E-C65E-0191AE1B81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4409465"/>
                  </p:ext>
                </p:extLst>
              </p:nvPr>
            </p:nvGraphicFramePr>
            <p:xfrm>
              <a:off x="2335717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55814" t="-18868" r="-400775" b="-2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16981" r="-972174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02632" t="-216981" r="-679825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55039" t="-216981" r="-1550" b="-33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0626004-34C7-4619-7AE3-54A57E5219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5688396"/>
                  </p:ext>
                </p:extLst>
              </p:nvPr>
            </p:nvGraphicFramePr>
            <p:xfrm>
              <a:off x="2345442" y="5434363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F0626004-34C7-4619-7AE3-54A57E5219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5688396"/>
                  </p:ext>
                </p:extLst>
              </p:nvPr>
            </p:nvGraphicFramePr>
            <p:xfrm>
              <a:off x="2345442" y="5434363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60156" t="-18868" r="-404688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870" t="-216981" r="-97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300000" t="-216981" r="-67391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655814" t="-216981" r="-2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755814" t="-216981" r="-1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855814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582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1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671555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Now than both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have halted: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Check if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 have crossed each other. If they have, then swap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000" dirty="0"/>
                  <a:t> and split into sub-problems.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Otherwise swap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3000" dirty="0"/>
                  <a:t> and resume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again. In our case,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 have not crossed each other. Therefore, we swap 10 and 2: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671555"/>
              </a:xfrm>
              <a:prstGeom prst="rect">
                <a:avLst/>
              </a:prstGeom>
              <a:blipFill>
                <a:blip r:embed="rId3"/>
                <a:stretch>
                  <a:fillRect l="-1038" t="-2050" b="-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E9C430A-0B67-FA8B-631F-E2E5EF1676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1109897"/>
                  </p:ext>
                </p:extLst>
              </p:nvPr>
            </p:nvGraphicFramePr>
            <p:xfrm>
              <a:off x="2345442" y="4204143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E9C430A-0B67-FA8B-631F-E2E5EF1676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1109897"/>
                  </p:ext>
                </p:extLst>
              </p:nvPr>
            </p:nvGraphicFramePr>
            <p:xfrm>
              <a:off x="2345442" y="4204143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460156" t="-18868" r="-404688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870" t="-216981" r="-97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300000" t="-216981" r="-67391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655814" t="-216981" r="-2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C046CED-3D4A-9580-E761-B0334956E8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6961064"/>
                  </p:ext>
                </p:extLst>
              </p:nvPr>
            </p:nvGraphicFramePr>
            <p:xfrm>
              <a:off x="2335717" y="5325412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C046CED-3D4A-9580-E761-B0334956E8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6961064"/>
                  </p:ext>
                </p:extLst>
              </p:nvPr>
            </p:nvGraphicFramePr>
            <p:xfrm>
              <a:off x="2335717" y="5325412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55814" t="-18868" r="-400775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16981" r="-972174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02632" t="-216981" r="-679825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660938" t="-216981" r="-203125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755039" t="-216981" r="-1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55039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306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1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Resume moving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towards left.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  <a:blipFill>
                <a:blip r:embed="rId3"/>
                <a:stretch>
                  <a:fillRect l="-1142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3764670"/>
                <a:ext cx="11743016" cy="166969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at index 6,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will be stopped here.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3764670"/>
                <a:ext cx="11743016" cy="1669693"/>
              </a:xfrm>
              <a:prstGeom prst="rect">
                <a:avLst/>
              </a:prstGeom>
              <a:blipFill>
                <a:blip r:embed="rId4"/>
                <a:stretch>
                  <a:fillRect l="-1142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390C5E-0672-FCC6-D0F6-5FD437E389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3282503"/>
                  </p:ext>
                </p:extLst>
              </p:nvPr>
            </p:nvGraphicFramePr>
            <p:xfrm>
              <a:off x="2345442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7390C5E-0672-FCC6-D0F6-5FD437E389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3282503"/>
                  </p:ext>
                </p:extLst>
              </p:nvPr>
            </p:nvGraphicFramePr>
            <p:xfrm>
              <a:off x="2345442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60156" t="-18868" r="-404688" b="-2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16981" r="-973043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00000" t="-216981" r="-673913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655814" t="-216981" r="-201550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345A4F-214B-BA9D-432B-5DB3E728BC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187831"/>
                  </p:ext>
                </p:extLst>
              </p:nvPr>
            </p:nvGraphicFramePr>
            <p:xfrm>
              <a:off x="2345442" y="5434362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345A4F-214B-BA9D-432B-5DB3E728BC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187831"/>
                  </p:ext>
                </p:extLst>
              </p:nvPr>
            </p:nvGraphicFramePr>
            <p:xfrm>
              <a:off x="2345442" y="5434362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60156" t="-18868" r="-404688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870" t="-216981" r="-97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300000" t="-216981" r="-67391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356589" t="-216981" r="-500775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60156" t="-216981" r="-404688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555814" t="-216981" r="-3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655814" t="-216981" r="-2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937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1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Now we move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until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277291"/>
              </a:xfrm>
              <a:prstGeom prst="rect">
                <a:avLst/>
              </a:prstGeom>
              <a:blipFill>
                <a:blip r:embed="rId3"/>
                <a:stretch>
                  <a:fillRect l="-1142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3764670"/>
                <a:ext cx="11743016" cy="166969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Since at index 5,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therefore,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will be stopped here.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2BEE15B-9D89-058B-BFA6-2FC4D2B5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3764670"/>
                <a:ext cx="11743016" cy="1669693"/>
              </a:xfrm>
              <a:prstGeom prst="rect">
                <a:avLst/>
              </a:prstGeom>
              <a:blipFill>
                <a:blip r:embed="rId4"/>
                <a:stretch>
                  <a:fillRect l="-1142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345A4F-214B-BA9D-432B-5DB3E728BC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3322110"/>
                  </p:ext>
                </p:extLst>
              </p:nvPr>
            </p:nvGraphicFramePr>
            <p:xfrm>
              <a:off x="2345442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6345A4F-214B-BA9D-432B-5DB3E728BC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3322110"/>
                  </p:ext>
                </p:extLst>
              </p:nvPr>
            </p:nvGraphicFramePr>
            <p:xfrm>
              <a:off x="2345442" y="2809879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60156" t="-18868" r="-404688" b="-2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16981" r="-973043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555814" t="-216981" r="-301550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655814" t="-216981" r="-201550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755814" t="-216981" r="-101550" b="-3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55814" t="-216981" r="-1550" b="-33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0540A20-EC72-0C27-E9A5-BCF69AFEED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1809091"/>
                  </p:ext>
                </p:extLst>
              </p:nvPr>
            </p:nvGraphicFramePr>
            <p:xfrm>
              <a:off x="2345442" y="5434362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0540A20-EC72-0C27-E9A5-BCF69AFEED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1809091"/>
                  </p:ext>
                </p:extLst>
              </p:nvPr>
            </p:nvGraphicFramePr>
            <p:xfrm>
              <a:off x="2345442" y="5434362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60156" t="-18868" r="-404688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870" t="-216981" r="-97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60156" t="-216981" r="-404688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555814" t="-216981" r="-3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655814" t="-216981" r="-2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3833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1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671555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Now than both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have halted: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Check if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 have crossed each other. If they have, then swap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000" dirty="0"/>
                  <a:t> and split into sub-problems.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Otherwise swap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3000" dirty="0"/>
                  <a:t> and resume from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again.  In our case,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 have crossed each other. Therefore,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000" dirty="0"/>
                  <a:t> will be swapped with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have completed the 1</a:t>
                </a:r>
                <a:r>
                  <a:rPr lang="en-US" sz="3200" baseline="30000" dirty="0"/>
                  <a:t>st</a:t>
                </a:r>
                <a:r>
                  <a:rPr lang="en-US" sz="3200" dirty="0"/>
                  <a:t> pass and 9 is now at its correct position.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671555"/>
              </a:xfrm>
              <a:prstGeom prst="rect">
                <a:avLst/>
              </a:prstGeom>
              <a:blipFill>
                <a:blip r:embed="rId3"/>
                <a:stretch>
                  <a:fillRect l="-727" t="-1595" r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CFA18B6-2759-5097-F63C-1004C82B44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323743"/>
                  </p:ext>
                </p:extLst>
              </p:nvPr>
            </p:nvGraphicFramePr>
            <p:xfrm>
              <a:off x="2345442" y="5378671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CFA18B6-2759-5097-F63C-1004C82B44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323743"/>
                  </p:ext>
                </p:extLst>
              </p:nvPr>
            </p:nvGraphicFramePr>
            <p:xfrm>
              <a:off x="2345442" y="5378671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460156" t="-19231" r="-404688" b="-228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460156" t="-221154" r="-404688" b="-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9FF941B-F887-2249-7317-41AA8C43FF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561293"/>
                  </p:ext>
                </p:extLst>
              </p:nvPr>
            </p:nvGraphicFramePr>
            <p:xfrm>
              <a:off x="2345442" y="4204143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9FF941B-F887-2249-7317-41AA8C43FF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561293"/>
                  </p:ext>
                </p:extLst>
              </p:nvPr>
            </p:nvGraphicFramePr>
            <p:xfrm>
              <a:off x="2345442" y="4204143"/>
              <a:ext cx="750111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60156" t="-18868" r="-404688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16981" r="-97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60156" t="-216981" r="-404688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555814" t="-216981" r="-3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2595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2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0548F9-CCC7-0FF6-9D1A-1DF5E4189457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4185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Array is now ready to be split into two subproblems.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pivots and pointers will be defined for both subarrays.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CFA18B6-2759-5097-F63C-1004C82B44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0562212"/>
                  </p:ext>
                </p:extLst>
              </p:nvPr>
            </p:nvGraphicFramePr>
            <p:xfrm>
              <a:off x="2345442" y="2951175"/>
              <a:ext cx="750111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CFA18B6-2759-5097-F63C-1004C82B44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0562212"/>
                  </p:ext>
                </p:extLst>
              </p:nvPr>
            </p:nvGraphicFramePr>
            <p:xfrm>
              <a:off x="2345442" y="2951175"/>
              <a:ext cx="750111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460156" t="-20755" r="-40468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974785-C9CC-6D1A-4ADC-4544E6F63D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0270557"/>
                  </p:ext>
                </p:extLst>
              </p:nvPr>
            </p:nvGraphicFramePr>
            <p:xfrm>
              <a:off x="2341334" y="4593055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974785-C9CC-6D1A-4ADC-4544E6F63D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0270557"/>
                  </p:ext>
                </p:extLst>
              </p:nvPr>
            </p:nvGraphicFramePr>
            <p:xfrm>
              <a:off x="2341334" y="4593055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870" t="-216981" r="-41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1754" t="-216981" r="-316667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355814" t="-216981" r="-2326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D7A71A9-ADDF-6A6D-4DE9-829EE27A8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1567785"/>
                  </p:ext>
                </p:extLst>
              </p:nvPr>
            </p:nvGraphicFramePr>
            <p:xfrm>
              <a:off x="6707654" y="4593055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D7A71A9-ADDF-6A6D-4DE9-829EE27A8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1567785"/>
                  </p:ext>
                </p:extLst>
              </p:nvPr>
            </p:nvGraphicFramePr>
            <p:xfrm>
              <a:off x="6707654" y="4593055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775" t="-216981" r="-3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0775" t="-216981" r="-2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00775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532A4D-1748-AFA6-4AC7-E0E6ED8451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730599"/>
                  </p:ext>
                </p:extLst>
              </p:nvPr>
            </p:nvGraphicFramePr>
            <p:xfrm>
              <a:off x="5922928" y="3744775"/>
              <a:ext cx="78472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2587939458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25320682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834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532A4D-1748-AFA6-4AC7-E0E6ED8451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730599"/>
                  </p:ext>
                </p:extLst>
              </p:nvPr>
            </p:nvGraphicFramePr>
            <p:xfrm>
              <a:off x="5922928" y="3744775"/>
              <a:ext cx="78472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2587939458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769" t="-1887" r="-1538" b="-145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320682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834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944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2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 (Left Subarray)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90"/>
                <a:ext cx="11743016" cy="657952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Start moving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towards right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towards left until they cross each other.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90"/>
                <a:ext cx="11743016" cy="657952"/>
              </a:xfrm>
              <a:prstGeom prst="rect">
                <a:avLst/>
              </a:prstGeom>
              <a:blipFill>
                <a:blip r:embed="rId3"/>
                <a:stretch>
                  <a:fillRect l="-830" t="-4630" b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974785-C9CC-6D1A-4ADC-4544E6F63D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3261501"/>
                  </p:ext>
                </p:extLst>
              </p:nvPr>
            </p:nvGraphicFramePr>
            <p:xfrm>
              <a:off x="556699" y="2190542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2974785-C9CC-6D1A-4ADC-4544E6F63D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3261501"/>
                  </p:ext>
                </p:extLst>
              </p:nvPr>
            </p:nvGraphicFramePr>
            <p:xfrm>
              <a:off x="556699" y="2190542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870" t="-221154" r="-41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0870" t="-221154" r="-31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356589" t="-221154" r="-1550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44F7E4D-B186-EBB2-20B2-5C8962E6B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019789"/>
                  </p:ext>
                </p:extLst>
              </p:nvPr>
            </p:nvGraphicFramePr>
            <p:xfrm>
              <a:off x="556699" y="3302939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244F7E4D-B186-EBB2-20B2-5C8962E6BE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4019789"/>
                  </p:ext>
                </p:extLst>
              </p:nvPr>
            </p:nvGraphicFramePr>
            <p:xfrm>
              <a:off x="556699" y="3302939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70" t="-216981" r="-41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0870" t="-216981" r="-31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56589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D75AD94-5F76-735B-3BF7-48D7264B86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377716"/>
                  </p:ext>
                </p:extLst>
              </p:nvPr>
            </p:nvGraphicFramePr>
            <p:xfrm>
              <a:off x="556699" y="4421198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8D75AD94-5F76-735B-3BF7-48D7264B86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4377716"/>
                  </p:ext>
                </p:extLst>
              </p:nvPr>
            </p:nvGraphicFramePr>
            <p:xfrm>
              <a:off x="556699" y="4421198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870" t="-223077" r="-41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100870" t="-223077" r="-31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202632" t="-223077" r="-215789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356589" t="-223077" r="-1550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46B3E0E3-8F80-AD74-D8F0-03C46B0C71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6273090"/>
                  </p:ext>
                </p:extLst>
              </p:nvPr>
            </p:nvGraphicFramePr>
            <p:xfrm>
              <a:off x="556699" y="5539457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46B3E0E3-8F80-AD74-D8F0-03C46B0C71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6273090"/>
                  </p:ext>
                </p:extLst>
              </p:nvPr>
            </p:nvGraphicFramePr>
            <p:xfrm>
              <a:off x="556699" y="5539457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7"/>
                          <a:stretch>
                            <a:fillRect l="-870" t="-216981" r="-41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7"/>
                          <a:stretch>
                            <a:fillRect l="-202632" t="-216981" r="-215789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7"/>
                          <a:stretch>
                            <a:fillRect l="-300000" t="-216981" r="-11391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81CB57F-DFED-7388-B501-9690A210BE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78141"/>
                  </p:ext>
                </p:extLst>
              </p:nvPr>
            </p:nvGraphicFramePr>
            <p:xfrm>
              <a:off x="4467151" y="2190542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81CB57F-DFED-7388-B501-9690A210BE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78141"/>
                  </p:ext>
                </p:extLst>
              </p:nvPr>
            </p:nvGraphicFramePr>
            <p:xfrm>
              <a:off x="4467151" y="2190542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8"/>
                          <a:stretch>
                            <a:fillRect l="-870" t="-221154" r="-41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8"/>
                          <a:stretch>
                            <a:fillRect l="-202632" t="-221154" r="-215789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8"/>
                          <a:stretch>
                            <a:fillRect l="-300000" t="-221154" r="-11391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C54F532-DFAF-C83D-42FC-E771BF7B12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163306"/>
                  </p:ext>
                </p:extLst>
              </p:nvPr>
            </p:nvGraphicFramePr>
            <p:xfrm>
              <a:off x="4467151" y="3302939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gradFill flip="none" rotWithShape="1">
                          <a:gsLst>
                            <a:gs pos="0">
                              <a:srgbClr val="92D050"/>
                            </a:gs>
                            <a:gs pos="100000">
                              <a:srgbClr val="00B0F0">
                                <a:shade val="100000"/>
                                <a:satMod val="115000"/>
                              </a:srgbClr>
                            </a:gs>
                          </a:gsLst>
                          <a:lin ang="0" scaled="1"/>
                          <a:tileRect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C54F532-DFAF-C83D-42FC-E771BF7B12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163306"/>
                  </p:ext>
                </p:extLst>
              </p:nvPr>
            </p:nvGraphicFramePr>
            <p:xfrm>
              <a:off x="4467151" y="3302939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gradFill flip="none" rotWithShape="1">
                          <a:gsLst>
                            <a:gs pos="0">
                              <a:srgbClr val="92D050"/>
                            </a:gs>
                            <a:gs pos="100000">
                              <a:srgbClr val="00B0F0">
                                <a:shade val="100000"/>
                                <a:satMod val="115000"/>
                              </a:srgbClr>
                            </a:gs>
                          </a:gsLst>
                          <a:lin ang="0" scaled="1"/>
                          <a:tileRect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9"/>
                          <a:stretch>
                            <a:fillRect l="-870" t="-216981" r="-41304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9"/>
                          <a:stretch>
                            <a:fillRect l="-300000" t="-216981" r="-113913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311C1A6E-6B78-AC49-7804-C968832D30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188016"/>
                  </p:ext>
                </p:extLst>
              </p:nvPr>
            </p:nvGraphicFramePr>
            <p:xfrm>
              <a:off x="4467151" y="4415336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311C1A6E-6B78-AC49-7804-C968832D30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188016"/>
                  </p:ext>
                </p:extLst>
              </p:nvPr>
            </p:nvGraphicFramePr>
            <p:xfrm>
              <a:off x="4467151" y="4415336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10"/>
                          <a:stretch>
                            <a:fillRect l="-870" t="-221154" r="-41304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10"/>
                          <a:stretch>
                            <a:fillRect l="-202632" t="-221154" r="-215789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10"/>
                          <a:stretch>
                            <a:fillRect l="-300000" t="-221154" r="-11391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DB64A4C-641B-816F-34F2-D2E98DBCD2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225229"/>
                  </p:ext>
                </p:extLst>
              </p:nvPr>
            </p:nvGraphicFramePr>
            <p:xfrm>
              <a:off x="4467151" y="5539457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DB64A4C-641B-816F-34F2-D2E98DBCD2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8225229"/>
                  </p:ext>
                </p:extLst>
              </p:nvPr>
            </p:nvGraphicFramePr>
            <p:xfrm>
              <a:off x="4467151" y="5539457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11"/>
                          <a:stretch>
                            <a:fillRect l="-202632" t="-216981" r="-215789" b="-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B1694251-B67C-60C1-6A66-B6BA41FB28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2088304"/>
                  </p:ext>
                </p:extLst>
              </p:nvPr>
            </p:nvGraphicFramePr>
            <p:xfrm>
              <a:off x="8377603" y="2190542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B1694251-B67C-60C1-6A66-B6BA41FB28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2088304"/>
                  </p:ext>
                </p:extLst>
              </p:nvPr>
            </p:nvGraphicFramePr>
            <p:xfrm>
              <a:off x="8377603" y="2190542"/>
              <a:ext cx="3577486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12"/>
                          <a:stretch>
                            <a:fillRect l="-202632" t="-221154" r="-215789" b="-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3964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2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 (Right Subarray)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896412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Start moving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towards right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200" dirty="0"/>
                  <a:t> towards left until they cross each other.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But you will realize that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cannot go beyond 9</a:t>
                </a:r>
                <a:r>
                  <a:rPr lang="en-US" sz="3200" baseline="30000" dirty="0"/>
                  <a:t>th</a:t>
                </a:r>
                <a:r>
                  <a:rPr lang="en-US" sz="3200" dirty="0"/>
                  <a:t> index.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is where we introduce an infinite element at the end.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10548F9-CCC7-0FF6-9D1A-1DF5E4189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896412"/>
              </a:xfrm>
              <a:prstGeom prst="rect">
                <a:avLst/>
              </a:prstGeom>
              <a:blipFill>
                <a:blip r:embed="rId3"/>
                <a:stretch>
                  <a:fillRect l="-830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D7A71A9-ADDF-6A6D-4DE9-829EE27A8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531462"/>
                  </p:ext>
                </p:extLst>
              </p:nvPr>
            </p:nvGraphicFramePr>
            <p:xfrm>
              <a:off x="514787" y="3429000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D7A71A9-ADDF-6A6D-4DE9-829EE27A8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531462"/>
                  </p:ext>
                </p:extLst>
              </p:nvPr>
            </p:nvGraphicFramePr>
            <p:xfrm>
              <a:off x="514787" y="3429000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775" t="-216981" r="-3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0775" t="-216981" r="-2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300775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918F3C2-9D3B-1075-385B-9D8A76EA1B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908842"/>
                  </p:ext>
                </p:extLst>
              </p:nvPr>
            </p:nvGraphicFramePr>
            <p:xfrm>
              <a:off x="3948094" y="3429000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918F3C2-9D3B-1075-385B-9D8A76EA1B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908842"/>
                  </p:ext>
                </p:extLst>
              </p:nvPr>
            </p:nvGraphicFramePr>
            <p:xfrm>
              <a:off x="3948094" y="3429000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775" t="-216981" r="-301550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300775" t="-216981" r="-1550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38E8E7D-432B-760C-56F8-0090B8724F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81513"/>
                  </p:ext>
                </p:extLst>
              </p:nvPr>
            </p:nvGraphicFramePr>
            <p:xfrm>
              <a:off x="7381401" y="3428009"/>
              <a:ext cx="3138905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27781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151495120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38E8E7D-432B-760C-56F8-0090B8724F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81513"/>
                  </p:ext>
                </p:extLst>
              </p:nvPr>
            </p:nvGraphicFramePr>
            <p:xfrm>
              <a:off x="7381401" y="3428009"/>
              <a:ext cx="3138905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27781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151495120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01942" t="-116981" r="-1942" b="-1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971" t="-221154" r="-402913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301942" t="-221154" r="-101942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6"/>
                          <a:stretch>
                            <a:fillRect l="-401942" t="-221154" r="-1942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E9E7803-EA84-0A84-FD73-8A67528CEA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0007"/>
                  </p:ext>
                </p:extLst>
              </p:nvPr>
            </p:nvGraphicFramePr>
            <p:xfrm>
              <a:off x="514786" y="4607808"/>
              <a:ext cx="3138905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27781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151495120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sng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sng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b="0" i="0" u="none" strike="sng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sng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sng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E9E7803-EA84-0A84-FD73-8A67528CEA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0007"/>
                  </p:ext>
                </p:extLst>
              </p:nvPr>
            </p:nvGraphicFramePr>
            <p:xfrm>
              <a:off x="514786" y="4607808"/>
              <a:ext cx="3138905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27781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  <a:gridCol w="627781">
                      <a:extLst>
                        <a:ext uri="{9D8B030D-6E8A-4147-A177-3AD203B41FA5}">
                          <a16:colId xmlns:a16="http://schemas.microsoft.com/office/drawing/2014/main" val="2151495120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sng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7"/>
                          <a:stretch>
                            <a:fillRect l="-401942" t="-121154" r="-1942" b="-12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7"/>
                          <a:stretch>
                            <a:fillRect l="-301942" t="-216981" r="-101942" b="-2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7"/>
                          <a:stretch>
                            <a:fillRect l="-401942" t="-216981" r="-1942" b="-2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9334B3B-959F-5521-FB4E-FAC9D5DDFB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176374"/>
                  </p:ext>
                </p:extLst>
              </p:nvPr>
            </p:nvGraphicFramePr>
            <p:xfrm>
              <a:off x="3948092" y="4607808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9334B3B-959F-5521-FB4E-FAC9D5DDFB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176374"/>
                  </p:ext>
                </p:extLst>
              </p:nvPr>
            </p:nvGraphicFramePr>
            <p:xfrm>
              <a:off x="3948092" y="4607808"/>
              <a:ext cx="3138904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8"/>
                          <a:stretch>
                            <a:fillRect l="-300775" t="-216981" r="-1550" b="-245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727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5849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2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nd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 (Right Subarray)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0548F9-CCC7-0FF6-9D1A-1DF5E4189457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89641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Let’s now revisit both the branches so far.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elements 6, 9 and 15 are at their correct respective indices.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We have completed 2</a:t>
            </a:r>
            <a:r>
              <a:rPr lang="en-US" sz="3200" baseline="30000" dirty="0"/>
              <a:t>nd</a:t>
            </a:r>
            <a:r>
              <a:rPr lang="en-US" sz="3200" dirty="0"/>
              <a:t> pass.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9334B3B-959F-5521-FB4E-FAC9D5DDF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54498"/>
              </p:ext>
            </p:extLst>
          </p:nvPr>
        </p:nvGraphicFramePr>
        <p:xfrm>
          <a:off x="8394132" y="3541008"/>
          <a:ext cx="3138904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726">
                  <a:extLst>
                    <a:ext uri="{9D8B030D-6E8A-4147-A177-3AD203B41FA5}">
                      <a16:colId xmlns:a16="http://schemas.microsoft.com/office/drawing/2014/main" val="1051593451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476911782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3267052690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FC9CAEA-1360-21EA-E2A4-2536CA30F4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8592952"/>
                  </p:ext>
                </p:extLst>
              </p:nvPr>
            </p:nvGraphicFramePr>
            <p:xfrm>
              <a:off x="5922724" y="3541008"/>
              <a:ext cx="78472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2587939458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25320682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834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FC9CAEA-1360-21EA-E2A4-2536CA30F4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8592952"/>
                  </p:ext>
                </p:extLst>
              </p:nvPr>
            </p:nvGraphicFramePr>
            <p:xfrm>
              <a:off x="5922724" y="3541008"/>
              <a:ext cx="78472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2587939458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769" t="-1887" r="-1538" b="-147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320682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8348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0A4E9A2-083C-A699-32E3-AFB5C7506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505914"/>
              </p:ext>
            </p:extLst>
          </p:nvPr>
        </p:nvGraphicFramePr>
        <p:xfrm>
          <a:off x="8394132" y="5405405"/>
          <a:ext cx="2354178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726">
                  <a:extLst>
                    <a:ext uri="{9D8B030D-6E8A-4147-A177-3AD203B41FA5}">
                      <a16:colId xmlns:a16="http://schemas.microsoft.com/office/drawing/2014/main" val="1051593451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476911782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3267052690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AAA192-8D52-8658-6C87-402264465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815033"/>
              </p:ext>
            </p:extLst>
          </p:nvPr>
        </p:nvGraphicFramePr>
        <p:xfrm>
          <a:off x="658556" y="5405405"/>
          <a:ext cx="13963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819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69819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65D689C-5D55-A302-60AA-25CF5135CF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3531810"/>
                  </p:ext>
                </p:extLst>
              </p:nvPr>
            </p:nvGraphicFramePr>
            <p:xfrm>
              <a:off x="5922724" y="4473577"/>
              <a:ext cx="78472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2587939458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25320682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834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65D689C-5D55-A302-60AA-25CF5135CF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3531810"/>
                  </p:ext>
                </p:extLst>
              </p:nvPr>
            </p:nvGraphicFramePr>
            <p:xfrm>
              <a:off x="5922724" y="4473577"/>
              <a:ext cx="784726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2587939458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769" t="-1887" r="-1538" b="-147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320682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8348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5EFFE7-91B0-C192-2C7F-ED89835F9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665678"/>
              </p:ext>
            </p:extLst>
          </p:nvPr>
        </p:nvGraphicFramePr>
        <p:xfrm>
          <a:off x="2054936" y="4473577"/>
          <a:ext cx="69819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819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6C07BBD-67DF-D071-5828-D3B38BCF3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57186"/>
              </p:ext>
            </p:extLst>
          </p:nvPr>
        </p:nvGraphicFramePr>
        <p:xfrm>
          <a:off x="658556" y="3541749"/>
          <a:ext cx="3577486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819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69819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69819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69819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16713352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13F413B-745B-EB18-204D-B05E47187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70933"/>
              </p:ext>
            </p:extLst>
          </p:nvPr>
        </p:nvGraphicFramePr>
        <p:xfrm>
          <a:off x="2753126" y="5405405"/>
          <a:ext cx="1482916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8190">
                  <a:extLst>
                    <a:ext uri="{9D8B030D-6E8A-4147-A177-3AD203B41FA5}">
                      <a16:colId xmlns:a16="http://schemas.microsoft.com/office/drawing/2014/main" val="2490107918"/>
                    </a:ext>
                  </a:extLst>
                </a:gridCol>
                <a:gridCol w="784726">
                  <a:extLst>
                    <a:ext uri="{9D8B030D-6E8A-4147-A177-3AD203B41FA5}">
                      <a16:colId xmlns:a16="http://schemas.microsoft.com/office/drawing/2014/main" val="2948498838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3912552926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2846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256E207-FD64-25B7-F2C7-1F1D7E61C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229448"/>
              </p:ext>
            </p:extLst>
          </p:nvPr>
        </p:nvGraphicFramePr>
        <p:xfrm>
          <a:off x="10748310" y="4470547"/>
          <a:ext cx="784726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726">
                  <a:extLst>
                    <a:ext uri="{9D8B030D-6E8A-4147-A177-3AD203B41FA5}">
                      <a16:colId xmlns:a16="http://schemas.microsoft.com/office/drawing/2014/main" val="409853277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732111822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47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69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 – 3</a:t>
            </a:r>
            <a:r>
              <a:rPr lang="en-US" sz="3200" baseline="30000" dirty="0">
                <a:solidFill>
                  <a:srgbClr val="FFFFFF"/>
                </a:solidFill>
                <a:latin typeface="Arial"/>
                <a:cs typeface="Arial"/>
              </a:rPr>
              <a:t>rd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pass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0548F9-CCC7-0FF6-9D1A-1DF5E418945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29992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Before moving to 3</a:t>
            </a:r>
            <a:r>
              <a:rPr lang="en-US" sz="3200" baseline="30000" dirty="0"/>
              <a:t>rd</a:t>
            </a:r>
            <a:r>
              <a:rPr lang="en-US" sz="3200" dirty="0"/>
              <a:t> pass, it is important to note that although you can repeat the same process on a subarray of 2 elements, you don’t need to.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However, a subarray of size 3 will be go through a complete run.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0A4E9A2-083C-A699-32E3-AFB5C7506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045226"/>
                  </p:ext>
                </p:extLst>
              </p:nvPr>
            </p:nvGraphicFramePr>
            <p:xfrm>
              <a:off x="8394132" y="4537256"/>
              <a:ext cx="2354178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3978992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0A4E9A2-083C-A699-32E3-AFB5C7506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045226"/>
                  </p:ext>
                </p:extLst>
              </p:nvPr>
            </p:nvGraphicFramePr>
            <p:xfrm>
              <a:off x="8394132" y="4537256"/>
              <a:ext cx="2354178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784726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476911782"/>
                        </a:ext>
                      </a:extLst>
                    </a:gridCol>
                    <a:gridCol w="784726">
                      <a:extLst>
                        <a:ext uri="{9D8B030D-6E8A-4147-A177-3AD203B41FA5}">
                          <a16:colId xmlns:a16="http://schemas.microsoft.com/office/drawing/2014/main" val="3267052690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775" t="-221154" r="-202326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100000" t="-221154" r="-100769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201550" t="-221154" r="-1550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8992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3AAA192-8D52-8658-6C87-4022644657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171440"/>
                  </p:ext>
                </p:extLst>
              </p:nvPr>
            </p:nvGraphicFramePr>
            <p:xfrm>
              <a:off x="658556" y="4537256"/>
              <a:ext cx="1396380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gradFill flip="none" rotWithShape="1">
                          <a:gsLst>
                            <a:gs pos="0">
                              <a:srgbClr val="92D050"/>
                            </a:gs>
                            <a:gs pos="100000">
                              <a:srgbClr val="00B0F0"/>
                            </a:gs>
                          </a:gsLst>
                          <a:lin ang="0" scaled="1"/>
                          <a:tileRect/>
                        </a:gra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16135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3AAA192-8D52-8658-6C87-4022644657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171440"/>
                  </p:ext>
                </p:extLst>
              </p:nvPr>
            </p:nvGraphicFramePr>
            <p:xfrm>
              <a:off x="658556" y="4537256"/>
              <a:ext cx="1396380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13464" marR="13464" marT="13464" marB="0" anchor="b">
                        <a:gradFill flip="none" rotWithShape="1">
                          <a:gsLst>
                            <a:gs pos="0">
                              <a:srgbClr val="92D050"/>
                            </a:gs>
                            <a:gs pos="100000">
                              <a:srgbClr val="00B0F0"/>
                            </a:gs>
                          </a:gsLst>
                          <a:lin ang="0" scaled="1"/>
                          <a:tileRect/>
                        </a:gra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739" t="-221154" r="-101739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1739" t="-221154" r="-1739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16135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241453-77C8-F907-1B2F-88758417B6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243787"/>
                  </p:ext>
                </p:extLst>
              </p:nvPr>
            </p:nvGraphicFramePr>
            <p:xfrm>
              <a:off x="2493108" y="4531806"/>
              <a:ext cx="1396380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gradFill flip="none" rotWithShape="1">
                          <a:gsLst>
                            <a:gs pos="0">
                              <a:srgbClr val="92D050"/>
                            </a:gs>
                            <a:gs pos="100000">
                              <a:srgbClr val="00B0F0"/>
                            </a:gs>
                          </a:gsLst>
                          <a:lin ang="0" scaled="1"/>
                          <a:tileRect/>
                        </a:gra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16135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D241453-77C8-F907-1B2F-88758417B6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243787"/>
                  </p:ext>
                </p:extLst>
              </p:nvPr>
            </p:nvGraphicFramePr>
            <p:xfrm>
              <a:off x="2493108" y="4531806"/>
              <a:ext cx="1396380" cy="954792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69819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69819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>
                        <a:gradFill flip="none" rotWithShape="1">
                          <a:gsLst>
                            <a:gs pos="0">
                              <a:srgbClr val="92D050"/>
                            </a:gs>
                            <a:gs pos="100000">
                              <a:srgbClr val="00B0F0"/>
                            </a:gs>
                          </a:gsLst>
                          <a:lin ang="0" scaled="1"/>
                          <a:tileRect/>
                        </a:gra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862" t="-216981" r="-100862" b="-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1739" t="-216981" r="-1739" b="-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16135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5294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Write your SNIC Number and apply Quicksort on 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Make a table using given format. Write indices, values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000" dirty="0"/>
                  <a:t>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stopping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, write “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dirty="0"/>
                  <a:t> stopped at index #”.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stopping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, write “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 stopped at index #”.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swapping values at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3000" dirty="0"/>
                  <a:t>, mention 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swapping value with pivot, mention 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There should be no ambiguity or missed steps.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Complete all passes to sort this 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122" b="-1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82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Analysis of Selection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A0D26-897A-AAAC-3840-3D519B15B6FF}"/>
              </a:ext>
            </a:extLst>
          </p:cNvPr>
          <p:cNvSpPr/>
          <p:nvPr/>
        </p:nvSpPr>
        <p:spPr>
          <a:xfrm>
            <a:off x="2294542" y="1905506"/>
            <a:ext cx="760291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28196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7425</TotalTime>
  <Words>1469</Words>
  <Application>Microsoft Office PowerPoint</Application>
  <PresentationFormat>Widescreen</PresentationFormat>
  <Paragraphs>688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231</cp:revision>
  <dcterms:created xsi:type="dcterms:W3CDTF">2022-11-22T20:08:03Z</dcterms:created>
  <dcterms:modified xsi:type="dcterms:W3CDTF">2023-12-06T11:03:10Z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