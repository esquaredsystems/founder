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03" r:id="rId5"/>
    <p:sldId id="2462" r:id="rId6"/>
    <p:sldId id="2557" r:id="rId7"/>
    <p:sldId id="2590" r:id="rId8"/>
    <p:sldId id="2572" r:id="rId9"/>
    <p:sldId id="2598" r:id="rId10"/>
    <p:sldId id="2599" r:id="rId11"/>
    <p:sldId id="2600" r:id="rId12"/>
    <p:sldId id="2601" r:id="rId13"/>
    <p:sldId id="2591" r:id="rId14"/>
    <p:sldId id="2592" r:id="rId15"/>
    <p:sldId id="2594" r:id="rId16"/>
    <p:sldId id="2593" r:id="rId17"/>
    <p:sldId id="2595" r:id="rId18"/>
    <p:sldId id="2596" r:id="rId19"/>
    <p:sldId id="2597" r:id="rId20"/>
    <p:sldId id="243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45" autoAdjust="0"/>
    <p:restoredTop sz="92288" autoAdjust="0"/>
  </p:normalViewPr>
  <p:slideViewPr>
    <p:cSldViewPr snapToGrid="0">
      <p:cViewPr varScale="1">
        <p:scale>
          <a:sx n="76" d="100"/>
          <a:sy n="76" d="100"/>
        </p:scale>
        <p:origin x="730" y="58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37B963A1-BBDE-46C5-80F9-50AE1D86A8AA}"/>
    <pc:docChg chg="undo redo custSel addSld delSld modSld">
      <pc:chgData name="Owais Ahmed" userId="6abc7d4556b3b071" providerId="LiveId" clId="{37B963A1-BBDE-46C5-80F9-50AE1D86A8AA}" dt="2023-07-31T10:38:14.595" v="1196" actId="47"/>
      <pc:docMkLst>
        <pc:docMk/>
      </pc:docMkLst>
      <pc:sldChg chg="addSp modSp">
        <pc:chgData name="Owais Ahmed" userId="6abc7d4556b3b071" providerId="LiveId" clId="{37B963A1-BBDE-46C5-80F9-50AE1D86A8AA}" dt="2023-07-31T09:44:01.953" v="1034" actId="14100"/>
        <pc:sldMkLst>
          <pc:docMk/>
          <pc:sldMk cId="641030253" sldId="2479"/>
        </pc:sldMkLst>
        <pc:picChg chg="add mod">
          <ac:chgData name="Owais Ahmed" userId="6abc7d4556b3b071" providerId="LiveId" clId="{37B963A1-BBDE-46C5-80F9-50AE1D86A8AA}" dt="2023-07-31T09:44:01.953" v="1034" actId="14100"/>
          <ac:picMkLst>
            <pc:docMk/>
            <pc:sldMk cId="641030253" sldId="2479"/>
            <ac:picMk id="1026" creationId="{CFAF1355-DBB8-B5EE-C2A4-C2452A1CA5CA}"/>
          </ac:picMkLst>
        </pc:picChg>
      </pc:sldChg>
      <pc:sldChg chg="modSp del">
        <pc:chgData name="Owais Ahmed" userId="6abc7d4556b3b071" providerId="LiveId" clId="{37B963A1-BBDE-46C5-80F9-50AE1D86A8AA}" dt="2023-07-31T09:17:14.576" v="748" actId="47"/>
        <pc:sldMkLst>
          <pc:docMk/>
          <pc:sldMk cId="3876657833" sldId="2504"/>
        </pc:sldMkLst>
        <pc:spChg chg="mod">
          <ac:chgData name="Owais Ahmed" userId="6abc7d4556b3b071" providerId="LiveId" clId="{37B963A1-BBDE-46C5-80F9-50AE1D86A8AA}" dt="2023-07-31T07:54:21.860" v="8" actId="20577"/>
          <ac:spMkLst>
            <pc:docMk/>
            <pc:sldMk cId="3876657833" sldId="2504"/>
            <ac:spMk id="3" creationId="{4A1C0383-58FE-E486-295E-B33B8683B938}"/>
          </ac:spMkLst>
        </pc:spChg>
      </pc:sldChg>
      <pc:sldChg chg="modSp mod modAnim">
        <pc:chgData name="Owais Ahmed" userId="6abc7d4556b3b071" providerId="LiveId" clId="{37B963A1-BBDE-46C5-80F9-50AE1D86A8AA}" dt="2023-07-31T10:37:44.414" v="1189" actId="20577"/>
        <pc:sldMkLst>
          <pc:docMk/>
          <pc:sldMk cId="3265271046" sldId="2505"/>
        </pc:sldMkLst>
        <pc:spChg chg="mod">
          <ac:chgData name="Owais Ahmed" userId="6abc7d4556b3b071" providerId="LiveId" clId="{37B963A1-BBDE-46C5-80F9-50AE1D86A8AA}" dt="2023-07-31T10:37:44.414" v="1189" actId="20577"/>
          <ac:spMkLst>
            <pc:docMk/>
            <pc:sldMk cId="3265271046" sldId="2505"/>
            <ac:spMk id="3" creationId="{4A1C0383-58FE-E486-295E-B33B8683B938}"/>
          </ac:spMkLst>
        </pc:spChg>
        <pc:spChg chg="mod">
          <ac:chgData name="Owais Ahmed" userId="6abc7d4556b3b071" providerId="LiveId" clId="{37B963A1-BBDE-46C5-80F9-50AE1D86A8AA}" dt="2023-07-31T09:22:53.971" v="972" actId="20577"/>
          <ac:spMkLst>
            <pc:docMk/>
            <pc:sldMk cId="3265271046" sldId="2505"/>
            <ac:spMk id="215" creationId="{00000000-0000-0000-0000-000000000000}"/>
          </ac:spMkLst>
        </pc:spChg>
      </pc:sldChg>
      <pc:sldChg chg="del">
        <pc:chgData name="Owais Ahmed" userId="6abc7d4556b3b071" providerId="LiveId" clId="{37B963A1-BBDE-46C5-80F9-50AE1D86A8AA}" dt="2023-07-31T09:21:45.459" v="783" actId="47"/>
        <pc:sldMkLst>
          <pc:docMk/>
          <pc:sldMk cId="1739639881" sldId="2506"/>
        </pc:sldMkLst>
      </pc:sldChg>
      <pc:sldChg chg="del">
        <pc:chgData name="Owais Ahmed" userId="6abc7d4556b3b071" providerId="LiveId" clId="{37B963A1-BBDE-46C5-80F9-50AE1D86A8AA}" dt="2023-07-31T10:38:06.068" v="1190" actId="47"/>
        <pc:sldMkLst>
          <pc:docMk/>
          <pc:sldMk cId="1552213775" sldId="2508"/>
        </pc:sldMkLst>
      </pc:sldChg>
      <pc:sldChg chg="del">
        <pc:chgData name="Owais Ahmed" userId="6abc7d4556b3b071" providerId="LiveId" clId="{37B963A1-BBDE-46C5-80F9-50AE1D86A8AA}" dt="2023-07-31T10:38:06.999" v="1191" actId="47"/>
        <pc:sldMkLst>
          <pc:docMk/>
          <pc:sldMk cId="3768378318" sldId="2509"/>
        </pc:sldMkLst>
      </pc:sldChg>
      <pc:sldChg chg="del">
        <pc:chgData name="Owais Ahmed" userId="6abc7d4556b3b071" providerId="LiveId" clId="{37B963A1-BBDE-46C5-80F9-50AE1D86A8AA}" dt="2023-07-31T10:38:11.466" v="1192" actId="47"/>
        <pc:sldMkLst>
          <pc:docMk/>
          <pc:sldMk cId="64818802" sldId="2511"/>
        </pc:sldMkLst>
      </pc:sldChg>
      <pc:sldChg chg="del">
        <pc:chgData name="Owais Ahmed" userId="6abc7d4556b3b071" providerId="LiveId" clId="{37B963A1-BBDE-46C5-80F9-50AE1D86A8AA}" dt="2023-07-31T10:38:12.003" v="1193" actId="47"/>
        <pc:sldMkLst>
          <pc:docMk/>
          <pc:sldMk cId="2129317129" sldId="2512"/>
        </pc:sldMkLst>
      </pc:sldChg>
      <pc:sldChg chg="del">
        <pc:chgData name="Owais Ahmed" userId="6abc7d4556b3b071" providerId="LiveId" clId="{37B963A1-BBDE-46C5-80F9-50AE1D86A8AA}" dt="2023-07-31T10:38:13.201" v="1194" actId="47"/>
        <pc:sldMkLst>
          <pc:docMk/>
          <pc:sldMk cId="2427359866" sldId="2513"/>
        </pc:sldMkLst>
      </pc:sldChg>
      <pc:sldChg chg="del">
        <pc:chgData name="Owais Ahmed" userId="6abc7d4556b3b071" providerId="LiveId" clId="{37B963A1-BBDE-46C5-80F9-50AE1D86A8AA}" dt="2023-07-31T10:38:13.688" v="1195" actId="47"/>
        <pc:sldMkLst>
          <pc:docMk/>
          <pc:sldMk cId="3068889018" sldId="2514"/>
        </pc:sldMkLst>
      </pc:sldChg>
      <pc:sldChg chg="del">
        <pc:chgData name="Owais Ahmed" userId="6abc7d4556b3b071" providerId="LiveId" clId="{37B963A1-BBDE-46C5-80F9-50AE1D86A8AA}" dt="2023-07-31T10:38:14.595" v="1196" actId="47"/>
        <pc:sldMkLst>
          <pc:docMk/>
          <pc:sldMk cId="1205181684" sldId="2515"/>
        </pc:sldMkLst>
      </pc:sldChg>
      <pc:sldChg chg="addSp delSp modSp add mod delAnim modAnim modNotesTx">
        <pc:chgData name="Owais Ahmed" userId="6abc7d4556b3b071" providerId="LiveId" clId="{37B963A1-BBDE-46C5-80F9-50AE1D86A8AA}" dt="2023-07-31T09:22:46.783" v="967" actId="403"/>
        <pc:sldMkLst>
          <pc:docMk/>
          <pc:sldMk cId="2990752692" sldId="2547"/>
        </pc:sldMkLst>
        <pc:spChg chg="mod topLvl">
          <ac:chgData name="Owais Ahmed" userId="6abc7d4556b3b071" providerId="LiveId" clId="{37B963A1-BBDE-46C5-80F9-50AE1D86A8AA}" dt="2023-07-31T09:20:36.919" v="776" actId="164"/>
          <ac:spMkLst>
            <pc:docMk/>
            <pc:sldMk cId="2990752692" sldId="2547"/>
            <ac:spMk id="15" creationId="{DC6F760B-B39C-5030-E5E4-86E3BAA89B86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16" creationId="{4D64877C-85F6-9B39-1678-973D20FB4164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17" creationId="{44C1438B-BC38-00D5-EEB2-1F3CC04A3BC5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18" creationId="{80ECA507-EC6B-37A3-DBE4-A82F10397D42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19" creationId="{209A12DE-3FC7-4C93-C10F-E3E7B487CB04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20" creationId="{E628DB0C-884C-523B-770A-FE29A86777A0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21" creationId="{984C53CB-E500-546B-DAE2-8AF058E1456A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2" creationId="{9BE88246-7287-BC44-53EF-4449075DC5BE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3" creationId="{FF497BF7-184D-AE69-79FD-2DE9102160C2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4" creationId="{F37097D9-0CF3-F099-EF6F-82A85882EA07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5" creationId="{7ACC3884-9A28-F258-79A5-B99975786539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6" creationId="{41974825-FD22-6AE1-DD38-EEB7C995FD26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7" creationId="{FF99B84C-AD39-025D-1AD7-398BA21321E2}"/>
          </ac:spMkLst>
        </pc:spChg>
        <pc:spChg chg="add mod">
          <ac:chgData name="Owais Ahmed" userId="6abc7d4556b3b071" providerId="LiveId" clId="{37B963A1-BBDE-46C5-80F9-50AE1D86A8AA}" dt="2023-07-31T09:09:14.811" v="334" actId="20577"/>
          <ac:spMkLst>
            <pc:docMk/>
            <pc:sldMk cId="2990752692" sldId="2547"/>
            <ac:spMk id="28" creationId="{3CF5A4AF-4C9B-6C47-774C-B86A9D88CB45}"/>
          </ac:spMkLst>
        </pc:spChg>
        <pc:spChg chg="mod topLvl">
          <ac:chgData name="Owais Ahmed" userId="6abc7d4556b3b071" providerId="LiveId" clId="{37B963A1-BBDE-46C5-80F9-50AE1D86A8AA}" dt="2023-07-31T09:20:49.945" v="777" actId="164"/>
          <ac:spMkLst>
            <pc:docMk/>
            <pc:sldMk cId="2990752692" sldId="2547"/>
            <ac:spMk id="41" creationId="{65A13C73-0C8F-27B4-E786-64718770BEAE}"/>
          </ac:spMkLst>
        </pc:spChg>
        <pc:spChg chg="mod">
          <ac:chgData name="Owais Ahmed" userId="6abc7d4556b3b071" providerId="LiveId" clId="{37B963A1-BBDE-46C5-80F9-50AE1D86A8AA}" dt="2023-07-31T08:57:10.217" v="124" actId="165"/>
          <ac:spMkLst>
            <pc:docMk/>
            <pc:sldMk cId="2990752692" sldId="2547"/>
            <ac:spMk id="42" creationId="{FAD223D6-B000-D11B-4311-9D22E58DD05B}"/>
          </ac:spMkLst>
        </pc:spChg>
        <pc:spChg chg="mod">
          <ac:chgData name="Owais Ahmed" userId="6abc7d4556b3b071" providerId="LiveId" clId="{37B963A1-BBDE-46C5-80F9-50AE1D86A8AA}" dt="2023-07-31T08:57:10.217" v="124" actId="165"/>
          <ac:spMkLst>
            <pc:docMk/>
            <pc:sldMk cId="2990752692" sldId="2547"/>
            <ac:spMk id="43" creationId="{737E9D41-5F4D-5970-E45A-7E773F4A9236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4" creationId="{816F4A88-298B-8E58-D5D2-A2A5E8D99466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5" creationId="{0EA41C65-4FF2-E3EF-7074-CED8002578F8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6" creationId="{3C04EA08-2F73-6132-D0D5-677D1950D5B1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7" creationId="{BDA10306-57CB-4BA0-9EC3-A496E294E950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8" creationId="{C1100074-A548-2509-ED52-EB7C38593BC1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9" creationId="{CAD70082-5D12-C389-1250-2B501F7083E0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50" creationId="{0AE7C3E5-5A63-B98D-5393-99A5BD716A10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51" creationId="{BFDE44AD-225D-0228-1B4F-AD622A3F3DAC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52" creationId="{17B4C07E-F879-E532-325D-6FF08D8505F5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53" creationId="{DBACB512-33CF-F8B0-F274-8E68DEEA6F61}"/>
          </ac:spMkLst>
        </pc:spChg>
        <pc:spChg chg="add mod topLvl">
          <ac:chgData name="Owais Ahmed" userId="6abc7d4556b3b071" providerId="LiveId" clId="{37B963A1-BBDE-46C5-80F9-50AE1D86A8AA}" dt="2023-07-31T09:20:36.919" v="776" actId="164"/>
          <ac:spMkLst>
            <pc:docMk/>
            <pc:sldMk cId="2990752692" sldId="2547"/>
            <ac:spMk id="54" creationId="{99338666-DEB8-F6EC-51E5-745FCFA2E885}"/>
          </ac:spMkLst>
        </pc:spChg>
        <pc:spChg chg="add mod topLvl">
          <ac:chgData name="Owais Ahmed" userId="6abc7d4556b3b071" providerId="LiveId" clId="{37B963A1-BBDE-46C5-80F9-50AE1D86A8AA}" dt="2023-07-31T09:20:49.945" v="777" actId="164"/>
          <ac:spMkLst>
            <pc:docMk/>
            <pc:sldMk cId="2990752692" sldId="2547"/>
            <ac:spMk id="55" creationId="{30288481-E2CE-CAE2-718C-4835D8DD75DC}"/>
          </ac:spMkLst>
        </pc:spChg>
        <pc:spChg chg="add mod">
          <ac:chgData name="Owais Ahmed" userId="6abc7d4556b3b071" providerId="LiveId" clId="{37B963A1-BBDE-46C5-80F9-50AE1D86A8AA}" dt="2023-07-31T09:22:46.783" v="967" actId="403"/>
          <ac:spMkLst>
            <pc:docMk/>
            <pc:sldMk cId="2990752692" sldId="2547"/>
            <ac:spMk id="59" creationId="{AEBA77B2-6B0E-289B-7846-D44A6069D647}"/>
          </ac:spMkLst>
        </pc:spChg>
        <pc:spChg chg="add mod">
          <ac:chgData name="Owais Ahmed" userId="6abc7d4556b3b071" providerId="LiveId" clId="{37B963A1-BBDE-46C5-80F9-50AE1D86A8AA}" dt="2023-07-31T09:22:46.783" v="967" actId="403"/>
          <ac:spMkLst>
            <pc:docMk/>
            <pc:sldMk cId="2990752692" sldId="2547"/>
            <ac:spMk id="60" creationId="{EFC90799-BF57-EE8B-DF49-5414F3CF27C9}"/>
          </ac:spMkLst>
        </pc:spChg>
        <pc:spChg chg="add mod">
          <ac:chgData name="Owais Ahmed" userId="6abc7d4556b3b071" providerId="LiveId" clId="{37B963A1-BBDE-46C5-80F9-50AE1D86A8AA}" dt="2023-07-31T09:22:46.783" v="967" actId="403"/>
          <ac:spMkLst>
            <pc:docMk/>
            <pc:sldMk cId="2990752692" sldId="2547"/>
            <ac:spMk id="61" creationId="{88132603-AC6B-83B7-25E0-6DF149BFC222}"/>
          </ac:spMkLst>
        </pc:spChg>
        <pc:spChg chg="add del mod">
          <ac:chgData name="Owais Ahmed" userId="6abc7d4556b3b071" providerId="LiveId" clId="{37B963A1-BBDE-46C5-80F9-50AE1D86A8AA}" dt="2023-07-31T09:12:52.925" v="650" actId="478"/>
          <ac:spMkLst>
            <pc:docMk/>
            <pc:sldMk cId="2990752692" sldId="2547"/>
            <ac:spMk id="62" creationId="{160F6A0F-14C0-D289-3FA8-8B642113998A}"/>
          </ac:spMkLst>
        </pc:spChg>
        <pc:spChg chg="add mod">
          <ac:chgData name="Owais Ahmed" userId="6abc7d4556b3b071" providerId="LiveId" clId="{37B963A1-BBDE-46C5-80F9-50AE1D86A8AA}" dt="2023-07-31T09:11:03.076" v="428"/>
          <ac:spMkLst>
            <pc:docMk/>
            <pc:sldMk cId="2990752692" sldId="2547"/>
            <ac:spMk id="63" creationId="{17FDEC2C-8828-23D7-6FE5-B3BA1A6B574A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4" creationId="{054B95CB-9A51-3048-2AAA-192413CAEA37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5" creationId="{AFE9CA9E-E9CD-B864-B428-15F9F133750B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6" creationId="{51288A97-1F21-E43E-415E-B6D252BC28BB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7" creationId="{7498511B-4AAA-3BA2-C7F2-62B8E45AE402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8" creationId="{237D90D8-4CC0-D47B-4942-0F53F202BA1E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9" creationId="{4016E780-3ABC-EE2C-C6F6-D87FB4ECC018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0" creationId="{15E31881-E118-5136-F65C-C5B20360AB1F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1" creationId="{5FDBC11E-AE4C-3A31-FE83-8475CA853C44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2" creationId="{DB2AC896-002B-3199-5EF5-7B030B2C49DD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3" creationId="{56A86C1C-8240-E041-F883-9D23A4696CBE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4" creationId="{4E3590E7-5AFF-1105-07E2-B3D2C3CDFDCD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5" creationId="{8E1A532B-218C-2D90-CA75-17A455384A69}"/>
          </ac:spMkLst>
        </pc:spChg>
        <pc:spChg chg="add del mod">
          <ac:chgData name="Owais Ahmed" userId="6abc7d4556b3b071" providerId="LiveId" clId="{37B963A1-BBDE-46C5-80F9-50AE1D86A8AA}" dt="2023-07-31T09:14:18.628" v="661"/>
          <ac:spMkLst>
            <pc:docMk/>
            <pc:sldMk cId="2990752692" sldId="2547"/>
            <ac:spMk id="86" creationId="{524622F4-397C-F654-14E9-70C0987CC37C}"/>
          </ac:spMkLst>
        </pc:spChg>
        <pc:spChg chg="mod topLvl">
          <ac:chgData name="Owais Ahmed" userId="6abc7d4556b3b071" providerId="LiveId" clId="{37B963A1-BBDE-46C5-80F9-50AE1D86A8AA}" dt="2023-07-31T09:21:01.400" v="778" actId="164"/>
          <ac:spMkLst>
            <pc:docMk/>
            <pc:sldMk cId="2990752692" sldId="2547"/>
            <ac:spMk id="98" creationId="{41A8297C-ABA5-9274-136D-4E111480AD79}"/>
          </ac:spMkLst>
        </pc:spChg>
        <pc:spChg chg="mod topLvl">
          <ac:chgData name="Owais Ahmed" userId="6abc7d4556b3b071" providerId="LiveId" clId="{37B963A1-BBDE-46C5-80F9-50AE1D86A8AA}" dt="2023-07-31T09:21:01.400" v="778" actId="164"/>
          <ac:spMkLst>
            <pc:docMk/>
            <pc:sldMk cId="2990752692" sldId="2547"/>
            <ac:spMk id="99" creationId="{9584D462-E423-388D-2266-47477C49C31C}"/>
          </ac:spMkLst>
        </pc:spChg>
        <pc:spChg chg="del mod">
          <ac:chgData name="Owais Ahmed" userId="6abc7d4556b3b071" providerId="LiveId" clId="{37B963A1-BBDE-46C5-80F9-50AE1D86A8AA}" dt="2023-07-31T09:15:11.007" v="723" actId="478"/>
          <ac:spMkLst>
            <pc:docMk/>
            <pc:sldMk cId="2990752692" sldId="2547"/>
            <ac:spMk id="100" creationId="{79F34ECD-37F8-E73F-69C3-A735E6B1FA95}"/>
          </ac:spMkLst>
        </pc:spChg>
        <pc:spChg chg="del mod">
          <ac:chgData name="Owais Ahmed" userId="6abc7d4556b3b071" providerId="LiveId" clId="{37B963A1-BBDE-46C5-80F9-50AE1D86A8AA}" dt="2023-07-31T09:15:13.387" v="724" actId="478"/>
          <ac:spMkLst>
            <pc:docMk/>
            <pc:sldMk cId="2990752692" sldId="2547"/>
            <ac:spMk id="101" creationId="{51A59373-AAE3-3C8A-1697-4A1D330D8960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2" creationId="{0BCCD3B4-01D0-57D5-D52B-40832A8C8689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3" creationId="{C6C495E4-99CE-CB65-1420-9DB3F247FAAC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4" creationId="{E11B8839-4A1F-FB0D-AA32-3C5372CE22A1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5" creationId="{64083CC9-ED12-5FC8-A52B-538E0A11B194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6" creationId="{D75BF01A-643E-8360-A035-6FA5364E8697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7" creationId="{1C2C9ECC-518F-6D02-D63E-8AB8D76A5873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8" creationId="{9F7DFCFF-A102-C552-2CF8-FE071673ABA4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9" creationId="{26FD8ED5-0C54-2EFE-D452-97FE056785F4}"/>
          </ac:spMkLst>
        </pc:spChg>
        <pc:spChg chg="add mod">
          <ac:chgData name="Owais Ahmed" userId="6abc7d4556b3b071" providerId="LiveId" clId="{37B963A1-BBDE-46C5-80F9-50AE1D86A8AA}" dt="2023-07-31T09:22:46.783" v="967" actId="403"/>
          <ac:spMkLst>
            <pc:docMk/>
            <pc:sldMk cId="2990752692" sldId="2547"/>
            <ac:spMk id="110" creationId="{994AD577-6239-2F68-872C-AA6C8C208077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08" creationId="{A8900986-A791-5508-527D-C578EE5A78C8}"/>
          </ac:spMkLst>
        </pc:spChg>
        <pc:spChg chg="mod">
          <ac:chgData name="Owais Ahmed" userId="6abc7d4556b3b071" providerId="LiveId" clId="{37B963A1-BBDE-46C5-80F9-50AE1D86A8AA}" dt="2023-07-31T09:07:57.614" v="302" actId="20577"/>
          <ac:spMkLst>
            <pc:docMk/>
            <pc:sldMk cId="2990752692" sldId="2547"/>
            <ac:spMk id="209" creationId="{AAA43F44-647B-CB8D-BCAC-E299685A40F4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11" creationId="{52539592-0EE2-2D23-2ABA-F7517973BB8B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12" creationId="{DD1F2B0A-F119-5E75-2FFB-9356CD556EC2}"/>
          </ac:spMkLst>
        </pc:spChg>
        <pc:spChg chg="mod">
          <ac:chgData name="Owais Ahmed" userId="6abc7d4556b3b071" providerId="LiveId" clId="{37B963A1-BBDE-46C5-80F9-50AE1D86A8AA}" dt="2023-07-31T09:21:51.886" v="801" actId="20577"/>
          <ac:spMkLst>
            <pc:docMk/>
            <pc:sldMk cId="2990752692" sldId="2547"/>
            <ac:spMk id="215" creationId="{00000000-0000-0000-0000-000000000000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18" creationId="{BBD9C430-4629-F148-2C37-17C2EDE09C33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19" creationId="{53460AF4-0032-6555-57DC-BA2EEEAA131D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22" creationId="{48C0295F-C14C-A447-3B45-BF5524FF2B06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23" creationId="{22BB3F06-A225-A578-EDD8-E0F56E540DC4}"/>
          </ac:spMkLst>
        </pc:spChg>
        <pc:spChg chg="del">
          <ac:chgData name="Owais Ahmed" userId="6abc7d4556b3b071" providerId="LiveId" clId="{37B963A1-BBDE-46C5-80F9-50AE1D86A8AA}" dt="2023-07-31T08:52:59.720" v="47" actId="478"/>
          <ac:spMkLst>
            <pc:docMk/>
            <pc:sldMk cId="2990752692" sldId="2547"/>
            <ac:spMk id="226" creationId="{B8468FD2-3C33-1896-5CFD-8300B56B7B2C}"/>
          </ac:spMkLst>
        </pc:spChg>
        <pc:spChg chg="del">
          <ac:chgData name="Owais Ahmed" userId="6abc7d4556b3b071" providerId="LiveId" clId="{37B963A1-BBDE-46C5-80F9-50AE1D86A8AA}" dt="2023-07-31T08:53:01.734" v="48" actId="478"/>
          <ac:spMkLst>
            <pc:docMk/>
            <pc:sldMk cId="2990752692" sldId="2547"/>
            <ac:spMk id="227" creationId="{46DB5FFD-5E7C-35A5-6E4A-0E828F199716}"/>
          </ac:spMkLst>
        </pc:spChg>
        <pc:spChg chg="del">
          <ac:chgData name="Owais Ahmed" userId="6abc7d4556b3b071" providerId="LiveId" clId="{37B963A1-BBDE-46C5-80F9-50AE1D86A8AA}" dt="2023-07-31T08:52:58.331" v="46" actId="478"/>
          <ac:spMkLst>
            <pc:docMk/>
            <pc:sldMk cId="2990752692" sldId="2547"/>
            <ac:spMk id="230" creationId="{C8C215B8-9C7C-9FC3-9055-9E8E1FA346BD}"/>
          </ac:spMkLst>
        </pc:spChg>
        <pc:spChg chg="del">
          <ac:chgData name="Owais Ahmed" userId="6abc7d4556b3b071" providerId="LiveId" clId="{37B963A1-BBDE-46C5-80F9-50AE1D86A8AA}" dt="2023-07-31T08:52:56.848" v="45" actId="478"/>
          <ac:spMkLst>
            <pc:docMk/>
            <pc:sldMk cId="2990752692" sldId="2547"/>
            <ac:spMk id="231" creationId="{8F173504-B851-0ABC-91A8-3CE2CF41B0FB}"/>
          </ac:spMkLst>
        </pc:spChg>
        <pc:spChg chg="mod topLvl">
          <ac:chgData name="Owais Ahmed" userId="6abc7d4556b3b071" providerId="LiveId" clId="{37B963A1-BBDE-46C5-80F9-50AE1D86A8AA}" dt="2023-07-31T09:09:16.961" v="335" actId="20577"/>
          <ac:spMkLst>
            <pc:docMk/>
            <pc:sldMk cId="2990752692" sldId="2547"/>
            <ac:spMk id="233" creationId="{238000E0-F9ED-18FE-FC50-1877EC95625B}"/>
          </ac:spMkLst>
        </pc:spChg>
        <pc:spChg chg="del">
          <ac:chgData name="Owais Ahmed" userId="6abc7d4556b3b071" providerId="LiveId" clId="{37B963A1-BBDE-46C5-80F9-50AE1D86A8AA}" dt="2023-07-31T07:55:32.504" v="38" actId="478"/>
          <ac:spMkLst>
            <pc:docMk/>
            <pc:sldMk cId="2990752692" sldId="2547"/>
            <ac:spMk id="314" creationId="{9BB302EC-15E9-A29A-0919-1062103F1032}"/>
          </ac:spMkLst>
        </pc:spChg>
        <pc:grpChg chg="add del mod">
          <ac:chgData name="Owais Ahmed" userId="6abc7d4556b3b071" providerId="LiveId" clId="{37B963A1-BBDE-46C5-80F9-50AE1D86A8AA}" dt="2023-07-31T08:55:07.954" v="87" actId="165"/>
          <ac:grpSpMkLst>
            <pc:docMk/>
            <pc:sldMk cId="2990752692" sldId="2547"/>
            <ac:grpSpMk id="3" creationId="{7B2A10F0-8013-1FA7-5EC5-6D21EAB73F33}"/>
          </ac:grpSpMkLst>
        </pc:grpChg>
        <pc:grpChg chg="mod topLvl">
          <ac:chgData name="Owais Ahmed" userId="6abc7d4556b3b071" providerId="LiveId" clId="{37B963A1-BBDE-46C5-80F9-50AE1D86A8AA}" dt="2023-07-31T09:20:36.919" v="776" actId="164"/>
          <ac:grpSpMkLst>
            <pc:docMk/>
            <pc:sldMk cId="2990752692" sldId="2547"/>
            <ac:grpSpMk id="4" creationId="{E81A933C-98F7-2A42-C896-F07B92C7F05C}"/>
          </ac:grpSpMkLst>
        </pc:grpChg>
        <pc:grpChg chg="mod topLvl">
          <ac:chgData name="Owais Ahmed" userId="6abc7d4556b3b071" providerId="LiveId" clId="{37B963A1-BBDE-46C5-80F9-50AE1D86A8AA}" dt="2023-07-31T09:20:36.919" v="776" actId="164"/>
          <ac:grpSpMkLst>
            <pc:docMk/>
            <pc:sldMk cId="2990752692" sldId="2547"/>
            <ac:grpSpMk id="5" creationId="{3D923357-38A9-ECD1-2C03-EF2C54EF7CF6}"/>
          </ac:grpSpMkLst>
        </pc:grpChg>
        <pc:grpChg chg="mod topLvl">
          <ac:chgData name="Owais Ahmed" userId="6abc7d4556b3b071" providerId="LiveId" clId="{37B963A1-BBDE-46C5-80F9-50AE1D86A8AA}" dt="2023-07-31T09:20:36.919" v="776" actId="164"/>
          <ac:grpSpMkLst>
            <pc:docMk/>
            <pc:sldMk cId="2990752692" sldId="2547"/>
            <ac:grpSpMk id="7" creationId="{BD9B4F33-48C8-2F48-4A5A-81E40EEE4F40}"/>
          </ac:grpSpMkLst>
        </pc:grpChg>
        <pc:grpChg chg="del mod topLvl">
          <ac:chgData name="Owais Ahmed" userId="6abc7d4556b3b071" providerId="LiveId" clId="{37B963A1-BBDE-46C5-80F9-50AE1D86A8AA}" dt="2023-07-31T08:55:11.083" v="88" actId="478"/>
          <ac:grpSpMkLst>
            <pc:docMk/>
            <pc:sldMk cId="2990752692" sldId="2547"/>
            <ac:grpSpMk id="9" creationId="{2303C201-652E-D5F7-79E3-C352D4056B3F}"/>
          </ac:grpSpMkLst>
        </pc:grpChg>
        <pc:grpChg chg="del mod topLvl">
          <ac:chgData name="Owais Ahmed" userId="6abc7d4556b3b071" providerId="LiveId" clId="{37B963A1-BBDE-46C5-80F9-50AE1D86A8AA}" dt="2023-07-31T08:55:11.083" v="88" actId="478"/>
          <ac:grpSpMkLst>
            <pc:docMk/>
            <pc:sldMk cId="2990752692" sldId="2547"/>
            <ac:grpSpMk id="11" creationId="{44AB4ABF-D347-0C21-5F3F-E2038D6AD90B}"/>
          </ac:grpSpMkLst>
        </pc:grpChg>
        <pc:grpChg chg="del mod topLvl">
          <ac:chgData name="Owais Ahmed" userId="6abc7d4556b3b071" providerId="LiveId" clId="{37B963A1-BBDE-46C5-80F9-50AE1D86A8AA}" dt="2023-07-31T08:55:11.083" v="88" actId="478"/>
          <ac:grpSpMkLst>
            <pc:docMk/>
            <pc:sldMk cId="2990752692" sldId="2547"/>
            <ac:grpSpMk id="13" creationId="{CDC90592-69D5-6B24-8E90-DF3117DF3743}"/>
          </ac:grpSpMkLst>
        </pc:grpChg>
        <pc:grpChg chg="add del mod">
          <ac:chgData name="Owais Ahmed" userId="6abc7d4556b3b071" providerId="LiveId" clId="{37B963A1-BBDE-46C5-80F9-50AE1D86A8AA}" dt="2023-07-31T08:57:10.217" v="124" actId="165"/>
          <ac:grpSpMkLst>
            <pc:docMk/>
            <pc:sldMk cId="2990752692" sldId="2547"/>
            <ac:grpSpMk id="29" creationId="{E687D9E2-5EB0-2E3F-311A-F7A39D039B9F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0" creationId="{1D1F280D-4E06-5BE3-C9D1-D42E8F14FEB0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1" creationId="{0233585E-248E-BAC7-5D76-4B87DEE9DA98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3" creationId="{9702CA21-43CF-1017-90F3-A36C21792BA9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5" creationId="{C9B4A097-0158-D77D-0DDE-C2F613EF2D1E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7" creationId="{239BCE71-8669-F2F3-D266-D06E27C0DB39}"/>
          </ac:grpSpMkLst>
        </pc:grpChg>
        <pc:grpChg chg="del mod topLvl">
          <ac:chgData name="Owais Ahmed" userId="6abc7d4556b3b071" providerId="LiveId" clId="{37B963A1-BBDE-46C5-80F9-50AE1D86A8AA}" dt="2023-07-31T08:57:31.506" v="126" actId="478"/>
          <ac:grpSpMkLst>
            <pc:docMk/>
            <pc:sldMk cId="2990752692" sldId="2547"/>
            <ac:grpSpMk id="39" creationId="{9A416855-C33C-B3AA-4742-F4742B90FBEB}"/>
          </ac:grpSpMkLst>
        </pc:grpChg>
        <pc:grpChg chg="add mod">
          <ac:chgData name="Owais Ahmed" userId="6abc7d4556b3b071" providerId="LiveId" clId="{37B963A1-BBDE-46C5-80F9-50AE1D86A8AA}" dt="2023-07-31T09:15:31.968" v="729" actId="1035"/>
          <ac:grpSpMkLst>
            <pc:docMk/>
            <pc:sldMk cId="2990752692" sldId="2547"/>
            <ac:grpSpMk id="56" creationId="{F0203D04-1462-550A-C604-80EB19F75610}"/>
          </ac:grpSpMkLst>
        </pc:grpChg>
        <pc:grpChg chg="add del mod">
          <ac:chgData name="Owais Ahmed" userId="6abc7d4556b3b071" providerId="LiveId" clId="{37B963A1-BBDE-46C5-80F9-50AE1D86A8AA}" dt="2023-07-31T09:18:02.201" v="750" actId="165"/>
          <ac:grpSpMkLst>
            <pc:docMk/>
            <pc:sldMk cId="2990752692" sldId="2547"/>
            <ac:grpSpMk id="57" creationId="{E161C98F-0F3A-F658-890D-36F7602741E0}"/>
          </ac:grpSpMkLst>
        </pc:grpChg>
        <pc:grpChg chg="add del mod">
          <ac:chgData name="Owais Ahmed" userId="6abc7d4556b3b071" providerId="LiveId" clId="{37B963A1-BBDE-46C5-80F9-50AE1D86A8AA}" dt="2023-07-31T09:18:02.201" v="750" actId="165"/>
          <ac:grpSpMkLst>
            <pc:docMk/>
            <pc:sldMk cId="2990752692" sldId="2547"/>
            <ac:grpSpMk id="58" creationId="{66600042-499A-3156-095D-6E3612ED8532}"/>
          </ac:grpSpMkLst>
        </pc:grpChg>
        <pc:grpChg chg="add del mod">
          <ac:chgData name="Owais Ahmed" userId="6abc7d4556b3b071" providerId="LiveId" clId="{37B963A1-BBDE-46C5-80F9-50AE1D86A8AA}" dt="2023-07-31T09:14:18.628" v="661"/>
          <ac:grpSpMkLst>
            <pc:docMk/>
            <pc:sldMk cId="2990752692" sldId="2547"/>
            <ac:grpSpMk id="64" creationId="{69EE64DF-AFD7-4E95-CCC5-DAA3494E77A9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65" creationId="{439C76F0-44DD-2226-495F-AFB5F6DAAFB4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66" creationId="{2A9398AE-4FA7-EB88-0852-CBB19D6252A7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68" creationId="{494BFB47-F586-DC26-85FA-17FCDEDA3598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70" creationId="{2BB74D27-4A19-0DE7-6F0D-B17A737F65B6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72" creationId="{EB9DA357-E0A1-484E-7B15-150AA36EFA3C}"/>
          </ac:grpSpMkLst>
        </pc:grpChg>
        <pc:grpChg chg="add del mod">
          <ac:chgData name="Owais Ahmed" userId="6abc7d4556b3b071" providerId="LiveId" clId="{37B963A1-BBDE-46C5-80F9-50AE1D86A8AA}" dt="2023-07-31T09:18:02.201" v="750" actId="165"/>
          <ac:grpSpMkLst>
            <pc:docMk/>
            <pc:sldMk cId="2990752692" sldId="2547"/>
            <ac:grpSpMk id="87" creationId="{D557FDCA-E63D-23AF-5847-10AFCEFA140B}"/>
          </ac:grpSpMkLst>
        </pc:grpChg>
        <pc:grpChg chg="mod topLvl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88" creationId="{F8D6FFE5-C5C3-1988-B75C-506B64E10FDB}"/>
          </ac:grpSpMkLst>
        </pc:grpChg>
        <pc:grpChg chg="mod topLvl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90" creationId="{3CA238CB-86B5-3A15-14A5-AE5579A24DDF}"/>
          </ac:grpSpMkLst>
        </pc:grpChg>
        <pc:grpChg chg="mod topLvl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92" creationId="{6572C053-9668-1A92-2938-C3A7DAD851D3}"/>
          </ac:grpSpMkLst>
        </pc:grpChg>
        <pc:grpChg chg="mod topLvl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94" creationId="{622BCBB7-F767-DD0C-E6DA-8E1101ACC27B}"/>
          </ac:grpSpMkLst>
        </pc:grpChg>
        <pc:grpChg chg="del mod">
          <ac:chgData name="Owais Ahmed" userId="6abc7d4556b3b071" providerId="LiveId" clId="{37B963A1-BBDE-46C5-80F9-50AE1D86A8AA}" dt="2023-07-31T09:15:11.007" v="723" actId="478"/>
          <ac:grpSpMkLst>
            <pc:docMk/>
            <pc:sldMk cId="2990752692" sldId="2547"/>
            <ac:grpSpMk id="96" creationId="{647BF5A4-D7A8-C47F-66DC-7FFBC6B607BE}"/>
          </ac:grpSpMkLst>
        </pc:grpChg>
        <pc:grpChg chg="mod topLvl">
          <ac:chgData name="Owais Ahmed" userId="6abc7d4556b3b071" providerId="LiveId" clId="{37B963A1-BBDE-46C5-80F9-50AE1D86A8AA}" dt="2023-07-31T09:00:49.777" v="187" actId="164"/>
          <ac:grpSpMkLst>
            <pc:docMk/>
            <pc:sldMk cId="2990752692" sldId="2547"/>
            <ac:grpSpMk id="207" creationId="{C0B042EC-7478-2A14-BCB2-0494F9D92BB2}"/>
          </ac:grpSpMkLst>
        </pc:grpChg>
        <pc:grpChg chg="del mod topLvl">
          <ac:chgData name="Owais Ahmed" userId="6abc7d4556b3b071" providerId="LiveId" clId="{37B963A1-BBDE-46C5-80F9-50AE1D86A8AA}" dt="2023-07-31T08:53:14.069" v="51" actId="478"/>
          <ac:grpSpMkLst>
            <pc:docMk/>
            <pc:sldMk cId="2990752692" sldId="2547"/>
            <ac:grpSpMk id="210" creationId="{2AF9402C-3845-9A8A-08E4-70C036A829E9}"/>
          </ac:grpSpMkLst>
        </pc:grpChg>
        <pc:grpChg chg="del mod topLvl">
          <ac:chgData name="Owais Ahmed" userId="6abc7d4556b3b071" providerId="LiveId" clId="{37B963A1-BBDE-46C5-80F9-50AE1D86A8AA}" dt="2023-07-31T08:53:14.069" v="51" actId="478"/>
          <ac:grpSpMkLst>
            <pc:docMk/>
            <pc:sldMk cId="2990752692" sldId="2547"/>
            <ac:grpSpMk id="217" creationId="{A475E6F9-CC33-4780-D862-A00EC1943F55}"/>
          </ac:grpSpMkLst>
        </pc:grpChg>
        <pc:grpChg chg="del mod topLvl">
          <ac:chgData name="Owais Ahmed" userId="6abc7d4556b3b071" providerId="LiveId" clId="{37B963A1-BBDE-46C5-80F9-50AE1D86A8AA}" dt="2023-07-31T08:53:14.069" v="51" actId="478"/>
          <ac:grpSpMkLst>
            <pc:docMk/>
            <pc:sldMk cId="2990752692" sldId="2547"/>
            <ac:grpSpMk id="221" creationId="{4AFD0DB0-9313-65B2-322F-8AE0874C9735}"/>
          </ac:grpSpMkLst>
        </pc:grpChg>
        <pc:grpChg chg="del">
          <ac:chgData name="Owais Ahmed" userId="6abc7d4556b3b071" providerId="LiveId" clId="{37B963A1-BBDE-46C5-80F9-50AE1D86A8AA}" dt="2023-07-31T08:52:59.720" v="47" actId="478"/>
          <ac:grpSpMkLst>
            <pc:docMk/>
            <pc:sldMk cId="2990752692" sldId="2547"/>
            <ac:grpSpMk id="225" creationId="{5048507D-83AB-39B2-C47B-7E684012F553}"/>
          </ac:grpSpMkLst>
        </pc:grpChg>
        <pc:grpChg chg="del">
          <ac:chgData name="Owais Ahmed" userId="6abc7d4556b3b071" providerId="LiveId" clId="{37B963A1-BBDE-46C5-80F9-50AE1D86A8AA}" dt="2023-07-31T08:52:56.848" v="45" actId="478"/>
          <ac:grpSpMkLst>
            <pc:docMk/>
            <pc:sldMk cId="2990752692" sldId="2547"/>
            <ac:grpSpMk id="229" creationId="{C8C75C70-766E-FBB9-4F22-B03E115A61EB}"/>
          </ac:grpSpMkLst>
        </pc:grpChg>
        <pc:grpChg chg="del mod">
          <ac:chgData name="Owais Ahmed" userId="6abc7d4556b3b071" providerId="LiveId" clId="{37B963A1-BBDE-46C5-80F9-50AE1D86A8AA}" dt="2023-07-31T08:53:08.545" v="50" actId="165"/>
          <ac:grpSpMkLst>
            <pc:docMk/>
            <pc:sldMk cId="2990752692" sldId="2547"/>
            <ac:grpSpMk id="319" creationId="{67144A40-1597-F420-76A1-2F7010E10A74}"/>
          </ac:grpSpMkLst>
        </pc:grpChg>
        <pc:grpChg chg="del">
          <ac:chgData name="Owais Ahmed" userId="6abc7d4556b3b071" providerId="LiveId" clId="{37B963A1-BBDE-46C5-80F9-50AE1D86A8AA}" dt="2023-07-31T07:55:25.191" v="35" actId="478"/>
          <ac:grpSpMkLst>
            <pc:docMk/>
            <pc:sldMk cId="2990752692" sldId="2547"/>
            <ac:grpSpMk id="1024" creationId="{70252386-2C39-B244-D784-76582291C3AB}"/>
          </ac:grpSpMkLst>
        </pc:grpChg>
        <pc:grpChg chg="del">
          <ac:chgData name="Owais Ahmed" userId="6abc7d4556b3b071" providerId="LiveId" clId="{37B963A1-BBDE-46C5-80F9-50AE1D86A8AA}" dt="2023-07-31T07:55:28.815" v="36" actId="478"/>
          <ac:grpSpMkLst>
            <pc:docMk/>
            <pc:sldMk cId="2990752692" sldId="2547"/>
            <ac:grpSpMk id="1027" creationId="{352CBB22-3FE7-2C43-D131-BD504C128AF8}"/>
          </ac:grpSpMkLst>
        </pc:grpChg>
        <pc:grpChg chg="del">
          <ac:chgData name="Owais Ahmed" userId="6abc7d4556b3b071" providerId="LiveId" clId="{37B963A1-BBDE-46C5-80F9-50AE1D86A8AA}" dt="2023-07-31T07:55:29.545" v="37" actId="478"/>
          <ac:grpSpMkLst>
            <pc:docMk/>
            <pc:sldMk cId="2990752692" sldId="2547"/>
            <ac:grpSpMk id="1028" creationId="{477BDD31-A06A-7586-5D52-AE394391CF98}"/>
          </ac:grpSpMkLst>
        </pc:grpChg>
        <pc:grpChg chg="add mod">
          <ac:chgData name="Owais Ahmed" userId="6abc7d4556b3b071" providerId="LiveId" clId="{37B963A1-BBDE-46C5-80F9-50AE1D86A8AA}" dt="2023-07-31T09:20:36.919" v="776" actId="164"/>
          <ac:grpSpMkLst>
            <pc:docMk/>
            <pc:sldMk cId="2990752692" sldId="2547"/>
            <ac:grpSpMk id="1030" creationId="{7F6AC300-8B21-F6BC-872C-CE2FAB97D072}"/>
          </ac:grpSpMkLst>
        </pc:grpChg>
        <pc:grpChg chg="add mod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1031" creationId="{A657890D-3A39-789E-CA49-4B807C5A96E3}"/>
          </ac:grpSpMkLst>
        </pc:grpChg>
        <pc:grpChg chg="add mod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1032" creationId="{DE109485-B462-A804-D635-0468C685F9A6}"/>
          </ac:grpSpMkLst>
        </pc:grpChg>
        <pc:cxnChg chg="del mod topLvl">
          <ac:chgData name="Owais Ahmed" userId="6abc7d4556b3b071" providerId="LiveId" clId="{37B963A1-BBDE-46C5-80F9-50AE1D86A8AA}" dt="2023-07-31T09:18:08.681" v="752" actId="478"/>
          <ac:cxnSpMkLst>
            <pc:docMk/>
            <pc:sldMk cId="2990752692" sldId="2547"/>
            <ac:cxnSpMk id="6" creationId="{F5BE4AA2-3B87-6746-4854-9C02D88B2A88}"/>
          </ac:cxnSpMkLst>
        </pc:cxnChg>
        <pc:cxnChg chg="del mod topLvl">
          <ac:chgData name="Owais Ahmed" userId="6abc7d4556b3b071" providerId="LiveId" clId="{37B963A1-BBDE-46C5-80F9-50AE1D86A8AA}" dt="2023-07-31T09:18:09.613" v="753" actId="478"/>
          <ac:cxnSpMkLst>
            <pc:docMk/>
            <pc:sldMk cId="2990752692" sldId="2547"/>
            <ac:cxnSpMk id="8" creationId="{FD1F7B2C-654C-69F3-9A64-12FD5F538EA6}"/>
          </ac:cxnSpMkLst>
        </pc:cxnChg>
        <pc:cxnChg chg="del mod topLvl">
          <ac:chgData name="Owais Ahmed" userId="6abc7d4556b3b071" providerId="LiveId" clId="{37B963A1-BBDE-46C5-80F9-50AE1D86A8AA}" dt="2023-07-31T08:55:11.083" v="88" actId="478"/>
          <ac:cxnSpMkLst>
            <pc:docMk/>
            <pc:sldMk cId="2990752692" sldId="2547"/>
            <ac:cxnSpMk id="10" creationId="{7B6ED8F4-51FE-CD18-AD1A-883DDCF3262A}"/>
          </ac:cxnSpMkLst>
        </pc:cxnChg>
        <pc:cxnChg chg="del mod topLvl">
          <ac:chgData name="Owais Ahmed" userId="6abc7d4556b3b071" providerId="LiveId" clId="{37B963A1-BBDE-46C5-80F9-50AE1D86A8AA}" dt="2023-07-31T08:55:11.083" v="88" actId="478"/>
          <ac:cxnSpMkLst>
            <pc:docMk/>
            <pc:sldMk cId="2990752692" sldId="2547"/>
            <ac:cxnSpMk id="12" creationId="{01DB1ED1-BCD3-F3D1-EC73-46CF6C6F9D52}"/>
          </ac:cxnSpMkLst>
        </pc:cxnChg>
        <pc:cxnChg chg="del mod topLvl">
          <ac:chgData name="Owais Ahmed" userId="6abc7d4556b3b071" providerId="LiveId" clId="{37B963A1-BBDE-46C5-80F9-50AE1D86A8AA}" dt="2023-07-31T08:55:11.083" v="88" actId="478"/>
          <ac:cxnSpMkLst>
            <pc:docMk/>
            <pc:sldMk cId="2990752692" sldId="2547"/>
            <ac:cxnSpMk id="14" creationId="{ECEA1649-DC11-4FCF-725A-2CD4DC62C23B}"/>
          </ac:cxnSpMkLst>
        </pc:cxnChg>
        <pc:cxnChg chg="del mod topLvl">
          <ac:chgData name="Owais Ahmed" userId="6abc7d4556b3b071" providerId="LiveId" clId="{37B963A1-BBDE-46C5-80F9-50AE1D86A8AA}" dt="2023-07-31T09:18:08.028" v="751" actId="478"/>
          <ac:cxnSpMkLst>
            <pc:docMk/>
            <pc:sldMk cId="2990752692" sldId="2547"/>
            <ac:cxnSpMk id="32" creationId="{975FF23F-69FF-9A2C-3D0A-8D9B9B79E92B}"/>
          </ac:cxnSpMkLst>
        </pc:cxnChg>
        <pc:cxnChg chg="del mod topLvl">
          <ac:chgData name="Owais Ahmed" userId="6abc7d4556b3b071" providerId="LiveId" clId="{37B963A1-BBDE-46C5-80F9-50AE1D86A8AA}" dt="2023-07-31T09:18:10.375" v="754" actId="478"/>
          <ac:cxnSpMkLst>
            <pc:docMk/>
            <pc:sldMk cId="2990752692" sldId="2547"/>
            <ac:cxnSpMk id="34" creationId="{1FF619DC-5DEB-17C2-F6AB-F5E47A2D03A8}"/>
          </ac:cxnSpMkLst>
        </pc:cxnChg>
        <pc:cxnChg chg="del mod topLvl">
          <ac:chgData name="Owais Ahmed" userId="6abc7d4556b3b071" providerId="LiveId" clId="{37B963A1-BBDE-46C5-80F9-50AE1D86A8AA}" dt="2023-07-31T09:18:11.075" v="755" actId="478"/>
          <ac:cxnSpMkLst>
            <pc:docMk/>
            <pc:sldMk cId="2990752692" sldId="2547"/>
            <ac:cxnSpMk id="36" creationId="{A0886EEC-0F49-627C-404C-1F65651C3759}"/>
          </ac:cxnSpMkLst>
        </pc:cxnChg>
        <pc:cxnChg chg="del mod topLvl">
          <ac:chgData name="Owais Ahmed" userId="6abc7d4556b3b071" providerId="LiveId" clId="{37B963A1-BBDE-46C5-80F9-50AE1D86A8AA}" dt="2023-07-31T09:18:11.888" v="756" actId="478"/>
          <ac:cxnSpMkLst>
            <pc:docMk/>
            <pc:sldMk cId="2990752692" sldId="2547"/>
            <ac:cxnSpMk id="38" creationId="{3C0DE5EB-5BCB-91CB-27D3-A97D8D9E2003}"/>
          </ac:cxnSpMkLst>
        </pc:cxnChg>
        <pc:cxnChg chg="del mod topLvl">
          <ac:chgData name="Owais Ahmed" userId="6abc7d4556b3b071" providerId="LiveId" clId="{37B963A1-BBDE-46C5-80F9-50AE1D86A8AA}" dt="2023-07-31T08:57:31.506" v="126" actId="478"/>
          <ac:cxnSpMkLst>
            <pc:docMk/>
            <pc:sldMk cId="2990752692" sldId="2547"/>
            <ac:cxnSpMk id="40" creationId="{68D93A2C-013F-59C4-2F7D-E302670FD9ED}"/>
          </ac:cxnSpMkLst>
        </pc:cxnChg>
        <pc:cxnChg chg="mod">
          <ac:chgData name="Owais Ahmed" userId="6abc7d4556b3b071" providerId="LiveId" clId="{37B963A1-BBDE-46C5-80F9-50AE1D86A8AA}" dt="2023-07-31T09:14:12.764" v="658"/>
          <ac:cxnSpMkLst>
            <pc:docMk/>
            <pc:sldMk cId="2990752692" sldId="2547"/>
            <ac:cxnSpMk id="67" creationId="{EE4DEF9E-97FB-0AE3-8870-CBDA22FA38B2}"/>
          </ac:cxnSpMkLst>
        </pc:cxnChg>
        <pc:cxnChg chg="mod">
          <ac:chgData name="Owais Ahmed" userId="6abc7d4556b3b071" providerId="LiveId" clId="{37B963A1-BBDE-46C5-80F9-50AE1D86A8AA}" dt="2023-07-31T09:14:12.764" v="658"/>
          <ac:cxnSpMkLst>
            <pc:docMk/>
            <pc:sldMk cId="2990752692" sldId="2547"/>
            <ac:cxnSpMk id="69" creationId="{DA1A13DB-12BC-8167-C5F3-7A43CCA521C3}"/>
          </ac:cxnSpMkLst>
        </pc:cxnChg>
        <pc:cxnChg chg="mod">
          <ac:chgData name="Owais Ahmed" userId="6abc7d4556b3b071" providerId="LiveId" clId="{37B963A1-BBDE-46C5-80F9-50AE1D86A8AA}" dt="2023-07-31T09:14:12.764" v="658"/>
          <ac:cxnSpMkLst>
            <pc:docMk/>
            <pc:sldMk cId="2990752692" sldId="2547"/>
            <ac:cxnSpMk id="71" creationId="{01A6A5A2-6B00-68BC-9A90-0F680F5268CD}"/>
          </ac:cxnSpMkLst>
        </pc:cxnChg>
        <pc:cxnChg chg="mod">
          <ac:chgData name="Owais Ahmed" userId="6abc7d4556b3b071" providerId="LiveId" clId="{37B963A1-BBDE-46C5-80F9-50AE1D86A8AA}" dt="2023-07-31T09:14:12.764" v="658"/>
          <ac:cxnSpMkLst>
            <pc:docMk/>
            <pc:sldMk cId="2990752692" sldId="2547"/>
            <ac:cxnSpMk id="73" creationId="{430219A4-8AC9-CA8E-DA84-A7121E578DEC}"/>
          </ac:cxnSpMkLst>
        </pc:cxnChg>
        <pc:cxnChg chg="add del mod topLvl">
          <ac:chgData name="Owais Ahmed" userId="6abc7d4556b3b071" providerId="LiveId" clId="{37B963A1-BBDE-46C5-80F9-50AE1D86A8AA}" dt="2023-07-31T09:19:02.016" v="771" actId="478"/>
          <ac:cxnSpMkLst>
            <pc:docMk/>
            <pc:sldMk cId="2990752692" sldId="2547"/>
            <ac:cxnSpMk id="91" creationId="{CC9D26DB-184B-946C-59FA-CD1CC56D8D2B}"/>
          </ac:cxnSpMkLst>
        </pc:cxnChg>
        <pc:cxnChg chg="del mod topLvl">
          <ac:chgData name="Owais Ahmed" userId="6abc7d4556b3b071" providerId="LiveId" clId="{37B963A1-BBDE-46C5-80F9-50AE1D86A8AA}" dt="2023-07-31T09:18:13.798" v="758" actId="478"/>
          <ac:cxnSpMkLst>
            <pc:docMk/>
            <pc:sldMk cId="2990752692" sldId="2547"/>
            <ac:cxnSpMk id="93" creationId="{5E937128-413A-5EAB-0C40-6758539C45A2}"/>
          </ac:cxnSpMkLst>
        </pc:cxnChg>
        <pc:cxnChg chg="del mod topLvl">
          <ac:chgData name="Owais Ahmed" userId="6abc7d4556b3b071" providerId="LiveId" clId="{37B963A1-BBDE-46C5-80F9-50AE1D86A8AA}" dt="2023-07-31T09:18:12.634" v="757" actId="478"/>
          <ac:cxnSpMkLst>
            <pc:docMk/>
            <pc:sldMk cId="2990752692" sldId="2547"/>
            <ac:cxnSpMk id="95" creationId="{DC53BF8B-D6B8-D42C-BCF8-FAE02D2211AF}"/>
          </ac:cxnSpMkLst>
        </pc:cxnChg>
        <pc:cxnChg chg="del mod">
          <ac:chgData name="Owais Ahmed" userId="6abc7d4556b3b071" providerId="LiveId" clId="{37B963A1-BBDE-46C5-80F9-50AE1D86A8AA}" dt="2023-07-31T09:15:15.851" v="725" actId="478"/>
          <ac:cxnSpMkLst>
            <pc:docMk/>
            <pc:sldMk cId="2990752692" sldId="2547"/>
            <ac:cxnSpMk id="97" creationId="{08429E82-AF16-E636-859E-002B35691C73}"/>
          </ac:cxnSpMkLst>
        </pc:cxnChg>
        <pc:cxnChg chg="add del mod">
          <ac:chgData name="Owais Ahmed" userId="6abc7d4556b3b071" providerId="LiveId" clId="{37B963A1-BBDE-46C5-80F9-50AE1D86A8AA}" dt="2023-07-31T09:18:22.926" v="762" actId="11529"/>
          <ac:cxnSpMkLst>
            <pc:docMk/>
            <pc:sldMk cId="2990752692" sldId="2547"/>
            <ac:cxnSpMk id="112" creationId="{2F11B00F-D0CE-CEC1-F2D3-518F4A1C0C86}"/>
          </ac:cxnSpMkLst>
        </pc:cxnChg>
        <pc:cxnChg chg="add mod">
          <ac:chgData name="Owais Ahmed" userId="6abc7d4556b3b071" providerId="LiveId" clId="{37B963A1-BBDE-46C5-80F9-50AE1D86A8AA}" dt="2023-07-31T09:20:36.919" v="776" actId="164"/>
          <ac:cxnSpMkLst>
            <pc:docMk/>
            <pc:sldMk cId="2990752692" sldId="2547"/>
            <ac:cxnSpMk id="114" creationId="{EAB36859-E5BD-DACB-F008-D53C1FB52938}"/>
          </ac:cxnSpMkLst>
        </pc:cxnChg>
        <pc:cxnChg chg="add mod">
          <ac:chgData name="Owais Ahmed" userId="6abc7d4556b3b071" providerId="LiveId" clId="{37B963A1-BBDE-46C5-80F9-50AE1D86A8AA}" dt="2023-07-31T09:20:36.919" v="776" actId="164"/>
          <ac:cxnSpMkLst>
            <pc:docMk/>
            <pc:sldMk cId="2990752692" sldId="2547"/>
            <ac:cxnSpMk id="116" creationId="{D77FC880-6C95-361E-00A0-59E24EBDA4E4}"/>
          </ac:cxnSpMkLst>
        </pc:cxnChg>
        <pc:cxnChg chg="add mod">
          <ac:chgData name="Owais Ahmed" userId="6abc7d4556b3b071" providerId="LiveId" clId="{37B963A1-BBDE-46C5-80F9-50AE1D86A8AA}" dt="2023-07-31T09:20:49.945" v="777" actId="164"/>
          <ac:cxnSpMkLst>
            <pc:docMk/>
            <pc:sldMk cId="2990752692" sldId="2547"/>
            <ac:cxnSpMk id="118" creationId="{B16C2EF2-AE8D-275C-5323-4D2014DE077E}"/>
          </ac:cxnSpMkLst>
        </pc:cxnChg>
        <pc:cxnChg chg="add mod">
          <ac:chgData name="Owais Ahmed" userId="6abc7d4556b3b071" providerId="LiveId" clId="{37B963A1-BBDE-46C5-80F9-50AE1D86A8AA}" dt="2023-07-31T09:20:49.945" v="777" actId="164"/>
          <ac:cxnSpMkLst>
            <pc:docMk/>
            <pc:sldMk cId="2990752692" sldId="2547"/>
            <ac:cxnSpMk id="120" creationId="{4A79240C-A032-EB17-41E0-52386AB60888}"/>
          </ac:cxnSpMkLst>
        </pc:cxnChg>
        <pc:cxnChg chg="add mod">
          <ac:chgData name="Owais Ahmed" userId="6abc7d4556b3b071" providerId="LiveId" clId="{37B963A1-BBDE-46C5-80F9-50AE1D86A8AA}" dt="2023-07-31T09:20:49.945" v="777" actId="164"/>
          <ac:cxnSpMkLst>
            <pc:docMk/>
            <pc:sldMk cId="2990752692" sldId="2547"/>
            <ac:cxnSpMk id="122" creationId="{4AFB9E76-0EA7-153B-7E1E-05A0E4C97456}"/>
          </ac:cxnSpMkLst>
        </pc:cxnChg>
        <pc:cxnChg chg="add mod">
          <ac:chgData name="Owais Ahmed" userId="6abc7d4556b3b071" providerId="LiveId" clId="{37B963A1-BBDE-46C5-80F9-50AE1D86A8AA}" dt="2023-07-31T09:20:49.945" v="777" actId="164"/>
          <ac:cxnSpMkLst>
            <pc:docMk/>
            <pc:sldMk cId="2990752692" sldId="2547"/>
            <ac:cxnSpMk id="124" creationId="{4CC2FB86-E07E-4B09-2A94-5C61DF69A735}"/>
          </ac:cxnSpMkLst>
        </pc:cxnChg>
        <pc:cxnChg chg="add mod">
          <ac:chgData name="Owais Ahmed" userId="6abc7d4556b3b071" providerId="LiveId" clId="{37B963A1-BBDE-46C5-80F9-50AE1D86A8AA}" dt="2023-07-31T09:21:01.400" v="778" actId="164"/>
          <ac:cxnSpMkLst>
            <pc:docMk/>
            <pc:sldMk cId="2990752692" sldId="2547"/>
            <ac:cxnSpMk id="126" creationId="{8363E0F2-10CE-03C0-6C14-BE8802F9921A}"/>
          </ac:cxnSpMkLst>
        </pc:cxnChg>
        <pc:cxnChg chg="del mod topLvl">
          <ac:chgData name="Owais Ahmed" userId="6abc7d4556b3b071" providerId="LiveId" clId="{37B963A1-BBDE-46C5-80F9-50AE1D86A8AA}" dt="2023-07-31T08:53:14.069" v="51" actId="478"/>
          <ac:cxnSpMkLst>
            <pc:docMk/>
            <pc:sldMk cId="2990752692" sldId="2547"/>
            <ac:cxnSpMk id="213" creationId="{20DC458F-65D1-43A6-AD4D-D629C78B59E7}"/>
          </ac:cxnSpMkLst>
        </pc:cxnChg>
        <pc:cxnChg chg="del mod topLvl">
          <ac:chgData name="Owais Ahmed" userId="6abc7d4556b3b071" providerId="LiveId" clId="{37B963A1-BBDE-46C5-80F9-50AE1D86A8AA}" dt="2023-07-31T08:53:14.069" v="51" actId="478"/>
          <ac:cxnSpMkLst>
            <pc:docMk/>
            <pc:sldMk cId="2990752692" sldId="2547"/>
            <ac:cxnSpMk id="220" creationId="{28F6F686-00F5-6015-997C-1C4CF1E4068B}"/>
          </ac:cxnSpMkLst>
        </pc:cxnChg>
        <pc:cxnChg chg="del mod topLvl">
          <ac:chgData name="Owais Ahmed" userId="6abc7d4556b3b071" providerId="LiveId" clId="{37B963A1-BBDE-46C5-80F9-50AE1D86A8AA}" dt="2023-07-31T08:53:14.069" v="51" actId="478"/>
          <ac:cxnSpMkLst>
            <pc:docMk/>
            <pc:sldMk cId="2990752692" sldId="2547"/>
            <ac:cxnSpMk id="224" creationId="{4012E97B-BC47-B062-6D50-EAE8D79C698D}"/>
          </ac:cxnSpMkLst>
        </pc:cxnChg>
        <pc:cxnChg chg="del mod topLvl">
          <ac:chgData name="Owais Ahmed" userId="6abc7d4556b3b071" providerId="LiveId" clId="{37B963A1-BBDE-46C5-80F9-50AE1D86A8AA}" dt="2023-07-31T08:53:14.069" v="51" actId="478"/>
          <ac:cxnSpMkLst>
            <pc:docMk/>
            <pc:sldMk cId="2990752692" sldId="2547"/>
            <ac:cxnSpMk id="228" creationId="{69E4D838-7DB3-6200-DAB9-4580B505DEEA}"/>
          </ac:cxnSpMkLst>
        </pc:cxnChg>
        <pc:cxnChg chg="del mod">
          <ac:chgData name="Owais Ahmed" userId="6abc7d4556b3b071" providerId="LiveId" clId="{37B963A1-BBDE-46C5-80F9-50AE1D86A8AA}" dt="2023-07-31T08:53:03.880" v="49" actId="478"/>
          <ac:cxnSpMkLst>
            <pc:docMk/>
            <pc:sldMk cId="2990752692" sldId="2547"/>
            <ac:cxnSpMk id="232" creationId="{F3EE973A-C53F-79CD-35AE-8E27B1A37F1D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40" creationId="{B7098FFA-5991-5B86-5313-DBB8E6ACD2D1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44" creationId="{26C9C688-E9A1-AD73-B7ED-FA9001838654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48" creationId="{322F526B-D2BC-E613-65D0-FE89D4620B7A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52" creationId="{4F1485D7-04A2-E361-5995-72B9663EF71A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56" creationId="{8D34D431-6C53-42A2-C0D9-E20C69418F24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61" creationId="{DC6C7DE2-69DF-BFDD-C2EF-8B3E01A3CCEB}"/>
          </ac:cxnSpMkLst>
        </pc:cxnChg>
        <pc:cxnChg chg="mod">
          <ac:chgData name="Owais Ahmed" userId="6abc7d4556b3b071" providerId="LiveId" clId="{37B963A1-BBDE-46C5-80F9-50AE1D86A8AA}" dt="2023-07-31T07:55:28.815" v="36" actId="478"/>
          <ac:cxnSpMkLst>
            <pc:docMk/>
            <pc:sldMk cId="2990752692" sldId="2547"/>
            <ac:cxnSpMk id="268" creationId="{E7F052F5-7CBD-2F05-E655-773FA1456244}"/>
          </ac:cxnSpMkLst>
        </pc:cxnChg>
        <pc:cxnChg chg="mod">
          <ac:chgData name="Owais Ahmed" userId="6abc7d4556b3b071" providerId="LiveId" clId="{37B963A1-BBDE-46C5-80F9-50AE1D86A8AA}" dt="2023-07-31T07:55:28.815" v="36" actId="478"/>
          <ac:cxnSpMkLst>
            <pc:docMk/>
            <pc:sldMk cId="2990752692" sldId="2547"/>
            <ac:cxnSpMk id="280" creationId="{D6B5FB28-E472-E3AC-6D4F-7D7D5F911674}"/>
          </ac:cxnSpMkLst>
        </pc:cxnChg>
        <pc:cxnChg chg="mod">
          <ac:chgData name="Owais Ahmed" userId="6abc7d4556b3b071" providerId="LiveId" clId="{37B963A1-BBDE-46C5-80F9-50AE1D86A8AA}" dt="2023-07-31T07:55:28.815" v="36" actId="478"/>
          <ac:cxnSpMkLst>
            <pc:docMk/>
            <pc:sldMk cId="2990752692" sldId="2547"/>
            <ac:cxnSpMk id="284" creationId="{233DEFD1-9501-6CAE-9C63-3AE11A33EC76}"/>
          </ac:cxnSpMkLst>
        </pc:cxnChg>
        <pc:cxnChg chg="mod">
          <ac:chgData name="Owais Ahmed" userId="6abc7d4556b3b071" providerId="LiveId" clId="{37B963A1-BBDE-46C5-80F9-50AE1D86A8AA}" dt="2023-07-31T07:55:28.815" v="36" actId="478"/>
          <ac:cxnSpMkLst>
            <pc:docMk/>
            <pc:sldMk cId="2990752692" sldId="2547"/>
            <ac:cxnSpMk id="288" creationId="{F11FB287-BC39-190A-43B9-A5B34B82B977}"/>
          </ac:cxnSpMkLst>
        </pc:cxnChg>
        <pc:cxnChg chg="add mod">
          <ac:chgData name="Owais Ahmed" userId="6abc7d4556b3b071" providerId="LiveId" clId="{37B963A1-BBDE-46C5-80F9-50AE1D86A8AA}" dt="2023-07-31T09:21:01.400" v="778" actId="164"/>
          <ac:cxnSpMkLst>
            <pc:docMk/>
            <pc:sldMk cId="2990752692" sldId="2547"/>
            <ac:cxnSpMk id="1025" creationId="{33E52E20-8B3F-3C42-7176-F4BE107E4E5C}"/>
          </ac:cxnSpMkLst>
        </pc:cxnChg>
        <pc:cxnChg chg="add mod">
          <ac:chgData name="Owais Ahmed" userId="6abc7d4556b3b071" providerId="LiveId" clId="{37B963A1-BBDE-46C5-80F9-50AE1D86A8AA}" dt="2023-07-31T09:21:01.400" v="778" actId="164"/>
          <ac:cxnSpMkLst>
            <pc:docMk/>
            <pc:sldMk cId="2990752692" sldId="2547"/>
            <ac:cxnSpMk id="1029" creationId="{F17F1DB9-9026-97D8-7854-3DD4E9D477CF}"/>
          </ac:cxnSpMkLst>
        </pc:cxnChg>
      </pc:sldChg>
      <pc:sldChg chg="add del">
        <pc:chgData name="Owais Ahmed" userId="6abc7d4556b3b071" providerId="LiveId" clId="{37B963A1-BBDE-46C5-80F9-50AE1D86A8AA}" dt="2023-07-31T09:17:48.628" v="749" actId="47"/>
        <pc:sldMkLst>
          <pc:docMk/>
          <pc:sldMk cId="1225631326" sldId="2548"/>
        </pc:sldMkLst>
      </pc:sldChg>
    </pc:docChg>
  </pc:docChgLst>
  <pc:docChgLst>
    <pc:chgData name="Owais Ahmed" userId="6abc7d4556b3b071" providerId="LiveId" clId="{45279107-ED0F-4962-82B0-02740E7FCE73}"/>
    <pc:docChg chg="undo custSel addSld delSld modSld sldOrd">
      <pc:chgData name="Owais Ahmed" userId="6abc7d4556b3b071" providerId="LiveId" clId="{45279107-ED0F-4962-82B0-02740E7FCE73}" dt="2023-10-19T07:00:26.488" v="9424" actId="47"/>
      <pc:docMkLst>
        <pc:docMk/>
      </pc:docMkLst>
      <pc:sldChg chg="modSp mod">
        <pc:chgData name="Owais Ahmed" userId="6abc7d4556b3b071" providerId="LiveId" clId="{45279107-ED0F-4962-82B0-02740E7FCE73}" dt="2023-10-04T08:26:31.635" v="9124"/>
        <pc:sldMkLst>
          <pc:docMk/>
          <pc:sldMk cId="1649098948" sldId="2462"/>
        </pc:sldMkLst>
        <pc:spChg chg="mod">
          <ac:chgData name="Owais Ahmed" userId="6abc7d4556b3b071" providerId="LiveId" clId="{45279107-ED0F-4962-82B0-02740E7FCE73}" dt="2023-10-04T08:26:31.635" v="9124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 Ahmed" userId="6abc7d4556b3b071" providerId="LiveId" clId="{45279107-ED0F-4962-82B0-02740E7FCE73}" dt="2023-09-28T05:44:12.146" v="2798" actId="27636"/>
        <pc:sldMkLst>
          <pc:docMk/>
          <pc:sldMk cId="296501705" sldId="2557"/>
        </pc:sldMkLst>
        <pc:spChg chg="mod">
          <ac:chgData name="Owais Ahmed" userId="6abc7d4556b3b071" providerId="LiveId" clId="{45279107-ED0F-4962-82B0-02740E7FCE73}" dt="2023-09-28T05:44:12.146" v="2798" actId="27636"/>
          <ac:spMkLst>
            <pc:docMk/>
            <pc:sldMk cId="296501705" sldId="2557"/>
            <ac:spMk id="3" creationId="{4A1C0383-58FE-E486-295E-B33B8683B938}"/>
          </ac:spMkLst>
        </pc:spChg>
        <pc:spChg chg="mod">
          <ac:chgData name="Owais Ahmed" userId="6abc7d4556b3b071" providerId="LiveId" clId="{45279107-ED0F-4962-82B0-02740E7FCE73}" dt="2023-09-27T10:00:13.801" v="66" actId="20577"/>
          <ac:spMkLst>
            <pc:docMk/>
            <pc:sldMk cId="296501705" sldId="2557"/>
            <ac:spMk id="215" creationId="{00000000-0000-0000-0000-000000000000}"/>
          </ac:spMkLst>
        </pc:spChg>
      </pc:sldChg>
      <pc:sldChg chg="del">
        <pc:chgData name="Owais Ahmed" userId="6abc7d4556b3b071" providerId="LiveId" clId="{45279107-ED0F-4962-82B0-02740E7FCE73}" dt="2023-09-28T05:18:16.679" v="1429" actId="47"/>
        <pc:sldMkLst>
          <pc:docMk/>
          <pc:sldMk cId="434899577" sldId="2558"/>
        </pc:sldMkLst>
      </pc:sldChg>
      <pc:sldChg chg="del">
        <pc:chgData name="Owais Ahmed" userId="6abc7d4556b3b071" providerId="LiveId" clId="{45279107-ED0F-4962-82B0-02740E7FCE73}" dt="2023-09-28T05:18:16.956" v="1430" actId="47"/>
        <pc:sldMkLst>
          <pc:docMk/>
          <pc:sldMk cId="3699905756" sldId="2559"/>
        </pc:sldMkLst>
      </pc:sldChg>
      <pc:sldChg chg="del">
        <pc:chgData name="Owais Ahmed" userId="6abc7d4556b3b071" providerId="LiveId" clId="{45279107-ED0F-4962-82B0-02740E7FCE73}" dt="2023-09-28T05:18:17.155" v="1431" actId="47"/>
        <pc:sldMkLst>
          <pc:docMk/>
          <pc:sldMk cId="2653031371" sldId="2560"/>
        </pc:sldMkLst>
      </pc:sldChg>
      <pc:sldChg chg="del">
        <pc:chgData name="Owais Ahmed" userId="6abc7d4556b3b071" providerId="LiveId" clId="{45279107-ED0F-4962-82B0-02740E7FCE73}" dt="2023-09-28T05:18:17.546" v="1432" actId="47"/>
        <pc:sldMkLst>
          <pc:docMk/>
          <pc:sldMk cId="224988690" sldId="2561"/>
        </pc:sldMkLst>
      </pc:sldChg>
      <pc:sldChg chg="del">
        <pc:chgData name="Owais Ahmed" userId="6abc7d4556b3b071" providerId="LiveId" clId="{45279107-ED0F-4962-82B0-02740E7FCE73}" dt="2023-09-28T05:18:17.826" v="1433" actId="47"/>
        <pc:sldMkLst>
          <pc:docMk/>
          <pc:sldMk cId="3132273384" sldId="2562"/>
        </pc:sldMkLst>
      </pc:sldChg>
      <pc:sldChg chg="del">
        <pc:chgData name="Owais Ahmed" userId="6abc7d4556b3b071" providerId="LiveId" clId="{45279107-ED0F-4962-82B0-02740E7FCE73}" dt="2023-09-28T05:18:18.085" v="1434" actId="47"/>
        <pc:sldMkLst>
          <pc:docMk/>
          <pc:sldMk cId="3330436801" sldId="2563"/>
        </pc:sldMkLst>
      </pc:sldChg>
      <pc:sldChg chg="del">
        <pc:chgData name="Owais Ahmed" userId="6abc7d4556b3b071" providerId="LiveId" clId="{45279107-ED0F-4962-82B0-02740E7FCE73}" dt="2023-09-28T05:18:18.421" v="1435" actId="47"/>
        <pc:sldMkLst>
          <pc:docMk/>
          <pc:sldMk cId="1325755899" sldId="2564"/>
        </pc:sldMkLst>
      </pc:sldChg>
      <pc:sldChg chg="del">
        <pc:chgData name="Owais Ahmed" userId="6abc7d4556b3b071" providerId="LiveId" clId="{45279107-ED0F-4962-82B0-02740E7FCE73}" dt="2023-09-28T05:18:19.908" v="1438" actId="47"/>
        <pc:sldMkLst>
          <pc:docMk/>
          <pc:sldMk cId="2136095335" sldId="2565"/>
        </pc:sldMkLst>
      </pc:sldChg>
      <pc:sldChg chg="del">
        <pc:chgData name="Owais Ahmed" userId="6abc7d4556b3b071" providerId="LiveId" clId="{45279107-ED0F-4962-82B0-02740E7FCE73}" dt="2023-09-28T05:18:18.653" v="1436" actId="47"/>
        <pc:sldMkLst>
          <pc:docMk/>
          <pc:sldMk cId="786819306" sldId="2566"/>
        </pc:sldMkLst>
      </pc:sldChg>
      <pc:sldChg chg="del">
        <pc:chgData name="Owais Ahmed" userId="6abc7d4556b3b071" providerId="LiveId" clId="{45279107-ED0F-4962-82B0-02740E7FCE73}" dt="2023-09-28T05:18:19.747" v="1437" actId="47"/>
        <pc:sldMkLst>
          <pc:docMk/>
          <pc:sldMk cId="1120982729" sldId="2568"/>
        </pc:sldMkLst>
      </pc:sldChg>
      <pc:sldChg chg="del">
        <pc:chgData name="Owais Ahmed" userId="6abc7d4556b3b071" providerId="LiveId" clId="{45279107-ED0F-4962-82B0-02740E7FCE73}" dt="2023-09-28T05:18:24.826" v="1449" actId="47"/>
        <pc:sldMkLst>
          <pc:docMk/>
          <pc:sldMk cId="3259772413" sldId="2569"/>
        </pc:sldMkLst>
      </pc:sldChg>
      <pc:sldChg chg="del">
        <pc:chgData name="Owais Ahmed" userId="6abc7d4556b3b071" providerId="LiveId" clId="{45279107-ED0F-4962-82B0-02740E7FCE73}" dt="2023-09-28T05:18:26.214" v="1450" actId="47"/>
        <pc:sldMkLst>
          <pc:docMk/>
          <pc:sldMk cId="345547534" sldId="2570"/>
        </pc:sldMkLst>
      </pc:sldChg>
      <pc:sldChg chg="del">
        <pc:chgData name="Owais Ahmed" userId="6abc7d4556b3b071" providerId="LiveId" clId="{45279107-ED0F-4962-82B0-02740E7FCE73}" dt="2023-09-28T05:18:26.437" v="1451" actId="47"/>
        <pc:sldMkLst>
          <pc:docMk/>
          <pc:sldMk cId="2705189823" sldId="2571"/>
        </pc:sldMkLst>
      </pc:sldChg>
      <pc:sldChg chg="modSp add del mod modAnim modNotesTx">
        <pc:chgData name="Owais Ahmed" userId="6abc7d4556b3b071" providerId="LiveId" clId="{45279107-ED0F-4962-82B0-02740E7FCE73}" dt="2023-10-12T09:51:40.073" v="9241"/>
        <pc:sldMkLst>
          <pc:docMk/>
          <pc:sldMk cId="195981011" sldId="2572"/>
        </pc:sldMkLst>
        <pc:spChg chg="mod">
          <ac:chgData name="Owais Ahmed" userId="6abc7d4556b3b071" providerId="LiveId" clId="{45279107-ED0F-4962-82B0-02740E7FCE73}" dt="2023-10-04T09:24:50.922" v="9233" actId="20577"/>
          <ac:spMkLst>
            <pc:docMk/>
            <pc:sldMk cId="195981011" sldId="2572"/>
            <ac:spMk id="3" creationId="{4A1C0383-58FE-E486-295E-B33B8683B938}"/>
          </ac:spMkLst>
        </pc:spChg>
        <pc:spChg chg="mod">
          <ac:chgData name="Owais Ahmed" userId="6abc7d4556b3b071" providerId="LiveId" clId="{45279107-ED0F-4962-82B0-02740E7FCE73}" dt="2023-09-28T05:27:42.763" v="2028" actId="20577"/>
          <ac:spMkLst>
            <pc:docMk/>
            <pc:sldMk cId="195981011" sldId="2572"/>
            <ac:spMk id="215" creationId="{00000000-0000-0000-0000-000000000000}"/>
          </ac:spMkLst>
        </pc:spChg>
      </pc:sldChg>
      <pc:sldChg chg="del">
        <pc:chgData name="Owais Ahmed" userId="6abc7d4556b3b071" providerId="LiveId" clId="{45279107-ED0F-4962-82B0-02740E7FCE73}" dt="2023-09-28T05:18:34.627" v="1454" actId="47"/>
        <pc:sldMkLst>
          <pc:docMk/>
          <pc:sldMk cId="3050182891" sldId="2573"/>
        </pc:sldMkLst>
      </pc:sldChg>
      <pc:sldChg chg="del">
        <pc:chgData name="Owais Ahmed" userId="6abc7d4556b3b071" providerId="LiveId" clId="{45279107-ED0F-4962-82B0-02740E7FCE73}" dt="2023-09-28T05:18:34.847" v="1455" actId="47"/>
        <pc:sldMkLst>
          <pc:docMk/>
          <pc:sldMk cId="1651692435" sldId="2574"/>
        </pc:sldMkLst>
      </pc:sldChg>
      <pc:sldChg chg="del">
        <pc:chgData name="Owais Ahmed" userId="6abc7d4556b3b071" providerId="LiveId" clId="{45279107-ED0F-4962-82B0-02740E7FCE73}" dt="2023-09-28T05:18:35.749" v="1456" actId="47"/>
        <pc:sldMkLst>
          <pc:docMk/>
          <pc:sldMk cId="1638662693" sldId="2575"/>
        </pc:sldMkLst>
      </pc:sldChg>
      <pc:sldChg chg="del">
        <pc:chgData name="Owais Ahmed" userId="6abc7d4556b3b071" providerId="LiveId" clId="{45279107-ED0F-4962-82B0-02740E7FCE73}" dt="2023-09-28T05:18:20.849" v="1439" actId="47"/>
        <pc:sldMkLst>
          <pc:docMk/>
          <pc:sldMk cId="1835063850" sldId="2578"/>
        </pc:sldMkLst>
      </pc:sldChg>
      <pc:sldChg chg="del">
        <pc:chgData name="Owais Ahmed" userId="6abc7d4556b3b071" providerId="LiveId" clId="{45279107-ED0F-4962-82B0-02740E7FCE73}" dt="2023-09-28T05:18:21.058" v="1440" actId="47"/>
        <pc:sldMkLst>
          <pc:docMk/>
          <pc:sldMk cId="150925741" sldId="2579"/>
        </pc:sldMkLst>
      </pc:sldChg>
      <pc:sldChg chg="del">
        <pc:chgData name="Owais Ahmed" userId="6abc7d4556b3b071" providerId="LiveId" clId="{45279107-ED0F-4962-82B0-02740E7FCE73}" dt="2023-09-28T05:18:21.287" v="1441" actId="47"/>
        <pc:sldMkLst>
          <pc:docMk/>
          <pc:sldMk cId="3164841762" sldId="2580"/>
        </pc:sldMkLst>
      </pc:sldChg>
      <pc:sldChg chg="del">
        <pc:chgData name="Owais Ahmed" userId="6abc7d4556b3b071" providerId="LiveId" clId="{45279107-ED0F-4962-82B0-02740E7FCE73}" dt="2023-09-28T05:18:21.401" v="1442" actId="47"/>
        <pc:sldMkLst>
          <pc:docMk/>
          <pc:sldMk cId="4253636147" sldId="2581"/>
        </pc:sldMkLst>
      </pc:sldChg>
      <pc:sldChg chg="del">
        <pc:chgData name="Owais Ahmed" userId="6abc7d4556b3b071" providerId="LiveId" clId="{45279107-ED0F-4962-82B0-02740E7FCE73}" dt="2023-09-28T05:18:21.609" v="1443" actId="47"/>
        <pc:sldMkLst>
          <pc:docMk/>
          <pc:sldMk cId="2684752333" sldId="2582"/>
        </pc:sldMkLst>
      </pc:sldChg>
      <pc:sldChg chg="del">
        <pc:chgData name="Owais Ahmed" userId="6abc7d4556b3b071" providerId="LiveId" clId="{45279107-ED0F-4962-82B0-02740E7FCE73}" dt="2023-09-28T05:18:21.887" v="1444" actId="47"/>
        <pc:sldMkLst>
          <pc:docMk/>
          <pc:sldMk cId="213204764" sldId="2584"/>
        </pc:sldMkLst>
      </pc:sldChg>
      <pc:sldChg chg="del">
        <pc:chgData name="Owais Ahmed" userId="6abc7d4556b3b071" providerId="LiveId" clId="{45279107-ED0F-4962-82B0-02740E7FCE73}" dt="2023-09-28T05:18:22.717" v="1445" actId="47"/>
        <pc:sldMkLst>
          <pc:docMk/>
          <pc:sldMk cId="3970414602" sldId="2585"/>
        </pc:sldMkLst>
      </pc:sldChg>
      <pc:sldChg chg="del">
        <pc:chgData name="Owais Ahmed" userId="6abc7d4556b3b071" providerId="LiveId" clId="{45279107-ED0F-4962-82B0-02740E7FCE73}" dt="2023-09-28T05:18:22.919" v="1446" actId="47"/>
        <pc:sldMkLst>
          <pc:docMk/>
          <pc:sldMk cId="2285914733" sldId="2586"/>
        </pc:sldMkLst>
      </pc:sldChg>
      <pc:sldChg chg="del">
        <pc:chgData name="Owais Ahmed" userId="6abc7d4556b3b071" providerId="LiveId" clId="{45279107-ED0F-4962-82B0-02740E7FCE73}" dt="2023-09-28T05:18:23.253" v="1447" actId="47"/>
        <pc:sldMkLst>
          <pc:docMk/>
          <pc:sldMk cId="1201433262" sldId="2587"/>
        </pc:sldMkLst>
      </pc:sldChg>
      <pc:sldChg chg="del">
        <pc:chgData name="Owais Ahmed" userId="6abc7d4556b3b071" providerId="LiveId" clId="{45279107-ED0F-4962-82B0-02740E7FCE73}" dt="2023-09-28T05:18:24.761" v="1448" actId="47"/>
        <pc:sldMkLst>
          <pc:docMk/>
          <pc:sldMk cId="2208228190" sldId="2588"/>
        </pc:sldMkLst>
      </pc:sldChg>
      <pc:sldChg chg="add del">
        <pc:chgData name="Owais Ahmed" userId="6abc7d4556b3b071" providerId="LiveId" clId="{45279107-ED0F-4962-82B0-02740E7FCE73}" dt="2023-09-28T05:27:08.634" v="1994" actId="47"/>
        <pc:sldMkLst>
          <pc:docMk/>
          <pc:sldMk cId="3207521955" sldId="2589"/>
        </pc:sldMkLst>
      </pc:sldChg>
      <pc:sldChg chg="addSp delSp modSp add mod modAnim modNotesTx">
        <pc:chgData name="Owais Ahmed" userId="6abc7d4556b3b071" providerId="LiveId" clId="{45279107-ED0F-4962-82B0-02740E7FCE73}" dt="2023-09-28T05:54:20.861" v="2905" actId="20577"/>
        <pc:sldMkLst>
          <pc:docMk/>
          <pc:sldMk cId="1286833483" sldId="2590"/>
        </pc:sldMkLst>
        <pc:spChg chg="mod">
          <ac:chgData name="Owais Ahmed" userId="6abc7d4556b3b071" providerId="LiveId" clId="{45279107-ED0F-4962-82B0-02740E7FCE73}" dt="2023-09-28T05:54:20.861" v="2905" actId="20577"/>
          <ac:spMkLst>
            <pc:docMk/>
            <pc:sldMk cId="1286833483" sldId="2590"/>
            <ac:spMk id="3" creationId="{4A1C0383-58FE-E486-295E-B33B8683B938}"/>
          </ac:spMkLst>
        </pc:spChg>
        <pc:spChg chg="mod">
          <ac:chgData name="Owais Ahmed" userId="6abc7d4556b3b071" providerId="LiveId" clId="{45279107-ED0F-4962-82B0-02740E7FCE73}" dt="2023-09-28T05:18:48.233" v="1467" actId="20577"/>
          <ac:spMkLst>
            <pc:docMk/>
            <pc:sldMk cId="1286833483" sldId="2590"/>
            <ac:spMk id="215" creationId="{00000000-0000-0000-0000-000000000000}"/>
          </ac:spMkLst>
        </pc:spChg>
        <pc:picChg chg="add mod">
          <ac:chgData name="Owais Ahmed" userId="6abc7d4556b3b071" providerId="LiveId" clId="{45279107-ED0F-4962-82B0-02740E7FCE73}" dt="2023-09-28T05:21:33.758" v="1598"/>
          <ac:picMkLst>
            <pc:docMk/>
            <pc:sldMk cId="1286833483" sldId="2590"/>
            <ac:picMk id="4" creationId="{48C98A09-DFB9-1D8D-C52E-28BC24FD9784}"/>
          </ac:picMkLst>
        </pc:picChg>
        <pc:picChg chg="add del mod">
          <ac:chgData name="Owais Ahmed" userId="6abc7d4556b3b071" providerId="LiveId" clId="{45279107-ED0F-4962-82B0-02740E7FCE73}" dt="2023-09-28T05:20:49.145" v="1502"/>
          <ac:picMkLst>
            <pc:docMk/>
            <pc:sldMk cId="1286833483" sldId="2590"/>
            <ac:picMk id="1026" creationId="{4541129B-110D-9F54-D7D0-D7B1CC26737D}"/>
          </ac:picMkLst>
        </pc:picChg>
      </pc:sldChg>
      <pc:sldChg chg="modSp add mod modAnim modNotesTx">
        <pc:chgData name="Owais Ahmed" userId="6abc7d4556b3b071" providerId="LiveId" clId="{45279107-ED0F-4962-82B0-02740E7FCE73}" dt="2023-10-04T08:27:00.468" v="9171" actId="20577"/>
        <pc:sldMkLst>
          <pc:docMk/>
          <pc:sldMk cId="3233140032" sldId="2591"/>
        </pc:sldMkLst>
        <pc:spChg chg="mod">
          <ac:chgData name="Owais Ahmed" userId="6abc7d4556b3b071" providerId="LiveId" clId="{45279107-ED0F-4962-82B0-02740E7FCE73}" dt="2023-10-04T08:27:00.468" v="9171" actId="20577"/>
          <ac:spMkLst>
            <pc:docMk/>
            <pc:sldMk cId="3233140032" sldId="2591"/>
            <ac:spMk id="3" creationId="{4A1C0383-58FE-E486-295E-B33B8683B938}"/>
          </ac:spMkLst>
        </pc:spChg>
        <pc:spChg chg="mod">
          <ac:chgData name="Owais Ahmed" userId="6abc7d4556b3b071" providerId="LiveId" clId="{45279107-ED0F-4962-82B0-02740E7FCE73}" dt="2023-09-28T05:44:38.209" v="2822" actId="20577"/>
          <ac:spMkLst>
            <pc:docMk/>
            <pc:sldMk cId="3233140032" sldId="2591"/>
            <ac:spMk id="215" creationId="{00000000-0000-0000-0000-000000000000}"/>
          </ac:spMkLst>
        </pc:spChg>
      </pc:sldChg>
      <pc:sldChg chg="add del">
        <pc:chgData name="Owais Ahmed" userId="6abc7d4556b3b071" providerId="LiveId" clId="{45279107-ED0F-4962-82B0-02740E7FCE73}" dt="2023-09-28T05:24:49.679" v="1866" actId="2890"/>
        <pc:sldMkLst>
          <pc:docMk/>
          <pc:sldMk cId="3353560375" sldId="2591"/>
        </pc:sldMkLst>
      </pc:sldChg>
      <pc:sldChg chg="add">
        <pc:chgData name="Owais Ahmed" userId="6abc7d4556b3b071" providerId="LiveId" clId="{45279107-ED0F-4962-82B0-02740E7FCE73}" dt="2023-09-28T06:48:11.273" v="3277" actId="2890"/>
        <pc:sldMkLst>
          <pc:docMk/>
          <pc:sldMk cId="3100393962" sldId="2592"/>
        </pc:sldMkLst>
      </pc:sldChg>
      <pc:sldChg chg="modSp add mod modAnim">
        <pc:chgData name="Owais Ahmed" userId="6abc7d4556b3b071" providerId="LiveId" clId="{45279107-ED0F-4962-82B0-02740E7FCE73}" dt="2023-10-02T10:44:08.476" v="5271" actId="20577"/>
        <pc:sldMkLst>
          <pc:docMk/>
          <pc:sldMk cId="597701694" sldId="2593"/>
        </pc:sldMkLst>
        <pc:spChg chg="mod">
          <ac:chgData name="Owais Ahmed" userId="6abc7d4556b3b071" providerId="LiveId" clId="{45279107-ED0F-4962-82B0-02740E7FCE73}" dt="2023-10-02T10:44:08.476" v="5271" actId="20577"/>
          <ac:spMkLst>
            <pc:docMk/>
            <pc:sldMk cId="597701694" sldId="2593"/>
            <ac:spMk id="3" creationId="{4A1C0383-58FE-E486-295E-B33B8683B938}"/>
          </ac:spMkLst>
        </pc:spChg>
      </pc:sldChg>
      <pc:sldChg chg="addSp modSp add mod modAnim">
        <pc:chgData name="Owais Ahmed" userId="6abc7d4556b3b071" providerId="LiveId" clId="{45279107-ED0F-4962-82B0-02740E7FCE73}" dt="2023-10-04T08:31:30.212" v="9219" actId="20577"/>
        <pc:sldMkLst>
          <pc:docMk/>
          <pc:sldMk cId="2590003542" sldId="2594"/>
        </pc:sldMkLst>
        <pc:spChg chg="mod">
          <ac:chgData name="Owais Ahmed" userId="6abc7d4556b3b071" providerId="LiveId" clId="{45279107-ED0F-4962-82B0-02740E7FCE73}" dt="2023-10-04T08:31:30.212" v="9219" actId="20577"/>
          <ac:spMkLst>
            <pc:docMk/>
            <pc:sldMk cId="2590003542" sldId="2594"/>
            <ac:spMk id="3" creationId="{4A1C0383-58FE-E486-295E-B33B8683B938}"/>
          </ac:spMkLst>
        </pc:spChg>
        <pc:graphicFrameChg chg="add mod modGraphic">
          <ac:chgData name="Owais Ahmed" userId="6abc7d4556b3b071" providerId="LiveId" clId="{45279107-ED0F-4962-82B0-02740E7FCE73}" dt="2023-10-04T08:30:45.475" v="9173" actId="20577"/>
          <ac:graphicFrameMkLst>
            <pc:docMk/>
            <pc:sldMk cId="2590003542" sldId="2594"/>
            <ac:graphicFrameMk id="4" creationId="{A2F42B04-BB10-3D3A-1117-040FE6A1D36E}"/>
          </ac:graphicFrameMkLst>
        </pc:graphicFrameChg>
      </pc:sldChg>
      <pc:sldChg chg="modSp add mod ord modAnim">
        <pc:chgData name="Owais Ahmed" userId="6abc7d4556b3b071" providerId="LiveId" clId="{45279107-ED0F-4962-82B0-02740E7FCE73}" dt="2023-10-04T08:32:13.609" v="9220"/>
        <pc:sldMkLst>
          <pc:docMk/>
          <pc:sldMk cId="1974876051" sldId="2595"/>
        </pc:sldMkLst>
        <pc:spChg chg="mod">
          <ac:chgData name="Owais Ahmed" userId="6abc7d4556b3b071" providerId="LiveId" clId="{45279107-ED0F-4962-82B0-02740E7FCE73}" dt="2023-10-02T09:56:25.230" v="4344" actId="20577"/>
          <ac:spMkLst>
            <pc:docMk/>
            <pc:sldMk cId="1974876051" sldId="2595"/>
            <ac:spMk id="3" creationId="{4A1C0383-58FE-E486-295E-B33B8683B938}"/>
          </ac:spMkLst>
        </pc:spChg>
        <pc:spChg chg="mod">
          <ac:chgData name="Owais Ahmed" userId="6abc7d4556b3b071" providerId="LiveId" clId="{45279107-ED0F-4962-82B0-02740E7FCE73}" dt="2023-10-04T08:32:13.609" v="9220"/>
          <ac:spMkLst>
            <pc:docMk/>
            <pc:sldMk cId="1974876051" sldId="2595"/>
            <ac:spMk id="215" creationId="{00000000-0000-0000-0000-000000000000}"/>
          </ac:spMkLst>
        </pc:spChg>
      </pc:sldChg>
      <pc:sldChg chg="modSp add mod ord addAnim delAnim modAnim">
        <pc:chgData name="Owais Ahmed" userId="6abc7d4556b3b071" providerId="LiveId" clId="{45279107-ED0F-4962-82B0-02740E7FCE73}" dt="2023-10-04T08:32:17.536" v="9221"/>
        <pc:sldMkLst>
          <pc:docMk/>
          <pc:sldMk cId="2635002093" sldId="2596"/>
        </pc:sldMkLst>
        <pc:spChg chg="mod">
          <ac:chgData name="Owais Ahmed" userId="6abc7d4556b3b071" providerId="LiveId" clId="{45279107-ED0F-4962-82B0-02740E7FCE73}" dt="2023-10-02T10:12:55.151" v="5192" actId="20577"/>
          <ac:spMkLst>
            <pc:docMk/>
            <pc:sldMk cId="2635002093" sldId="2596"/>
            <ac:spMk id="3" creationId="{4A1C0383-58FE-E486-295E-B33B8683B938}"/>
          </ac:spMkLst>
        </pc:spChg>
        <pc:spChg chg="mod">
          <ac:chgData name="Owais Ahmed" userId="6abc7d4556b3b071" providerId="LiveId" clId="{45279107-ED0F-4962-82B0-02740E7FCE73}" dt="2023-10-04T08:32:17.536" v="9221"/>
          <ac:spMkLst>
            <pc:docMk/>
            <pc:sldMk cId="2635002093" sldId="2596"/>
            <ac:spMk id="215" creationId="{00000000-0000-0000-0000-000000000000}"/>
          </ac:spMkLst>
        </pc:spChg>
      </pc:sldChg>
      <pc:sldChg chg="add del">
        <pc:chgData name="Owais Ahmed" userId="6abc7d4556b3b071" providerId="LiveId" clId="{45279107-ED0F-4962-82B0-02740E7FCE73}" dt="2023-10-02T09:58:31.536" v="4346" actId="2890"/>
        <pc:sldMkLst>
          <pc:docMk/>
          <pc:sldMk cId="4156799275" sldId="2596"/>
        </pc:sldMkLst>
      </pc:sldChg>
      <pc:sldChg chg="modSp add mod modAnim">
        <pc:chgData name="Owais Ahmed" userId="6abc7d4556b3b071" providerId="LiveId" clId="{45279107-ED0F-4962-82B0-02740E7FCE73}" dt="2023-10-02T10:13:33.174" v="5256" actId="20577"/>
        <pc:sldMkLst>
          <pc:docMk/>
          <pc:sldMk cId="2964892158" sldId="2597"/>
        </pc:sldMkLst>
        <pc:spChg chg="mod">
          <ac:chgData name="Owais Ahmed" userId="6abc7d4556b3b071" providerId="LiveId" clId="{45279107-ED0F-4962-82B0-02740E7FCE73}" dt="2023-10-02T10:13:33.174" v="5256" actId="20577"/>
          <ac:spMkLst>
            <pc:docMk/>
            <pc:sldMk cId="2964892158" sldId="2597"/>
            <ac:spMk id="3" creationId="{4A1C0383-58FE-E486-295E-B33B8683B938}"/>
          </ac:spMkLst>
        </pc:spChg>
        <pc:spChg chg="mod">
          <ac:chgData name="Owais Ahmed" userId="6abc7d4556b3b071" providerId="LiveId" clId="{45279107-ED0F-4962-82B0-02740E7FCE73}" dt="2023-10-02T10:08:20.433" v="4751" actId="20577"/>
          <ac:spMkLst>
            <pc:docMk/>
            <pc:sldMk cId="2964892158" sldId="2597"/>
            <ac:spMk id="215" creationId="{00000000-0000-0000-0000-000000000000}"/>
          </ac:spMkLst>
        </pc:spChg>
      </pc:sldChg>
      <pc:sldChg chg="modSp add mod ord modAnim">
        <pc:chgData name="Owais Ahmed" userId="6abc7d4556b3b071" providerId="LiveId" clId="{45279107-ED0F-4962-82B0-02740E7FCE73}" dt="2023-10-04T09:25:11.094" v="9237" actId="14100"/>
        <pc:sldMkLst>
          <pc:docMk/>
          <pc:sldMk cId="2469753386" sldId="2598"/>
        </pc:sldMkLst>
        <pc:spChg chg="mod">
          <ac:chgData name="Owais Ahmed" userId="6abc7d4556b3b071" providerId="LiveId" clId="{45279107-ED0F-4962-82B0-02740E7FCE73}" dt="2023-10-04T09:25:11.094" v="9237" actId="14100"/>
          <ac:spMkLst>
            <pc:docMk/>
            <pc:sldMk cId="2469753386" sldId="2598"/>
            <ac:spMk id="3" creationId="{4A1C0383-58FE-E486-295E-B33B8683B938}"/>
          </ac:spMkLst>
        </pc:spChg>
        <pc:spChg chg="mod">
          <ac:chgData name="Owais Ahmed" userId="6abc7d4556b3b071" providerId="LiveId" clId="{45279107-ED0F-4962-82B0-02740E7FCE73}" dt="2023-10-02T10:44:28.519" v="5289" actId="20577"/>
          <ac:spMkLst>
            <pc:docMk/>
            <pc:sldMk cId="2469753386" sldId="2598"/>
            <ac:spMk id="215" creationId="{00000000-0000-0000-0000-000000000000}"/>
          </ac:spMkLst>
        </pc:spChg>
      </pc:sldChg>
      <pc:sldChg chg="add">
        <pc:chgData name="Owais Ahmed" userId="6abc7d4556b3b071" providerId="LiveId" clId="{45279107-ED0F-4962-82B0-02740E7FCE73}" dt="2023-10-04T08:26:03.577" v="9116"/>
        <pc:sldMkLst>
          <pc:docMk/>
          <pc:sldMk cId="566651486" sldId="2599"/>
        </pc:sldMkLst>
      </pc:sldChg>
      <pc:sldChg chg="modSp add del mod ord modAnim">
        <pc:chgData name="Owais Ahmed" userId="6abc7d4556b3b071" providerId="LiveId" clId="{45279107-ED0F-4962-82B0-02740E7FCE73}" dt="2023-10-04T08:25:59.335" v="9115" actId="2696"/>
        <pc:sldMkLst>
          <pc:docMk/>
          <pc:sldMk cId="3058818754" sldId="2599"/>
        </pc:sldMkLst>
        <pc:spChg chg="mod">
          <ac:chgData name="Owais Ahmed" userId="6abc7d4556b3b071" providerId="LiveId" clId="{45279107-ED0F-4962-82B0-02740E7FCE73}" dt="2023-10-04T08:04:13.555" v="7535" actId="20577"/>
          <ac:spMkLst>
            <pc:docMk/>
            <pc:sldMk cId="3058818754" sldId="2599"/>
            <ac:spMk id="3" creationId="{4A1C0383-58FE-E486-295E-B33B8683B938}"/>
          </ac:spMkLst>
        </pc:spChg>
        <pc:spChg chg="mod">
          <ac:chgData name="Owais Ahmed" userId="6abc7d4556b3b071" providerId="LiveId" clId="{45279107-ED0F-4962-82B0-02740E7FCE73}" dt="2023-10-02T11:04:57.998" v="6288" actId="20577"/>
          <ac:spMkLst>
            <pc:docMk/>
            <pc:sldMk cId="3058818754" sldId="2599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45279107-ED0F-4962-82B0-02740E7FCE73}" dt="2023-10-19T04:53:13.544" v="9412" actId="20577"/>
        <pc:sldMkLst>
          <pc:docMk/>
          <pc:sldMk cId="2249086818" sldId="2600"/>
        </pc:sldMkLst>
        <pc:spChg chg="mod">
          <ac:chgData name="Owais Ahmed" userId="6abc7d4556b3b071" providerId="LiveId" clId="{45279107-ED0F-4962-82B0-02740E7FCE73}" dt="2023-10-19T04:52:50.150" v="9385" actId="2711"/>
          <ac:spMkLst>
            <pc:docMk/>
            <pc:sldMk cId="2249086818" sldId="2600"/>
            <ac:spMk id="3" creationId="{4A1C0383-58FE-E486-295E-B33B8683B938}"/>
          </ac:spMkLst>
        </pc:spChg>
      </pc:sldChg>
      <pc:sldChg chg="modSp add del mod modAnim">
        <pc:chgData name="Owais Ahmed" userId="6abc7d4556b3b071" providerId="LiveId" clId="{45279107-ED0F-4962-82B0-02740E7FCE73}" dt="2023-10-04T08:26:07.678" v="9117" actId="2696"/>
        <pc:sldMkLst>
          <pc:docMk/>
          <pc:sldMk cId="2822223890" sldId="2600"/>
        </pc:sldMkLst>
        <pc:spChg chg="mod">
          <ac:chgData name="Owais Ahmed" userId="6abc7d4556b3b071" providerId="LiveId" clId="{45279107-ED0F-4962-82B0-02740E7FCE73}" dt="2023-10-04T08:13:25.245" v="8160" actId="20577"/>
          <ac:spMkLst>
            <pc:docMk/>
            <pc:sldMk cId="2822223890" sldId="2600"/>
            <ac:spMk id="3" creationId="{4A1C0383-58FE-E486-295E-B33B8683B938}"/>
          </ac:spMkLst>
        </pc:spChg>
      </pc:sldChg>
      <pc:sldChg chg="modSp add">
        <pc:chgData name="Owais Ahmed" userId="6abc7d4556b3b071" providerId="LiveId" clId="{45279107-ED0F-4962-82B0-02740E7FCE73}" dt="2023-10-18T11:22:39.673" v="9242" actId="20577"/>
        <pc:sldMkLst>
          <pc:docMk/>
          <pc:sldMk cId="3551861967" sldId="2601"/>
        </pc:sldMkLst>
        <pc:spChg chg="mod">
          <ac:chgData name="Owais Ahmed" userId="6abc7d4556b3b071" providerId="LiveId" clId="{45279107-ED0F-4962-82B0-02740E7FCE73}" dt="2023-10-18T11:22:39.673" v="9242" actId="20577"/>
          <ac:spMkLst>
            <pc:docMk/>
            <pc:sldMk cId="3551861967" sldId="2601"/>
            <ac:spMk id="3" creationId="{4A1C0383-58FE-E486-295E-B33B8683B938}"/>
          </ac:spMkLst>
        </pc:spChg>
      </pc:sldChg>
      <pc:sldChg chg="modSp add del mod ord modAnim">
        <pc:chgData name="Owais Ahmed" userId="6abc7d4556b3b071" providerId="LiveId" clId="{45279107-ED0F-4962-82B0-02740E7FCE73}" dt="2023-10-04T08:26:17.378" v="9119" actId="2696"/>
        <pc:sldMkLst>
          <pc:docMk/>
          <pc:sldMk cId="3716777227" sldId="2601"/>
        </pc:sldMkLst>
        <pc:spChg chg="mod">
          <ac:chgData name="Owais Ahmed" userId="6abc7d4556b3b071" providerId="LiveId" clId="{45279107-ED0F-4962-82B0-02740E7FCE73}" dt="2023-10-04T08:24:56.229" v="9106" actId="20577"/>
          <ac:spMkLst>
            <pc:docMk/>
            <pc:sldMk cId="3716777227" sldId="2601"/>
            <ac:spMk id="3" creationId="{4A1C0383-58FE-E486-295E-B33B8683B938}"/>
          </ac:spMkLst>
        </pc:spChg>
        <pc:spChg chg="mod">
          <ac:chgData name="Owais Ahmed" userId="6abc7d4556b3b071" providerId="LiveId" clId="{45279107-ED0F-4962-82B0-02740E7FCE73}" dt="2023-10-04T08:14:35.135" v="8224" actId="20577"/>
          <ac:spMkLst>
            <pc:docMk/>
            <pc:sldMk cId="3716777227" sldId="2601"/>
            <ac:spMk id="215" creationId="{00000000-0000-0000-0000-000000000000}"/>
          </ac:spMkLst>
        </pc:spChg>
      </pc:sldChg>
      <pc:sldChg chg="modSp add del mod ord">
        <pc:chgData name="Owais Ahmed" userId="6abc7d4556b3b071" providerId="LiveId" clId="{45279107-ED0F-4962-82B0-02740E7FCE73}" dt="2023-10-19T07:00:26.488" v="9424" actId="47"/>
        <pc:sldMkLst>
          <pc:docMk/>
          <pc:sldMk cId="3228408307" sldId="2602"/>
        </pc:sldMkLst>
        <pc:spChg chg="mod">
          <ac:chgData name="Owais Ahmed" userId="6abc7d4556b3b071" providerId="LiveId" clId="{45279107-ED0F-4962-82B0-02740E7FCE73}" dt="2023-10-19T07:00:23.507" v="9423" actId="20577"/>
          <ac:spMkLst>
            <pc:docMk/>
            <pc:sldMk cId="3228408307" sldId="2602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53383B45-B17A-4806-BA45-0D31F109C868}"/>
    <pc:docChg chg="undo custSel addSld delSld modSld sldOrd">
      <pc:chgData name="Owais Ahmed" userId="6abc7d4556b3b071" providerId="LiveId" clId="{53383B45-B17A-4806-BA45-0D31F109C868}" dt="2023-09-27T09:56:42.272" v="2584" actId="20577"/>
      <pc:docMkLst>
        <pc:docMk/>
      </pc:docMkLst>
      <pc:sldChg chg="modSp mod">
        <pc:chgData name="Owais Ahmed" userId="6abc7d4556b3b071" providerId="LiveId" clId="{53383B45-B17A-4806-BA45-0D31F109C868}" dt="2023-09-27T05:07:46.636" v="32"/>
        <pc:sldMkLst>
          <pc:docMk/>
          <pc:sldMk cId="1649098948" sldId="2462"/>
        </pc:sldMkLst>
        <pc:spChg chg="mod">
          <ac:chgData name="Owais Ahmed" userId="6abc7d4556b3b071" providerId="LiveId" clId="{53383B45-B17A-4806-BA45-0D31F109C868}" dt="2023-09-27T05:07:46.636" v="32"/>
          <ac:spMkLst>
            <pc:docMk/>
            <pc:sldMk cId="1649098948" sldId="2462"/>
            <ac:spMk id="6" creationId="{F3C89A40-EEAA-43AB-9A3A-B2CFDE450F1B}"/>
          </ac:spMkLst>
        </pc:spChg>
      </pc:sldChg>
      <pc:sldChg chg="addSp delSp modSp">
        <pc:chgData name="Owais Ahmed" userId="6abc7d4556b3b071" providerId="LiveId" clId="{53383B45-B17A-4806-BA45-0D31F109C868}" dt="2023-09-27T05:06:36.031" v="1"/>
        <pc:sldMkLst>
          <pc:docMk/>
          <pc:sldMk cId="2136095335" sldId="2565"/>
        </pc:sldMkLst>
        <pc:graphicFrameChg chg="add del mod">
          <ac:chgData name="Owais Ahmed" userId="6abc7d4556b3b071" providerId="LiveId" clId="{53383B45-B17A-4806-BA45-0D31F109C868}" dt="2023-09-27T05:06:36.031" v="1"/>
          <ac:graphicFrameMkLst>
            <pc:docMk/>
            <pc:sldMk cId="2136095335" sldId="2565"/>
            <ac:graphicFrameMk id="4" creationId="{0343B9A1-D7FE-33A9-FC1E-D43F1EB7F87D}"/>
          </ac:graphicFrameMkLst>
        </pc:graphicFrameChg>
      </pc:sldChg>
      <pc:sldChg chg="modSp mod">
        <pc:chgData name="Owais Ahmed" userId="6abc7d4556b3b071" providerId="LiveId" clId="{53383B45-B17A-4806-BA45-0D31F109C868}" dt="2023-09-27T05:22:45.827" v="124" actId="20577"/>
        <pc:sldMkLst>
          <pc:docMk/>
          <pc:sldMk cId="786819306" sldId="2566"/>
        </pc:sldMkLst>
        <pc:spChg chg="mod">
          <ac:chgData name="Owais Ahmed" userId="6abc7d4556b3b071" providerId="LiveId" clId="{53383B45-B17A-4806-BA45-0D31F109C868}" dt="2023-09-27T05:22:45.827" v="124" actId="20577"/>
          <ac:spMkLst>
            <pc:docMk/>
            <pc:sldMk cId="786819306" sldId="2566"/>
            <ac:spMk id="215" creationId="{00000000-0000-0000-0000-000000000000}"/>
          </ac:spMkLst>
        </pc:spChg>
      </pc:sldChg>
      <pc:sldChg chg="add del">
        <pc:chgData name="Owais Ahmed" userId="6abc7d4556b3b071" providerId="LiveId" clId="{53383B45-B17A-4806-BA45-0D31F109C868}" dt="2023-09-27T05:23:15.731" v="125" actId="47"/>
        <pc:sldMkLst>
          <pc:docMk/>
          <pc:sldMk cId="138900574" sldId="2567"/>
        </pc:sldMkLst>
      </pc:sldChg>
      <pc:sldChg chg="modSp modAnim">
        <pc:chgData name="Owais Ahmed" userId="6abc7d4556b3b071" providerId="LiveId" clId="{53383B45-B17A-4806-BA45-0D31F109C868}" dt="2023-09-27T05:49:40.333" v="1297" actId="20577"/>
        <pc:sldMkLst>
          <pc:docMk/>
          <pc:sldMk cId="1120982729" sldId="2568"/>
        </pc:sldMkLst>
        <pc:spChg chg="mod">
          <ac:chgData name="Owais Ahmed" userId="6abc7d4556b3b071" providerId="LiveId" clId="{53383B45-B17A-4806-BA45-0D31F109C868}" dt="2023-09-27T05:49:40.333" v="1297" actId="20577"/>
          <ac:spMkLst>
            <pc:docMk/>
            <pc:sldMk cId="1120982729" sldId="2568"/>
            <ac:spMk id="3" creationId="{4A1C0383-58FE-E486-295E-B33B8683B938}"/>
          </ac:spMkLst>
        </pc:spChg>
      </pc:sldChg>
      <pc:sldChg chg="del">
        <pc:chgData name="Owais Ahmed" userId="6abc7d4556b3b071" providerId="LiveId" clId="{53383B45-B17A-4806-BA45-0D31F109C868}" dt="2023-09-27T09:20:42.985" v="1298" actId="47"/>
        <pc:sldMkLst>
          <pc:docMk/>
          <pc:sldMk cId="3849819283" sldId="2576"/>
        </pc:sldMkLst>
      </pc:sldChg>
      <pc:sldChg chg="del">
        <pc:chgData name="Owais Ahmed" userId="6abc7d4556b3b071" providerId="LiveId" clId="{53383B45-B17A-4806-BA45-0D31F109C868}" dt="2023-09-27T09:20:43.749" v="1299" actId="47"/>
        <pc:sldMkLst>
          <pc:docMk/>
          <pc:sldMk cId="2362627110" sldId="2577"/>
        </pc:sldMkLst>
      </pc:sldChg>
      <pc:sldChg chg="modSp add mod modAnim">
        <pc:chgData name="Owais Ahmed" userId="6abc7d4556b3b071" providerId="LiveId" clId="{53383B45-B17A-4806-BA45-0D31F109C868}" dt="2023-09-27T05:10:11.070" v="79" actId="27636"/>
        <pc:sldMkLst>
          <pc:docMk/>
          <pc:sldMk cId="1835063850" sldId="2578"/>
        </pc:sldMkLst>
        <pc:spChg chg="mod">
          <ac:chgData name="Owais Ahmed" userId="6abc7d4556b3b071" providerId="LiveId" clId="{53383B45-B17A-4806-BA45-0D31F109C868}" dt="2023-09-27T05:10:11.070" v="79" actId="27636"/>
          <ac:spMkLst>
            <pc:docMk/>
            <pc:sldMk cId="1835063850" sldId="2578"/>
            <ac:spMk id="3" creationId="{4A1C0383-58FE-E486-295E-B33B8683B938}"/>
          </ac:spMkLst>
        </pc:spChg>
        <pc:spChg chg="mod">
          <ac:chgData name="Owais Ahmed" userId="6abc7d4556b3b071" providerId="LiveId" clId="{53383B45-B17A-4806-BA45-0D31F109C868}" dt="2023-09-27T05:08:03.843" v="45" actId="20577"/>
          <ac:spMkLst>
            <pc:docMk/>
            <pc:sldMk cId="1835063850" sldId="2578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53383B45-B17A-4806-BA45-0D31F109C868}" dt="2023-09-27T05:20:27.514" v="95" actId="20577"/>
        <pc:sldMkLst>
          <pc:docMk/>
          <pc:sldMk cId="150925741" sldId="2579"/>
        </pc:sldMkLst>
        <pc:spChg chg="mod">
          <ac:chgData name="Owais Ahmed" userId="6abc7d4556b3b071" providerId="LiveId" clId="{53383B45-B17A-4806-BA45-0D31F109C868}" dt="2023-09-27T05:20:27.514" v="95" actId="20577"/>
          <ac:spMkLst>
            <pc:docMk/>
            <pc:sldMk cId="150925741" sldId="2579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53383B45-B17A-4806-BA45-0D31F109C868}" dt="2023-09-27T05:20:45.634" v="97"/>
        <pc:sldMkLst>
          <pc:docMk/>
          <pc:sldMk cId="3164841762" sldId="2580"/>
        </pc:sldMkLst>
        <pc:spChg chg="mod">
          <ac:chgData name="Owais Ahmed" userId="6abc7d4556b3b071" providerId="LiveId" clId="{53383B45-B17A-4806-BA45-0D31F109C868}" dt="2023-09-27T05:20:45.634" v="97"/>
          <ac:spMkLst>
            <pc:docMk/>
            <pc:sldMk cId="3164841762" sldId="2580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53383B45-B17A-4806-BA45-0D31F109C868}" dt="2023-09-27T05:21:33.310" v="99" actId="20577"/>
        <pc:sldMkLst>
          <pc:docMk/>
          <pc:sldMk cId="4253636147" sldId="2581"/>
        </pc:sldMkLst>
        <pc:spChg chg="mod">
          <ac:chgData name="Owais Ahmed" userId="6abc7d4556b3b071" providerId="LiveId" clId="{53383B45-B17A-4806-BA45-0D31F109C868}" dt="2023-09-27T05:21:33.310" v="99" actId="20577"/>
          <ac:spMkLst>
            <pc:docMk/>
            <pc:sldMk cId="4253636147" sldId="2581"/>
            <ac:spMk id="3" creationId="{4A1C0383-58FE-E486-295E-B33B8683B938}"/>
          </ac:spMkLst>
        </pc:spChg>
        <pc:spChg chg="mod">
          <ac:chgData name="Owais Ahmed" userId="6abc7d4556b3b071" providerId="LiveId" clId="{53383B45-B17A-4806-BA45-0D31F109C868}" dt="2023-09-27T05:20:50.696" v="98"/>
          <ac:spMkLst>
            <pc:docMk/>
            <pc:sldMk cId="4253636147" sldId="2581"/>
            <ac:spMk id="215" creationId="{00000000-0000-0000-0000-000000000000}"/>
          </ac:spMkLst>
        </pc:spChg>
      </pc:sldChg>
      <pc:sldChg chg="modSp add">
        <pc:chgData name="Owais Ahmed" userId="6abc7d4556b3b071" providerId="LiveId" clId="{53383B45-B17A-4806-BA45-0D31F109C868}" dt="2023-09-27T05:21:40.553" v="102" actId="20577"/>
        <pc:sldMkLst>
          <pc:docMk/>
          <pc:sldMk cId="2684752333" sldId="2582"/>
        </pc:sldMkLst>
        <pc:spChg chg="mod">
          <ac:chgData name="Owais Ahmed" userId="6abc7d4556b3b071" providerId="LiveId" clId="{53383B45-B17A-4806-BA45-0D31F109C868}" dt="2023-09-27T05:21:40.553" v="102" actId="20577"/>
          <ac:spMkLst>
            <pc:docMk/>
            <pc:sldMk cId="2684752333" sldId="2582"/>
            <ac:spMk id="3" creationId="{4A1C0383-58FE-E486-295E-B33B8683B938}"/>
          </ac:spMkLst>
        </pc:spChg>
      </pc:sldChg>
      <pc:sldChg chg="add del">
        <pc:chgData name="Owais Ahmed" userId="6abc7d4556b3b071" providerId="LiveId" clId="{53383B45-B17A-4806-BA45-0D31F109C868}" dt="2023-09-27T05:23:17.819" v="126" actId="47"/>
        <pc:sldMkLst>
          <pc:docMk/>
          <pc:sldMk cId="1329531230" sldId="2583"/>
        </pc:sldMkLst>
      </pc:sldChg>
      <pc:sldChg chg="modSp add mod">
        <pc:chgData name="Owais Ahmed" userId="6abc7d4556b3b071" providerId="LiveId" clId="{53383B45-B17A-4806-BA45-0D31F109C868}" dt="2023-09-27T05:25:24.412" v="165" actId="20577"/>
        <pc:sldMkLst>
          <pc:docMk/>
          <pc:sldMk cId="213204764" sldId="2584"/>
        </pc:sldMkLst>
        <pc:spChg chg="mod">
          <ac:chgData name="Owais Ahmed" userId="6abc7d4556b3b071" providerId="LiveId" clId="{53383B45-B17A-4806-BA45-0D31F109C868}" dt="2023-09-27T05:25:24.412" v="165" actId="20577"/>
          <ac:spMkLst>
            <pc:docMk/>
            <pc:sldMk cId="213204764" sldId="2584"/>
            <ac:spMk id="215" creationId="{00000000-0000-0000-0000-000000000000}"/>
          </ac:spMkLst>
        </pc:spChg>
      </pc:sldChg>
      <pc:sldChg chg="add">
        <pc:chgData name="Owais Ahmed" userId="6abc7d4556b3b071" providerId="LiveId" clId="{53383B45-B17A-4806-BA45-0D31F109C868}" dt="2023-09-27T05:06:44.656" v="2"/>
        <pc:sldMkLst>
          <pc:docMk/>
          <pc:sldMk cId="3970414602" sldId="2585"/>
        </pc:sldMkLst>
      </pc:sldChg>
      <pc:sldChg chg="modSp add mod modAnim">
        <pc:chgData name="Owais Ahmed" userId="6abc7d4556b3b071" providerId="LiveId" clId="{53383B45-B17A-4806-BA45-0D31F109C868}" dt="2023-09-27T05:36:05.275" v="1295" actId="20577"/>
        <pc:sldMkLst>
          <pc:docMk/>
          <pc:sldMk cId="2285914733" sldId="2586"/>
        </pc:sldMkLst>
        <pc:spChg chg="mod">
          <ac:chgData name="Owais Ahmed" userId="6abc7d4556b3b071" providerId="LiveId" clId="{53383B45-B17A-4806-BA45-0D31F109C868}" dt="2023-09-27T05:36:05.275" v="1295" actId="20577"/>
          <ac:spMkLst>
            <pc:docMk/>
            <pc:sldMk cId="2285914733" sldId="2586"/>
            <ac:spMk id="3" creationId="{4A1C0383-58FE-E486-295E-B33B8683B938}"/>
          </ac:spMkLst>
        </pc:spChg>
        <pc:spChg chg="mod">
          <ac:chgData name="Owais Ahmed" userId="6abc7d4556b3b071" providerId="LiveId" clId="{53383B45-B17A-4806-BA45-0D31F109C868}" dt="2023-09-27T05:27:15.262" v="304" actId="20577"/>
          <ac:spMkLst>
            <pc:docMk/>
            <pc:sldMk cId="2285914733" sldId="2586"/>
            <ac:spMk id="215" creationId="{00000000-0000-0000-0000-000000000000}"/>
          </ac:spMkLst>
        </pc:spChg>
      </pc:sldChg>
      <pc:sldChg chg="modSp add modAnim">
        <pc:chgData name="Owais Ahmed" userId="6abc7d4556b3b071" providerId="LiveId" clId="{53383B45-B17A-4806-BA45-0D31F109C868}" dt="2023-09-27T09:21:26.814" v="1301" actId="14"/>
        <pc:sldMkLst>
          <pc:docMk/>
          <pc:sldMk cId="1201433262" sldId="2587"/>
        </pc:sldMkLst>
        <pc:spChg chg="mod">
          <ac:chgData name="Owais Ahmed" userId="6abc7d4556b3b071" providerId="LiveId" clId="{53383B45-B17A-4806-BA45-0D31F109C868}" dt="2023-09-27T09:21:26.814" v="1301" actId="14"/>
          <ac:spMkLst>
            <pc:docMk/>
            <pc:sldMk cId="1201433262" sldId="2587"/>
            <ac:spMk id="3" creationId="{4A1C0383-58FE-E486-295E-B33B8683B938}"/>
          </ac:spMkLst>
        </pc:spChg>
      </pc:sldChg>
      <pc:sldChg chg="addSp modSp add mod ord modAnim modNotesTx">
        <pc:chgData name="Owais Ahmed" userId="6abc7d4556b3b071" providerId="LiveId" clId="{53383B45-B17A-4806-BA45-0D31F109C868}" dt="2023-09-27T09:56:42.272" v="2584" actId="20577"/>
        <pc:sldMkLst>
          <pc:docMk/>
          <pc:sldMk cId="2208228190" sldId="2588"/>
        </pc:sldMkLst>
        <pc:spChg chg="mod">
          <ac:chgData name="Owais Ahmed" userId="6abc7d4556b3b071" providerId="LiveId" clId="{53383B45-B17A-4806-BA45-0D31F109C868}" dt="2023-09-27T09:34:45.843" v="1447" actId="27636"/>
          <ac:spMkLst>
            <pc:docMk/>
            <pc:sldMk cId="2208228190" sldId="2588"/>
            <ac:spMk id="3" creationId="{4A1C0383-58FE-E486-295E-B33B8683B938}"/>
          </ac:spMkLst>
        </pc:spChg>
        <pc:spChg chg="add mod">
          <ac:chgData name="Owais Ahmed" userId="6abc7d4556b3b071" providerId="LiveId" clId="{53383B45-B17A-4806-BA45-0D31F109C868}" dt="2023-09-27T09:56:42.272" v="2584" actId="20577"/>
          <ac:spMkLst>
            <pc:docMk/>
            <pc:sldMk cId="2208228190" sldId="2588"/>
            <ac:spMk id="4" creationId="{94726610-A2E3-1316-07F6-F3E15154A6A9}"/>
          </ac:spMkLst>
        </pc:spChg>
        <pc:spChg chg="mod">
          <ac:chgData name="Owais Ahmed" userId="6abc7d4556b3b071" providerId="LiveId" clId="{53383B45-B17A-4806-BA45-0D31F109C868}" dt="2023-09-27T09:23:20.702" v="1328" actId="20577"/>
          <ac:spMkLst>
            <pc:docMk/>
            <pc:sldMk cId="2208228190" sldId="2588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4CD71B15-CCD9-4CBF-BC84-B4C52C1D305A}"/>
    <pc:docChg chg="addSld delSld modSld sldOrd">
      <pc:chgData name="Owais Ahmed" userId="6abc7d4556b3b071" providerId="LiveId" clId="{4CD71B15-CCD9-4CBF-BC84-B4C52C1D305A}" dt="2023-07-30T18:54:53.214" v="647" actId="47"/>
      <pc:docMkLst>
        <pc:docMk/>
      </pc:docMkLst>
      <pc:sldChg chg="modSp add del mod ord modAnim">
        <pc:chgData name="Owais Ahmed" userId="6abc7d4556b3b071" providerId="LiveId" clId="{4CD71B15-CCD9-4CBF-BC84-B4C52C1D305A}" dt="2023-07-30T18:54:53.214" v="647" actId="47"/>
        <pc:sldMkLst>
          <pc:docMk/>
          <pc:sldMk cId="4041671842" sldId="2516"/>
        </pc:sldMkLst>
        <pc:spChg chg="mod">
          <ac:chgData name="Owais Ahmed" userId="6abc7d4556b3b071" providerId="LiveId" clId="{4CD71B15-CCD9-4CBF-BC84-B4C52C1D305A}" dt="2023-07-30T18:54:43.518" v="646" actId="20577"/>
          <ac:spMkLst>
            <pc:docMk/>
            <pc:sldMk cId="4041671842" sldId="2516"/>
            <ac:spMk id="3" creationId="{4A1C0383-58FE-E486-295E-B33B8683B938}"/>
          </ac:spMkLst>
        </pc:spChg>
        <pc:spChg chg="mod">
          <ac:chgData name="Owais Ahmed" userId="6abc7d4556b3b071" providerId="LiveId" clId="{4CD71B15-CCD9-4CBF-BC84-B4C52C1D305A}" dt="2023-07-30T17:45:07.195" v="18" actId="20577"/>
          <ac:spMkLst>
            <pc:docMk/>
            <pc:sldMk cId="4041671842" sldId="2516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C968DFF7-75EA-425C-B744-BCB0C5DAAF5B}"/>
    <pc:docChg chg="undo custSel addSld delSld modSld sldOrd">
      <pc:chgData name="Owais Ahmed" userId="6abc7d4556b3b071" providerId="LiveId" clId="{C968DFF7-75EA-425C-B744-BCB0C5DAAF5B}" dt="2023-08-22T05:24:27.373" v="14616" actId="20577"/>
      <pc:docMkLst>
        <pc:docMk/>
      </pc:docMkLst>
      <pc:sldChg chg="modSp mod">
        <pc:chgData name="Owais Ahmed" userId="6abc7d4556b3b071" providerId="LiveId" clId="{C968DFF7-75EA-425C-B744-BCB0C5DAAF5B}" dt="2023-08-17T09:37:48.385" v="12743" actId="20577"/>
        <pc:sldMkLst>
          <pc:docMk/>
          <pc:sldMk cId="1649098948" sldId="2462"/>
        </pc:sldMkLst>
        <pc:spChg chg="mod">
          <ac:chgData name="Owais Ahmed" userId="6abc7d4556b3b071" providerId="LiveId" clId="{C968DFF7-75EA-425C-B744-BCB0C5DAAF5B}" dt="2023-08-17T09:37:48.385" v="12743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C968DFF7-75EA-425C-B744-BCB0C5DAAF5B}" dt="2023-08-10T07:32:45.723" v="812" actId="20577"/>
        <pc:sldMkLst>
          <pc:docMk/>
          <pc:sldMk cId="296501705" sldId="2557"/>
        </pc:sldMkLst>
        <pc:spChg chg="mod">
          <ac:chgData name="Owais Ahmed" userId="6abc7d4556b3b071" providerId="LiveId" clId="{C968DFF7-75EA-425C-B744-BCB0C5DAAF5B}" dt="2023-08-10T07:32:45.723" v="812" actId="20577"/>
          <ac:spMkLst>
            <pc:docMk/>
            <pc:sldMk cId="296501705" sldId="2557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0T07:12:31.050" v="57" actId="20577"/>
          <ac:spMkLst>
            <pc:docMk/>
            <pc:sldMk cId="296501705" sldId="2557"/>
            <ac:spMk id="215" creationId="{00000000-0000-0000-0000-000000000000}"/>
          </ac:spMkLst>
        </pc:sp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53512322" sldId="2558"/>
        </pc:sldMkLst>
      </pc:sldChg>
      <pc:sldChg chg="modSp add mod modAnim">
        <pc:chgData name="Owais Ahmed" userId="6abc7d4556b3b071" providerId="LiveId" clId="{C968DFF7-75EA-425C-B744-BCB0C5DAAF5B}" dt="2023-08-12T09:10:33.738" v="9777" actId="20577"/>
        <pc:sldMkLst>
          <pc:docMk/>
          <pc:sldMk cId="434899577" sldId="2558"/>
        </pc:sldMkLst>
        <pc:spChg chg="mod">
          <ac:chgData name="Owais Ahmed" userId="6abc7d4556b3b071" providerId="LiveId" clId="{C968DFF7-75EA-425C-B744-BCB0C5DAAF5B}" dt="2023-08-12T09:10:33.738" v="9777" actId="20577"/>
          <ac:spMkLst>
            <pc:docMk/>
            <pc:sldMk cId="434899577" sldId="2558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2T04:27:59.021" v="1912" actId="20577"/>
          <ac:spMkLst>
            <pc:docMk/>
            <pc:sldMk cId="434899577" sldId="2558"/>
            <ac:spMk id="215" creationId="{00000000-0000-0000-0000-000000000000}"/>
          </ac:spMkLst>
        </pc:sp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1566808580" sldId="2559"/>
        </pc:sldMkLst>
      </pc:sldChg>
      <pc:sldChg chg="modSp add mod modAnim">
        <pc:chgData name="Owais Ahmed" userId="6abc7d4556b3b071" providerId="LiveId" clId="{C968DFF7-75EA-425C-B744-BCB0C5DAAF5B}" dt="2023-08-12T09:11:03.452" v="9792" actId="403"/>
        <pc:sldMkLst>
          <pc:docMk/>
          <pc:sldMk cId="3699905756" sldId="2559"/>
        </pc:sldMkLst>
        <pc:spChg chg="mod">
          <ac:chgData name="Owais Ahmed" userId="6abc7d4556b3b071" providerId="LiveId" clId="{C968DFF7-75EA-425C-B744-BCB0C5DAAF5B}" dt="2023-08-12T09:11:03.452" v="9792" actId="403"/>
          <ac:spMkLst>
            <pc:docMk/>
            <pc:sldMk cId="3699905756" sldId="2559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2T06:36:06.543" v="4752"/>
          <ac:spMkLst>
            <pc:docMk/>
            <pc:sldMk cId="3699905756" sldId="2559"/>
            <ac:spMk id="215" creationId="{00000000-0000-0000-0000-000000000000}"/>
          </ac:spMkLst>
        </pc:spChg>
      </pc:sldChg>
      <pc:sldChg chg="addSp modSp add mod modAnim">
        <pc:chgData name="Owais Ahmed" userId="6abc7d4556b3b071" providerId="LiveId" clId="{C968DFF7-75EA-425C-B744-BCB0C5DAAF5B}" dt="2023-08-12T09:11:28.593" v="9798" actId="20577"/>
        <pc:sldMkLst>
          <pc:docMk/>
          <pc:sldMk cId="2653031371" sldId="2560"/>
        </pc:sldMkLst>
        <pc:spChg chg="mod">
          <ac:chgData name="Owais Ahmed" userId="6abc7d4556b3b071" providerId="LiveId" clId="{C968DFF7-75EA-425C-B744-BCB0C5DAAF5B}" dt="2023-08-12T06:35:10.722" v="4732" actId="20577"/>
          <ac:spMkLst>
            <pc:docMk/>
            <pc:sldMk cId="2653031371" sldId="2560"/>
            <ac:spMk id="3" creationId="{4A1C0383-58FE-E486-295E-B33B8683B938}"/>
          </ac:spMkLst>
        </pc:spChg>
        <pc:spChg chg="add mod">
          <ac:chgData name="Owais Ahmed" userId="6abc7d4556b3b071" providerId="LiveId" clId="{C968DFF7-75EA-425C-B744-BCB0C5DAAF5B}" dt="2023-08-12T09:11:28.593" v="9798" actId="20577"/>
          <ac:spMkLst>
            <pc:docMk/>
            <pc:sldMk cId="2653031371" sldId="2560"/>
            <ac:spMk id="4" creationId="{B7B67BB1-5AC3-71FA-0F19-C2981501A864}"/>
          </ac:spMkLst>
        </pc:spChg>
        <pc:spChg chg="mod">
          <ac:chgData name="Owais Ahmed" userId="6abc7d4556b3b071" providerId="LiveId" clId="{C968DFF7-75EA-425C-B744-BCB0C5DAAF5B}" dt="2023-08-12T06:36:09.588" v="4753"/>
          <ac:spMkLst>
            <pc:docMk/>
            <pc:sldMk cId="2653031371" sldId="2560"/>
            <ac:spMk id="215" creationId="{00000000-0000-0000-0000-000000000000}"/>
          </ac:spMkLst>
        </pc:sp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3737636412" sldId="2560"/>
        </pc:sldMkLst>
      </pc:sldChg>
      <pc:sldChg chg="modSp add mod modAnim">
        <pc:chgData name="Owais Ahmed" userId="6abc7d4556b3b071" providerId="LiveId" clId="{C968DFF7-75EA-425C-B744-BCB0C5DAAF5B}" dt="2023-08-12T06:36:12.503" v="4754"/>
        <pc:sldMkLst>
          <pc:docMk/>
          <pc:sldMk cId="224988690" sldId="2561"/>
        </pc:sldMkLst>
        <pc:spChg chg="mod">
          <ac:chgData name="Owais Ahmed" userId="6abc7d4556b3b071" providerId="LiveId" clId="{C968DFF7-75EA-425C-B744-BCB0C5DAAF5B}" dt="2023-08-12T06:35:37.622" v="4734" actId="20577"/>
          <ac:spMkLst>
            <pc:docMk/>
            <pc:sldMk cId="224988690" sldId="2561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2T06:09:00.084" v="4657" actId="20577"/>
          <ac:spMkLst>
            <pc:docMk/>
            <pc:sldMk cId="224988690" sldId="2561"/>
            <ac:spMk id="4" creationId="{B7B67BB1-5AC3-71FA-0F19-C2981501A864}"/>
          </ac:spMkLst>
        </pc:spChg>
        <pc:spChg chg="mod">
          <ac:chgData name="Owais Ahmed" userId="6abc7d4556b3b071" providerId="LiveId" clId="{C968DFF7-75EA-425C-B744-BCB0C5DAAF5B}" dt="2023-08-12T06:36:12.503" v="4754"/>
          <ac:spMkLst>
            <pc:docMk/>
            <pc:sldMk cId="224988690" sldId="2561"/>
            <ac:spMk id="215" creationId="{00000000-0000-0000-0000-000000000000}"/>
          </ac:spMkLst>
        </pc:sp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1476977656" sldId="2561"/>
        </pc:sldMkLst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1305422422" sldId="2562"/>
        </pc:sldMkLst>
      </pc:sldChg>
      <pc:sldChg chg="modSp add mod ord modAnim">
        <pc:chgData name="Owais Ahmed" userId="6abc7d4556b3b071" providerId="LiveId" clId="{C968DFF7-75EA-425C-B744-BCB0C5DAAF5B}" dt="2023-08-12T09:11:47.294" v="9808" actId="20577"/>
        <pc:sldMkLst>
          <pc:docMk/>
          <pc:sldMk cId="3132273384" sldId="2562"/>
        </pc:sldMkLst>
        <pc:spChg chg="mod">
          <ac:chgData name="Owais Ahmed" userId="6abc7d4556b3b071" providerId="LiveId" clId="{C968DFF7-75EA-425C-B744-BCB0C5DAAF5B}" dt="2023-08-12T09:11:47.294" v="9808" actId="20577"/>
          <ac:spMkLst>
            <pc:docMk/>
            <pc:sldMk cId="3132273384" sldId="2562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2T06:36:56.583" v="4776" actId="20577"/>
          <ac:spMkLst>
            <pc:docMk/>
            <pc:sldMk cId="3132273384" sldId="2562"/>
            <ac:spMk id="215" creationId="{00000000-0000-0000-0000-000000000000}"/>
          </ac:spMkLst>
        </pc:spChg>
      </pc:sldChg>
      <pc:sldChg chg="add del">
        <pc:chgData name="Owais Ahmed" userId="6abc7d4556b3b071" providerId="LiveId" clId="{C968DFF7-75EA-425C-B744-BCB0C5DAAF5B}" dt="2023-08-12T07:06:03.737" v="5850" actId="2890"/>
        <pc:sldMkLst>
          <pc:docMk/>
          <pc:sldMk cId="1002625637" sldId="2563"/>
        </pc:sldMkLst>
      </pc:sldChg>
      <pc:sldChg chg="delSp modSp add mod ord delAnim modAnim">
        <pc:chgData name="Owais Ahmed" userId="6abc7d4556b3b071" providerId="LiveId" clId="{C968DFF7-75EA-425C-B744-BCB0C5DAAF5B}" dt="2023-08-12T07:11:02.119" v="6177" actId="20577"/>
        <pc:sldMkLst>
          <pc:docMk/>
          <pc:sldMk cId="3330436801" sldId="2563"/>
        </pc:sldMkLst>
        <pc:spChg chg="mod">
          <ac:chgData name="Owais Ahmed" userId="6abc7d4556b3b071" providerId="LiveId" clId="{C968DFF7-75EA-425C-B744-BCB0C5DAAF5B}" dt="2023-08-12T07:11:02.119" v="6177" actId="20577"/>
          <ac:spMkLst>
            <pc:docMk/>
            <pc:sldMk cId="3330436801" sldId="2563"/>
            <ac:spMk id="3" creationId="{4A1C0383-58FE-E486-295E-B33B8683B938}"/>
          </ac:spMkLst>
        </pc:spChg>
        <pc:spChg chg="del">
          <ac:chgData name="Owais Ahmed" userId="6abc7d4556b3b071" providerId="LiveId" clId="{C968DFF7-75EA-425C-B744-BCB0C5DAAF5B}" dt="2023-08-12T07:08:41.884" v="6053" actId="478"/>
          <ac:spMkLst>
            <pc:docMk/>
            <pc:sldMk cId="3330436801" sldId="2563"/>
            <ac:spMk id="4" creationId="{B7B67BB1-5AC3-71FA-0F19-C2981501A864}"/>
          </ac:spMkLst>
        </pc:spChg>
        <pc:spChg chg="mod">
          <ac:chgData name="Owais Ahmed" userId="6abc7d4556b3b071" providerId="LiveId" clId="{C968DFF7-75EA-425C-B744-BCB0C5DAAF5B}" dt="2023-08-12T07:06:11.255" v="5854"/>
          <ac:spMkLst>
            <pc:docMk/>
            <pc:sldMk cId="3330436801" sldId="2563"/>
            <ac:spMk id="215" creationId="{00000000-0000-0000-0000-000000000000}"/>
          </ac:spMkLst>
        </pc:sp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4071666753" sldId="2563"/>
        </pc:sldMkLst>
      </pc:sldChg>
      <pc:sldChg chg="addSp modSp add mod ord modAnim">
        <pc:chgData name="Owais Ahmed" userId="6abc7d4556b3b071" providerId="LiveId" clId="{C968DFF7-75EA-425C-B744-BCB0C5DAAF5B}" dt="2023-08-12T07:24:48.262" v="6978"/>
        <pc:sldMkLst>
          <pc:docMk/>
          <pc:sldMk cId="1325755899" sldId="2564"/>
        </pc:sldMkLst>
        <pc:spChg chg="mod">
          <ac:chgData name="Owais Ahmed" userId="6abc7d4556b3b071" providerId="LiveId" clId="{C968DFF7-75EA-425C-B744-BCB0C5DAAF5B}" dt="2023-08-12T07:23:57.929" v="6972" actId="27636"/>
          <ac:spMkLst>
            <pc:docMk/>
            <pc:sldMk cId="1325755899" sldId="2564"/>
            <ac:spMk id="3" creationId="{4A1C0383-58FE-E486-295E-B33B8683B938}"/>
          </ac:spMkLst>
        </pc:spChg>
        <pc:graphicFrameChg chg="add mod modGraphic">
          <ac:chgData name="Owais Ahmed" userId="6abc7d4556b3b071" providerId="LiveId" clId="{C968DFF7-75EA-425C-B744-BCB0C5DAAF5B}" dt="2023-08-12T07:22:24.582" v="6820" actId="20577"/>
          <ac:graphicFrameMkLst>
            <pc:docMk/>
            <pc:sldMk cId="1325755899" sldId="2564"/>
            <ac:graphicFrameMk id="4" creationId="{470FE530-96B6-F32D-DB03-8A3AD4A9FC11}"/>
          </ac:graphicFrameMkLst>
        </pc:graphicFrame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2526141006" sldId="2564"/>
        </pc:sldMkLst>
      </pc:sldChg>
      <pc:sldChg chg="modSp add mod ord modAnim">
        <pc:chgData name="Owais Ahmed" userId="6abc7d4556b3b071" providerId="LiveId" clId="{C968DFF7-75EA-425C-B744-BCB0C5DAAF5B}" dt="2023-08-12T09:14:41.906" v="10182" actId="20577"/>
        <pc:sldMkLst>
          <pc:docMk/>
          <pc:sldMk cId="2136095335" sldId="2565"/>
        </pc:sldMkLst>
        <pc:spChg chg="mod">
          <ac:chgData name="Owais Ahmed" userId="6abc7d4556b3b071" providerId="LiveId" clId="{C968DFF7-75EA-425C-B744-BCB0C5DAAF5B}" dt="2023-08-12T09:14:41.906" v="10182" actId="20577"/>
          <ac:spMkLst>
            <pc:docMk/>
            <pc:sldMk cId="2136095335" sldId="2565"/>
            <ac:spMk id="3" creationId="{4A1C0383-58FE-E486-295E-B33B8683B938}"/>
          </ac:spMkLst>
        </pc:sp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2724244378" sldId="2565"/>
        </pc:sldMkLst>
      </pc:sldChg>
      <pc:sldChg chg="modSp add mod modAnim">
        <pc:chgData name="Owais Ahmed" userId="6abc7d4556b3b071" providerId="LiveId" clId="{C968DFF7-75EA-425C-B744-BCB0C5DAAF5B}" dt="2023-08-22T05:24:27.373" v="14616" actId="20577"/>
        <pc:sldMkLst>
          <pc:docMk/>
          <pc:sldMk cId="786819306" sldId="2566"/>
        </pc:sldMkLst>
        <pc:spChg chg="mod">
          <ac:chgData name="Owais Ahmed" userId="6abc7d4556b3b071" providerId="LiveId" clId="{C968DFF7-75EA-425C-B744-BCB0C5DAAF5B}" dt="2023-08-22T05:24:27.373" v="14616" actId="20577"/>
          <ac:spMkLst>
            <pc:docMk/>
            <pc:sldMk cId="786819306" sldId="2566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2T07:46:30.069" v="7642"/>
          <ac:spMkLst>
            <pc:docMk/>
            <pc:sldMk cId="786819306" sldId="2566"/>
            <ac:spMk id="215" creationId="{00000000-0000-0000-0000-000000000000}"/>
          </ac:spMkLst>
        </pc:spChg>
        <pc:graphicFrameChg chg="mod">
          <ac:chgData name="Owais Ahmed" userId="6abc7d4556b3b071" providerId="LiveId" clId="{C968DFF7-75EA-425C-B744-BCB0C5DAAF5B}" dt="2023-08-12T08:59:04.793" v="9284" actId="14100"/>
          <ac:graphicFrameMkLst>
            <pc:docMk/>
            <pc:sldMk cId="786819306" sldId="2566"/>
            <ac:graphicFrameMk id="4" creationId="{470FE530-96B6-F32D-DB03-8A3AD4A9FC11}"/>
          </ac:graphicFrameMkLst>
        </pc:graphicFrame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1651103511" sldId="2566"/>
        </pc:sldMkLst>
      </pc:sldChg>
      <pc:sldChg chg="addSp delSp modSp add del mod delAnim modAnim">
        <pc:chgData name="Owais Ahmed" userId="6abc7d4556b3b071" providerId="LiveId" clId="{C968DFF7-75EA-425C-B744-BCB0C5DAAF5B}" dt="2023-08-12T09:14:27.406" v="10159" actId="47"/>
        <pc:sldMkLst>
          <pc:docMk/>
          <pc:sldMk cId="3245370810" sldId="2567"/>
        </pc:sldMkLst>
        <pc:spChg chg="del mod">
          <ac:chgData name="Owais Ahmed" userId="6abc7d4556b3b071" providerId="LiveId" clId="{C968DFF7-75EA-425C-B744-BCB0C5DAAF5B}" dt="2023-08-12T08:20:05.309" v="8839" actId="478"/>
          <ac:spMkLst>
            <pc:docMk/>
            <pc:sldMk cId="3245370810" sldId="2567"/>
            <ac:spMk id="3" creationId="{4A1C0383-58FE-E486-295E-B33B8683B938}"/>
          </ac:spMkLst>
        </pc:spChg>
        <pc:graphicFrameChg chg="del">
          <ac:chgData name="Owais Ahmed" userId="6abc7d4556b3b071" providerId="LiveId" clId="{C968DFF7-75EA-425C-B744-BCB0C5DAAF5B}" dt="2023-08-12T08:08:55.843" v="8402" actId="478"/>
          <ac:graphicFrameMkLst>
            <pc:docMk/>
            <pc:sldMk cId="3245370810" sldId="2567"/>
            <ac:graphicFrameMk id="4" creationId="{470FE530-96B6-F32D-DB03-8A3AD4A9FC11}"/>
          </ac:graphicFrameMkLst>
        </pc:graphicFrameChg>
        <pc:graphicFrameChg chg="add mod modGraphic">
          <ac:chgData name="Owais Ahmed" userId="6abc7d4556b3b071" providerId="LiveId" clId="{C968DFF7-75EA-425C-B744-BCB0C5DAAF5B}" dt="2023-08-12T08:35:22.659" v="8994" actId="20577"/>
          <ac:graphicFrameMkLst>
            <pc:docMk/>
            <pc:sldMk cId="3245370810" sldId="2567"/>
            <ac:graphicFrameMk id="5" creationId="{36965A2B-CEE7-7D30-D082-EC333F06B3C1}"/>
          </ac:graphicFrameMkLst>
        </pc:graphicFrameChg>
      </pc:sldChg>
      <pc:sldChg chg="addSp delSp modSp add mod ord delAnim modAnim">
        <pc:chgData name="Owais Ahmed" userId="6abc7d4556b3b071" providerId="LiveId" clId="{C968DFF7-75EA-425C-B744-BCB0C5DAAF5B}" dt="2023-08-22T05:20:01.020" v="14599" actId="20577"/>
        <pc:sldMkLst>
          <pc:docMk/>
          <pc:sldMk cId="1120982729" sldId="2568"/>
        </pc:sldMkLst>
        <pc:spChg chg="mod">
          <ac:chgData name="Owais Ahmed" userId="6abc7d4556b3b071" providerId="LiveId" clId="{C968DFF7-75EA-425C-B744-BCB0C5DAAF5B}" dt="2023-08-22T05:20:01.020" v="14599" actId="20577"/>
          <ac:spMkLst>
            <pc:docMk/>
            <pc:sldMk cId="1120982729" sldId="2568"/>
            <ac:spMk id="3" creationId="{4A1C0383-58FE-E486-295E-B33B8683B938}"/>
          </ac:spMkLst>
        </pc:spChg>
        <pc:graphicFrameChg chg="del">
          <ac:chgData name="Owais Ahmed" userId="6abc7d4556b3b071" providerId="LiveId" clId="{C968DFF7-75EA-425C-B744-BCB0C5DAAF5B}" dt="2023-08-12T09:00:31.696" v="9379" actId="478"/>
          <ac:graphicFrameMkLst>
            <pc:docMk/>
            <pc:sldMk cId="1120982729" sldId="2568"/>
            <ac:graphicFrameMk id="4" creationId="{470FE530-96B6-F32D-DB03-8A3AD4A9FC11}"/>
          </ac:graphicFrameMkLst>
        </pc:graphicFrameChg>
        <pc:graphicFrameChg chg="add mod modGraphic">
          <ac:chgData name="Owais Ahmed" userId="6abc7d4556b3b071" providerId="LiveId" clId="{C968DFF7-75EA-425C-B744-BCB0C5DAAF5B}" dt="2023-08-22T05:19:14.829" v="14584" actId="20577"/>
          <ac:graphicFrameMkLst>
            <pc:docMk/>
            <pc:sldMk cId="1120982729" sldId="2568"/>
            <ac:graphicFrameMk id="5" creationId="{BFA60DA0-D07A-C618-2EA1-A0FF7834D862}"/>
          </ac:graphicFrameMkLst>
        </pc:graphicFrameChg>
      </pc:sldChg>
      <pc:sldChg chg="addSp modSp add mod modAnim">
        <pc:chgData name="Owais Ahmed" userId="6abc7d4556b3b071" providerId="LiveId" clId="{C968DFF7-75EA-425C-B744-BCB0C5DAAF5B}" dt="2023-08-12T09:45:33.135" v="10763"/>
        <pc:sldMkLst>
          <pc:docMk/>
          <pc:sldMk cId="3259772413" sldId="2569"/>
        </pc:sldMkLst>
        <pc:spChg chg="mod">
          <ac:chgData name="Owais Ahmed" userId="6abc7d4556b3b071" providerId="LiveId" clId="{C968DFF7-75EA-425C-B744-BCB0C5DAAF5B}" dt="2023-08-12T09:44:03.586" v="10762" actId="20577"/>
          <ac:spMkLst>
            <pc:docMk/>
            <pc:sldMk cId="3259772413" sldId="2569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2T09:34:38.280" v="10372" actId="20577"/>
          <ac:spMkLst>
            <pc:docMk/>
            <pc:sldMk cId="3259772413" sldId="2569"/>
            <ac:spMk id="215" creationId="{00000000-0000-0000-0000-000000000000}"/>
          </ac:spMkLst>
        </pc:spChg>
        <pc:picChg chg="add mod">
          <ac:chgData name="Owais Ahmed" userId="6abc7d4556b3b071" providerId="LiveId" clId="{C968DFF7-75EA-425C-B744-BCB0C5DAAF5B}" dt="2023-08-12T09:40:39.156" v="10383" actId="1076"/>
          <ac:picMkLst>
            <pc:docMk/>
            <pc:sldMk cId="3259772413" sldId="2569"/>
            <ac:picMk id="1026" creationId="{42AF2C7F-91B5-0078-348B-344199808F7C}"/>
          </ac:picMkLst>
        </pc:picChg>
      </pc:sldChg>
      <pc:sldChg chg="modSp add mod ord modAnim">
        <pc:chgData name="Owais Ahmed" userId="6abc7d4556b3b071" providerId="LiveId" clId="{C968DFF7-75EA-425C-B744-BCB0C5DAAF5B}" dt="2023-08-15T09:51:48.117" v="11063" actId="14"/>
        <pc:sldMkLst>
          <pc:docMk/>
          <pc:sldMk cId="345547534" sldId="2570"/>
        </pc:sldMkLst>
        <pc:spChg chg="mod">
          <ac:chgData name="Owais Ahmed" userId="6abc7d4556b3b071" providerId="LiveId" clId="{C968DFF7-75EA-425C-B744-BCB0C5DAAF5B}" dt="2023-08-15T09:51:48.117" v="11063" actId="14"/>
          <ac:spMkLst>
            <pc:docMk/>
            <pc:sldMk cId="345547534" sldId="2570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5T09:44:34.348" v="10767"/>
          <ac:spMkLst>
            <pc:docMk/>
            <pc:sldMk cId="345547534" sldId="2570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C968DFF7-75EA-425C-B744-BCB0C5DAAF5B}" dt="2023-08-15T10:00:46.572" v="11700" actId="20577"/>
        <pc:sldMkLst>
          <pc:docMk/>
          <pc:sldMk cId="2705189823" sldId="2571"/>
        </pc:sldMkLst>
        <pc:spChg chg="mod">
          <ac:chgData name="Owais Ahmed" userId="6abc7d4556b3b071" providerId="LiveId" clId="{C968DFF7-75EA-425C-B744-BCB0C5DAAF5B}" dt="2023-08-15T10:00:46.572" v="11700" actId="20577"/>
          <ac:spMkLst>
            <pc:docMk/>
            <pc:sldMk cId="2705189823" sldId="2571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C968DFF7-75EA-425C-B744-BCB0C5DAAF5B}" dt="2023-08-15T10:05:01.351" v="11970" actId="20577"/>
        <pc:sldMkLst>
          <pc:docMk/>
          <pc:sldMk cId="195981011" sldId="2572"/>
        </pc:sldMkLst>
        <pc:spChg chg="mod">
          <ac:chgData name="Owais Ahmed" userId="6abc7d4556b3b071" providerId="LiveId" clId="{C968DFF7-75EA-425C-B744-BCB0C5DAAF5B}" dt="2023-08-15T10:05:01.351" v="11970" actId="20577"/>
          <ac:spMkLst>
            <pc:docMk/>
            <pc:sldMk cId="195981011" sldId="2572"/>
            <ac:spMk id="3" creationId="{4A1C0383-58FE-E486-295E-B33B8683B938}"/>
          </ac:spMkLst>
        </pc:spChg>
      </pc:sldChg>
      <pc:sldChg chg="addSp modSp add mod modAnim">
        <pc:chgData name="Owais Ahmed" userId="6abc7d4556b3b071" providerId="LiveId" clId="{C968DFF7-75EA-425C-B744-BCB0C5DAAF5B}" dt="2023-08-15T10:13:04.845" v="12283" actId="20577"/>
        <pc:sldMkLst>
          <pc:docMk/>
          <pc:sldMk cId="3050182891" sldId="2573"/>
        </pc:sldMkLst>
        <pc:spChg chg="mod">
          <ac:chgData name="Owais Ahmed" userId="6abc7d4556b3b071" providerId="LiveId" clId="{C968DFF7-75EA-425C-B744-BCB0C5DAAF5B}" dt="2023-08-15T10:13:04.845" v="12283" actId="20577"/>
          <ac:spMkLst>
            <pc:docMk/>
            <pc:sldMk cId="3050182891" sldId="2573"/>
            <ac:spMk id="3" creationId="{4A1C0383-58FE-E486-295E-B33B8683B938}"/>
          </ac:spMkLst>
        </pc:spChg>
        <pc:graphicFrameChg chg="add mod">
          <ac:chgData name="Owais Ahmed" userId="6abc7d4556b3b071" providerId="LiveId" clId="{C968DFF7-75EA-425C-B744-BCB0C5DAAF5B}" dt="2023-08-15T10:11:55.153" v="12136" actId="20577"/>
          <ac:graphicFrameMkLst>
            <pc:docMk/>
            <pc:sldMk cId="3050182891" sldId="2573"/>
            <ac:graphicFrameMk id="4" creationId="{C81BC664-E37E-13F8-234B-D249AAD10D5C}"/>
          </ac:graphicFrameMkLst>
        </pc:graphicFrameChg>
      </pc:sldChg>
      <pc:sldChg chg="modSp add mod modAnim">
        <pc:chgData name="Owais Ahmed" userId="6abc7d4556b3b071" providerId="LiveId" clId="{C968DFF7-75EA-425C-B744-BCB0C5DAAF5B}" dt="2023-08-15T10:17:13.250" v="12496" actId="20577"/>
        <pc:sldMkLst>
          <pc:docMk/>
          <pc:sldMk cId="1651692435" sldId="2574"/>
        </pc:sldMkLst>
        <pc:spChg chg="mod">
          <ac:chgData name="Owais Ahmed" userId="6abc7d4556b3b071" providerId="LiveId" clId="{C968DFF7-75EA-425C-B744-BCB0C5DAAF5B}" dt="2023-08-15T10:17:13.250" v="12496" actId="20577"/>
          <ac:spMkLst>
            <pc:docMk/>
            <pc:sldMk cId="1651692435" sldId="2574"/>
            <ac:spMk id="3" creationId="{4A1C0383-58FE-E486-295E-B33B8683B938}"/>
          </ac:spMkLst>
        </pc:spChg>
        <pc:graphicFrameChg chg="mod">
          <ac:chgData name="Owais Ahmed" userId="6abc7d4556b3b071" providerId="LiveId" clId="{C968DFF7-75EA-425C-B744-BCB0C5DAAF5B}" dt="2023-08-15T10:16:56.236" v="12441" actId="14100"/>
          <ac:graphicFrameMkLst>
            <pc:docMk/>
            <pc:sldMk cId="1651692435" sldId="2574"/>
            <ac:graphicFrameMk id="4" creationId="{C81BC664-E37E-13F8-234B-D249AAD10D5C}"/>
          </ac:graphicFrameMkLst>
        </pc:graphicFrameChg>
      </pc:sldChg>
      <pc:sldChg chg="modSp add ord modAnim">
        <pc:chgData name="Owais Ahmed" userId="6abc7d4556b3b071" providerId="LiveId" clId="{C968DFF7-75EA-425C-B744-BCB0C5DAAF5B}" dt="2023-08-15T10:32:26.894" v="12723" actId="20577"/>
        <pc:sldMkLst>
          <pc:docMk/>
          <pc:sldMk cId="1638662693" sldId="2575"/>
        </pc:sldMkLst>
        <pc:spChg chg="mod">
          <ac:chgData name="Owais Ahmed" userId="6abc7d4556b3b071" providerId="LiveId" clId="{C968DFF7-75EA-425C-B744-BCB0C5DAAF5B}" dt="2023-08-15T10:32:26.894" v="12723" actId="20577"/>
          <ac:spMkLst>
            <pc:docMk/>
            <pc:sldMk cId="1638662693" sldId="2575"/>
            <ac:spMk id="3" creationId="{4A1C0383-58FE-E486-295E-B33B8683B938}"/>
          </ac:spMkLst>
        </pc:spChg>
      </pc:sldChg>
      <pc:sldChg chg="modSp add mod ord modAnim">
        <pc:chgData name="Owais Ahmed" userId="6abc7d4556b3b071" providerId="LiveId" clId="{C968DFF7-75EA-425C-B744-BCB0C5DAAF5B}" dt="2023-08-17T09:45:10.401" v="13371" actId="20577"/>
        <pc:sldMkLst>
          <pc:docMk/>
          <pc:sldMk cId="3849819283" sldId="2576"/>
        </pc:sldMkLst>
        <pc:spChg chg="mod">
          <ac:chgData name="Owais Ahmed" userId="6abc7d4556b3b071" providerId="LiveId" clId="{C968DFF7-75EA-425C-B744-BCB0C5DAAF5B}" dt="2023-08-17T09:45:10.401" v="13371" actId="20577"/>
          <ac:spMkLst>
            <pc:docMk/>
            <pc:sldMk cId="3849819283" sldId="2576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7T09:38:10.288" v="12765" actId="20577"/>
          <ac:spMkLst>
            <pc:docMk/>
            <pc:sldMk cId="3849819283" sldId="2576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C968DFF7-75EA-425C-B744-BCB0C5DAAF5B}" dt="2023-08-17T10:37:47.631" v="14482" actId="20577"/>
        <pc:sldMkLst>
          <pc:docMk/>
          <pc:sldMk cId="2362627110" sldId="2577"/>
        </pc:sldMkLst>
        <pc:spChg chg="mod">
          <ac:chgData name="Owais Ahmed" userId="6abc7d4556b3b071" providerId="LiveId" clId="{C968DFF7-75EA-425C-B744-BCB0C5DAAF5B}" dt="2023-08-17T10:37:10.830" v="14373" actId="20577"/>
          <ac:spMkLst>
            <pc:docMk/>
            <pc:sldMk cId="2362627110" sldId="2577"/>
            <ac:spMk id="3" creationId="{4A1C0383-58FE-E486-295E-B33B8683B938}"/>
          </ac:spMkLst>
        </pc:spChg>
      </pc:sldChg>
      <pc:sldChg chg="modSp add del mod ord modAnim">
        <pc:chgData name="Owais Ahmed" userId="6abc7d4556b3b071" providerId="LiveId" clId="{C968DFF7-75EA-425C-B744-BCB0C5DAAF5B}" dt="2023-08-17T10:52:29.991" v="14501" actId="47"/>
        <pc:sldMkLst>
          <pc:docMk/>
          <pc:sldMk cId="4012157935" sldId="2578"/>
        </pc:sldMkLst>
        <pc:spChg chg="mod">
          <ac:chgData name="Owais Ahmed" userId="6abc7d4556b3b071" providerId="LiveId" clId="{C968DFF7-75EA-425C-B744-BCB0C5DAAF5B}" dt="2023-08-17T10:38:24.602" v="14500" actId="20577"/>
          <ac:spMkLst>
            <pc:docMk/>
            <pc:sldMk cId="4012157935" sldId="2578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7T10:38:20.557" v="14497" actId="20577"/>
          <ac:spMkLst>
            <pc:docMk/>
            <pc:sldMk cId="4012157935" sldId="2578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FC71800D-6C77-4311-91CC-2C226E46ADC8}"/>
    <pc:docChg chg="undo custSel addSld delSld modSld">
      <pc:chgData name="Owais Ahmed" userId="6abc7d4556b3b071" providerId="LiveId" clId="{FC71800D-6C77-4311-91CC-2C226E46ADC8}" dt="2023-08-04T14:26:40.459" v="1001" actId="20577"/>
      <pc:docMkLst>
        <pc:docMk/>
      </pc:docMkLst>
      <pc:sldChg chg="modSp">
        <pc:chgData name="Owais Ahmed" userId="6abc7d4556b3b071" providerId="LiveId" clId="{FC71800D-6C77-4311-91CC-2C226E46ADC8}" dt="2023-08-04T14:20:09.761" v="145" actId="20577"/>
        <pc:sldMkLst>
          <pc:docMk/>
          <pc:sldMk cId="3909667495" sldId="2558"/>
        </pc:sldMkLst>
        <pc:spChg chg="mod">
          <ac:chgData name="Owais Ahmed" userId="6abc7d4556b3b071" providerId="LiveId" clId="{FC71800D-6C77-4311-91CC-2C226E46ADC8}" dt="2023-08-04T14:20:09.761" v="145" actId="20577"/>
          <ac:spMkLst>
            <pc:docMk/>
            <pc:sldMk cId="3909667495" sldId="2558"/>
            <ac:spMk id="3" creationId="{4A1C0383-58FE-E486-295E-B33B8683B938}"/>
          </ac:spMkLst>
        </pc:spChg>
      </pc:sldChg>
      <pc:sldChg chg="modSp add del mod modAnim">
        <pc:chgData name="Owais Ahmed" userId="6abc7d4556b3b071" providerId="LiveId" clId="{FC71800D-6C77-4311-91CC-2C226E46ADC8}" dt="2023-08-04T14:18:33.439" v="28" actId="47"/>
        <pc:sldMkLst>
          <pc:docMk/>
          <pc:sldMk cId="1343035549" sldId="2561"/>
        </pc:sldMkLst>
        <pc:spChg chg="mod">
          <ac:chgData name="Owais Ahmed" userId="6abc7d4556b3b071" providerId="LiveId" clId="{FC71800D-6C77-4311-91CC-2C226E46ADC8}" dt="2023-08-04T14:18:12.783" v="26" actId="20577"/>
          <ac:spMkLst>
            <pc:docMk/>
            <pc:sldMk cId="1343035549" sldId="2561"/>
            <ac:spMk id="3" creationId="{4A1C0383-58FE-E486-295E-B33B8683B938}"/>
          </ac:spMkLst>
        </pc:spChg>
        <pc:spChg chg="mod">
          <ac:chgData name="Owais Ahmed" userId="6abc7d4556b3b071" providerId="LiveId" clId="{FC71800D-6C77-4311-91CC-2C226E46ADC8}" dt="2023-08-04T14:17:25.517" v="2" actId="20577"/>
          <ac:spMkLst>
            <pc:docMk/>
            <pc:sldMk cId="1343035549" sldId="2561"/>
            <ac:spMk id="215" creationId="{00000000-0000-0000-0000-000000000000}"/>
          </ac:spMkLst>
        </pc:spChg>
      </pc:sldChg>
      <pc:sldChg chg="modSp add mod addAnim delAnim modAnim">
        <pc:chgData name="Owais Ahmed" userId="6abc7d4556b3b071" providerId="LiveId" clId="{FC71800D-6C77-4311-91CC-2C226E46ADC8}" dt="2023-08-04T14:23:09.607" v="525" actId="14100"/>
        <pc:sldMkLst>
          <pc:docMk/>
          <pc:sldMk cId="1835063850" sldId="2562"/>
        </pc:sldMkLst>
        <pc:spChg chg="mod">
          <ac:chgData name="Owais Ahmed" userId="6abc7d4556b3b071" providerId="LiveId" clId="{FC71800D-6C77-4311-91CC-2C226E46ADC8}" dt="2023-08-04T14:23:09.607" v="525" actId="14100"/>
          <ac:spMkLst>
            <pc:docMk/>
            <pc:sldMk cId="1835063850" sldId="2562"/>
            <ac:spMk id="3" creationId="{4A1C0383-58FE-E486-295E-B33B8683B938}"/>
          </ac:spMkLst>
        </pc:spChg>
        <pc:spChg chg="mod">
          <ac:chgData name="Owais Ahmed" userId="6abc7d4556b3b071" providerId="LiveId" clId="{FC71800D-6C77-4311-91CC-2C226E46ADC8}" dt="2023-08-04T14:18:37.746" v="29" actId="20577"/>
          <ac:spMkLst>
            <pc:docMk/>
            <pc:sldMk cId="1835063850" sldId="2562"/>
            <ac:spMk id="215" creationId="{00000000-0000-0000-0000-000000000000}"/>
          </ac:spMkLst>
        </pc:spChg>
        <pc:graphicFrameChg chg="mod modGraphic">
          <ac:chgData name="Owais Ahmed" userId="6abc7d4556b3b071" providerId="LiveId" clId="{FC71800D-6C77-4311-91CC-2C226E46ADC8}" dt="2023-08-04T14:19:42.253" v="124"/>
          <ac:graphicFrameMkLst>
            <pc:docMk/>
            <pc:sldMk cId="1835063850" sldId="2562"/>
            <ac:graphicFrameMk id="5" creationId="{C244DA9B-A3BA-1738-3D3E-32FF339EF18B}"/>
          </ac:graphicFrameMkLst>
        </pc:graphicFrameChg>
      </pc:sldChg>
      <pc:sldChg chg="modSp add mod modAnim">
        <pc:chgData name="Owais Ahmed" userId="6abc7d4556b3b071" providerId="LiveId" clId="{FC71800D-6C77-4311-91CC-2C226E46ADC8}" dt="2023-08-04T14:26:40.459" v="1001" actId="20577"/>
        <pc:sldMkLst>
          <pc:docMk/>
          <pc:sldMk cId="150925741" sldId="2563"/>
        </pc:sldMkLst>
        <pc:spChg chg="mod">
          <ac:chgData name="Owais Ahmed" userId="6abc7d4556b3b071" providerId="LiveId" clId="{FC71800D-6C77-4311-91CC-2C226E46ADC8}" dt="2023-08-04T14:26:40.459" v="1001" actId="20577"/>
          <ac:spMkLst>
            <pc:docMk/>
            <pc:sldMk cId="150925741" sldId="2563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3F06DB97-3AEE-4F7C-A79E-A7936B34F82A}"/>
    <pc:docChg chg="undo redo custSel addSld delSld modSld">
      <pc:chgData name="Owais Ahmed" userId="6abc7d4556b3b071" providerId="LiveId" clId="{3F06DB97-3AEE-4F7C-A79E-A7936B34F82A}" dt="2023-07-31T19:00:13.581" v="6207" actId="20577"/>
      <pc:docMkLst>
        <pc:docMk/>
      </pc:docMkLst>
      <pc:sldChg chg="modSp mod">
        <pc:chgData name="Owais Ahmed" userId="6abc7d4556b3b071" providerId="LiveId" clId="{3F06DB97-3AEE-4F7C-A79E-A7936B34F82A}" dt="2023-07-31T16:16:19.681" v="795" actId="5793"/>
        <pc:sldMkLst>
          <pc:docMk/>
          <pc:sldMk cId="1649098948" sldId="2462"/>
        </pc:sldMkLst>
        <pc:spChg chg="mod">
          <ac:chgData name="Owais Ahmed" userId="6abc7d4556b3b071" providerId="LiveId" clId="{3F06DB97-3AEE-4F7C-A79E-A7936B34F82A}" dt="2023-07-31T16:16:19.681" v="795" actId="5793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3F06DB97-3AEE-4F7C-A79E-A7936B34F82A}" dt="2023-07-30T19:38:46.332" v="178" actId="20577"/>
        <pc:sldMkLst>
          <pc:docMk/>
          <pc:sldMk cId="641030253" sldId="2479"/>
        </pc:sldMkLst>
        <pc:spChg chg="mod">
          <ac:chgData name="Owais Ahmed" userId="6abc7d4556b3b071" providerId="LiveId" clId="{3F06DB97-3AEE-4F7C-A79E-A7936B34F82A}" dt="2023-07-30T19:38:46.332" v="178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 Ahmed" userId="6abc7d4556b3b071" providerId="LiveId" clId="{3F06DB97-3AEE-4F7C-A79E-A7936B34F82A}" dt="2023-07-30T19:21:54.092" v="17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modSp">
        <pc:chgData name="Owais Ahmed" userId="6abc7d4556b3b071" providerId="LiveId" clId="{3F06DB97-3AEE-4F7C-A79E-A7936B34F82A}" dt="2023-07-31T15:38:54.378" v="198" actId="20577"/>
        <pc:sldMkLst>
          <pc:docMk/>
          <pc:sldMk cId="3265271046" sldId="2505"/>
        </pc:sldMkLst>
        <pc:spChg chg="mod">
          <ac:chgData name="Owais Ahmed" userId="6abc7d4556b3b071" providerId="LiveId" clId="{3F06DB97-3AEE-4F7C-A79E-A7936B34F82A}" dt="2023-07-31T15:38:54.378" v="198" actId="20577"/>
          <ac:spMkLst>
            <pc:docMk/>
            <pc:sldMk cId="3265271046" sldId="2505"/>
            <ac:spMk id="3" creationId="{4A1C0383-58FE-E486-295E-B33B8683B938}"/>
          </ac:spMkLst>
        </pc:spChg>
      </pc:sldChg>
      <pc:sldChg chg="addSp delSp modSp mod delAnim modAnim">
        <pc:chgData name="Owais Ahmed" userId="6abc7d4556b3b071" providerId="LiveId" clId="{3F06DB97-3AEE-4F7C-A79E-A7936B34F82A}" dt="2023-07-31T17:09:11.997" v="3624"/>
        <pc:sldMkLst>
          <pc:docMk/>
          <pc:sldMk cId="2519732872" sldId="2507"/>
        </pc:sldMkLst>
        <pc:spChg chg="mod">
          <ac:chgData name="Owais Ahmed" userId="6abc7d4556b3b071" providerId="LiveId" clId="{3F06DB97-3AEE-4F7C-A79E-A7936B34F82A}" dt="2023-07-31T17:08:40.341" v="3621" actId="20577"/>
          <ac:spMkLst>
            <pc:docMk/>
            <pc:sldMk cId="2519732872" sldId="2507"/>
            <ac:spMk id="3" creationId="{4A1C0383-58FE-E486-295E-B33B8683B938}"/>
          </ac:spMkLst>
        </pc:spChg>
        <pc:spChg chg="del mod">
          <ac:chgData name="Owais Ahmed" userId="6abc7d4556b3b071" providerId="LiveId" clId="{3F06DB97-3AEE-4F7C-A79E-A7936B34F82A}" dt="2023-07-31T16:29:51.326" v="1053" actId="478"/>
          <ac:spMkLst>
            <pc:docMk/>
            <pc:sldMk cId="2519732872" sldId="2507"/>
            <ac:spMk id="8" creationId="{9AB7C1F2-3EB6-DA77-8B3B-65D08B858839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9" creationId="{E5AC993B-76BA-F654-B56B-E5FD7D83FAF7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2" creationId="{B38BB637-7CE6-23B3-1F98-7FAB61174179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3" creationId="{A8ED9DCF-25D0-6588-1E53-441A5CD14DC1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4" creationId="{11CD3E41-253F-795A-3CCF-97593D9A7ACC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5" creationId="{F2303079-B932-8839-CD10-B5F3170D384B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6" creationId="{1C1AEA30-0846-62E5-0652-1F8AE3A06456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7" creationId="{F0BBF5CA-3758-1B1E-4267-01BF15F77BE6}"/>
          </ac:spMkLst>
        </pc:spChg>
        <pc:spChg chg="del mod">
          <ac:chgData name="Owais Ahmed" userId="6abc7d4556b3b071" providerId="LiveId" clId="{3F06DB97-3AEE-4F7C-A79E-A7936B34F82A}" dt="2023-07-31T16:29:53.650" v="1054" actId="478"/>
          <ac:spMkLst>
            <pc:docMk/>
            <pc:sldMk cId="2519732872" sldId="2507"/>
            <ac:spMk id="24" creationId="{EE6B6A39-DD51-7E27-3292-E8C6CB7A286A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25" creationId="{E31EADB7-0E35-1933-E64C-CB81CADFB1A4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0" creationId="{55F1B4C1-5F1C-1B07-F368-C151A0BBFF7A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1" creationId="{F254E49C-FE38-2D8C-0E6D-9575BE825750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2" creationId="{CFC3003E-0DDC-BA36-176E-6D671706AE32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3" creationId="{58685C0D-12DC-8D8F-7618-4C26C7A95BB5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4" creationId="{C7ACFDE5-7047-0E56-1E2E-2B50C10B3BDF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5" creationId="{430EAD92-DB0F-51D7-9F31-BB20A328DD24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6" creationId="{340488C2-8C52-D84F-6549-4DB3CC6C4A58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7" creationId="{E243D26A-1F6B-B25D-D0AC-3EAC4D85DE10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8" creationId="{4FDF2889-A194-E22E-19A0-60E13AF736B0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9" creationId="{4D8B0B4A-4260-651D-E759-251A0C2B486A}"/>
          </ac:spMkLst>
        </pc:spChg>
        <pc:spChg chg="del mod">
          <ac:chgData name="Owais Ahmed" userId="6abc7d4556b3b071" providerId="LiveId" clId="{3F06DB97-3AEE-4F7C-A79E-A7936B34F82A}" dt="2023-07-31T16:32:06.488" v="1060" actId="478"/>
          <ac:spMkLst>
            <pc:docMk/>
            <pc:sldMk cId="2519732872" sldId="2507"/>
            <ac:spMk id="52" creationId="{6077A936-757D-6859-1D2D-D9238CDB7452}"/>
          </ac:spMkLst>
        </pc:spChg>
        <pc:spChg chg="del mod">
          <ac:chgData name="Owais Ahmed" userId="6abc7d4556b3b071" providerId="LiveId" clId="{3F06DB97-3AEE-4F7C-A79E-A7936B34F82A}" dt="2023-07-31T16:32:04.946" v="1059" actId="478"/>
          <ac:spMkLst>
            <pc:docMk/>
            <pc:sldMk cId="2519732872" sldId="2507"/>
            <ac:spMk id="53" creationId="{CD128CA7-C9B2-0E48-AB2C-83361F37D11B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54" creationId="{A9669151-6E8A-28A2-BD3B-E871949F5695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55" creationId="{274A505B-739B-D7E1-C42B-16B9225A1472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56" creationId="{B7736C27-97DD-0668-D0F7-FD527C00D85B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57" creationId="{6E3CA4F5-A864-65C5-419B-4EDB79314AE4}"/>
          </ac:spMkLst>
        </pc:spChg>
        <pc:spChg chg="mod">
          <ac:chgData name="Owais Ahmed" userId="6abc7d4556b3b071" providerId="LiveId" clId="{3F06DB97-3AEE-4F7C-A79E-A7936B34F82A}" dt="2023-07-31T16:33:38.959" v="1093" actId="20577"/>
          <ac:spMkLst>
            <pc:docMk/>
            <pc:sldMk cId="2519732872" sldId="2507"/>
            <ac:spMk id="58" creationId="{5C3FA14E-BC4B-E3B3-8F00-764331AD752D}"/>
          </ac:spMkLst>
        </pc:spChg>
        <pc:spChg chg="mod">
          <ac:chgData name="Owais Ahmed" userId="6abc7d4556b3b071" providerId="LiveId" clId="{3F06DB97-3AEE-4F7C-A79E-A7936B34F82A}" dt="2023-07-31T16:33:12.874" v="1083" actId="20577"/>
          <ac:spMkLst>
            <pc:docMk/>
            <pc:sldMk cId="2519732872" sldId="2507"/>
            <ac:spMk id="59" creationId="{BC8B03B0-63FE-2C51-A23A-8B052B3D6B98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60" creationId="{2C743A88-FD48-DE9B-D2AB-391728C36AAA}"/>
          </ac:spMkLst>
        </pc:spChg>
        <pc:spChg chg="mod">
          <ac:chgData name="Owais Ahmed" userId="6abc7d4556b3b071" providerId="LiveId" clId="{3F06DB97-3AEE-4F7C-A79E-A7936B34F82A}" dt="2023-07-31T16:33:11.410" v="1082" actId="20577"/>
          <ac:spMkLst>
            <pc:docMk/>
            <pc:sldMk cId="2519732872" sldId="2507"/>
            <ac:spMk id="61" creationId="{9D7738F3-A3F6-3E4E-9227-7EC57AA10E6B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62" creationId="{2F7AE3C0-48E2-ACA4-7769-51DCF905B7F9}"/>
          </ac:spMkLst>
        </pc:spChg>
        <pc:spChg chg="mod">
          <ac:chgData name="Owais Ahmed" userId="6abc7d4556b3b071" providerId="LiveId" clId="{3F06DB97-3AEE-4F7C-A79E-A7936B34F82A}" dt="2023-07-31T16:33:04.210" v="1081" actId="20577"/>
          <ac:spMkLst>
            <pc:docMk/>
            <pc:sldMk cId="2519732872" sldId="2507"/>
            <ac:spMk id="63" creationId="{B5E2493F-C156-319A-5047-19EAC0C27B96}"/>
          </ac:spMkLst>
        </pc:spChg>
        <pc:spChg chg="del mod">
          <ac:chgData name="Owais Ahmed" userId="6abc7d4556b3b071" providerId="LiveId" clId="{3F06DB97-3AEE-4F7C-A79E-A7936B34F82A}" dt="2023-07-31T16:32:10.846" v="1063" actId="478"/>
          <ac:spMkLst>
            <pc:docMk/>
            <pc:sldMk cId="2519732872" sldId="2507"/>
            <ac:spMk id="76" creationId="{0C59E90F-ED03-8781-F34D-F5E49ECAD588}"/>
          </ac:spMkLst>
        </pc:spChg>
        <pc:spChg chg="del mod">
          <ac:chgData name="Owais Ahmed" userId="6abc7d4556b3b071" providerId="LiveId" clId="{3F06DB97-3AEE-4F7C-A79E-A7936B34F82A}" dt="2023-07-31T16:32:12.191" v="1064" actId="478"/>
          <ac:spMkLst>
            <pc:docMk/>
            <pc:sldMk cId="2519732872" sldId="2507"/>
            <ac:spMk id="77" creationId="{42AC8510-A1DF-03B2-F7FF-0B165A4771B9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78" creationId="{42A95E86-0E84-988A-6224-97D58A1AAB0F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79" creationId="{20304F60-9C85-B029-FB74-618C6A042A84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0" creationId="{6FBCDDE6-3EAB-0185-D616-ABE065D45C92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1" creationId="{D475062B-BA9F-0445-E94B-58131CEBA346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2" creationId="{D00C45F0-9257-F070-6329-9B7E6898FA6C}"/>
          </ac:spMkLst>
        </pc:spChg>
        <pc:spChg chg="mod">
          <ac:chgData name="Owais Ahmed" userId="6abc7d4556b3b071" providerId="LiveId" clId="{3F06DB97-3AEE-4F7C-A79E-A7936B34F82A}" dt="2023-07-31T16:33:22.026" v="1086" actId="20577"/>
          <ac:spMkLst>
            <pc:docMk/>
            <pc:sldMk cId="2519732872" sldId="2507"/>
            <ac:spMk id="83" creationId="{2E659818-3944-211E-B668-2B0785B7DCB6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4" creationId="{C3DD49EF-0F53-CFBA-F1C1-D0B1D2537EC8}"/>
          </ac:spMkLst>
        </pc:spChg>
        <pc:spChg chg="mod">
          <ac:chgData name="Owais Ahmed" userId="6abc7d4556b3b071" providerId="LiveId" clId="{3F06DB97-3AEE-4F7C-A79E-A7936B34F82A}" dt="2023-07-31T16:33:20.201" v="1085" actId="20577"/>
          <ac:spMkLst>
            <pc:docMk/>
            <pc:sldMk cId="2519732872" sldId="2507"/>
            <ac:spMk id="85" creationId="{1731F7BA-7AB6-493D-5273-13C3588DF720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6" creationId="{DD9A93E7-3B94-449C-E38F-C1C3F66D3A9C}"/>
          </ac:spMkLst>
        </pc:spChg>
        <pc:spChg chg="mod">
          <ac:chgData name="Owais Ahmed" userId="6abc7d4556b3b071" providerId="LiveId" clId="{3F06DB97-3AEE-4F7C-A79E-A7936B34F82A}" dt="2023-07-31T16:33:17.386" v="1084" actId="20577"/>
          <ac:spMkLst>
            <pc:docMk/>
            <pc:sldMk cId="2519732872" sldId="2507"/>
            <ac:spMk id="87" creationId="{DA497E0B-E98C-45AC-3C1D-414C2356B7BF}"/>
          </ac:spMkLst>
        </pc:spChg>
        <pc:spChg chg="add del mod">
          <ac:chgData name="Owais Ahmed" userId="6abc7d4556b3b071" providerId="LiveId" clId="{3F06DB97-3AEE-4F7C-A79E-A7936B34F82A}" dt="2023-07-31T16:32:25.012" v="1069"/>
          <ac:spMkLst>
            <pc:docMk/>
            <pc:sldMk cId="2519732872" sldId="2507"/>
            <ac:spMk id="88" creationId="{0507528A-FDE3-DD22-2160-43169E09145D}"/>
          </ac:spMkLst>
        </pc:spChg>
        <pc:spChg chg="add del mod">
          <ac:chgData name="Owais Ahmed" userId="6abc7d4556b3b071" providerId="LiveId" clId="{3F06DB97-3AEE-4F7C-A79E-A7936B34F82A}" dt="2023-07-31T16:32:57.757" v="1080" actId="478"/>
          <ac:spMkLst>
            <pc:docMk/>
            <pc:sldMk cId="2519732872" sldId="2507"/>
            <ac:spMk id="90" creationId="{B770DB89-4D9F-9A67-405A-E3B0FDC781BB}"/>
          </ac:spMkLst>
        </pc:spChg>
        <pc:spChg chg="del mod">
          <ac:chgData name="Owais Ahmed" userId="6abc7d4556b3b071" providerId="LiveId" clId="{3F06DB97-3AEE-4F7C-A79E-A7936B34F82A}" dt="2023-07-31T16:33:54.928" v="1098" actId="478"/>
          <ac:spMkLst>
            <pc:docMk/>
            <pc:sldMk cId="2519732872" sldId="2507"/>
            <ac:spMk id="93" creationId="{7B3F0C0F-E0A3-39A7-DF3B-9FCC9115854C}"/>
          </ac:spMkLst>
        </pc:spChg>
        <pc:spChg chg="mod">
          <ac:chgData name="Owais Ahmed" userId="6abc7d4556b3b071" providerId="LiveId" clId="{3F06DB97-3AEE-4F7C-A79E-A7936B34F82A}" dt="2023-07-31T16:41:37.608" v="1754" actId="1076"/>
          <ac:spMkLst>
            <pc:docMk/>
            <pc:sldMk cId="2519732872" sldId="2507"/>
            <ac:spMk id="94" creationId="{7C3C9CB2-114E-D07B-25BB-DF7B18E03EC1}"/>
          </ac:spMkLst>
        </pc:spChg>
        <pc:spChg chg="mod">
          <ac:chgData name="Owais Ahmed" userId="6abc7d4556b3b071" providerId="LiveId" clId="{3F06DB97-3AEE-4F7C-A79E-A7936B34F82A}" dt="2023-07-31T16:33:50.265" v="1096"/>
          <ac:spMkLst>
            <pc:docMk/>
            <pc:sldMk cId="2519732872" sldId="2507"/>
            <ac:spMk id="95" creationId="{E8017A49-474D-FF4D-8BE3-EDA29CB73762}"/>
          </ac:spMkLst>
        </pc:spChg>
        <pc:spChg chg="mod">
          <ac:chgData name="Owais Ahmed" userId="6abc7d4556b3b071" providerId="LiveId" clId="{3F06DB97-3AEE-4F7C-A79E-A7936B34F82A}" dt="2023-07-31T16:33:56.998" v="1099" actId="20577"/>
          <ac:spMkLst>
            <pc:docMk/>
            <pc:sldMk cId="2519732872" sldId="2507"/>
            <ac:spMk id="96" creationId="{BFC68987-1291-80DB-C814-55C51ADCA72F}"/>
          </ac:spMkLst>
        </pc:spChg>
        <pc:spChg chg="del mod">
          <ac:chgData name="Owais Ahmed" userId="6abc7d4556b3b071" providerId="LiveId" clId="{3F06DB97-3AEE-4F7C-A79E-A7936B34F82A}" dt="2023-07-31T16:34:26.431" v="1105" actId="478"/>
          <ac:spMkLst>
            <pc:docMk/>
            <pc:sldMk cId="2519732872" sldId="2507"/>
            <ac:spMk id="101" creationId="{1A33F4FE-CD88-9D70-2DA7-2B530BC06AE7}"/>
          </ac:spMkLst>
        </pc:spChg>
        <pc:spChg chg="mod">
          <ac:chgData name="Owais Ahmed" userId="6abc7d4556b3b071" providerId="LiveId" clId="{3F06DB97-3AEE-4F7C-A79E-A7936B34F82A}" dt="2023-07-31T16:41:41.641" v="1755" actId="1076"/>
          <ac:spMkLst>
            <pc:docMk/>
            <pc:sldMk cId="2519732872" sldId="2507"/>
            <ac:spMk id="102" creationId="{23801FBC-8A21-DAA2-95F5-A8E7D6FBF151}"/>
          </ac:spMkLst>
        </pc:spChg>
        <pc:spChg chg="mod">
          <ac:chgData name="Owais Ahmed" userId="6abc7d4556b3b071" providerId="LiveId" clId="{3F06DB97-3AEE-4F7C-A79E-A7936B34F82A}" dt="2023-07-31T16:40:44.048" v="1738" actId="1076"/>
          <ac:spMkLst>
            <pc:docMk/>
            <pc:sldMk cId="2519732872" sldId="2507"/>
            <ac:spMk id="105" creationId="{99BDCAF8-DC93-D572-DA16-2806C9F7C9AA}"/>
          </ac:spMkLst>
        </pc:spChg>
        <pc:spChg chg="mod">
          <ac:chgData name="Owais Ahmed" userId="6abc7d4556b3b071" providerId="LiveId" clId="{3F06DB97-3AEE-4F7C-A79E-A7936B34F82A}" dt="2023-07-31T16:40:44.048" v="1738" actId="1076"/>
          <ac:spMkLst>
            <pc:docMk/>
            <pc:sldMk cId="2519732872" sldId="2507"/>
            <ac:spMk id="106" creationId="{B546095E-991E-3289-F2C0-8A1D76A45A21}"/>
          </ac:spMkLst>
        </pc:spChg>
        <pc:spChg chg="mod">
          <ac:chgData name="Owais Ahmed" userId="6abc7d4556b3b071" providerId="LiveId" clId="{3F06DB97-3AEE-4F7C-A79E-A7936B34F82A}" dt="2023-07-31T16:40:38.471" v="1737" actId="1076"/>
          <ac:spMkLst>
            <pc:docMk/>
            <pc:sldMk cId="2519732872" sldId="2507"/>
            <ac:spMk id="107" creationId="{6B2686BC-A613-FF11-6A9D-EB36234DC16C}"/>
          </ac:spMkLst>
        </pc:spChg>
        <pc:spChg chg="mod">
          <ac:chgData name="Owais Ahmed" userId="6abc7d4556b3b071" providerId="LiveId" clId="{3F06DB97-3AEE-4F7C-A79E-A7936B34F82A}" dt="2023-07-31T16:40:38.471" v="1737" actId="1076"/>
          <ac:spMkLst>
            <pc:docMk/>
            <pc:sldMk cId="2519732872" sldId="2507"/>
            <ac:spMk id="108" creationId="{53D4C431-E0BC-789B-88D3-F5D796F20A12}"/>
          </ac:spMkLst>
        </pc:spChg>
        <pc:spChg chg="mod">
          <ac:chgData name="Owais Ahmed" userId="6abc7d4556b3b071" providerId="LiveId" clId="{3F06DB97-3AEE-4F7C-A79E-A7936B34F82A}" dt="2023-07-31T16:34:21.405" v="1103"/>
          <ac:spMkLst>
            <pc:docMk/>
            <pc:sldMk cId="2519732872" sldId="2507"/>
            <ac:spMk id="109" creationId="{3F6084E0-54E9-C827-0F8B-8E96A7C761DD}"/>
          </ac:spMkLst>
        </pc:spChg>
        <pc:spChg chg="mod">
          <ac:chgData name="Owais Ahmed" userId="6abc7d4556b3b071" providerId="LiveId" clId="{3F06DB97-3AEE-4F7C-A79E-A7936B34F82A}" dt="2023-07-31T16:34:36.087" v="1107" actId="20577"/>
          <ac:spMkLst>
            <pc:docMk/>
            <pc:sldMk cId="2519732872" sldId="2507"/>
            <ac:spMk id="110" creationId="{AB36B28D-39A8-55B6-60B3-85B767EC94FB}"/>
          </ac:spMkLst>
        </pc:spChg>
        <pc:spChg chg="mod">
          <ac:chgData name="Owais Ahmed" userId="6abc7d4556b3b071" providerId="LiveId" clId="{3F06DB97-3AEE-4F7C-A79E-A7936B34F82A}" dt="2023-07-31T16:16:36.036" v="802" actId="20577"/>
          <ac:spMkLst>
            <pc:docMk/>
            <pc:sldMk cId="2519732872" sldId="2507"/>
            <ac:spMk id="215" creationId="{00000000-0000-0000-0000-000000000000}"/>
          </ac:spMkLst>
        </pc:spChg>
        <pc:grpChg chg="add del mod">
          <ac:chgData name="Owais Ahmed" userId="6abc7d4556b3b071" providerId="LiveId" clId="{3F06DB97-3AEE-4F7C-A79E-A7936B34F82A}" dt="2023-07-31T16:31:46.557" v="1056" actId="478"/>
          <ac:grpSpMkLst>
            <pc:docMk/>
            <pc:sldMk cId="2519732872" sldId="2507"/>
            <ac:grpSpMk id="4" creationId="{80F3902B-AF10-7FCA-CA0F-D4E0AF6EE360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5" creationId="{3F3D1300-3848-78A6-5668-2B59EE7A1466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6" creationId="{19EA61CA-9134-94BB-7685-316986734FE7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7" creationId="{779F887A-C94F-8AE2-F652-C4F7D2ADBBE6}"/>
          </ac:grpSpMkLst>
        </pc:grpChg>
        <pc:grpChg chg="add del mod">
          <ac:chgData name="Owais Ahmed" userId="6abc7d4556b3b071" providerId="LiveId" clId="{3F06DB97-3AEE-4F7C-A79E-A7936B34F82A}" dt="2023-07-31T16:31:44.295" v="1055" actId="478"/>
          <ac:grpSpMkLst>
            <pc:docMk/>
            <pc:sldMk cId="2519732872" sldId="2507"/>
            <ac:grpSpMk id="18" creationId="{9DD2EB6D-4DA7-D7C5-CCA9-7628998FA6F1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19" creationId="{9ED71EAC-7C08-D9FB-8AF7-9E13D169337B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20" creationId="{DB06F88D-3D2B-14D5-C41A-BA8EF4666F8C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21" creationId="{84A4729D-5E34-25D7-FE29-E0CED4C21267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22" creationId="{7F6781FD-1CC8-A5C5-5E12-09D372E42475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23" creationId="{79E1F9C7-FC90-902A-7FDA-7FD9680B5538}"/>
          </ac:grpSpMkLst>
        </pc:grpChg>
        <pc:grpChg chg="add del mod">
          <ac:chgData name="Owais Ahmed" userId="6abc7d4556b3b071" providerId="LiveId" clId="{3F06DB97-3AEE-4F7C-A79E-A7936B34F82A}" dt="2023-07-31T16:33:42.728" v="1094" actId="478"/>
          <ac:grpSpMkLst>
            <pc:docMk/>
            <pc:sldMk cId="2519732872" sldId="2507"/>
            <ac:grpSpMk id="40" creationId="{376FE4AC-EADF-0572-2228-C142CF1889CD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1" creationId="{293FFF2F-8276-E554-CD30-253F44FE8F4B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2" creationId="{A9DB336F-B4E8-9FCE-BE96-448A570AD834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4" creationId="{FAC5B053-0BA1-26DD-4E5D-213B9C8056D2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6" creationId="{2841E817-017F-3A09-E5BD-E019E36D9862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8" creationId="{BF3428B0-CAD5-2955-03CB-8C5B8DE1D43C}"/>
          </ac:grpSpMkLst>
        </pc:grpChg>
        <pc:grpChg chg="del mod">
          <ac:chgData name="Owais Ahmed" userId="6abc7d4556b3b071" providerId="LiveId" clId="{3F06DB97-3AEE-4F7C-A79E-A7936B34F82A}" dt="2023-07-31T16:32:04.946" v="1059" actId="478"/>
          <ac:grpSpMkLst>
            <pc:docMk/>
            <pc:sldMk cId="2519732872" sldId="2507"/>
            <ac:grpSpMk id="50" creationId="{88C149BB-9451-A728-EF78-5232FC7D6D59}"/>
          </ac:grpSpMkLst>
        </pc:grpChg>
        <pc:grpChg chg="add del mod">
          <ac:chgData name="Owais Ahmed" userId="6abc7d4556b3b071" providerId="LiveId" clId="{3F06DB97-3AEE-4F7C-A79E-A7936B34F82A}" dt="2023-07-31T16:33:43.420" v="1095" actId="478"/>
          <ac:grpSpMkLst>
            <pc:docMk/>
            <pc:sldMk cId="2519732872" sldId="2507"/>
            <ac:grpSpMk id="64" creationId="{4CEC23E2-DE3E-BE27-A2B3-3B9B30CE8EF1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65" creationId="{DAA3F6B3-C7A7-9891-E19F-F97BD9BBDFCF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66" creationId="{6079BA3E-9580-6AE9-627E-4A2B118616BC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68" creationId="{3C881F13-1D2A-E47F-727A-8F2471B606E3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70" creationId="{A5CF5B66-02DF-175F-45A9-4816A6813283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72" creationId="{7B65A48A-3AC1-F611-FEE6-6146746FB1CD}"/>
          </ac:grpSpMkLst>
        </pc:grpChg>
        <pc:grpChg chg="del mod">
          <ac:chgData name="Owais Ahmed" userId="6abc7d4556b3b071" providerId="LiveId" clId="{3F06DB97-3AEE-4F7C-A79E-A7936B34F82A}" dt="2023-07-31T16:32:10.846" v="1063" actId="478"/>
          <ac:grpSpMkLst>
            <pc:docMk/>
            <pc:sldMk cId="2519732872" sldId="2507"/>
            <ac:grpSpMk id="74" creationId="{DFC86F24-E9C8-CFDB-7559-5A4382609785}"/>
          </ac:grpSpMkLst>
        </pc:grpChg>
        <pc:grpChg chg="add mod">
          <ac:chgData name="Owais Ahmed" userId="6abc7d4556b3b071" providerId="LiveId" clId="{3F06DB97-3AEE-4F7C-A79E-A7936B34F82A}" dt="2023-07-31T16:59:04.211" v="2981" actId="1076"/>
          <ac:grpSpMkLst>
            <pc:docMk/>
            <pc:sldMk cId="2519732872" sldId="2507"/>
            <ac:grpSpMk id="91" creationId="{8AFDD5EB-D614-C03D-504E-9A8E747F8716}"/>
          </ac:grpSpMkLst>
        </pc:grpChg>
        <pc:grpChg chg="mod">
          <ac:chgData name="Owais Ahmed" userId="6abc7d4556b3b071" providerId="LiveId" clId="{3F06DB97-3AEE-4F7C-A79E-A7936B34F82A}" dt="2023-07-31T16:33:50.265" v="1096"/>
          <ac:grpSpMkLst>
            <pc:docMk/>
            <pc:sldMk cId="2519732872" sldId="2507"/>
            <ac:grpSpMk id="92" creationId="{6284FF4B-3FD2-6925-02BF-7428100ED55A}"/>
          </ac:grpSpMkLst>
        </pc:grpChg>
        <pc:grpChg chg="add mod">
          <ac:chgData name="Owais Ahmed" userId="6abc7d4556b3b071" providerId="LiveId" clId="{3F06DB97-3AEE-4F7C-A79E-A7936B34F82A}" dt="2023-07-31T16:59:04.211" v="2981" actId="1076"/>
          <ac:grpSpMkLst>
            <pc:docMk/>
            <pc:sldMk cId="2519732872" sldId="2507"/>
            <ac:grpSpMk id="97" creationId="{CFF475BE-EFBC-0DBA-F90F-67FFD315D42E}"/>
          </ac:grpSpMkLst>
        </pc:grpChg>
        <pc:grpChg chg="mod">
          <ac:chgData name="Owais Ahmed" userId="6abc7d4556b3b071" providerId="LiveId" clId="{3F06DB97-3AEE-4F7C-A79E-A7936B34F82A}" dt="2023-07-31T16:34:21.405" v="1103"/>
          <ac:grpSpMkLst>
            <pc:docMk/>
            <pc:sldMk cId="2519732872" sldId="2507"/>
            <ac:grpSpMk id="98" creationId="{A0382DBE-F9FC-2531-34AD-F3E7EACF5F1E}"/>
          </ac:grpSpMkLst>
        </pc:grpChg>
        <pc:grpChg chg="mod">
          <ac:chgData name="Owais Ahmed" userId="6abc7d4556b3b071" providerId="LiveId" clId="{3F06DB97-3AEE-4F7C-A79E-A7936B34F82A}" dt="2023-07-31T16:34:21.405" v="1103"/>
          <ac:grpSpMkLst>
            <pc:docMk/>
            <pc:sldMk cId="2519732872" sldId="2507"/>
            <ac:grpSpMk id="99" creationId="{68C80BCA-12DB-C5D9-6600-C4CDDB76037E}"/>
          </ac:grpSpMkLst>
        </pc:grpChg>
        <pc:grpChg chg="mod">
          <ac:chgData name="Owais Ahmed" userId="6abc7d4556b3b071" providerId="LiveId" clId="{3F06DB97-3AEE-4F7C-A79E-A7936B34F82A}" dt="2023-07-31T16:34:21.405" v="1103"/>
          <ac:grpSpMkLst>
            <pc:docMk/>
            <pc:sldMk cId="2519732872" sldId="2507"/>
            <ac:grpSpMk id="100" creationId="{FA821C4E-B9F1-21C3-458F-B7B324C1F817}"/>
          </ac:grpSpMkLst>
        </pc:grpChg>
        <pc:cxnChg chg="mod">
          <ac:chgData name="Owais Ahmed" userId="6abc7d4556b3b071" providerId="LiveId" clId="{3F06DB97-3AEE-4F7C-A79E-A7936B34F82A}" dt="2023-07-31T16:31:46.557" v="1056" actId="478"/>
          <ac:cxnSpMkLst>
            <pc:docMk/>
            <pc:sldMk cId="2519732872" sldId="2507"/>
            <ac:cxnSpMk id="10" creationId="{82C773A4-2145-BBAE-7D13-74D9B4DA679C}"/>
          </ac:cxnSpMkLst>
        </pc:cxnChg>
        <pc:cxnChg chg="mod">
          <ac:chgData name="Owais Ahmed" userId="6abc7d4556b3b071" providerId="LiveId" clId="{3F06DB97-3AEE-4F7C-A79E-A7936B34F82A}" dt="2023-07-31T16:31:46.557" v="1056" actId="478"/>
          <ac:cxnSpMkLst>
            <pc:docMk/>
            <pc:sldMk cId="2519732872" sldId="2507"/>
            <ac:cxnSpMk id="11" creationId="{E158892D-4518-2120-75D3-EAA4B3FA9C4B}"/>
          </ac:cxnSpMkLst>
        </pc:cxnChg>
        <pc:cxnChg chg="mod">
          <ac:chgData name="Owais Ahmed" userId="6abc7d4556b3b071" providerId="LiveId" clId="{3F06DB97-3AEE-4F7C-A79E-A7936B34F82A}" dt="2023-07-31T16:31:44.295" v="1055" actId="478"/>
          <ac:cxnSpMkLst>
            <pc:docMk/>
            <pc:sldMk cId="2519732872" sldId="2507"/>
            <ac:cxnSpMk id="26" creationId="{D604D966-75E3-BA16-5391-46157D72CEF1}"/>
          </ac:cxnSpMkLst>
        </pc:cxnChg>
        <pc:cxnChg chg="mod">
          <ac:chgData name="Owais Ahmed" userId="6abc7d4556b3b071" providerId="LiveId" clId="{3F06DB97-3AEE-4F7C-A79E-A7936B34F82A}" dt="2023-07-31T16:31:44.295" v="1055" actId="478"/>
          <ac:cxnSpMkLst>
            <pc:docMk/>
            <pc:sldMk cId="2519732872" sldId="2507"/>
            <ac:cxnSpMk id="27" creationId="{87DC377B-B1EC-39E4-187F-DE027449FC73}"/>
          </ac:cxnSpMkLst>
        </pc:cxnChg>
        <pc:cxnChg chg="mod">
          <ac:chgData name="Owais Ahmed" userId="6abc7d4556b3b071" providerId="LiveId" clId="{3F06DB97-3AEE-4F7C-A79E-A7936B34F82A}" dt="2023-07-31T16:31:44.295" v="1055" actId="478"/>
          <ac:cxnSpMkLst>
            <pc:docMk/>
            <pc:sldMk cId="2519732872" sldId="2507"/>
            <ac:cxnSpMk id="28" creationId="{7A4CD16F-78B6-E2F4-B942-4A8409730B1A}"/>
          </ac:cxnSpMkLst>
        </pc:cxnChg>
        <pc:cxnChg chg="mod">
          <ac:chgData name="Owais Ahmed" userId="6abc7d4556b3b071" providerId="LiveId" clId="{3F06DB97-3AEE-4F7C-A79E-A7936B34F82A}" dt="2023-07-31T16:31:44.295" v="1055" actId="478"/>
          <ac:cxnSpMkLst>
            <pc:docMk/>
            <pc:sldMk cId="2519732872" sldId="2507"/>
            <ac:cxnSpMk id="29" creationId="{CF5EE089-4F06-0D67-00EF-2AFD6D2247C9}"/>
          </ac:cxnSpMkLst>
        </pc:cxnChg>
        <pc:cxnChg chg="mod">
          <ac:chgData name="Owais Ahmed" userId="6abc7d4556b3b071" providerId="LiveId" clId="{3F06DB97-3AEE-4F7C-A79E-A7936B34F82A}" dt="2023-07-31T16:33:42.728" v="1094" actId="478"/>
          <ac:cxnSpMkLst>
            <pc:docMk/>
            <pc:sldMk cId="2519732872" sldId="2507"/>
            <ac:cxnSpMk id="43" creationId="{271BE7A5-87C0-0263-6C7A-CF56C294762A}"/>
          </ac:cxnSpMkLst>
        </pc:cxnChg>
        <pc:cxnChg chg="mod">
          <ac:chgData name="Owais Ahmed" userId="6abc7d4556b3b071" providerId="LiveId" clId="{3F06DB97-3AEE-4F7C-A79E-A7936B34F82A}" dt="2023-07-31T16:33:42.728" v="1094" actId="478"/>
          <ac:cxnSpMkLst>
            <pc:docMk/>
            <pc:sldMk cId="2519732872" sldId="2507"/>
            <ac:cxnSpMk id="45" creationId="{9E51842E-B100-F9C8-2F0B-CA8DE7F2119C}"/>
          </ac:cxnSpMkLst>
        </pc:cxnChg>
        <pc:cxnChg chg="mod">
          <ac:chgData name="Owais Ahmed" userId="6abc7d4556b3b071" providerId="LiveId" clId="{3F06DB97-3AEE-4F7C-A79E-A7936B34F82A}" dt="2023-07-31T16:33:42.728" v="1094" actId="478"/>
          <ac:cxnSpMkLst>
            <pc:docMk/>
            <pc:sldMk cId="2519732872" sldId="2507"/>
            <ac:cxnSpMk id="47" creationId="{4FF0A792-689B-64FC-F43D-981553CAC588}"/>
          </ac:cxnSpMkLst>
        </pc:cxnChg>
        <pc:cxnChg chg="mod">
          <ac:chgData name="Owais Ahmed" userId="6abc7d4556b3b071" providerId="LiveId" clId="{3F06DB97-3AEE-4F7C-A79E-A7936B34F82A}" dt="2023-07-31T16:33:42.728" v="1094" actId="478"/>
          <ac:cxnSpMkLst>
            <pc:docMk/>
            <pc:sldMk cId="2519732872" sldId="2507"/>
            <ac:cxnSpMk id="49" creationId="{43D59970-F861-42DC-F682-D3402F4CE406}"/>
          </ac:cxnSpMkLst>
        </pc:cxnChg>
        <pc:cxnChg chg="del mod">
          <ac:chgData name="Owais Ahmed" userId="6abc7d4556b3b071" providerId="LiveId" clId="{3F06DB97-3AEE-4F7C-A79E-A7936B34F82A}" dt="2023-07-31T16:32:08.052" v="1061" actId="478"/>
          <ac:cxnSpMkLst>
            <pc:docMk/>
            <pc:sldMk cId="2519732872" sldId="2507"/>
            <ac:cxnSpMk id="51" creationId="{BFD349A0-1174-E2E5-7063-F4401045FBFE}"/>
          </ac:cxnSpMkLst>
        </pc:cxnChg>
        <pc:cxnChg chg="mod">
          <ac:chgData name="Owais Ahmed" userId="6abc7d4556b3b071" providerId="LiveId" clId="{3F06DB97-3AEE-4F7C-A79E-A7936B34F82A}" dt="2023-07-31T16:33:43.420" v="1095" actId="478"/>
          <ac:cxnSpMkLst>
            <pc:docMk/>
            <pc:sldMk cId="2519732872" sldId="2507"/>
            <ac:cxnSpMk id="67" creationId="{A33C4EA7-42EE-2F09-4A3D-599460D7B8B2}"/>
          </ac:cxnSpMkLst>
        </pc:cxnChg>
        <pc:cxnChg chg="mod">
          <ac:chgData name="Owais Ahmed" userId="6abc7d4556b3b071" providerId="LiveId" clId="{3F06DB97-3AEE-4F7C-A79E-A7936B34F82A}" dt="2023-07-31T16:33:43.420" v="1095" actId="478"/>
          <ac:cxnSpMkLst>
            <pc:docMk/>
            <pc:sldMk cId="2519732872" sldId="2507"/>
            <ac:cxnSpMk id="69" creationId="{E282191E-48CC-08E0-615B-14E8942C86B0}"/>
          </ac:cxnSpMkLst>
        </pc:cxnChg>
        <pc:cxnChg chg="mod">
          <ac:chgData name="Owais Ahmed" userId="6abc7d4556b3b071" providerId="LiveId" clId="{3F06DB97-3AEE-4F7C-A79E-A7936B34F82A}" dt="2023-07-31T16:33:43.420" v="1095" actId="478"/>
          <ac:cxnSpMkLst>
            <pc:docMk/>
            <pc:sldMk cId="2519732872" sldId="2507"/>
            <ac:cxnSpMk id="71" creationId="{06512AD5-E4B2-3F64-0989-A24A6F47325E}"/>
          </ac:cxnSpMkLst>
        </pc:cxnChg>
        <pc:cxnChg chg="mod">
          <ac:chgData name="Owais Ahmed" userId="6abc7d4556b3b071" providerId="LiveId" clId="{3F06DB97-3AEE-4F7C-A79E-A7936B34F82A}" dt="2023-07-31T16:33:43.420" v="1095" actId="478"/>
          <ac:cxnSpMkLst>
            <pc:docMk/>
            <pc:sldMk cId="2519732872" sldId="2507"/>
            <ac:cxnSpMk id="73" creationId="{83DF7B69-FDE0-99D5-CFC4-0CD360949A96}"/>
          </ac:cxnSpMkLst>
        </pc:cxnChg>
        <pc:cxnChg chg="del mod">
          <ac:chgData name="Owais Ahmed" userId="6abc7d4556b3b071" providerId="LiveId" clId="{3F06DB97-3AEE-4F7C-A79E-A7936B34F82A}" dt="2023-07-31T16:32:09.642" v="1062" actId="478"/>
          <ac:cxnSpMkLst>
            <pc:docMk/>
            <pc:sldMk cId="2519732872" sldId="2507"/>
            <ac:cxnSpMk id="75" creationId="{F9B0DB8F-B931-2CAA-D911-CE6A0EDE56A1}"/>
          </ac:cxnSpMkLst>
        </pc:cxnChg>
        <pc:cxnChg chg="del mod">
          <ac:chgData name="Owais Ahmed" userId="6abc7d4556b3b071" providerId="LiveId" clId="{3F06DB97-3AEE-4F7C-A79E-A7936B34F82A}" dt="2023-07-31T16:40:28.648" v="1735" actId="478"/>
          <ac:cxnSpMkLst>
            <pc:docMk/>
            <pc:sldMk cId="2519732872" sldId="2507"/>
            <ac:cxnSpMk id="103" creationId="{8A3868D9-9A18-E432-AB97-47DD5DCA5EFA}"/>
          </ac:cxnSpMkLst>
        </pc:cxnChg>
        <pc:cxnChg chg="del mod">
          <ac:chgData name="Owais Ahmed" userId="6abc7d4556b3b071" providerId="LiveId" clId="{3F06DB97-3AEE-4F7C-A79E-A7936B34F82A}" dt="2023-07-31T16:40:30.175" v="1736" actId="478"/>
          <ac:cxnSpMkLst>
            <pc:docMk/>
            <pc:sldMk cId="2519732872" sldId="2507"/>
            <ac:cxnSpMk id="104" creationId="{EFBC33C1-E8E0-32F2-2105-7E20EE54AB7F}"/>
          </ac:cxnSpMkLst>
        </pc:cxnChg>
        <pc:cxnChg chg="add del mod">
          <ac:chgData name="Owais Ahmed" userId="6abc7d4556b3b071" providerId="LiveId" clId="{3F06DB97-3AEE-4F7C-A79E-A7936B34F82A}" dt="2023-07-31T16:41:28.470" v="1753" actId="11529"/>
          <ac:cxnSpMkLst>
            <pc:docMk/>
            <pc:sldMk cId="2519732872" sldId="2507"/>
            <ac:cxnSpMk id="114" creationId="{06295CDD-B5A7-6846-9ACC-FE5D23722D43}"/>
          </ac:cxnSpMkLst>
        </pc:cxnChg>
        <pc:cxnChg chg="add mod">
          <ac:chgData name="Owais Ahmed" userId="6abc7d4556b3b071" providerId="LiveId" clId="{3F06DB97-3AEE-4F7C-A79E-A7936B34F82A}" dt="2023-07-31T16:59:04.211" v="2981" actId="1076"/>
          <ac:cxnSpMkLst>
            <pc:docMk/>
            <pc:sldMk cId="2519732872" sldId="2507"/>
            <ac:cxnSpMk id="116" creationId="{D83E971B-0F3D-4E00-B4A4-C9E6CBDBA5FB}"/>
          </ac:cxnSpMkLst>
        </pc:cxnChg>
        <pc:cxnChg chg="add mod">
          <ac:chgData name="Owais Ahmed" userId="6abc7d4556b3b071" providerId="LiveId" clId="{3F06DB97-3AEE-4F7C-A79E-A7936B34F82A}" dt="2023-07-31T16:59:04.211" v="2981" actId="1076"/>
          <ac:cxnSpMkLst>
            <pc:docMk/>
            <pc:sldMk cId="2519732872" sldId="2507"/>
            <ac:cxnSpMk id="118" creationId="{E218D9EB-E58D-166C-8764-794115FE12E4}"/>
          </ac:cxnSpMkLst>
        </pc:cxnChg>
      </pc:sldChg>
      <pc:sldChg chg="modSp del">
        <pc:chgData name="Owais Ahmed" userId="6abc7d4556b3b071" providerId="LiveId" clId="{3F06DB97-3AEE-4F7C-A79E-A7936B34F82A}" dt="2023-07-31T16:29:32.429" v="1049" actId="47"/>
        <pc:sldMkLst>
          <pc:docMk/>
          <pc:sldMk cId="2596096578" sldId="2510"/>
        </pc:sldMkLst>
        <pc:spChg chg="mod">
          <ac:chgData name="Owais Ahmed" userId="6abc7d4556b3b071" providerId="LiveId" clId="{3F06DB97-3AEE-4F7C-A79E-A7936B34F82A}" dt="2023-07-31T16:29:23.140" v="1048" actId="948"/>
          <ac:spMkLst>
            <pc:docMk/>
            <pc:sldMk cId="2596096578" sldId="2510"/>
            <ac:spMk id="3" creationId="{4A1C0383-58FE-E486-295E-B33B8683B938}"/>
          </ac:spMkLst>
        </pc:spChg>
      </pc:sldChg>
      <pc:sldChg chg="delSp modSp add mod modAnim">
        <pc:chgData name="Owais Ahmed" userId="6abc7d4556b3b071" providerId="LiveId" clId="{3F06DB97-3AEE-4F7C-A79E-A7936B34F82A}" dt="2023-07-31T18:29:50.706" v="6096" actId="20577"/>
        <pc:sldMkLst>
          <pc:docMk/>
          <pc:sldMk cId="64818802" sldId="2511"/>
        </pc:sldMkLst>
        <pc:spChg chg="mod">
          <ac:chgData name="Owais Ahmed" userId="6abc7d4556b3b071" providerId="LiveId" clId="{3F06DB97-3AEE-4F7C-A79E-A7936B34F82A}" dt="2023-07-31T18:29:50.706" v="6096" actId="20577"/>
          <ac:spMkLst>
            <pc:docMk/>
            <pc:sldMk cId="64818802" sldId="2511"/>
            <ac:spMk id="3" creationId="{4A1C0383-58FE-E486-295E-B33B8683B938}"/>
          </ac:spMkLst>
        </pc:spChg>
        <pc:picChg chg="del">
          <ac:chgData name="Owais Ahmed" userId="6abc7d4556b3b071" providerId="LiveId" clId="{3F06DB97-3AEE-4F7C-A79E-A7936B34F82A}" dt="2023-07-31T18:25:06.604" v="5477" actId="478"/>
          <ac:picMkLst>
            <pc:docMk/>
            <pc:sldMk cId="64818802" sldId="2511"/>
            <ac:picMk id="1026" creationId="{46F87B91-E9D1-F266-4E5C-9787E7840B14}"/>
          </ac:picMkLst>
        </pc:picChg>
      </pc:sldChg>
      <pc:sldChg chg="modSp add modAnim">
        <pc:chgData name="Owais Ahmed" userId="6abc7d4556b3b071" providerId="LiveId" clId="{3F06DB97-3AEE-4F7C-A79E-A7936B34F82A}" dt="2023-07-31T15:42:45.823" v="481" actId="20577"/>
        <pc:sldMkLst>
          <pc:docMk/>
          <pc:sldMk cId="3485698213" sldId="2548"/>
        </pc:sldMkLst>
        <pc:spChg chg="mod">
          <ac:chgData name="Owais Ahmed" userId="6abc7d4556b3b071" providerId="LiveId" clId="{3F06DB97-3AEE-4F7C-A79E-A7936B34F82A}" dt="2023-07-31T15:42:45.823" v="481" actId="20577"/>
          <ac:spMkLst>
            <pc:docMk/>
            <pc:sldMk cId="3485698213" sldId="2548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3F06DB97-3AEE-4F7C-A79E-A7936B34F82A}" dt="2023-07-31T18:24:31.740" v="5475" actId="20577"/>
        <pc:sldMkLst>
          <pc:docMk/>
          <pc:sldMk cId="3738101922" sldId="2549"/>
        </pc:sldMkLst>
        <pc:spChg chg="mod">
          <ac:chgData name="Owais Ahmed" userId="6abc7d4556b3b071" providerId="LiveId" clId="{3F06DB97-3AEE-4F7C-A79E-A7936B34F82A}" dt="2023-07-31T18:24:31.740" v="5475" actId="20577"/>
          <ac:spMkLst>
            <pc:docMk/>
            <pc:sldMk cId="3738101922" sldId="2549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3F06DB97-3AEE-4F7C-A79E-A7936B34F82A}" dt="2023-07-31T16:22:17.974" v="936" actId="20577"/>
        <pc:sldMkLst>
          <pc:docMk/>
          <pc:sldMk cId="821949743" sldId="2550"/>
        </pc:sldMkLst>
        <pc:spChg chg="mod">
          <ac:chgData name="Owais Ahmed" userId="6abc7d4556b3b071" providerId="LiveId" clId="{3F06DB97-3AEE-4F7C-A79E-A7936B34F82A}" dt="2023-07-31T16:22:17.974" v="936" actId="20577"/>
          <ac:spMkLst>
            <pc:docMk/>
            <pc:sldMk cId="821949743" sldId="2550"/>
            <ac:spMk id="3" creationId="{4A1C0383-58FE-E486-295E-B33B8683B938}"/>
          </ac:spMkLst>
        </pc:spChg>
      </pc:sldChg>
      <pc:sldChg chg="addSp delSp modSp add del mod modAnim">
        <pc:chgData name="Owais Ahmed" userId="6abc7d4556b3b071" providerId="LiveId" clId="{3F06DB97-3AEE-4F7C-A79E-A7936B34F82A}" dt="2023-07-31T16:58:42.242" v="2979" actId="47"/>
        <pc:sldMkLst>
          <pc:docMk/>
          <pc:sldMk cId="1777299149" sldId="2551"/>
        </pc:sldMkLst>
        <pc:spChg chg="mod">
          <ac:chgData name="Owais Ahmed" userId="6abc7d4556b3b071" providerId="LiveId" clId="{3F06DB97-3AEE-4F7C-A79E-A7936B34F82A}" dt="2023-07-31T16:57:56.131" v="2917" actId="27636"/>
          <ac:spMkLst>
            <pc:docMk/>
            <pc:sldMk cId="1777299149" sldId="2551"/>
            <ac:spMk id="3" creationId="{4A1C0383-58FE-E486-295E-B33B8683B938}"/>
          </ac:spMkLst>
        </pc:spChg>
        <pc:spChg chg="add del mod">
          <ac:chgData name="Owais Ahmed" userId="6abc7d4556b3b071" providerId="LiveId" clId="{3F06DB97-3AEE-4F7C-A79E-A7936B34F82A}" dt="2023-07-31T16:48:00.018" v="2143" actId="478"/>
          <ac:spMkLst>
            <pc:docMk/>
            <pc:sldMk cId="1777299149" sldId="2551"/>
            <ac:spMk id="4" creationId="{089080C3-2B25-ABB4-F99B-442D3BFE6A50}"/>
          </ac:spMkLst>
        </pc:spChg>
        <pc:spChg chg="add mod topLvl">
          <ac:chgData name="Owais Ahmed" userId="6abc7d4556b3b071" providerId="LiveId" clId="{3F06DB97-3AEE-4F7C-A79E-A7936B34F82A}" dt="2023-07-31T16:52:16.971" v="2467" actId="164"/>
          <ac:spMkLst>
            <pc:docMk/>
            <pc:sldMk cId="1777299149" sldId="2551"/>
            <ac:spMk id="6" creationId="{C2DAB1C7-1E85-9A11-AF4F-BA89CE87BA18}"/>
          </ac:spMkLst>
        </pc:spChg>
        <pc:spChg chg="del mod topLvl">
          <ac:chgData name="Owais Ahmed" userId="6abc7d4556b3b071" providerId="LiveId" clId="{3F06DB97-3AEE-4F7C-A79E-A7936B34F82A}" dt="2023-07-31T16:48:00.018" v="2143" actId="478"/>
          <ac:spMkLst>
            <pc:docMk/>
            <pc:sldMk cId="1777299149" sldId="2551"/>
            <ac:spMk id="94" creationId="{7C3C9CB2-114E-D07B-25BB-DF7B18E03EC1}"/>
          </ac:spMkLst>
        </pc:spChg>
        <pc:spChg chg="mod">
          <ac:chgData name="Owais Ahmed" userId="6abc7d4556b3b071" providerId="LiveId" clId="{3F06DB97-3AEE-4F7C-A79E-A7936B34F82A}" dt="2023-07-31T16:47:42.991" v="2141" actId="165"/>
          <ac:spMkLst>
            <pc:docMk/>
            <pc:sldMk cId="1777299149" sldId="2551"/>
            <ac:spMk id="95" creationId="{E8017A49-474D-FF4D-8BE3-EDA29CB73762}"/>
          </ac:spMkLst>
        </pc:spChg>
        <pc:spChg chg="mod">
          <ac:chgData name="Owais Ahmed" userId="6abc7d4556b3b071" providerId="LiveId" clId="{3F06DB97-3AEE-4F7C-A79E-A7936B34F82A}" dt="2023-07-31T16:47:42.991" v="2141" actId="165"/>
          <ac:spMkLst>
            <pc:docMk/>
            <pc:sldMk cId="1777299149" sldId="2551"/>
            <ac:spMk id="96" creationId="{BFC68987-1291-80DB-C814-55C51ADCA72F}"/>
          </ac:spMkLst>
        </pc:spChg>
        <pc:spChg chg="mod topLvl">
          <ac:chgData name="Owais Ahmed" userId="6abc7d4556b3b071" providerId="LiveId" clId="{3F06DB97-3AEE-4F7C-A79E-A7936B34F82A}" dt="2023-07-31T16:52:16.971" v="2467" actId="164"/>
          <ac:spMkLst>
            <pc:docMk/>
            <pc:sldMk cId="1777299149" sldId="2551"/>
            <ac:spMk id="102" creationId="{23801FBC-8A21-DAA2-95F5-A8E7D6FBF151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5" creationId="{99BDCAF8-DC93-D572-DA16-2806C9F7C9AA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6" creationId="{B546095E-991E-3289-F2C0-8A1D76A45A21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7" creationId="{6B2686BC-A613-FF11-6A9D-EB36234DC16C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8" creationId="{53D4C431-E0BC-789B-88D3-F5D796F20A12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9" creationId="{3F6084E0-54E9-C827-0F8B-8E96A7C761DD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10" creationId="{AB36B28D-39A8-55B6-60B3-85B767EC94FB}"/>
          </ac:spMkLst>
        </pc:spChg>
        <pc:grpChg chg="add del mod">
          <ac:chgData name="Owais Ahmed" userId="6abc7d4556b3b071" providerId="LiveId" clId="{3F06DB97-3AEE-4F7C-A79E-A7936B34F82A}" dt="2023-07-31T16:52:02.546" v="2465" actId="165"/>
          <ac:grpSpMkLst>
            <pc:docMk/>
            <pc:sldMk cId="1777299149" sldId="2551"/>
            <ac:grpSpMk id="12" creationId="{B62B7723-6235-0D18-D946-5560E7FF3427}"/>
          </ac:grpSpMkLst>
        </pc:grpChg>
        <pc:grpChg chg="add mod">
          <ac:chgData name="Owais Ahmed" userId="6abc7d4556b3b071" providerId="LiveId" clId="{3F06DB97-3AEE-4F7C-A79E-A7936B34F82A}" dt="2023-07-31T16:52:59.545" v="2475" actId="1037"/>
          <ac:grpSpMkLst>
            <pc:docMk/>
            <pc:sldMk cId="1777299149" sldId="2551"/>
            <ac:grpSpMk id="14" creationId="{6D373018-1D02-897E-145C-1A033D391303}"/>
          </ac:grpSpMkLst>
        </pc:grpChg>
        <pc:grpChg chg="del mod">
          <ac:chgData name="Owais Ahmed" userId="6abc7d4556b3b071" providerId="LiveId" clId="{3F06DB97-3AEE-4F7C-A79E-A7936B34F82A}" dt="2023-07-31T16:47:42.991" v="2141" actId="165"/>
          <ac:grpSpMkLst>
            <pc:docMk/>
            <pc:sldMk cId="1777299149" sldId="2551"/>
            <ac:grpSpMk id="91" creationId="{8AFDD5EB-D614-C03D-504E-9A8E747F8716}"/>
          </ac:grpSpMkLst>
        </pc:grpChg>
        <pc:grpChg chg="del mod topLvl">
          <ac:chgData name="Owais Ahmed" userId="6abc7d4556b3b071" providerId="LiveId" clId="{3F06DB97-3AEE-4F7C-A79E-A7936B34F82A}" dt="2023-07-31T16:48:00.018" v="2143" actId="478"/>
          <ac:grpSpMkLst>
            <pc:docMk/>
            <pc:sldMk cId="1777299149" sldId="2551"/>
            <ac:grpSpMk id="92" creationId="{6284FF4B-3FD2-6925-02BF-7428100ED55A}"/>
          </ac:grpSpMkLst>
        </pc:grpChg>
        <pc:grpChg chg="del">
          <ac:chgData name="Owais Ahmed" userId="6abc7d4556b3b071" providerId="LiveId" clId="{3F06DB97-3AEE-4F7C-A79E-A7936B34F82A}" dt="2023-07-31T16:48:02.702" v="2144" actId="165"/>
          <ac:grpSpMkLst>
            <pc:docMk/>
            <pc:sldMk cId="1777299149" sldId="2551"/>
            <ac:grpSpMk id="97" creationId="{CFF475BE-EFBC-0DBA-F90F-67FFD315D42E}"/>
          </ac:grpSpMkLst>
        </pc:grpChg>
        <pc:grpChg chg="mod topLvl">
          <ac:chgData name="Owais Ahmed" userId="6abc7d4556b3b071" providerId="LiveId" clId="{3F06DB97-3AEE-4F7C-A79E-A7936B34F82A}" dt="2023-07-31T16:52:16.971" v="2467" actId="164"/>
          <ac:grpSpMkLst>
            <pc:docMk/>
            <pc:sldMk cId="1777299149" sldId="2551"/>
            <ac:grpSpMk id="98" creationId="{A0382DBE-F9FC-2531-34AD-F3E7EACF5F1E}"/>
          </ac:grpSpMkLst>
        </pc:grpChg>
        <pc:grpChg chg="mod topLvl">
          <ac:chgData name="Owais Ahmed" userId="6abc7d4556b3b071" providerId="LiveId" clId="{3F06DB97-3AEE-4F7C-A79E-A7936B34F82A}" dt="2023-07-31T16:52:16.971" v="2467" actId="164"/>
          <ac:grpSpMkLst>
            <pc:docMk/>
            <pc:sldMk cId="1777299149" sldId="2551"/>
            <ac:grpSpMk id="99" creationId="{68C80BCA-12DB-C5D9-6600-C4CDDB76037E}"/>
          </ac:grpSpMkLst>
        </pc:grpChg>
        <pc:grpChg chg="mod topLvl">
          <ac:chgData name="Owais Ahmed" userId="6abc7d4556b3b071" providerId="LiveId" clId="{3F06DB97-3AEE-4F7C-A79E-A7936B34F82A}" dt="2023-07-31T16:52:16.971" v="2467" actId="164"/>
          <ac:grpSpMkLst>
            <pc:docMk/>
            <pc:sldMk cId="1777299149" sldId="2551"/>
            <ac:grpSpMk id="100" creationId="{FA821C4E-B9F1-21C3-458F-B7B324C1F817}"/>
          </ac:grpSpMkLst>
        </pc:grpChg>
        <pc:cxnChg chg="add mod topLvl">
          <ac:chgData name="Owais Ahmed" userId="6abc7d4556b3b071" providerId="LiveId" clId="{3F06DB97-3AEE-4F7C-A79E-A7936B34F82A}" dt="2023-07-31T16:52:16.971" v="2467" actId="164"/>
          <ac:cxnSpMkLst>
            <pc:docMk/>
            <pc:sldMk cId="1777299149" sldId="2551"/>
            <ac:cxnSpMk id="7" creationId="{657C45F0-67F1-A7FA-02BD-786D3D970CCC}"/>
          </ac:cxnSpMkLst>
        </pc:cxnChg>
        <pc:cxnChg chg="del mod">
          <ac:chgData name="Owais Ahmed" userId="6abc7d4556b3b071" providerId="LiveId" clId="{3F06DB97-3AEE-4F7C-A79E-A7936B34F82A}" dt="2023-07-31T16:48:00.018" v="2143" actId="478"/>
          <ac:cxnSpMkLst>
            <pc:docMk/>
            <pc:sldMk cId="1777299149" sldId="2551"/>
            <ac:cxnSpMk id="116" creationId="{D83E971B-0F3D-4E00-B4A4-C9E6CBDBA5FB}"/>
          </ac:cxnSpMkLst>
        </pc:cxnChg>
        <pc:cxnChg chg="mod topLvl">
          <ac:chgData name="Owais Ahmed" userId="6abc7d4556b3b071" providerId="LiveId" clId="{3F06DB97-3AEE-4F7C-A79E-A7936B34F82A}" dt="2023-07-31T16:52:16.971" v="2467" actId="164"/>
          <ac:cxnSpMkLst>
            <pc:docMk/>
            <pc:sldMk cId="1777299149" sldId="2551"/>
            <ac:cxnSpMk id="118" creationId="{E218D9EB-E58D-166C-8764-794115FE12E4}"/>
          </ac:cxnSpMkLst>
        </pc:cxnChg>
      </pc:sldChg>
      <pc:sldChg chg="modSp add mod modAnim">
        <pc:chgData name="Owais Ahmed" userId="6abc7d4556b3b071" providerId="LiveId" clId="{3F06DB97-3AEE-4F7C-A79E-A7936B34F82A}" dt="2023-07-31T17:09:26.976" v="3626"/>
        <pc:sldMkLst>
          <pc:docMk/>
          <pc:sldMk cId="2619033452" sldId="2552"/>
        </pc:sldMkLst>
        <pc:spChg chg="mod">
          <ac:chgData name="Owais Ahmed" userId="6abc7d4556b3b071" providerId="LiveId" clId="{3F06DB97-3AEE-4F7C-A79E-A7936B34F82A}" dt="2023-07-31T16:58:25.230" v="2977" actId="27636"/>
          <ac:spMkLst>
            <pc:docMk/>
            <pc:sldMk cId="2619033452" sldId="2552"/>
            <ac:spMk id="3" creationId="{4A1C0383-58FE-E486-295E-B33B8683B938}"/>
          </ac:spMkLst>
        </pc:spChg>
        <pc:grpChg chg="mod">
          <ac:chgData name="Owais Ahmed" userId="6abc7d4556b3b071" providerId="LiveId" clId="{3F06DB97-3AEE-4F7C-A79E-A7936B34F82A}" dt="2023-07-31T16:58:30.908" v="2978" actId="1076"/>
          <ac:grpSpMkLst>
            <pc:docMk/>
            <pc:sldMk cId="2619033452" sldId="2552"/>
            <ac:grpSpMk id="14" creationId="{6D373018-1D02-897E-145C-1A033D391303}"/>
          </ac:grpSpMkLst>
        </pc:grpChg>
      </pc:sldChg>
      <pc:sldChg chg="addSp delSp modSp add mod modAnim">
        <pc:chgData name="Owais Ahmed" userId="6abc7d4556b3b071" providerId="LiveId" clId="{3F06DB97-3AEE-4F7C-A79E-A7936B34F82A}" dt="2023-07-31T17:24:54.053" v="3852" actId="20577"/>
        <pc:sldMkLst>
          <pc:docMk/>
          <pc:sldMk cId="2942372078" sldId="2553"/>
        </pc:sldMkLst>
        <pc:spChg chg="mod">
          <ac:chgData name="Owais Ahmed" userId="6abc7d4556b3b071" providerId="LiveId" clId="{3F06DB97-3AEE-4F7C-A79E-A7936B34F82A}" dt="2023-07-31T17:24:54.053" v="3852" actId="20577"/>
          <ac:spMkLst>
            <pc:docMk/>
            <pc:sldMk cId="2942372078" sldId="2553"/>
            <ac:spMk id="3" creationId="{4A1C0383-58FE-E486-295E-B33B8683B938}"/>
          </ac:spMkLst>
        </pc:spChg>
        <pc:spChg chg="add del mod">
          <ac:chgData name="Owais Ahmed" userId="6abc7d4556b3b071" providerId="LiveId" clId="{3F06DB97-3AEE-4F7C-A79E-A7936B34F82A}" dt="2023-07-31T17:10:12.481" v="3636"/>
          <ac:spMkLst>
            <pc:docMk/>
            <pc:sldMk cId="2942372078" sldId="2553"/>
            <ac:spMk id="4" creationId="{4125800C-749F-5C35-1E17-34384FF8CA58}"/>
          </ac:spMkLst>
        </pc:spChg>
        <pc:spChg chg="add del mod">
          <ac:chgData name="Owais Ahmed" userId="6abc7d4556b3b071" providerId="LiveId" clId="{3F06DB97-3AEE-4F7C-A79E-A7936B34F82A}" dt="2023-07-31T17:10:12.481" v="3636"/>
          <ac:spMkLst>
            <pc:docMk/>
            <pc:sldMk cId="2942372078" sldId="2553"/>
            <ac:spMk id="5" creationId="{9FB6687A-C0B4-CC0D-A706-7D5C7B98D716}"/>
          </ac:spMkLst>
        </pc:spChg>
        <pc:spChg chg="mod topLvl">
          <ac:chgData name="Owais Ahmed" userId="6abc7d4556b3b071" providerId="LiveId" clId="{3F06DB97-3AEE-4F7C-A79E-A7936B34F82A}" dt="2023-07-31T17:19:41.868" v="3672" actId="164"/>
          <ac:spMkLst>
            <pc:docMk/>
            <pc:sldMk cId="2942372078" sldId="2553"/>
            <ac:spMk id="6" creationId="{C2DAB1C7-1E85-9A11-AF4F-BA89CE87BA18}"/>
          </ac:spMkLst>
        </pc:spChg>
        <pc:spChg chg="mod">
          <ac:chgData name="Owais Ahmed" userId="6abc7d4556b3b071" providerId="LiveId" clId="{3F06DB97-3AEE-4F7C-A79E-A7936B34F82A}" dt="2023-07-31T17:11:07.485" v="3644"/>
          <ac:spMkLst>
            <pc:docMk/>
            <pc:sldMk cId="2942372078" sldId="2553"/>
            <ac:spMk id="9" creationId="{6EFD39D5-1A6E-731C-EF8E-E8CA08E68C57}"/>
          </ac:spMkLst>
        </pc:spChg>
        <pc:spChg chg="mod">
          <ac:chgData name="Owais Ahmed" userId="6abc7d4556b3b071" providerId="LiveId" clId="{3F06DB97-3AEE-4F7C-A79E-A7936B34F82A}" dt="2023-07-31T17:11:09.492" v="3645" actId="20577"/>
          <ac:spMkLst>
            <pc:docMk/>
            <pc:sldMk cId="2942372078" sldId="2553"/>
            <ac:spMk id="10" creationId="{44E0EE0A-A1B3-D78F-82B1-2D6F97E4122B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18" creationId="{B55210BC-8CD4-0B1D-89E2-BC2BDCC8A125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19" creationId="{C4ECDF7F-D26F-A833-0D20-91948EAF7C2A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21" creationId="{0EDD981D-31F6-DFF1-3179-509A63BF25C7}"/>
          </ac:spMkLst>
        </pc:spChg>
        <pc:spChg chg="del mod">
          <ac:chgData name="Owais Ahmed" userId="6abc7d4556b3b071" providerId="LiveId" clId="{3F06DB97-3AEE-4F7C-A79E-A7936B34F82A}" dt="2023-07-31T17:20:48.524" v="3680" actId="478"/>
          <ac:spMkLst>
            <pc:docMk/>
            <pc:sldMk cId="2942372078" sldId="2553"/>
            <ac:spMk id="22" creationId="{6A4308EC-A091-15BA-1B2B-499227EB2506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24" creationId="{381108F9-26C0-205B-CB81-70D8BD560394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25" creationId="{7F679E1B-6251-E108-0D61-EDF94E7E22A9}"/>
          </ac:spMkLst>
        </pc:spChg>
        <pc:spChg chg="add mod">
          <ac:chgData name="Owais Ahmed" userId="6abc7d4556b3b071" providerId="LiveId" clId="{3F06DB97-3AEE-4F7C-A79E-A7936B34F82A}" dt="2023-07-31T17:20:11.445" v="3677" actId="164"/>
          <ac:spMkLst>
            <pc:docMk/>
            <pc:sldMk cId="2942372078" sldId="2553"/>
            <ac:spMk id="26" creationId="{C3E6AD68-46F0-B484-B3C4-AED030A36BB6}"/>
          </ac:spMkLst>
        </pc:spChg>
        <pc:spChg chg="add mod">
          <ac:chgData name="Owais Ahmed" userId="6abc7d4556b3b071" providerId="LiveId" clId="{3F06DB97-3AEE-4F7C-A79E-A7936B34F82A}" dt="2023-07-31T17:20:11.445" v="3677" actId="164"/>
          <ac:spMkLst>
            <pc:docMk/>
            <pc:sldMk cId="2942372078" sldId="2553"/>
            <ac:spMk id="27" creationId="{CFAF22A7-D2A1-D61F-03EC-31F283A31C0A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30" creationId="{6D32612D-C7EC-3E18-D550-E17D32150FE8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31" creationId="{6ADCB6F9-796A-6F07-8C51-E82BAEB801F9}"/>
          </ac:spMkLst>
        </pc:spChg>
        <pc:spChg chg="add del mod topLvl">
          <ac:chgData name="Owais Ahmed" userId="6abc7d4556b3b071" providerId="LiveId" clId="{3F06DB97-3AEE-4F7C-A79E-A7936B34F82A}" dt="2023-07-31T17:19:41.868" v="3672" actId="164"/>
          <ac:spMkLst>
            <pc:docMk/>
            <pc:sldMk cId="2942372078" sldId="2553"/>
            <ac:spMk id="102" creationId="{23801FBC-8A21-DAA2-95F5-A8E7D6FBF151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5" creationId="{99BDCAF8-DC93-D572-DA16-2806C9F7C9AA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6" creationId="{B546095E-991E-3289-F2C0-8A1D76A45A21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7" creationId="{6B2686BC-A613-FF11-6A9D-EB36234DC16C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8" creationId="{53D4C431-E0BC-789B-88D3-F5D796F20A12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9" creationId="{3F6084E0-54E9-C827-0F8B-8E96A7C761DD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10" creationId="{AB36B28D-39A8-55B6-60B3-85B767EC94FB}"/>
          </ac:spMkLst>
        </pc:spChg>
        <pc:grpChg chg="add mod">
          <ac:chgData name="Owais Ahmed" userId="6abc7d4556b3b071" providerId="LiveId" clId="{3F06DB97-3AEE-4F7C-A79E-A7936B34F82A}" dt="2023-07-31T17:19:41.868" v="3672" actId="164"/>
          <ac:grpSpMkLst>
            <pc:docMk/>
            <pc:sldMk cId="2942372078" sldId="2553"/>
            <ac:grpSpMk id="8" creationId="{C8918E3B-5B82-5C66-6245-963A8C240349}"/>
          </ac:grpSpMkLst>
        </pc:grpChg>
        <pc:grpChg chg="add del mod">
          <ac:chgData name="Owais Ahmed" userId="6abc7d4556b3b071" providerId="LiveId" clId="{3F06DB97-3AEE-4F7C-A79E-A7936B34F82A}" dt="2023-07-31T17:10:15.960" v="3637" actId="165"/>
          <ac:grpSpMkLst>
            <pc:docMk/>
            <pc:sldMk cId="2942372078" sldId="2553"/>
            <ac:grpSpMk id="14" creationId="{6D373018-1D02-897E-145C-1A033D391303}"/>
          </ac:grpSpMkLst>
        </pc:grpChg>
        <pc:grpChg chg="add mod">
          <ac:chgData name="Owais Ahmed" userId="6abc7d4556b3b071" providerId="LiveId" clId="{3F06DB97-3AEE-4F7C-A79E-A7936B34F82A}" dt="2023-07-31T17:20:11.445" v="3677" actId="164"/>
          <ac:grpSpMkLst>
            <pc:docMk/>
            <pc:sldMk cId="2942372078" sldId="2553"/>
            <ac:grpSpMk id="17" creationId="{DF91BE5D-4A90-7453-5A7C-869D410BD796}"/>
          </ac:grpSpMkLst>
        </pc:grpChg>
        <pc:grpChg chg="add del mod">
          <ac:chgData name="Owais Ahmed" userId="6abc7d4556b3b071" providerId="LiveId" clId="{3F06DB97-3AEE-4F7C-A79E-A7936B34F82A}" dt="2023-07-31T17:20:48.524" v="3680" actId="478"/>
          <ac:grpSpMkLst>
            <pc:docMk/>
            <pc:sldMk cId="2942372078" sldId="2553"/>
            <ac:grpSpMk id="20" creationId="{645A562A-E40D-D4F4-6F54-4C865E43ED02}"/>
          </ac:grpSpMkLst>
        </pc:grpChg>
        <pc:grpChg chg="add mod">
          <ac:chgData name="Owais Ahmed" userId="6abc7d4556b3b071" providerId="LiveId" clId="{3F06DB97-3AEE-4F7C-A79E-A7936B34F82A}" dt="2023-07-31T17:20:11.445" v="3677" actId="164"/>
          <ac:grpSpMkLst>
            <pc:docMk/>
            <pc:sldMk cId="2942372078" sldId="2553"/>
            <ac:grpSpMk id="23" creationId="{36250A50-760D-1FA0-A8EA-65D27405BDC9}"/>
          </ac:grpSpMkLst>
        </pc:grpChg>
        <pc:grpChg chg="add mod">
          <ac:chgData name="Owais Ahmed" userId="6abc7d4556b3b071" providerId="LiveId" clId="{3F06DB97-3AEE-4F7C-A79E-A7936B34F82A}" dt="2023-07-31T17:20:11.445" v="3677" actId="164"/>
          <ac:grpSpMkLst>
            <pc:docMk/>
            <pc:sldMk cId="2942372078" sldId="2553"/>
            <ac:grpSpMk id="29" creationId="{34AAF957-E0E0-C211-D98D-A222794E545F}"/>
          </ac:grpSpMkLst>
        </pc:grpChg>
        <pc:grpChg chg="add del mod">
          <ac:chgData name="Owais Ahmed" userId="6abc7d4556b3b071" providerId="LiveId" clId="{3F06DB97-3AEE-4F7C-A79E-A7936B34F82A}" dt="2023-07-31T17:20:50.802" v="3682" actId="478"/>
          <ac:grpSpMkLst>
            <pc:docMk/>
            <pc:sldMk cId="2942372078" sldId="2553"/>
            <ac:grpSpMk id="34" creationId="{AD73DCB8-173C-413D-F76C-212E811DAAF1}"/>
          </ac:grpSpMkLst>
        </pc:grpChg>
        <pc:grpChg chg="add mod">
          <ac:chgData name="Owais Ahmed" userId="6abc7d4556b3b071" providerId="LiveId" clId="{3F06DB97-3AEE-4F7C-A79E-A7936B34F82A}" dt="2023-07-31T17:20:06.335" v="3676" actId="164"/>
          <ac:grpSpMkLst>
            <pc:docMk/>
            <pc:sldMk cId="2942372078" sldId="2553"/>
            <ac:grpSpMk id="35" creationId="{6267D449-530A-C077-2809-C44B4BD17796}"/>
          </ac:grpSpMkLst>
        </pc:grpChg>
        <pc:grpChg chg="add del mod">
          <ac:chgData name="Owais Ahmed" userId="6abc7d4556b3b071" providerId="LiveId" clId="{3F06DB97-3AEE-4F7C-A79E-A7936B34F82A}" dt="2023-07-31T17:20:49.634" v="3681" actId="478"/>
          <ac:grpSpMkLst>
            <pc:docMk/>
            <pc:sldMk cId="2942372078" sldId="2553"/>
            <ac:grpSpMk id="36" creationId="{7AB201C6-2D82-4ED0-9104-F7FFA453EED6}"/>
          </ac:grpSpMkLst>
        </pc:grpChg>
        <pc:grpChg chg="mod topLvl">
          <ac:chgData name="Owais Ahmed" userId="6abc7d4556b3b071" providerId="LiveId" clId="{3F06DB97-3AEE-4F7C-A79E-A7936B34F82A}" dt="2023-07-31T17:19:41.868" v="3672" actId="164"/>
          <ac:grpSpMkLst>
            <pc:docMk/>
            <pc:sldMk cId="2942372078" sldId="2553"/>
            <ac:grpSpMk id="98" creationId="{A0382DBE-F9FC-2531-34AD-F3E7EACF5F1E}"/>
          </ac:grpSpMkLst>
        </pc:grpChg>
        <pc:grpChg chg="mod topLvl">
          <ac:chgData name="Owais Ahmed" userId="6abc7d4556b3b071" providerId="LiveId" clId="{3F06DB97-3AEE-4F7C-A79E-A7936B34F82A}" dt="2023-07-31T17:19:41.868" v="3672" actId="164"/>
          <ac:grpSpMkLst>
            <pc:docMk/>
            <pc:sldMk cId="2942372078" sldId="2553"/>
            <ac:grpSpMk id="99" creationId="{68C80BCA-12DB-C5D9-6600-C4CDDB76037E}"/>
          </ac:grpSpMkLst>
        </pc:grpChg>
        <pc:grpChg chg="mod topLvl">
          <ac:chgData name="Owais Ahmed" userId="6abc7d4556b3b071" providerId="LiveId" clId="{3F06DB97-3AEE-4F7C-A79E-A7936B34F82A}" dt="2023-07-31T17:19:41.868" v="3672" actId="164"/>
          <ac:grpSpMkLst>
            <pc:docMk/>
            <pc:sldMk cId="2942372078" sldId="2553"/>
            <ac:grpSpMk id="100" creationId="{FA821C4E-B9F1-21C3-458F-B7B324C1F817}"/>
          </ac:grpSpMkLst>
        </pc:grpChg>
        <pc:cxnChg chg="mod topLvl">
          <ac:chgData name="Owais Ahmed" userId="6abc7d4556b3b071" providerId="LiveId" clId="{3F06DB97-3AEE-4F7C-A79E-A7936B34F82A}" dt="2023-07-31T17:20:50.802" v="3682" actId="478"/>
          <ac:cxnSpMkLst>
            <pc:docMk/>
            <pc:sldMk cId="2942372078" sldId="2553"/>
            <ac:cxnSpMk id="7" creationId="{657C45F0-67F1-A7FA-02BD-786D3D970CCC}"/>
          </ac:cxnSpMkLst>
        </pc:cxnChg>
        <pc:cxnChg chg="add mod">
          <ac:chgData name="Owais Ahmed" userId="6abc7d4556b3b071" providerId="LiveId" clId="{3F06DB97-3AEE-4F7C-A79E-A7936B34F82A}" dt="2023-07-31T17:20:50.802" v="3682" actId="478"/>
          <ac:cxnSpMkLst>
            <pc:docMk/>
            <pc:sldMk cId="2942372078" sldId="2553"/>
            <ac:cxnSpMk id="11" creationId="{607ECEBC-A1CA-3D16-2BF7-4B5EB584B7D5}"/>
          </ac:cxnSpMkLst>
        </pc:cxnChg>
        <pc:cxnChg chg="add del mod">
          <ac:chgData name="Owais Ahmed" userId="6abc7d4556b3b071" providerId="LiveId" clId="{3F06DB97-3AEE-4F7C-A79E-A7936B34F82A}" dt="2023-07-31T17:18:59.132" v="3668" actId="478"/>
          <ac:cxnSpMkLst>
            <pc:docMk/>
            <pc:sldMk cId="2942372078" sldId="2553"/>
            <ac:cxnSpMk id="28" creationId="{1F647D90-CF61-EE95-5710-6DF2CA5E7A4B}"/>
          </ac:cxnSpMkLst>
        </pc:cxnChg>
        <pc:cxnChg chg="add mod">
          <ac:chgData name="Owais Ahmed" userId="6abc7d4556b3b071" providerId="LiveId" clId="{3F06DB97-3AEE-4F7C-A79E-A7936B34F82A}" dt="2023-07-31T17:20:49.634" v="3681" actId="478"/>
          <ac:cxnSpMkLst>
            <pc:docMk/>
            <pc:sldMk cId="2942372078" sldId="2553"/>
            <ac:cxnSpMk id="32" creationId="{D70EC980-4E28-A408-E33F-C1B2B14A6591}"/>
          </ac:cxnSpMkLst>
        </pc:cxnChg>
        <pc:cxnChg chg="del mod">
          <ac:chgData name="Owais Ahmed" userId="6abc7d4556b3b071" providerId="LiveId" clId="{3F06DB97-3AEE-4F7C-A79E-A7936B34F82A}" dt="2023-07-31T17:09:54.845" v="3627" actId="478"/>
          <ac:cxnSpMkLst>
            <pc:docMk/>
            <pc:sldMk cId="2942372078" sldId="2553"/>
            <ac:cxnSpMk id="118" creationId="{E218D9EB-E58D-166C-8764-794115FE12E4}"/>
          </ac:cxnSpMkLst>
        </pc:cxnChg>
      </pc:sldChg>
      <pc:sldChg chg="addSp delSp modSp add mod delAnim modAnim">
        <pc:chgData name="Owais Ahmed" userId="6abc7d4556b3b071" providerId="LiveId" clId="{3F06DB97-3AEE-4F7C-A79E-A7936B34F82A}" dt="2023-07-31T17:33:09.243" v="4119"/>
        <pc:sldMkLst>
          <pc:docMk/>
          <pc:sldMk cId="2825207532" sldId="2554"/>
        </pc:sldMkLst>
        <pc:spChg chg="del">
          <ac:chgData name="Owais Ahmed" userId="6abc7d4556b3b071" providerId="LiveId" clId="{3F06DB97-3AEE-4F7C-A79E-A7936B34F82A}" dt="2023-07-31T17:20:42.520" v="3679" actId="478"/>
          <ac:spMkLst>
            <pc:docMk/>
            <pc:sldMk cId="2825207532" sldId="2554"/>
            <ac:spMk id="3" creationId="{4A1C0383-58FE-E486-295E-B33B8683B938}"/>
          </ac:spMkLst>
        </pc:spChg>
        <pc:spChg chg="mod topLvl">
          <ac:chgData name="Owais Ahmed" userId="6abc7d4556b3b071" providerId="LiveId" clId="{3F06DB97-3AEE-4F7C-A79E-A7936B34F82A}" dt="2023-07-31T17:26:37.322" v="3870"/>
          <ac:spMkLst>
            <pc:docMk/>
            <pc:sldMk cId="2825207532" sldId="2554"/>
            <ac:spMk id="5" creationId="{A7E680FD-D0E4-8260-DA90-A45204BCDDDB}"/>
          </ac:spMkLst>
        </pc:spChg>
        <pc:spChg chg="mod topLvl">
          <ac:chgData name="Owais Ahmed" userId="6abc7d4556b3b071" providerId="LiveId" clId="{3F06DB97-3AEE-4F7C-A79E-A7936B34F82A}" dt="2023-07-31T17:26:55.086" v="3874" actId="20577"/>
          <ac:spMkLst>
            <pc:docMk/>
            <pc:sldMk cId="2825207532" sldId="2554"/>
            <ac:spMk id="12" creationId="{14375345-CB2C-C090-8F3F-7127034BAC95}"/>
          </ac:spMkLst>
        </pc:spChg>
        <pc:spChg chg="mod">
          <ac:chgData name="Owais Ahmed" userId="6abc7d4556b3b071" providerId="LiveId" clId="{3F06DB97-3AEE-4F7C-A79E-A7936B34F82A}" dt="2023-07-31T17:23:06.190" v="3701" actId="6549"/>
          <ac:spMkLst>
            <pc:docMk/>
            <pc:sldMk cId="2825207532" sldId="2554"/>
            <ac:spMk id="15" creationId="{9D62E291-01A8-771B-16ED-457613EE1A8E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16" creationId="{8F5396F0-85F0-121C-6470-1880B2F7FA65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18" creationId="{B55210BC-8CD4-0B1D-89E2-BC2BDCC8A125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19" creationId="{C4ECDF7F-D26F-A833-0D20-91948EAF7C2A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1" creationId="{0EDD981D-31F6-DFF1-3179-509A63BF25C7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2" creationId="{6A4308EC-A091-15BA-1B2B-499227EB2506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4" creationId="{381108F9-26C0-205B-CB81-70D8BD560394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5" creationId="{7F679E1B-6251-E108-0D61-EDF94E7E22A9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6" creationId="{C3E6AD68-46F0-B484-B3C4-AED030A36BB6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7" creationId="{CFAF22A7-D2A1-D61F-03EC-31F283A31C0A}"/>
          </ac:spMkLst>
        </pc:spChg>
        <pc:spChg chg="mod">
          <ac:chgData name="Owais Ahmed" userId="6abc7d4556b3b071" providerId="LiveId" clId="{3F06DB97-3AEE-4F7C-A79E-A7936B34F82A}" dt="2023-07-31T17:25:02.316" v="3853" actId="6549"/>
          <ac:spMkLst>
            <pc:docMk/>
            <pc:sldMk cId="2825207532" sldId="2554"/>
            <ac:spMk id="28" creationId="{7A46CAE8-8A97-0FC8-63B3-A33CFE089100}"/>
          </ac:spMkLst>
        </pc:spChg>
        <pc:spChg chg="mod">
          <ac:chgData name="Owais Ahmed" userId="6abc7d4556b3b071" providerId="LiveId" clId="{3F06DB97-3AEE-4F7C-A79E-A7936B34F82A}" dt="2023-07-31T17:21:54.469" v="3693" actId="165"/>
          <ac:spMkLst>
            <pc:docMk/>
            <pc:sldMk cId="2825207532" sldId="2554"/>
            <ac:spMk id="30" creationId="{6D32612D-C7EC-3E18-D550-E17D32150FE8}"/>
          </ac:spMkLst>
        </pc:spChg>
        <pc:spChg chg="mod">
          <ac:chgData name="Owais Ahmed" userId="6abc7d4556b3b071" providerId="LiveId" clId="{3F06DB97-3AEE-4F7C-A79E-A7936B34F82A}" dt="2023-07-31T17:21:54.469" v="3693" actId="165"/>
          <ac:spMkLst>
            <pc:docMk/>
            <pc:sldMk cId="2825207532" sldId="2554"/>
            <ac:spMk id="31" creationId="{6ADCB6F9-796A-6F07-8C51-E82BAEB801F9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33" creationId="{BB3D294E-7E36-A812-7001-1E0A8DCEBF54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35" creationId="{861C5037-77BC-B340-9CCE-BBC47170DBAC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37" creationId="{9D808123-AD8C-4415-F0CA-FB968A780E93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38" creationId="{3CCC21C1-A11B-E6DE-7150-6A40FDBAD999}"/>
          </ac:spMkLst>
        </pc:spChg>
        <pc:spChg chg="mod">
          <ac:chgData name="Owais Ahmed" userId="6abc7d4556b3b071" providerId="LiveId" clId="{3F06DB97-3AEE-4F7C-A79E-A7936B34F82A}" dt="2023-07-31T17:25:17.091" v="3854" actId="1076"/>
          <ac:spMkLst>
            <pc:docMk/>
            <pc:sldMk cId="2825207532" sldId="2554"/>
            <ac:spMk id="39" creationId="{E5DD74A2-D9BF-1EBC-F6F0-24AB1D85BF92}"/>
          </ac:spMkLst>
        </pc:spChg>
        <pc:spChg chg="mod">
          <ac:chgData name="Owais Ahmed" userId="6abc7d4556b3b071" providerId="LiveId" clId="{3F06DB97-3AEE-4F7C-A79E-A7936B34F82A}" dt="2023-07-31T17:26:38.175" v="3871"/>
          <ac:spMkLst>
            <pc:docMk/>
            <pc:sldMk cId="2825207532" sldId="2554"/>
            <ac:spMk id="40" creationId="{673CC4C9-6366-80C0-4269-0734F52A6503}"/>
          </ac:spMkLst>
        </pc:spChg>
        <pc:spChg chg="mod">
          <ac:chgData name="Owais Ahmed" userId="6abc7d4556b3b071" providerId="LiveId" clId="{3F06DB97-3AEE-4F7C-A79E-A7936B34F82A}" dt="2023-07-31T17:26:56.695" v="3875" actId="20577"/>
          <ac:spMkLst>
            <pc:docMk/>
            <pc:sldMk cId="2825207532" sldId="2554"/>
            <ac:spMk id="41" creationId="{05A5125C-D4D4-FDAD-9D75-D929640B095E}"/>
          </ac:spMkLst>
        </pc:spChg>
        <pc:spChg chg="mod">
          <ac:chgData name="Owais Ahmed" userId="6abc7d4556b3b071" providerId="LiveId" clId="{3F06DB97-3AEE-4F7C-A79E-A7936B34F82A}" dt="2023-07-31T17:26:25.253" v="3867"/>
          <ac:spMkLst>
            <pc:docMk/>
            <pc:sldMk cId="2825207532" sldId="2554"/>
            <ac:spMk id="43" creationId="{2D767220-4206-ABD3-A1C3-8FE3C63C707E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44" creationId="{B7372231-3BD5-1AD6-8F70-FB8240378604}"/>
          </ac:spMkLst>
        </pc:spChg>
        <pc:spChg chg="mod">
          <ac:chgData name="Owais Ahmed" userId="6abc7d4556b3b071" providerId="LiveId" clId="{3F06DB97-3AEE-4F7C-A79E-A7936B34F82A}" dt="2023-07-31T17:26:40.507" v="3872"/>
          <ac:spMkLst>
            <pc:docMk/>
            <pc:sldMk cId="2825207532" sldId="2554"/>
            <ac:spMk id="45" creationId="{0AAEB2F6-CC29-0381-B00A-CBE71D31A77C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46" creationId="{FE9EFDF4-C13A-BA0F-FAA6-E85D855C6D4F}"/>
          </ac:spMkLst>
        </pc:spChg>
        <pc:spChg chg="mod">
          <ac:chgData name="Owais Ahmed" userId="6abc7d4556b3b071" providerId="LiveId" clId="{3F06DB97-3AEE-4F7C-A79E-A7936B34F82A}" dt="2023-07-31T17:26:22.220" v="3864" actId="21"/>
          <ac:spMkLst>
            <pc:docMk/>
            <pc:sldMk cId="2825207532" sldId="2554"/>
            <ac:spMk id="47" creationId="{DA34900F-A6DF-D67C-70C4-CAEBCB7AA3E9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48" creationId="{6EB90A3F-FC6E-DDF9-CD8B-A233611C8556}"/>
          </ac:spMkLst>
        </pc:spChg>
        <pc:spChg chg="mod">
          <ac:chgData name="Owais Ahmed" userId="6abc7d4556b3b071" providerId="LiveId" clId="{3F06DB97-3AEE-4F7C-A79E-A7936B34F82A}" dt="2023-07-31T17:27:16.418" v="3878" actId="1076"/>
          <ac:spMkLst>
            <pc:docMk/>
            <pc:sldMk cId="2825207532" sldId="2554"/>
            <ac:spMk id="49" creationId="{B3B5DB6C-DAE4-CD71-8672-DAF2CABA0FBF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0" creationId="{62ED77BA-3CBE-6880-FB54-9D7793E8B435}"/>
          </ac:spMkLst>
        </pc:spChg>
        <pc:spChg chg="mod">
          <ac:chgData name="Owais Ahmed" userId="6abc7d4556b3b071" providerId="LiveId" clId="{3F06DB97-3AEE-4F7C-A79E-A7936B34F82A}" dt="2023-07-31T17:26:29.079" v="3868" actId="21"/>
          <ac:spMkLst>
            <pc:docMk/>
            <pc:sldMk cId="2825207532" sldId="2554"/>
            <ac:spMk id="51" creationId="{2359C8FF-C504-1DB5-7995-0214E32502D4}"/>
          </ac:spMkLst>
        </pc:spChg>
        <pc:spChg chg="mod">
          <ac:chgData name="Owais Ahmed" userId="6abc7d4556b3b071" providerId="LiveId" clId="{3F06DB97-3AEE-4F7C-A79E-A7936B34F82A}" dt="2023-07-31T17:26:57.740" v="3876" actId="20577"/>
          <ac:spMkLst>
            <pc:docMk/>
            <pc:sldMk cId="2825207532" sldId="2554"/>
            <ac:spMk id="52" creationId="{8601F0A8-EB1D-CA2D-55EA-4DC800A0EE4B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4" creationId="{3A7CAAE0-7EFD-30D3-EB1E-99761A88A84C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5" creationId="{724B8B2C-5132-2810-D7F3-1A7A4CD23462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6" creationId="{55B99CA7-5366-205A-E60F-FCD89434C4E7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7" creationId="{3091033D-89B1-B3EE-958D-28E9A2246AA5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8" creationId="{E006DDDE-2533-91FD-8806-1913F799CC78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9" creationId="{2BFA2AD2-7873-BC0D-F611-E4DBD169AF9C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60" creationId="{05DCC750-9442-85F2-F153-6EFC09550A80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61" creationId="{CA70657B-D13B-61DD-8E56-CD9F8FF69E12}"/>
          </ac:spMkLst>
        </pc:spChg>
        <pc:spChg chg="mod">
          <ac:chgData name="Owais Ahmed" userId="6abc7d4556b3b071" providerId="LiveId" clId="{3F06DB97-3AEE-4F7C-A79E-A7936B34F82A}" dt="2023-07-31T17:26:42.176" v="3873"/>
          <ac:spMkLst>
            <pc:docMk/>
            <pc:sldMk cId="2825207532" sldId="2554"/>
            <ac:spMk id="62" creationId="{8A76D13C-4D21-6E17-E324-C592C616AEF6}"/>
          </ac:spMkLst>
        </pc:spChg>
        <pc:spChg chg="mod">
          <ac:chgData name="Owais Ahmed" userId="6abc7d4556b3b071" providerId="LiveId" clId="{3F06DB97-3AEE-4F7C-A79E-A7936B34F82A}" dt="2023-07-31T17:26:58.916" v="3877" actId="20577"/>
          <ac:spMkLst>
            <pc:docMk/>
            <pc:sldMk cId="2825207532" sldId="2554"/>
            <ac:spMk id="63" creationId="{5F09522A-8983-C22F-8796-E1AD8233D10E}"/>
          </ac:spMkLst>
        </pc:spChg>
        <pc:spChg chg="add del">
          <ac:chgData name="Owais Ahmed" userId="6abc7d4556b3b071" providerId="LiveId" clId="{3F06DB97-3AEE-4F7C-A79E-A7936B34F82A}" dt="2023-07-31T17:26:24.117" v="3866" actId="22"/>
          <ac:spMkLst>
            <pc:docMk/>
            <pc:sldMk cId="2825207532" sldId="2554"/>
            <ac:spMk id="65" creationId="{D6D6FA50-3D82-04CA-4964-3E1681EC8495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67" creationId="{E64A3044-BFD1-B0CA-9757-EAC75D0932EA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68" creationId="{C2316821-45BB-9A62-5BE4-BFCE2E091D3E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69" creationId="{3486CDB8-4A0A-97E7-3BBB-75CF75161EDC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0" creationId="{0C6FD250-B917-6155-6E9A-40F64B846CCA}"/>
          </ac:spMkLst>
        </pc:spChg>
        <pc:spChg chg="mod">
          <ac:chgData name="Owais Ahmed" userId="6abc7d4556b3b071" providerId="LiveId" clId="{3F06DB97-3AEE-4F7C-A79E-A7936B34F82A}" dt="2023-07-31T17:28:10.995" v="3891" actId="20577"/>
          <ac:spMkLst>
            <pc:docMk/>
            <pc:sldMk cId="2825207532" sldId="2554"/>
            <ac:spMk id="71" creationId="{EE4F9ECD-E95F-E303-F2E4-CFA66B3F2CF9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2" creationId="{C2F7FE57-4DDC-BECF-4B16-EA06ADF7847B}"/>
          </ac:spMkLst>
        </pc:spChg>
        <pc:spChg chg="mod">
          <ac:chgData name="Owais Ahmed" userId="6abc7d4556b3b071" providerId="LiveId" clId="{3F06DB97-3AEE-4F7C-A79E-A7936B34F82A}" dt="2023-07-31T17:28:03.242" v="3882" actId="1076"/>
          <ac:spMkLst>
            <pc:docMk/>
            <pc:sldMk cId="2825207532" sldId="2554"/>
            <ac:spMk id="73" creationId="{E31DDB8C-6510-4D6A-204D-6139F0F8EA1B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4" creationId="{54DE3D10-9D99-CD2A-5312-F0D3582108FE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5" creationId="{77D5961E-9810-B1B5-BD0B-A5FDB34B6726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6" creationId="{AAB9F71D-35DC-2242-D53D-87B8DE1529DA}"/>
          </ac:spMkLst>
        </pc:spChg>
        <pc:spChg chg="add mod">
          <ac:chgData name="Owais Ahmed" userId="6abc7d4556b3b071" providerId="LiveId" clId="{3F06DB97-3AEE-4F7C-A79E-A7936B34F82A}" dt="2023-07-31T17:32:42.404" v="4112" actId="164"/>
          <ac:spMkLst>
            <pc:docMk/>
            <pc:sldMk cId="2825207532" sldId="2554"/>
            <ac:spMk id="77" creationId="{0F91D4EB-AB25-E435-0FBB-09A1E9A881AD}"/>
          </ac:spMkLst>
        </pc:spChg>
        <pc:spChg chg="add mod">
          <ac:chgData name="Owais Ahmed" userId="6abc7d4556b3b071" providerId="LiveId" clId="{3F06DB97-3AEE-4F7C-A79E-A7936B34F82A}" dt="2023-07-31T17:32:46.266" v="4113" actId="164"/>
          <ac:spMkLst>
            <pc:docMk/>
            <pc:sldMk cId="2825207532" sldId="2554"/>
            <ac:spMk id="78" creationId="{804F467B-93F3-12EE-F084-26455E228FFC}"/>
          </ac:spMkLst>
        </pc:spChg>
        <pc:spChg chg="add mod">
          <ac:chgData name="Owais Ahmed" userId="6abc7d4556b3b071" providerId="LiveId" clId="{3F06DB97-3AEE-4F7C-A79E-A7936B34F82A}" dt="2023-07-31T17:32:50.491" v="4114" actId="164"/>
          <ac:spMkLst>
            <pc:docMk/>
            <pc:sldMk cId="2825207532" sldId="2554"/>
            <ac:spMk id="79" creationId="{3C2387C9-F771-506F-9E2E-CCBEEF4BA503}"/>
          </ac:spMkLst>
        </pc:spChg>
        <pc:spChg chg="add mod">
          <ac:chgData name="Owais Ahmed" userId="6abc7d4556b3b071" providerId="LiveId" clId="{3F06DB97-3AEE-4F7C-A79E-A7936B34F82A}" dt="2023-07-31T17:32:54.946" v="4115" actId="164"/>
          <ac:spMkLst>
            <pc:docMk/>
            <pc:sldMk cId="2825207532" sldId="2554"/>
            <ac:spMk id="80" creationId="{5C587C7D-B09D-9D8F-89CC-50A0DEDA1FBF}"/>
          </ac:spMkLst>
        </pc:spChg>
        <pc:grpChg chg="add del mod">
          <ac:chgData name="Owais Ahmed" userId="6abc7d4556b3b071" providerId="LiveId" clId="{3F06DB97-3AEE-4F7C-A79E-A7936B34F82A}" dt="2023-07-31T17:22:34.245" v="3697" actId="165"/>
          <ac:grpSpMkLst>
            <pc:docMk/>
            <pc:sldMk cId="2825207532" sldId="2554"/>
            <ac:grpSpMk id="4" creationId="{6AB9D502-BD4B-886A-20B9-727281934883}"/>
          </ac:grpSpMkLst>
        </pc:grpChg>
        <pc:grpChg chg="add mod">
          <ac:chgData name="Owais Ahmed" userId="6abc7d4556b3b071" providerId="LiveId" clId="{3F06DB97-3AEE-4F7C-A79E-A7936B34F82A}" dt="2023-07-31T17:32:42.404" v="4112" actId="164"/>
          <ac:grpSpMkLst>
            <pc:docMk/>
            <pc:sldMk cId="2825207532" sldId="2554"/>
            <ac:grpSpMk id="13" creationId="{0F418315-9F02-C6E4-D682-54610C2951EA}"/>
          </ac:grpSpMkLst>
        </pc:grpChg>
        <pc:grpChg chg="add mod">
          <ac:chgData name="Owais Ahmed" userId="6abc7d4556b3b071" providerId="LiveId" clId="{3F06DB97-3AEE-4F7C-A79E-A7936B34F82A}" dt="2023-07-31T17:32:46.266" v="4113" actId="164"/>
          <ac:grpSpMkLst>
            <pc:docMk/>
            <pc:sldMk cId="2825207532" sldId="2554"/>
            <ac:grpSpMk id="14" creationId="{F63CEC76-2FDC-23B7-4BA5-D600BFCE0D28}"/>
          </ac:grpSpMkLst>
        </pc:grpChg>
        <pc:grpChg chg="del mod topLvl">
          <ac:chgData name="Owais Ahmed" userId="6abc7d4556b3b071" providerId="LiveId" clId="{3F06DB97-3AEE-4F7C-A79E-A7936B34F82A}" dt="2023-07-31T17:22:34.245" v="3697" actId="165"/>
          <ac:grpSpMkLst>
            <pc:docMk/>
            <pc:sldMk cId="2825207532" sldId="2554"/>
            <ac:grpSpMk id="17" creationId="{DF91BE5D-4A90-7453-5A7C-869D410BD796}"/>
          </ac:grpSpMkLst>
        </pc:grpChg>
        <pc:grpChg chg="del mod topLvl">
          <ac:chgData name="Owais Ahmed" userId="6abc7d4556b3b071" providerId="LiveId" clId="{3F06DB97-3AEE-4F7C-A79E-A7936B34F82A}" dt="2023-07-31T17:22:34.245" v="3697" actId="165"/>
          <ac:grpSpMkLst>
            <pc:docMk/>
            <pc:sldMk cId="2825207532" sldId="2554"/>
            <ac:grpSpMk id="20" creationId="{645A562A-E40D-D4F4-6F54-4C865E43ED02}"/>
          </ac:grpSpMkLst>
        </pc:grpChg>
        <pc:grpChg chg="del mod topLvl">
          <ac:chgData name="Owais Ahmed" userId="6abc7d4556b3b071" providerId="LiveId" clId="{3F06DB97-3AEE-4F7C-A79E-A7936B34F82A}" dt="2023-07-31T17:22:34.245" v="3697" actId="165"/>
          <ac:grpSpMkLst>
            <pc:docMk/>
            <pc:sldMk cId="2825207532" sldId="2554"/>
            <ac:grpSpMk id="23" creationId="{36250A50-760D-1FA0-A8EA-65D27405BDC9}"/>
          </ac:grpSpMkLst>
        </pc:grpChg>
        <pc:grpChg chg="del mod topLvl">
          <ac:chgData name="Owais Ahmed" userId="6abc7d4556b3b071" providerId="LiveId" clId="{3F06DB97-3AEE-4F7C-A79E-A7936B34F82A}" dt="2023-07-31T17:22:09.548" v="3694" actId="478"/>
          <ac:grpSpMkLst>
            <pc:docMk/>
            <pc:sldMk cId="2825207532" sldId="2554"/>
            <ac:grpSpMk id="29" creationId="{34AAF957-E0E0-C211-D98D-A222794E545F}"/>
          </ac:grpSpMkLst>
        </pc:grpChg>
        <pc:grpChg chg="del">
          <ac:chgData name="Owais Ahmed" userId="6abc7d4556b3b071" providerId="LiveId" clId="{3F06DB97-3AEE-4F7C-A79E-A7936B34F82A}" dt="2023-07-31T17:20:58.116" v="3683" actId="478"/>
          <ac:grpSpMkLst>
            <pc:docMk/>
            <pc:sldMk cId="2825207532" sldId="2554"/>
            <ac:grpSpMk id="34" creationId="{AD73DCB8-173C-413D-F76C-212E811DAAF1}"/>
          </ac:grpSpMkLst>
        </pc:grpChg>
        <pc:grpChg chg="del mod">
          <ac:chgData name="Owais Ahmed" userId="6abc7d4556b3b071" providerId="LiveId" clId="{3F06DB97-3AEE-4F7C-A79E-A7936B34F82A}" dt="2023-07-31T17:21:54.469" v="3693" actId="165"/>
          <ac:grpSpMkLst>
            <pc:docMk/>
            <pc:sldMk cId="2825207532" sldId="2554"/>
            <ac:grpSpMk id="36" creationId="{7AB201C6-2D82-4ED0-9104-F7FFA453EED6}"/>
          </ac:grpSpMkLst>
        </pc:grpChg>
        <pc:grpChg chg="add mod">
          <ac:chgData name="Owais Ahmed" userId="6abc7d4556b3b071" providerId="LiveId" clId="{3F06DB97-3AEE-4F7C-A79E-A7936B34F82A}" dt="2023-07-31T17:32:50.491" v="4114" actId="164"/>
          <ac:grpSpMkLst>
            <pc:docMk/>
            <pc:sldMk cId="2825207532" sldId="2554"/>
            <ac:grpSpMk id="42" creationId="{B53A9A78-5032-4C91-F36D-FC661EA4E330}"/>
          </ac:grpSpMkLst>
        </pc:grpChg>
        <pc:grpChg chg="add del mod">
          <ac:chgData name="Owais Ahmed" userId="6abc7d4556b3b071" providerId="LiveId" clId="{3F06DB97-3AEE-4F7C-A79E-A7936B34F82A}" dt="2023-07-31T17:27:37.167" v="3879" actId="478"/>
          <ac:grpSpMkLst>
            <pc:docMk/>
            <pc:sldMk cId="2825207532" sldId="2554"/>
            <ac:grpSpMk id="53" creationId="{1751A494-2636-C533-F4A9-D65D0EEB52D6}"/>
          </ac:grpSpMkLst>
        </pc:grpChg>
        <pc:grpChg chg="add mod">
          <ac:chgData name="Owais Ahmed" userId="6abc7d4556b3b071" providerId="LiveId" clId="{3F06DB97-3AEE-4F7C-A79E-A7936B34F82A}" dt="2023-07-31T17:32:54.946" v="4115" actId="164"/>
          <ac:grpSpMkLst>
            <pc:docMk/>
            <pc:sldMk cId="2825207532" sldId="2554"/>
            <ac:grpSpMk id="66" creationId="{AFE328ED-CF99-6348-B56A-27B46BEAFE28}"/>
          </ac:grpSpMkLst>
        </pc:grpChg>
        <pc:grpChg chg="add mod">
          <ac:chgData name="Owais Ahmed" userId="6abc7d4556b3b071" providerId="LiveId" clId="{3F06DB97-3AEE-4F7C-A79E-A7936B34F82A}" dt="2023-07-31T17:32:42.404" v="4112" actId="164"/>
          <ac:grpSpMkLst>
            <pc:docMk/>
            <pc:sldMk cId="2825207532" sldId="2554"/>
            <ac:grpSpMk id="81" creationId="{F263E04B-9D9C-CD25-BFC6-DB08A2ABB0D1}"/>
          </ac:grpSpMkLst>
        </pc:grpChg>
        <pc:grpChg chg="add mod">
          <ac:chgData name="Owais Ahmed" userId="6abc7d4556b3b071" providerId="LiveId" clId="{3F06DB97-3AEE-4F7C-A79E-A7936B34F82A}" dt="2023-07-31T17:32:46.266" v="4113" actId="164"/>
          <ac:grpSpMkLst>
            <pc:docMk/>
            <pc:sldMk cId="2825207532" sldId="2554"/>
            <ac:grpSpMk id="82" creationId="{F54C775F-C841-881E-2224-C24567C33621}"/>
          </ac:grpSpMkLst>
        </pc:grpChg>
        <pc:grpChg chg="add mod">
          <ac:chgData name="Owais Ahmed" userId="6abc7d4556b3b071" providerId="LiveId" clId="{3F06DB97-3AEE-4F7C-A79E-A7936B34F82A}" dt="2023-07-31T17:32:50.491" v="4114" actId="164"/>
          <ac:grpSpMkLst>
            <pc:docMk/>
            <pc:sldMk cId="2825207532" sldId="2554"/>
            <ac:grpSpMk id="83" creationId="{926BD650-D5E7-6961-F0E9-27F6B7E05DCF}"/>
          </ac:grpSpMkLst>
        </pc:grpChg>
        <pc:grpChg chg="add mod">
          <ac:chgData name="Owais Ahmed" userId="6abc7d4556b3b071" providerId="LiveId" clId="{3F06DB97-3AEE-4F7C-A79E-A7936B34F82A}" dt="2023-07-31T17:32:54.946" v="4115" actId="164"/>
          <ac:grpSpMkLst>
            <pc:docMk/>
            <pc:sldMk cId="2825207532" sldId="2554"/>
            <ac:grpSpMk id="84" creationId="{51E1D58F-B8D7-B598-0421-CCDBA5F774FA}"/>
          </ac:grpSpMkLst>
        </pc:grpChg>
        <pc:cxnChg chg="mod">
          <ac:chgData name="Owais Ahmed" userId="6abc7d4556b3b071" providerId="LiveId" clId="{3F06DB97-3AEE-4F7C-A79E-A7936B34F82A}" dt="2023-07-31T17:20:58.116" v="3683" actId="478"/>
          <ac:cxnSpMkLst>
            <pc:docMk/>
            <pc:sldMk cId="2825207532" sldId="2554"/>
            <ac:cxnSpMk id="7" creationId="{657C45F0-67F1-A7FA-02BD-786D3D970CCC}"/>
          </ac:cxnSpMkLst>
        </pc:cxnChg>
        <pc:cxnChg chg="mod">
          <ac:chgData name="Owais Ahmed" userId="6abc7d4556b3b071" providerId="LiveId" clId="{3F06DB97-3AEE-4F7C-A79E-A7936B34F82A}" dt="2023-07-31T17:20:58.116" v="3683" actId="478"/>
          <ac:cxnSpMkLst>
            <pc:docMk/>
            <pc:sldMk cId="2825207532" sldId="2554"/>
            <ac:cxnSpMk id="11" creationId="{607ECEBC-A1CA-3D16-2BF7-4B5EB584B7D5}"/>
          </ac:cxnSpMkLst>
        </pc:cxnChg>
        <pc:cxnChg chg="del mod">
          <ac:chgData name="Owais Ahmed" userId="6abc7d4556b3b071" providerId="LiveId" clId="{3F06DB97-3AEE-4F7C-A79E-A7936B34F82A}" dt="2023-07-31T17:21:08.219" v="3689" actId="478"/>
          <ac:cxnSpMkLst>
            <pc:docMk/>
            <pc:sldMk cId="2825207532" sldId="2554"/>
            <ac:cxnSpMk id="32" creationId="{D70EC980-4E28-A408-E33F-C1B2B14A6591}"/>
          </ac:cxnSpMkLst>
        </pc:cxnChg>
      </pc:sldChg>
      <pc:sldChg chg="addSp delSp modSp add mod modAnim">
        <pc:chgData name="Owais Ahmed" userId="6abc7d4556b3b071" providerId="LiveId" clId="{3F06DB97-3AEE-4F7C-A79E-A7936B34F82A}" dt="2023-07-31T17:43:37.145" v="4669"/>
        <pc:sldMkLst>
          <pc:docMk/>
          <pc:sldMk cId="624121127" sldId="2555"/>
        </pc:sldMkLst>
        <pc:spChg chg="mod">
          <ac:chgData name="Owais Ahmed" userId="6abc7d4556b3b071" providerId="LiveId" clId="{3F06DB97-3AEE-4F7C-A79E-A7936B34F82A}" dt="2023-07-31T17:40:57.155" v="4626" actId="27636"/>
          <ac:spMkLst>
            <pc:docMk/>
            <pc:sldMk cId="624121127" sldId="2555"/>
            <ac:spMk id="3" creationId="{4A1C0383-58FE-E486-295E-B33B8683B938}"/>
          </ac:spMkLst>
        </pc:spChg>
        <pc:spChg chg="add mod">
          <ac:chgData name="Owais Ahmed" userId="6abc7d4556b3b071" providerId="LiveId" clId="{3F06DB97-3AEE-4F7C-A79E-A7936B34F82A}" dt="2023-07-31T17:43:30.760" v="4668" actId="164"/>
          <ac:spMkLst>
            <pc:docMk/>
            <pc:sldMk cId="624121127" sldId="2555"/>
            <ac:spMk id="5" creationId="{B363AC71-9ED9-E66C-37A9-2D00263E3FF0}"/>
          </ac:spMkLst>
        </pc:spChg>
        <pc:spChg chg="del mod topLvl">
          <ac:chgData name="Owais Ahmed" userId="6abc7d4556b3b071" providerId="LiveId" clId="{3F06DB97-3AEE-4F7C-A79E-A7936B34F82A}" dt="2023-07-31T17:40:12.948" v="4614" actId="478"/>
          <ac:spMkLst>
            <pc:docMk/>
            <pc:sldMk cId="624121127" sldId="2555"/>
            <ac:spMk id="6" creationId="{C2DAB1C7-1E85-9A11-AF4F-BA89CE87BA18}"/>
          </ac:spMkLst>
        </pc:spChg>
        <pc:spChg chg="mod topLvl">
          <ac:chgData name="Owais Ahmed" userId="6abc7d4556b3b071" providerId="LiveId" clId="{3F06DB97-3AEE-4F7C-A79E-A7936B34F82A}" dt="2023-07-31T17:43:30.760" v="4668" actId="164"/>
          <ac:spMkLst>
            <pc:docMk/>
            <pc:sldMk cId="624121127" sldId="2555"/>
            <ac:spMk id="102" creationId="{23801FBC-8A21-DAA2-95F5-A8E7D6FBF151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5" creationId="{99BDCAF8-DC93-D572-DA16-2806C9F7C9AA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6" creationId="{B546095E-991E-3289-F2C0-8A1D76A45A21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7" creationId="{6B2686BC-A613-FF11-6A9D-EB36234DC16C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8" creationId="{53D4C431-E0BC-789B-88D3-F5D796F20A12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9" creationId="{3F6084E0-54E9-C827-0F8B-8E96A7C761DD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10" creationId="{AB36B28D-39A8-55B6-60B3-85B767EC94FB}"/>
          </ac:spMkLst>
        </pc:spChg>
        <pc:grpChg chg="add mod">
          <ac:chgData name="Owais Ahmed" userId="6abc7d4556b3b071" providerId="LiveId" clId="{3F06DB97-3AEE-4F7C-A79E-A7936B34F82A}" dt="2023-07-31T17:43:30.760" v="4668" actId="164"/>
          <ac:grpSpMkLst>
            <pc:docMk/>
            <pc:sldMk cId="624121127" sldId="2555"/>
            <ac:grpSpMk id="13" creationId="{4C6AAE8F-5E6F-EA60-244D-FFB6278715AD}"/>
          </ac:grpSpMkLst>
        </pc:grpChg>
        <pc:grpChg chg="del mod">
          <ac:chgData name="Owais Ahmed" userId="6abc7d4556b3b071" providerId="LiveId" clId="{3F06DB97-3AEE-4F7C-A79E-A7936B34F82A}" dt="2023-07-31T17:40:00.602" v="4608" actId="165"/>
          <ac:grpSpMkLst>
            <pc:docMk/>
            <pc:sldMk cId="624121127" sldId="2555"/>
            <ac:grpSpMk id="14" creationId="{6D373018-1D02-897E-145C-1A033D391303}"/>
          </ac:grpSpMkLst>
        </pc:grpChg>
        <pc:grpChg chg="del mod topLvl">
          <ac:chgData name="Owais Ahmed" userId="6abc7d4556b3b071" providerId="LiveId" clId="{3F06DB97-3AEE-4F7C-A79E-A7936B34F82A}" dt="2023-07-31T17:40:06.341" v="4611" actId="478"/>
          <ac:grpSpMkLst>
            <pc:docMk/>
            <pc:sldMk cId="624121127" sldId="2555"/>
            <ac:grpSpMk id="98" creationId="{A0382DBE-F9FC-2531-34AD-F3E7EACF5F1E}"/>
          </ac:grpSpMkLst>
        </pc:grpChg>
        <pc:grpChg chg="del mod topLvl">
          <ac:chgData name="Owais Ahmed" userId="6abc7d4556b3b071" providerId="LiveId" clId="{3F06DB97-3AEE-4F7C-A79E-A7936B34F82A}" dt="2023-07-31T17:40:05.415" v="4610" actId="478"/>
          <ac:grpSpMkLst>
            <pc:docMk/>
            <pc:sldMk cId="624121127" sldId="2555"/>
            <ac:grpSpMk id="99" creationId="{68C80BCA-12DB-C5D9-6600-C4CDDB76037E}"/>
          </ac:grpSpMkLst>
        </pc:grpChg>
        <pc:grpChg chg="del mod topLvl">
          <ac:chgData name="Owais Ahmed" userId="6abc7d4556b3b071" providerId="LiveId" clId="{3F06DB97-3AEE-4F7C-A79E-A7936B34F82A}" dt="2023-07-31T17:40:04.550" v="4609" actId="478"/>
          <ac:grpSpMkLst>
            <pc:docMk/>
            <pc:sldMk cId="624121127" sldId="2555"/>
            <ac:grpSpMk id="100" creationId="{FA821C4E-B9F1-21C3-458F-B7B324C1F817}"/>
          </ac:grpSpMkLst>
        </pc:grpChg>
        <pc:graphicFrameChg chg="add mod modGraphic">
          <ac:chgData name="Owais Ahmed" userId="6abc7d4556b3b071" providerId="LiveId" clId="{3F06DB97-3AEE-4F7C-A79E-A7936B34F82A}" dt="2023-07-31T17:43:30.760" v="4668" actId="164"/>
          <ac:graphicFrameMkLst>
            <pc:docMk/>
            <pc:sldMk cId="624121127" sldId="2555"/>
            <ac:graphicFrameMk id="4" creationId="{7F589E16-899F-75A2-8538-EFFBE216C9C1}"/>
          </ac:graphicFrameMkLst>
        </pc:graphicFrameChg>
        <pc:cxnChg chg="del mod topLvl">
          <ac:chgData name="Owais Ahmed" userId="6abc7d4556b3b071" providerId="LiveId" clId="{3F06DB97-3AEE-4F7C-A79E-A7936B34F82A}" dt="2023-07-31T17:40:10.841" v="4612" actId="478"/>
          <ac:cxnSpMkLst>
            <pc:docMk/>
            <pc:sldMk cId="624121127" sldId="2555"/>
            <ac:cxnSpMk id="7" creationId="{657C45F0-67F1-A7FA-02BD-786D3D970CCC}"/>
          </ac:cxnSpMkLst>
        </pc:cxnChg>
        <pc:cxnChg chg="add del mod">
          <ac:chgData name="Owais Ahmed" userId="6abc7d4556b3b071" providerId="LiveId" clId="{3F06DB97-3AEE-4F7C-A79E-A7936B34F82A}" dt="2023-07-31T17:42:44.742" v="4656" actId="478"/>
          <ac:cxnSpMkLst>
            <pc:docMk/>
            <pc:sldMk cId="624121127" sldId="2555"/>
            <ac:cxnSpMk id="9" creationId="{7C16B72A-508D-524C-2E88-876A803CCFAC}"/>
          </ac:cxnSpMkLst>
        </pc:cxnChg>
        <pc:cxnChg chg="add del">
          <ac:chgData name="Owais Ahmed" userId="6abc7d4556b3b071" providerId="LiveId" clId="{3F06DB97-3AEE-4F7C-A79E-A7936B34F82A}" dt="2023-07-31T17:42:31.945" v="4652" actId="478"/>
          <ac:cxnSpMkLst>
            <pc:docMk/>
            <pc:sldMk cId="624121127" sldId="2555"/>
            <ac:cxnSpMk id="12" creationId="{9E42FA83-69BA-3448-F9D6-36A92ACF2085}"/>
          </ac:cxnSpMkLst>
        </pc:cxnChg>
        <pc:cxnChg chg="del mod topLvl">
          <ac:chgData name="Owais Ahmed" userId="6abc7d4556b3b071" providerId="LiveId" clId="{3F06DB97-3AEE-4F7C-A79E-A7936B34F82A}" dt="2023-07-31T17:40:45.902" v="4621" actId="478"/>
          <ac:cxnSpMkLst>
            <pc:docMk/>
            <pc:sldMk cId="624121127" sldId="2555"/>
            <ac:cxnSpMk id="118" creationId="{E218D9EB-E58D-166C-8764-794115FE12E4}"/>
          </ac:cxnSpMkLst>
        </pc:cxnChg>
      </pc:sldChg>
      <pc:sldChg chg="delSp modSp add mod delAnim modAnim">
        <pc:chgData name="Owais Ahmed" userId="6abc7d4556b3b071" providerId="LiveId" clId="{3F06DB97-3AEE-4F7C-A79E-A7936B34F82A}" dt="2023-07-31T18:22:29.974" v="5359" actId="20577"/>
        <pc:sldMkLst>
          <pc:docMk/>
          <pc:sldMk cId="2558064682" sldId="2556"/>
        </pc:sldMkLst>
        <pc:spChg chg="mod">
          <ac:chgData name="Owais Ahmed" userId="6abc7d4556b3b071" providerId="LiveId" clId="{3F06DB97-3AEE-4F7C-A79E-A7936B34F82A}" dt="2023-07-31T18:22:29.974" v="5359" actId="20577"/>
          <ac:spMkLst>
            <pc:docMk/>
            <pc:sldMk cId="2558064682" sldId="2556"/>
            <ac:spMk id="3" creationId="{4A1C0383-58FE-E486-295E-B33B8683B938}"/>
          </ac:spMkLst>
        </pc:spChg>
        <pc:spChg chg="mod">
          <ac:chgData name="Owais Ahmed" userId="6abc7d4556b3b071" providerId="LiveId" clId="{3F06DB97-3AEE-4F7C-A79E-A7936B34F82A}" dt="2023-07-31T17:44:23.559" v="4681" actId="20577"/>
          <ac:spMkLst>
            <pc:docMk/>
            <pc:sldMk cId="2558064682" sldId="2556"/>
            <ac:spMk id="215" creationId="{00000000-0000-0000-0000-000000000000}"/>
          </ac:spMkLst>
        </pc:spChg>
        <pc:grpChg chg="del">
          <ac:chgData name="Owais Ahmed" userId="6abc7d4556b3b071" providerId="LiveId" clId="{3F06DB97-3AEE-4F7C-A79E-A7936B34F82A}" dt="2023-07-31T18:00:34.463" v="4815" actId="478"/>
          <ac:grpSpMkLst>
            <pc:docMk/>
            <pc:sldMk cId="2558064682" sldId="2556"/>
            <ac:grpSpMk id="14" creationId="{6D373018-1D02-897E-145C-1A033D391303}"/>
          </ac:grpSpMkLst>
        </pc:grpChg>
        <pc:cxnChg chg="mod">
          <ac:chgData name="Owais Ahmed" userId="6abc7d4556b3b071" providerId="LiveId" clId="{3F06DB97-3AEE-4F7C-A79E-A7936B34F82A}" dt="2023-07-31T18:00:34.463" v="4815" actId="478"/>
          <ac:cxnSpMkLst>
            <pc:docMk/>
            <pc:sldMk cId="2558064682" sldId="2556"/>
            <ac:cxnSpMk id="7" creationId="{657C45F0-67F1-A7FA-02BD-786D3D970CCC}"/>
          </ac:cxnSpMkLst>
        </pc:cxnChg>
        <pc:cxnChg chg="mod">
          <ac:chgData name="Owais Ahmed" userId="6abc7d4556b3b071" providerId="LiveId" clId="{3F06DB97-3AEE-4F7C-A79E-A7936B34F82A}" dt="2023-07-31T18:00:34.463" v="4815" actId="478"/>
          <ac:cxnSpMkLst>
            <pc:docMk/>
            <pc:sldMk cId="2558064682" sldId="2556"/>
            <ac:cxnSpMk id="118" creationId="{E218D9EB-E58D-166C-8764-794115FE12E4}"/>
          </ac:cxnSpMkLst>
        </pc:cxnChg>
      </pc:sldChg>
      <pc:sldChg chg="modSp add mod modAnim">
        <pc:chgData name="Owais Ahmed" userId="6abc7d4556b3b071" providerId="LiveId" clId="{3F06DB97-3AEE-4F7C-A79E-A7936B34F82A}" dt="2023-07-31T19:00:13.581" v="6207" actId="20577"/>
        <pc:sldMkLst>
          <pc:docMk/>
          <pc:sldMk cId="296501705" sldId="2557"/>
        </pc:sldMkLst>
        <pc:spChg chg="mod">
          <ac:chgData name="Owais Ahmed" userId="6abc7d4556b3b071" providerId="LiveId" clId="{3F06DB97-3AEE-4F7C-A79E-A7936B34F82A}" dt="2023-07-31T19:00:13.581" v="6207" actId="20577"/>
          <ac:spMkLst>
            <pc:docMk/>
            <pc:sldMk cId="296501705" sldId="2557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3BCAA0AB-C935-44EF-BCF2-BE0F99554D3B}"/>
    <pc:docChg chg="modSld">
      <pc:chgData name="Owais Ahmed" userId="6abc7d4556b3b071" providerId="LiveId" clId="{3BCAA0AB-C935-44EF-BCF2-BE0F99554D3B}" dt="2023-12-06T11:03:37.773" v="0"/>
      <pc:docMkLst>
        <pc:docMk/>
      </pc:docMkLst>
      <pc:sldChg chg="modSp mod">
        <pc:chgData name="Owais Ahmed" userId="6abc7d4556b3b071" providerId="LiveId" clId="{3BCAA0AB-C935-44EF-BCF2-BE0F99554D3B}" dt="2023-12-06T11:03:37.773" v="0"/>
        <pc:sldMkLst>
          <pc:docMk/>
          <pc:sldMk cId="146856052" sldId="2503"/>
        </pc:sldMkLst>
        <pc:spChg chg="mod">
          <ac:chgData name="Owais Ahmed" userId="6abc7d4556b3b071" providerId="LiveId" clId="{3BCAA0AB-C935-44EF-BCF2-BE0F99554D3B}" dt="2023-12-06T11:03:37.773" v="0"/>
          <ac:spMkLst>
            <pc:docMk/>
            <pc:sldMk cId="146856052" sldId="2503"/>
            <ac:spMk id="9" creationId="{79DC1498-E692-42BA-B69F-6D37E6CFACA0}"/>
          </ac:spMkLst>
        </pc:spChg>
      </pc:sldChg>
    </pc:docChg>
  </pc:docChgLst>
  <pc:docChgLst>
    <pc:chgData name="Owais Ahmed" userId="6abc7d4556b3b071" providerId="LiveId" clId="{8CBEAB62-A728-450D-B4C0-9368924550F8}"/>
    <pc:docChg chg="undo redo custSel addSld delSld modSld sldOrd">
      <pc:chgData name="Owais Ahmed" userId="6abc7d4556b3b071" providerId="LiveId" clId="{8CBEAB62-A728-450D-B4C0-9368924550F8}" dt="2023-08-07T07:34:47.032" v="13823" actId="20577"/>
      <pc:docMkLst>
        <pc:docMk/>
      </pc:docMkLst>
      <pc:sldChg chg="modSp mod">
        <pc:chgData name="Owais Ahmed" userId="6abc7d4556b3b071" providerId="LiveId" clId="{8CBEAB62-A728-450D-B4C0-9368924550F8}" dt="2023-08-07T05:38:45.243" v="9660" actId="20577"/>
        <pc:sldMkLst>
          <pc:docMk/>
          <pc:sldMk cId="1649098948" sldId="2462"/>
        </pc:sldMkLst>
        <pc:spChg chg="mod">
          <ac:chgData name="Owais Ahmed" userId="6abc7d4556b3b071" providerId="LiveId" clId="{8CBEAB62-A728-450D-B4C0-9368924550F8}" dt="2023-08-07T05:38:45.243" v="9660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8CBEAB62-A728-450D-B4C0-9368924550F8}" dt="2023-08-03T10:08:48.107" v="0" actId="47"/>
        <pc:sldMkLst>
          <pc:docMk/>
          <pc:sldMk cId="641030253" sldId="2479"/>
        </pc:sldMkLst>
      </pc:sldChg>
      <pc:sldChg chg="del">
        <pc:chgData name="Owais Ahmed" userId="6abc7d4556b3b071" providerId="LiveId" clId="{8CBEAB62-A728-450D-B4C0-9368924550F8}" dt="2023-08-03T10:08:49.896" v="2" actId="47"/>
        <pc:sldMkLst>
          <pc:docMk/>
          <pc:sldMk cId="3265271046" sldId="2505"/>
        </pc:sldMkLst>
      </pc:sldChg>
      <pc:sldChg chg="del">
        <pc:chgData name="Owais Ahmed" userId="6abc7d4556b3b071" providerId="LiveId" clId="{8CBEAB62-A728-450D-B4C0-9368924550F8}" dt="2023-08-03T10:08:54.099" v="5" actId="47"/>
        <pc:sldMkLst>
          <pc:docMk/>
          <pc:sldMk cId="2519732872" sldId="2507"/>
        </pc:sldMkLst>
      </pc:sldChg>
      <pc:sldChg chg="del">
        <pc:chgData name="Owais Ahmed" userId="6abc7d4556b3b071" providerId="LiveId" clId="{8CBEAB62-A728-450D-B4C0-9368924550F8}" dt="2023-08-03T10:08:58.705" v="11" actId="47"/>
        <pc:sldMkLst>
          <pc:docMk/>
          <pc:sldMk cId="64818802" sldId="2511"/>
        </pc:sldMkLst>
      </pc:sldChg>
      <pc:sldChg chg="del">
        <pc:chgData name="Owais Ahmed" userId="6abc7d4556b3b071" providerId="LiveId" clId="{8CBEAB62-A728-450D-B4C0-9368924550F8}" dt="2023-08-03T10:08:48.871" v="1" actId="47"/>
        <pc:sldMkLst>
          <pc:docMk/>
          <pc:sldMk cId="2990752692" sldId="2547"/>
        </pc:sldMkLst>
      </pc:sldChg>
      <pc:sldChg chg="del">
        <pc:chgData name="Owais Ahmed" userId="6abc7d4556b3b071" providerId="LiveId" clId="{8CBEAB62-A728-450D-B4C0-9368924550F8}" dt="2023-08-03T10:08:51.118" v="3" actId="47"/>
        <pc:sldMkLst>
          <pc:docMk/>
          <pc:sldMk cId="3485698213" sldId="2548"/>
        </pc:sldMkLst>
      </pc:sldChg>
      <pc:sldChg chg="del">
        <pc:chgData name="Owais Ahmed" userId="6abc7d4556b3b071" providerId="LiveId" clId="{8CBEAB62-A728-450D-B4C0-9368924550F8}" dt="2023-08-03T10:08:58.442" v="10" actId="47"/>
        <pc:sldMkLst>
          <pc:docMk/>
          <pc:sldMk cId="3738101922" sldId="2549"/>
        </pc:sldMkLst>
      </pc:sldChg>
      <pc:sldChg chg="del">
        <pc:chgData name="Owais Ahmed" userId="6abc7d4556b3b071" providerId="LiveId" clId="{8CBEAB62-A728-450D-B4C0-9368924550F8}" dt="2023-08-03T10:08:51.709" v="4" actId="47"/>
        <pc:sldMkLst>
          <pc:docMk/>
          <pc:sldMk cId="821949743" sldId="2550"/>
        </pc:sldMkLst>
      </pc:sldChg>
      <pc:sldChg chg="del">
        <pc:chgData name="Owais Ahmed" userId="6abc7d4556b3b071" providerId="LiveId" clId="{8CBEAB62-A728-450D-B4C0-9368924550F8}" dt="2023-08-03T10:08:54.738" v="6" actId="47"/>
        <pc:sldMkLst>
          <pc:docMk/>
          <pc:sldMk cId="2619033452" sldId="2552"/>
        </pc:sldMkLst>
      </pc:sldChg>
      <pc:sldChg chg="del">
        <pc:chgData name="Owais Ahmed" userId="6abc7d4556b3b071" providerId="LiveId" clId="{8CBEAB62-A728-450D-B4C0-9368924550F8}" dt="2023-08-03T10:09:01.546" v="12" actId="47"/>
        <pc:sldMkLst>
          <pc:docMk/>
          <pc:sldMk cId="2942372078" sldId="2553"/>
        </pc:sldMkLst>
      </pc:sldChg>
      <pc:sldChg chg="del">
        <pc:chgData name="Owais Ahmed" userId="6abc7d4556b3b071" providerId="LiveId" clId="{8CBEAB62-A728-450D-B4C0-9368924550F8}" dt="2023-08-03T10:08:56.553" v="7" actId="47"/>
        <pc:sldMkLst>
          <pc:docMk/>
          <pc:sldMk cId="2825207532" sldId="2554"/>
        </pc:sldMkLst>
      </pc:sldChg>
      <pc:sldChg chg="del">
        <pc:chgData name="Owais Ahmed" userId="6abc7d4556b3b071" providerId="LiveId" clId="{8CBEAB62-A728-450D-B4C0-9368924550F8}" dt="2023-08-03T10:08:57.053" v="8" actId="47"/>
        <pc:sldMkLst>
          <pc:docMk/>
          <pc:sldMk cId="624121127" sldId="2555"/>
        </pc:sldMkLst>
      </pc:sldChg>
      <pc:sldChg chg="del">
        <pc:chgData name="Owais Ahmed" userId="6abc7d4556b3b071" providerId="LiveId" clId="{8CBEAB62-A728-450D-B4C0-9368924550F8}" dt="2023-08-03T10:08:57.362" v="9" actId="47"/>
        <pc:sldMkLst>
          <pc:docMk/>
          <pc:sldMk cId="2558064682" sldId="2556"/>
        </pc:sldMkLst>
      </pc:sldChg>
      <pc:sldChg chg="modSp mod modAnim">
        <pc:chgData name="Owais Ahmed" userId="6abc7d4556b3b071" providerId="LiveId" clId="{8CBEAB62-A728-450D-B4C0-9368924550F8}" dt="2023-08-03T10:14:28.598" v="650" actId="20577"/>
        <pc:sldMkLst>
          <pc:docMk/>
          <pc:sldMk cId="296501705" sldId="2557"/>
        </pc:sldMkLst>
        <pc:spChg chg="mod">
          <ac:chgData name="Owais Ahmed" userId="6abc7d4556b3b071" providerId="LiveId" clId="{8CBEAB62-A728-450D-B4C0-9368924550F8}" dt="2023-08-03T10:14:28.598" v="650" actId="20577"/>
          <ac:spMkLst>
            <pc:docMk/>
            <pc:sldMk cId="296501705" sldId="2557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3T10:10:23.107" v="133" actId="20577"/>
          <ac:spMkLst>
            <pc:docMk/>
            <pc:sldMk cId="296501705" sldId="2557"/>
            <ac:spMk id="215" creationId="{00000000-0000-0000-0000-000000000000}"/>
          </ac:spMkLst>
        </pc:spChg>
      </pc:sldChg>
      <pc:sldChg chg="addSp delSp modSp add mod modAnim">
        <pc:chgData name="Owais Ahmed" userId="6abc7d4556b3b071" providerId="LiveId" clId="{8CBEAB62-A728-450D-B4C0-9368924550F8}" dt="2023-08-03T10:23:19.045" v="1515" actId="20577"/>
        <pc:sldMkLst>
          <pc:docMk/>
          <pc:sldMk cId="3909667495" sldId="2558"/>
        </pc:sldMkLst>
        <pc:spChg chg="mod">
          <ac:chgData name="Owais Ahmed" userId="6abc7d4556b3b071" providerId="LiveId" clId="{8CBEAB62-A728-450D-B4C0-9368924550F8}" dt="2023-08-03T10:23:19.045" v="1515" actId="20577"/>
          <ac:spMkLst>
            <pc:docMk/>
            <pc:sldMk cId="3909667495" sldId="2558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3T10:14:53.205" v="670" actId="20577"/>
          <ac:spMkLst>
            <pc:docMk/>
            <pc:sldMk cId="3909667495" sldId="2558"/>
            <ac:spMk id="215" creationId="{00000000-0000-0000-0000-000000000000}"/>
          </ac:spMkLst>
        </pc:spChg>
        <pc:graphicFrameChg chg="add del mod modGraphic">
          <ac:chgData name="Owais Ahmed" userId="6abc7d4556b3b071" providerId="LiveId" clId="{8CBEAB62-A728-450D-B4C0-9368924550F8}" dt="2023-08-03T10:16:24.880" v="714"/>
          <ac:graphicFrameMkLst>
            <pc:docMk/>
            <pc:sldMk cId="3909667495" sldId="2558"/>
            <ac:graphicFrameMk id="4" creationId="{BE0AA433-9378-AF9E-782E-620452E3190F}"/>
          </ac:graphicFrameMkLst>
        </pc:graphicFrameChg>
        <pc:graphicFrameChg chg="add mod modGraphic">
          <ac:chgData name="Owais Ahmed" userId="6abc7d4556b3b071" providerId="LiveId" clId="{8CBEAB62-A728-450D-B4C0-9368924550F8}" dt="2023-08-03T10:20:03.477" v="1049" actId="20577"/>
          <ac:graphicFrameMkLst>
            <pc:docMk/>
            <pc:sldMk cId="3909667495" sldId="2558"/>
            <ac:graphicFrameMk id="5" creationId="{C244DA9B-A3BA-1738-3D3E-32FF339EF18B}"/>
          </ac:graphicFrameMkLst>
        </pc:graphicFrameChg>
      </pc:sldChg>
      <pc:sldChg chg="delSp modSp add mod delAnim modAnim">
        <pc:chgData name="Owais Ahmed" userId="6abc7d4556b3b071" providerId="LiveId" clId="{8CBEAB62-A728-450D-B4C0-9368924550F8}" dt="2023-08-03T10:30:36.991" v="1910" actId="20577"/>
        <pc:sldMkLst>
          <pc:docMk/>
          <pc:sldMk cId="3856755703" sldId="2559"/>
        </pc:sldMkLst>
        <pc:spChg chg="mod">
          <ac:chgData name="Owais Ahmed" userId="6abc7d4556b3b071" providerId="LiveId" clId="{8CBEAB62-A728-450D-B4C0-9368924550F8}" dt="2023-08-03T10:30:36.991" v="1910" actId="20577"/>
          <ac:spMkLst>
            <pc:docMk/>
            <pc:sldMk cId="3856755703" sldId="2559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3T10:27:31.609" v="1654" actId="20577"/>
          <ac:spMkLst>
            <pc:docMk/>
            <pc:sldMk cId="3856755703" sldId="2559"/>
            <ac:spMk id="215" creationId="{00000000-0000-0000-0000-000000000000}"/>
          </ac:spMkLst>
        </pc:spChg>
        <pc:graphicFrameChg chg="del">
          <ac:chgData name="Owais Ahmed" userId="6abc7d4556b3b071" providerId="LiveId" clId="{8CBEAB62-A728-450D-B4C0-9368924550F8}" dt="2023-08-03T10:23:56.017" v="1543" actId="478"/>
          <ac:graphicFrameMkLst>
            <pc:docMk/>
            <pc:sldMk cId="3856755703" sldId="2559"/>
            <ac:graphicFrameMk id="5" creationId="{C244DA9B-A3BA-1738-3D3E-32FF339EF18B}"/>
          </ac:graphicFrameMkLst>
        </pc:graphicFrameChg>
      </pc:sldChg>
      <pc:sldChg chg="delSp modSp add mod delAnim modAnim">
        <pc:chgData name="Owais Ahmed" userId="6abc7d4556b3b071" providerId="LiveId" clId="{8CBEAB62-A728-450D-B4C0-9368924550F8}" dt="2023-08-03T10:32:58.944" v="2352" actId="20577"/>
        <pc:sldMkLst>
          <pc:docMk/>
          <pc:sldMk cId="3846338403" sldId="2560"/>
        </pc:sldMkLst>
        <pc:spChg chg="mod">
          <ac:chgData name="Owais Ahmed" userId="6abc7d4556b3b071" providerId="LiveId" clId="{8CBEAB62-A728-450D-B4C0-9368924550F8}" dt="2023-08-03T10:32:58.944" v="2352" actId="20577"/>
          <ac:spMkLst>
            <pc:docMk/>
            <pc:sldMk cId="3846338403" sldId="2560"/>
            <ac:spMk id="3" creationId="{4A1C0383-58FE-E486-295E-B33B8683B938}"/>
          </ac:spMkLst>
        </pc:spChg>
        <pc:graphicFrameChg chg="del">
          <ac:chgData name="Owais Ahmed" userId="6abc7d4556b3b071" providerId="LiveId" clId="{8CBEAB62-A728-450D-B4C0-9368924550F8}" dt="2023-08-03T10:27:58.711" v="1656" actId="478"/>
          <ac:graphicFrameMkLst>
            <pc:docMk/>
            <pc:sldMk cId="3846338403" sldId="2560"/>
            <ac:graphicFrameMk id="5" creationId="{C244DA9B-A3BA-1738-3D3E-32FF339EF18B}"/>
          </ac:graphicFrameMkLst>
        </pc:graphicFrameChg>
      </pc:sldChg>
      <pc:sldChg chg="addSp modSp mod modAnim">
        <pc:chgData name="Owais Ahmed" userId="6abc7d4556b3b071" providerId="LiveId" clId="{8CBEAB62-A728-450D-B4C0-9368924550F8}" dt="2023-08-05T09:03:13.436" v="3610" actId="13926"/>
        <pc:sldMkLst>
          <pc:docMk/>
          <pc:sldMk cId="150925741" sldId="2563"/>
        </pc:sldMkLst>
        <pc:spChg chg="mod">
          <ac:chgData name="Owais Ahmed" userId="6abc7d4556b3b071" providerId="LiveId" clId="{8CBEAB62-A728-450D-B4C0-9368924550F8}" dt="2023-08-05T08:28:34.610" v="3322" actId="20577"/>
          <ac:spMkLst>
            <pc:docMk/>
            <pc:sldMk cId="150925741" sldId="2563"/>
            <ac:spMk id="3" creationId="{4A1C0383-58FE-E486-295E-B33B8683B938}"/>
          </ac:spMkLst>
        </pc:spChg>
        <pc:graphicFrameChg chg="add mod modGraphic">
          <ac:chgData name="Owais Ahmed" userId="6abc7d4556b3b071" providerId="LiveId" clId="{8CBEAB62-A728-450D-B4C0-9368924550F8}" dt="2023-08-05T09:03:13.436" v="3610" actId="13926"/>
          <ac:graphicFrameMkLst>
            <pc:docMk/>
            <pc:sldMk cId="150925741" sldId="2563"/>
            <ac:graphicFrameMk id="4" creationId="{DE8A4CD6-FF35-8C96-FE48-73CE2E1F1C2C}"/>
          </ac:graphicFrameMkLst>
        </pc:graphicFrameChg>
        <pc:graphicFrameChg chg="mod modGraphic">
          <ac:chgData name="Owais Ahmed" userId="6abc7d4556b3b071" providerId="LiveId" clId="{8CBEAB62-A728-450D-B4C0-9368924550F8}" dt="2023-08-05T04:53:32.312" v="2388" actId="1076"/>
          <ac:graphicFrameMkLst>
            <pc:docMk/>
            <pc:sldMk cId="150925741" sldId="2563"/>
            <ac:graphicFrameMk id="5" creationId="{C244DA9B-A3BA-1738-3D3E-32FF339EF18B}"/>
          </ac:graphicFrameMkLst>
        </pc:graphicFrameChg>
      </pc:sldChg>
      <pc:sldChg chg="delSp modSp add mod delAnim modAnim">
        <pc:chgData name="Owais Ahmed" userId="6abc7d4556b3b071" providerId="LiveId" clId="{8CBEAB62-A728-450D-B4C0-9368924550F8}" dt="2023-08-05T08:59:22.071" v="3553" actId="14100"/>
        <pc:sldMkLst>
          <pc:docMk/>
          <pc:sldMk cId="3164841762" sldId="2564"/>
        </pc:sldMkLst>
        <pc:spChg chg="mod">
          <ac:chgData name="Owais Ahmed" userId="6abc7d4556b3b071" providerId="LiveId" clId="{8CBEAB62-A728-450D-B4C0-9368924550F8}" dt="2023-08-05T08:59:22.071" v="3553" actId="14100"/>
          <ac:spMkLst>
            <pc:docMk/>
            <pc:sldMk cId="3164841762" sldId="2564"/>
            <ac:spMk id="3" creationId="{4A1C0383-58FE-E486-295E-B33B8683B938}"/>
          </ac:spMkLst>
        </pc:spChg>
        <pc:graphicFrameChg chg="del">
          <ac:chgData name="Owais Ahmed" userId="6abc7d4556b3b071" providerId="LiveId" clId="{8CBEAB62-A728-450D-B4C0-9368924550F8}" dt="2023-08-05T07:45:06.498" v="2880" actId="478"/>
          <ac:graphicFrameMkLst>
            <pc:docMk/>
            <pc:sldMk cId="3164841762" sldId="2564"/>
            <ac:graphicFrameMk id="4" creationId="{DE8A4CD6-FF35-8C96-FE48-73CE2E1F1C2C}"/>
          </ac:graphicFrameMkLst>
        </pc:graphicFrameChg>
        <pc:graphicFrameChg chg="del">
          <ac:chgData name="Owais Ahmed" userId="6abc7d4556b3b071" providerId="LiveId" clId="{8CBEAB62-A728-450D-B4C0-9368924550F8}" dt="2023-08-05T07:45:08.070" v="2881" actId="478"/>
          <ac:graphicFrameMkLst>
            <pc:docMk/>
            <pc:sldMk cId="3164841762" sldId="2564"/>
            <ac:graphicFrameMk id="5" creationId="{C244DA9B-A3BA-1738-3D3E-32FF339EF18B}"/>
          </ac:graphicFrameMkLst>
        </pc:graphicFrameChg>
      </pc:sldChg>
      <pc:sldChg chg="addSp modSp add mod modAnim">
        <pc:chgData name="Owais Ahmed" userId="6abc7d4556b3b071" providerId="LiveId" clId="{8CBEAB62-A728-450D-B4C0-9368924550F8}" dt="2023-08-07T05:01:57.294" v="8002" actId="14734"/>
        <pc:sldMkLst>
          <pc:docMk/>
          <pc:sldMk cId="4253636147" sldId="2565"/>
        </pc:sldMkLst>
        <pc:spChg chg="mod">
          <ac:chgData name="Owais Ahmed" userId="6abc7d4556b3b071" providerId="LiveId" clId="{8CBEAB62-A728-450D-B4C0-9368924550F8}" dt="2023-08-05T09:14:44.195" v="4442" actId="20577"/>
          <ac:spMkLst>
            <pc:docMk/>
            <pc:sldMk cId="4253636147" sldId="2565"/>
            <ac:spMk id="3" creationId="{4A1C0383-58FE-E486-295E-B33B8683B938}"/>
          </ac:spMkLst>
        </pc:spChg>
        <pc:graphicFrameChg chg="add mod modGraphic">
          <ac:chgData name="Owais Ahmed" userId="6abc7d4556b3b071" providerId="LiveId" clId="{8CBEAB62-A728-450D-B4C0-9368924550F8}" dt="2023-08-05T09:11:11.405" v="4126" actId="1076"/>
          <ac:graphicFrameMkLst>
            <pc:docMk/>
            <pc:sldMk cId="4253636147" sldId="2565"/>
            <ac:graphicFrameMk id="4" creationId="{25FA11BA-519C-B8E9-CDB3-AA9CD3B98FEF}"/>
          </ac:graphicFrameMkLst>
        </pc:graphicFrameChg>
        <pc:graphicFrameChg chg="add mod modGraphic">
          <ac:chgData name="Owais Ahmed" userId="6abc7d4556b3b071" providerId="LiveId" clId="{8CBEAB62-A728-450D-B4C0-9368924550F8}" dt="2023-08-05T09:11:06.877" v="4125" actId="1076"/>
          <ac:graphicFrameMkLst>
            <pc:docMk/>
            <pc:sldMk cId="4253636147" sldId="2565"/>
            <ac:graphicFrameMk id="5" creationId="{15E67BFA-3F71-083A-67AB-20A715EDDA93}"/>
          </ac:graphicFrameMkLst>
        </pc:graphicFrameChg>
        <pc:graphicFrameChg chg="add mod modGraphic">
          <ac:chgData name="Owais Ahmed" userId="6abc7d4556b3b071" providerId="LiveId" clId="{8CBEAB62-A728-450D-B4C0-9368924550F8}" dt="2023-08-07T05:01:57.294" v="8002" actId="14734"/>
          <ac:graphicFrameMkLst>
            <pc:docMk/>
            <pc:sldMk cId="4253636147" sldId="2565"/>
            <ac:graphicFrameMk id="6" creationId="{A72532E0-504C-C01E-B6E3-3694F19349C0}"/>
          </ac:graphicFrameMkLst>
        </pc:graphicFrameChg>
        <pc:graphicFrameChg chg="add mod modGraphic">
          <ac:chgData name="Owais Ahmed" userId="6abc7d4556b3b071" providerId="LiveId" clId="{8CBEAB62-A728-450D-B4C0-9368924550F8}" dt="2023-08-05T09:06:59.310" v="3828" actId="1076"/>
          <ac:graphicFrameMkLst>
            <pc:docMk/>
            <pc:sldMk cId="4253636147" sldId="2565"/>
            <ac:graphicFrameMk id="7" creationId="{66AA3F57-762F-68A5-0A34-CD66595BB821}"/>
          </ac:graphicFrameMkLst>
        </pc:graphicFrameChg>
        <pc:graphicFrameChg chg="add mod modGraphic">
          <ac:chgData name="Owais Ahmed" userId="6abc7d4556b3b071" providerId="LiveId" clId="{8CBEAB62-A728-450D-B4C0-9368924550F8}" dt="2023-08-05T09:06:59.310" v="3828" actId="1076"/>
          <ac:graphicFrameMkLst>
            <pc:docMk/>
            <pc:sldMk cId="4253636147" sldId="2565"/>
            <ac:graphicFrameMk id="8" creationId="{ECBF95C7-FB59-5ADC-4F88-3702DC89CB47}"/>
          </ac:graphicFrameMkLst>
        </pc:graphicFrameChg>
      </pc:sldChg>
      <pc:sldChg chg="delSp modSp add mod ord delAnim modAnim">
        <pc:chgData name="Owais Ahmed" userId="6abc7d4556b3b071" providerId="LiveId" clId="{8CBEAB62-A728-450D-B4C0-9368924550F8}" dt="2023-08-05T09:43:07.618" v="5690" actId="20577"/>
        <pc:sldMkLst>
          <pc:docMk/>
          <pc:sldMk cId="2684752333" sldId="2566"/>
        </pc:sldMkLst>
        <pc:spChg chg="mod">
          <ac:chgData name="Owais Ahmed" userId="6abc7d4556b3b071" providerId="LiveId" clId="{8CBEAB62-A728-450D-B4C0-9368924550F8}" dt="2023-08-05T09:43:07.618" v="5690" actId="20577"/>
          <ac:spMkLst>
            <pc:docMk/>
            <pc:sldMk cId="2684752333" sldId="2566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5T09:13:42.819" v="4352" actId="20577"/>
          <ac:spMkLst>
            <pc:docMk/>
            <pc:sldMk cId="2684752333" sldId="2566"/>
            <ac:spMk id="215" creationId="{00000000-0000-0000-0000-000000000000}"/>
          </ac:spMkLst>
        </pc:spChg>
        <pc:graphicFrameChg chg="del modGraphic">
          <ac:chgData name="Owais Ahmed" userId="6abc7d4556b3b071" providerId="LiveId" clId="{8CBEAB62-A728-450D-B4C0-9368924550F8}" dt="2023-08-05T09:13:47.360" v="4355" actId="478"/>
          <ac:graphicFrameMkLst>
            <pc:docMk/>
            <pc:sldMk cId="2684752333" sldId="2566"/>
            <ac:graphicFrameMk id="4" creationId="{DE8A4CD6-FF35-8C96-FE48-73CE2E1F1C2C}"/>
          </ac:graphicFrameMkLst>
        </pc:graphicFrameChg>
        <pc:graphicFrameChg chg="del">
          <ac:chgData name="Owais Ahmed" userId="6abc7d4556b3b071" providerId="LiveId" clId="{8CBEAB62-A728-450D-B4C0-9368924550F8}" dt="2023-08-05T09:13:45.246" v="4353" actId="478"/>
          <ac:graphicFrameMkLst>
            <pc:docMk/>
            <pc:sldMk cId="2684752333" sldId="2566"/>
            <ac:graphicFrameMk id="5" creationId="{C244DA9B-A3BA-1738-3D3E-32FF339EF18B}"/>
          </ac:graphicFrameMkLst>
        </pc:graphicFrameChg>
      </pc:sldChg>
      <pc:sldChg chg="addSp modSp add mod modAnim">
        <pc:chgData name="Owais Ahmed" userId="6abc7d4556b3b071" providerId="LiveId" clId="{8CBEAB62-A728-450D-B4C0-9368924550F8}" dt="2023-08-05T09:40:07.234" v="5654" actId="120"/>
        <pc:sldMkLst>
          <pc:docMk/>
          <pc:sldMk cId="138900574" sldId="2567"/>
        </pc:sldMkLst>
        <pc:spChg chg="mod">
          <ac:chgData name="Owais Ahmed" userId="6abc7d4556b3b071" providerId="LiveId" clId="{8CBEAB62-A728-450D-B4C0-9368924550F8}" dt="2023-08-05T09:40:05.036" v="5653" actId="120"/>
          <ac:spMkLst>
            <pc:docMk/>
            <pc:sldMk cId="138900574" sldId="2567"/>
            <ac:spMk id="3" creationId="{4A1C0383-58FE-E486-295E-B33B8683B938}"/>
          </ac:spMkLst>
        </pc:spChg>
        <pc:spChg chg="add mod">
          <ac:chgData name="Owais Ahmed" userId="6abc7d4556b3b071" providerId="LiveId" clId="{8CBEAB62-A728-450D-B4C0-9368924550F8}" dt="2023-08-05T09:40:07.234" v="5654" actId="120"/>
          <ac:spMkLst>
            <pc:docMk/>
            <pc:sldMk cId="138900574" sldId="2567"/>
            <ac:spMk id="4" creationId="{8D6224BA-2D09-E23F-7F3D-886C357CD0A9}"/>
          </ac:spMkLst>
        </pc:spChg>
        <pc:spChg chg="add mod">
          <ac:chgData name="Owais Ahmed" userId="6abc7d4556b3b071" providerId="LiveId" clId="{8CBEAB62-A728-450D-B4C0-9368924550F8}" dt="2023-08-05T09:39:12.371" v="5642" actId="20577"/>
          <ac:spMkLst>
            <pc:docMk/>
            <pc:sldMk cId="138900574" sldId="2567"/>
            <ac:spMk id="5" creationId="{D8A133B4-136A-66C5-A226-B4498C790255}"/>
          </ac:spMkLst>
        </pc:spChg>
      </pc:sldChg>
      <pc:sldChg chg="addSp delSp modSp add mod ord delAnim modAnim">
        <pc:chgData name="Owais Ahmed" userId="6abc7d4556b3b071" providerId="LiveId" clId="{8CBEAB62-A728-450D-B4C0-9368924550F8}" dt="2023-08-05T09:53:52.921" v="6349" actId="20577"/>
        <pc:sldMkLst>
          <pc:docMk/>
          <pc:sldMk cId="1329531230" sldId="2568"/>
        </pc:sldMkLst>
        <pc:spChg chg="mod">
          <ac:chgData name="Owais Ahmed" userId="6abc7d4556b3b071" providerId="LiveId" clId="{8CBEAB62-A728-450D-B4C0-9368924550F8}" dt="2023-08-05T09:53:52.921" v="6349" actId="20577"/>
          <ac:spMkLst>
            <pc:docMk/>
            <pc:sldMk cId="1329531230" sldId="2568"/>
            <ac:spMk id="3" creationId="{4A1C0383-58FE-E486-295E-B33B8683B938}"/>
          </ac:spMkLst>
        </pc:spChg>
        <pc:graphicFrameChg chg="add del mod">
          <ac:chgData name="Owais Ahmed" userId="6abc7d4556b3b071" providerId="LiveId" clId="{8CBEAB62-A728-450D-B4C0-9368924550F8}" dt="2023-08-05T09:44:04.472" v="5708" actId="478"/>
          <ac:graphicFrameMkLst>
            <pc:docMk/>
            <pc:sldMk cId="1329531230" sldId="2568"/>
            <ac:graphicFrameMk id="4" creationId="{CC68BD49-AE07-8B56-BDD7-30FFF47EAA86}"/>
          </ac:graphicFrameMkLst>
        </pc:graphicFrameChg>
      </pc:sldChg>
      <pc:sldChg chg="modSp add mod ord addAnim delAnim modAnim modNotesTx">
        <pc:chgData name="Owais Ahmed" userId="6abc7d4556b3b071" providerId="LiveId" clId="{8CBEAB62-A728-450D-B4C0-9368924550F8}" dt="2023-08-07T05:06:50.015" v="8280" actId="20577"/>
        <pc:sldMkLst>
          <pc:docMk/>
          <pc:sldMk cId="213204764" sldId="2569"/>
        </pc:sldMkLst>
        <pc:spChg chg="mod">
          <ac:chgData name="Owais Ahmed" userId="6abc7d4556b3b071" providerId="LiveId" clId="{8CBEAB62-A728-450D-B4C0-9368924550F8}" dt="2023-08-07T05:06:50.015" v="8280" actId="20577"/>
          <ac:spMkLst>
            <pc:docMk/>
            <pc:sldMk cId="213204764" sldId="2569"/>
            <ac:spMk id="3" creationId="{4A1C0383-58FE-E486-295E-B33B8683B938}"/>
          </ac:spMkLst>
        </pc:spChg>
      </pc:sldChg>
      <pc:sldChg chg="add del">
        <pc:chgData name="Owais Ahmed" userId="6abc7d4556b3b071" providerId="LiveId" clId="{8CBEAB62-A728-450D-B4C0-9368924550F8}" dt="2023-08-07T05:00:03.094" v="7877" actId="2890"/>
        <pc:sldMkLst>
          <pc:docMk/>
          <pc:sldMk cId="590678646" sldId="2570"/>
        </pc:sldMkLst>
      </pc:sldChg>
      <pc:sldChg chg="modSp add mod ord modAnim">
        <pc:chgData name="Owais Ahmed" userId="6abc7d4556b3b071" providerId="LiveId" clId="{8CBEAB62-A728-450D-B4C0-9368924550F8}" dt="2023-08-07T06:03:08.934" v="10384" actId="20577"/>
        <pc:sldMkLst>
          <pc:docMk/>
          <pc:sldMk cId="3970414602" sldId="2570"/>
        </pc:sldMkLst>
        <pc:spChg chg="mod">
          <ac:chgData name="Owais Ahmed" userId="6abc7d4556b3b071" providerId="LiveId" clId="{8CBEAB62-A728-450D-B4C0-9368924550F8}" dt="2023-08-07T06:03:08.934" v="10384" actId="20577"/>
          <ac:spMkLst>
            <pc:docMk/>
            <pc:sldMk cId="3970414602" sldId="2570"/>
            <ac:spMk id="3" creationId="{4A1C0383-58FE-E486-295E-B33B8683B938}"/>
          </ac:spMkLst>
        </pc:spChg>
      </pc:sldChg>
      <pc:sldChg chg="addSp modSp add mod ord modAnim">
        <pc:chgData name="Owais Ahmed" userId="6abc7d4556b3b071" providerId="LiveId" clId="{8CBEAB62-A728-450D-B4C0-9368924550F8}" dt="2023-08-07T06:02:45.761" v="10378" actId="20577"/>
        <pc:sldMkLst>
          <pc:docMk/>
          <pc:sldMk cId="1201433262" sldId="2571"/>
        </pc:sldMkLst>
        <pc:spChg chg="mod">
          <ac:chgData name="Owais Ahmed" userId="6abc7d4556b3b071" providerId="LiveId" clId="{8CBEAB62-A728-450D-B4C0-9368924550F8}" dt="2023-08-07T06:02:45.761" v="10378" actId="20577"/>
          <ac:spMkLst>
            <pc:docMk/>
            <pc:sldMk cId="1201433262" sldId="2571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7T05:12:33.727" v="8787" actId="20577"/>
          <ac:spMkLst>
            <pc:docMk/>
            <pc:sldMk cId="1201433262" sldId="2571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8CBEAB62-A728-450D-B4C0-9368924550F8}" dt="2023-08-07T05:33:19.320" v="8987" actId="1076"/>
          <ac:graphicFrameMkLst>
            <pc:docMk/>
            <pc:sldMk cId="1201433262" sldId="2571"/>
            <ac:graphicFrameMk id="4" creationId="{34918803-EC30-5A49-49FD-1A59C4328C53}"/>
          </ac:graphicFrameMkLst>
        </pc:graphicFrameChg>
      </pc:sldChg>
      <pc:sldChg chg="delSp modSp add del mod modAnim">
        <pc:chgData name="Owais Ahmed" userId="6abc7d4556b3b071" providerId="LiveId" clId="{8CBEAB62-A728-450D-B4C0-9368924550F8}" dt="2023-08-07T06:01:39.402" v="10337" actId="47"/>
        <pc:sldMkLst>
          <pc:docMk/>
          <pc:sldMk cId="3209427558" sldId="2572"/>
        </pc:sldMkLst>
        <pc:spChg chg="mod">
          <ac:chgData name="Owais Ahmed" userId="6abc7d4556b3b071" providerId="LiveId" clId="{8CBEAB62-A728-450D-B4C0-9368924550F8}" dt="2023-08-07T06:00:43.311" v="10313" actId="20577"/>
          <ac:spMkLst>
            <pc:docMk/>
            <pc:sldMk cId="3209427558" sldId="2572"/>
            <ac:spMk id="3" creationId="{4A1C0383-58FE-E486-295E-B33B8683B938}"/>
          </ac:spMkLst>
        </pc:spChg>
        <pc:graphicFrameChg chg="del">
          <ac:chgData name="Owais Ahmed" userId="6abc7d4556b3b071" providerId="LiveId" clId="{8CBEAB62-A728-450D-B4C0-9368924550F8}" dt="2023-08-07T05:35:58.764" v="9438" actId="478"/>
          <ac:graphicFrameMkLst>
            <pc:docMk/>
            <pc:sldMk cId="3209427558" sldId="2572"/>
            <ac:graphicFrameMk id="4" creationId="{34918803-EC30-5A49-49FD-1A59C4328C53}"/>
          </ac:graphicFrameMkLst>
        </pc:graphicFrameChg>
      </pc:sldChg>
      <pc:sldChg chg="modSp add mod ord modAnim">
        <pc:chgData name="Owais Ahmed" userId="6abc7d4556b3b071" providerId="LiveId" clId="{8CBEAB62-A728-450D-B4C0-9368924550F8}" dt="2023-08-07T06:07:14.440" v="10621" actId="20577"/>
        <pc:sldMkLst>
          <pc:docMk/>
          <pc:sldMk cId="2285914733" sldId="2573"/>
        </pc:sldMkLst>
        <pc:spChg chg="mod">
          <ac:chgData name="Owais Ahmed" userId="6abc7d4556b3b071" providerId="LiveId" clId="{8CBEAB62-A728-450D-B4C0-9368924550F8}" dt="2023-08-07T06:07:14.440" v="10621" actId="20577"/>
          <ac:spMkLst>
            <pc:docMk/>
            <pc:sldMk cId="2285914733" sldId="2573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7T05:39:00.297" v="9677" actId="20577"/>
          <ac:spMkLst>
            <pc:docMk/>
            <pc:sldMk cId="2285914733" sldId="2573"/>
            <ac:spMk id="215" creationId="{00000000-0000-0000-0000-000000000000}"/>
          </ac:spMkLst>
        </pc:spChg>
      </pc:sldChg>
      <pc:sldChg chg="modSp add mod ord addAnim delAnim modAnim">
        <pc:chgData name="Owais Ahmed" userId="6abc7d4556b3b071" providerId="LiveId" clId="{8CBEAB62-A728-450D-B4C0-9368924550F8}" dt="2023-08-07T07:34:47.032" v="13823" actId="20577"/>
        <pc:sldMkLst>
          <pc:docMk/>
          <pc:sldMk cId="1728240852" sldId="2574"/>
        </pc:sldMkLst>
        <pc:spChg chg="mod">
          <ac:chgData name="Owais Ahmed" userId="6abc7d4556b3b071" providerId="LiveId" clId="{8CBEAB62-A728-450D-B4C0-9368924550F8}" dt="2023-08-07T07:34:47.032" v="13823" actId="20577"/>
          <ac:spMkLst>
            <pc:docMk/>
            <pc:sldMk cId="1728240852" sldId="2574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7T06:03:30.120" v="10418" actId="20577"/>
          <ac:spMkLst>
            <pc:docMk/>
            <pc:sldMk cId="1728240852" sldId="2574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8CBEAB62-A728-450D-B4C0-9368924550F8}" dt="2023-08-07T07:06:18.484" v="13104" actId="20577"/>
        <pc:sldMkLst>
          <pc:docMk/>
          <pc:sldMk cId="3271818871" sldId="2575"/>
        </pc:sldMkLst>
        <pc:spChg chg="mod">
          <ac:chgData name="Owais Ahmed" userId="6abc7d4556b3b071" providerId="LiveId" clId="{8CBEAB62-A728-450D-B4C0-9368924550F8}" dt="2023-08-07T07:06:18.484" v="13104" actId="20577"/>
          <ac:spMkLst>
            <pc:docMk/>
            <pc:sldMk cId="3271818871" sldId="2575"/>
            <ac:spMk id="3" creationId="{4A1C0383-58FE-E486-295E-B33B8683B938}"/>
          </ac:spMkLst>
        </pc:spChg>
      </pc:sldChg>
      <pc:sldChg chg="addSp modSp add mod modAnim">
        <pc:chgData name="Owais Ahmed" userId="6abc7d4556b3b071" providerId="LiveId" clId="{8CBEAB62-A728-450D-B4C0-9368924550F8}" dt="2023-08-07T07:18:50.265" v="13589" actId="20577"/>
        <pc:sldMkLst>
          <pc:docMk/>
          <pc:sldMk cId="1747158155" sldId="2576"/>
        </pc:sldMkLst>
        <pc:spChg chg="mod">
          <ac:chgData name="Owais Ahmed" userId="6abc7d4556b3b071" providerId="LiveId" clId="{8CBEAB62-A728-450D-B4C0-9368924550F8}" dt="2023-08-07T07:18:50.265" v="13589" actId="20577"/>
          <ac:spMkLst>
            <pc:docMk/>
            <pc:sldMk cId="1747158155" sldId="2576"/>
            <ac:spMk id="3" creationId="{4A1C0383-58FE-E486-295E-B33B8683B938}"/>
          </ac:spMkLst>
        </pc:spChg>
        <pc:graphicFrameChg chg="add mod modGraphic">
          <ac:chgData name="Owais Ahmed" userId="6abc7d4556b3b071" providerId="LiveId" clId="{8CBEAB62-A728-450D-B4C0-9368924550F8}" dt="2023-08-07T07:18:07.551" v="13587" actId="20577"/>
          <ac:graphicFrameMkLst>
            <pc:docMk/>
            <pc:sldMk cId="1747158155" sldId="2576"/>
            <ac:graphicFrameMk id="4" creationId="{E8DC0AA7-B0F5-5582-4340-3D37A53CCE2F}"/>
          </ac:graphicFrameMkLst>
        </pc:graphicFrameChg>
      </pc:sldChg>
    </pc:docChg>
  </pc:docChgLst>
  <pc:docChgLst>
    <pc:chgData name="Owais Ahmed" userId="6abc7d4556b3b071" providerId="LiveId" clId="{0577D98B-C5DD-421E-AB63-1BC2B2B46ADA}"/>
    <pc:docChg chg="undo custSel addSld delSld modSld sldOrd">
      <pc:chgData name="Owais Ahmed" userId="6abc7d4556b3b071" providerId="LiveId" clId="{0577D98B-C5DD-421E-AB63-1BC2B2B46ADA}" dt="2023-08-08T06:57:58.019" v="8482" actId="20577"/>
      <pc:docMkLst>
        <pc:docMk/>
      </pc:docMkLst>
      <pc:sldChg chg="modSp mod">
        <pc:chgData name="Owais Ahmed" userId="6abc7d4556b3b071" providerId="LiveId" clId="{0577D98B-C5DD-421E-AB63-1BC2B2B46ADA}" dt="2023-08-08T06:57:58.019" v="8482" actId="20577"/>
        <pc:sldMkLst>
          <pc:docMk/>
          <pc:sldMk cId="1649098948" sldId="2462"/>
        </pc:sldMkLst>
        <pc:spChg chg="mod">
          <ac:chgData name="Owais Ahmed" userId="6abc7d4556b3b071" providerId="LiveId" clId="{0577D98B-C5DD-421E-AB63-1BC2B2B46ADA}" dt="2023-08-08T06:57:58.019" v="8482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0577D98B-C5DD-421E-AB63-1BC2B2B46ADA}" dt="2023-08-08T04:53:48.719" v="1544" actId="20577"/>
        <pc:sldMkLst>
          <pc:docMk/>
          <pc:sldMk cId="296501705" sldId="2557"/>
        </pc:sldMkLst>
        <pc:spChg chg="mod">
          <ac:chgData name="Owais Ahmed" userId="6abc7d4556b3b071" providerId="LiveId" clId="{0577D98B-C5DD-421E-AB63-1BC2B2B46ADA}" dt="2023-08-08T04:53:48.719" v="1544" actId="20577"/>
          <ac:spMkLst>
            <pc:docMk/>
            <pc:sldMk cId="296501705" sldId="2557"/>
            <ac:spMk id="3" creationId="{4A1C0383-58FE-E486-295E-B33B8683B938}"/>
          </ac:spMkLst>
        </pc:spChg>
        <pc:spChg chg="mod">
          <ac:chgData name="Owais Ahmed" userId="6abc7d4556b3b071" providerId="LiveId" clId="{0577D98B-C5DD-421E-AB63-1BC2B2B46ADA}" dt="2023-08-08T04:30:12.140" v="248" actId="20577"/>
          <ac:spMkLst>
            <pc:docMk/>
            <pc:sldMk cId="296501705" sldId="2557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0577D98B-C5DD-421E-AB63-1BC2B2B46ADA}" dt="2023-08-08T06:09:17.859" v="5437" actId="20577"/>
        <pc:sldMkLst>
          <pc:docMk/>
          <pc:sldMk cId="53512322" sldId="2558"/>
        </pc:sldMkLst>
        <pc:spChg chg="mod">
          <ac:chgData name="Owais Ahmed" userId="6abc7d4556b3b071" providerId="LiveId" clId="{0577D98B-C5DD-421E-AB63-1BC2B2B46ADA}" dt="2023-08-08T06:09:17.859" v="5437" actId="20577"/>
          <ac:spMkLst>
            <pc:docMk/>
            <pc:sldMk cId="53512322" sldId="2558"/>
            <ac:spMk id="3" creationId="{4A1C0383-58FE-E486-295E-B33B8683B938}"/>
          </ac:spMkLst>
        </pc:spChg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3909667495" sldId="2558"/>
        </pc:sldMkLst>
      </pc:sldChg>
      <pc:sldChg chg="addSp modSp add mod ord modAnim modNotesTx">
        <pc:chgData name="Owais Ahmed" userId="6abc7d4556b3b071" providerId="LiveId" clId="{0577D98B-C5DD-421E-AB63-1BC2B2B46ADA}" dt="2023-08-08T06:04:48.445" v="5079"/>
        <pc:sldMkLst>
          <pc:docMk/>
          <pc:sldMk cId="1566808580" sldId="2559"/>
        </pc:sldMkLst>
        <pc:spChg chg="mod">
          <ac:chgData name="Owais Ahmed" userId="6abc7d4556b3b071" providerId="LiveId" clId="{0577D98B-C5DD-421E-AB63-1BC2B2B46ADA}" dt="2023-08-08T05:48:34.035" v="4439" actId="20577"/>
          <ac:spMkLst>
            <pc:docMk/>
            <pc:sldMk cId="1566808580" sldId="2559"/>
            <ac:spMk id="3" creationId="{4A1C0383-58FE-E486-295E-B33B8683B938}"/>
          </ac:spMkLst>
        </pc:spChg>
        <pc:graphicFrameChg chg="add mod modGraphic">
          <ac:chgData name="Owais Ahmed" userId="6abc7d4556b3b071" providerId="LiveId" clId="{0577D98B-C5DD-421E-AB63-1BC2B2B46ADA}" dt="2023-08-08T05:28:00.811" v="3618" actId="404"/>
          <ac:graphicFrameMkLst>
            <pc:docMk/>
            <pc:sldMk cId="1566808580" sldId="2559"/>
            <ac:graphicFrameMk id="4" creationId="{3BD80CFA-71B3-B1D4-C38D-511EF67DF039}"/>
          </ac:graphicFrameMkLst>
        </pc:graphicFrameChg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3856755703" sldId="2559"/>
        </pc:sldMkLst>
      </pc:sldChg>
      <pc:sldChg chg="modSp add mod ord modAnim">
        <pc:chgData name="Owais Ahmed" userId="6abc7d4556b3b071" providerId="LiveId" clId="{0577D98B-C5DD-421E-AB63-1BC2B2B46ADA}" dt="2023-08-08T06:09:13.417" v="5433" actId="20577"/>
        <pc:sldMkLst>
          <pc:docMk/>
          <pc:sldMk cId="3737636412" sldId="2560"/>
        </pc:sldMkLst>
        <pc:spChg chg="mod">
          <ac:chgData name="Owais Ahmed" userId="6abc7d4556b3b071" providerId="LiveId" clId="{0577D98B-C5DD-421E-AB63-1BC2B2B46ADA}" dt="2023-08-08T06:09:13.417" v="5433" actId="20577"/>
          <ac:spMkLst>
            <pc:docMk/>
            <pc:sldMk cId="3737636412" sldId="2560"/>
            <ac:spMk id="3" creationId="{4A1C0383-58FE-E486-295E-B33B8683B938}"/>
          </ac:spMkLst>
        </pc:spChg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3846338403" sldId="2560"/>
        </pc:sldMkLst>
      </pc:sldChg>
      <pc:sldChg chg="modSp add mod modAnim">
        <pc:chgData name="Owais Ahmed" userId="6abc7d4556b3b071" providerId="LiveId" clId="{0577D98B-C5DD-421E-AB63-1BC2B2B46ADA}" dt="2023-08-08T06:28:01.622" v="6269" actId="20577"/>
        <pc:sldMkLst>
          <pc:docMk/>
          <pc:sldMk cId="1476977656" sldId="2561"/>
        </pc:sldMkLst>
        <pc:spChg chg="mod">
          <ac:chgData name="Owais Ahmed" userId="6abc7d4556b3b071" providerId="LiveId" clId="{0577D98B-C5DD-421E-AB63-1BC2B2B46ADA}" dt="2023-08-08T06:28:01.622" v="6269" actId="20577"/>
          <ac:spMkLst>
            <pc:docMk/>
            <pc:sldMk cId="1476977656" sldId="2561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0577D98B-C5DD-421E-AB63-1BC2B2B46ADA}" dt="2023-08-08T06:19:08.356" v="5786" actId="27636"/>
        <pc:sldMkLst>
          <pc:docMk/>
          <pc:sldMk cId="1305422422" sldId="2562"/>
        </pc:sldMkLst>
        <pc:spChg chg="mod">
          <ac:chgData name="Owais Ahmed" userId="6abc7d4556b3b071" providerId="LiveId" clId="{0577D98B-C5DD-421E-AB63-1BC2B2B46ADA}" dt="2023-08-08T06:19:08.356" v="5786" actId="27636"/>
          <ac:spMkLst>
            <pc:docMk/>
            <pc:sldMk cId="1305422422" sldId="2562"/>
            <ac:spMk id="3" creationId="{4A1C0383-58FE-E486-295E-B33B8683B938}"/>
          </ac:spMkLst>
        </pc:spChg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835063850" sldId="2562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50925741" sldId="2563"/>
        </pc:sldMkLst>
      </pc:sldChg>
      <pc:sldChg chg="modSp add mod modAnim">
        <pc:chgData name="Owais Ahmed" userId="6abc7d4556b3b071" providerId="LiveId" clId="{0577D98B-C5DD-421E-AB63-1BC2B2B46ADA}" dt="2023-08-08T06:51:56.531" v="8086" actId="20577"/>
        <pc:sldMkLst>
          <pc:docMk/>
          <pc:sldMk cId="4071666753" sldId="2563"/>
        </pc:sldMkLst>
        <pc:spChg chg="mod">
          <ac:chgData name="Owais Ahmed" userId="6abc7d4556b3b071" providerId="LiveId" clId="{0577D98B-C5DD-421E-AB63-1BC2B2B46ADA}" dt="2023-08-08T06:51:54.049" v="8085" actId="20577"/>
          <ac:spMkLst>
            <pc:docMk/>
            <pc:sldMk cId="4071666753" sldId="2563"/>
            <ac:spMk id="3" creationId="{4A1C0383-58FE-E486-295E-B33B8683B938}"/>
          </ac:spMkLst>
        </pc:spChg>
        <pc:spChg chg="mod">
          <ac:chgData name="Owais Ahmed" userId="6abc7d4556b3b071" providerId="LiveId" clId="{0577D98B-C5DD-421E-AB63-1BC2B2B46ADA}" dt="2023-08-08T06:42:29.550" v="7538" actId="20577"/>
          <ac:spMkLst>
            <pc:docMk/>
            <pc:sldMk cId="4071666753" sldId="2563"/>
            <ac:spMk id="215" creationId="{00000000-0000-0000-0000-000000000000}"/>
          </ac:spMkLst>
        </pc:spChg>
      </pc:sldChg>
      <pc:sldChg chg="modSp add ord modAnim">
        <pc:chgData name="Owais Ahmed" userId="6abc7d4556b3b071" providerId="LiveId" clId="{0577D98B-C5DD-421E-AB63-1BC2B2B46ADA}" dt="2023-08-08T06:42:16.212" v="7530"/>
        <pc:sldMkLst>
          <pc:docMk/>
          <pc:sldMk cId="2526141006" sldId="2564"/>
        </pc:sldMkLst>
        <pc:spChg chg="mod">
          <ac:chgData name="Owais Ahmed" userId="6abc7d4556b3b071" providerId="LiveId" clId="{0577D98B-C5DD-421E-AB63-1BC2B2B46ADA}" dt="2023-08-08T06:41:39.010" v="7528" actId="20577"/>
          <ac:spMkLst>
            <pc:docMk/>
            <pc:sldMk cId="2526141006" sldId="2564"/>
            <ac:spMk id="3" creationId="{4A1C0383-58FE-E486-295E-B33B8683B938}"/>
          </ac:spMkLst>
        </pc:spChg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3164841762" sldId="2564"/>
        </pc:sldMkLst>
      </pc:sldChg>
      <pc:sldChg chg="modSp add mod modAnim">
        <pc:chgData name="Owais Ahmed" userId="6abc7d4556b3b071" providerId="LiveId" clId="{0577D98B-C5DD-421E-AB63-1BC2B2B46ADA}" dt="2023-08-08T06:57:21.686" v="8443" actId="20577"/>
        <pc:sldMkLst>
          <pc:docMk/>
          <pc:sldMk cId="2724244378" sldId="2565"/>
        </pc:sldMkLst>
        <pc:spChg chg="mod">
          <ac:chgData name="Owais Ahmed" userId="6abc7d4556b3b071" providerId="LiveId" clId="{0577D98B-C5DD-421E-AB63-1BC2B2B46ADA}" dt="2023-08-08T06:57:21.686" v="8443" actId="20577"/>
          <ac:spMkLst>
            <pc:docMk/>
            <pc:sldMk cId="2724244378" sldId="2565"/>
            <ac:spMk id="3" creationId="{4A1C0383-58FE-E486-295E-B33B8683B938}"/>
          </ac:spMkLst>
        </pc:spChg>
        <pc:spChg chg="mod">
          <ac:chgData name="Owais Ahmed" userId="6abc7d4556b3b071" providerId="LiveId" clId="{0577D98B-C5DD-421E-AB63-1BC2B2B46ADA}" dt="2023-08-08T06:52:04.193" v="8093" actId="20577"/>
          <ac:spMkLst>
            <pc:docMk/>
            <pc:sldMk cId="2724244378" sldId="2565"/>
            <ac:spMk id="215" creationId="{00000000-0000-0000-0000-000000000000}"/>
          </ac:spMkLst>
        </pc:spChg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4253636147" sldId="2565"/>
        </pc:sldMkLst>
      </pc:sldChg>
      <pc:sldChg chg="add">
        <pc:chgData name="Owais Ahmed" userId="6abc7d4556b3b071" providerId="LiveId" clId="{0577D98B-C5DD-421E-AB63-1BC2B2B46ADA}" dt="2023-08-08T06:57:46.412" v="8444" actId="2890"/>
        <pc:sldMkLst>
          <pc:docMk/>
          <pc:sldMk cId="1651103511" sldId="2566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2684752333" sldId="2566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38900574" sldId="2567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329531230" sldId="2568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213204764" sldId="2569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3970414602" sldId="2570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201433262" sldId="2571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2285914733" sldId="2573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728240852" sldId="2574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3271818871" sldId="2575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747158155" sldId="2576"/>
        </pc:sldMkLst>
      </pc:sldChg>
    </pc:docChg>
  </pc:docChgLst>
  <pc:docChgLst>
    <pc:chgData name="Owais Ahmed" userId="6abc7d4556b3b071" providerId="LiveId" clId="{B7D18388-F2A5-4D8F-B434-DA7A35785E08}"/>
    <pc:docChg chg="undo custSel addSld modSld">
      <pc:chgData name="Owais Ahmed" userId="6abc7d4556b3b071" providerId="LiveId" clId="{B7D18388-F2A5-4D8F-B434-DA7A35785E08}" dt="2023-07-30T17:43:21.164" v="3816" actId="20577"/>
      <pc:docMkLst>
        <pc:docMk/>
      </pc:docMkLst>
      <pc:sldChg chg="modSp add mod modAnim">
        <pc:chgData name="Owais Ahmed" userId="6abc7d4556b3b071" providerId="LiveId" clId="{B7D18388-F2A5-4D8F-B434-DA7A35785E08}" dt="2023-07-30T16:46:09.985" v="670" actId="20577"/>
        <pc:sldMkLst>
          <pc:docMk/>
          <pc:sldMk cId="2596096578" sldId="2510"/>
        </pc:sldMkLst>
        <pc:spChg chg="mod">
          <ac:chgData name="Owais Ahmed" userId="6abc7d4556b3b071" providerId="LiveId" clId="{B7D18388-F2A5-4D8F-B434-DA7A35785E08}" dt="2023-07-30T16:46:09.985" v="670" actId="20577"/>
          <ac:spMkLst>
            <pc:docMk/>
            <pc:sldMk cId="2596096578" sldId="2510"/>
            <ac:spMk id="3" creationId="{4A1C0383-58FE-E486-295E-B33B8683B938}"/>
          </ac:spMkLst>
        </pc:spChg>
        <pc:spChg chg="mod">
          <ac:chgData name="Owais Ahmed" userId="6abc7d4556b3b071" providerId="LiveId" clId="{B7D18388-F2A5-4D8F-B434-DA7A35785E08}" dt="2023-07-30T16:38:19.128" v="12" actId="20577"/>
          <ac:spMkLst>
            <pc:docMk/>
            <pc:sldMk cId="2596096578" sldId="2510"/>
            <ac:spMk id="215" creationId="{00000000-0000-0000-0000-000000000000}"/>
          </ac:spMkLst>
        </pc:spChg>
      </pc:sldChg>
      <pc:sldChg chg="modSp add modAnim">
        <pc:chgData name="Owais Ahmed" userId="6abc7d4556b3b071" providerId="LiveId" clId="{B7D18388-F2A5-4D8F-B434-DA7A35785E08}" dt="2023-07-30T16:55:58.525" v="1900" actId="5793"/>
        <pc:sldMkLst>
          <pc:docMk/>
          <pc:sldMk cId="64818802" sldId="2511"/>
        </pc:sldMkLst>
        <pc:spChg chg="mod">
          <ac:chgData name="Owais Ahmed" userId="6abc7d4556b3b071" providerId="LiveId" clId="{B7D18388-F2A5-4D8F-B434-DA7A35785E08}" dt="2023-07-30T16:55:58.525" v="1900" actId="5793"/>
          <ac:spMkLst>
            <pc:docMk/>
            <pc:sldMk cId="64818802" sldId="2511"/>
            <ac:spMk id="3" creationId="{4A1C0383-58FE-E486-295E-B33B8683B938}"/>
          </ac:spMkLst>
        </pc:spChg>
      </pc:sldChg>
      <pc:sldChg chg="modSp add modAnim">
        <pc:chgData name="Owais Ahmed" userId="6abc7d4556b3b071" providerId="LiveId" clId="{B7D18388-F2A5-4D8F-B434-DA7A35785E08}" dt="2023-07-30T17:40:18.058" v="3462" actId="20577"/>
        <pc:sldMkLst>
          <pc:docMk/>
          <pc:sldMk cId="2129317129" sldId="2512"/>
        </pc:sldMkLst>
        <pc:spChg chg="mod">
          <ac:chgData name="Owais Ahmed" userId="6abc7d4556b3b071" providerId="LiveId" clId="{B7D18388-F2A5-4D8F-B434-DA7A35785E08}" dt="2023-07-30T17:40:18.058" v="3462" actId="20577"/>
          <ac:spMkLst>
            <pc:docMk/>
            <pc:sldMk cId="2129317129" sldId="2512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B7D18388-F2A5-4D8F-B434-DA7A35785E08}" dt="2023-07-30T17:24:08.783" v="3449" actId="27636"/>
        <pc:sldMkLst>
          <pc:docMk/>
          <pc:sldMk cId="2427359866" sldId="2513"/>
        </pc:sldMkLst>
        <pc:spChg chg="mod">
          <ac:chgData name="Owais Ahmed" userId="6abc7d4556b3b071" providerId="LiveId" clId="{B7D18388-F2A5-4D8F-B434-DA7A35785E08}" dt="2023-07-30T17:24:08.783" v="3449" actId="27636"/>
          <ac:spMkLst>
            <pc:docMk/>
            <pc:sldMk cId="2427359866" sldId="2513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B7D18388-F2A5-4D8F-B434-DA7A35785E08}" dt="2023-07-30T17:39:55.405" v="3451" actId="27636"/>
        <pc:sldMkLst>
          <pc:docMk/>
          <pc:sldMk cId="3068889018" sldId="2514"/>
        </pc:sldMkLst>
        <pc:spChg chg="mod">
          <ac:chgData name="Owais Ahmed" userId="6abc7d4556b3b071" providerId="LiveId" clId="{B7D18388-F2A5-4D8F-B434-DA7A35785E08}" dt="2023-07-30T17:39:55.405" v="3451" actId="27636"/>
          <ac:spMkLst>
            <pc:docMk/>
            <pc:sldMk cId="3068889018" sldId="2514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B7D18388-F2A5-4D8F-B434-DA7A35785E08}" dt="2023-07-30T17:43:21.164" v="3816" actId="20577"/>
        <pc:sldMkLst>
          <pc:docMk/>
          <pc:sldMk cId="1205181684" sldId="2515"/>
        </pc:sldMkLst>
        <pc:spChg chg="mod">
          <ac:chgData name="Owais Ahmed" userId="6abc7d4556b3b071" providerId="LiveId" clId="{B7D18388-F2A5-4D8F-B434-DA7A35785E08}" dt="2023-07-30T17:43:21.164" v="3816" actId="20577"/>
          <ac:spMkLst>
            <pc:docMk/>
            <pc:sldMk cId="1205181684" sldId="2515"/>
            <ac:spMk id="3" creationId="{4A1C0383-58FE-E486-295E-B33B8683B938}"/>
          </ac:spMkLst>
        </pc:spChg>
        <pc:spChg chg="mod">
          <ac:chgData name="Owais Ahmed" userId="6abc7d4556b3b071" providerId="LiveId" clId="{B7D18388-F2A5-4D8F-B434-DA7A35785E08}" dt="2023-07-30T17:41:00.269" v="3471" actId="20577"/>
          <ac:spMkLst>
            <pc:docMk/>
            <pc:sldMk cId="1205181684" sldId="2515"/>
            <ac:spMk id="21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12/6/2023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12/6/2023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346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A problem has optimal structure if it can be broken into smaller subproblems and the optimal solution to subproblems guarantees optimal solution to original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9859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337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Best project group could be determined by: living close/F&amp;F, picking same courses, diverse skillset, mixed grades,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5462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2952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943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Demonstrate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1631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8880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434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2779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3962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5877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8147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5938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622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microsoft.com/office/2007/relationships/hdphoto" Target="../media/hdphoto1.wdp"/><Relationship Id="rId7" Type="http://schemas.openxmlformats.org/officeDocument/2006/relationships/image" Target="../media/image1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5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/>
              <a:t>DESIGN AND ANALYSIS OF ALGORITHMS (113939)</a:t>
            </a:r>
            <a:endParaRPr lang="en-US" sz="54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1879042"/>
            <a:ext cx="4480450" cy="4336030"/>
          </a:xfrm>
        </p:spPr>
        <p:txBody>
          <a:bodyPr/>
          <a:lstStyle/>
          <a:p>
            <a:r>
              <a:rPr lang="en-US" dirty="0"/>
              <a:t>Algorithm Design Strategies</a:t>
            </a:r>
          </a:p>
          <a:p>
            <a:r>
              <a:rPr lang="en-US" dirty="0"/>
              <a:t>Brute Force</a:t>
            </a:r>
          </a:p>
          <a:p>
            <a:r>
              <a:rPr lang="en-US" dirty="0"/>
              <a:t>Real Life Examples</a:t>
            </a:r>
          </a:p>
          <a:p>
            <a:r>
              <a:rPr lang="en-US" dirty="0"/>
              <a:t>Password Cracking</a:t>
            </a:r>
          </a:p>
          <a:p>
            <a:r>
              <a:rPr lang="en-US" dirty="0"/>
              <a:t>Parallelization</a:t>
            </a:r>
          </a:p>
          <a:p>
            <a:r>
              <a:rPr lang="en-US" dirty="0"/>
              <a:t>String Matching</a:t>
            </a:r>
          </a:p>
          <a:p>
            <a:r>
              <a:rPr lang="en-US" dirty="0"/>
              <a:t>Analysis of String-Matching Algorithm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Algorithm Design Strategies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Brute force: starting point, most expensive, useful in benchmarking and proof of concept. Sometimes, the only way to find optimal solution.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Greedy: look for current best solution, relatively less expensive, useful from small-medium scale. Does not guarantee optimal solution.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Divide and Conquer: splits into sub-problems, highly efficient, high memory demands, useful on large scale. Does not work on problems that are recursive in nature.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Backtracking: ability to go back to previous stage, expensive, used to solve strategic problems. Does not guarantee optimal solution but finds all valid solutions.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Dynamic programming: solves a subproblem only once and reuses previous solutions. Guarantees optimal solution </a:t>
            </a:r>
            <a:r>
              <a:rPr lang="en-US" sz="3200" i="1" u="sng" dirty="0" err="1"/>
              <a:t>iff</a:t>
            </a:r>
            <a:r>
              <a:rPr lang="en-US" sz="3200" dirty="0"/>
              <a:t> the problem has optimal structure.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96501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What a brute force attack is (with examples) How to protect against them">
            <a:extLst>
              <a:ext uri="{FF2B5EF4-FFF2-40B4-BE49-F238E27FC236}">
                <a16:creationId xmlns:a16="http://schemas.microsoft.com/office/drawing/2014/main" id="{48C98A09-DFB9-1D8D-C52E-28BC24FD97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80"/>
          <a:stretch/>
        </p:blipFill>
        <p:spPr bwMode="auto">
          <a:xfrm>
            <a:off x="-17862" y="0"/>
            <a:ext cx="1220986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Brute Force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Brute force approach throws everything in the kitchen sink at the problem.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Exhaustively try all possible combinations until the solution is met.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Brute force Guarantees optimal solution, if a solution exists.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Uses: on small-scale/unit subproblem; testing and benchmarking; straightforward to design/apply/explain.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Unfortunately, Brute Force is often the slowest approach. This is why it should be avoided whenever possible.</a:t>
            </a:r>
          </a:p>
        </p:txBody>
      </p:sp>
    </p:spTree>
    <p:extLst>
      <p:ext uri="{BB962C8B-B14F-4D97-AF65-F5344CB8AC3E}">
        <p14:creationId xmlns:p14="http://schemas.microsoft.com/office/powerpoint/2010/main" val="1286833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Real Life Examples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Child immunization: why does government vaccinate every child against Polio?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Password cracking: try every possible string of length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 till you succeed.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Combinatorics: best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 project groups of 3 students.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Search: how do you search for Cardamon, or Juicer, or Serving tray in Kitchen? (</a:t>
                </a:r>
                <a:r>
                  <a:rPr lang="en-US" sz="3200" i="1" dirty="0"/>
                  <a:t>I’m asking males only</a:t>
                </a:r>
                <a:r>
                  <a:rPr lang="en-US" sz="3200" dirty="0"/>
                  <a:t>)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142" t="-3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981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Password Cracking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If we enforce a password policy which requires: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Length to be at least 8 characters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At least 1 capital case, 1 small case, and 1 numeric character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At least 1 special character: !@#$%^&amp;*(){}[]&lt;&gt;?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How long will it take to crack a password if a computer tries 10M combinations per second?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There are 8 characters, so if it were only small alphabets, then we would require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26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sz="3200" dirty="0"/>
                  <a:t> combinations.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In our case, the number of combinations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26+26+10+12</m:t>
                            </m:r>
                          </m:e>
                        </m:d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2.08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</m:t>
                        </m:r>
                      </m:sup>
                    </m:sSup>
                  </m:oMath>
                </a14:m>
                <a:endParaRPr lang="en-US" sz="32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There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lang="en-US" sz="3200" dirty="0"/>
                  <a:t> combinations tried per second. Therefore, it will take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2.08</m:t>
                    </m:r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−7</m:t>
                        </m:r>
                      </m:sup>
                    </m:sSup>
                  </m:oMath>
                </a14:m>
                <a:r>
                  <a:rPr lang="en-US" sz="3200" dirty="0"/>
                  <a:t> seconds to crack a password.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2.08</m:t>
                    </m:r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𝑠𝑒𝑐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=0.6596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𝑦𝑒𝑎𝑟𝑠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60×60×24×365 </m:t>
                        </m:r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𝑑𝑎𝑦𝑠</m:t>
                        </m:r>
                      </m:e>
                    </m:d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571" t="-748" r="-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9753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Password Cracking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Fortunately, (or unfortunately), Brute Force is the only effective strategy which guarantees success in cracking a password.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So, how do we design this algorithm?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Let’s start with a simplified version. Assume that our character set is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, …, 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3200" dirty="0"/>
                  <a:t>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Calculate the number of total combinations of 8 characters from a set of 26, i.e.,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26!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! ∗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3200" dirty="0"/>
                      <m:t>9,366,819,581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Next, generate all these combinations from the character set using either an iterative or recursive method.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830" t="-9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6651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Password Cracking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GENERATE_COMBINATIONS</a:t>
                </a:r>
                <a:r>
                  <a:rPr lang="en-US" sz="24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(</a:t>
                </a: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C, n, S, </a:t>
                </a:r>
                <a:r>
                  <a:rPr lang="en-US" sz="2400" dirty="0" err="1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</a:t>
                </a: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) generates all possible combinations of length n from characters in array C, recursively.</a:t>
                </a:r>
                <a:endParaRPr lang="en-US" sz="2400" i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, then</a:t>
                </a: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𝑊𝑟𝑖𝑡𝑒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</m:t>
                    </m:r>
                  </m:oMath>
                </a14:m>
                <a:endParaRPr lang="en-US" sz="22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𝑂𝑇𝐻𝐸𝑅𝑊𝐼𝑆𝐸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𝑓𝑜𝑟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𝑒𝑎𝑐h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𝑐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𝑖𝑛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𝐶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:</m:t>
                    </m:r>
                  </m:oMath>
                </a14:m>
                <a:r>
                  <a:rPr lang="en-US" sz="2400" b="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(Repeat for whole character set)</a:t>
                </a: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</m:t>
                    </m:r>
                    <m:d>
                      <m:dPr>
                        <m:begChr m:val="["/>
                        <m:endChr m:val="]"/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𝑖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𝑐</m:t>
                    </m:r>
                  </m:oMath>
                </a14:m>
                <a:r>
                  <a:rPr lang="en-US" sz="2200" b="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		(Set character at current index)</a:t>
                </a: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𝐺𝐸𝑁𝐸𝑅𝐴𝑇𝐸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_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𝐶𝑂𝑀𝐵𝐼𝑁𝐴𝑇𝐼𝑂𝑁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𝐶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,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,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𝑆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,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𝑖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sz="2200" b="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(Recursive call on next index)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400" b="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For example: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𝐺𝐸𝑁𝐸𝑅𝐴𝑇𝐸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_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𝐶𝑂𝑀𝐵𝐼𝑁𝐴𝑇𝐼𝑂𝑁𝑆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({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𝑎𝑏𝑐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,…,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𝑧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}, 8,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𝜙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,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0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)</m:t>
                    </m:r>
                  </m:oMath>
                </a14:m>
                <a:endParaRPr lang="en-US" sz="2400" b="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b="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Note! The topic of recursions will be covered thoroughly in next lectures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778" t="-998" b="-1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9086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Parallelization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Although the algorithm works, it is impractical to make </a:t>
                </a:r>
                <a:r>
                  <a:rPr lang="en-US" sz="3200"/>
                  <a:t>use of, </a:t>
                </a:r>
                <a:r>
                  <a:rPr lang="en-US" sz="3200" dirty="0"/>
                  <a:t>due to the number of combinations to produce.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One way to speed up this process is through parallel computing.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For example, in the Loop, instead of calling the recursive method in single thread, we can break into 26 threads.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For an n-core CPU, the processing time will virtually be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3200" dirty="0"/>
                  <a:t>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However, this is still a very large number of combinations to go through, which marks as one of the biggest drawbacks of Brute Force algorithms.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038" t="-1122" r="-1142" b="-2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1861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String Matching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Let’s have a look at another simple example.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Given a target string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3200" dirty="0"/>
                  <a:t> of length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, and a pattern string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3200" dirty="0"/>
                  <a:t> of length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3200" dirty="0"/>
                  <a:t>. Find </a:t>
                </a:r>
                <a:r>
                  <a:rPr lang="en-US" sz="3200" u="sng" dirty="0"/>
                  <a:t>ALL</a:t>
                </a:r>
                <a:r>
                  <a:rPr lang="en-US" sz="3200" dirty="0"/>
                  <a:t> occurrences of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3200" dirty="0"/>
                  <a:t> in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3200" dirty="0"/>
                  <a:t>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algorithm returns an array of indices in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3200" dirty="0"/>
                  <a:t> where each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3200" dirty="0"/>
                  <a:t> was found.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If no patterns were found, then return an empty array.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If any of the strings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3200" dirty="0"/>
                  <a:t> and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3200" dirty="0"/>
                  <a:t> is empty or null, then FAIL.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142" t="-3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3140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String Matching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Given a target string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3200" dirty="0"/>
                  <a:t> of length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, and a pattern string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3200" dirty="0"/>
                  <a:t> of length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3200" dirty="0"/>
                  <a:t>. Find </a:t>
                </a:r>
                <a:r>
                  <a:rPr lang="en-US" sz="3200" u="sng" dirty="0"/>
                  <a:t>ALL</a:t>
                </a:r>
                <a:r>
                  <a:rPr lang="en-US" sz="3200" dirty="0"/>
                  <a:t> occurrences of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3200" dirty="0"/>
                  <a:t> in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3200" dirty="0"/>
                  <a:t>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algorithm returns an array of indices in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3200" dirty="0"/>
                  <a:t> where each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3200" dirty="0"/>
                  <a:t> was found.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If no patterns were found, then return an empty array.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If any of the strings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3200" dirty="0"/>
                  <a:t> and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3200" dirty="0"/>
                  <a:t> is empty or null, then FAIL.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142" t="-3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0393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String Matching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2355650"/>
                <a:ext cx="11743016" cy="4064815"/>
              </a:xfrm>
              <a:prstGeom prst="rect">
                <a:avLst/>
              </a:prstGeom>
            </p:spPr>
            <p:txBody>
              <a:bodyPr numCol="2"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𝑇𝐺𝑇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b="1" i="1" dirty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3200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3200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3200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3200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endParaRPr lang="en-US" sz="3200" b="1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3200" dirty="0"/>
                  <a:t> was matched at indices {4, 9}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2355650"/>
                <a:ext cx="11743016" cy="4064815"/>
              </a:xfrm>
              <a:prstGeom prst="rect">
                <a:avLst/>
              </a:prstGeom>
              <a:blipFill>
                <a:blip r:embed="rId3"/>
                <a:stretch>
                  <a:fillRect b="-44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2F42B04-BB10-3D3A-1117-040FE6A1D3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8947652"/>
              </p:ext>
            </p:extLst>
          </p:nvPr>
        </p:nvGraphicFramePr>
        <p:xfrm>
          <a:off x="1056413" y="1613970"/>
          <a:ext cx="10079174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19941">
                  <a:extLst>
                    <a:ext uri="{9D8B030D-6E8A-4147-A177-3AD203B41FA5}">
                      <a16:colId xmlns:a16="http://schemas.microsoft.com/office/drawing/2014/main" val="259578694"/>
                    </a:ext>
                  </a:extLst>
                </a:gridCol>
                <a:gridCol w="719941">
                  <a:extLst>
                    <a:ext uri="{9D8B030D-6E8A-4147-A177-3AD203B41FA5}">
                      <a16:colId xmlns:a16="http://schemas.microsoft.com/office/drawing/2014/main" val="2985109202"/>
                    </a:ext>
                  </a:extLst>
                </a:gridCol>
                <a:gridCol w="719941">
                  <a:extLst>
                    <a:ext uri="{9D8B030D-6E8A-4147-A177-3AD203B41FA5}">
                      <a16:colId xmlns:a16="http://schemas.microsoft.com/office/drawing/2014/main" val="2714034913"/>
                    </a:ext>
                  </a:extLst>
                </a:gridCol>
                <a:gridCol w="719941">
                  <a:extLst>
                    <a:ext uri="{9D8B030D-6E8A-4147-A177-3AD203B41FA5}">
                      <a16:colId xmlns:a16="http://schemas.microsoft.com/office/drawing/2014/main" val="3242369322"/>
                    </a:ext>
                  </a:extLst>
                </a:gridCol>
                <a:gridCol w="719941">
                  <a:extLst>
                    <a:ext uri="{9D8B030D-6E8A-4147-A177-3AD203B41FA5}">
                      <a16:colId xmlns:a16="http://schemas.microsoft.com/office/drawing/2014/main" val="2860121660"/>
                    </a:ext>
                  </a:extLst>
                </a:gridCol>
                <a:gridCol w="719941">
                  <a:extLst>
                    <a:ext uri="{9D8B030D-6E8A-4147-A177-3AD203B41FA5}">
                      <a16:colId xmlns:a16="http://schemas.microsoft.com/office/drawing/2014/main" val="3524064936"/>
                    </a:ext>
                  </a:extLst>
                </a:gridCol>
                <a:gridCol w="719941">
                  <a:extLst>
                    <a:ext uri="{9D8B030D-6E8A-4147-A177-3AD203B41FA5}">
                      <a16:colId xmlns:a16="http://schemas.microsoft.com/office/drawing/2014/main" val="3065658613"/>
                    </a:ext>
                  </a:extLst>
                </a:gridCol>
                <a:gridCol w="719941">
                  <a:extLst>
                    <a:ext uri="{9D8B030D-6E8A-4147-A177-3AD203B41FA5}">
                      <a16:colId xmlns:a16="http://schemas.microsoft.com/office/drawing/2014/main" val="1805458046"/>
                    </a:ext>
                  </a:extLst>
                </a:gridCol>
                <a:gridCol w="719941">
                  <a:extLst>
                    <a:ext uri="{9D8B030D-6E8A-4147-A177-3AD203B41FA5}">
                      <a16:colId xmlns:a16="http://schemas.microsoft.com/office/drawing/2014/main" val="2905451209"/>
                    </a:ext>
                  </a:extLst>
                </a:gridCol>
                <a:gridCol w="719941">
                  <a:extLst>
                    <a:ext uri="{9D8B030D-6E8A-4147-A177-3AD203B41FA5}">
                      <a16:colId xmlns:a16="http://schemas.microsoft.com/office/drawing/2014/main" val="3346655190"/>
                    </a:ext>
                  </a:extLst>
                </a:gridCol>
                <a:gridCol w="719941">
                  <a:extLst>
                    <a:ext uri="{9D8B030D-6E8A-4147-A177-3AD203B41FA5}">
                      <a16:colId xmlns:a16="http://schemas.microsoft.com/office/drawing/2014/main" val="3962677661"/>
                    </a:ext>
                  </a:extLst>
                </a:gridCol>
                <a:gridCol w="719941">
                  <a:extLst>
                    <a:ext uri="{9D8B030D-6E8A-4147-A177-3AD203B41FA5}">
                      <a16:colId xmlns:a16="http://schemas.microsoft.com/office/drawing/2014/main" val="3650871315"/>
                    </a:ext>
                  </a:extLst>
                </a:gridCol>
                <a:gridCol w="719941">
                  <a:extLst>
                    <a:ext uri="{9D8B030D-6E8A-4147-A177-3AD203B41FA5}">
                      <a16:colId xmlns:a16="http://schemas.microsoft.com/office/drawing/2014/main" val="3040903822"/>
                    </a:ext>
                  </a:extLst>
                </a:gridCol>
                <a:gridCol w="719941">
                  <a:extLst>
                    <a:ext uri="{9D8B030D-6E8A-4147-A177-3AD203B41FA5}">
                      <a16:colId xmlns:a16="http://schemas.microsoft.com/office/drawing/2014/main" val="29176696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98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218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0003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String Matching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STRING_MATCHING</a:t>
                </a:r>
                <a:r>
                  <a:rPr lang="en-US" sz="24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(</a:t>
                </a: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T, n, P, m), returns indices of all occurrences of string P in string T.</a:t>
                </a:r>
                <a:endParaRPr lang="en-US" sz="2400" i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=0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𝑂𝑅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=0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𝑂𝑅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&gt;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𝑡h𝑒𝑛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: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(Check pre-requisites)</a:t>
                </a: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𝐹𝐴𝐼𝐿</m:t>
                    </m:r>
                  </m:oMath>
                </a14:m>
                <a:endParaRPr lang="en-US" sz="22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≔0,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≔0</m:t>
                    </m:r>
                  </m:oMath>
                </a14:m>
                <a:endParaRPr lang="en-US" sz="2400" b="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𝜙</m:t>
                    </m:r>
                  </m:oMath>
                </a14:m>
                <a:r>
                  <a:rPr lang="en-US" sz="2400" b="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				(Initialize an empty array)</a:t>
                </a: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𝑅𝐸𝑃𝐸𝐴𝑇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𝑊h𝑖𝑙𝑒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&gt;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−1: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	(Keep repeating until index bound is reached)</a:t>
                </a: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𝑇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[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: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𝑚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−1]</m:t>
                    </m:r>
                  </m:oMath>
                </a14:m>
                <a:r>
                  <a:rPr lang="en-US" sz="2200" b="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		(Get a substring of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𝑇</m:t>
                    </m:r>
                  </m:oMath>
                </a14:m>
                <a:r>
                  <a:rPr lang="en-US" sz="2200" b="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𝑚</m:t>
                    </m:r>
                  </m:oMath>
                </a14:m>
                <a:r>
                  <a:rPr lang="en-US" sz="2200" b="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length, starting from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</m:oMath>
                </a14:m>
                <a:r>
                  <a:rPr lang="en-US" sz="2200" b="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)</a:t>
                </a: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𝑃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, then				(Match the substring with P)</a:t>
                </a:r>
              </a:p>
              <a:p>
                <a:pPr marL="1371600" lvl="2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𝑗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			(Record the index if a match is found)</a:t>
                </a:r>
              </a:p>
              <a:p>
                <a:pPr marL="1371600" lvl="2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𝑗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𝑗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+1</m:t>
                    </m:r>
                  </m:oMath>
                </a14:m>
                <a:endParaRPr lang="en-US" sz="22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+1</m:t>
                    </m:r>
                  </m:oMath>
                </a14:m>
                <a:endParaRPr lang="en-US" sz="22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				(Return the array containing all matching indices)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675" t="-1496" b="-2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7701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Analysis of String-Matching Algorithm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STRING_MATCHING</a:t>
                </a:r>
                <a:r>
                  <a:rPr lang="en-US" sz="24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(</a:t>
                </a: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T, n, P, m), returns indices of all occurrences of string P in string T.</a:t>
                </a:r>
                <a:endParaRPr lang="en-US" sz="2400" i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=0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𝑂𝑅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=0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𝑂𝑅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&gt;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𝑡h𝑒𝑛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:</a:t>
                </a:r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1</a:t>
                </a: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𝐹𝐴𝐼𝐿</m:t>
                    </m:r>
                  </m:oMath>
                </a14:m>
                <a:endParaRPr lang="en-US" sz="22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≔0,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≔0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			2</a:t>
                </a:r>
                <a:endParaRPr lang="en-US" sz="2400" b="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𝜙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				1</a:t>
                </a:r>
                <a:endParaRPr lang="en-US" sz="2400" b="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𝑅𝐸𝑃𝐸𝐴𝑇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𝑊h𝑖𝑙𝑒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&gt;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: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		n-m</a:t>
                </a: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𝑇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[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: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𝑚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]</m:t>
                    </m:r>
                  </m:oMath>
                </a14:m>
                <a:r>
                  <a:rPr lang="en-US" sz="2200" b="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		n-m-1</a:t>
                </a: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𝑃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, then</a:t>
                </a:r>
                <a:r>
                  <a:rPr lang="en-US" sz="20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			n-m</a:t>
                </a:r>
                <a:r>
                  <a:rPr lang="en-US" sz="22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-1</a:t>
                </a:r>
              </a:p>
              <a:p>
                <a:pPr marL="1371600" lvl="2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𝑗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			n-m</a:t>
                </a:r>
                <a:r>
                  <a:rPr lang="en-US" sz="22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-1</a:t>
                </a:r>
              </a:p>
              <a:p>
                <a:pPr marL="1371600" lvl="2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𝑗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𝑗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+1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			n-m</a:t>
                </a:r>
                <a:r>
                  <a:rPr lang="en-US" sz="22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-1</a:t>
                </a: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+1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			n-m</a:t>
                </a:r>
                <a:r>
                  <a:rPr lang="en-US" sz="22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-1</a:t>
                </a: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				1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675" t="-1496" b="-2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4876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Analysis of String-Matching Algorithm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upper bound of time complexity will be determined by two variables: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3200" i="1">
                        <a:latin typeface="Cambria Math" panose="02040503050406030204" pitchFamily="18" charset="0"/>
                      </a:rPr>
                      <m:t>=1+2+1+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+5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3200" b="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−6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Since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, therefore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=1;6</m:t>
                            </m:r>
                            <m:d>
                              <m:d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𝑂𝑡h𝑒𝑟𝑤𝑖𝑠𝑒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 6</m:t>
                            </m:r>
                            <m:d>
                              <m:d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lang="en-US" sz="32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Finally,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32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038" t="-1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5002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Find out Space complexity of String-matching algorithm.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complexity should be in units of memory, i.e., bytes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Consider that each character takes 1 byte, and each integer takes 2 bytes of memory.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Space complexity is denoted with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3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142" t="-3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4892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3E66AC2-C5E3-4A9E-A942-6606B89856E4}">
  <we:reference id="wa200000113" version="1.0.0.0" store="en-US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6714</TotalTime>
  <Words>1660</Words>
  <Application>Microsoft Office PowerPoint</Application>
  <PresentationFormat>Widescreen</PresentationFormat>
  <Paragraphs>188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Cascadia Code</vt:lpstr>
      <vt:lpstr>Wingdings</vt:lpstr>
      <vt:lpstr>Office Theme</vt:lpstr>
      <vt:lpstr>DESIGN AND ANALYSIS OF ALGORITHMS (113939)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181</cp:revision>
  <dcterms:created xsi:type="dcterms:W3CDTF">2022-11-22T20:08:03Z</dcterms:created>
  <dcterms:modified xsi:type="dcterms:W3CDTF">2023-12-06T11:03:39Z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