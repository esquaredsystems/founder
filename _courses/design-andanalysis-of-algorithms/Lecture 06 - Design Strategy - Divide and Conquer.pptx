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03" r:id="rId5"/>
    <p:sldId id="2462" r:id="rId6"/>
    <p:sldId id="2557" r:id="rId7"/>
    <p:sldId id="2559" r:id="rId8"/>
    <p:sldId id="2565" r:id="rId9"/>
    <p:sldId id="2566" r:id="rId10"/>
    <p:sldId id="2567" r:id="rId11"/>
    <p:sldId id="2568" r:id="rId12"/>
    <p:sldId id="2569" r:id="rId13"/>
    <p:sldId id="2570" r:id="rId14"/>
    <p:sldId id="2571" r:id="rId15"/>
    <p:sldId id="2572" r:id="rId16"/>
    <p:sldId id="2573" r:id="rId17"/>
    <p:sldId id="2574" r:id="rId18"/>
    <p:sldId id="2575" r:id="rId19"/>
    <p:sldId id="2577" r:id="rId20"/>
    <p:sldId id="2579" r:id="rId21"/>
    <p:sldId id="2578" r:id="rId22"/>
    <p:sldId id="2580" r:id="rId23"/>
    <p:sldId id="2582" r:id="rId24"/>
    <p:sldId id="243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522E0-99CE-4106-9440-FDFEF3B733BF}" v="2" dt="2023-11-22T15:48:43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730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  <pc:docChgLst>
    <pc:chgData name="Owais Ahmed" userId="6abc7d4556b3b071" providerId="LiveId" clId="{75EC58F7-4BFE-47B9-AB78-477B48A064C5}"/>
    <pc:docChg chg="undo custSel addSld delSld modSld sldOrd">
      <pc:chgData name="Owais Ahmed" userId="6abc7d4556b3b071" providerId="LiveId" clId="{75EC58F7-4BFE-47B9-AB78-477B48A064C5}" dt="2023-11-16T07:10:28.485" v="4141" actId="2890"/>
      <pc:docMkLst>
        <pc:docMk/>
      </pc:docMkLst>
      <pc:sldChg chg="modSp mod">
        <pc:chgData name="Owais Ahmed" userId="6abc7d4556b3b071" providerId="LiveId" clId="{75EC58F7-4BFE-47B9-AB78-477B48A064C5}" dt="2023-11-16T07:04:58.542" v="3573" actId="20577"/>
        <pc:sldMkLst>
          <pc:docMk/>
          <pc:sldMk cId="1649098948" sldId="2462"/>
        </pc:sldMkLst>
        <pc:spChg chg="mod">
          <ac:chgData name="Owais Ahmed" userId="6abc7d4556b3b071" providerId="LiveId" clId="{75EC58F7-4BFE-47B9-AB78-477B48A064C5}" dt="2023-11-16T07:04:58.542" v="357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mod modAnim">
        <pc:chgData name="Owais Ahmed" userId="6abc7d4556b3b071" providerId="LiveId" clId="{75EC58F7-4BFE-47B9-AB78-477B48A064C5}" dt="2023-11-14T07:10:25.180" v="142" actId="22"/>
        <pc:sldMkLst>
          <pc:docMk/>
          <pc:sldMk cId="296501705" sldId="2557"/>
        </pc:sldMkLst>
        <pc:spChg chg="mod">
          <ac:chgData name="Owais Ahmed" userId="6abc7d4556b3b071" providerId="LiveId" clId="{75EC58F7-4BFE-47B9-AB78-477B48A064C5}" dt="2023-11-14T06:02:09.544" v="75" actId="27636"/>
          <ac:spMkLst>
            <pc:docMk/>
            <pc:sldMk cId="296501705" sldId="2557"/>
            <ac:spMk id="3" creationId="{4A1C0383-58FE-E486-295E-B33B8683B938}"/>
          </ac:spMkLst>
        </pc:spChg>
        <pc:spChg chg="add del">
          <ac:chgData name="Owais Ahmed" userId="6abc7d4556b3b071" providerId="LiveId" clId="{75EC58F7-4BFE-47B9-AB78-477B48A064C5}" dt="2023-11-14T07:10:25.180" v="142" actId="22"/>
          <ac:spMkLst>
            <pc:docMk/>
            <pc:sldMk cId="296501705" sldId="2557"/>
            <ac:spMk id="5" creationId="{355BB446-FCEE-93CB-23B3-866178F5AE08}"/>
          </ac:spMkLst>
        </pc:spChg>
      </pc:sldChg>
      <pc:sldChg chg="modSp add del mod">
        <pc:chgData name="Owais Ahmed" userId="6abc7d4556b3b071" providerId="LiveId" clId="{75EC58F7-4BFE-47B9-AB78-477B48A064C5}" dt="2023-11-14T07:10:40.096" v="144" actId="47"/>
        <pc:sldMkLst>
          <pc:docMk/>
          <pc:sldMk cId="1354324457" sldId="2558"/>
        </pc:sldMkLst>
        <pc:spChg chg="mod">
          <ac:chgData name="Owais Ahmed" userId="6abc7d4556b3b071" providerId="LiveId" clId="{75EC58F7-4BFE-47B9-AB78-477B48A064C5}" dt="2023-11-14T07:08:58.404" v="139" actId="20577"/>
          <ac:spMkLst>
            <pc:docMk/>
            <pc:sldMk cId="1354324457" sldId="2558"/>
            <ac:spMk id="215" creationId="{00000000-0000-0000-0000-000000000000}"/>
          </ac:spMkLst>
        </pc:spChg>
      </pc:sldChg>
      <pc:sldChg chg="modSp add modNotesTx">
        <pc:chgData name="Owais Ahmed" userId="6abc7d4556b3b071" providerId="LiveId" clId="{75EC58F7-4BFE-47B9-AB78-477B48A064C5}" dt="2023-11-14T07:34:42.581" v="751" actId="20577"/>
        <pc:sldMkLst>
          <pc:docMk/>
          <pc:sldMk cId="3524855248" sldId="2559"/>
        </pc:sldMkLst>
        <pc:spChg chg="mod">
          <ac:chgData name="Owais Ahmed" userId="6abc7d4556b3b071" providerId="LiveId" clId="{75EC58F7-4BFE-47B9-AB78-477B48A064C5}" dt="2023-11-14T07:33:23.371" v="501" actId="114"/>
          <ac:spMkLst>
            <pc:docMk/>
            <pc:sldMk cId="3524855248" sldId="2559"/>
            <ac:spMk id="3" creationId="{4A1C0383-58FE-E486-295E-B33B8683B938}"/>
          </ac:spMkLst>
        </pc:spChg>
      </pc:sldChg>
      <pc:sldChg chg="modSp add mod">
        <pc:chgData name="Owais Ahmed" userId="6abc7d4556b3b071" providerId="LiveId" clId="{75EC58F7-4BFE-47B9-AB78-477B48A064C5}" dt="2023-11-14T07:13:04.254" v="172" actId="20577"/>
        <pc:sldMkLst>
          <pc:docMk/>
          <pc:sldMk cId="4253636147" sldId="2565"/>
        </pc:sldMkLst>
        <pc:spChg chg="mod">
          <ac:chgData name="Owais Ahmed" userId="6abc7d4556b3b071" providerId="LiveId" clId="{75EC58F7-4BFE-47B9-AB78-477B48A064C5}" dt="2023-11-14T07:13:04.254" v="172" actId="20577"/>
          <ac:spMkLst>
            <pc:docMk/>
            <pc:sldMk cId="4253636147" sldId="2565"/>
            <ac:spMk id="45" creationId="{9461B18B-6838-7194-7627-74E0FA77C8B6}"/>
          </ac:spMkLst>
        </pc:spChg>
      </pc:sldChg>
      <pc:sldChg chg="add">
        <pc:chgData name="Owais Ahmed" userId="6abc7d4556b3b071" providerId="LiveId" clId="{75EC58F7-4BFE-47B9-AB78-477B48A064C5}" dt="2023-11-14T07:10:36.886" v="143"/>
        <pc:sldMkLst>
          <pc:docMk/>
          <pc:sldMk cId="73718007" sldId="2566"/>
        </pc:sldMkLst>
      </pc:sldChg>
      <pc:sldChg chg="modSp add modAnim">
        <pc:chgData name="Owais Ahmed" userId="6abc7d4556b3b071" providerId="LiveId" clId="{75EC58F7-4BFE-47B9-AB78-477B48A064C5}" dt="2023-11-14T07:35:58.104" v="758" actId="20577"/>
        <pc:sldMkLst>
          <pc:docMk/>
          <pc:sldMk cId="742091239" sldId="2567"/>
        </pc:sldMkLst>
        <pc:spChg chg="mod">
          <ac:chgData name="Owais Ahmed" userId="6abc7d4556b3b071" providerId="LiveId" clId="{75EC58F7-4BFE-47B9-AB78-477B48A064C5}" dt="2023-11-14T07:35:58.104" v="758" actId="20577"/>
          <ac:spMkLst>
            <pc:docMk/>
            <pc:sldMk cId="742091239" sldId="2567"/>
            <ac:spMk id="3" creationId="{C036BAFF-A229-2D4C-DAE4-E2898006D8B7}"/>
          </ac:spMkLst>
        </pc:spChg>
      </pc:sldChg>
      <pc:sldChg chg="add">
        <pc:chgData name="Owais Ahmed" userId="6abc7d4556b3b071" providerId="LiveId" clId="{75EC58F7-4BFE-47B9-AB78-477B48A064C5}" dt="2023-11-14T07:10:36.886" v="143"/>
        <pc:sldMkLst>
          <pc:docMk/>
          <pc:sldMk cId="731708004" sldId="2568"/>
        </pc:sldMkLst>
      </pc:sldChg>
      <pc:sldChg chg="modSp add mod modAnim">
        <pc:chgData name="Owais Ahmed" userId="6abc7d4556b3b071" providerId="LiveId" clId="{75EC58F7-4BFE-47B9-AB78-477B48A064C5}" dt="2023-11-14T07:32:13.867" v="487" actId="20577"/>
        <pc:sldMkLst>
          <pc:docMk/>
          <pc:sldMk cId="3584144442" sldId="2569"/>
        </pc:sldMkLst>
        <pc:spChg chg="mod">
          <ac:chgData name="Owais Ahmed" userId="6abc7d4556b3b071" providerId="LiveId" clId="{75EC58F7-4BFE-47B9-AB78-477B48A064C5}" dt="2023-11-14T07:32:13.867" v="487" actId="20577"/>
          <ac:spMkLst>
            <pc:docMk/>
            <pc:sldMk cId="3584144442" sldId="2569"/>
            <ac:spMk id="3" creationId="{4A1C0383-58FE-E486-295E-B33B8683B938}"/>
          </ac:spMkLst>
        </pc:spChg>
        <pc:spChg chg="mod">
          <ac:chgData name="Owais Ahmed" userId="6abc7d4556b3b071" providerId="LiveId" clId="{75EC58F7-4BFE-47B9-AB78-477B48A064C5}" dt="2023-11-14T07:13:43.239" v="181" actId="20577"/>
          <ac:spMkLst>
            <pc:docMk/>
            <pc:sldMk cId="3584144442" sldId="2569"/>
            <ac:spMk id="215" creationId="{00000000-0000-0000-0000-000000000000}"/>
          </ac:spMkLst>
        </pc:spChg>
      </pc:sldChg>
      <pc:sldChg chg="addSp delSp modSp add del mod addAnim delAnim modAnim">
        <pc:chgData name="Owais Ahmed" userId="6abc7d4556b3b071" providerId="LiveId" clId="{75EC58F7-4BFE-47B9-AB78-477B48A064C5}" dt="2023-11-14T09:38:31.175" v="3563" actId="20577"/>
        <pc:sldMkLst>
          <pc:docMk/>
          <pc:sldMk cId="3192364649" sldId="2570"/>
        </pc:sldMkLst>
        <pc:spChg chg="mod">
          <ac:chgData name="Owais Ahmed" userId="6abc7d4556b3b071" providerId="LiveId" clId="{75EC58F7-4BFE-47B9-AB78-477B48A064C5}" dt="2023-11-14T09:38:31.175" v="3563" actId="20577"/>
          <ac:spMkLst>
            <pc:docMk/>
            <pc:sldMk cId="3192364649" sldId="2570"/>
            <ac:spMk id="3" creationId="{4A1C0383-58FE-E486-295E-B33B8683B938}"/>
          </ac:spMkLst>
        </pc:spChg>
        <pc:spChg chg="add del mod">
          <ac:chgData name="Owais Ahmed" userId="6abc7d4556b3b071" providerId="LiveId" clId="{75EC58F7-4BFE-47B9-AB78-477B48A064C5}" dt="2023-11-14T08:13:50.685" v="1334" actId="478"/>
          <ac:spMkLst>
            <pc:docMk/>
            <pc:sldMk cId="3192364649" sldId="2570"/>
            <ac:spMk id="5" creationId="{D1061428-2F5C-F5CD-843C-E8DD4981B4F2}"/>
          </ac:spMkLst>
        </pc:spChg>
        <pc:spChg chg="add del mod">
          <ac:chgData name="Owais Ahmed" userId="6abc7d4556b3b071" providerId="LiveId" clId="{75EC58F7-4BFE-47B9-AB78-477B48A064C5}" dt="2023-11-14T09:06:31.443" v="1748" actId="478"/>
          <ac:spMkLst>
            <pc:docMk/>
            <pc:sldMk cId="3192364649" sldId="2570"/>
            <ac:spMk id="6" creationId="{33145B20-25FB-E760-CB57-6AABE1322A34}"/>
          </ac:spMkLst>
        </pc:spChg>
        <pc:spChg chg="mod">
          <ac:chgData name="Owais Ahmed" userId="6abc7d4556b3b071" providerId="LiveId" clId="{75EC58F7-4BFE-47B9-AB78-477B48A064C5}" dt="2023-11-14T08:02:37.744" v="794" actId="20577"/>
          <ac:spMkLst>
            <pc:docMk/>
            <pc:sldMk cId="3192364649" sldId="2570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75EC58F7-4BFE-47B9-AB78-477B48A064C5}" dt="2023-11-14T09:25:43.288" v="2581" actId="20577"/>
        <pc:sldMkLst>
          <pc:docMk/>
          <pc:sldMk cId="1495419416" sldId="2571"/>
        </pc:sldMkLst>
        <pc:spChg chg="mod">
          <ac:chgData name="Owais Ahmed" userId="6abc7d4556b3b071" providerId="LiveId" clId="{75EC58F7-4BFE-47B9-AB78-477B48A064C5}" dt="2023-11-14T09:25:43.288" v="2581" actId="20577"/>
          <ac:spMkLst>
            <pc:docMk/>
            <pc:sldMk cId="1495419416" sldId="2571"/>
            <ac:spMk id="3" creationId="{4A1C0383-58FE-E486-295E-B33B8683B938}"/>
          </ac:spMkLst>
        </pc:spChg>
        <pc:spChg chg="del">
          <ac:chgData name="Owais Ahmed" userId="6abc7d4556b3b071" providerId="LiveId" clId="{75EC58F7-4BFE-47B9-AB78-477B48A064C5}" dt="2023-11-14T09:06:37.442" v="1749" actId="478"/>
          <ac:spMkLst>
            <pc:docMk/>
            <pc:sldMk cId="1495419416" sldId="2571"/>
            <ac:spMk id="6" creationId="{33145B20-25FB-E760-CB57-6AABE1322A34}"/>
          </ac:spMkLst>
        </pc:spChg>
        <pc:graphicFrameChg chg="add mod modGraphic">
          <ac:chgData name="Owais Ahmed" userId="6abc7d4556b3b071" providerId="LiveId" clId="{75EC58F7-4BFE-47B9-AB78-477B48A064C5}" dt="2023-11-14T09:16:03.804" v="1788" actId="1076"/>
          <ac:graphicFrameMkLst>
            <pc:docMk/>
            <pc:sldMk cId="1495419416" sldId="2571"/>
            <ac:graphicFrameMk id="4" creationId="{EABBD51D-5D5E-D91E-9F23-BC88A268A5AC}"/>
          </ac:graphicFrameMkLst>
        </pc:graphicFrameChg>
        <pc:graphicFrameChg chg="add mod">
          <ac:chgData name="Owais Ahmed" userId="6abc7d4556b3b071" providerId="LiveId" clId="{75EC58F7-4BFE-47B9-AB78-477B48A064C5}" dt="2023-11-14T09:16:50.736" v="1818" actId="14100"/>
          <ac:graphicFrameMkLst>
            <pc:docMk/>
            <pc:sldMk cId="1495419416" sldId="2571"/>
            <ac:graphicFrameMk id="5" creationId="{423BE6D3-2D0B-5CA8-39E0-4A43AA35A9F5}"/>
          </ac:graphicFrameMkLst>
        </pc:graphicFrameChg>
      </pc:sldChg>
      <pc:sldChg chg="delSp modSp add mod modAnim">
        <pc:chgData name="Owais Ahmed" userId="6abc7d4556b3b071" providerId="LiveId" clId="{75EC58F7-4BFE-47B9-AB78-477B48A064C5}" dt="2023-11-14T09:30:22.894" v="2973" actId="27636"/>
        <pc:sldMkLst>
          <pc:docMk/>
          <pc:sldMk cId="2352558766" sldId="2572"/>
        </pc:sldMkLst>
        <pc:spChg chg="mod">
          <ac:chgData name="Owais Ahmed" userId="6abc7d4556b3b071" providerId="LiveId" clId="{75EC58F7-4BFE-47B9-AB78-477B48A064C5}" dt="2023-11-14T09:30:22.894" v="2973" actId="27636"/>
          <ac:spMkLst>
            <pc:docMk/>
            <pc:sldMk cId="2352558766" sldId="2572"/>
            <ac:spMk id="3" creationId="{4A1C0383-58FE-E486-295E-B33B8683B938}"/>
          </ac:spMkLst>
        </pc:spChg>
        <pc:graphicFrameChg chg="del">
          <ac:chgData name="Owais Ahmed" userId="6abc7d4556b3b071" providerId="LiveId" clId="{75EC58F7-4BFE-47B9-AB78-477B48A064C5}" dt="2023-11-14T09:22:44.831" v="2197" actId="478"/>
          <ac:graphicFrameMkLst>
            <pc:docMk/>
            <pc:sldMk cId="2352558766" sldId="2572"/>
            <ac:graphicFrameMk id="4" creationId="{EABBD51D-5D5E-D91E-9F23-BC88A268A5AC}"/>
          </ac:graphicFrameMkLst>
        </pc:graphicFrameChg>
        <pc:graphicFrameChg chg="del">
          <ac:chgData name="Owais Ahmed" userId="6abc7d4556b3b071" providerId="LiveId" clId="{75EC58F7-4BFE-47B9-AB78-477B48A064C5}" dt="2023-11-14T09:22:44.127" v="2196" actId="478"/>
          <ac:graphicFrameMkLst>
            <pc:docMk/>
            <pc:sldMk cId="2352558766" sldId="2572"/>
            <ac:graphicFrameMk id="5" creationId="{423BE6D3-2D0B-5CA8-39E0-4A43AA35A9F5}"/>
          </ac:graphicFrameMkLst>
        </pc:graphicFrameChg>
      </pc:sldChg>
      <pc:sldChg chg="modSp add mod modAnim">
        <pc:chgData name="Owais Ahmed" userId="6abc7d4556b3b071" providerId="LiveId" clId="{75EC58F7-4BFE-47B9-AB78-477B48A064C5}" dt="2023-11-14T09:35:51.304" v="3439" actId="20577"/>
        <pc:sldMkLst>
          <pc:docMk/>
          <pc:sldMk cId="1727728077" sldId="2573"/>
        </pc:sldMkLst>
        <pc:spChg chg="mod">
          <ac:chgData name="Owais Ahmed" userId="6abc7d4556b3b071" providerId="LiveId" clId="{75EC58F7-4BFE-47B9-AB78-477B48A064C5}" dt="2023-11-14T09:35:51.304" v="3439" actId="20577"/>
          <ac:spMkLst>
            <pc:docMk/>
            <pc:sldMk cId="1727728077" sldId="2573"/>
            <ac:spMk id="3" creationId="{4A1C0383-58FE-E486-295E-B33B8683B938}"/>
          </ac:spMkLst>
        </pc:spChg>
      </pc:sldChg>
      <pc:sldChg chg="del">
        <pc:chgData name="Owais Ahmed" userId="6abc7d4556b3b071" providerId="LiveId" clId="{75EC58F7-4BFE-47B9-AB78-477B48A064C5}" dt="2023-10-31T10:51:28.057" v="0" actId="47"/>
        <pc:sldMkLst>
          <pc:docMk/>
          <pc:sldMk cId="1651692435" sldId="2574"/>
        </pc:sldMkLst>
      </pc:sldChg>
      <pc:sldChg chg="del">
        <pc:chgData name="Owais Ahmed" userId="6abc7d4556b3b071" providerId="LiveId" clId="{75EC58F7-4BFE-47B9-AB78-477B48A064C5}" dt="2023-10-31T10:51:29.055" v="1" actId="47"/>
        <pc:sldMkLst>
          <pc:docMk/>
          <pc:sldMk cId="1638662693" sldId="2575"/>
        </pc:sldMkLst>
      </pc:sldChg>
      <pc:sldChg chg="modSp add mod ord modAnim modNotesTx">
        <pc:chgData name="Owais Ahmed" userId="6abc7d4556b3b071" providerId="LiveId" clId="{75EC58F7-4BFE-47B9-AB78-477B48A064C5}" dt="2023-11-16T07:10:22.823" v="4140" actId="20577"/>
        <pc:sldMkLst>
          <pc:docMk/>
          <pc:sldMk cId="2723791907" sldId="2580"/>
        </pc:sldMkLst>
        <pc:spChg chg="mod">
          <ac:chgData name="Owais Ahmed" userId="6abc7d4556b3b071" providerId="LiveId" clId="{75EC58F7-4BFE-47B9-AB78-477B48A064C5}" dt="2023-11-16T07:10:22.823" v="4140" actId="20577"/>
          <ac:spMkLst>
            <pc:docMk/>
            <pc:sldMk cId="2723791907" sldId="2580"/>
            <ac:spMk id="3" creationId="{4A1C0383-58FE-E486-295E-B33B8683B938}"/>
          </ac:spMkLst>
        </pc:spChg>
        <pc:spChg chg="mod">
          <ac:chgData name="Owais Ahmed" userId="6abc7d4556b3b071" providerId="LiveId" clId="{75EC58F7-4BFE-47B9-AB78-477B48A064C5}" dt="2023-11-16T07:04:47.509" v="3571" actId="20577"/>
          <ac:spMkLst>
            <pc:docMk/>
            <pc:sldMk cId="2723791907" sldId="2580"/>
            <ac:spMk id="215" creationId="{00000000-0000-0000-0000-000000000000}"/>
          </ac:spMkLst>
        </pc:spChg>
      </pc:sldChg>
      <pc:sldChg chg="add">
        <pc:chgData name="Owais Ahmed" userId="6abc7d4556b3b071" providerId="LiveId" clId="{75EC58F7-4BFE-47B9-AB78-477B48A064C5}" dt="2023-11-16T07:10:28.485" v="4141" actId="2890"/>
        <pc:sldMkLst>
          <pc:docMk/>
          <pc:sldMk cId="2642061684" sldId="2581"/>
        </pc:sldMkLst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F42522E0-99CE-4106-9440-FDFEF3B733BF}"/>
    <pc:docChg chg="custSel addSld delSld modSld">
      <pc:chgData name="Owais Ahmed" userId="6abc7d4556b3b071" providerId="LiveId" clId="{F42522E0-99CE-4106-9440-FDFEF3B733BF}" dt="2023-12-06T11:03:14.537" v="13"/>
      <pc:docMkLst>
        <pc:docMk/>
      </pc:docMkLst>
      <pc:sldChg chg="modSp mod">
        <pc:chgData name="Owais Ahmed" userId="6abc7d4556b3b071" providerId="LiveId" clId="{F42522E0-99CE-4106-9440-FDFEF3B733BF}" dt="2023-12-06T11:03:14.537" v="13"/>
        <pc:sldMkLst>
          <pc:docMk/>
          <pc:sldMk cId="146856052" sldId="2503"/>
        </pc:sldMkLst>
        <pc:spChg chg="mod">
          <ac:chgData name="Owais Ahmed" userId="6abc7d4556b3b071" providerId="LiveId" clId="{F42522E0-99CE-4106-9440-FDFEF3B733BF}" dt="2023-12-06T11:03:14.537" v="13"/>
          <ac:spMkLst>
            <pc:docMk/>
            <pc:sldMk cId="146856052" sldId="2503"/>
            <ac:spMk id="9" creationId="{79DC1498-E692-42BA-B69F-6D37E6CFACA0}"/>
          </ac:spMkLst>
        </pc:spChg>
      </pc:sldChg>
      <pc:sldChg chg="del">
        <pc:chgData name="Owais Ahmed" userId="6abc7d4556b3b071" providerId="LiveId" clId="{F42522E0-99CE-4106-9440-FDFEF3B733BF}" dt="2023-11-22T15:47:15.539" v="1" actId="47"/>
        <pc:sldMkLst>
          <pc:docMk/>
          <pc:sldMk cId="2642061684" sldId="2581"/>
        </pc:sldMkLst>
      </pc:sldChg>
      <pc:sldChg chg="addSp delSp modSp add mod delAnim modAnim">
        <pc:chgData name="Owais Ahmed" userId="6abc7d4556b3b071" providerId="LiveId" clId="{F42522E0-99CE-4106-9440-FDFEF3B733BF}" dt="2023-11-22T15:48:47.998" v="12" actId="1076"/>
        <pc:sldMkLst>
          <pc:docMk/>
          <pc:sldMk cId="386739838" sldId="2582"/>
        </pc:sldMkLst>
        <pc:spChg chg="del">
          <ac:chgData name="Owais Ahmed" userId="6abc7d4556b3b071" providerId="LiveId" clId="{F42522E0-99CE-4106-9440-FDFEF3B733BF}" dt="2023-11-22T15:47:25.417" v="7" actId="478"/>
          <ac:spMkLst>
            <pc:docMk/>
            <pc:sldMk cId="386739838" sldId="2582"/>
            <ac:spMk id="45" creationId="{9461B18B-6838-7194-7627-74E0FA77C8B6}"/>
          </ac:spMkLst>
        </pc:spChg>
        <pc:spChg chg="mod">
          <ac:chgData name="Owais Ahmed" userId="6abc7d4556b3b071" providerId="LiveId" clId="{F42522E0-99CE-4106-9440-FDFEF3B733BF}" dt="2023-11-22T15:47:19.703" v="6" actId="20577"/>
          <ac:spMkLst>
            <pc:docMk/>
            <pc:sldMk cId="386739838" sldId="2582"/>
            <ac:spMk id="215" creationId="{00000000-0000-0000-0000-000000000000}"/>
          </ac:spMkLst>
        </pc:spChg>
        <pc:graphicFrameChg chg="add mod">
          <ac:chgData name="Owais Ahmed" userId="6abc7d4556b3b071" providerId="LiveId" clId="{F42522E0-99CE-4106-9440-FDFEF3B733BF}" dt="2023-11-22T15:48:47.998" v="12" actId="1076"/>
          <ac:graphicFrameMkLst>
            <pc:docMk/>
            <pc:sldMk cId="386739838" sldId="2582"/>
            <ac:graphicFrameMk id="3" creationId="{CB0773A7-9864-4F79-3A7F-29C656B6C8CF}"/>
          </ac:graphicFrameMkLst>
        </pc:graphicFrameChg>
        <pc:graphicFrameChg chg="modGraphic">
          <ac:chgData name="Owais Ahmed" userId="6abc7d4556b3b071" providerId="LiveId" clId="{F42522E0-99CE-4106-9440-FDFEF3B733BF}" dt="2023-11-22T15:48:06.417" v="9" actId="207"/>
          <ac:graphicFrameMkLst>
            <pc:docMk/>
            <pc:sldMk cId="386739838" sldId="2582"/>
            <ac:graphicFrameMk id="4" creationId="{25FA11BA-519C-B8E9-CDB3-AA9CD3B98FEF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5" creationId="{6988EEDA-FA31-6010-195D-2FA146412BEA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6" creationId="{DCED0645-2FD9-0B0E-0829-10FADA5B13B3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7" creationId="{82DC31B5-9D70-1DF3-9FC5-2BE0B9078ED6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9" creationId="{378D95FF-EAC6-5505-CE93-CCDDB49605E7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0" creationId="{D87B8439-7978-2873-4B35-FD9BB274BFB1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1" creationId="{7E9772CF-6A16-D910-45CA-F86BA061F819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2" creationId="{2B479B8B-CFA3-C856-0171-6D1F1B6F7654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3" creationId="{47398C62-B6F2-DE3E-87F8-194E7987DC31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4" creationId="{CFB62991-040B-52EC-EA81-1DCB5977BA47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5" creationId="{D8D45612-962F-46E4-7F77-366ACF2CE96E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6" creationId="{914283B1-5C00-2230-D60E-2E09CB35BB2D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7" creationId="{D90D1344-34A7-3B67-3689-E219C3230CA4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8" creationId="{41463D03-CA79-94B2-2B12-7AC83D11286F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40" creationId="{1997377A-EC98-D977-9D02-E0E9EACA4E92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43" creationId="{94C61B5E-A580-FD77-4963-BFD5AB4EA764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44" creationId="{4B3E5247-7D93-5B34-D0DC-31E11377FB97}"/>
          </ac:graphicFrameMkLst>
        </pc:graphicFrameChg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C968DFF7-75EA-425C-B744-BCB0C5DAAF5B}"/>
    <pc:docChg chg="undo custSel addSld delSld modSld sldOrd">
      <pc:chgData name="Owais Ahmed" userId="6abc7d4556b3b071" providerId="LiveId" clId="{C968DFF7-75EA-425C-B744-BCB0C5DAAF5B}" dt="2023-08-22T05:24:27.373" v="14616" actId="20577"/>
      <pc:docMkLst>
        <pc:docMk/>
      </pc:docMkLst>
      <pc:sldChg chg="modSp mod">
        <pc:chgData name="Owais Ahmed" userId="6abc7d4556b3b071" providerId="LiveId" clId="{C968DFF7-75EA-425C-B744-BCB0C5DAAF5B}" dt="2023-08-17T09:37:48.385" v="12743" actId="20577"/>
        <pc:sldMkLst>
          <pc:docMk/>
          <pc:sldMk cId="1649098948" sldId="2462"/>
        </pc:sldMkLst>
        <pc:spChg chg="mod">
          <ac:chgData name="Owais Ahmed" userId="6abc7d4556b3b071" providerId="LiveId" clId="{C968DFF7-75EA-425C-B744-BCB0C5DAAF5B}" dt="2023-08-17T09:37:48.385" v="127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968DFF7-75EA-425C-B744-BCB0C5DAAF5B}" dt="2023-08-10T07:32:45.723" v="812" actId="20577"/>
        <pc:sldMkLst>
          <pc:docMk/>
          <pc:sldMk cId="296501705" sldId="2557"/>
        </pc:sldMkLst>
        <pc:spChg chg="mod">
          <ac:chgData name="Owais Ahmed" userId="6abc7d4556b3b071" providerId="LiveId" clId="{C968DFF7-75EA-425C-B744-BCB0C5DAAF5B}" dt="2023-08-10T07:32:45.723" v="812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0T07:12:31.050" v="57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53512322" sldId="2558"/>
        </pc:sldMkLst>
      </pc:sldChg>
      <pc:sldChg chg="modSp add mod modAnim">
        <pc:chgData name="Owais Ahmed" userId="6abc7d4556b3b071" providerId="LiveId" clId="{C968DFF7-75EA-425C-B744-BCB0C5DAAF5B}" dt="2023-08-12T09:10:33.738" v="9777" actId="20577"/>
        <pc:sldMkLst>
          <pc:docMk/>
          <pc:sldMk cId="434899577" sldId="2558"/>
        </pc:sldMkLst>
        <pc:spChg chg="mod">
          <ac:chgData name="Owais Ahmed" userId="6abc7d4556b3b071" providerId="LiveId" clId="{C968DFF7-75EA-425C-B744-BCB0C5DAAF5B}" dt="2023-08-12T09:10:33.738" v="9777" actId="20577"/>
          <ac:spMkLst>
            <pc:docMk/>
            <pc:sldMk cId="434899577" sldId="255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4:27:59.021" v="1912" actId="20577"/>
          <ac:spMkLst>
            <pc:docMk/>
            <pc:sldMk cId="434899577" sldId="2558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566808580" sldId="2559"/>
        </pc:sldMkLst>
      </pc:sldChg>
      <pc:sldChg chg="modSp add mod modAnim">
        <pc:chgData name="Owais Ahmed" userId="6abc7d4556b3b071" providerId="LiveId" clId="{C968DFF7-75EA-425C-B744-BCB0C5DAAF5B}" dt="2023-08-12T09:11:03.452" v="9792" actId="403"/>
        <pc:sldMkLst>
          <pc:docMk/>
          <pc:sldMk cId="3699905756" sldId="2559"/>
        </pc:sldMkLst>
        <pc:spChg chg="mod">
          <ac:chgData name="Owais Ahmed" userId="6abc7d4556b3b071" providerId="LiveId" clId="{C968DFF7-75EA-425C-B744-BCB0C5DAAF5B}" dt="2023-08-12T09:11:03.452" v="9792" actId="403"/>
          <ac:spMkLst>
            <pc:docMk/>
            <pc:sldMk cId="3699905756" sldId="255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06.543" v="4752"/>
          <ac:spMkLst>
            <pc:docMk/>
            <pc:sldMk cId="3699905756" sldId="2559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968DFF7-75EA-425C-B744-BCB0C5DAAF5B}" dt="2023-08-12T09:11:28.593" v="9798" actId="20577"/>
        <pc:sldMkLst>
          <pc:docMk/>
          <pc:sldMk cId="2653031371" sldId="2560"/>
        </pc:sldMkLst>
        <pc:spChg chg="mod">
          <ac:chgData name="Owais Ahmed" userId="6abc7d4556b3b071" providerId="LiveId" clId="{C968DFF7-75EA-425C-B744-BCB0C5DAAF5B}" dt="2023-08-12T06:35:10.722" v="4732" actId="20577"/>
          <ac:spMkLst>
            <pc:docMk/>
            <pc:sldMk cId="2653031371" sldId="2560"/>
            <ac:spMk id="3" creationId="{4A1C0383-58FE-E486-295E-B33B8683B938}"/>
          </ac:spMkLst>
        </pc:spChg>
        <pc:spChg chg="add mod">
          <ac:chgData name="Owais Ahmed" userId="6abc7d4556b3b071" providerId="LiveId" clId="{C968DFF7-75EA-425C-B744-BCB0C5DAAF5B}" dt="2023-08-12T09:11:28.593" v="9798" actId="20577"/>
          <ac:spMkLst>
            <pc:docMk/>
            <pc:sldMk cId="2653031371" sldId="2560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09.588" v="4753"/>
          <ac:spMkLst>
            <pc:docMk/>
            <pc:sldMk cId="2653031371" sldId="2560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3737636412" sldId="2560"/>
        </pc:sldMkLst>
      </pc:sldChg>
      <pc:sldChg chg="modSp add mod modAnim">
        <pc:chgData name="Owais Ahmed" userId="6abc7d4556b3b071" providerId="LiveId" clId="{C968DFF7-75EA-425C-B744-BCB0C5DAAF5B}" dt="2023-08-12T06:36:12.503" v="4754"/>
        <pc:sldMkLst>
          <pc:docMk/>
          <pc:sldMk cId="224988690" sldId="2561"/>
        </pc:sldMkLst>
        <pc:spChg chg="mod">
          <ac:chgData name="Owais Ahmed" userId="6abc7d4556b3b071" providerId="LiveId" clId="{C968DFF7-75EA-425C-B744-BCB0C5DAAF5B}" dt="2023-08-12T06:35:37.622" v="4734" actId="20577"/>
          <ac:spMkLst>
            <pc:docMk/>
            <pc:sldMk cId="224988690" sldId="2561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09:00.084" v="4657" actId="20577"/>
          <ac:spMkLst>
            <pc:docMk/>
            <pc:sldMk cId="224988690" sldId="2561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12.503" v="4754"/>
          <ac:spMkLst>
            <pc:docMk/>
            <pc:sldMk cId="224988690" sldId="2561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476977656" sldId="2561"/>
        </pc:sldMkLst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305422422" sldId="2562"/>
        </pc:sldMkLst>
      </pc:sldChg>
      <pc:sldChg chg="modSp add mod ord modAnim">
        <pc:chgData name="Owais Ahmed" userId="6abc7d4556b3b071" providerId="LiveId" clId="{C968DFF7-75EA-425C-B744-BCB0C5DAAF5B}" dt="2023-08-12T09:11:47.294" v="9808" actId="20577"/>
        <pc:sldMkLst>
          <pc:docMk/>
          <pc:sldMk cId="3132273384" sldId="2562"/>
        </pc:sldMkLst>
        <pc:spChg chg="mod">
          <ac:chgData name="Owais Ahmed" userId="6abc7d4556b3b071" providerId="LiveId" clId="{C968DFF7-75EA-425C-B744-BCB0C5DAAF5B}" dt="2023-08-12T09:11:47.294" v="9808" actId="20577"/>
          <ac:spMkLst>
            <pc:docMk/>
            <pc:sldMk cId="3132273384" sldId="2562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56.583" v="4776" actId="20577"/>
          <ac:spMkLst>
            <pc:docMk/>
            <pc:sldMk cId="3132273384" sldId="2562"/>
            <ac:spMk id="215" creationId="{00000000-0000-0000-0000-000000000000}"/>
          </ac:spMkLst>
        </pc:spChg>
      </pc:sldChg>
      <pc:sldChg chg="add del">
        <pc:chgData name="Owais Ahmed" userId="6abc7d4556b3b071" providerId="LiveId" clId="{C968DFF7-75EA-425C-B744-BCB0C5DAAF5B}" dt="2023-08-12T07:06:03.737" v="5850" actId="2890"/>
        <pc:sldMkLst>
          <pc:docMk/>
          <pc:sldMk cId="1002625637" sldId="2563"/>
        </pc:sldMkLst>
      </pc:sldChg>
      <pc:sldChg chg="delSp modSp add mod ord delAnim modAnim">
        <pc:chgData name="Owais Ahmed" userId="6abc7d4556b3b071" providerId="LiveId" clId="{C968DFF7-75EA-425C-B744-BCB0C5DAAF5B}" dt="2023-08-12T07:11:02.119" v="6177" actId="20577"/>
        <pc:sldMkLst>
          <pc:docMk/>
          <pc:sldMk cId="3330436801" sldId="2563"/>
        </pc:sldMkLst>
        <pc:spChg chg="mod">
          <ac:chgData name="Owais Ahmed" userId="6abc7d4556b3b071" providerId="LiveId" clId="{C968DFF7-75EA-425C-B744-BCB0C5DAAF5B}" dt="2023-08-12T07:11:02.119" v="6177" actId="20577"/>
          <ac:spMkLst>
            <pc:docMk/>
            <pc:sldMk cId="3330436801" sldId="2563"/>
            <ac:spMk id="3" creationId="{4A1C0383-58FE-E486-295E-B33B8683B938}"/>
          </ac:spMkLst>
        </pc:spChg>
        <pc:spChg chg="del">
          <ac:chgData name="Owais Ahmed" userId="6abc7d4556b3b071" providerId="LiveId" clId="{C968DFF7-75EA-425C-B744-BCB0C5DAAF5B}" dt="2023-08-12T07:08:41.884" v="6053" actId="478"/>
          <ac:spMkLst>
            <pc:docMk/>
            <pc:sldMk cId="3330436801" sldId="2563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7:06:11.255" v="5854"/>
          <ac:spMkLst>
            <pc:docMk/>
            <pc:sldMk cId="3330436801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4071666753" sldId="2563"/>
        </pc:sldMkLst>
      </pc:sldChg>
      <pc:sldChg chg="addSp modSp add mod ord modAnim">
        <pc:chgData name="Owais Ahmed" userId="6abc7d4556b3b071" providerId="LiveId" clId="{C968DFF7-75EA-425C-B744-BCB0C5DAAF5B}" dt="2023-08-12T07:24:48.262" v="6978"/>
        <pc:sldMkLst>
          <pc:docMk/>
          <pc:sldMk cId="1325755899" sldId="2564"/>
        </pc:sldMkLst>
        <pc:spChg chg="mod">
          <ac:chgData name="Owais Ahmed" userId="6abc7d4556b3b071" providerId="LiveId" clId="{C968DFF7-75EA-425C-B744-BCB0C5DAAF5B}" dt="2023-08-12T07:23:57.929" v="6972" actId="27636"/>
          <ac:spMkLst>
            <pc:docMk/>
            <pc:sldMk cId="1325755899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68DFF7-75EA-425C-B744-BCB0C5DAAF5B}" dt="2023-08-12T07:22:24.582" v="6820" actId="20577"/>
          <ac:graphicFrameMkLst>
            <pc:docMk/>
            <pc:sldMk cId="1325755899" sldId="2564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526141006" sldId="2564"/>
        </pc:sldMkLst>
      </pc:sldChg>
      <pc:sldChg chg="modSp add mod ord modAnim">
        <pc:chgData name="Owais Ahmed" userId="6abc7d4556b3b071" providerId="LiveId" clId="{C968DFF7-75EA-425C-B744-BCB0C5DAAF5B}" dt="2023-08-12T09:14:41.906" v="10182" actId="20577"/>
        <pc:sldMkLst>
          <pc:docMk/>
          <pc:sldMk cId="2136095335" sldId="2565"/>
        </pc:sldMkLst>
        <pc:spChg chg="mod">
          <ac:chgData name="Owais Ahmed" userId="6abc7d4556b3b071" providerId="LiveId" clId="{C968DFF7-75EA-425C-B744-BCB0C5DAAF5B}" dt="2023-08-12T09:14:41.906" v="10182" actId="20577"/>
          <ac:spMkLst>
            <pc:docMk/>
            <pc:sldMk cId="2136095335" sldId="2565"/>
            <ac:spMk id="3" creationId="{4A1C0383-58FE-E486-295E-B33B8683B938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724244378" sldId="2565"/>
        </pc:sldMkLst>
      </pc:sldChg>
      <pc:sldChg chg="modSp add mod modAnim">
        <pc:chgData name="Owais Ahmed" userId="6abc7d4556b3b071" providerId="LiveId" clId="{C968DFF7-75EA-425C-B744-BCB0C5DAAF5B}" dt="2023-08-22T05:24:27.373" v="14616" actId="20577"/>
        <pc:sldMkLst>
          <pc:docMk/>
          <pc:sldMk cId="786819306" sldId="2566"/>
        </pc:sldMkLst>
        <pc:spChg chg="mod">
          <ac:chgData name="Owais Ahmed" userId="6abc7d4556b3b071" providerId="LiveId" clId="{C968DFF7-75EA-425C-B744-BCB0C5DAAF5B}" dt="2023-08-22T05:24:27.373" v="14616" actId="20577"/>
          <ac:spMkLst>
            <pc:docMk/>
            <pc:sldMk cId="786819306" sldId="256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7:46:30.069" v="7642"/>
          <ac:spMkLst>
            <pc:docMk/>
            <pc:sldMk cId="786819306" sldId="2566"/>
            <ac:spMk id="215" creationId="{00000000-0000-0000-0000-000000000000}"/>
          </ac:spMkLst>
        </pc:spChg>
        <pc:graphicFrameChg chg="mod">
          <ac:chgData name="Owais Ahmed" userId="6abc7d4556b3b071" providerId="LiveId" clId="{C968DFF7-75EA-425C-B744-BCB0C5DAAF5B}" dt="2023-08-12T08:59:04.793" v="9284" actId="14100"/>
          <ac:graphicFrameMkLst>
            <pc:docMk/>
            <pc:sldMk cId="786819306" sldId="2566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651103511" sldId="2566"/>
        </pc:sldMkLst>
      </pc:sldChg>
      <pc:sldChg chg="addSp delSp modSp add del mod delAnim modAnim">
        <pc:chgData name="Owais Ahmed" userId="6abc7d4556b3b071" providerId="LiveId" clId="{C968DFF7-75EA-425C-B744-BCB0C5DAAF5B}" dt="2023-08-12T09:14:27.406" v="10159" actId="47"/>
        <pc:sldMkLst>
          <pc:docMk/>
          <pc:sldMk cId="3245370810" sldId="2567"/>
        </pc:sldMkLst>
        <pc:spChg chg="del mod">
          <ac:chgData name="Owais Ahmed" userId="6abc7d4556b3b071" providerId="LiveId" clId="{C968DFF7-75EA-425C-B744-BCB0C5DAAF5B}" dt="2023-08-12T08:20:05.309" v="8839" actId="478"/>
          <ac:spMkLst>
            <pc:docMk/>
            <pc:sldMk cId="3245370810" sldId="2567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8:08:55.843" v="8402" actId="478"/>
          <ac:graphicFrameMkLst>
            <pc:docMk/>
            <pc:sldMk cId="3245370810" sldId="2567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12T08:35:22.659" v="8994" actId="20577"/>
          <ac:graphicFrameMkLst>
            <pc:docMk/>
            <pc:sldMk cId="3245370810" sldId="2567"/>
            <ac:graphicFrameMk id="5" creationId="{36965A2B-CEE7-7D30-D082-EC333F06B3C1}"/>
          </ac:graphicFrameMkLst>
        </pc:graphicFrameChg>
      </pc:sldChg>
      <pc:sldChg chg="addSp delSp modSp add mod ord delAnim modAnim">
        <pc:chgData name="Owais Ahmed" userId="6abc7d4556b3b071" providerId="LiveId" clId="{C968DFF7-75EA-425C-B744-BCB0C5DAAF5B}" dt="2023-08-22T05:20:01.020" v="14599" actId="20577"/>
        <pc:sldMkLst>
          <pc:docMk/>
          <pc:sldMk cId="1120982729" sldId="2568"/>
        </pc:sldMkLst>
        <pc:spChg chg="mod">
          <ac:chgData name="Owais Ahmed" userId="6abc7d4556b3b071" providerId="LiveId" clId="{C968DFF7-75EA-425C-B744-BCB0C5DAAF5B}" dt="2023-08-22T05:20:01.020" v="14599" actId="20577"/>
          <ac:spMkLst>
            <pc:docMk/>
            <pc:sldMk cId="1120982729" sldId="2568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9:00:31.696" v="9379" actId="478"/>
          <ac:graphicFrameMkLst>
            <pc:docMk/>
            <pc:sldMk cId="1120982729" sldId="2568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22T05:19:14.829" v="14584" actId="20577"/>
          <ac:graphicFrameMkLst>
            <pc:docMk/>
            <pc:sldMk cId="1120982729" sldId="2568"/>
            <ac:graphicFrameMk id="5" creationId="{BFA60DA0-D07A-C618-2EA1-A0FF7834D862}"/>
          </ac:graphicFrameMkLst>
        </pc:graphicFrameChg>
      </pc:sldChg>
      <pc:sldChg chg="addSp modSp add mod modAnim">
        <pc:chgData name="Owais Ahmed" userId="6abc7d4556b3b071" providerId="LiveId" clId="{C968DFF7-75EA-425C-B744-BCB0C5DAAF5B}" dt="2023-08-12T09:45:33.135" v="10763"/>
        <pc:sldMkLst>
          <pc:docMk/>
          <pc:sldMk cId="3259772413" sldId="2569"/>
        </pc:sldMkLst>
        <pc:spChg chg="mod">
          <ac:chgData name="Owais Ahmed" userId="6abc7d4556b3b071" providerId="LiveId" clId="{C968DFF7-75EA-425C-B744-BCB0C5DAAF5B}" dt="2023-08-12T09:44:03.586" v="10762" actId="20577"/>
          <ac:spMkLst>
            <pc:docMk/>
            <pc:sldMk cId="3259772413" sldId="256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9:34:38.280" v="10372" actId="20577"/>
          <ac:spMkLst>
            <pc:docMk/>
            <pc:sldMk cId="3259772413" sldId="2569"/>
            <ac:spMk id="215" creationId="{00000000-0000-0000-0000-000000000000}"/>
          </ac:spMkLst>
        </pc:spChg>
        <pc:picChg chg="add mod">
          <ac:chgData name="Owais Ahmed" userId="6abc7d4556b3b071" providerId="LiveId" clId="{C968DFF7-75EA-425C-B744-BCB0C5DAAF5B}" dt="2023-08-12T09:40:39.156" v="10383" actId="1076"/>
          <ac:picMkLst>
            <pc:docMk/>
            <pc:sldMk cId="3259772413" sldId="2569"/>
            <ac:picMk id="1026" creationId="{42AF2C7F-91B5-0078-348B-344199808F7C}"/>
          </ac:picMkLst>
        </pc:picChg>
      </pc:sldChg>
      <pc:sldChg chg="modSp add mod ord modAnim">
        <pc:chgData name="Owais Ahmed" userId="6abc7d4556b3b071" providerId="LiveId" clId="{C968DFF7-75EA-425C-B744-BCB0C5DAAF5B}" dt="2023-08-15T09:51:48.117" v="11063" actId="14"/>
        <pc:sldMkLst>
          <pc:docMk/>
          <pc:sldMk cId="345547534" sldId="2570"/>
        </pc:sldMkLst>
        <pc:spChg chg="mod">
          <ac:chgData name="Owais Ahmed" userId="6abc7d4556b3b071" providerId="LiveId" clId="{C968DFF7-75EA-425C-B744-BCB0C5DAAF5B}" dt="2023-08-15T09:51:48.117" v="11063" actId="14"/>
          <ac:spMkLst>
            <pc:docMk/>
            <pc:sldMk cId="345547534" sldId="2570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5T09:44:34.348" v="10767"/>
          <ac:spMkLst>
            <pc:docMk/>
            <pc:sldMk cId="345547534" sldId="257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968DFF7-75EA-425C-B744-BCB0C5DAAF5B}" dt="2023-08-15T10:00:46.572" v="11700" actId="20577"/>
        <pc:sldMkLst>
          <pc:docMk/>
          <pc:sldMk cId="2705189823" sldId="2571"/>
        </pc:sldMkLst>
        <pc:spChg chg="mod">
          <ac:chgData name="Owais Ahmed" userId="6abc7d4556b3b071" providerId="LiveId" clId="{C968DFF7-75EA-425C-B744-BCB0C5DAAF5B}" dt="2023-08-15T10:00:46.572" v="11700" actId="20577"/>
          <ac:spMkLst>
            <pc:docMk/>
            <pc:sldMk cId="2705189823" sldId="257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968DFF7-75EA-425C-B744-BCB0C5DAAF5B}" dt="2023-08-15T10:05:01.351" v="11970" actId="20577"/>
        <pc:sldMkLst>
          <pc:docMk/>
          <pc:sldMk cId="195981011" sldId="2572"/>
        </pc:sldMkLst>
        <pc:spChg chg="mod">
          <ac:chgData name="Owais Ahmed" userId="6abc7d4556b3b071" providerId="LiveId" clId="{C968DFF7-75EA-425C-B744-BCB0C5DAAF5B}" dt="2023-08-15T10:05:01.351" v="11970" actId="20577"/>
          <ac:spMkLst>
            <pc:docMk/>
            <pc:sldMk cId="195981011" sldId="2572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C968DFF7-75EA-425C-B744-BCB0C5DAAF5B}" dt="2023-08-15T10:13:04.845" v="12283" actId="20577"/>
        <pc:sldMkLst>
          <pc:docMk/>
          <pc:sldMk cId="3050182891" sldId="2573"/>
        </pc:sldMkLst>
        <pc:spChg chg="mod">
          <ac:chgData name="Owais Ahmed" userId="6abc7d4556b3b071" providerId="LiveId" clId="{C968DFF7-75EA-425C-B744-BCB0C5DAAF5B}" dt="2023-08-15T10:13:04.845" v="12283" actId="20577"/>
          <ac:spMkLst>
            <pc:docMk/>
            <pc:sldMk cId="3050182891" sldId="2573"/>
            <ac:spMk id="3" creationId="{4A1C0383-58FE-E486-295E-B33B8683B938}"/>
          </ac:spMkLst>
        </pc:spChg>
        <pc:graphicFrameChg chg="add mod">
          <ac:chgData name="Owais Ahmed" userId="6abc7d4556b3b071" providerId="LiveId" clId="{C968DFF7-75EA-425C-B744-BCB0C5DAAF5B}" dt="2023-08-15T10:11:55.153" v="12136" actId="20577"/>
          <ac:graphicFrameMkLst>
            <pc:docMk/>
            <pc:sldMk cId="3050182891" sldId="2573"/>
            <ac:graphicFrameMk id="4" creationId="{C81BC664-E37E-13F8-234B-D249AAD10D5C}"/>
          </ac:graphicFrameMkLst>
        </pc:graphicFrameChg>
      </pc:sldChg>
      <pc:sldChg chg="modSp add mod modAnim">
        <pc:chgData name="Owais Ahmed" userId="6abc7d4556b3b071" providerId="LiveId" clId="{C968DFF7-75EA-425C-B744-BCB0C5DAAF5B}" dt="2023-08-15T10:17:13.250" v="12496" actId="20577"/>
        <pc:sldMkLst>
          <pc:docMk/>
          <pc:sldMk cId="1651692435" sldId="2574"/>
        </pc:sldMkLst>
        <pc:spChg chg="mod">
          <ac:chgData name="Owais Ahmed" userId="6abc7d4556b3b071" providerId="LiveId" clId="{C968DFF7-75EA-425C-B744-BCB0C5DAAF5B}" dt="2023-08-15T10:17:13.250" v="12496" actId="20577"/>
          <ac:spMkLst>
            <pc:docMk/>
            <pc:sldMk cId="1651692435" sldId="2574"/>
            <ac:spMk id="3" creationId="{4A1C0383-58FE-E486-295E-B33B8683B938}"/>
          </ac:spMkLst>
        </pc:spChg>
        <pc:graphicFrameChg chg="mod">
          <ac:chgData name="Owais Ahmed" userId="6abc7d4556b3b071" providerId="LiveId" clId="{C968DFF7-75EA-425C-B744-BCB0C5DAAF5B}" dt="2023-08-15T10:16:56.236" v="12441" actId="14100"/>
          <ac:graphicFrameMkLst>
            <pc:docMk/>
            <pc:sldMk cId="1651692435" sldId="2574"/>
            <ac:graphicFrameMk id="4" creationId="{C81BC664-E37E-13F8-234B-D249AAD10D5C}"/>
          </ac:graphicFrameMkLst>
        </pc:graphicFrameChg>
      </pc:sldChg>
      <pc:sldChg chg="modSp add ord modAnim">
        <pc:chgData name="Owais Ahmed" userId="6abc7d4556b3b071" providerId="LiveId" clId="{C968DFF7-75EA-425C-B744-BCB0C5DAAF5B}" dt="2023-08-15T10:32:26.894" v="12723" actId="20577"/>
        <pc:sldMkLst>
          <pc:docMk/>
          <pc:sldMk cId="1638662693" sldId="2575"/>
        </pc:sldMkLst>
        <pc:spChg chg="mod">
          <ac:chgData name="Owais Ahmed" userId="6abc7d4556b3b071" providerId="LiveId" clId="{C968DFF7-75EA-425C-B744-BCB0C5DAAF5B}" dt="2023-08-15T10:32:26.894" v="12723" actId="20577"/>
          <ac:spMkLst>
            <pc:docMk/>
            <pc:sldMk cId="1638662693" sldId="2575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968DFF7-75EA-425C-B744-BCB0C5DAAF5B}" dt="2023-08-17T09:45:10.401" v="13371" actId="20577"/>
        <pc:sldMkLst>
          <pc:docMk/>
          <pc:sldMk cId="3849819283" sldId="2576"/>
        </pc:sldMkLst>
        <pc:spChg chg="mod">
          <ac:chgData name="Owais Ahmed" userId="6abc7d4556b3b071" providerId="LiveId" clId="{C968DFF7-75EA-425C-B744-BCB0C5DAAF5B}" dt="2023-08-17T09:45:10.401" v="13371" actId="20577"/>
          <ac:spMkLst>
            <pc:docMk/>
            <pc:sldMk cId="3849819283" sldId="257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09:38:10.288" v="12765" actId="20577"/>
          <ac:spMkLst>
            <pc:docMk/>
            <pc:sldMk cId="3849819283" sldId="2576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968DFF7-75EA-425C-B744-BCB0C5DAAF5B}" dt="2023-08-17T10:37:47.631" v="14482" actId="20577"/>
        <pc:sldMkLst>
          <pc:docMk/>
          <pc:sldMk cId="2362627110" sldId="2577"/>
        </pc:sldMkLst>
        <pc:spChg chg="mod">
          <ac:chgData name="Owais Ahmed" userId="6abc7d4556b3b071" providerId="LiveId" clId="{C968DFF7-75EA-425C-B744-BCB0C5DAAF5B}" dt="2023-08-17T10:37:10.830" v="14373" actId="20577"/>
          <ac:spMkLst>
            <pc:docMk/>
            <pc:sldMk cId="2362627110" sldId="257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C968DFF7-75EA-425C-B744-BCB0C5DAAF5B}" dt="2023-08-17T10:52:29.991" v="14501" actId="47"/>
        <pc:sldMkLst>
          <pc:docMk/>
          <pc:sldMk cId="4012157935" sldId="2578"/>
        </pc:sldMkLst>
        <pc:spChg chg="mod">
          <ac:chgData name="Owais Ahmed" userId="6abc7d4556b3b071" providerId="LiveId" clId="{C968DFF7-75EA-425C-B744-BCB0C5DAAF5B}" dt="2023-08-17T10:38:24.602" v="14500" actId="20577"/>
          <ac:spMkLst>
            <pc:docMk/>
            <pc:sldMk cId="4012157935" sldId="257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10:38:20.557" v="14497" actId="20577"/>
          <ac:spMkLst>
            <pc:docMk/>
            <pc:sldMk cId="4012157935" sldId="257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121F522D-F26C-4013-A2DF-2A6E836927F8}"/>
    <pc:docChg chg="custSel delSld modSld">
      <pc:chgData name="Owais Ahmed" userId="6abc7d4556b3b071" providerId="LiveId" clId="{121F522D-F26C-4013-A2DF-2A6E836927F8}" dt="2023-10-04T10:40:48.401" v="895" actId="47"/>
      <pc:docMkLst>
        <pc:docMk/>
      </pc:docMkLst>
      <pc:sldChg chg="modSp mod">
        <pc:chgData name="Owais Ahmed" userId="6abc7d4556b3b071" providerId="LiveId" clId="{121F522D-F26C-4013-A2DF-2A6E836927F8}" dt="2023-10-04T10:22:52.379" v="31" actId="20577"/>
        <pc:sldMkLst>
          <pc:docMk/>
          <pc:sldMk cId="1649098948" sldId="2462"/>
        </pc:sldMkLst>
        <pc:spChg chg="mod">
          <ac:chgData name="Owais Ahmed" userId="6abc7d4556b3b071" providerId="LiveId" clId="{121F522D-F26C-4013-A2DF-2A6E836927F8}" dt="2023-10-04T10:22:52.379" v="3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121F522D-F26C-4013-A2DF-2A6E836927F8}" dt="2023-10-04T10:31:43.246" v="889" actId="20577"/>
        <pc:sldMkLst>
          <pc:docMk/>
          <pc:sldMk cId="296501705" sldId="2557"/>
        </pc:sldMkLst>
        <pc:spChg chg="mod">
          <ac:chgData name="Owais Ahmed" userId="6abc7d4556b3b071" providerId="LiveId" clId="{121F522D-F26C-4013-A2DF-2A6E836927F8}" dt="2023-10-04T10:31:43.246" v="889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121F522D-F26C-4013-A2DF-2A6E836927F8}" dt="2023-10-04T10:24:28.472" v="5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434899577" sldId="2558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699905756" sldId="2559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653031371" sldId="2560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24988690" sldId="2561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132273384" sldId="2562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330436801" sldId="256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325755899" sldId="2564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2136095335" sldId="2565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786819306" sldId="2566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120982729" sldId="2568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259772413" sldId="2569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45547534" sldId="2570"/>
        </pc:sldMkLst>
      </pc:sldChg>
      <pc:sldChg chg="del">
        <pc:chgData name="Owais Ahmed" userId="6abc7d4556b3b071" providerId="LiveId" clId="{121F522D-F26C-4013-A2DF-2A6E836927F8}" dt="2023-10-04T10:40:48.401" v="895" actId="47"/>
        <pc:sldMkLst>
          <pc:docMk/>
          <pc:sldMk cId="2705189823" sldId="2571"/>
        </pc:sldMkLst>
      </pc:sldChg>
      <pc:sldChg chg="del">
        <pc:chgData name="Owais Ahmed" userId="6abc7d4556b3b071" providerId="LiveId" clId="{121F522D-F26C-4013-A2DF-2A6E836927F8}" dt="2023-10-04T10:40:45.936" v="894" actId="47"/>
        <pc:sldMkLst>
          <pc:docMk/>
          <pc:sldMk cId="195981011" sldId="2572"/>
        </pc:sldMkLst>
      </pc:sldChg>
      <pc:sldChg chg="del">
        <pc:chgData name="Owais Ahmed" userId="6abc7d4556b3b071" providerId="LiveId" clId="{121F522D-F26C-4013-A2DF-2A6E836927F8}" dt="2023-10-04T10:40:44.784" v="893" actId="47"/>
        <pc:sldMkLst>
          <pc:docMk/>
          <pc:sldMk cId="3050182891" sldId="257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835063850" sldId="2578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50925741" sldId="2579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3164841762" sldId="2580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4253636147" sldId="2581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684752333" sldId="2582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13204764" sldId="2584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970414602" sldId="2585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85914733" sldId="2586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1201433262" sldId="2587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08228190" sldId="2588"/>
        </pc:sldMkLst>
      </pc:sldChg>
    </pc:docChg>
  </pc:docChgLst>
  <pc:docChgLst>
    <pc:chgData name="Owais Ahmed" userId="6abc7d4556b3b071" providerId="LiveId" clId="{0577D98B-C5DD-421E-AB63-1BC2B2B46ADA}"/>
    <pc:docChg chg="undo custSel addSld delSld modSld sldOrd">
      <pc:chgData name="Owais Ahmed" userId="6abc7d4556b3b071" providerId="LiveId" clId="{0577D98B-C5DD-421E-AB63-1BC2B2B46ADA}" dt="2023-08-08T06:57:58.019" v="8482" actId="20577"/>
      <pc:docMkLst>
        <pc:docMk/>
      </pc:docMkLst>
      <pc:sldChg chg="modSp mod">
        <pc:chgData name="Owais Ahmed" userId="6abc7d4556b3b071" providerId="LiveId" clId="{0577D98B-C5DD-421E-AB63-1BC2B2B46ADA}" dt="2023-08-08T06:57:58.019" v="8482" actId="20577"/>
        <pc:sldMkLst>
          <pc:docMk/>
          <pc:sldMk cId="1649098948" sldId="2462"/>
        </pc:sldMkLst>
        <pc:spChg chg="mod">
          <ac:chgData name="Owais Ahmed" userId="6abc7d4556b3b071" providerId="LiveId" clId="{0577D98B-C5DD-421E-AB63-1BC2B2B46ADA}" dt="2023-08-08T06:57:58.019" v="84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577D98B-C5DD-421E-AB63-1BC2B2B46ADA}" dt="2023-08-08T04:53:48.719" v="1544" actId="20577"/>
        <pc:sldMkLst>
          <pc:docMk/>
          <pc:sldMk cId="296501705" sldId="2557"/>
        </pc:sldMkLst>
        <pc:spChg chg="mod">
          <ac:chgData name="Owais Ahmed" userId="6abc7d4556b3b071" providerId="LiveId" clId="{0577D98B-C5DD-421E-AB63-1BC2B2B46ADA}" dt="2023-08-08T04:53:48.719" v="154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4:30:12.140" v="24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0577D98B-C5DD-421E-AB63-1BC2B2B46ADA}" dt="2023-08-08T06:09:17.859" v="5437" actId="20577"/>
        <pc:sldMkLst>
          <pc:docMk/>
          <pc:sldMk cId="53512322" sldId="2558"/>
        </pc:sldMkLst>
        <pc:spChg chg="mod">
          <ac:chgData name="Owais Ahmed" userId="6abc7d4556b3b071" providerId="LiveId" clId="{0577D98B-C5DD-421E-AB63-1BC2B2B46ADA}" dt="2023-08-08T06:09:17.859" v="5437" actId="20577"/>
          <ac:spMkLst>
            <pc:docMk/>
            <pc:sldMk cId="53512322" sldId="2558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09667495" sldId="2558"/>
        </pc:sldMkLst>
      </pc:sldChg>
      <pc:sldChg chg="addSp modSp add mod ord modAnim modNotesTx">
        <pc:chgData name="Owais Ahmed" userId="6abc7d4556b3b071" providerId="LiveId" clId="{0577D98B-C5DD-421E-AB63-1BC2B2B46ADA}" dt="2023-08-08T06:04:48.445" v="5079"/>
        <pc:sldMkLst>
          <pc:docMk/>
          <pc:sldMk cId="1566808580" sldId="2559"/>
        </pc:sldMkLst>
        <pc:spChg chg="mod">
          <ac:chgData name="Owais Ahmed" userId="6abc7d4556b3b071" providerId="LiveId" clId="{0577D98B-C5DD-421E-AB63-1BC2B2B46ADA}" dt="2023-08-08T05:48:34.035" v="4439" actId="20577"/>
          <ac:spMkLst>
            <pc:docMk/>
            <pc:sldMk cId="1566808580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0577D98B-C5DD-421E-AB63-1BC2B2B46ADA}" dt="2023-08-08T05:28:00.811" v="3618" actId="404"/>
          <ac:graphicFrameMkLst>
            <pc:docMk/>
            <pc:sldMk cId="1566808580" sldId="2559"/>
            <ac:graphicFrameMk id="4" creationId="{3BD80CFA-71B3-B1D4-C38D-511EF67DF039}"/>
          </ac:graphicFrameMkLst>
        </pc:graphicFrame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56755703" sldId="2559"/>
        </pc:sldMkLst>
      </pc:sldChg>
      <pc:sldChg chg="modSp add mod ord modAnim">
        <pc:chgData name="Owais Ahmed" userId="6abc7d4556b3b071" providerId="LiveId" clId="{0577D98B-C5DD-421E-AB63-1BC2B2B46ADA}" dt="2023-08-08T06:09:13.417" v="5433" actId="20577"/>
        <pc:sldMkLst>
          <pc:docMk/>
          <pc:sldMk cId="3737636412" sldId="2560"/>
        </pc:sldMkLst>
        <pc:spChg chg="mod">
          <ac:chgData name="Owais Ahmed" userId="6abc7d4556b3b071" providerId="LiveId" clId="{0577D98B-C5DD-421E-AB63-1BC2B2B46ADA}" dt="2023-08-08T06:09:13.417" v="5433" actId="20577"/>
          <ac:spMkLst>
            <pc:docMk/>
            <pc:sldMk cId="3737636412" sldId="2560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46338403" sldId="2560"/>
        </pc:sldMkLst>
      </pc:sldChg>
      <pc:sldChg chg="modSp add mod modAnim">
        <pc:chgData name="Owais Ahmed" userId="6abc7d4556b3b071" providerId="LiveId" clId="{0577D98B-C5DD-421E-AB63-1BC2B2B46ADA}" dt="2023-08-08T06:28:01.622" v="6269" actId="20577"/>
        <pc:sldMkLst>
          <pc:docMk/>
          <pc:sldMk cId="1476977656" sldId="2561"/>
        </pc:sldMkLst>
        <pc:spChg chg="mod">
          <ac:chgData name="Owais Ahmed" userId="6abc7d4556b3b071" providerId="LiveId" clId="{0577D98B-C5DD-421E-AB63-1BC2B2B46ADA}" dt="2023-08-08T06:28:01.622" v="6269" actId="20577"/>
          <ac:spMkLst>
            <pc:docMk/>
            <pc:sldMk cId="1476977656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577D98B-C5DD-421E-AB63-1BC2B2B46ADA}" dt="2023-08-08T06:19:08.356" v="5786" actId="27636"/>
        <pc:sldMkLst>
          <pc:docMk/>
          <pc:sldMk cId="1305422422" sldId="2562"/>
        </pc:sldMkLst>
        <pc:spChg chg="mod">
          <ac:chgData name="Owais Ahmed" userId="6abc7d4556b3b071" providerId="LiveId" clId="{0577D98B-C5DD-421E-AB63-1BC2B2B46ADA}" dt="2023-08-08T06:19:08.356" v="5786" actId="27636"/>
          <ac:spMkLst>
            <pc:docMk/>
            <pc:sldMk cId="1305422422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835063850" sldId="2562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50925741" sldId="2563"/>
        </pc:sldMkLst>
      </pc:sldChg>
      <pc:sldChg chg="modSp add mod modAnim">
        <pc:chgData name="Owais Ahmed" userId="6abc7d4556b3b071" providerId="LiveId" clId="{0577D98B-C5DD-421E-AB63-1BC2B2B46ADA}" dt="2023-08-08T06:51:56.531" v="8086" actId="20577"/>
        <pc:sldMkLst>
          <pc:docMk/>
          <pc:sldMk cId="4071666753" sldId="2563"/>
        </pc:sldMkLst>
        <pc:spChg chg="mod">
          <ac:chgData name="Owais Ahmed" userId="6abc7d4556b3b071" providerId="LiveId" clId="{0577D98B-C5DD-421E-AB63-1BC2B2B46ADA}" dt="2023-08-08T06:51:54.049" v="8085" actId="20577"/>
          <ac:spMkLst>
            <pc:docMk/>
            <pc:sldMk cId="4071666753" sldId="2563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42:29.550" v="7538" actId="20577"/>
          <ac:spMkLst>
            <pc:docMk/>
            <pc:sldMk cId="4071666753" sldId="2563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0577D98B-C5DD-421E-AB63-1BC2B2B46ADA}" dt="2023-08-08T06:42:16.212" v="7530"/>
        <pc:sldMkLst>
          <pc:docMk/>
          <pc:sldMk cId="2526141006" sldId="2564"/>
        </pc:sldMkLst>
        <pc:spChg chg="mod">
          <ac:chgData name="Owais Ahmed" userId="6abc7d4556b3b071" providerId="LiveId" clId="{0577D98B-C5DD-421E-AB63-1BC2B2B46ADA}" dt="2023-08-08T06:41:39.010" v="7528" actId="20577"/>
          <ac:spMkLst>
            <pc:docMk/>
            <pc:sldMk cId="2526141006" sldId="2564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164841762" sldId="2564"/>
        </pc:sldMkLst>
      </pc:sldChg>
      <pc:sldChg chg="modSp add mod modAnim">
        <pc:chgData name="Owais Ahmed" userId="6abc7d4556b3b071" providerId="LiveId" clId="{0577D98B-C5DD-421E-AB63-1BC2B2B46ADA}" dt="2023-08-08T06:57:21.686" v="8443" actId="20577"/>
        <pc:sldMkLst>
          <pc:docMk/>
          <pc:sldMk cId="2724244378" sldId="2565"/>
        </pc:sldMkLst>
        <pc:spChg chg="mod">
          <ac:chgData name="Owais Ahmed" userId="6abc7d4556b3b071" providerId="LiveId" clId="{0577D98B-C5DD-421E-AB63-1BC2B2B46ADA}" dt="2023-08-08T06:57:21.686" v="8443" actId="20577"/>
          <ac:spMkLst>
            <pc:docMk/>
            <pc:sldMk cId="2724244378" sldId="2565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52:04.193" v="8093" actId="20577"/>
          <ac:spMkLst>
            <pc:docMk/>
            <pc:sldMk cId="2724244378" sldId="2565"/>
            <ac:spMk id="215" creationId="{00000000-0000-0000-0000-000000000000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4253636147" sldId="2565"/>
        </pc:sldMkLst>
      </pc:sldChg>
      <pc:sldChg chg="add">
        <pc:chgData name="Owais Ahmed" userId="6abc7d4556b3b071" providerId="LiveId" clId="{0577D98B-C5DD-421E-AB63-1BC2B2B46ADA}" dt="2023-08-08T06:57:46.412" v="8444" actId="2890"/>
        <pc:sldMkLst>
          <pc:docMk/>
          <pc:sldMk cId="1651103511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684752333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8900574" sldId="2567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29531230" sldId="2568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13204764" sldId="2569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70414602" sldId="2570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201433262" sldId="2571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285914733" sldId="2573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28240852" sldId="2574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271818871" sldId="2575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47158155" sldId="2576"/>
        </pc:sldMkLst>
      </pc:sldChg>
    </pc:docChg>
  </pc:docChgLst>
  <pc:docChgLst>
    <pc:chgData name="Owais Ahmed" userId="6abc7d4556b3b071" providerId="LiveId" clId="{53383B45-B17A-4806-BA45-0D31F109C868}"/>
    <pc:docChg chg="undo custSel addSld delSld modSld sldOrd">
      <pc:chgData name="Owais Ahmed" userId="6abc7d4556b3b071" providerId="LiveId" clId="{53383B45-B17A-4806-BA45-0D31F109C868}" dt="2023-09-27T09:56:42.272" v="2584" actId="20577"/>
      <pc:docMkLst>
        <pc:docMk/>
      </pc:docMkLst>
      <pc:sldChg chg="modSp mod">
        <pc:chgData name="Owais Ahmed" userId="6abc7d4556b3b071" providerId="LiveId" clId="{53383B45-B17A-4806-BA45-0D31F109C868}" dt="2023-09-27T05:07:46.636" v="32"/>
        <pc:sldMkLst>
          <pc:docMk/>
          <pc:sldMk cId="1649098948" sldId="2462"/>
        </pc:sldMkLst>
        <pc:spChg chg="mod">
          <ac:chgData name="Owais Ahmed" userId="6abc7d4556b3b071" providerId="LiveId" clId="{53383B45-B17A-4806-BA45-0D31F109C868}" dt="2023-09-27T05:07:46.636" v="32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">
        <pc:chgData name="Owais Ahmed" userId="6abc7d4556b3b071" providerId="LiveId" clId="{53383B45-B17A-4806-BA45-0D31F109C868}" dt="2023-09-27T05:06:36.031" v="1"/>
        <pc:sldMkLst>
          <pc:docMk/>
          <pc:sldMk cId="2136095335" sldId="2565"/>
        </pc:sldMkLst>
        <pc:graphicFrameChg chg="add del mod">
          <ac:chgData name="Owais Ahmed" userId="6abc7d4556b3b071" providerId="LiveId" clId="{53383B45-B17A-4806-BA45-0D31F109C868}" dt="2023-09-27T05:06:36.031" v="1"/>
          <ac:graphicFrameMkLst>
            <pc:docMk/>
            <pc:sldMk cId="2136095335" sldId="2565"/>
            <ac:graphicFrameMk id="4" creationId="{0343B9A1-D7FE-33A9-FC1E-D43F1EB7F87D}"/>
          </ac:graphicFrameMkLst>
        </pc:graphicFrameChg>
      </pc:sldChg>
      <pc:sldChg chg="modSp mod">
        <pc:chgData name="Owais Ahmed" userId="6abc7d4556b3b071" providerId="LiveId" clId="{53383B45-B17A-4806-BA45-0D31F109C868}" dt="2023-09-27T05:22:45.827" v="124" actId="20577"/>
        <pc:sldMkLst>
          <pc:docMk/>
          <pc:sldMk cId="786819306" sldId="2566"/>
        </pc:sldMkLst>
        <pc:spChg chg="mod">
          <ac:chgData name="Owais Ahmed" userId="6abc7d4556b3b071" providerId="LiveId" clId="{53383B45-B17A-4806-BA45-0D31F109C868}" dt="2023-09-27T05:22:45.827" v="124" actId="20577"/>
          <ac:spMkLst>
            <pc:docMk/>
            <pc:sldMk cId="786819306" sldId="2566"/>
            <ac:spMk id="215" creationId="{00000000-0000-0000-0000-000000000000}"/>
          </ac:spMkLst>
        </pc:spChg>
      </pc:sldChg>
      <pc:sldChg chg="add del">
        <pc:chgData name="Owais Ahmed" userId="6abc7d4556b3b071" providerId="LiveId" clId="{53383B45-B17A-4806-BA45-0D31F109C868}" dt="2023-09-27T05:23:15.731" v="125" actId="47"/>
        <pc:sldMkLst>
          <pc:docMk/>
          <pc:sldMk cId="138900574" sldId="2567"/>
        </pc:sldMkLst>
      </pc:sldChg>
      <pc:sldChg chg="modSp modAnim">
        <pc:chgData name="Owais Ahmed" userId="6abc7d4556b3b071" providerId="LiveId" clId="{53383B45-B17A-4806-BA45-0D31F109C868}" dt="2023-09-27T05:49:40.333" v="1297" actId="20577"/>
        <pc:sldMkLst>
          <pc:docMk/>
          <pc:sldMk cId="1120982729" sldId="2568"/>
        </pc:sldMkLst>
        <pc:spChg chg="mod">
          <ac:chgData name="Owais Ahmed" userId="6abc7d4556b3b071" providerId="LiveId" clId="{53383B45-B17A-4806-BA45-0D31F109C868}" dt="2023-09-27T05:49:40.333" v="1297" actId="20577"/>
          <ac:spMkLst>
            <pc:docMk/>
            <pc:sldMk cId="1120982729" sldId="2568"/>
            <ac:spMk id="3" creationId="{4A1C0383-58FE-E486-295E-B33B8683B938}"/>
          </ac:spMkLst>
        </pc:spChg>
      </pc:sldChg>
      <pc:sldChg chg="del">
        <pc:chgData name="Owais Ahmed" userId="6abc7d4556b3b071" providerId="LiveId" clId="{53383B45-B17A-4806-BA45-0D31F109C868}" dt="2023-09-27T09:20:42.985" v="1298" actId="47"/>
        <pc:sldMkLst>
          <pc:docMk/>
          <pc:sldMk cId="3849819283" sldId="2576"/>
        </pc:sldMkLst>
      </pc:sldChg>
      <pc:sldChg chg="del">
        <pc:chgData name="Owais Ahmed" userId="6abc7d4556b3b071" providerId="LiveId" clId="{53383B45-B17A-4806-BA45-0D31F109C868}" dt="2023-09-27T09:20:43.749" v="1299" actId="47"/>
        <pc:sldMkLst>
          <pc:docMk/>
          <pc:sldMk cId="2362627110" sldId="2577"/>
        </pc:sldMkLst>
      </pc:sldChg>
      <pc:sldChg chg="modSp add mod modAnim">
        <pc:chgData name="Owais Ahmed" userId="6abc7d4556b3b071" providerId="LiveId" clId="{53383B45-B17A-4806-BA45-0D31F109C868}" dt="2023-09-27T05:10:11.070" v="79" actId="27636"/>
        <pc:sldMkLst>
          <pc:docMk/>
          <pc:sldMk cId="1835063850" sldId="2578"/>
        </pc:sldMkLst>
        <pc:spChg chg="mod">
          <ac:chgData name="Owais Ahmed" userId="6abc7d4556b3b071" providerId="LiveId" clId="{53383B45-B17A-4806-BA45-0D31F109C868}" dt="2023-09-27T05:10:11.070" v="79" actId="27636"/>
          <ac:spMkLst>
            <pc:docMk/>
            <pc:sldMk cId="1835063850" sldId="2578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08:03.843" v="45" actId="20577"/>
          <ac:spMkLst>
            <pc:docMk/>
            <pc:sldMk cId="1835063850" sldId="257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27.514" v="95" actId="20577"/>
        <pc:sldMkLst>
          <pc:docMk/>
          <pc:sldMk cId="150925741" sldId="2579"/>
        </pc:sldMkLst>
        <pc:spChg chg="mod">
          <ac:chgData name="Owais Ahmed" userId="6abc7d4556b3b071" providerId="LiveId" clId="{53383B45-B17A-4806-BA45-0D31F109C868}" dt="2023-09-27T05:20:27.514" v="95" actId="20577"/>
          <ac:spMkLst>
            <pc:docMk/>
            <pc:sldMk cId="150925741" sldId="257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45.634" v="97"/>
        <pc:sldMkLst>
          <pc:docMk/>
          <pc:sldMk cId="3164841762" sldId="2580"/>
        </pc:sldMkLst>
        <pc:spChg chg="mod">
          <ac:chgData name="Owais Ahmed" userId="6abc7d4556b3b071" providerId="LiveId" clId="{53383B45-B17A-4806-BA45-0D31F109C868}" dt="2023-09-27T05:20:45.634" v="97"/>
          <ac:spMkLst>
            <pc:docMk/>
            <pc:sldMk cId="3164841762" sldId="2580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1:33.310" v="99" actId="20577"/>
        <pc:sldMkLst>
          <pc:docMk/>
          <pc:sldMk cId="4253636147" sldId="2581"/>
        </pc:sldMkLst>
        <pc:spChg chg="mod">
          <ac:chgData name="Owais Ahmed" userId="6abc7d4556b3b071" providerId="LiveId" clId="{53383B45-B17A-4806-BA45-0D31F109C868}" dt="2023-09-27T05:21:33.310" v="99" actId="20577"/>
          <ac:spMkLst>
            <pc:docMk/>
            <pc:sldMk cId="4253636147" sldId="2581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0:50.696" v="98"/>
          <ac:spMkLst>
            <pc:docMk/>
            <pc:sldMk cId="4253636147" sldId="2581"/>
            <ac:spMk id="215" creationId="{00000000-0000-0000-0000-000000000000}"/>
          </ac:spMkLst>
        </pc:spChg>
      </pc:sldChg>
      <pc:sldChg chg="modSp add">
        <pc:chgData name="Owais Ahmed" userId="6abc7d4556b3b071" providerId="LiveId" clId="{53383B45-B17A-4806-BA45-0D31F109C868}" dt="2023-09-27T05:21:40.553" v="102" actId="20577"/>
        <pc:sldMkLst>
          <pc:docMk/>
          <pc:sldMk cId="2684752333" sldId="2582"/>
        </pc:sldMkLst>
        <pc:spChg chg="mod">
          <ac:chgData name="Owais Ahmed" userId="6abc7d4556b3b071" providerId="LiveId" clId="{53383B45-B17A-4806-BA45-0D31F109C868}" dt="2023-09-27T05:21:40.553" v="102" actId="20577"/>
          <ac:spMkLst>
            <pc:docMk/>
            <pc:sldMk cId="2684752333" sldId="2582"/>
            <ac:spMk id="3" creationId="{4A1C0383-58FE-E486-295E-B33B8683B938}"/>
          </ac:spMkLst>
        </pc:spChg>
      </pc:sldChg>
      <pc:sldChg chg="add del">
        <pc:chgData name="Owais Ahmed" userId="6abc7d4556b3b071" providerId="LiveId" clId="{53383B45-B17A-4806-BA45-0D31F109C868}" dt="2023-09-27T05:23:17.819" v="126" actId="47"/>
        <pc:sldMkLst>
          <pc:docMk/>
          <pc:sldMk cId="1329531230" sldId="2583"/>
        </pc:sldMkLst>
      </pc:sldChg>
      <pc:sldChg chg="modSp add mod">
        <pc:chgData name="Owais Ahmed" userId="6abc7d4556b3b071" providerId="LiveId" clId="{53383B45-B17A-4806-BA45-0D31F109C868}" dt="2023-09-27T05:25:24.412" v="165" actId="20577"/>
        <pc:sldMkLst>
          <pc:docMk/>
          <pc:sldMk cId="213204764" sldId="2584"/>
        </pc:sldMkLst>
        <pc:spChg chg="mod">
          <ac:chgData name="Owais Ahmed" userId="6abc7d4556b3b071" providerId="LiveId" clId="{53383B45-B17A-4806-BA45-0D31F109C868}" dt="2023-09-27T05:25:24.412" v="165" actId="20577"/>
          <ac:spMkLst>
            <pc:docMk/>
            <pc:sldMk cId="213204764" sldId="2584"/>
            <ac:spMk id="215" creationId="{00000000-0000-0000-0000-000000000000}"/>
          </ac:spMkLst>
        </pc:spChg>
      </pc:sldChg>
      <pc:sldChg chg="add">
        <pc:chgData name="Owais Ahmed" userId="6abc7d4556b3b071" providerId="LiveId" clId="{53383B45-B17A-4806-BA45-0D31F109C868}" dt="2023-09-27T05:06:44.656" v="2"/>
        <pc:sldMkLst>
          <pc:docMk/>
          <pc:sldMk cId="3970414602" sldId="2585"/>
        </pc:sldMkLst>
      </pc:sldChg>
      <pc:sldChg chg="modSp add mod modAnim">
        <pc:chgData name="Owais Ahmed" userId="6abc7d4556b3b071" providerId="LiveId" clId="{53383B45-B17A-4806-BA45-0D31F109C868}" dt="2023-09-27T05:36:05.275" v="1295" actId="20577"/>
        <pc:sldMkLst>
          <pc:docMk/>
          <pc:sldMk cId="2285914733" sldId="2586"/>
        </pc:sldMkLst>
        <pc:spChg chg="mod">
          <ac:chgData name="Owais Ahmed" userId="6abc7d4556b3b071" providerId="LiveId" clId="{53383B45-B17A-4806-BA45-0D31F109C868}" dt="2023-09-27T05:36:05.275" v="1295" actId="20577"/>
          <ac:spMkLst>
            <pc:docMk/>
            <pc:sldMk cId="2285914733" sldId="2586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7:15.262" v="304" actId="20577"/>
          <ac:spMkLst>
            <pc:docMk/>
            <pc:sldMk cId="2285914733" sldId="2586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53383B45-B17A-4806-BA45-0D31F109C868}" dt="2023-09-27T09:21:26.814" v="1301" actId="14"/>
        <pc:sldMkLst>
          <pc:docMk/>
          <pc:sldMk cId="1201433262" sldId="2587"/>
        </pc:sldMkLst>
        <pc:spChg chg="mod">
          <ac:chgData name="Owais Ahmed" userId="6abc7d4556b3b071" providerId="LiveId" clId="{53383B45-B17A-4806-BA45-0D31F109C868}" dt="2023-09-27T09:21:26.814" v="1301" actId="14"/>
          <ac:spMkLst>
            <pc:docMk/>
            <pc:sldMk cId="1201433262" sldId="2587"/>
            <ac:spMk id="3" creationId="{4A1C0383-58FE-E486-295E-B33B8683B938}"/>
          </ac:spMkLst>
        </pc:spChg>
      </pc:sldChg>
      <pc:sldChg chg="addSp modSp add mod ord modAnim modNotesTx">
        <pc:chgData name="Owais Ahmed" userId="6abc7d4556b3b071" providerId="LiveId" clId="{53383B45-B17A-4806-BA45-0D31F109C868}" dt="2023-09-27T09:56:42.272" v="2584" actId="20577"/>
        <pc:sldMkLst>
          <pc:docMk/>
          <pc:sldMk cId="2208228190" sldId="2588"/>
        </pc:sldMkLst>
        <pc:spChg chg="mod">
          <ac:chgData name="Owais Ahmed" userId="6abc7d4556b3b071" providerId="LiveId" clId="{53383B45-B17A-4806-BA45-0D31F109C868}" dt="2023-09-27T09:34:45.843" v="1447" actId="27636"/>
          <ac:spMkLst>
            <pc:docMk/>
            <pc:sldMk cId="2208228190" sldId="2588"/>
            <ac:spMk id="3" creationId="{4A1C0383-58FE-E486-295E-B33B8683B938}"/>
          </ac:spMkLst>
        </pc:spChg>
        <pc:spChg chg="add mod">
          <ac:chgData name="Owais Ahmed" userId="6abc7d4556b3b071" providerId="LiveId" clId="{53383B45-B17A-4806-BA45-0D31F109C868}" dt="2023-09-27T09:56:42.272" v="2584" actId="20577"/>
          <ac:spMkLst>
            <pc:docMk/>
            <pc:sldMk cId="2208228190" sldId="2588"/>
            <ac:spMk id="4" creationId="{94726610-A2E3-1316-07F6-F3E15154A6A9}"/>
          </ac:spMkLst>
        </pc:spChg>
        <pc:spChg chg="mod">
          <ac:chgData name="Owais Ahmed" userId="6abc7d4556b3b071" providerId="LiveId" clId="{53383B45-B17A-4806-BA45-0D31F109C868}" dt="2023-09-27T09:23:20.702" v="1328" actId="20577"/>
          <ac:spMkLst>
            <pc:docMk/>
            <pc:sldMk cId="2208228190" sldId="258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A127D-A4A6-4467-881A-67249A86B1D8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6274E38-44C3-46F9-BA13-CFAEB99AE862}">
      <dgm:prSet phldrT="[Text]"/>
      <dgm:spPr/>
      <dgm:t>
        <a:bodyPr/>
        <a:lstStyle/>
        <a:p>
          <a:r>
            <a:rPr lang="en-US" dirty="0"/>
            <a:t>n</a:t>
          </a:r>
        </a:p>
      </dgm:t>
    </dgm:pt>
    <dgm:pt modelId="{291CABB4-A425-4C93-92FA-CC077CF6CAAB}" type="parTrans" cxnId="{76C56429-EFF3-4B80-AEE9-DD93F2DBD652}">
      <dgm:prSet/>
      <dgm:spPr/>
      <dgm:t>
        <a:bodyPr/>
        <a:lstStyle/>
        <a:p>
          <a:endParaRPr lang="en-US"/>
        </a:p>
      </dgm:t>
    </dgm:pt>
    <dgm:pt modelId="{F4BE6002-CDE6-4305-8628-87D154B1A419}" type="sibTrans" cxnId="{76C56429-EFF3-4B80-AEE9-DD93F2DBD652}">
      <dgm:prSet/>
      <dgm:spPr/>
      <dgm:t>
        <a:bodyPr/>
        <a:lstStyle/>
        <a:p>
          <a:endParaRPr lang="en-US"/>
        </a:p>
      </dgm:t>
    </dgm:pt>
    <dgm:pt modelId="{617FF588-C898-44F1-A5AA-5CE2A9C59704}">
      <dgm:prSet phldrT="[Text]"/>
      <dgm:spPr/>
      <dgm:t>
        <a:bodyPr/>
        <a:lstStyle/>
        <a:p>
          <a:r>
            <a:rPr lang="en-US" dirty="0"/>
            <a:t>n/2</a:t>
          </a:r>
        </a:p>
      </dgm:t>
    </dgm:pt>
    <dgm:pt modelId="{D44F662B-A4DB-4C73-B51F-2558BC5ACECB}" type="parTrans" cxnId="{9D0FE2A4-DC02-4941-ADDC-53DCDB27E264}">
      <dgm:prSet/>
      <dgm:spPr/>
      <dgm:t>
        <a:bodyPr/>
        <a:lstStyle/>
        <a:p>
          <a:endParaRPr lang="en-US"/>
        </a:p>
      </dgm:t>
    </dgm:pt>
    <dgm:pt modelId="{F2B4E901-9812-41C7-9AAD-2AFD0C204EDD}" type="sibTrans" cxnId="{9D0FE2A4-DC02-4941-ADDC-53DCDB27E264}">
      <dgm:prSet/>
      <dgm:spPr/>
      <dgm:t>
        <a:bodyPr/>
        <a:lstStyle/>
        <a:p>
          <a:endParaRPr lang="en-US"/>
        </a:p>
      </dgm:t>
    </dgm:pt>
    <dgm:pt modelId="{F952CFBC-B81D-4BEA-86B7-96CC35EE0DE1}">
      <dgm:prSet phldrT="[Text]"/>
      <dgm:spPr/>
      <dgm:t>
        <a:bodyPr/>
        <a:lstStyle/>
        <a:p>
          <a:r>
            <a:rPr lang="en-US" dirty="0"/>
            <a:t>n/2</a:t>
          </a:r>
        </a:p>
      </dgm:t>
    </dgm:pt>
    <dgm:pt modelId="{64533D4B-29B2-42C3-AEE6-BF5EA6B75FE3}" type="parTrans" cxnId="{C72C2C6F-049A-4189-A34E-F89D709E75EA}">
      <dgm:prSet/>
      <dgm:spPr/>
      <dgm:t>
        <a:bodyPr/>
        <a:lstStyle/>
        <a:p>
          <a:endParaRPr lang="en-US"/>
        </a:p>
      </dgm:t>
    </dgm:pt>
    <dgm:pt modelId="{F25D18F7-BF5D-44EB-9E80-69F399EBB5F6}" type="sibTrans" cxnId="{C72C2C6F-049A-4189-A34E-F89D709E75EA}">
      <dgm:prSet/>
      <dgm:spPr/>
      <dgm:t>
        <a:bodyPr/>
        <a:lstStyle/>
        <a:p>
          <a:endParaRPr lang="en-US"/>
        </a:p>
      </dgm:t>
    </dgm:pt>
    <dgm:pt modelId="{1A5DCE2F-251D-488D-BE1B-9B3CF1FE420B}" type="pres">
      <dgm:prSet presAssocID="{6EFA127D-A4A6-4467-881A-67249A86B1D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71C3D4D-9640-4DBB-AD80-7A5FFBCB9704}" type="pres">
      <dgm:prSet presAssocID="{6EFA127D-A4A6-4467-881A-67249A86B1D8}" presName="hierFlow" presStyleCnt="0"/>
      <dgm:spPr/>
    </dgm:pt>
    <dgm:pt modelId="{5CD2C0E0-6169-4392-A137-FDCCC26F5E6C}" type="pres">
      <dgm:prSet presAssocID="{6EFA127D-A4A6-4467-881A-67249A86B1D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98C78A4-3376-4EE9-9741-1F8B212659FE}" type="pres">
      <dgm:prSet presAssocID="{A6274E38-44C3-46F9-BA13-CFAEB99AE862}" presName="Name14" presStyleCnt="0"/>
      <dgm:spPr/>
    </dgm:pt>
    <dgm:pt modelId="{7E609B34-0626-4818-8E9A-95A0461DCED4}" type="pres">
      <dgm:prSet presAssocID="{A6274E38-44C3-46F9-BA13-CFAEB99AE862}" presName="level1Shape" presStyleLbl="node0" presStyleIdx="0" presStyleCnt="1">
        <dgm:presLayoutVars>
          <dgm:chPref val="3"/>
        </dgm:presLayoutVars>
      </dgm:prSet>
      <dgm:spPr/>
    </dgm:pt>
    <dgm:pt modelId="{8F9D7149-730B-4596-A9A2-D5EDF62A95A7}" type="pres">
      <dgm:prSet presAssocID="{A6274E38-44C3-46F9-BA13-CFAEB99AE862}" presName="hierChild2" presStyleCnt="0"/>
      <dgm:spPr/>
    </dgm:pt>
    <dgm:pt modelId="{BADD060A-929E-4E76-A6B0-F64D99E990A7}" type="pres">
      <dgm:prSet presAssocID="{D44F662B-A4DB-4C73-B51F-2558BC5ACECB}" presName="Name19" presStyleLbl="parChTrans1D2" presStyleIdx="0" presStyleCnt="2"/>
      <dgm:spPr/>
    </dgm:pt>
    <dgm:pt modelId="{B5A8BE54-C364-42C1-A804-1DE4C6AD0A7A}" type="pres">
      <dgm:prSet presAssocID="{617FF588-C898-44F1-A5AA-5CE2A9C59704}" presName="Name21" presStyleCnt="0"/>
      <dgm:spPr/>
    </dgm:pt>
    <dgm:pt modelId="{7FF5579B-F8F2-4B93-92E3-542D5E56BF1F}" type="pres">
      <dgm:prSet presAssocID="{617FF588-C898-44F1-A5AA-5CE2A9C59704}" presName="level2Shape" presStyleLbl="node2" presStyleIdx="0" presStyleCnt="2"/>
      <dgm:spPr/>
    </dgm:pt>
    <dgm:pt modelId="{D301D1BA-0E3C-41F9-8018-072884BEFA79}" type="pres">
      <dgm:prSet presAssocID="{617FF588-C898-44F1-A5AA-5CE2A9C59704}" presName="hierChild3" presStyleCnt="0"/>
      <dgm:spPr/>
    </dgm:pt>
    <dgm:pt modelId="{A2E17105-4467-4758-9C92-7E1A44BAE936}" type="pres">
      <dgm:prSet presAssocID="{64533D4B-29B2-42C3-AEE6-BF5EA6B75FE3}" presName="Name19" presStyleLbl="parChTrans1D2" presStyleIdx="1" presStyleCnt="2"/>
      <dgm:spPr/>
    </dgm:pt>
    <dgm:pt modelId="{A295A14A-53A5-42AD-8D51-9D8D93163734}" type="pres">
      <dgm:prSet presAssocID="{F952CFBC-B81D-4BEA-86B7-96CC35EE0DE1}" presName="Name21" presStyleCnt="0"/>
      <dgm:spPr/>
    </dgm:pt>
    <dgm:pt modelId="{5AD421CD-55AA-48E2-A500-638A05FFE8F1}" type="pres">
      <dgm:prSet presAssocID="{F952CFBC-B81D-4BEA-86B7-96CC35EE0DE1}" presName="level2Shape" presStyleLbl="node2" presStyleIdx="1" presStyleCnt="2"/>
      <dgm:spPr/>
    </dgm:pt>
    <dgm:pt modelId="{0F982EAA-E99E-4D9B-A368-789764D001C3}" type="pres">
      <dgm:prSet presAssocID="{F952CFBC-B81D-4BEA-86B7-96CC35EE0DE1}" presName="hierChild3" presStyleCnt="0"/>
      <dgm:spPr/>
    </dgm:pt>
    <dgm:pt modelId="{F64EFC1D-74E6-4CE9-8C07-F05AD8B061CE}" type="pres">
      <dgm:prSet presAssocID="{6EFA127D-A4A6-4467-881A-67249A86B1D8}" presName="bgShapesFlow" presStyleCnt="0"/>
      <dgm:spPr/>
    </dgm:pt>
  </dgm:ptLst>
  <dgm:cxnLst>
    <dgm:cxn modelId="{0B7C6203-D701-472D-A1F7-F69E823AEFC8}" type="presOf" srcId="{F952CFBC-B81D-4BEA-86B7-96CC35EE0DE1}" destId="{5AD421CD-55AA-48E2-A500-638A05FFE8F1}" srcOrd="0" destOrd="0" presId="urn:microsoft.com/office/officeart/2005/8/layout/hierarchy6"/>
    <dgm:cxn modelId="{76C56429-EFF3-4B80-AEE9-DD93F2DBD652}" srcId="{6EFA127D-A4A6-4467-881A-67249A86B1D8}" destId="{A6274E38-44C3-46F9-BA13-CFAEB99AE862}" srcOrd="0" destOrd="0" parTransId="{291CABB4-A425-4C93-92FA-CC077CF6CAAB}" sibTransId="{F4BE6002-CDE6-4305-8628-87D154B1A419}"/>
    <dgm:cxn modelId="{F8C9BF36-A5A8-4218-9B2C-1D9BDCF03E5C}" type="presOf" srcId="{A6274E38-44C3-46F9-BA13-CFAEB99AE862}" destId="{7E609B34-0626-4818-8E9A-95A0461DCED4}" srcOrd="0" destOrd="0" presId="urn:microsoft.com/office/officeart/2005/8/layout/hierarchy6"/>
    <dgm:cxn modelId="{32C0D346-C999-45DA-82A0-A912A56E7DB2}" type="presOf" srcId="{617FF588-C898-44F1-A5AA-5CE2A9C59704}" destId="{7FF5579B-F8F2-4B93-92E3-542D5E56BF1F}" srcOrd="0" destOrd="0" presId="urn:microsoft.com/office/officeart/2005/8/layout/hierarchy6"/>
    <dgm:cxn modelId="{C72C2C6F-049A-4189-A34E-F89D709E75EA}" srcId="{A6274E38-44C3-46F9-BA13-CFAEB99AE862}" destId="{F952CFBC-B81D-4BEA-86B7-96CC35EE0DE1}" srcOrd="1" destOrd="0" parTransId="{64533D4B-29B2-42C3-AEE6-BF5EA6B75FE3}" sibTransId="{F25D18F7-BF5D-44EB-9E80-69F399EBB5F6}"/>
    <dgm:cxn modelId="{9D0FE2A4-DC02-4941-ADDC-53DCDB27E264}" srcId="{A6274E38-44C3-46F9-BA13-CFAEB99AE862}" destId="{617FF588-C898-44F1-A5AA-5CE2A9C59704}" srcOrd="0" destOrd="0" parTransId="{D44F662B-A4DB-4C73-B51F-2558BC5ACECB}" sibTransId="{F2B4E901-9812-41C7-9AAD-2AFD0C204EDD}"/>
    <dgm:cxn modelId="{262D49AA-3228-41A3-BBCD-BC4153983868}" type="presOf" srcId="{D44F662B-A4DB-4C73-B51F-2558BC5ACECB}" destId="{BADD060A-929E-4E76-A6B0-F64D99E990A7}" srcOrd="0" destOrd="0" presId="urn:microsoft.com/office/officeart/2005/8/layout/hierarchy6"/>
    <dgm:cxn modelId="{9DC34CBC-1B83-4C7C-9588-78AD8682FC82}" type="presOf" srcId="{64533D4B-29B2-42C3-AEE6-BF5EA6B75FE3}" destId="{A2E17105-4467-4758-9C92-7E1A44BAE936}" srcOrd="0" destOrd="0" presId="urn:microsoft.com/office/officeart/2005/8/layout/hierarchy6"/>
    <dgm:cxn modelId="{394085EF-EEC9-426E-A55F-D78428E48220}" type="presOf" srcId="{6EFA127D-A4A6-4467-881A-67249A86B1D8}" destId="{1A5DCE2F-251D-488D-BE1B-9B3CF1FE420B}" srcOrd="0" destOrd="0" presId="urn:microsoft.com/office/officeart/2005/8/layout/hierarchy6"/>
    <dgm:cxn modelId="{0AD21D87-3003-4B1D-8F08-CA324ACA30CA}" type="presParOf" srcId="{1A5DCE2F-251D-488D-BE1B-9B3CF1FE420B}" destId="{171C3D4D-9640-4DBB-AD80-7A5FFBCB9704}" srcOrd="0" destOrd="0" presId="urn:microsoft.com/office/officeart/2005/8/layout/hierarchy6"/>
    <dgm:cxn modelId="{1A0A00C3-E1FD-462D-9121-7CE953E07C7D}" type="presParOf" srcId="{171C3D4D-9640-4DBB-AD80-7A5FFBCB9704}" destId="{5CD2C0E0-6169-4392-A137-FDCCC26F5E6C}" srcOrd="0" destOrd="0" presId="urn:microsoft.com/office/officeart/2005/8/layout/hierarchy6"/>
    <dgm:cxn modelId="{38C32BB5-5B09-4EE7-98E4-066229425BD9}" type="presParOf" srcId="{5CD2C0E0-6169-4392-A137-FDCCC26F5E6C}" destId="{498C78A4-3376-4EE9-9741-1F8B212659FE}" srcOrd="0" destOrd="0" presId="urn:microsoft.com/office/officeart/2005/8/layout/hierarchy6"/>
    <dgm:cxn modelId="{CB2C55C3-68AE-4A8E-B16C-BE26FAD7ECC1}" type="presParOf" srcId="{498C78A4-3376-4EE9-9741-1F8B212659FE}" destId="{7E609B34-0626-4818-8E9A-95A0461DCED4}" srcOrd="0" destOrd="0" presId="urn:microsoft.com/office/officeart/2005/8/layout/hierarchy6"/>
    <dgm:cxn modelId="{75F4CEA6-F6C5-4B48-9B12-F675CA456DBC}" type="presParOf" srcId="{498C78A4-3376-4EE9-9741-1F8B212659FE}" destId="{8F9D7149-730B-4596-A9A2-D5EDF62A95A7}" srcOrd="1" destOrd="0" presId="urn:microsoft.com/office/officeart/2005/8/layout/hierarchy6"/>
    <dgm:cxn modelId="{3E0D63D0-7F37-4B12-9BCA-8B51F8C04EA8}" type="presParOf" srcId="{8F9D7149-730B-4596-A9A2-D5EDF62A95A7}" destId="{BADD060A-929E-4E76-A6B0-F64D99E990A7}" srcOrd="0" destOrd="0" presId="urn:microsoft.com/office/officeart/2005/8/layout/hierarchy6"/>
    <dgm:cxn modelId="{C6F7E58A-CE30-442E-8433-75D89D969D37}" type="presParOf" srcId="{8F9D7149-730B-4596-A9A2-D5EDF62A95A7}" destId="{B5A8BE54-C364-42C1-A804-1DE4C6AD0A7A}" srcOrd="1" destOrd="0" presId="urn:microsoft.com/office/officeart/2005/8/layout/hierarchy6"/>
    <dgm:cxn modelId="{5A30143F-FB45-45D2-8CCC-4AF0E856FF93}" type="presParOf" srcId="{B5A8BE54-C364-42C1-A804-1DE4C6AD0A7A}" destId="{7FF5579B-F8F2-4B93-92E3-542D5E56BF1F}" srcOrd="0" destOrd="0" presId="urn:microsoft.com/office/officeart/2005/8/layout/hierarchy6"/>
    <dgm:cxn modelId="{569A5043-D204-4A9B-B393-8F8B2BE4E37A}" type="presParOf" srcId="{B5A8BE54-C364-42C1-A804-1DE4C6AD0A7A}" destId="{D301D1BA-0E3C-41F9-8018-072884BEFA79}" srcOrd="1" destOrd="0" presId="urn:microsoft.com/office/officeart/2005/8/layout/hierarchy6"/>
    <dgm:cxn modelId="{79A17215-5C2F-441B-A741-71234696D414}" type="presParOf" srcId="{8F9D7149-730B-4596-A9A2-D5EDF62A95A7}" destId="{A2E17105-4467-4758-9C92-7E1A44BAE936}" srcOrd="2" destOrd="0" presId="urn:microsoft.com/office/officeart/2005/8/layout/hierarchy6"/>
    <dgm:cxn modelId="{896EA5DF-1206-42B8-A529-20D1A1CF7BF5}" type="presParOf" srcId="{8F9D7149-730B-4596-A9A2-D5EDF62A95A7}" destId="{A295A14A-53A5-42AD-8D51-9D8D93163734}" srcOrd="3" destOrd="0" presId="urn:microsoft.com/office/officeart/2005/8/layout/hierarchy6"/>
    <dgm:cxn modelId="{0677BE4D-6588-445C-B78F-38CAB879F7DA}" type="presParOf" srcId="{A295A14A-53A5-42AD-8D51-9D8D93163734}" destId="{5AD421CD-55AA-48E2-A500-638A05FFE8F1}" srcOrd="0" destOrd="0" presId="urn:microsoft.com/office/officeart/2005/8/layout/hierarchy6"/>
    <dgm:cxn modelId="{0D749584-1BBE-4BEF-BCA6-D6EE7231D4FA}" type="presParOf" srcId="{A295A14A-53A5-42AD-8D51-9D8D93163734}" destId="{0F982EAA-E99E-4D9B-A368-789764D001C3}" srcOrd="1" destOrd="0" presId="urn:microsoft.com/office/officeart/2005/8/layout/hierarchy6"/>
    <dgm:cxn modelId="{8F6327A2-BB9E-437E-93B8-E5A17C9B1E08}" type="presParOf" srcId="{1A5DCE2F-251D-488D-BE1B-9B3CF1FE420B}" destId="{F64EFC1D-74E6-4CE9-8C07-F05AD8B061C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FA127D-A4A6-4467-881A-67249A86B1D8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6274E38-44C3-46F9-BA13-CFAEB99AE862}">
      <dgm:prSet phldrT="[Text]"/>
      <dgm:spPr/>
      <dgm:t>
        <a:bodyPr/>
        <a:lstStyle/>
        <a:p>
          <a:r>
            <a:rPr lang="en-US" dirty="0"/>
            <a:t>n</a:t>
          </a:r>
        </a:p>
      </dgm:t>
    </dgm:pt>
    <dgm:pt modelId="{291CABB4-A425-4C93-92FA-CC077CF6CAAB}" type="parTrans" cxnId="{76C56429-EFF3-4B80-AEE9-DD93F2DBD652}">
      <dgm:prSet/>
      <dgm:spPr/>
      <dgm:t>
        <a:bodyPr/>
        <a:lstStyle/>
        <a:p>
          <a:endParaRPr lang="en-US"/>
        </a:p>
      </dgm:t>
    </dgm:pt>
    <dgm:pt modelId="{F4BE6002-CDE6-4305-8628-87D154B1A419}" type="sibTrans" cxnId="{76C56429-EFF3-4B80-AEE9-DD93F2DBD652}">
      <dgm:prSet/>
      <dgm:spPr/>
      <dgm:t>
        <a:bodyPr/>
        <a:lstStyle/>
        <a:p>
          <a:endParaRPr lang="en-US"/>
        </a:p>
      </dgm:t>
    </dgm:pt>
    <dgm:pt modelId="{617FF588-C898-44F1-A5AA-5CE2A9C59704}">
      <dgm:prSet phldrT="[Text]"/>
      <dgm:spPr/>
      <dgm:t>
        <a:bodyPr/>
        <a:lstStyle/>
        <a:p>
          <a:r>
            <a:rPr lang="en-US" dirty="0"/>
            <a:t>n/2</a:t>
          </a:r>
        </a:p>
      </dgm:t>
    </dgm:pt>
    <dgm:pt modelId="{D44F662B-A4DB-4C73-B51F-2558BC5ACECB}" type="parTrans" cxnId="{9D0FE2A4-DC02-4941-ADDC-53DCDB27E264}">
      <dgm:prSet/>
      <dgm:spPr/>
      <dgm:t>
        <a:bodyPr/>
        <a:lstStyle/>
        <a:p>
          <a:endParaRPr lang="en-US"/>
        </a:p>
      </dgm:t>
    </dgm:pt>
    <dgm:pt modelId="{F2B4E901-9812-41C7-9AAD-2AFD0C204EDD}" type="sibTrans" cxnId="{9D0FE2A4-DC02-4941-ADDC-53DCDB27E264}">
      <dgm:prSet/>
      <dgm:spPr/>
      <dgm:t>
        <a:bodyPr/>
        <a:lstStyle/>
        <a:p>
          <a:endParaRPr lang="en-US"/>
        </a:p>
      </dgm:t>
    </dgm:pt>
    <dgm:pt modelId="{F952CFBC-B81D-4BEA-86B7-96CC35EE0DE1}">
      <dgm:prSet phldrT="[Text]"/>
      <dgm:spPr/>
      <dgm:t>
        <a:bodyPr/>
        <a:lstStyle/>
        <a:p>
          <a:r>
            <a:rPr lang="en-US" dirty="0"/>
            <a:t>n/2</a:t>
          </a:r>
        </a:p>
      </dgm:t>
    </dgm:pt>
    <dgm:pt modelId="{64533D4B-29B2-42C3-AEE6-BF5EA6B75FE3}" type="parTrans" cxnId="{C72C2C6F-049A-4189-A34E-F89D709E75EA}">
      <dgm:prSet/>
      <dgm:spPr/>
      <dgm:t>
        <a:bodyPr/>
        <a:lstStyle/>
        <a:p>
          <a:endParaRPr lang="en-US"/>
        </a:p>
      </dgm:t>
    </dgm:pt>
    <dgm:pt modelId="{F25D18F7-BF5D-44EB-9E80-69F399EBB5F6}" type="sibTrans" cxnId="{C72C2C6F-049A-4189-A34E-F89D709E75EA}">
      <dgm:prSet/>
      <dgm:spPr/>
      <dgm:t>
        <a:bodyPr/>
        <a:lstStyle/>
        <a:p>
          <a:endParaRPr lang="en-US"/>
        </a:p>
      </dgm:t>
    </dgm:pt>
    <dgm:pt modelId="{BBABD0B3-08F8-4645-8B68-4D5876629E68}">
      <dgm:prSet phldrT="[Text]"/>
      <dgm:spPr/>
      <dgm:t>
        <a:bodyPr/>
        <a:lstStyle/>
        <a:p>
          <a:r>
            <a:rPr lang="en-US" dirty="0"/>
            <a:t>n/4</a:t>
          </a:r>
        </a:p>
      </dgm:t>
    </dgm:pt>
    <dgm:pt modelId="{29516F3A-5A89-4A2B-81A2-9F9389A5EFC1}" type="parTrans" cxnId="{CF1DE229-ECFF-49DF-A773-6889FCE6EBED}">
      <dgm:prSet/>
      <dgm:spPr/>
      <dgm:t>
        <a:bodyPr/>
        <a:lstStyle/>
        <a:p>
          <a:endParaRPr lang="en-US"/>
        </a:p>
      </dgm:t>
    </dgm:pt>
    <dgm:pt modelId="{BE6AEB84-41E6-4905-9599-732B7EA756AE}" type="sibTrans" cxnId="{CF1DE229-ECFF-49DF-A773-6889FCE6EBED}">
      <dgm:prSet/>
      <dgm:spPr/>
      <dgm:t>
        <a:bodyPr/>
        <a:lstStyle/>
        <a:p>
          <a:endParaRPr lang="en-US"/>
        </a:p>
      </dgm:t>
    </dgm:pt>
    <dgm:pt modelId="{7E3E1AD9-47EE-4971-A5A4-504E4832D766}">
      <dgm:prSet phldrT="[Text]"/>
      <dgm:spPr/>
      <dgm:t>
        <a:bodyPr/>
        <a:lstStyle/>
        <a:p>
          <a:r>
            <a:rPr lang="en-US" dirty="0"/>
            <a:t>n/4</a:t>
          </a:r>
        </a:p>
      </dgm:t>
    </dgm:pt>
    <dgm:pt modelId="{262861B7-9EBC-4DA8-930C-FD1E323CD33C}" type="parTrans" cxnId="{AAE79BC3-EB08-408F-A824-2AB6BA70D6A1}">
      <dgm:prSet/>
      <dgm:spPr/>
      <dgm:t>
        <a:bodyPr/>
        <a:lstStyle/>
        <a:p>
          <a:endParaRPr lang="en-US"/>
        </a:p>
      </dgm:t>
    </dgm:pt>
    <dgm:pt modelId="{BBDACFC1-92E1-4EB5-AE7E-F3D2F8D9E3E6}" type="sibTrans" cxnId="{AAE79BC3-EB08-408F-A824-2AB6BA70D6A1}">
      <dgm:prSet/>
      <dgm:spPr/>
      <dgm:t>
        <a:bodyPr/>
        <a:lstStyle/>
        <a:p>
          <a:endParaRPr lang="en-US"/>
        </a:p>
      </dgm:t>
    </dgm:pt>
    <dgm:pt modelId="{400BF546-E29C-4B0E-B028-58AA8AE31BC6}">
      <dgm:prSet phldrT="[Text]"/>
      <dgm:spPr/>
      <dgm:t>
        <a:bodyPr/>
        <a:lstStyle/>
        <a:p>
          <a:r>
            <a:rPr lang="en-US" dirty="0"/>
            <a:t>n/4</a:t>
          </a:r>
        </a:p>
      </dgm:t>
    </dgm:pt>
    <dgm:pt modelId="{1857943C-EE5D-4FF5-931C-67943ECDBBA6}" type="parTrans" cxnId="{92DC181D-1387-4B80-969B-990C0027DF32}">
      <dgm:prSet/>
      <dgm:spPr/>
      <dgm:t>
        <a:bodyPr/>
        <a:lstStyle/>
        <a:p>
          <a:endParaRPr lang="en-US"/>
        </a:p>
      </dgm:t>
    </dgm:pt>
    <dgm:pt modelId="{BFD52444-8372-4EEB-9221-47FC9EA0AEE0}" type="sibTrans" cxnId="{92DC181D-1387-4B80-969B-990C0027DF32}">
      <dgm:prSet/>
      <dgm:spPr/>
      <dgm:t>
        <a:bodyPr/>
        <a:lstStyle/>
        <a:p>
          <a:endParaRPr lang="en-US"/>
        </a:p>
      </dgm:t>
    </dgm:pt>
    <dgm:pt modelId="{9A873822-8FA8-4C97-8020-D1B8976E29CA}">
      <dgm:prSet phldrT="[Text]"/>
      <dgm:spPr/>
      <dgm:t>
        <a:bodyPr/>
        <a:lstStyle/>
        <a:p>
          <a:r>
            <a:rPr lang="en-US" dirty="0"/>
            <a:t>n/4</a:t>
          </a:r>
        </a:p>
      </dgm:t>
    </dgm:pt>
    <dgm:pt modelId="{FFEAEA74-081B-44B4-A9DB-11225766FEDA}" type="parTrans" cxnId="{86976AC6-BB90-4B0A-8B45-76442848E7A4}">
      <dgm:prSet/>
      <dgm:spPr/>
      <dgm:t>
        <a:bodyPr/>
        <a:lstStyle/>
        <a:p>
          <a:endParaRPr lang="en-US"/>
        </a:p>
      </dgm:t>
    </dgm:pt>
    <dgm:pt modelId="{83CF256D-9211-415F-96EC-E3EFB530C9BF}" type="sibTrans" cxnId="{86976AC6-BB90-4B0A-8B45-76442848E7A4}">
      <dgm:prSet/>
      <dgm:spPr/>
      <dgm:t>
        <a:bodyPr/>
        <a:lstStyle/>
        <a:p>
          <a:endParaRPr lang="en-US"/>
        </a:p>
      </dgm:t>
    </dgm:pt>
    <dgm:pt modelId="{1A5DCE2F-251D-488D-BE1B-9B3CF1FE420B}" type="pres">
      <dgm:prSet presAssocID="{6EFA127D-A4A6-4467-881A-67249A86B1D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71C3D4D-9640-4DBB-AD80-7A5FFBCB9704}" type="pres">
      <dgm:prSet presAssocID="{6EFA127D-A4A6-4467-881A-67249A86B1D8}" presName="hierFlow" presStyleCnt="0"/>
      <dgm:spPr/>
    </dgm:pt>
    <dgm:pt modelId="{5CD2C0E0-6169-4392-A137-FDCCC26F5E6C}" type="pres">
      <dgm:prSet presAssocID="{6EFA127D-A4A6-4467-881A-67249A86B1D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98C78A4-3376-4EE9-9741-1F8B212659FE}" type="pres">
      <dgm:prSet presAssocID="{A6274E38-44C3-46F9-BA13-CFAEB99AE862}" presName="Name14" presStyleCnt="0"/>
      <dgm:spPr/>
    </dgm:pt>
    <dgm:pt modelId="{7E609B34-0626-4818-8E9A-95A0461DCED4}" type="pres">
      <dgm:prSet presAssocID="{A6274E38-44C3-46F9-BA13-CFAEB99AE862}" presName="level1Shape" presStyleLbl="node0" presStyleIdx="0" presStyleCnt="1">
        <dgm:presLayoutVars>
          <dgm:chPref val="3"/>
        </dgm:presLayoutVars>
      </dgm:prSet>
      <dgm:spPr/>
    </dgm:pt>
    <dgm:pt modelId="{8F9D7149-730B-4596-A9A2-D5EDF62A95A7}" type="pres">
      <dgm:prSet presAssocID="{A6274E38-44C3-46F9-BA13-CFAEB99AE862}" presName="hierChild2" presStyleCnt="0"/>
      <dgm:spPr/>
    </dgm:pt>
    <dgm:pt modelId="{BADD060A-929E-4E76-A6B0-F64D99E990A7}" type="pres">
      <dgm:prSet presAssocID="{D44F662B-A4DB-4C73-B51F-2558BC5ACECB}" presName="Name19" presStyleLbl="parChTrans1D2" presStyleIdx="0" presStyleCnt="2"/>
      <dgm:spPr/>
    </dgm:pt>
    <dgm:pt modelId="{B5A8BE54-C364-42C1-A804-1DE4C6AD0A7A}" type="pres">
      <dgm:prSet presAssocID="{617FF588-C898-44F1-A5AA-5CE2A9C59704}" presName="Name21" presStyleCnt="0"/>
      <dgm:spPr/>
    </dgm:pt>
    <dgm:pt modelId="{7FF5579B-F8F2-4B93-92E3-542D5E56BF1F}" type="pres">
      <dgm:prSet presAssocID="{617FF588-C898-44F1-A5AA-5CE2A9C59704}" presName="level2Shape" presStyleLbl="node2" presStyleIdx="0" presStyleCnt="2"/>
      <dgm:spPr/>
    </dgm:pt>
    <dgm:pt modelId="{D301D1BA-0E3C-41F9-8018-072884BEFA79}" type="pres">
      <dgm:prSet presAssocID="{617FF588-C898-44F1-A5AA-5CE2A9C59704}" presName="hierChild3" presStyleCnt="0"/>
      <dgm:spPr/>
    </dgm:pt>
    <dgm:pt modelId="{41E60C0C-90EE-48BE-9543-92768833789F}" type="pres">
      <dgm:prSet presAssocID="{29516F3A-5A89-4A2B-81A2-9F9389A5EFC1}" presName="Name19" presStyleLbl="parChTrans1D3" presStyleIdx="0" presStyleCnt="4"/>
      <dgm:spPr/>
    </dgm:pt>
    <dgm:pt modelId="{ADF32624-1222-43BB-9EDC-DD2349928E30}" type="pres">
      <dgm:prSet presAssocID="{BBABD0B3-08F8-4645-8B68-4D5876629E68}" presName="Name21" presStyleCnt="0"/>
      <dgm:spPr/>
    </dgm:pt>
    <dgm:pt modelId="{6C8C495F-87C0-4373-8876-DCDA29396617}" type="pres">
      <dgm:prSet presAssocID="{BBABD0B3-08F8-4645-8B68-4D5876629E68}" presName="level2Shape" presStyleLbl="node3" presStyleIdx="0" presStyleCnt="4"/>
      <dgm:spPr/>
    </dgm:pt>
    <dgm:pt modelId="{772C4DAA-91A3-4378-A6A6-5E04A90B991F}" type="pres">
      <dgm:prSet presAssocID="{BBABD0B3-08F8-4645-8B68-4D5876629E68}" presName="hierChild3" presStyleCnt="0"/>
      <dgm:spPr/>
    </dgm:pt>
    <dgm:pt modelId="{DCF565EE-46DD-4DB7-A968-F97EB1AFFC9B}" type="pres">
      <dgm:prSet presAssocID="{262861B7-9EBC-4DA8-930C-FD1E323CD33C}" presName="Name19" presStyleLbl="parChTrans1D3" presStyleIdx="1" presStyleCnt="4"/>
      <dgm:spPr/>
    </dgm:pt>
    <dgm:pt modelId="{17D98383-C062-428D-9B96-5AC382DE3D11}" type="pres">
      <dgm:prSet presAssocID="{7E3E1AD9-47EE-4971-A5A4-504E4832D766}" presName="Name21" presStyleCnt="0"/>
      <dgm:spPr/>
    </dgm:pt>
    <dgm:pt modelId="{35266D74-BFAE-4094-8905-A08018BF9A63}" type="pres">
      <dgm:prSet presAssocID="{7E3E1AD9-47EE-4971-A5A4-504E4832D766}" presName="level2Shape" presStyleLbl="node3" presStyleIdx="1" presStyleCnt="4"/>
      <dgm:spPr/>
    </dgm:pt>
    <dgm:pt modelId="{5B4966B6-BE0B-4958-98CF-1005859971E7}" type="pres">
      <dgm:prSet presAssocID="{7E3E1AD9-47EE-4971-A5A4-504E4832D766}" presName="hierChild3" presStyleCnt="0"/>
      <dgm:spPr/>
    </dgm:pt>
    <dgm:pt modelId="{A2E17105-4467-4758-9C92-7E1A44BAE936}" type="pres">
      <dgm:prSet presAssocID="{64533D4B-29B2-42C3-AEE6-BF5EA6B75FE3}" presName="Name19" presStyleLbl="parChTrans1D2" presStyleIdx="1" presStyleCnt="2"/>
      <dgm:spPr/>
    </dgm:pt>
    <dgm:pt modelId="{A295A14A-53A5-42AD-8D51-9D8D93163734}" type="pres">
      <dgm:prSet presAssocID="{F952CFBC-B81D-4BEA-86B7-96CC35EE0DE1}" presName="Name21" presStyleCnt="0"/>
      <dgm:spPr/>
    </dgm:pt>
    <dgm:pt modelId="{5AD421CD-55AA-48E2-A500-638A05FFE8F1}" type="pres">
      <dgm:prSet presAssocID="{F952CFBC-B81D-4BEA-86B7-96CC35EE0DE1}" presName="level2Shape" presStyleLbl="node2" presStyleIdx="1" presStyleCnt="2"/>
      <dgm:spPr/>
    </dgm:pt>
    <dgm:pt modelId="{0F982EAA-E99E-4D9B-A368-789764D001C3}" type="pres">
      <dgm:prSet presAssocID="{F952CFBC-B81D-4BEA-86B7-96CC35EE0DE1}" presName="hierChild3" presStyleCnt="0"/>
      <dgm:spPr/>
    </dgm:pt>
    <dgm:pt modelId="{0D639E88-B580-423B-BCCD-59F62289485F}" type="pres">
      <dgm:prSet presAssocID="{1857943C-EE5D-4FF5-931C-67943ECDBBA6}" presName="Name19" presStyleLbl="parChTrans1D3" presStyleIdx="2" presStyleCnt="4"/>
      <dgm:spPr/>
    </dgm:pt>
    <dgm:pt modelId="{BDF9E52D-7BC4-49C7-BAE4-724BF445F05D}" type="pres">
      <dgm:prSet presAssocID="{400BF546-E29C-4B0E-B028-58AA8AE31BC6}" presName="Name21" presStyleCnt="0"/>
      <dgm:spPr/>
    </dgm:pt>
    <dgm:pt modelId="{77FFE565-52B3-41A6-873E-2D912A116B53}" type="pres">
      <dgm:prSet presAssocID="{400BF546-E29C-4B0E-B028-58AA8AE31BC6}" presName="level2Shape" presStyleLbl="node3" presStyleIdx="2" presStyleCnt="4"/>
      <dgm:spPr/>
    </dgm:pt>
    <dgm:pt modelId="{07E64069-30B9-4BE3-97AE-C9C328FC0899}" type="pres">
      <dgm:prSet presAssocID="{400BF546-E29C-4B0E-B028-58AA8AE31BC6}" presName="hierChild3" presStyleCnt="0"/>
      <dgm:spPr/>
    </dgm:pt>
    <dgm:pt modelId="{CF98F146-764B-4709-A5B1-EFF2AD98FDEA}" type="pres">
      <dgm:prSet presAssocID="{FFEAEA74-081B-44B4-A9DB-11225766FEDA}" presName="Name19" presStyleLbl="parChTrans1D3" presStyleIdx="3" presStyleCnt="4"/>
      <dgm:spPr/>
    </dgm:pt>
    <dgm:pt modelId="{A0D09C76-B644-4AA7-A67D-4E0D88055357}" type="pres">
      <dgm:prSet presAssocID="{9A873822-8FA8-4C97-8020-D1B8976E29CA}" presName="Name21" presStyleCnt="0"/>
      <dgm:spPr/>
    </dgm:pt>
    <dgm:pt modelId="{C90D65B9-EEDC-482A-9664-343A4A83FAD8}" type="pres">
      <dgm:prSet presAssocID="{9A873822-8FA8-4C97-8020-D1B8976E29CA}" presName="level2Shape" presStyleLbl="node3" presStyleIdx="3" presStyleCnt="4"/>
      <dgm:spPr/>
    </dgm:pt>
    <dgm:pt modelId="{BF59F926-5A5F-40F5-978E-66DC7F0F34A7}" type="pres">
      <dgm:prSet presAssocID="{9A873822-8FA8-4C97-8020-D1B8976E29CA}" presName="hierChild3" presStyleCnt="0"/>
      <dgm:spPr/>
    </dgm:pt>
    <dgm:pt modelId="{F64EFC1D-74E6-4CE9-8C07-F05AD8B061CE}" type="pres">
      <dgm:prSet presAssocID="{6EFA127D-A4A6-4467-881A-67249A86B1D8}" presName="bgShapesFlow" presStyleCnt="0"/>
      <dgm:spPr/>
    </dgm:pt>
  </dgm:ptLst>
  <dgm:cxnLst>
    <dgm:cxn modelId="{0B7C6203-D701-472D-A1F7-F69E823AEFC8}" type="presOf" srcId="{F952CFBC-B81D-4BEA-86B7-96CC35EE0DE1}" destId="{5AD421CD-55AA-48E2-A500-638A05FFE8F1}" srcOrd="0" destOrd="0" presId="urn:microsoft.com/office/officeart/2005/8/layout/hierarchy6"/>
    <dgm:cxn modelId="{3F77D60A-06DA-4A56-9ED1-D3DD32805326}" type="presOf" srcId="{1857943C-EE5D-4FF5-931C-67943ECDBBA6}" destId="{0D639E88-B580-423B-BCCD-59F62289485F}" srcOrd="0" destOrd="0" presId="urn:microsoft.com/office/officeart/2005/8/layout/hierarchy6"/>
    <dgm:cxn modelId="{0552A110-A87D-444C-8CDB-CABA34217E4D}" type="presOf" srcId="{9A873822-8FA8-4C97-8020-D1B8976E29CA}" destId="{C90D65B9-EEDC-482A-9664-343A4A83FAD8}" srcOrd="0" destOrd="0" presId="urn:microsoft.com/office/officeart/2005/8/layout/hierarchy6"/>
    <dgm:cxn modelId="{9098831A-FF7E-45EE-844C-B7595655AFEE}" type="presOf" srcId="{400BF546-E29C-4B0E-B028-58AA8AE31BC6}" destId="{77FFE565-52B3-41A6-873E-2D912A116B53}" srcOrd="0" destOrd="0" presId="urn:microsoft.com/office/officeart/2005/8/layout/hierarchy6"/>
    <dgm:cxn modelId="{92DC181D-1387-4B80-969B-990C0027DF32}" srcId="{F952CFBC-B81D-4BEA-86B7-96CC35EE0DE1}" destId="{400BF546-E29C-4B0E-B028-58AA8AE31BC6}" srcOrd="0" destOrd="0" parTransId="{1857943C-EE5D-4FF5-931C-67943ECDBBA6}" sibTransId="{BFD52444-8372-4EEB-9221-47FC9EA0AEE0}"/>
    <dgm:cxn modelId="{76C56429-EFF3-4B80-AEE9-DD93F2DBD652}" srcId="{6EFA127D-A4A6-4467-881A-67249A86B1D8}" destId="{A6274E38-44C3-46F9-BA13-CFAEB99AE862}" srcOrd="0" destOrd="0" parTransId="{291CABB4-A425-4C93-92FA-CC077CF6CAAB}" sibTransId="{F4BE6002-CDE6-4305-8628-87D154B1A419}"/>
    <dgm:cxn modelId="{CF1DE229-ECFF-49DF-A773-6889FCE6EBED}" srcId="{617FF588-C898-44F1-A5AA-5CE2A9C59704}" destId="{BBABD0B3-08F8-4645-8B68-4D5876629E68}" srcOrd="0" destOrd="0" parTransId="{29516F3A-5A89-4A2B-81A2-9F9389A5EFC1}" sibTransId="{BE6AEB84-41E6-4905-9599-732B7EA756AE}"/>
    <dgm:cxn modelId="{F8C9BF36-A5A8-4218-9B2C-1D9BDCF03E5C}" type="presOf" srcId="{A6274E38-44C3-46F9-BA13-CFAEB99AE862}" destId="{7E609B34-0626-4818-8E9A-95A0461DCED4}" srcOrd="0" destOrd="0" presId="urn:microsoft.com/office/officeart/2005/8/layout/hierarchy6"/>
    <dgm:cxn modelId="{3231CB65-C499-4EA0-BD93-07BBF21B0987}" type="presOf" srcId="{29516F3A-5A89-4A2B-81A2-9F9389A5EFC1}" destId="{41E60C0C-90EE-48BE-9543-92768833789F}" srcOrd="0" destOrd="0" presId="urn:microsoft.com/office/officeart/2005/8/layout/hierarchy6"/>
    <dgm:cxn modelId="{0D64A646-C305-4E7D-A80C-D1C11EBF421A}" type="presOf" srcId="{FFEAEA74-081B-44B4-A9DB-11225766FEDA}" destId="{CF98F146-764B-4709-A5B1-EFF2AD98FDEA}" srcOrd="0" destOrd="0" presId="urn:microsoft.com/office/officeart/2005/8/layout/hierarchy6"/>
    <dgm:cxn modelId="{32C0D346-C999-45DA-82A0-A912A56E7DB2}" type="presOf" srcId="{617FF588-C898-44F1-A5AA-5CE2A9C59704}" destId="{7FF5579B-F8F2-4B93-92E3-542D5E56BF1F}" srcOrd="0" destOrd="0" presId="urn:microsoft.com/office/officeart/2005/8/layout/hierarchy6"/>
    <dgm:cxn modelId="{C72C2C6F-049A-4189-A34E-F89D709E75EA}" srcId="{A6274E38-44C3-46F9-BA13-CFAEB99AE862}" destId="{F952CFBC-B81D-4BEA-86B7-96CC35EE0DE1}" srcOrd="1" destOrd="0" parTransId="{64533D4B-29B2-42C3-AEE6-BF5EA6B75FE3}" sibTransId="{F25D18F7-BF5D-44EB-9E80-69F399EBB5F6}"/>
    <dgm:cxn modelId="{A7B40F72-3954-4E21-A252-C8221AAF0446}" type="presOf" srcId="{7E3E1AD9-47EE-4971-A5A4-504E4832D766}" destId="{35266D74-BFAE-4094-8905-A08018BF9A63}" srcOrd="0" destOrd="0" presId="urn:microsoft.com/office/officeart/2005/8/layout/hierarchy6"/>
    <dgm:cxn modelId="{9D0FE2A4-DC02-4941-ADDC-53DCDB27E264}" srcId="{A6274E38-44C3-46F9-BA13-CFAEB99AE862}" destId="{617FF588-C898-44F1-A5AA-5CE2A9C59704}" srcOrd="0" destOrd="0" parTransId="{D44F662B-A4DB-4C73-B51F-2558BC5ACECB}" sibTransId="{F2B4E901-9812-41C7-9AAD-2AFD0C204EDD}"/>
    <dgm:cxn modelId="{262D49AA-3228-41A3-BBCD-BC4153983868}" type="presOf" srcId="{D44F662B-A4DB-4C73-B51F-2558BC5ACECB}" destId="{BADD060A-929E-4E76-A6B0-F64D99E990A7}" srcOrd="0" destOrd="0" presId="urn:microsoft.com/office/officeart/2005/8/layout/hierarchy6"/>
    <dgm:cxn modelId="{F9C0BAB6-94CF-4E57-B22E-9B8BF722B2CD}" type="presOf" srcId="{262861B7-9EBC-4DA8-930C-FD1E323CD33C}" destId="{DCF565EE-46DD-4DB7-A968-F97EB1AFFC9B}" srcOrd="0" destOrd="0" presId="urn:microsoft.com/office/officeart/2005/8/layout/hierarchy6"/>
    <dgm:cxn modelId="{9DC34CBC-1B83-4C7C-9588-78AD8682FC82}" type="presOf" srcId="{64533D4B-29B2-42C3-AEE6-BF5EA6B75FE3}" destId="{A2E17105-4467-4758-9C92-7E1A44BAE936}" srcOrd="0" destOrd="0" presId="urn:microsoft.com/office/officeart/2005/8/layout/hierarchy6"/>
    <dgm:cxn modelId="{AAE79BC3-EB08-408F-A824-2AB6BA70D6A1}" srcId="{617FF588-C898-44F1-A5AA-5CE2A9C59704}" destId="{7E3E1AD9-47EE-4971-A5A4-504E4832D766}" srcOrd="1" destOrd="0" parTransId="{262861B7-9EBC-4DA8-930C-FD1E323CD33C}" sibTransId="{BBDACFC1-92E1-4EB5-AE7E-F3D2F8D9E3E6}"/>
    <dgm:cxn modelId="{86976AC6-BB90-4B0A-8B45-76442848E7A4}" srcId="{F952CFBC-B81D-4BEA-86B7-96CC35EE0DE1}" destId="{9A873822-8FA8-4C97-8020-D1B8976E29CA}" srcOrd="1" destOrd="0" parTransId="{FFEAEA74-081B-44B4-A9DB-11225766FEDA}" sibTransId="{83CF256D-9211-415F-96EC-E3EFB530C9BF}"/>
    <dgm:cxn modelId="{B0717AEC-AF0E-4B31-8030-4B708924B1C7}" type="presOf" srcId="{BBABD0B3-08F8-4645-8B68-4D5876629E68}" destId="{6C8C495F-87C0-4373-8876-DCDA29396617}" srcOrd="0" destOrd="0" presId="urn:microsoft.com/office/officeart/2005/8/layout/hierarchy6"/>
    <dgm:cxn modelId="{394085EF-EEC9-426E-A55F-D78428E48220}" type="presOf" srcId="{6EFA127D-A4A6-4467-881A-67249A86B1D8}" destId="{1A5DCE2F-251D-488D-BE1B-9B3CF1FE420B}" srcOrd="0" destOrd="0" presId="urn:microsoft.com/office/officeart/2005/8/layout/hierarchy6"/>
    <dgm:cxn modelId="{0AD21D87-3003-4B1D-8F08-CA324ACA30CA}" type="presParOf" srcId="{1A5DCE2F-251D-488D-BE1B-9B3CF1FE420B}" destId="{171C3D4D-9640-4DBB-AD80-7A5FFBCB9704}" srcOrd="0" destOrd="0" presId="urn:microsoft.com/office/officeart/2005/8/layout/hierarchy6"/>
    <dgm:cxn modelId="{1A0A00C3-E1FD-462D-9121-7CE953E07C7D}" type="presParOf" srcId="{171C3D4D-9640-4DBB-AD80-7A5FFBCB9704}" destId="{5CD2C0E0-6169-4392-A137-FDCCC26F5E6C}" srcOrd="0" destOrd="0" presId="urn:microsoft.com/office/officeart/2005/8/layout/hierarchy6"/>
    <dgm:cxn modelId="{38C32BB5-5B09-4EE7-98E4-066229425BD9}" type="presParOf" srcId="{5CD2C0E0-6169-4392-A137-FDCCC26F5E6C}" destId="{498C78A4-3376-4EE9-9741-1F8B212659FE}" srcOrd="0" destOrd="0" presId="urn:microsoft.com/office/officeart/2005/8/layout/hierarchy6"/>
    <dgm:cxn modelId="{CB2C55C3-68AE-4A8E-B16C-BE26FAD7ECC1}" type="presParOf" srcId="{498C78A4-3376-4EE9-9741-1F8B212659FE}" destId="{7E609B34-0626-4818-8E9A-95A0461DCED4}" srcOrd="0" destOrd="0" presId="urn:microsoft.com/office/officeart/2005/8/layout/hierarchy6"/>
    <dgm:cxn modelId="{75F4CEA6-F6C5-4B48-9B12-F675CA456DBC}" type="presParOf" srcId="{498C78A4-3376-4EE9-9741-1F8B212659FE}" destId="{8F9D7149-730B-4596-A9A2-D5EDF62A95A7}" srcOrd="1" destOrd="0" presId="urn:microsoft.com/office/officeart/2005/8/layout/hierarchy6"/>
    <dgm:cxn modelId="{3E0D63D0-7F37-4B12-9BCA-8B51F8C04EA8}" type="presParOf" srcId="{8F9D7149-730B-4596-A9A2-D5EDF62A95A7}" destId="{BADD060A-929E-4E76-A6B0-F64D99E990A7}" srcOrd="0" destOrd="0" presId="urn:microsoft.com/office/officeart/2005/8/layout/hierarchy6"/>
    <dgm:cxn modelId="{C6F7E58A-CE30-442E-8433-75D89D969D37}" type="presParOf" srcId="{8F9D7149-730B-4596-A9A2-D5EDF62A95A7}" destId="{B5A8BE54-C364-42C1-A804-1DE4C6AD0A7A}" srcOrd="1" destOrd="0" presId="urn:microsoft.com/office/officeart/2005/8/layout/hierarchy6"/>
    <dgm:cxn modelId="{5A30143F-FB45-45D2-8CCC-4AF0E856FF93}" type="presParOf" srcId="{B5A8BE54-C364-42C1-A804-1DE4C6AD0A7A}" destId="{7FF5579B-F8F2-4B93-92E3-542D5E56BF1F}" srcOrd="0" destOrd="0" presId="urn:microsoft.com/office/officeart/2005/8/layout/hierarchy6"/>
    <dgm:cxn modelId="{569A5043-D204-4A9B-B393-8F8B2BE4E37A}" type="presParOf" srcId="{B5A8BE54-C364-42C1-A804-1DE4C6AD0A7A}" destId="{D301D1BA-0E3C-41F9-8018-072884BEFA79}" srcOrd="1" destOrd="0" presId="urn:microsoft.com/office/officeart/2005/8/layout/hierarchy6"/>
    <dgm:cxn modelId="{630E54FA-D62A-4D81-9A10-23C1A927B2DD}" type="presParOf" srcId="{D301D1BA-0E3C-41F9-8018-072884BEFA79}" destId="{41E60C0C-90EE-48BE-9543-92768833789F}" srcOrd="0" destOrd="0" presId="urn:microsoft.com/office/officeart/2005/8/layout/hierarchy6"/>
    <dgm:cxn modelId="{E7135E36-B1B9-4F1A-9FEF-585C419BE0AB}" type="presParOf" srcId="{D301D1BA-0E3C-41F9-8018-072884BEFA79}" destId="{ADF32624-1222-43BB-9EDC-DD2349928E30}" srcOrd="1" destOrd="0" presId="urn:microsoft.com/office/officeart/2005/8/layout/hierarchy6"/>
    <dgm:cxn modelId="{C0C2648F-81A1-46F8-BF55-0DF1BE938454}" type="presParOf" srcId="{ADF32624-1222-43BB-9EDC-DD2349928E30}" destId="{6C8C495F-87C0-4373-8876-DCDA29396617}" srcOrd="0" destOrd="0" presId="urn:microsoft.com/office/officeart/2005/8/layout/hierarchy6"/>
    <dgm:cxn modelId="{7921DF8B-C215-43F1-9F31-A2E2E83F5C32}" type="presParOf" srcId="{ADF32624-1222-43BB-9EDC-DD2349928E30}" destId="{772C4DAA-91A3-4378-A6A6-5E04A90B991F}" srcOrd="1" destOrd="0" presId="urn:microsoft.com/office/officeart/2005/8/layout/hierarchy6"/>
    <dgm:cxn modelId="{B55D101D-71E7-49C4-A41A-A2ADB3DDBBE8}" type="presParOf" srcId="{D301D1BA-0E3C-41F9-8018-072884BEFA79}" destId="{DCF565EE-46DD-4DB7-A968-F97EB1AFFC9B}" srcOrd="2" destOrd="0" presId="urn:microsoft.com/office/officeart/2005/8/layout/hierarchy6"/>
    <dgm:cxn modelId="{4DC47629-279F-40AA-B4A2-1CE2DFEA52AA}" type="presParOf" srcId="{D301D1BA-0E3C-41F9-8018-072884BEFA79}" destId="{17D98383-C062-428D-9B96-5AC382DE3D11}" srcOrd="3" destOrd="0" presId="urn:microsoft.com/office/officeart/2005/8/layout/hierarchy6"/>
    <dgm:cxn modelId="{1B8D0BAF-09EB-41C9-A548-B3B6694BBD17}" type="presParOf" srcId="{17D98383-C062-428D-9B96-5AC382DE3D11}" destId="{35266D74-BFAE-4094-8905-A08018BF9A63}" srcOrd="0" destOrd="0" presId="urn:microsoft.com/office/officeart/2005/8/layout/hierarchy6"/>
    <dgm:cxn modelId="{80831F03-420E-46B4-B06D-F068326B4537}" type="presParOf" srcId="{17D98383-C062-428D-9B96-5AC382DE3D11}" destId="{5B4966B6-BE0B-4958-98CF-1005859971E7}" srcOrd="1" destOrd="0" presId="urn:microsoft.com/office/officeart/2005/8/layout/hierarchy6"/>
    <dgm:cxn modelId="{79A17215-5C2F-441B-A741-71234696D414}" type="presParOf" srcId="{8F9D7149-730B-4596-A9A2-D5EDF62A95A7}" destId="{A2E17105-4467-4758-9C92-7E1A44BAE936}" srcOrd="2" destOrd="0" presId="urn:microsoft.com/office/officeart/2005/8/layout/hierarchy6"/>
    <dgm:cxn modelId="{896EA5DF-1206-42B8-A529-20D1A1CF7BF5}" type="presParOf" srcId="{8F9D7149-730B-4596-A9A2-D5EDF62A95A7}" destId="{A295A14A-53A5-42AD-8D51-9D8D93163734}" srcOrd="3" destOrd="0" presId="urn:microsoft.com/office/officeart/2005/8/layout/hierarchy6"/>
    <dgm:cxn modelId="{0677BE4D-6588-445C-B78F-38CAB879F7DA}" type="presParOf" srcId="{A295A14A-53A5-42AD-8D51-9D8D93163734}" destId="{5AD421CD-55AA-48E2-A500-638A05FFE8F1}" srcOrd="0" destOrd="0" presId="urn:microsoft.com/office/officeart/2005/8/layout/hierarchy6"/>
    <dgm:cxn modelId="{0D749584-1BBE-4BEF-BCA6-D6EE7231D4FA}" type="presParOf" srcId="{A295A14A-53A5-42AD-8D51-9D8D93163734}" destId="{0F982EAA-E99E-4D9B-A368-789764D001C3}" srcOrd="1" destOrd="0" presId="urn:microsoft.com/office/officeart/2005/8/layout/hierarchy6"/>
    <dgm:cxn modelId="{391C9B3C-7864-4B6C-A156-A88635DE2FAB}" type="presParOf" srcId="{0F982EAA-E99E-4D9B-A368-789764D001C3}" destId="{0D639E88-B580-423B-BCCD-59F62289485F}" srcOrd="0" destOrd="0" presId="urn:microsoft.com/office/officeart/2005/8/layout/hierarchy6"/>
    <dgm:cxn modelId="{FA064FF3-39D9-4DFA-AF9F-47581FE94C96}" type="presParOf" srcId="{0F982EAA-E99E-4D9B-A368-789764D001C3}" destId="{BDF9E52D-7BC4-49C7-BAE4-724BF445F05D}" srcOrd="1" destOrd="0" presId="urn:microsoft.com/office/officeart/2005/8/layout/hierarchy6"/>
    <dgm:cxn modelId="{238F2A5A-D305-4EBB-BCC4-89036B107E00}" type="presParOf" srcId="{BDF9E52D-7BC4-49C7-BAE4-724BF445F05D}" destId="{77FFE565-52B3-41A6-873E-2D912A116B53}" srcOrd="0" destOrd="0" presId="urn:microsoft.com/office/officeart/2005/8/layout/hierarchy6"/>
    <dgm:cxn modelId="{47DF35E7-3A0D-470B-B608-9516B597AF98}" type="presParOf" srcId="{BDF9E52D-7BC4-49C7-BAE4-724BF445F05D}" destId="{07E64069-30B9-4BE3-97AE-C9C328FC0899}" srcOrd="1" destOrd="0" presId="urn:microsoft.com/office/officeart/2005/8/layout/hierarchy6"/>
    <dgm:cxn modelId="{D9B9C6FC-213F-4C79-A321-E7D83FBBFE5C}" type="presParOf" srcId="{0F982EAA-E99E-4D9B-A368-789764D001C3}" destId="{CF98F146-764B-4709-A5B1-EFF2AD98FDEA}" srcOrd="2" destOrd="0" presId="urn:microsoft.com/office/officeart/2005/8/layout/hierarchy6"/>
    <dgm:cxn modelId="{70764DCF-8C1E-4C9F-BA4D-CCE501F74AF6}" type="presParOf" srcId="{0F982EAA-E99E-4D9B-A368-789764D001C3}" destId="{A0D09C76-B644-4AA7-A67D-4E0D88055357}" srcOrd="3" destOrd="0" presId="urn:microsoft.com/office/officeart/2005/8/layout/hierarchy6"/>
    <dgm:cxn modelId="{1DE3DDA2-BBE9-428F-8E19-180C4B9E8980}" type="presParOf" srcId="{A0D09C76-B644-4AA7-A67D-4E0D88055357}" destId="{C90D65B9-EEDC-482A-9664-343A4A83FAD8}" srcOrd="0" destOrd="0" presId="urn:microsoft.com/office/officeart/2005/8/layout/hierarchy6"/>
    <dgm:cxn modelId="{A61B3664-F285-4066-A441-340D9CFB7D90}" type="presParOf" srcId="{A0D09C76-B644-4AA7-A67D-4E0D88055357}" destId="{BF59F926-5A5F-40F5-978E-66DC7F0F34A7}" srcOrd="1" destOrd="0" presId="urn:microsoft.com/office/officeart/2005/8/layout/hierarchy6"/>
    <dgm:cxn modelId="{8F6327A2-BB9E-437E-93B8-E5A17C9B1E08}" type="presParOf" srcId="{1A5DCE2F-251D-488D-BE1B-9B3CF1FE420B}" destId="{F64EFC1D-74E6-4CE9-8C07-F05AD8B061C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09B34-0626-4818-8E9A-95A0461DCED4}">
      <dsp:nvSpPr>
        <dsp:cNvPr id="0" name=""/>
        <dsp:cNvSpPr/>
      </dsp:nvSpPr>
      <dsp:spPr>
        <a:xfrm>
          <a:off x="966772" y="431"/>
          <a:ext cx="1380178" cy="9201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</a:t>
          </a:r>
        </a:p>
      </dsp:txBody>
      <dsp:txXfrm>
        <a:off x="993721" y="27380"/>
        <a:ext cx="1326280" cy="866221"/>
      </dsp:txXfrm>
    </dsp:sp>
    <dsp:sp modelId="{BADD060A-929E-4E76-A6B0-F64D99E990A7}">
      <dsp:nvSpPr>
        <dsp:cNvPr id="0" name=""/>
        <dsp:cNvSpPr/>
      </dsp:nvSpPr>
      <dsp:spPr>
        <a:xfrm>
          <a:off x="759745" y="920550"/>
          <a:ext cx="897116" cy="368047"/>
        </a:xfrm>
        <a:custGeom>
          <a:avLst/>
          <a:gdLst/>
          <a:ahLst/>
          <a:cxnLst/>
          <a:rect l="0" t="0" r="0" b="0"/>
          <a:pathLst>
            <a:path>
              <a:moveTo>
                <a:pt x="897116" y="0"/>
              </a:moveTo>
              <a:lnTo>
                <a:pt x="897116" y="184023"/>
              </a:lnTo>
              <a:lnTo>
                <a:pt x="0" y="184023"/>
              </a:lnTo>
              <a:lnTo>
                <a:pt x="0" y="36804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F5579B-F8F2-4B93-92E3-542D5E56BF1F}">
      <dsp:nvSpPr>
        <dsp:cNvPr id="0" name=""/>
        <dsp:cNvSpPr/>
      </dsp:nvSpPr>
      <dsp:spPr>
        <a:xfrm>
          <a:off x="69656" y="1288598"/>
          <a:ext cx="1380178" cy="9201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n/2</a:t>
          </a:r>
        </a:p>
      </dsp:txBody>
      <dsp:txXfrm>
        <a:off x="96605" y="1315547"/>
        <a:ext cx="1326280" cy="866221"/>
      </dsp:txXfrm>
    </dsp:sp>
    <dsp:sp modelId="{A2E17105-4467-4758-9C92-7E1A44BAE936}">
      <dsp:nvSpPr>
        <dsp:cNvPr id="0" name=""/>
        <dsp:cNvSpPr/>
      </dsp:nvSpPr>
      <dsp:spPr>
        <a:xfrm>
          <a:off x="1656861" y="920550"/>
          <a:ext cx="897116" cy="368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023"/>
              </a:lnTo>
              <a:lnTo>
                <a:pt x="897116" y="184023"/>
              </a:lnTo>
              <a:lnTo>
                <a:pt x="897116" y="36804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D421CD-55AA-48E2-A500-638A05FFE8F1}">
      <dsp:nvSpPr>
        <dsp:cNvPr id="0" name=""/>
        <dsp:cNvSpPr/>
      </dsp:nvSpPr>
      <dsp:spPr>
        <a:xfrm>
          <a:off x="1863888" y="1288598"/>
          <a:ext cx="1380178" cy="9201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n/2</a:t>
          </a:r>
        </a:p>
      </dsp:txBody>
      <dsp:txXfrm>
        <a:off x="1890837" y="1315547"/>
        <a:ext cx="1326280" cy="8662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09B34-0626-4818-8E9A-95A0461DCED4}">
      <dsp:nvSpPr>
        <dsp:cNvPr id="0" name=""/>
        <dsp:cNvSpPr/>
      </dsp:nvSpPr>
      <dsp:spPr>
        <a:xfrm>
          <a:off x="1647983" y="33672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</a:t>
          </a:r>
        </a:p>
      </dsp:txBody>
      <dsp:txXfrm>
        <a:off x="1664462" y="353203"/>
        <a:ext cx="810995" cy="529677"/>
      </dsp:txXfrm>
    </dsp:sp>
    <dsp:sp modelId="{BADD060A-929E-4E76-A6B0-F64D99E990A7}">
      <dsp:nvSpPr>
        <dsp:cNvPr id="0" name=""/>
        <dsp:cNvSpPr/>
      </dsp:nvSpPr>
      <dsp:spPr>
        <a:xfrm>
          <a:off x="972820" y="899359"/>
          <a:ext cx="1097139" cy="225054"/>
        </a:xfrm>
        <a:custGeom>
          <a:avLst/>
          <a:gdLst/>
          <a:ahLst/>
          <a:cxnLst/>
          <a:rect l="0" t="0" r="0" b="0"/>
          <a:pathLst>
            <a:path>
              <a:moveTo>
                <a:pt x="1097139" y="0"/>
              </a:moveTo>
              <a:lnTo>
                <a:pt x="1097139" y="112527"/>
              </a:lnTo>
              <a:lnTo>
                <a:pt x="0" y="112527"/>
              </a:lnTo>
              <a:lnTo>
                <a:pt x="0" y="22505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F5579B-F8F2-4B93-92E3-542D5E56BF1F}">
      <dsp:nvSpPr>
        <dsp:cNvPr id="0" name=""/>
        <dsp:cNvSpPr/>
      </dsp:nvSpPr>
      <dsp:spPr>
        <a:xfrm>
          <a:off x="550843" y="112441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n/2</a:t>
          </a:r>
        </a:p>
      </dsp:txBody>
      <dsp:txXfrm>
        <a:off x="567322" y="1140893"/>
        <a:ext cx="810995" cy="529677"/>
      </dsp:txXfrm>
    </dsp:sp>
    <dsp:sp modelId="{41E60C0C-90EE-48BE-9543-92768833789F}">
      <dsp:nvSpPr>
        <dsp:cNvPr id="0" name=""/>
        <dsp:cNvSpPr/>
      </dsp:nvSpPr>
      <dsp:spPr>
        <a:xfrm>
          <a:off x="424250" y="1687049"/>
          <a:ext cx="548569" cy="225054"/>
        </a:xfrm>
        <a:custGeom>
          <a:avLst/>
          <a:gdLst/>
          <a:ahLst/>
          <a:cxnLst/>
          <a:rect l="0" t="0" r="0" b="0"/>
          <a:pathLst>
            <a:path>
              <a:moveTo>
                <a:pt x="548569" y="0"/>
              </a:moveTo>
              <a:lnTo>
                <a:pt x="548569" y="112527"/>
              </a:lnTo>
              <a:lnTo>
                <a:pt x="0" y="112527"/>
              </a:lnTo>
              <a:lnTo>
                <a:pt x="0" y="2250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C495F-87C0-4373-8876-DCDA29396617}">
      <dsp:nvSpPr>
        <dsp:cNvPr id="0" name=""/>
        <dsp:cNvSpPr/>
      </dsp:nvSpPr>
      <dsp:spPr>
        <a:xfrm>
          <a:off x="2274" y="191210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n/4</a:t>
          </a:r>
        </a:p>
      </dsp:txBody>
      <dsp:txXfrm>
        <a:off x="18753" y="1928583"/>
        <a:ext cx="810995" cy="529677"/>
      </dsp:txXfrm>
    </dsp:sp>
    <dsp:sp modelId="{DCF565EE-46DD-4DB7-A968-F97EB1AFFC9B}">
      <dsp:nvSpPr>
        <dsp:cNvPr id="0" name=""/>
        <dsp:cNvSpPr/>
      </dsp:nvSpPr>
      <dsp:spPr>
        <a:xfrm>
          <a:off x="972820" y="1687049"/>
          <a:ext cx="548569" cy="225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27"/>
              </a:lnTo>
              <a:lnTo>
                <a:pt x="548569" y="112527"/>
              </a:lnTo>
              <a:lnTo>
                <a:pt x="548569" y="2250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266D74-BFAE-4094-8905-A08018BF9A63}">
      <dsp:nvSpPr>
        <dsp:cNvPr id="0" name=""/>
        <dsp:cNvSpPr/>
      </dsp:nvSpPr>
      <dsp:spPr>
        <a:xfrm>
          <a:off x="1099413" y="191210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n/4</a:t>
          </a:r>
        </a:p>
      </dsp:txBody>
      <dsp:txXfrm>
        <a:off x="1115892" y="1928583"/>
        <a:ext cx="810995" cy="529677"/>
      </dsp:txXfrm>
    </dsp:sp>
    <dsp:sp modelId="{A2E17105-4467-4758-9C92-7E1A44BAE936}">
      <dsp:nvSpPr>
        <dsp:cNvPr id="0" name=""/>
        <dsp:cNvSpPr/>
      </dsp:nvSpPr>
      <dsp:spPr>
        <a:xfrm>
          <a:off x="2069960" y="899359"/>
          <a:ext cx="1097139" cy="225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27"/>
              </a:lnTo>
              <a:lnTo>
                <a:pt x="1097139" y="112527"/>
              </a:lnTo>
              <a:lnTo>
                <a:pt x="1097139" y="22505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D421CD-55AA-48E2-A500-638A05FFE8F1}">
      <dsp:nvSpPr>
        <dsp:cNvPr id="0" name=""/>
        <dsp:cNvSpPr/>
      </dsp:nvSpPr>
      <dsp:spPr>
        <a:xfrm>
          <a:off x="2745123" y="112441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n/2</a:t>
          </a:r>
        </a:p>
      </dsp:txBody>
      <dsp:txXfrm>
        <a:off x="2761602" y="1140893"/>
        <a:ext cx="810995" cy="529677"/>
      </dsp:txXfrm>
    </dsp:sp>
    <dsp:sp modelId="{0D639E88-B580-423B-BCCD-59F62289485F}">
      <dsp:nvSpPr>
        <dsp:cNvPr id="0" name=""/>
        <dsp:cNvSpPr/>
      </dsp:nvSpPr>
      <dsp:spPr>
        <a:xfrm>
          <a:off x="2618530" y="1687049"/>
          <a:ext cx="548569" cy="225054"/>
        </a:xfrm>
        <a:custGeom>
          <a:avLst/>
          <a:gdLst/>
          <a:ahLst/>
          <a:cxnLst/>
          <a:rect l="0" t="0" r="0" b="0"/>
          <a:pathLst>
            <a:path>
              <a:moveTo>
                <a:pt x="548569" y="0"/>
              </a:moveTo>
              <a:lnTo>
                <a:pt x="548569" y="112527"/>
              </a:lnTo>
              <a:lnTo>
                <a:pt x="0" y="112527"/>
              </a:lnTo>
              <a:lnTo>
                <a:pt x="0" y="2250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FE565-52B3-41A6-873E-2D912A116B53}">
      <dsp:nvSpPr>
        <dsp:cNvPr id="0" name=""/>
        <dsp:cNvSpPr/>
      </dsp:nvSpPr>
      <dsp:spPr>
        <a:xfrm>
          <a:off x="2196553" y="191210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n/4</a:t>
          </a:r>
        </a:p>
      </dsp:txBody>
      <dsp:txXfrm>
        <a:off x="2213032" y="1928583"/>
        <a:ext cx="810995" cy="529677"/>
      </dsp:txXfrm>
    </dsp:sp>
    <dsp:sp modelId="{CF98F146-764B-4709-A5B1-EFF2AD98FDEA}">
      <dsp:nvSpPr>
        <dsp:cNvPr id="0" name=""/>
        <dsp:cNvSpPr/>
      </dsp:nvSpPr>
      <dsp:spPr>
        <a:xfrm>
          <a:off x="3167100" y="1687049"/>
          <a:ext cx="548569" cy="225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27"/>
              </a:lnTo>
              <a:lnTo>
                <a:pt x="548569" y="112527"/>
              </a:lnTo>
              <a:lnTo>
                <a:pt x="548569" y="2250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D65B9-EEDC-482A-9664-343A4A83FAD8}">
      <dsp:nvSpPr>
        <dsp:cNvPr id="0" name=""/>
        <dsp:cNvSpPr/>
      </dsp:nvSpPr>
      <dsp:spPr>
        <a:xfrm>
          <a:off x="3293693" y="1912104"/>
          <a:ext cx="843953" cy="5626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n/4</a:t>
          </a:r>
        </a:p>
      </dsp:txBody>
      <dsp:txXfrm>
        <a:off x="3310172" y="1928583"/>
        <a:ext cx="810995" cy="5296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A stable sort algorithm keeps the order intact. Meaning the ‘A’ at index 1 in “BACADGBTA” is not the same as ‘A’ at index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15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072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852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2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00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04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764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85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010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135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13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32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4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175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91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2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microsoft.com/office/2007/relationships/hdphoto" Target="../media/hdphoto1.wdp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 dirty="0"/>
              <a:t>Divide and Conquer Strategy</a:t>
            </a:r>
          </a:p>
          <a:p>
            <a:r>
              <a:rPr lang="en-US" dirty="0"/>
              <a:t>Merge Sort</a:t>
            </a:r>
          </a:p>
          <a:p>
            <a:r>
              <a:rPr lang="en-US" dirty="0"/>
              <a:t>Exercise</a:t>
            </a:r>
          </a:p>
          <a:p>
            <a:r>
              <a:rPr lang="en-US" dirty="0"/>
              <a:t>Complexity Analysis</a:t>
            </a:r>
          </a:p>
          <a:p>
            <a:r>
              <a:rPr lang="en-US" dirty="0"/>
              <a:t>Map-Reduce</a:t>
            </a:r>
          </a:p>
          <a:p>
            <a:r>
              <a:rPr lang="en-US" dirty="0"/>
              <a:t>Quicksort</a:t>
            </a:r>
          </a:p>
          <a:p>
            <a:r>
              <a:rPr lang="en-US" dirty="0"/>
              <a:t>Exercise</a:t>
            </a:r>
          </a:p>
          <a:p>
            <a:r>
              <a:rPr lang="en-US" dirty="0"/>
              <a:t>Complexity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Divide and Conquer Strategy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strategy has been successfully deployed in military campaigns, for example, by Roman empire (Julius Caesar’s conquest of France) and by British colonizers to conquer and rule over India.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mathematics and computing, Divide and Conquer follows this rule by splitting a larger problem into many sub-problems to make them easier to solve.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Divide and Conquer does not necessarily mean solving through recursion. Any algorithm, which breaks the problem and solves them is divide and conquer.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Parallel and Distributed computing is also an example of Divide and Conquer.</a:t>
            </a:r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Merge Sort is among the most widely used sorting algorithms.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Java uses an iterative implementation of Merge Sort, which is </a:t>
                </a:r>
                <a:r>
                  <a:rPr lang="en-US" sz="3200" i="1" u="sng" dirty="0"/>
                  <a:t>stable</a:t>
                </a:r>
                <a:r>
                  <a:rPr lang="en-US" sz="3200" dirty="0"/>
                  <a:t> and works much faster than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when the input is partially sorted,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when the input is randomly sorted.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basic algorithm is Recursive.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array is first split into two sub-arrays recursively, until there are sub-arrays of only 2 elements.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the left element is greater than right, then the elements are swapped.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sorted sub-array is then merged back into single array.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r="-259" b="-2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85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5FA11BA-519C-B8E9-CDB3-AA9CD3B98FE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70954" y="1622268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5FA11BA-519C-B8E9-CDB3-AA9CD3B98F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790668"/>
                  </p:ext>
                </p:extLst>
              </p:nvPr>
            </p:nvGraphicFramePr>
            <p:xfrm>
              <a:off x="1670954" y="1622268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455975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988EEDA-FA31-6010-195D-2FA146412BEA}"/>
              </a:ext>
            </a:extLst>
          </p:cNvPr>
          <p:cNvGraphicFramePr>
            <a:graphicFrameLocks noGrp="1"/>
          </p:cNvGraphicFramePr>
          <p:nvPr/>
        </p:nvGraphicFramePr>
        <p:xfrm>
          <a:off x="817514" y="2509464"/>
          <a:ext cx="344536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DCED0645-2FD9-0B0E-0829-10FADA5B13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86275" y="2509464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DCED0645-2FD9-0B0E-0829-10FADA5B13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19069"/>
                  </p:ext>
                </p:extLst>
              </p:nvPr>
            </p:nvGraphicFramePr>
            <p:xfrm>
              <a:off x="6086275" y="2509464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0629" t="-18868" r="-301258" b="-147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2DC31B5-9D70-1DF3-9FC5-2BE0B9078ED6}"/>
              </a:ext>
            </a:extLst>
          </p:cNvPr>
          <p:cNvGraphicFramePr>
            <a:graphicFrameLocks noGrp="1"/>
          </p:cNvGraphicFramePr>
          <p:nvPr/>
        </p:nvGraphicFramePr>
        <p:xfrm>
          <a:off x="394175" y="33966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78D95FF-EAC6-5505-CE93-CCDDB49605E7}"/>
              </a:ext>
            </a:extLst>
          </p:cNvPr>
          <p:cNvGraphicFramePr>
            <a:graphicFrameLocks noGrp="1"/>
          </p:cNvGraphicFramePr>
          <p:nvPr/>
        </p:nvGraphicFramePr>
        <p:xfrm>
          <a:off x="3158192" y="33966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87B8439-7978-2873-4B35-FD9BB274BFB1}"/>
              </a:ext>
            </a:extLst>
          </p:cNvPr>
          <p:cNvGraphicFramePr>
            <a:graphicFrameLocks noGrp="1"/>
          </p:cNvGraphicFramePr>
          <p:nvPr/>
        </p:nvGraphicFramePr>
        <p:xfrm>
          <a:off x="220384" y="4268512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E9772CF-6A16-D910-45CA-F86BA061F819}"/>
              </a:ext>
            </a:extLst>
          </p:cNvPr>
          <p:cNvGraphicFramePr>
            <a:graphicFrameLocks noGrp="1"/>
          </p:cNvGraphicFramePr>
          <p:nvPr/>
        </p:nvGraphicFramePr>
        <p:xfrm>
          <a:off x="1450587" y="4264571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B479B8B-CFA3-C856-0171-6D1F1B6F7654}"/>
              </a:ext>
            </a:extLst>
          </p:cNvPr>
          <p:cNvGraphicFramePr>
            <a:graphicFrameLocks noGrp="1"/>
          </p:cNvGraphicFramePr>
          <p:nvPr/>
        </p:nvGraphicFramePr>
        <p:xfrm>
          <a:off x="2984401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7398C62-B6F2-DE3E-87F8-194E7987DC31}"/>
              </a:ext>
            </a:extLst>
          </p:cNvPr>
          <p:cNvGraphicFramePr>
            <a:graphicFrameLocks noGrp="1"/>
          </p:cNvGraphicFramePr>
          <p:nvPr/>
        </p:nvGraphicFramePr>
        <p:xfrm>
          <a:off x="4214604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CFB62991-040B-52EC-EA81-1DCB5977BA4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3876" y="33966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CFB62991-040B-52EC-EA81-1DCB5977BA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447629"/>
                  </p:ext>
                </p:extLst>
              </p:nvPr>
            </p:nvGraphicFramePr>
            <p:xfrm>
              <a:off x="5813876" y="33966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1258" t="-20755" r="-1258" b="-145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8D45612-962F-46E4-7F77-366ACF2CE96E}"/>
              </a:ext>
            </a:extLst>
          </p:cNvPr>
          <p:cNvGraphicFramePr>
            <a:graphicFrameLocks noGrp="1"/>
          </p:cNvGraphicFramePr>
          <p:nvPr/>
        </p:nvGraphicFramePr>
        <p:xfrm>
          <a:off x="8504653" y="3396660"/>
          <a:ext cx="2904291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051593451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14283B1-5C00-2230-D60E-2E09CB35BB2D}"/>
              </a:ext>
            </a:extLst>
          </p:cNvPr>
          <p:cNvGraphicFramePr>
            <a:graphicFrameLocks noGrp="1"/>
          </p:cNvGraphicFramePr>
          <p:nvPr/>
        </p:nvGraphicFramePr>
        <p:xfrm>
          <a:off x="5579986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90D1344-34A7-3B67-3689-E219C3230CA4}"/>
              </a:ext>
            </a:extLst>
          </p:cNvPr>
          <p:cNvGraphicFramePr>
            <a:graphicFrameLocks noGrp="1"/>
          </p:cNvGraphicFramePr>
          <p:nvPr/>
        </p:nvGraphicFramePr>
        <p:xfrm>
          <a:off x="7116056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3826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1463D03-CA79-94B2-2B12-7AC83D11286F}"/>
              </a:ext>
            </a:extLst>
          </p:cNvPr>
          <p:cNvGraphicFramePr>
            <a:graphicFrameLocks noGrp="1"/>
          </p:cNvGraphicFramePr>
          <p:nvPr/>
        </p:nvGraphicFramePr>
        <p:xfrm>
          <a:off x="9773316" y="4273544"/>
          <a:ext cx="1936194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997377A-EC98-D977-9D02-E0E9EACA4E92}"/>
              </a:ext>
            </a:extLst>
          </p:cNvPr>
          <p:cNvGraphicFramePr>
            <a:graphicFrameLocks noGrp="1"/>
          </p:cNvGraphicFramePr>
          <p:nvPr/>
        </p:nvGraphicFramePr>
        <p:xfrm>
          <a:off x="8346259" y="4272443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4C61B5E-A580-FD77-4963-BFD5AB4EA764}"/>
              </a:ext>
            </a:extLst>
          </p:cNvPr>
          <p:cNvGraphicFramePr>
            <a:graphicFrameLocks noGrp="1"/>
          </p:cNvGraphicFramePr>
          <p:nvPr/>
        </p:nvGraphicFramePr>
        <p:xfrm>
          <a:off x="10995303" y="5150428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B3E5247-7D93-5B34-D0DC-31E11377FB97}"/>
              </a:ext>
            </a:extLst>
          </p:cNvPr>
          <p:cNvGraphicFramePr>
            <a:graphicFrameLocks noGrp="1"/>
          </p:cNvGraphicFramePr>
          <p:nvPr/>
        </p:nvGraphicFramePr>
        <p:xfrm>
          <a:off x="9597589" y="5150428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461B18B-6838-7194-7627-74E0FA77C8B6}"/>
              </a:ext>
            </a:extLst>
          </p:cNvPr>
          <p:cNvSpPr txBox="1">
            <a:spLocks/>
          </p:cNvSpPr>
          <p:nvPr/>
        </p:nvSpPr>
        <p:spPr>
          <a:xfrm>
            <a:off x="220384" y="5132481"/>
            <a:ext cx="8987215" cy="128798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splitting is like Binary search. Yellow represents min value; Green is the mid position and Blue represents max value.</a:t>
            </a:r>
          </a:p>
        </p:txBody>
      </p:sp>
    </p:spTree>
    <p:extLst>
      <p:ext uri="{BB962C8B-B14F-4D97-AF65-F5344CB8AC3E}">
        <p14:creationId xmlns:p14="http://schemas.microsoft.com/office/powerpoint/2010/main" val="425363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35A023-B4EF-80BC-BB72-6169165F9D4E}"/>
              </a:ext>
            </a:extLst>
          </p:cNvPr>
          <p:cNvGraphicFramePr>
            <a:graphicFrameLocks noGrp="1"/>
          </p:cNvGraphicFramePr>
          <p:nvPr/>
        </p:nvGraphicFramePr>
        <p:xfrm>
          <a:off x="220384" y="2343324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02D577-E122-406F-7127-74E4C0AC0DB3}"/>
              </a:ext>
            </a:extLst>
          </p:cNvPr>
          <p:cNvGraphicFramePr>
            <a:graphicFrameLocks noGrp="1"/>
          </p:cNvGraphicFramePr>
          <p:nvPr/>
        </p:nvGraphicFramePr>
        <p:xfrm>
          <a:off x="1450587" y="2339383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82B754-36AD-34F6-3212-970D73AD3727}"/>
              </a:ext>
            </a:extLst>
          </p:cNvPr>
          <p:cNvGraphicFramePr>
            <a:graphicFrameLocks noGrp="1"/>
          </p:cNvGraphicFramePr>
          <p:nvPr/>
        </p:nvGraphicFramePr>
        <p:xfrm>
          <a:off x="2984401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77C662-1473-309E-8B4A-1D32C7B50479}"/>
              </a:ext>
            </a:extLst>
          </p:cNvPr>
          <p:cNvGraphicFramePr>
            <a:graphicFrameLocks noGrp="1"/>
          </p:cNvGraphicFramePr>
          <p:nvPr/>
        </p:nvGraphicFramePr>
        <p:xfrm>
          <a:off x="4214604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EA6265A-77D9-8F2E-4DCB-242B0CB78904}"/>
              </a:ext>
            </a:extLst>
          </p:cNvPr>
          <p:cNvGraphicFramePr>
            <a:graphicFrameLocks noGrp="1"/>
          </p:cNvGraphicFramePr>
          <p:nvPr/>
        </p:nvGraphicFramePr>
        <p:xfrm>
          <a:off x="5579986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A15336-3470-CB0F-0C01-A07BC4D11C14}"/>
              </a:ext>
            </a:extLst>
          </p:cNvPr>
          <p:cNvGraphicFramePr>
            <a:graphicFrameLocks noGrp="1"/>
          </p:cNvGraphicFramePr>
          <p:nvPr/>
        </p:nvGraphicFramePr>
        <p:xfrm>
          <a:off x="7116056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3826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32B234D-0E0E-ACDC-A0D6-FF885B4FC166}"/>
              </a:ext>
            </a:extLst>
          </p:cNvPr>
          <p:cNvGraphicFramePr>
            <a:graphicFrameLocks noGrp="1"/>
          </p:cNvGraphicFramePr>
          <p:nvPr/>
        </p:nvGraphicFramePr>
        <p:xfrm>
          <a:off x="9773316" y="2348356"/>
          <a:ext cx="1936194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D959451-2EA7-48F7-08FF-2B22EAB1D275}"/>
              </a:ext>
            </a:extLst>
          </p:cNvPr>
          <p:cNvGraphicFramePr>
            <a:graphicFrameLocks noGrp="1"/>
          </p:cNvGraphicFramePr>
          <p:nvPr/>
        </p:nvGraphicFramePr>
        <p:xfrm>
          <a:off x="8346259" y="2347255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6DC9F25-523E-5209-4BF8-A0868A4F03E1}"/>
              </a:ext>
            </a:extLst>
          </p:cNvPr>
          <p:cNvGraphicFramePr>
            <a:graphicFrameLocks noGrp="1"/>
          </p:cNvGraphicFramePr>
          <p:nvPr/>
        </p:nvGraphicFramePr>
        <p:xfrm>
          <a:off x="10995303" y="1503812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9FCEC89-AA61-7A77-B7BA-19A1CDB4B071}"/>
              </a:ext>
            </a:extLst>
          </p:cNvPr>
          <p:cNvGraphicFramePr>
            <a:graphicFrameLocks noGrp="1"/>
          </p:cNvGraphicFramePr>
          <p:nvPr/>
        </p:nvGraphicFramePr>
        <p:xfrm>
          <a:off x="9597589" y="1503812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79663C5-70B2-D9CC-B500-79DA01502D3A}"/>
              </a:ext>
            </a:extLst>
          </p:cNvPr>
          <p:cNvGraphicFramePr>
            <a:graphicFrameLocks noGrp="1"/>
          </p:cNvGraphicFramePr>
          <p:nvPr/>
        </p:nvGraphicFramePr>
        <p:xfrm>
          <a:off x="394175" y="32442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FA4E4C8-BE7E-A60E-E8B2-AB29F1190716}"/>
              </a:ext>
            </a:extLst>
          </p:cNvPr>
          <p:cNvGraphicFramePr>
            <a:graphicFrameLocks noGrp="1"/>
          </p:cNvGraphicFramePr>
          <p:nvPr/>
        </p:nvGraphicFramePr>
        <p:xfrm>
          <a:off x="3158192" y="32442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B8D21C7-C02E-2C3F-747A-2126E7F878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3876" y="32442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B8D21C7-C02E-2C3F-747A-2126E7F87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000384"/>
                  </p:ext>
                </p:extLst>
              </p:nvPr>
            </p:nvGraphicFramePr>
            <p:xfrm>
              <a:off x="5813876" y="32442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101258" t="-20755" r="-1258" b="-145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B0F5771-1179-565C-7B76-3B62C05E272A}"/>
              </a:ext>
            </a:extLst>
          </p:cNvPr>
          <p:cNvGraphicFramePr>
            <a:graphicFrameLocks noGrp="1"/>
          </p:cNvGraphicFramePr>
          <p:nvPr/>
        </p:nvGraphicFramePr>
        <p:xfrm>
          <a:off x="8504653" y="3244260"/>
          <a:ext cx="2904291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051593451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3D3FE38-5BE0-297B-6008-679D30C3C67C}"/>
              </a:ext>
            </a:extLst>
          </p:cNvPr>
          <p:cNvGraphicFramePr>
            <a:graphicFrameLocks noGrp="1"/>
          </p:cNvGraphicFramePr>
          <p:nvPr/>
        </p:nvGraphicFramePr>
        <p:xfrm>
          <a:off x="817514" y="4103966"/>
          <a:ext cx="344536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3049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62E3B931-133B-F2D6-F0E8-513867E945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86275" y="4103966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62E3B931-133B-F2D6-F0E8-513867E94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066521"/>
                  </p:ext>
                </p:extLst>
              </p:nvPr>
            </p:nvGraphicFramePr>
            <p:xfrm>
              <a:off x="6086275" y="4103966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0629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30D053-2EA6-CC98-F622-F06EC03416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70954" y="4963672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30D053-2EA6-CC98-F622-F06EC0341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9460987"/>
                  </p:ext>
                </p:extLst>
              </p:nvPr>
            </p:nvGraphicFramePr>
            <p:xfrm>
              <a:off x="1670954" y="4963672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55975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196F2152-CCC2-412D-7F49-8C121FBA7432}"/>
              </a:ext>
            </a:extLst>
          </p:cNvPr>
          <p:cNvSpPr txBox="1">
            <a:spLocks/>
          </p:cNvSpPr>
          <p:nvPr/>
        </p:nvSpPr>
        <p:spPr>
          <a:xfrm>
            <a:off x="220384" y="5600199"/>
            <a:ext cx="11743016" cy="94402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Note that the sub-arrays are merged in sorted order. But since each sub-array is sorted itself, therefore there’s no need for nested arrays 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7371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MERGE_SORT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(A, l, h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sorts the linear array ‘A’ using Merge sort algorithm. Where, ‘l’ is lower, and ‘h’ is upper bound.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8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𝑚𝑖𝑑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d>
                      <m:dPr>
                        <m:begChr m:val="⌊"/>
                        <m:endChr m:val="⌋"/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i="1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𝑙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h</m:t>
                                </m:r>
                              </m:e>
                            </m:d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𝑆𝑂𝑅𝑇</m:t>
                    </m:r>
                    <m:d>
                      <m:d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𝐴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𝑚𝑖𝑑</m:t>
                        </m:r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𝑆𝑂𝑅𝑇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𝑚𝑖𝑑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+1,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h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8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09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2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MERGE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(left, right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merges two arrays while keeping them sorted.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𝐴𝑅𝑅𝐴𝑌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𝑙𝑒𝑓𝑡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𝑟𝑖𝑔h𝑡</m:t>
                            </m:r>
                          </m:e>
                        </m:d>
                      </m:e>
                    </m:d>
                  </m:oMath>
                </a14:m>
                <a:endParaRPr lang="en-US" sz="28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𝐴𝑁𝐷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934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70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Write your Mobile phone number with country code. (like 00923453174270)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Consider it as an array of integers and show how Merge sort will sort this number in ascending order.</a:t>
            </a:r>
          </a:p>
        </p:txBody>
      </p:sp>
    </p:spTree>
    <p:extLst>
      <p:ext uri="{BB962C8B-B14F-4D97-AF65-F5344CB8AC3E}">
        <p14:creationId xmlns:p14="http://schemas.microsoft.com/office/powerpoint/2010/main" val="358414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 of 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Recall the complexity analysis in Binary search.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each recursion, the remaining array was halved until only 1 element was left in the array.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Similarly, the first part “MERGE_SORT” performs same action twice, once for left and once for right side.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say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 is the time taken to sort an array of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 The time is determined by examining the total number of comparisons.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also have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 which is the time taken to Merge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elements.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/>
                  <a:t>statements will execute.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1141" t="-748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3145B20-25FB-E760-CB57-6AABE1322A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7784" y="1532588"/>
                <a:ext cx="58756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MERGE_SORT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(A, l, h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h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𝑚𝑖𝑑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d>
                      <m:dPr>
                        <m:begChr m:val="⌊"/>
                        <m:endChr m:val="⌋"/>
                        <m:ctrlPr>
                          <a:rPr lang="en-US" sz="26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i="1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𝑙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h</m:t>
                                </m:r>
                              </m:e>
                            </m:d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𝑆𝑂𝑅𝑇</m:t>
                    </m:r>
                    <m:d>
                      <m:dPr>
                        <m:ctrlP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𝐴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𝑚𝑖𝑑</m:t>
                        </m:r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𝑆𝑂𝑅𝑇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𝑚𝑖𝑑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+1,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h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8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3145B20-25FB-E760-CB57-6AABE1322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784" y="1532588"/>
                <a:ext cx="5875616" cy="4887878"/>
              </a:xfrm>
              <a:prstGeom prst="rect">
                <a:avLst/>
              </a:prstGeom>
              <a:blipFill>
                <a:blip r:embed="rId4"/>
                <a:stretch>
                  <a:fillRect l="-2178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36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 of 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3200" dirty="0"/>
                  <a:t>, the recursion tree will be split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3200" dirty="0"/>
                  <a:t> subproblems.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200" dirty="0"/>
                  <a:t>, the recursion tree will be split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subproblems.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3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32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elements, the recursion tree will be split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3200" dirty="0"/>
                  <a:t> subproblems.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b="0" dirty="0"/>
                  <a:t>Hence,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 time will be taken to split the array to base case.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1141" t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BBD51D-5D5E-D91E-9F23-BC88A268A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713259"/>
              </p:ext>
            </p:extLst>
          </p:nvPr>
        </p:nvGraphicFramePr>
        <p:xfrm>
          <a:off x="7649028" y="1532587"/>
          <a:ext cx="3313723" cy="2209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23BE6D3-2D0B-5CA8-39E0-4A43AA35A9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826695"/>
              </p:ext>
            </p:extLst>
          </p:nvPr>
        </p:nvGraphicFramePr>
        <p:xfrm>
          <a:off x="7264958" y="3741737"/>
          <a:ext cx="4139921" cy="2811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49541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 of 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also know that the MERGE part will also be executed after all elements are split.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However, we don’t need to go through the same exercise because we know that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 will always be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can find out total time as: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32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Another thing to note that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because the number of levels in the tree can never exceed the size of input.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func>
                  </m:oMath>
                </a14:m>
                <a:r>
                  <a:rPr lang="en-US" sz="3200" dirty="0"/>
                  <a:t> and the upper bound growth function will be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b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55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 of 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space complexity, we can derive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 in a straightforward way.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have two separate functions, each using an array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of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sizes for these two will be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also know that in the worst case, the maximum depth of the recursion tree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Upper bound will be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 b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72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Map-Reduce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Map-Reduce is a programming paradigm used by Hadoop framework for parallel processing of Big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Hadoop is an open-source framework made after reverse engineering Google’s cloud. It uses clusters of computers to solve Big data problems that cannot be solved using a single computer.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Map-reduce is a prime example of Divide and Conquer in which a large dataset is split into batches by a master node using a “Map” function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Each batch is served to worker nodes to work on it and return results.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results are collected using another function called “Reduce”.</a:t>
            </a:r>
          </a:p>
        </p:txBody>
      </p:sp>
    </p:spTree>
    <p:extLst>
      <p:ext uri="{BB962C8B-B14F-4D97-AF65-F5344CB8AC3E}">
        <p14:creationId xmlns:p14="http://schemas.microsoft.com/office/powerpoint/2010/main" val="382596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Map-Reduce – A Practical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Can you use Map-Reduce to find out frequency of each word in the Novel “Lord of the Rings” (all 3 books)?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One way is to create a loop and read the files one by one. Maintain a dictionary and update the frequency of each word.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Map-Reduce approach will be to create 3 processes, one for each book. Each process will maintain a table of word as key and frequency as value.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Reduce function will combine the results from all 3 processes.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9070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Analysis of Selection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A0D26-897A-AAAC-3840-3D519B15B6FF}"/>
              </a:ext>
            </a:extLst>
          </p:cNvPr>
          <p:cNvSpPr/>
          <p:nvPr/>
        </p:nvSpPr>
        <p:spPr>
          <a:xfrm>
            <a:off x="2294542" y="1905506"/>
            <a:ext cx="760291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28196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Map-Reduce – A Practical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MAP</a:t>
                </a:r>
                <a:r>
                  <a:rPr lang="en-US" sz="32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(A, T</a:t>
                </a:r>
                <a:r>
                  <a:rPr lang="en-US" sz="3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maps each file in array A to a process.</a:t>
                </a:r>
                <a:endParaRPr lang="en-US" sz="32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𝐸𝐴𝐶𝐻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𝑓𝑖𝑙𝑒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𝐼𝑁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</m:t>
                    </m:r>
                  </m:oMath>
                </a14:m>
                <a:r>
                  <a:rPr lang="en-US" sz="3200" dirty="0">
                    <a:latin typeface="Cambria Math" panose="02040503050406030204" pitchFamily="18" charset="0"/>
                    <a:cs typeface="Cascadia Code" panose="020B0609020000020004" pitchFamily="49" charset="0"/>
                  </a:rPr>
                  <a:t>: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9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9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𝑡</m:t>
                    </m:r>
                    <m:r>
                      <a:rPr lang="en-US" sz="29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9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𝐶𝑂𝑈𝑁𝑇</m:t>
                    </m:r>
                    <m:r>
                      <a:rPr lang="en-US" sz="29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𝑓𝑖𝑙𝑒</m:t>
                    </m:r>
                    <m:r>
                      <a:rPr lang="en-US" sz="29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900" b="0" i="1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𝐼𝑁𝑆𝐸𝑅𝑇</m:t>
                    </m:r>
                    <m:d>
                      <m:dPr>
                        <m:ctrlPr>
                          <a:rPr lang="en-US" sz="29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𝑇</m:t>
                        </m:r>
                        <m:r>
                          <a:rPr lang="en-US" sz="29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9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9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COUNT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(file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counts frequency of each word in file and returns as a dictionary.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𝐿𝐼𝑆𝑇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()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(a dynamic data structures of Nodes with a key and as integer value)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𝐸𝐴𝐶𝐻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𝑙𝑖𝑛𝑒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𝐼𝑁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𝑓𝑖𝑙𝑒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cs typeface="Cascadia Code" panose="020B0609020000020004" pitchFamily="49" charset="0"/>
                  </a:rPr>
                  <a:t>: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𝐸𝐴𝐶𝐻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𝑤𝑜𝑟𝑑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𝑙𝑖𝑛𝑒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: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428750" lvl="2" indent="-514350">
                  <a:lnSpc>
                    <a:spcPct val="10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𝑆𝐸𝐴𝑅𝐶𝐻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𝑤𝑜𝑟𝑑</m:t>
                        </m:r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428750" lvl="2" indent="-514350">
                  <a:lnSpc>
                    <a:spcPct val="10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600" dirty="0">
                    <a:latin typeface="Cambria Math" panose="02040503050406030204" pitchFamily="18" charset="0"/>
                    <a:cs typeface="Cascadia Code" panose="020B0609020000020004" pitchFamily="49" charset="0"/>
                  </a:rPr>
                  <a:t>, then</a:t>
                </a: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𝑣𝑎𝑙𝑢𝑒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𝑣𝑎𝑙𝑢𝑒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371600" lvl="2" indent="-457200">
                  <a:lnSpc>
                    <a:spcPct val="100000"/>
                  </a:lnSpc>
                  <a:buAutoNum type="alpha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𝐼𝑁𝑆𝐸𝑅𝑇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𝑤𝑜𝑟𝑑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 0</m:t>
                        </m:r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571500" indent="-57150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𝑡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675" t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9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Map-Reduce – A Practical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REDUCE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returns a combined sum of T, where T is a List of Lists of node.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𝑟𝑒𝑠𝑢𝑙𝑡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𝐴𝐿𝐿𝑂𝐶𝐴𝑇𝐸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𝑇</m:t>
                            </m:r>
                          </m:e>
                        </m:d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𝐸𝐴𝐶𝐻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𝐼𝑁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: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𝐸𝐴𝐶𝐻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𝑡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cs typeface="Cascadia Code" panose="020B0609020000020004" pitchFamily="49" charset="0"/>
                  </a:rPr>
                  <a:t>:</a:t>
                </a:r>
              </a:p>
              <a:p>
                <a:pPr marL="1428750" lvl="2" indent="-514350">
                  <a:lnSpc>
                    <a:spcPct val="10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𝑆𝐸𝐴𝑅𝐶𝐻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𝑤𝑜𝑟𝑑</m:t>
                        </m:r>
                      </m:e>
                    </m:d>
                  </m:oMath>
                </a14:m>
                <a:endParaRPr lang="en-US" sz="24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428750" lvl="2" indent="-514350">
                  <a:lnSpc>
                    <a:spcPct val="10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𝜙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then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𝑣𝑎𝑙𝑢𝑒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𝑣𝑎𝑙𝑢𝑒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𝑣𝑎𝑙𝑢𝑒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371600" lvl="2" indent="-457200">
                  <a:lnSpc>
                    <a:spcPct val="100000"/>
                  </a:lnSpc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𝐼𝑁𝑆𝐸𝑅𝑇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𝑤𝑜𝑟𝑑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𝑣𝑎𝑙𝑢𝑒</m:t>
                        </m:r>
                      </m:e>
                    </m:d>
                  </m:oMath>
                </a14:m>
                <a:endParaRPr lang="en-US" sz="24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571500" indent="-57150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𝑇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61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Quick Sort is another widely used algorithm for sorting.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It has some advantages over Merge sort. It does not require additional space and works faster with smaller datasets.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Quick sort is preferred for Static arrays, while Merge Sort for Dynamic data structures.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It is not </a:t>
                </a:r>
                <a:r>
                  <a:rPr lang="en-US" sz="3200" i="1" u="sng" dirty="0"/>
                  <a:t>stable</a:t>
                </a:r>
                <a:r>
                  <a:rPr lang="en-US" sz="3200" dirty="0"/>
                  <a:t> and has a complexity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3200" dirty="0"/>
                  <a:t> in worst case scenario,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for best and average case scenarios.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chooses a pivot element and recursively partitions while keeping smaller values on its left and larger values on right side.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7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5FA11BA-519C-B8E9-CDB3-AA9CD3B98F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735200"/>
                  </p:ext>
                </p:extLst>
              </p:nvPr>
            </p:nvGraphicFramePr>
            <p:xfrm>
              <a:off x="1670954" y="1622268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5FA11BA-519C-B8E9-CDB3-AA9CD3B98F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735200"/>
                  </p:ext>
                </p:extLst>
              </p:nvPr>
            </p:nvGraphicFramePr>
            <p:xfrm>
              <a:off x="1670954" y="1622268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455975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B0773A7-9864-4F79-3A7F-29C656B6C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381856"/>
                  </p:ext>
                </p:extLst>
              </p:nvPr>
            </p:nvGraphicFramePr>
            <p:xfrm>
              <a:off x="1670954" y="2509464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B0773A7-9864-4F79-3A7F-29C656B6C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381856"/>
                  </p:ext>
                </p:extLst>
              </p:nvPr>
            </p:nvGraphicFramePr>
            <p:xfrm>
              <a:off x="1670954" y="2509464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455975" t="-18868" r="-301258" b="-147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73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6549</TotalTime>
  <Words>1791</Words>
  <Application>Microsoft Office PowerPoint</Application>
  <PresentationFormat>Widescreen</PresentationFormat>
  <Paragraphs>379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Cascadia Code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209</cp:revision>
  <dcterms:created xsi:type="dcterms:W3CDTF">2022-11-22T20:08:03Z</dcterms:created>
  <dcterms:modified xsi:type="dcterms:W3CDTF">2023-12-06T11:03:16Z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