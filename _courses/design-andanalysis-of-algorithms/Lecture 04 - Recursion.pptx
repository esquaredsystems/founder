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3"/>
  </p:notesMasterIdLst>
  <p:handoutMasterIdLst>
    <p:handoutMasterId r:id="rId44"/>
  </p:handoutMasterIdLst>
  <p:sldIdLst>
    <p:sldId id="2503" r:id="rId5"/>
    <p:sldId id="2462" r:id="rId6"/>
    <p:sldId id="2557" r:id="rId7"/>
    <p:sldId id="2558" r:id="rId8"/>
    <p:sldId id="2559" r:id="rId9"/>
    <p:sldId id="2560" r:id="rId10"/>
    <p:sldId id="2561" r:id="rId11"/>
    <p:sldId id="2589" r:id="rId12"/>
    <p:sldId id="2562" r:id="rId13"/>
    <p:sldId id="2563" r:id="rId14"/>
    <p:sldId id="2564" r:id="rId15"/>
    <p:sldId id="2566" r:id="rId16"/>
    <p:sldId id="2568" r:id="rId17"/>
    <p:sldId id="2565" r:id="rId18"/>
    <p:sldId id="2578" r:id="rId19"/>
    <p:sldId id="2579" r:id="rId20"/>
    <p:sldId id="2580" r:id="rId21"/>
    <p:sldId id="2581" r:id="rId22"/>
    <p:sldId id="2582" r:id="rId23"/>
    <p:sldId id="2584" r:id="rId24"/>
    <p:sldId id="2585" r:id="rId25"/>
    <p:sldId id="2586" r:id="rId26"/>
    <p:sldId id="2587" r:id="rId27"/>
    <p:sldId id="2588" r:id="rId28"/>
    <p:sldId id="2569" r:id="rId29"/>
    <p:sldId id="2570" r:id="rId30"/>
    <p:sldId id="2571" r:id="rId31"/>
    <p:sldId id="2572" r:id="rId32"/>
    <p:sldId id="2573" r:id="rId33"/>
    <p:sldId id="2574" r:id="rId34"/>
    <p:sldId id="2575" r:id="rId35"/>
    <p:sldId id="2590" r:id="rId36"/>
    <p:sldId id="2591" r:id="rId37"/>
    <p:sldId id="2592" r:id="rId38"/>
    <p:sldId id="2594" r:id="rId39"/>
    <p:sldId id="2595" r:id="rId40"/>
    <p:sldId id="2596" r:id="rId41"/>
    <p:sldId id="243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A2023-0FB3-433C-B4C9-ABA15CEC3BB5}" v="517" dt="2023-11-10T14:54:28.1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28EB5A3B-77CB-4B30-B8BC-9787DCF99CFD}"/>
    <pc:docChg chg="undo custSel addSld modSld">
      <pc:chgData name="Owais Ahmed" userId="6abc7d4556b3b071" providerId="LiveId" clId="{28EB5A3B-77CB-4B30-B8BC-9787DCF99CFD}" dt="2023-10-26T10:36:07.673" v="1575" actId="20577"/>
      <pc:docMkLst>
        <pc:docMk/>
      </pc:docMkLst>
      <pc:sldChg chg="modSp modAnim">
        <pc:chgData name="Owais Ahmed" userId="6abc7d4556b3b071" providerId="LiveId" clId="{28EB5A3B-77CB-4B30-B8BC-9787DCF99CFD}" dt="2023-10-26T05:23:12.370" v="92" actId="20577"/>
        <pc:sldMkLst>
          <pc:docMk/>
          <pc:sldMk cId="2653031371" sldId="2560"/>
        </pc:sldMkLst>
        <pc:spChg chg="mod">
          <ac:chgData name="Owais Ahmed" userId="6abc7d4556b3b071" providerId="LiveId" clId="{28EB5A3B-77CB-4B30-B8BC-9787DCF99CFD}" dt="2023-10-26T05:22:50.648" v="17" actId="20577"/>
          <ac:spMkLst>
            <pc:docMk/>
            <pc:sldMk cId="2653031371" sldId="2560"/>
            <ac:spMk id="3" creationId="{4A1C0383-58FE-E486-295E-B33B8683B938}"/>
          </ac:spMkLst>
        </pc:spChg>
        <pc:spChg chg="mod">
          <ac:chgData name="Owais Ahmed" userId="6abc7d4556b3b071" providerId="LiveId" clId="{28EB5A3B-77CB-4B30-B8BC-9787DCF99CFD}" dt="2023-10-26T05:23:12.370" v="92" actId="20577"/>
          <ac:spMkLst>
            <pc:docMk/>
            <pc:sldMk cId="2653031371" sldId="2560"/>
            <ac:spMk id="4" creationId="{B7B67BB1-5AC3-71FA-0F19-C2981501A864}"/>
          </ac:spMkLst>
        </pc:spChg>
      </pc:sldChg>
      <pc:sldChg chg="modSp modAnim">
        <pc:chgData name="Owais Ahmed" userId="6abc7d4556b3b071" providerId="LiveId" clId="{28EB5A3B-77CB-4B30-B8BC-9787DCF99CFD}" dt="2023-10-26T05:22:32.694" v="11" actId="20577"/>
        <pc:sldMkLst>
          <pc:docMk/>
          <pc:sldMk cId="224988690" sldId="2561"/>
        </pc:sldMkLst>
        <pc:spChg chg="mod">
          <ac:chgData name="Owais Ahmed" userId="6abc7d4556b3b071" providerId="LiveId" clId="{28EB5A3B-77CB-4B30-B8BC-9787DCF99CFD}" dt="2023-10-26T05:22:32.694" v="11" actId="20577"/>
          <ac:spMkLst>
            <pc:docMk/>
            <pc:sldMk cId="224988690" sldId="2561"/>
            <ac:spMk id="3" creationId="{4A1C0383-58FE-E486-295E-B33B8683B938}"/>
          </ac:spMkLst>
        </pc:spChg>
      </pc:sldChg>
      <pc:sldChg chg="modSp">
        <pc:chgData name="Owais Ahmed" userId="6abc7d4556b3b071" providerId="LiveId" clId="{28EB5A3B-77CB-4B30-B8BC-9787DCF99CFD}" dt="2023-10-26T05:54:10.152" v="404" actId="20577"/>
        <pc:sldMkLst>
          <pc:docMk/>
          <pc:sldMk cId="2136095335" sldId="2565"/>
        </pc:sldMkLst>
        <pc:spChg chg="mod">
          <ac:chgData name="Owais Ahmed" userId="6abc7d4556b3b071" providerId="LiveId" clId="{28EB5A3B-77CB-4B30-B8BC-9787DCF99CFD}" dt="2023-10-26T05:54:10.152" v="404" actId="20577"/>
          <ac:spMkLst>
            <pc:docMk/>
            <pc:sldMk cId="2136095335" sldId="2565"/>
            <ac:spMk id="3" creationId="{4A1C0383-58FE-E486-295E-B33B8683B938}"/>
          </ac:spMkLst>
        </pc:spChg>
      </pc:sldChg>
      <pc:sldChg chg="modNotesTx">
        <pc:chgData name="Owais Ahmed" userId="6abc7d4556b3b071" providerId="LiveId" clId="{28EB5A3B-77CB-4B30-B8BC-9787DCF99CFD}" dt="2023-10-26T05:52:27.871" v="388" actId="20577"/>
        <pc:sldMkLst>
          <pc:docMk/>
          <pc:sldMk cId="786819306" sldId="2566"/>
        </pc:sldMkLst>
      </pc:sldChg>
      <pc:sldChg chg="modSp modAnim">
        <pc:chgData name="Owais Ahmed" userId="6abc7d4556b3b071" providerId="LiveId" clId="{28EB5A3B-77CB-4B30-B8BC-9787DCF99CFD}" dt="2023-10-26T08:18:10.096" v="518"/>
        <pc:sldMkLst>
          <pc:docMk/>
          <pc:sldMk cId="1120982729" sldId="2568"/>
        </pc:sldMkLst>
        <pc:spChg chg="mod">
          <ac:chgData name="Owais Ahmed" userId="6abc7d4556b3b071" providerId="LiveId" clId="{28EB5A3B-77CB-4B30-B8BC-9787DCF99CFD}" dt="2023-10-26T05:52:38.025" v="389" actId="33524"/>
          <ac:spMkLst>
            <pc:docMk/>
            <pc:sldMk cId="1120982729" sldId="2568"/>
            <ac:spMk id="3" creationId="{4A1C0383-58FE-E486-295E-B33B8683B938}"/>
          </ac:spMkLst>
        </pc:spChg>
      </pc:sldChg>
      <pc:sldChg chg="modSp">
        <pc:chgData name="Owais Ahmed" userId="6abc7d4556b3b071" providerId="LiveId" clId="{28EB5A3B-77CB-4B30-B8BC-9787DCF99CFD}" dt="2023-10-26T06:02:15.900" v="514" actId="20577"/>
        <pc:sldMkLst>
          <pc:docMk/>
          <pc:sldMk cId="1638662693" sldId="2575"/>
        </pc:sldMkLst>
        <pc:spChg chg="mod">
          <ac:chgData name="Owais Ahmed" userId="6abc7d4556b3b071" providerId="LiveId" clId="{28EB5A3B-77CB-4B30-B8BC-9787DCF99CFD}" dt="2023-10-26T06:02:15.900" v="514" actId="20577"/>
          <ac:spMkLst>
            <pc:docMk/>
            <pc:sldMk cId="1638662693" sldId="2575"/>
            <ac:spMk id="3" creationId="{4A1C0383-58FE-E486-295E-B33B8683B938}"/>
          </ac:spMkLst>
        </pc:spChg>
      </pc:sldChg>
      <pc:sldChg chg="modSp mod">
        <pc:chgData name="Owais Ahmed" userId="6abc7d4556b3b071" providerId="LiveId" clId="{28EB5A3B-77CB-4B30-B8BC-9787DCF99CFD}" dt="2023-10-26T05:54:49.844" v="415" actId="20577"/>
        <pc:sldMkLst>
          <pc:docMk/>
          <pc:sldMk cId="1835063850" sldId="2578"/>
        </pc:sldMkLst>
        <pc:spChg chg="mod">
          <ac:chgData name="Owais Ahmed" userId="6abc7d4556b3b071" providerId="LiveId" clId="{28EB5A3B-77CB-4B30-B8BC-9787DCF99CFD}" dt="2023-10-26T05:54:49.844" v="415" actId="20577"/>
          <ac:spMkLst>
            <pc:docMk/>
            <pc:sldMk cId="1835063850" sldId="2578"/>
            <ac:spMk id="3" creationId="{4A1C0383-58FE-E486-295E-B33B8683B938}"/>
          </ac:spMkLst>
        </pc:spChg>
      </pc:sldChg>
      <pc:sldChg chg="modSp mod addAnim delAnim modAnim">
        <pc:chgData name="Owais Ahmed" userId="6abc7d4556b3b071" providerId="LiveId" clId="{28EB5A3B-77CB-4B30-B8BC-9787DCF99CFD}" dt="2023-10-26T05:57:04.870" v="497" actId="27636"/>
        <pc:sldMkLst>
          <pc:docMk/>
          <pc:sldMk cId="3164841762" sldId="2580"/>
        </pc:sldMkLst>
        <pc:spChg chg="mod">
          <ac:chgData name="Owais Ahmed" userId="6abc7d4556b3b071" providerId="LiveId" clId="{28EB5A3B-77CB-4B30-B8BC-9787DCF99CFD}" dt="2023-10-26T05:57:04.870" v="497" actId="27636"/>
          <ac:spMkLst>
            <pc:docMk/>
            <pc:sldMk cId="3164841762" sldId="2580"/>
            <ac:spMk id="3" creationId="{4A1C0383-58FE-E486-295E-B33B8683B938}"/>
          </ac:spMkLst>
        </pc:spChg>
      </pc:sldChg>
      <pc:sldChg chg="modSp">
        <pc:chgData name="Owais Ahmed" userId="6abc7d4556b3b071" providerId="LiveId" clId="{28EB5A3B-77CB-4B30-B8BC-9787DCF99CFD}" dt="2023-10-26T05:57:16.581" v="501" actId="20577"/>
        <pc:sldMkLst>
          <pc:docMk/>
          <pc:sldMk cId="4253636147" sldId="2581"/>
        </pc:sldMkLst>
        <pc:spChg chg="mod">
          <ac:chgData name="Owais Ahmed" userId="6abc7d4556b3b071" providerId="LiveId" clId="{28EB5A3B-77CB-4B30-B8BC-9787DCF99CFD}" dt="2023-10-26T05:57:16.581" v="501" actId="20577"/>
          <ac:spMkLst>
            <pc:docMk/>
            <pc:sldMk cId="4253636147" sldId="2581"/>
            <ac:spMk id="3" creationId="{4A1C0383-58FE-E486-295E-B33B8683B938}"/>
          </ac:spMkLst>
        </pc:spChg>
      </pc:sldChg>
      <pc:sldChg chg="modSp mod modAnim">
        <pc:chgData name="Owais Ahmed" userId="6abc7d4556b3b071" providerId="LiveId" clId="{28EB5A3B-77CB-4B30-B8BC-9787DCF99CFD}" dt="2023-10-26T05:58:25.182" v="510" actId="27636"/>
        <pc:sldMkLst>
          <pc:docMk/>
          <pc:sldMk cId="2684752333" sldId="2582"/>
        </pc:sldMkLst>
        <pc:spChg chg="mod">
          <ac:chgData name="Owais Ahmed" userId="6abc7d4556b3b071" providerId="LiveId" clId="{28EB5A3B-77CB-4B30-B8BC-9787DCF99CFD}" dt="2023-10-26T05:58:25.182" v="510" actId="27636"/>
          <ac:spMkLst>
            <pc:docMk/>
            <pc:sldMk cId="2684752333" sldId="2582"/>
            <ac:spMk id="3" creationId="{4A1C0383-58FE-E486-295E-B33B8683B938}"/>
          </ac:spMkLst>
        </pc:spChg>
      </pc:sldChg>
      <pc:sldChg chg="modSp modAnim">
        <pc:chgData name="Owais Ahmed" userId="6abc7d4556b3b071" providerId="LiveId" clId="{28EB5A3B-77CB-4B30-B8BC-9787DCF99CFD}" dt="2023-10-26T09:36:17.985" v="519" actId="20577"/>
        <pc:sldMkLst>
          <pc:docMk/>
          <pc:sldMk cId="1201433262" sldId="2587"/>
        </pc:sldMkLst>
        <pc:spChg chg="mod">
          <ac:chgData name="Owais Ahmed" userId="6abc7d4556b3b071" providerId="LiveId" clId="{28EB5A3B-77CB-4B30-B8BC-9787DCF99CFD}" dt="2023-10-26T09:36:17.985" v="519" actId="20577"/>
          <ac:spMkLst>
            <pc:docMk/>
            <pc:sldMk cId="1201433262" sldId="2587"/>
            <ac:spMk id="3" creationId="{4A1C0383-58FE-E486-295E-B33B8683B938}"/>
          </ac:spMkLst>
        </pc:spChg>
      </pc:sldChg>
      <pc:sldChg chg="modSp">
        <pc:chgData name="Owais Ahmed" userId="6abc7d4556b3b071" providerId="LiveId" clId="{28EB5A3B-77CB-4B30-B8BC-9787DCF99CFD}" dt="2023-10-26T06:01:27.887" v="513" actId="20577"/>
        <pc:sldMkLst>
          <pc:docMk/>
          <pc:sldMk cId="2208228190" sldId="2588"/>
        </pc:sldMkLst>
        <pc:spChg chg="mod">
          <ac:chgData name="Owais Ahmed" userId="6abc7d4556b3b071" providerId="LiveId" clId="{28EB5A3B-77CB-4B30-B8BC-9787DCF99CFD}" dt="2023-10-26T06:01:27.887" v="513" actId="20577"/>
          <ac:spMkLst>
            <pc:docMk/>
            <pc:sldMk cId="2208228190" sldId="2588"/>
            <ac:spMk id="4" creationId="{94726610-A2E3-1316-07F6-F3E15154A6A9}"/>
          </ac:spMkLst>
        </pc:spChg>
      </pc:sldChg>
      <pc:sldChg chg="modSp add mod modAnim">
        <pc:chgData name="Owais Ahmed" userId="6abc7d4556b3b071" providerId="LiveId" clId="{28EB5A3B-77CB-4B30-B8BC-9787DCF99CFD}" dt="2023-10-26T08:04:07.738" v="517" actId="20577"/>
        <pc:sldMkLst>
          <pc:docMk/>
          <pc:sldMk cId="3648571023" sldId="2589"/>
        </pc:sldMkLst>
        <pc:spChg chg="mod">
          <ac:chgData name="Owais Ahmed" userId="6abc7d4556b3b071" providerId="LiveId" clId="{28EB5A3B-77CB-4B30-B8BC-9787DCF99CFD}" dt="2023-10-26T08:04:07.738" v="517" actId="20577"/>
          <ac:spMkLst>
            <pc:docMk/>
            <pc:sldMk cId="3648571023" sldId="2589"/>
            <ac:spMk id="3" creationId="{4A1C0383-58FE-E486-295E-B33B8683B938}"/>
          </ac:spMkLst>
        </pc:spChg>
        <pc:spChg chg="mod">
          <ac:chgData name="Owais Ahmed" userId="6abc7d4556b3b071" providerId="LiveId" clId="{28EB5A3B-77CB-4B30-B8BC-9787DCF99CFD}" dt="2023-10-26T05:24:13.981" v="294" actId="20577"/>
          <ac:spMkLst>
            <pc:docMk/>
            <pc:sldMk cId="3648571023" sldId="2589"/>
            <ac:spMk id="4" creationId="{B7B67BB1-5AC3-71FA-0F19-C2981501A864}"/>
          </ac:spMkLst>
        </pc:spChg>
        <pc:spChg chg="mod">
          <ac:chgData name="Owais Ahmed" userId="6abc7d4556b3b071" providerId="LiveId" clId="{28EB5A3B-77CB-4B30-B8BC-9787DCF99CFD}" dt="2023-10-26T05:23:22.590" v="106" actId="20577"/>
          <ac:spMkLst>
            <pc:docMk/>
            <pc:sldMk cId="3648571023" sldId="2589"/>
            <ac:spMk id="215" creationId="{00000000-0000-0000-0000-000000000000}"/>
          </ac:spMkLst>
        </pc:spChg>
      </pc:sldChg>
      <pc:sldChg chg="addSp delSp modSp add mod delAnim modAnim">
        <pc:chgData name="Owais Ahmed" userId="6abc7d4556b3b071" providerId="LiveId" clId="{28EB5A3B-77CB-4B30-B8BC-9787DCF99CFD}" dt="2023-10-26T10:33:16.620" v="1330" actId="20577"/>
        <pc:sldMkLst>
          <pc:docMk/>
          <pc:sldMk cId="1082126518" sldId="2590"/>
        </pc:sldMkLst>
        <pc:spChg chg="del">
          <ac:chgData name="Owais Ahmed" userId="6abc7d4556b3b071" providerId="LiveId" clId="{28EB5A3B-77CB-4B30-B8BC-9787DCF99CFD}" dt="2023-10-26T10:27:30.915" v="533" actId="478"/>
          <ac:spMkLst>
            <pc:docMk/>
            <pc:sldMk cId="1082126518" sldId="2590"/>
            <ac:spMk id="3" creationId="{4A1C0383-58FE-E486-295E-B33B8683B938}"/>
          </ac:spMkLst>
        </pc:spChg>
        <pc:spChg chg="add mod">
          <ac:chgData name="Owais Ahmed" userId="6abc7d4556b3b071" providerId="LiveId" clId="{28EB5A3B-77CB-4B30-B8BC-9787DCF99CFD}" dt="2023-10-26T10:33:05.235" v="1328" actId="20577"/>
          <ac:spMkLst>
            <pc:docMk/>
            <pc:sldMk cId="1082126518" sldId="2590"/>
            <ac:spMk id="4" creationId="{139258E0-5641-0C6F-945C-B23D44BC5D3E}"/>
          </ac:spMkLst>
        </pc:spChg>
        <pc:spChg chg="mod">
          <ac:chgData name="Owais Ahmed" userId="6abc7d4556b3b071" providerId="LiveId" clId="{28EB5A3B-77CB-4B30-B8BC-9787DCF99CFD}" dt="2023-10-26T10:33:16.620" v="1330" actId="20577"/>
          <ac:spMkLst>
            <pc:docMk/>
            <pc:sldMk cId="1082126518" sldId="2590"/>
            <ac:spMk id="215" creationId="{00000000-0000-0000-0000-000000000000}"/>
          </ac:spMkLst>
        </pc:spChg>
      </pc:sldChg>
      <pc:sldChg chg="modSp add mod modAnim">
        <pc:chgData name="Owais Ahmed" userId="6abc7d4556b3b071" providerId="LiveId" clId="{28EB5A3B-77CB-4B30-B8BC-9787DCF99CFD}" dt="2023-10-26T10:36:07.673" v="1575" actId="20577"/>
        <pc:sldMkLst>
          <pc:docMk/>
          <pc:sldMk cId="2417891444" sldId="2591"/>
        </pc:sldMkLst>
        <pc:spChg chg="mod">
          <ac:chgData name="Owais Ahmed" userId="6abc7d4556b3b071" providerId="LiveId" clId="{28EB5A3B-77CB-4B30-B8BC-9787DCF99CFD}" dt="2023-10-26T10:36:07.673" v="1575" actId="20577"/>
          <ac:spMkLst>
            <pc:docMk/>
            <pc:sldMk cId="2417891444" sldId="2591"/>
            <ac:spMk id="4" creationId="{139258E0-5641-0C6F-945C-B23D44BC5D3E}"/>
          </ac:spMkLst>
        </pc:spChg>
        <pc:spChg chg="mod">
          <ac:chgData name="Owais Ahmed" userId="6abc7d4556b3b071" providerId="LiveId" clId="{28EB5A3B-77CB-4B30-B8BC-9787DCF99CFD}" dt="2023-10-26T10:33:19.248" v="1331" actId="20577"/>
          <ac:spMkLst>
            <pc:docMk/>
            <pc:sldMk cId="2417891444" sldId="2591"/>
            <ac:spMk id="215" creationId="{00000000-0000-0000-0000-000000000000}"/>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D89A2023-0FB3-433C-B4C9-ABA15CEC3BB5}"/>
    <pc:docChg chg="undo custSel addSld delSld modSld sldOrd">
      <pc:chgData name="Owais Ahmed" userId="6abc7d4556b3b071" providerId="LiveId" clId="{D89A2023-0FB3-433C-B4C9-ABA15CEC3BB5}" dt="2023-12-06T11:03:26.777" v="703"/>
      <pc:docMkLst>
        <pc:docMk/>
      </pc:docMkLst>
      <pc:sldChg chg="modSp mod">
        <pc:chgData name="Owais Ahmed" userId="6abc7d4556b3b071" providerId="LiveId" clId="{D89A2023-0FB3-433C-B4C9-ABA15CEC3BB5}" dt="2023-12-06T11:03:26.777" v="703"/>
        <pc:sldMkLst>
          <pc:docMk/>
          <pc:sldMk cId="146856052" sldId="2503"/>
        </pc:sldMkLst>
        <pc:spChg chg="mod">
          <ac:chgData name="Owais Ahmed" userId="6abc7d4556b3b071" providerId="LiveId" clId="{D89A2023-0FB3-433C-B4C9-ABA15CEC3BB5}" dt="2023-12-06T11:03:26.777" v="703"/>
          <ac:spMkLst>
            <pc:docMk/>
            <pc:sldMk cId="146856052" sldId="2503"/>
            <ac:spMk id="9" creationId="{79DC1498-E692-42BA-B69F-6D37E6CFACA0}"/>
          </ac:spMkLst>
        </pc:spChg>
      </pc:sldChg>
      <pc:sldChg chg="modSp mod modAnim">
        <pc:chgData name="Owais Ahmed" userId="6abc7d4556b3b071" providerId="LiveId" clId="{D89A2023-0FB3-433C-B4C9-ABA15CEC3BB5}" dt="2023-11-10T14:46:53.570" v="514" actId="20577"/>
        <pc:sldMkLst>
          <pc:docMk/>
          <pc:sldMk cId="1638662693" sldId="2575"/>
        </pc:sldMkLst>
        <pc:spChg chg="mod">
          <ac:chgData name="Owais Ahmed" userId="6abc7d4556b3b071" providerId="LiveId" clId="{D89A2023-0FB3-433C-B4C9-ABA15CEC3BB5}" dt="2023-11-10T14:46:31.049" v="508" actId="20577"/>
          <ac:spMkLst>
            <pc:docMk/>
            <pc:sldMk cId="1638662693" sldId="2575"/>
            <ac:spMk id="3" creationId="{4A1C0383-58FE-E486-295E-B33B8683B938}"/>
          </ac:spMkLst>
        </pc:spChg>
      </pc:sldChg>
      <pc:sldChg chg="addSp delSp modSp add mod delAnim modAnim">
        <pc:chgData name="Owais Ahmed" userId="6abc7d4556b3b071" providerId="LiveId" clId="{D89A2023-0FB3-433C-B4C9-ABA15CEC3BB5}" dt="2023-11-10T14:17:35.729" v="333"/>
        <pc:sldMkLst>
          <pc:docMk/>
          <pc:sldMk cId="4150948032" sldId="2592"/>
        </pc:sldMkLst>
        <pc:spChg chg="del">
          <ac:chgData name="Owais Ahmed" userId="6abc7d4556b3b071" providerId="LiveId" clId="{D89A2023-0FB3-433C-B4C9-ABA15CEC3BB5}" dt="2023-11-10T13:48:08.725" v="1" actId="478"/>
          <ac:spMkLst>
            <pc:docMk/>
            <pc:sldMk cId="4150948032" sldId="2592"/>
            <ac:spMk id="4" creationId="{139258E0-5641-0C6F-945C-B23D44BC5D3E}"/>
          </ac:spMkLst>
        </pc:spChg>
        <pc:spChg chg="mod topLvl">
          <ac:chgData name="Owais Ahmed" userId="6abc7d4556b3b071" providerId="LiveId" clId="{D89A2023-0FB3-433C-B4C9-ABA15CEC3BB5}" dt="2023-11-10T14:16:39.234" v="329" actId="165"/>
          <ac:spMkLst>
            <pc:docMk/>
            <pc:sldMk cId="4150948032" sldId="2592"/>
            <ac:spMk id="8" creationId="{AA007D27-374B-6D91-9CB5-E7FD2CB2F958}"/>
          </ac:spMkLst>
        </pc:spChg>
        <pc:spChg chg="mod topLvl">
          <ac:chgData name="Owais Ahmed" userId="6abc7d4556b3b071" providerId="LiveId" clId="{D89A2023-0FB3-433C-B4C9-ABA15CEC3BB5}" dt="2023-11-10T14:16:39.234" v="329" actId="165"/>
          <ac:spMkLst>
            <pc:docMk/>
            <pc:sldMk cId="4150948032" sldId="2592"/>
            <ac:spMk id="9" creationId="{2F5A9067-6AA5-9F35-0CA6-68EB3FA1595E}"/>
          </ac:spMkLst>
        </pc:spChg>
        <pc:spChg chg="mod topLvl">
          <ac:chgData name="Owais Ahmed" userId="6abc7d4556b3b071" providerId="LiveId" clId="{D89A2023-0FB3-433C-B4C9-ABA15CEC3BB5}" dt="2023-11-10T14:16:39.234" v="329" actId="165"/>
          <ac:spMkLst>
            <pc:docMk/>
            <pc:sldMk cId="4150948032" sldId="2592"/>
            <ac:spMk id="10" creationId="{A7C3898C-1DDC-7AED-87CC-520ADE8CE95A}"/>
          </ac:spMkLst>
        </pc:spChg>
        <pc:spChg chg="mod topLvl">
          <ac:chgData name="Owais Ahmed" userId="6abc7d4556b3b071" providerId="LiveId" clId="{D89A2023-0FB3-433C-B4C9-ABA15CEC3BB5}" dt="2023-11-10T14:16:39.234" v="329" actId="165"/>
          <ac:spMkLst>
            <pc:docMk/>
            <pc:sldMk cId="4150948032" sldId="2592"/>
            <ac:spMk id="11" creationId="{04A30E97-4238-BFA2-A1A8-FEB756CB62AE}"/>
          </ac:spMkLst>
        </pc:spChg>
        <pc:spChg chg="mod topLvl">
          <ac:chgData name="Owais Ahmed" userId="6abc7d4556b3b071" providerId="LiveId" clId="{D89A2023-0FB3-433C-B4C9-ABA15CEC3BB5}" dt="2023-11-10T14:16:39.234" v="329" actId="165"/>
          <ac:spMkLst>
            <pc:docMk/>
            <pc:sldMk cId="4150948032" sldId="2592"/>
            <ac:spMk id="12" creationId="{9A8A5D69-0DEB-1D30-9C23-690CFBA58EFE}"/>
          </ac:spMkLst>
        </pc:spChg>
        <pc:spChg chg="mod topLvl">
          <ac:chgData name="Owais Ahmed" userId="6abc7d4556b3b071" providerId="LiveId" clId="{D89A2023-0FB3-433C-B4C9-ABA15CEC3BB5}" dt="2023-11-10T14:16:39.234" v="329" actId="165"/>
          <ac:spMkLst>
            <pc:docMk/>
            <pc:sldMk cId="4150948032" sldId="2592"/>
            <ac:spMk id="13" creationId="{1E131D81-D26A-5685-C971-5579E5CE01CF}"/>
          </ac:spMkLst>
        </pc:spChg>
        <pc:spChg chg="mod topLvl">
          <ac:chgData name="Owais Ahmed" userId="6abc7d4556b3b071" providerId="LiveId" clId="{D89A2023-0FB3-433C-B4C9-ABA15CEC3BB5}" dt="2023-11-10T14:16:39.234" v="329" actId="165"/>
          <ac:spMkLst>
            <pc:docMk/>
            <pc:sldMk cId="4150948032" sldId="2592"/>
            <ac:spMk id="14" creationId="{036C6186-69E7-2B2F-D917-5C2F61EA03AE}"/>
          </ac:spMkLst>
        </pc:spChg>
        <pc:spChg chg="mod topLvl">
          <ac:chgData name="Owais Ahmed" userId="6abc7d4556b3b071" providerId="LiveId" clId="{D89A2023-0FB3-433C-B4C9-ABA15CEC3BB5}" dt="2023-11-10T14:16:39.234" v="329" actId="165"/>
          <ac:spMkLst>
            <pc:docMk/>
            <pc:sldMk cId="4150948032" sldId="2592"/>
            <ac:spMk id="15" creationId="{5ADA3DAE-07B8-8FA9-BA09-7E0F43216D6F}"/>
          </ac:spMkLst>
        </pc:spChg>
        <pc:spChg chg="mod topLvl">
          <ac:chgData name="Owais Ahmed" userId="6abc7d4556b3b071" providerId="LiveId" clId="{D89A2023-0FB3-433C-B4C9-ABA15CEC3BB5}" dt="2023-11-10T14:16:39.234" v="329" actId="165"/>
          <ac:spMkLst>
            <pc:docMk/>
            <pc:sldMk cId="4150948032" sldId="2592"/>
            <ac:spMk id="16" creationId="{63A0EE4D-269F-9FBC-BA72-B2AAAC474103}"/>
          </ac:spMkLst>
        </pc:spChg>
        <pc:spChg chg="mod topLvl">
          <ac:chgData name="Owais Ahmed" userId="6abc7d4556b3b071" providerId="LiveId" clId="{D89A2023-0FB3-433C-B4C9-ABA15CEC3BB5}" dt="2023-11-10T14:16:39.234" v="329" actId="165"/>
          <ac:spMkLst>
            <pc:docMk/>
            <pc:sldMk cId="4150948032" sldId="2592"/>
            <ac:spMk id="17" creationId="{0CCA1703-174F-51CC-F652-113CADD15687}"/>
          </ac:spMkLst>
        </pc:spChg>
        <pc:spChg chg="mod topLvl">
          <ac:chgData name="Owais Ahmed" userId="6abc7d4556b3b071" providerId="LiveId" clId="{D89A2023-0FB3-433C-B4C9-ABA15CEC3BB5}" dt="2023-11-10T14:16:39.234" v="329" actId="165"/>
          <ac:spMkLst>
            <pc:docMk/>
            <pc:sldMk cId="4150948032" sldId="2592"/>
            <ac:spMk id="18" creationId="{E736F338-CEBC-4A10-B0F5-A3A61E41FC9C}"/>
          </ac:spMkLst>
        </pc:spChg>
        <pc:spChg chg="del">
          <ac:chgData name="Owais Ahmed" userId="6abc7d4556b3b071" providerId="LiveId" clId="{D89A2023-0FB3-433C-B4C9-ABA15CEC3BB5}" dt="2023-11-10T13:48:41.020" v="8" actId="478"/>
          <ac:spMkLst>
            <pc:docMk/>
            <pc:sldMk cId="4150948032" sldId="2592"/>
            <ac:spMk id="214" creationId="{00000000-0000-0000-0000-000000000000}"/>
          </ac:spMkLst>
        </pc:spChg>
        <pc:spChg chg="del">
          <ac:chgData name="Owais Ahmed" userId="6abc7d4556b3b071" providerId="LiveId" clId="{D89A2023-0FB3-433C-B4C9-ABA15CEC3BB5}" dt="2023-11-10T13:48:39.868" v="7" actId="478"/>
          <ac:spMkLst>
            <pc:docMk/>
            <pc:sldMk cId="4150948032" sldId="2592"/>
            <ac:spMk id="216" creationId="{00000000-0000-0000-0000-000000000000}"/>
          </ac:spMkLst>
        </pc:spChg>
        <pc:grpChg chg="del mod">
          <ac:chgData name="Owais Ahmed" userId="6abc7d4556b3b071" providerId="LiveId" clId="{D89A2023-0FB3-433C-B4C9-ABA15CEC3BB5}" dt="2023-11-10T14:16:39.234" v="329" actId="165"/>
          <ac:grpSpMkLst>
            <pc:docMk/>
            <pc:sldMk cId="4150948032" sldId="2592"/>
            <ac:grpSpMk id="7" creationId="{B1C6AD37-927A-AB10-3BC1-CE8ED57B2807}"/>
          </ac:grpSpMkLst>
        </pc:grpChg>
        <pc:graphicFrameChg chg="add mod">
          <ac:chgData name="Owais Ahmed" userId="6abc7d4556b3b071" providerId="LiveId" clId="{D89A2023-0FB3-433C-B4C9-ABA15CEC3BB5}" dt="2023-11-10T13:48:11.982" v="3"/>
          <ac:graphicFrameMkLst>
            <pc:docMk/>
            <pc:sldMk cId="4150948032" sldId="2592"/>
            <ac:graphicFrameMk id="3" creationId="{B965C6B2-1F16-A612-3B40-77CA37832C5F}"/>
          </ac:graphicFrameMkLst>
        </pc:graphicFrameChg>
        <pc:graphicFrameChg chg="add mod">
          <ac:chgData name="Owais Ahmed" userId="6abc7d4556b3b071" providerId="LiveId" clId="{D89A2023-0FB3-433C-B4C9-ABA15CEC3BB5}" dt="2023-11-10T13:50:28.143" v="22" actId="14100"/>
          <ac:graphicFrameMkLst>
            <pc:docMk/>
            <pc:sldMk cId="4150948032" sldId="2592"/>
            <ac:graphicFrameMk id="5" creationId="{AD9398BB-6895-3CF2-1715-C26530213ED8}"/>
          </ac:graphicFrameMkLst>
        </pc:graphicFrameChg>
        <pc:graphicFrameChg chg="add del mod">
          <ac:chgData name="Owais Ahmed" userId="6abc7d4556b3b071" providerId="LiveId" clId="{D89A2023-0FB3-433C-B4C9-ABA15CEC3BB5}" dt="2023-11-10T14:16:30.175" v="328" actId="18245"/>
          <ac:graphicFrameMkLst>
            <pc:docMk/>
            <pc:sldMk cId="4150948032" sldId="2592"/>
            <ac:graphicFrameMk id="6" creationId="{DE7AE70E-6BFC-1ABD-1755-F83672FC1190}"/>
          </ac:graphicFrameMkLst>
        </pc:graphicFrameChg>
      </pc:sldChg>
      <pc:sldChg chg="add del">
        <pc:chgData name="Owais Ahmed" userId="6abc7d4556b3b071" providerId="LiveId" clId="{D89A2023-0FB3-433C-B4C9-ABA15CEC3BB5}" dt="2023-11-10T13:51:20.848" v="48" actId="47"/>
        <pc:sldMkLst>
          <pc:docMk/>
          <pc:sldMk cId="4214491091" sldId="2593"/>
        </pc:sldMkLst>
      </pc:sldChg>
      <pc:sldChg chg="addSp delSp modSp add mod modAnim modNotesTx">
        <pc:chgData name="Owais Ahmed" userId="6abc7d4556b3b071" providerId="LiveId" clId="{D89A2023-0FB3-433C-B4C9-ABA15CEC3BB5}" dt="2023-11-10T14:20:21.758" v="353" actId="14100"/>
        <pc:sldMkLst>
          <pc:docMk/>
          <pc:sldMk cId="4046819265" sldId="2594"/>
        </pc:sldMkLst>
        <pc:spChg chg="add mod">
          <ac:chgData name="Owais Ahmed" userId="6abc7d4556b3b071" providerId="LiveId" clId="{D89A2023-0FB3-433C-B4C9-ABA15CEC3BB5}" dt="2023-11-10T14:20:21.758" v="353" actId="14100"/>
          <ac:spMkLst>
            <pc:docMk/>
            <pc:sldMk cId="4046819265" sldId="2594"/>
            <ac:spMk id="3" creationId="{DD022F59-9B4F-D644-85CB-09F067DAB76E}"/>
          </ac:spMkLst>
        </pc:spChg>
        <pc:spChg chg="mod topLvl">
          <ac:chgData name="Owais Ahmed" userId="6abc7d4556b3b071" providerId="LiveId" clId="{D89A2023-0FB3-433C-B4C9-ABA15CEC3BB5}" dt="2023-11-10T14:18:14.696" v="335" actId="165"/>
          <ac:spMkLst>
            <pc:docMk/>
            <pc:sldMk cId="4046819265" sldId="2594"/>
            <ac:spMk id="6" creationId="{1714AED6-747E-C7A8-AB0A-EA34778E055C}"/>
          </ac:spMkLst>
        </pc:spChg>
        <pc:spChg chg="mod topLvl">
          <ac:chgData name="Owais Ahmed" userId="6abc7d4556b3b071" providerId="LiveId" clId="{D89A2023-0FB3-433C-B4C9-ABA15CEC3BB5}" dt="2023-11-10T14:18:14.696" v="335" actId="165"/>
          <ac:spMkLst>
            <pc:docMk/>
            <pc:sldMk cId="4046819265" sldId="2594"/>
            <ac:spMk id="7" creationId="{A3DF3EAE-A02B-EF8C-8B20-C3E82C6F5BB2}"/>
          </ac:spMkLst>
        </pc:spChg>
        <pc:spChg chg="mod topLvl">
          <ac:chgData name="Owais Ahmed" userId="6abc7d4556b3b071" providerId="LiveId" clId="{D89A2023-0FB3-433C-B4C9-ABA15CEC3BB5}" dt="2023-11-10T14:18:14.696" v="335" actId="165"/>
          <ac:spMkLst>
            <pc:docMk/>
            <pc:sldMk cId="4046819265" sldId="2594"/>
            <ac:spMk id="8" creationId="{C8B6A812-7F76-06A5-1BC5-D61C33308F14}"/>
          </ac:spMkLst>
        </pc:spChg>
        <pc:spChg chg="mod topLvl">
          <ac:chgData name="Owais Ahmed" userId="6abc7d4556b3b071" providerId="LiveId" clId="{D89A2023-0FB3-433C-B4C9-ABA15CEC3BB5}" dt="2023-11-10T14:18:14.696" v="335" actId="165"/>
          <ac:spMkLst>
            <pc:docMk/>
            <pc:sldMk cId="4046819265" sldId="2594"/>
            <ac:spMk id="9" creationId="{F9FEF6F9-4418-9AA7-B7BB-A934874353FB}"/>
          </ac:spMkLst>
        </pc:spChg>
        <pc:spChg chg="mod topLvl">
          <ac:chgData name="Owais Ahmed" userId="6abc7d4556b3b071" providerId="LiveId" clId="{D89A2023-0FB3-433C-B4C9-ABA15CEC3BB5}" dt="2023-11-10T14:18:14.696" v="335" actId="165"/>
          <ac:spMkLst>
            <pc:docMk/>
            <pc:sldMk cId="4046819265" sldId="2594"/>
            <ac:spMk id="10" creationId="{EA26163E-DBFC-4266-681E-A5E3820DCAE8}"/>
          </ac:spMkLst>
        </pc:spChg>
        <pc:spChg chg="mod topLvl">
          <ac:chgData name="Owais Ahmed" userId="6abc7d4556b3b071" providerId="LiveId" clId="{D89A2023-0FB3-433C-B4C9-ABA15CEC3BB5}" dt="2023-11-10T14:18:14.696" v="335" actId="165"/>
          <ac:spMkLst>
            <pc:docMk/>
            <pc:sldMk cId="4046819265" sldId="2594"/>
            <ac:spMk id="11" creationId="{D65B3032-0E7E-E4B1-C5FD-A37DB4E44261}"/>
          </ac:spMkLst>
        </pc:spChg>
        <pc:spChg chg="mod topLvl">
          <ac:chgData name="Owais Ahmed" userId="6abc7d4556b3b071" providerId="LiveId" clId="{D89A2023-0FB3-433C-B4C9-ABA15CEC3BB5}" dt="2023-11-10T14:18:14.696" v="335" actId="165"/>
          <ac:spMkLst>
            <pc:docMk/>
            <pc:sldMk cId="4046819265" sldId="2594"/>
            <ac:spMk id="12" creationId="{E4CB0191-B961-CA51-4CC1-E131E9304814}"/>
          </ac:spMkLst>
        </pc:spChg>
        <pc:spChg chg="mod topLvl">
          <ac:chgData name="Owais Ahmed" userId="6abc7d4556b3b071" providerId="LiveId" clId="{D89A2023-0FB3-433C-B4C9-ABA15CEC3BB5}" dt="2023-11-10T14:18:14.696" v="335" actId="165"/>
          <ac:spMkLst>
            <pc:docMk/>
            <pc:sldMk cId="4046819265" sldId="2594"/>
            <ac:spMk id="13" creationId="{70939AFB-A0C2-C1B1-EC90-490A72A9C580}"/>
          </ac:spMkLst>
        </pc:spChg>
        <pc:spChg chg="mod topLvl">
          <ac:chgData name="Owais Ahmed" userId="6abc7d4556b3b071" providerId="LiveId" clId="{D89A2023-0FB3-433C-B4C9-ABA15CEC3BB5}" dt="2023-11-10T14:18:14.696" v="335" actId="165"/>
          <ac:spMkLst>
            <pc:docMk/>
            <pc:sldMk cId="4046819265" sldId="2594"/>
            <ac:spMk id="14" creationId="{732E8690-FBE3-9A92-8B51-680CD678DEE8}"/>
          </ac:spMkLst>
        </pc:spChg>
        <pc:spChg chg="mod topLvl">
          <ac:chgData name="Owais Ahmed" userId="6abc7d4556b3b071" providerId="LiveId" clId="{D89A2023-0FB3-433C-B4C9-ABA15CEC3BB5}" dt="2023-11-10T14:18:14.696" v="335" actId="165"/>
          <ac:spMkLst>
            <pc:docMk/>
            <pc:sldMk cId="4046819265" sldId="2594"/>
            <ac:spMk id="15" creationId="{4405B726-1A68-6E67-C08D-E8A3CEC75BD2}"/>
          </ac:spMkLst>
        </pc:spChg>
        <pc:spChg chg="mod topLvl">
          <ac:chgData name="Owais Ahmed" userId="6abc7d4556b3b071" providerId="LiveId" clId="{D89A2023-0FB3-433C-B4C9-ABA15CEC3BB5}" dt="2023-11-10T14:18:14.696" v="335" actId="165"/>
          <ac:spMkLst>
            <pc:docMk/>
            <pc:sldMk cId="4046819265" sldId="2594"/>
            <ac:spMk id="16" creationId="{14D16709-F19B-12E8-58B4-30B0E2A59CC9}"/>
          </ac:spMkLst>
        </pc:spChg>
        <pc:spChg chg="mod topLvl">
          <ac:chgData name="Owais Ahmed" userId="6abc7d4556b3b071" providerId="LiveId" clId="{D89A2023-0FB3-433C-B4C9-ABA15CEC3BB5}" dt="2023-11-10T14:18:14.696" v="335" actId="165"/>
          <ac:spMkLst>
            <pc:docMk/>
            <pc:sldMk cId="4046819265" sldId="2594"/>
            <ac:spMk id="17" creationId="{9F133142-158A-9674-5803-6DE9D5F74D14}"/>
          </ac:spMkLst>
        </pc:spChg>
        <pc:spChg chg="mod topLvl">
          <ac:chgData name="Owais Ahmed" userId="6abc7d4556b3b071" providerId="LiveId" clId="{D89A2023-0FB3-433C-B4C9-ABA15CEC3BB5}" dt="2023-11-10T14:18:14.696" v="335" actId="165"/>
          <ac:spMkLst>
            <pc:docMk/>
            <pc:sldMk cId="4046819265" sldId="2594"/>
            <ac:spMk id="18" creationId="{419F7429-7FA7-52F3-F905-52EA5B66CCF0}"/>
          </ac:spMkLst>
        </pc:spChg>
        <pc:spChg chg="mod topLvl">
          <ac:chgData name="Owais Ahmed" userId="6abc7d4556b3b071" providerId="LiveId" clId="{D89A2023-0FB3-433C-B4C9-ABA15CEC3BB5}" dt="2023-11-10T14:19:30.603" v="345" actId="1076"/>
          <ac:spMkLst>
            <pc:docMk/>
            <pc:sldMk cId="4046819265" sldId="2594"/>
            <ac:spMk id="19" creationId="{8E699D9B-0835-4A14-A154-081C6009BAEC}"/>
          </ac:spMkLst>
        </pc:spChg>
        <pc:spChg chg="mod topLvl">
          <ac:chgData name="Owais Ahmed" userId="6abc7d4556b3b071" providerId="LiveId" clId="{D89A2023-0FB3-433C-B4C9-ABA15CEC3BB5}" dt="2023-11-10T14:19:30.603" v="345" actId="1076"/>
          <ac:spMkLst>
            <pc:docMk/>
            <pc:sldMk cId="4046819265" sldId="2594"/>
            <ac:spMk id="20" creationId="{DFC94233-742C-EE1C-8EA4-ACA20123C5D3}"/>
          </ac:spMkLst>
        </pc:spChg>
        <pc:spChg chg="mod topLvl">
          <ac:chgData name="Owais Ahmed" userId="6abc7d4556b3b071" providerId="LiveId" clId="{D89A2023-0FB3-433C-B4C9-ABA15CEC3BB5}" dt="2023-11-10T14:18:14.696" v="335" actId="165"/>
          <ac:spMkLst>
            <pc:docMk/>
            <pc:sldMk cId="4046819265" sldId="2594"/>
            <ac:spMk id="21" creationId="{C84FB02F-9066-60B6-5BAF-3F1E80F68544}"/>
          </ac:spMkLst>
        </pc:spChg>
        <pc:spChg chg="mod topLvl">
          <ac:chgData name="Owais Ahmed" userId="6abc7d4556b3b071" providerId="LiveId" clId="{D89A2023-0FB3-433C-B4C9-ABA15CEC3BB5}" dt="2023-11-10T14:18:14.696" v="335" actId="165"/>
          <ac:spMkLst>
            <pc:docMk/>
            <pc:sldMk cId="4046819265" sldId="2594"/>
            <ac:spMk id="22" creationId="{AC11739F-1D20-B5ED-AD3E-1390FFE938E8}"/>
          </ac:spMkLst>
        </pc:spChg>
        <pc:spChg chg="mod topLvl">
          <ac:chgData name="Owais Ahmed" userId="6abc7d4556b3b071" providerId="LiveId" clId="{D89A2023-0FB3-433C-B4C9-ABA15CEC3BB5}" dt="2023-11-10T14:18:14.696" v="335" actId="165"/>
          <ac:spMkLst>
            <pc:docMk/>
            <pc:sldMk cId="4046819265" sldId="2594"/>
            <ac:spMk id="23" creationId="{4ACE9C0B-6E86-5EF0-2B6F-58C38858C3A6}"/>
          </ac:spMkLst>
        </pc:spChg>
        <pc:spChg chg="mod topLvl">
          <ac:chgData name="Owais Ahmed" userId="6abc7d4556b3b071" providerId="LiveId" clId="{D89A2023-0FB3-433C-B4C9-ABA15CEC3BB5}" dt="2023-11-10T14:18:14.696" v="335" actId="165"/>
          <ac:spMkLst>
            <pc:docMk/>
            <pc:sldMk cId="4046819265" sldId="2594"/>
            <ac:spMk id="24" creationId="{5C750CAF-306A-A5CB-3501-34B07D43E761}"/>
          </ac:spMkLst>
        </pc:spChg>
        <pc:spChg chg="mod topLvl">
          <ac:chgData name="Owais Ahmed" userId="6abc7d4556b3b071" providerId="LiveId" clId="{D89A2023-0FB3-433C-B4C9-ABA15CEC3BB5}" dt="2023-11-10T14:18:14.696" v="335" actId="165"/>
          <ac:spMkLst>
            <pc:docMk/>
            <pc:sldMk cId="4046819265" sldId="2594"/>
            <ac:spMk id="25" creationId="{89315316-5D72-A7B3-3BE3-9E0DD3B5615C}"/>
          </ac:spMkLst>
        </pc:spChg>
        <pc:spChg chg="mod topLvl">
          <ac:chgData name="Owais Ahmed" userId="6abc7d4556b3b071" providerId="LiveId" clId="{D89A2023-0FB3-433C-B4C9-ABA15CEC3BB5}" dt="2023-11-10T14:18:14.696" v="335" actId="165"/>
          <ac:spMkLst>
            <pc:docMk/>
            <pc:sldMk cId="4046819265" sldId="2594"/>
            <ac:spMk id="26" creationId="{D1FEBA5C-C0AE-BB01-5D8D-08615C2336F9}"/>
          </ac:spMkLst>
        </pc:spChg>
        <pc:spChg chg="mod topLvl">
          <ac:chgData name="Owais Ahmed" userId="6abc7d4556b3b071" providerId="LiveId" clId="{D89A2023-0FB3-433C-B4C9-ABA15CEC3BB5}" dt="2023-11-10T14:18:14.696" v="335" actId="165"/>
          <ac:spMkLst>
            <pc:docMk/>
            <pc:sldMk cId="4046819265" sldId="2594"/>
            <ac:spMk id="27" creationId="{1D3F4F19-ED42-1C4C-4513-72C16272163C}"/>
          </ac:spMkLst>
        </pc:spChg>
        <pc:spChg chg="mod topLvl">
          <ac:chgData name="Owais Ahmed" userId="6abc7d4556b3b071" providerId="LiveId" clId="{D89A2023-0FB3-433C-B4C9-ABA15CEC3BB5}" dt="2023-11-10T14:18:14.696" v="335" actId="165"/>
          <ac:spMkLst>
            <pc:docMk/>
            <pc:sldMk cId="4046819265" sldId="2594"/>
            <ac:spMk id="28" creationId="{AE63BCBF-FB35-1F1A-BD0D-F08BD8743F2F}"/>
          </ac:spMkLst>
        </pc:spChg>
        <pc:spChg chg="mod topLvl">
          <ac:chgData name="Owais Ahmed" userId="6abc7d4556b3b071" providerId="LiveId" clId="{D89A2023-0FB3-433C-B4C9-ABA15CEC3BB5}" dt="2023-11-10T14:18:14.696" v="335" actId="165"/>
          <ac:spMkLst>
            <pc:docMk/>
            <pc:sldMk cId="4046819265" sldId="2594"/>
            <ac:spMk id="29" creationId="{25BF505D-1E48-7E5D-E9C7-D080D5BB38BE}"/>
          </ac:spMkLst>
        </pc:spChg>
        <pc:spChg chg="mod topLvl">
          <ac:chgData name="Owais Ahmed" userId="6abc7d4556b3b071" providerId="LiveId" clId="{D89A2023-0FB3-433C-B4C9-ABA15CEC3BB5}" dt="2023-11-10T14:18:14.696" v="335" actId="165"/>
          <ac:spMkLst>
            <pc:docMk/>
            <pc:sldMk cId="4046819265" sldId="2594"/>
            <ac:spMk id="30" creationId="{036D4931-C104-549E-E53D-64926E923A44}"/>
          </ac:spMkLst>
        </pc:spChg>
        <pc:spChg chg="mod topLvl">
          <ac:chgData name="Owais Ahmed" userId="6abc7d4556b3b071" providerId="LiveId" clId="{D89A2023-0FB3-433C-B4C9-ABA15CEC3BB5}" dt="2023-11-10T14:18:14.696" v="335" actId="165"/>
          <ac:spMkLst>
            <pc:docMk/>
            <pc:sldMk cId="4046819265" sldId="2594"/>
            <ac:spMk id="31" creationId="{019DA766-62E0-B678-7BC3-3BA4D4C04AA3}"/>
          </ac:spMkLst>
        </pc:spChg>
        <pc:spChg chg="mod topLvl">
          <ac:chgData name="Owais Ahmed" userId="6abc7d4556b3b071" providerId="LiveId" clId="{D89A2023-0FB3-433C-B4C9-ABA15CEC3BB5}" dt="2023-11-10T14:18:14.696" v="335" actId="165"/>
          <ac:spMkLst>
            <pc:docMk/>
            <pc:sldMk cId="4046819265" sldId="2594"/>
            <ac:spMk id="32" creationId="{53753425-CB2C-BDA5-353D-6C3273F82800}"/>
          </ac:spMkLst>
        </pc:spChg>
        <pc:grpChg chg="del mod">
          <ac:chgData name="Owais Ahmed" userId="6abc7d4556b3b071" providerId="LiveId" clId="{D89A2023-0FB3-433C-B4C9-ABA15CEC3BB5}" dt="2023-11-10T14:18:14.696" v="335" actId="165"/>
          <ac:grpSpMkLst>
            <pc:docMk/>
            <pc:sldMk cId="4046819265" sldId="2594"/>
            <ac:grpSpMk id="4" creationId="{3E874F4D-1215-C86F-39B4-4A91763AC7CD}"/>
          </ac:grpSpMkLst>
        </pc:grpChg>
        <pc:graphicFrameChg chg="del mod">
          <ac:chgData name="Owais Ahmed" userId="6abc7d4556b3b071" providerId="LiveId" clId="{D89A2023-0FB3-433C-B4C9-ABA15CEC3BB5}" dt="2023-11-10T14:18:09.210" v="334" actId="18245"/>
          <ac:graphicFrameMkLst>
            <pc:docMk/>
            <pc:sldMk cId="4046819265" sldId="2594"/>
            <ac:graphicFrameMk id="5" creationId="{AD9398BB-6895-3CF2-1715-C26530213ED8}"/>
          </ac:graphicFrameMkLst>
        </pc:graphicFrameChg>
      </pc:sldChg>
      <pc:sldChg chg="add">
        <pc:chgData name="Owais Ahmed" userId="6abc7d4556b3b071" providerId="LiveId" clId="{D89A2023-0FB3-433C-B4C9-ABA15CEC3BB5}" dt="2023-11-10T13:51:26.549" v="49" actId="2890"/>
        <pc:sldMkLst>
          <pc:docMk/>
          <pc:sldMk cId="2401216438" sldId="2595"/>
        </pc:sldMkLst>
      </pc:sldChg>
      <pc:sldChg chg="modSp add mod ord modAnim">
        <pc:chgData name="Owais Ahmed" userId="6abc7d4556b3b071" providerId="LiveId" clId="{D89A2023-0FB3-433C-B4C9-ABA15CEC3BB5}" dt="2023-11-10T14:54:28.167" v="702" actId="20577"/>
        <pc:sldMkLst>
          <pc:docMk/>
          <pc:sldMk cId="1427520045" sldId="2596"/>
        </pc:sldMkLst>
        <pc:spChg chg="mod">
          <ac:chgData name="Owais Ahmed" userId="6abc7d4556b3b071" providerId="LiveId" clId="{D89A2023-0FB3-433C-B4C9-ABA15CEC3BB5}" dt="2023-11-10T14:54:28.167" v="702" actId="20577"/>
          <ac:spMkLst>
            <pc:docMk/>
            <pc:sldMk cId="1427520045" sldId="2596"/>
            <ac:spMk id="4" creationId="{139258E0-5641-0C6F-945C-B23D44BC5D3E}"/>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C968DFF7-75EA-425C-B744-BCB0C5DAAF5B}"/>
    <pc:docChg chg="undo custSel addSld delSld modSld sldOrd">
      <pc:chgData name="Owais Ahmed" userId="6abc7d4556b3b071" providerId="LiveId" clId="{C968DFF7-75EA-425C-B744-BCB0C5DAAF5B}" dt="2023-08-22T05:24:27.373" v="14616" actId="20577"/>
      <pc:docMkLst>
        <pc:docMk/>
      </pc:docMkLst>
      <pc:sldChg chg="modSp mod">
        <pc:chgData name="Owais Ahmed" userId="6abc7d4556b3b071" providerId="LiveId" clId="{C968DFF7-75EA-425C-B744-BCB0C5DAAF5B}" dt="2023-08-17T09:37:48.385" v="12743" actId="20577"/>
        <pc:sldMkLst>
          <pc:docMk/>
          <pc:sldMk cId="1649098948" sldId="2462"/>
        </pc:sldMkLst>
        <pc:spChg chg="mod">
          <ac:chgData name="Owais Ahmed" userId="6abc7d4556b3b071" providerId="LiveId" clId="{C968DFF7-75EA-425C-B744-BCB0C5DAAF5B}" dt="2023-08-17T09:37:48.385" v="12743" actId="20577"/>
          <ac:spMkLst>
            <pc:docMk/>
            <pc:sldMk cId="1649098948" sldId="2462"/>
            <ac:spMk id="6" creationId="{F3C89A40-EEAA-43AB-9A3A-B2CFDE450F1B}"/>
          </ac:spMkLst>
        </pc:spChg>
      </pc:sldChg>
      <pc:sldChg chg="modSp mod modAnim">
        <pc:chgData name="Owais Ahmed" userId="6abc7d4556b3b071" providerId="LiveId" clId="{C968DFF7-75EA-425C-B744-BCB0C5DAAF5B}" dt="2023-08-10T07:32:45.723" v="812" actId="20577"/>
        <pc:sldMkLst>
          <pc:docMk/>
          <pc:sldMk cId="296501705" sldId="2557"/>
        </pc:sldMkLst>
        <pc:spChg chg="mod">
          <ac:chgData name="Owais Ahmed" userId="6abc7d4556b3b071" providerId="LiveId" clId="{C968DFF7-75EA-425C-B744-BCB0C5DAAF5B}" dt="2023-08-10T07:32:45.723" v="812" actId="20577"/>
          <ac:spMkLst>
            <pc:docMk/>
            <pc:sldMk cId="296501705" sldId="2557"/>
            <ac:spMk id="3" creationId="{4A1C0383-58FE-E486-295E-B33B8683B938}"/>
          </ac:spMkLst>
        </pc:spChg>
        <pc:spChg chg="mod">
          <ac:chgData name="Owais Ahmed" userId="6abc7d4556b3b071" providerId="LiveId" clId="{C968DFF7-75EA-425C-B744-BCB0C5DAAF5B}" dt="2023-08-10T07:12:31.050" v="57" actId="20577"/>
          <ac:spMkLst>
            <pc:docMk/>
            <pc:sldMk cId="296501705" sldId="2557"/>
            <ac:spMk id="215" creationId="{00000000-0000-0000-0000-000000000000}"/>
          </ac:spMkLst>
        </pc:spChg>
      </pc:sldChg>
      <pc:sldChg chg="del">
        <pc:chgData name="Owais Ahmed" userId="6abc7d4556b3b071" providerId="LiveId" clId="{C968DFF7-75EA-425C-B744-BCB0C5DAAF5B}" dt="2023-08-10T07:32:53.252" v="813" actId="47"/>
        <pc:sldMkLst>
          <pc:docMk/>
          <pc:sldMk cId="53512322" sldId="2558"/>
        </pc:sldMkLst>
      </pc:sldChg>
      <pc:sldChg chg="modSp add mod modAnim">
        <pc:chgData name="Owais Ahmed" userId="6abc7d4556b3b071" providerId="LiveId" clId="{C968DFF7-75EA-425C-B744-BCB0C5DAAF5B}" dt="2023-08-12T09:10:33.738" v="9777" actId="20577"/>
        <pc:sldMkLst>
          <pc:docMk/>
          <pc:sldMk cId="434899577" sldId="2558"/>
        </pc:sldMkLst>
        <pc:spChg chg="mod">
          <ac:chgData name="Owais Ahmed" userId="6abc7d4556b3b071" providerId="LiveId" clId="{C968DFF7-75EA-425C-B744-BCB0C5DAAF5B}" dt="2023-08-12T09:10:33.738" v="9777" actId="20577"/>
          <ac:spMkLst>
            <pc:docMk/>
            <pc:sldMk cId="434899577" sldId="2558"/>
            <ac:spMk id="3" creationId="{4A1C0383-58FE-E486-295E-B33B8683B938}"/>
          </ac:spMkLst>
        </pc:spChg>
        <pc:spChg chg="mod">
          <ac:chgData name="Owais Ahmed" userId="6abc7d4556b3b071" providerId="LiveId" clId="{C968DFF7-75EA-425C-B744-BCB0C5DAAF5B}" dt="2023-08-12T04:27:59.021" v="1912" actId="20577"/>
          <ac:spMkLst>
            <pc:docMk/>
            <pc:sldMk cId="434899577" sldId="2558"/>
            <ac:spMk id="215" creationId="{00000000-0000-0000-0000-000000000000}"/>
          </ac:spMkLst>
        </pc:spChg>
      </pc:sldChg>
      <pc:sldChg chg="del">
        <pc:chgData name="Owais Ahmed" userId="6abc7d4556b3b071" providerId="LiveId" clId="{C968DFF7-75EA-425C-B744-BCB0C5DAAF5B}" dt="2023-08-10T07:32:53.252" v="813" actId="47"/>
        <pc:sldMkLst>
          <pc:docMk/>
          <pc:sldMk cId="1566808580" sldId="2559"/>
        </pc:sldMkLst>
      </pc:sldChg>
      <pc:sldChg chg="modSp add mod modAnim">
        <pc:chgData name="Owais Ahmed" userId="6abc7d4556b3b071" providerId="LiveId" clId="{C968DFF7-75EA-425C-B744-BCB0C5DAAF5B}" dt="2023-08-12T09:11:03.452" v="9792" actId="403"/>
        <pc:sldMkLst>
          <pc:docMk/>
          <pc:sldMk cId="3699905756" sldId="2559"/>
        </pc:sldMkLst>
        <pc:spChg chg="mod">
          <ac:chgData name="Owais Ahmed" userId="6abc7d4556b3b071" providerId="LiveId" clId="{C968DFF7-75EA-425C-B744-BCB0C5DAAF5B}" dt="2023-08-12T09:11:03.452" v="9792" actId="403"/>
          <ac:spMkLst>
            <pc:docMk/>
            <pc:sldMk cId="3699905756" sldId="2559"/>
            <ac:spMk id="3" creationId="{4A1C0383-58FE-E486-295E-B33B8683B938}"/>
          </ac:spMkLst>
        </pc:spChg>
        <pc:spChg chg="mod">
          <ac:chgData name="Owais Ahmed" userId="6abc7d4556b3b071" providerId="LiveId" clId="{C968DFF7-75EA-425C-B744-BCB0C5DAAF5B}" dt="2023-08-12T06:36:06.543" v="4752"/>
          <ac:spMkLst>
            <pc:docMk/>
            <pc:sldMk cId="3699905756" sldId="2559"/>
            <ac:spMk id="215" creationId="{00000000-0000-0000-0000-000000000000}"/>
          </ac:spMkLst>
        </pc:spChg>
      </pc:sldChg>
      <pc:sldChg chg="addSp modSp add mod modAnim">
        <pc:chgData name="Owais Ahmed" userId="6abc7d4556b3b071" providerId="LiveId" clId="{C968DFF7-75EA-425C-B744-BCB0C5DAAF5B}" dt="2023-08-12T09:11:28.593" v="9798" actId="20577"/>
        <pc:sldMkLst>
          <pc:docMk/>
          <pc:sldMk cId="2653031371" sldId="2560"/>
        </pc:sldMkLst>
        <pc:spChg chg="mod">
          <ac:chgData name="Owais Ahmed" userId="6abc7d4556b3b071" providerId="LiveId" clId="{C968DFF7-75EA-425C-B744-BCB0C5DAAF5B}" dt="2023-08-12T06:35:10.722" v="4732" actId="20577"/>
          <ac:spMkLst>
            <pc:docMk/>
            <pc:sldMk cId="2653031371" sldId="2560"/>
            <ac:spMk id="3" creationId="{4A1C0383-58FE-E486-295E-B33B8683B938}"/>
          </ac:spMkLst>
        </pc:spChg>
        <pc:spChg chg="add mod">
          <ac:chgData name="Owais Ahmed" userId="6abc7d4556b3b071" providerId="LiveId" clId="{C968DFF7-75EA-425C-B744-BCB0C5DAAF5B}" dt="2023-08-12T09:11:28.593" v="9798" actId="20577"/>
          <ac:spMkLst>
            <pc:docMk/>
            <pc:sldMk cId="2653031371" sldId="2560"/>
            <ac:spMk id="4" creationId="{B7B67BB1-5AC3-71FA-0F19-C2981501A864}"/>
          </ac:spMkLst>
        </pc:spChg>
        <pc:spChg chg="mod">
          <ac:chgData name="Owais Ahmed" userId="6abc7d4556b3b071" providerId="LiveId" clId="{C968DFF7-75EA-425C-B744-BCB0C5DAAF5B}" dt="2023-08-12T06:36:09.588" v="4753"/>
          <ac:spMkLst>
            <pc:docMk/>
            <pc:sldMk cId="2653031371" sldId="2560"/>
            <ac:spMk id="215" creationId="{00000000-0000-0000-0000-000000000000}"/>
          </ac:spMkLst>
        </pc:spChg>
      </pc:sldChg>
      <pc:sldChg chg="del">
        <pc:chgData name="Owais Ahmed" userId="6abc7d4556b3b071" providerId="LiveId" clId="{C968DFF7-75EA-425C-B744-BCB0C5DAAF5B}" dt="2023-08-10T07:32:53.252" v="813" actId="47"/>
        <pc:sldMkLst>
          <pc:docMk/>
          <pc:sldMk cId="3737636412" sldId="2560"/>
        </pc:sldMkLst>
      </pc:sldChg>
      <pc:sldChg chg="modSp add mod modAnim">
        <pc:chgData name="Owais Ahmed" userId="6abc7d4556b3b071" providerId="LiveId" clId="{C968DFF7-75EA-425C-B744-BCB0C5DAAF5B}" dt="2023-08-12T06:36:12.503" v="4754"/>
        <pc:sldMkLst>
          <pc:docMk/>
          <pc:sldMk cId="224988690" sldId="2561"/>
        </pc:sldMkLst>
        <pc:spChg chg="mod">
          <ac:chgData name="Owais Ahmed" userId="6abc7d4556b3b071" providerId="LiveId" clId="{C968DFF7-75EA-425C-B744-BCB0C5DAAF5B}" dt="2023-08-12T06:35:37.622" v="4734" actId="20577"/>
          <ac:spMkLst>
            <pc:docMk/>
            <pc:sldMk cId="224988690" sldId="2561"/>
            <ac:spMk id="3" creationId="{4A1C0383-58FE-E486-295E-B33B8683B938}"/>
          </ac:spMkLst>
        </pc:spChg>
        <pc:spChg chg="mod">
          <ac:chgData name="Owais Ahmed" userId="6abc7d4556b3b071" providerId="LiveId" clId="{C968DFF7-75EA-425C-B744-BCB0C5DAAF5B}" dt="2023-08-12T06:09:00.084" v="4657" actId="20577"/>
          <ac:spMkLst>
            <pc:docMk/>
            <pc:sldMk cId="224988690" sldId="2561"/>
            <ac:spMk id="4" creationId="{B7B67BB1-5AC3-71FA-0F19-C2981501A864}"/>
          </ac:spMkLst>
        </pc:spChg>
        <pc:spChg chg="mod">
          <ac:chgData name="Owais Ahmed" userId="6abc7d4556b3b071" providerId="LiveId" clId="{C968DFF7-75EA-425C-B744-BCB0C5DAAF5B}" dt="2023-08-12T06:36:12.503" v="4754"/>
          <ac:spMkLst>
            <pc:docMk/>
            <pc:sldMk cId="224988690" sldId="2561"/>
            <ac:spMk id="215" creationId="{00000000-0000-0000-0000-000000000000}"/>
          </ac:spMkLst>
        </pc:spChg>
      </pc:sldChg>
      <pc:sldChg chg="del">
        <pc:chgData name="Owais Ahmed" userId="6abc7d4556b3b071" providerId="LiveId" clId="{C968DFF7-75EA-425C-B744-BCB0C5DAAF5B}" dt="2023-08-10T07:32:53.252" v="813" actId="47"/>
        <pc:sldMkLst>
          <pc:docMk/>
          <pc:sldMk cId="1476977656" sldId="2561"/>
        </pc:sldMkLst>
      </pc:sldChg>
      <pc:sldChg chg="del">
        <pc:chgData name="Owais Ahmed" userId="6abc7d4556b3b071" providerId="LiveId" clId="{C968DFF7-75EA-425C-B744-BCB0C5DAAF5B}" dt="2023-08-10T07:32:53.252" v="813" actId="47"/>
        <pc:sldMkLst>
          <pc:docMk/>
          <pc:sldMk cId="1305422422" sldId="2562"/>
        </pc:sldMkLst>
      </pc:sldChg>
      <pc:sldChg chg="modSp add mod ord modAnim">
        <pc:chgData name="Owais Ahmed" userId="6abc7d4556b3b071" providerId="LiveId" clId="{C968DFF7-75EA-425C-B744-BCB0C5DAAF5B}" dt="2023-08-12T09:11:47.294" v="9808" actId="20577"/>
        <pc:sldMkLst>
          <pc:docMk/>
          <pc:sldMk cId="3132273384" sldId="2562"/>
        </pc:sldMkLst>
        <pc:spChg chg="mod">
          <ac:chgData name="Owais Ahmed" userId="6abc7d4556b3b071" providerId="LiveId" clId="{C968DFF7-75EA-425C-B744-BCB0C5DAAF5B}" dt="2023-08-12T09:11:47.294" v="9808" actId="20577"/>
          <ac:spMkLst>
            <pc:docMk/>
            <pc:sldMk cId="3132273384" sldId="2562"/>
            <ac:spMk id="3" creationId="{4A1C0383-58FE-E486-295E-B33B8683B938}"/>
          </ac:spMkLst>
        </pc:spChg>
        <pc:spChg chg="mod">
          <ac:chgData name="Owais Ahmed" userId="6abc7d4556b3b071" providerId="LiveId" clId="{C968DFF7-75EA-425C-B744-BCB0C5DAAF5B}" dt="2023-08-12T06:36:56.583" v="4776" actId="20577"/>
          <ac:spMkLst>
            <pc:docMk/>
            <pc:sldMk cId="3132273384" sldId="2562"/>
            <ac:spMk id="215" creationId="{00000000-0000-0000-0000-000000000000}"/>
          </ac:spMkLst>
        </pc:spChg>
      </pc:sldChg>
      <pc:sldChg chg="add del">
        <pc:chgData name="Owais Ahmed" userId="6abc7d4556b3b071" providerId="LiveId" clId="{C968DFF7-75EA-425C-B744-BCB0C5DAAF5B}" dt="2023-08-12T07:06:03.737" v="5850" actId="2890"/>
        <pc:sldMkLst>
          <pc:docMk/>
          <pc:sldMk cId="1002625637" sldId="2563"/>
        </pc:sldMkLst>
      </pc:sldChg>
      <pc:sldChg chg="delSp modSp add mod ord delAnim modAnim">
        <pc:chgData name="Owais Ahmed" userId="6abc7d4556b3b071" providerId="LiveId" clId="{C968DFF7-75EA-425C-B744-BCB0C5DAAF5B}" dt="2023-08-12T07:11:02.119" v="6177" actId="20577"/>
        <pc:sldMkLst>
          <pc:docMk/>
          <pc:sldMk cId="3330436801" sldId="2563"/>
        </pc:sldMkLst>
        <pc:spChg chg="mod">
          <ac:chgData name="Owais Ahmed" userId="6abc7d4556b3b071" providerId="LiveId" clId="{C968DFF7-75EA-425C-B744-BCB0C5DAAF5B}" dt="2023-08-12T07:11:02.119" v="6177" actId="20577"/>
          <ac:spMkLst>
            <pc:docMk/>
            <pc:sldMk cId="3330436801" sldId="2563"/>
            <ac:spMk id="3" creationId="{4A1C0383-58FE-E486-295E-B33B8683B938}"/>
          </ac:spMkLst>
        </pc:spChg>
        <pc:spChg chg="del">
          <ac:chgData name="Owais Ahmed" userId="6abc7d4556b3b071" providerId="LiveId" clId="{C968DFF7-75EA-425C-B744-BCB0C5DAAF5B}" dt="2023-08-12T07:08:41.884" v="6053" actId="478"/>
          <ac:spMkLst>
            <pc:docMk/>
            <pc:sldMk cId="3330436801" sldId="2563"/>
            <ac:spMk id="4" creationId="{B7B67BB1-5AC3-71FA-0F19-C2981501A864}"/>
          </ac:spMkLst>
        </pc:spChg>
        <pc:spChg chg="mod">
          <ac:chgData name="Owais Ahmed" userId="6abc7d4556b3b071" providerId="LiveId" clId="{C968DFF7-75EA-425C-B744-BCB0C5DAAF5B}" dt="2023-08-12T07:06:11.255" v="5854"/>
          <ac:spMkLst>
            <pc:docMk/>
            <pc:sldMk cId="3330436801" sldId="2563"/>
            <ac:spMk id="215" creationId="{00000000-0000-0000-0000-000000000000}"/>
          </ac:spMkLst>
        </pc:spChg>
      </pc:sldChg>
      <pc:sldChg chg="del">
        <pc:chgData name="Owais Ahmed" userId="6abc7d4556b3b071" providerId="LiveId" clId="{C968DFF7-75EA-425C-B744-BCB0C5DAAF5B}" dt="2023-08-10T07:32:53.252" v="813" actId="47"/>
        <pc:sldMkLst>
          <pc:docMk/>
          <pc:sldMk cId="4071666753" sldId="2563"/>
        </pc:sldMkLst>
      </pc:sldChg>
      <pc:sldChg chg="addSp modSp add mod ord modAnim">
        <pc:chgData name="Owais Ahmed" userId="6abc7d4556b3b071" providerId="LiveId" clId="{C968DFF7-75EA-425C-B744-BCB0C5DAAF5B}" dt="2023-08-12T07:24:48.262" v="6978"/>
        <pc:sldMkLst>
          <pc:docMk/>
          <pc:sldMk cId="1325755899" sldId="2564"/>
        </pc:sldMkLst>
        <pc:spChg chg="mod">
          <ac:chgData name="Owais Ahmed" userId="6abc7d4556b3b071" providerId="LiveId" clId="{C968DFF7-75EA-425C-B744-BCB0C5DAAF5B}" dt="2023-08-12T07:23:57.929" v="6972" actId="27636"/>
          <ac:spMkLst>
            <pc:docMk/>
            <pc:sldMk cId="1325755899" sldId="2564"/>
            <ac:spMk id="3" creationId="{4A1C0383-58FE-E486-295E-B33B8683B938}"/>
          </ac:spMkLst>
        </pc:spChg>
        <pc:graphicFrameChg chg="add mod modGraphic">
          <ac:chgData name="Owais Ahmed" userId="6abc7d4556b3b071" providerId="LiveId" clId="{C968DFF7-75EA-425C-B744-BCB0C5DAAF5B}" dt="2023-08-12T07:22:24.582" v="6820" actId="20577"/>
          <ac:graphicFrameMkLst>
            <pc:docMk/>
            <pc:sldMk cId="1325755899" sldId="2564"/>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2526141006" sldId="2564"/>
        </pc:sldMkLst>
      </pc:sldChg>
      <pc:sldChg chg="modSp add mod ord modAnim">
        <pc:chgData name="Owais Ahmed" userId="6abc7d4556b3b071" providerId="LiveId" clId="{C968DFF7-75EA-425C-B744-BCB0C5DAAF5B}" dt="2023-08-12T09:14:41.906" v="10182" actId="20577"/>
        <pc:sldMkLst>
          <pc:docMk/>
          <pc:sldMk cId="2136095335" sldId="2565"/>
        </pc:sldMkLst>
        <pc:spChg chg="mod">
          <ac:chgData name="Owais Ahmed" userId="6abc7d4556b3b071" providerId="LiveId" clId="{C968DFF7-75EA-425C-B744-BCB0C5DAAF5B}" dt="2023-08-12T09:14:41.906" v="10182" actId="20577"/>
          <ac:spMkLst>
            <pc:docMk/>
            <pc:sldMk cId="2136095335" sldId="2565"/>
            <ac:spMk id="3" creationId="{4A1C0383-58FE-E486-295E-B33B8683B938}"/>
          </ac:spMkLst>
        </pc:spChg>
      </pc:sldChg>
      <pc:sldChg chg="del">
        <pc:chgData name="Owais Ahmed" userId="6abc7d4556b3b071" providerId="LiveId" clId="{C968DFF7-75EA-425C-B744-BCB0C5DAAF5B}" dt="2023-08-10T07:32:53.252" v="813" actId="47"/>
        <pc:sldMkLst>
          <pc:docMk/>
          <pc:sldMk cId="2724244378" sldId="2565"/>
        </pc:sldMkLst>
      </pc:sldChg>
      <pc:sldChg chg="modSp add mod modAnim">
        <pc:chgData name="Owais Ahmed" userId="6abc7d4556b3b071" providerId="LiveId" clId="{C968DFF7-75EA-425C-B744-BCB0C5DAAF5B}" dt="2023-08-22T05:24:27.373" v="14616" actId="20577"/>
        <pc:sldMkLst>
          <pc:docMk/>
          <pc:sldMk cId="786819306" sldId="2566"/>
        </pc:sldMkLst>
        <pc:spChg chg="mod">
          <ac:chgData name="Owais Ahmed" userId="6abc7d4556b3b071" providerId="LiveId" clId="{C968DFF7-75EA-425C-B744-BCB0C5DAAF5B}" dt="2023-08-22T05:24:27.373" v="14616" actId="20577"/>
          <ac:spMkLst>
            <pc:docMk/>
            <pc:sldMk cId="786819306" sldId="2566"/>
            <ac:spMk id="3" creationId="{4A1C0383-58FE-E486-295E-B33B8683B938}"/>
          </ac:spMkLst>
        </pc:spChg>
        <pc:spChg chg="mod">
          <ac:chgData name="Owais Ahmed" userId="6abc7d4556b3b071" providerId="LiveId" clId="{C968DFF7-75EA-425C-B744-BCB0C5DAAF5B}" dt="2023-08-12T07:46:30.069" v="7642"/>
          <ac:spMkLst>
            <pc:docMk/>
            <pc:sldMk cId="786819306" sldId="2566"/>
            <ac:spMk id="215" creationId="{00000000-0000-0000-0000-000000000000}"/>
          </ac:spMkLst>
        </pc:spChg>
        <pc:graphicFrameChg chg="mod">
          <ac:chgData name="Owais Ahmed" userId="6abc7d4556b3b071" providerId="LiveId" clId="{C968DFF7-75EA-425C-B744-BCB0C5DAAF5B}" dt="2023-08-12T08:59:04.793" v="9284" actId="14100"/>
          <ac:graphicFrameMkLst>
            <pc:docMk/>
            <pc:sldMk cId="786819306" sldId="2566"/>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1651103511" sldId="2566"/>
        </pc:sldMkLst>
      </pc:sldChg>
      <pc:sldChg chg="addSp delSp modSp add del mod delAnim modAnim">
        <pc:chgData name="Owais Ahmed" userId="6abc7d4556b3b071" providerId="LiveId" clId="{C968DFF7-75EA-425C-B744-BCB0C5DAAF5B}" dt="2023-08-12T09:14:27.406" v="10159" actId="47"/>
        <pc:sldMkLst>
          <pc:docMk/>
          <pc:sldMk cId="3245370810" sldId="2567"/>
        </pc:sldMkLst>
        <pc:spChg chg="del mod">
          <ac:chgData name="Owais Ahmed" userId="6abc7d4556b3b071" providerId="LiveId" clId="{C968DFF7-75EA-425C-B744-BCB0C5DAAF5B}" dt="2023-08-12T08:20:05.309" v="8839" actId="478"/>
          <ac:spMkLst>
            <pc:docMk/>
            <pc:sldMk cId="3245370810" sldId="2567"/>
            <ac:spMk id="3" creationId="{4A1C0383-58FE-E486-295E-B33B8683B938}"/>
          </ac:spMkLst>
        </pc:spChg>
        <pc:graphicFrameChg chg="del">
          <ac:chgData name="Owais Ahmed" userId="6abc7d4556b3b071" providerId="LiveId" clId="{C968DFF7-75EA-425C-B744-BCB0C5DAAF5B}" dt="2023-08-12T08:08:55.843" v="8402" actId="478"/>
          <ac:graphicFrameMkLst>
            <pc:docMk/>
            <pc:sldMk cId="3245370810" sldId="2567"/>
            <ac:graphicFrameMk id="4" creationId="{470FE530-96B6-F32D-DB03-8A3AD4A9FC11}"/>
          </ac:graphicFrameMkLst>
        </pc:graphicFrameChg>
        <pc:graphicFrameChg chg="add mod modGraphic">
          <ac:chgData name="Owais Ahmed" userId="6abc7d4556b3b071" providerId="LiveId" clId="{C968DFF7-75EA-425C-B744-BCB0C5DAAF5B}" dt="2023-08-12T08:35:22.659" v="8994" actId="20577"/>
          <ac:graphicFrameMkLst>
            <pc:docMk/>
            <pc:sldMk cId="3245370810" sldId="2567"/>
            <ac:graphicFrameMk id="5" creationId="{36965A2B-CEE7-7D30-D082-EC333F06B3C1}"/>
          </ac:graphicFrameMkLst>
        </pc:graphicFrameChg>
      </pc:sldChg>
      <pc:sldChg chg="addSp delSp modSp add mod ord delAnim modAnim">
        <pc:chgData name="Owais Ahmed" userId="6abc7d4556b3b071" providerId="LiveId" clId="{C968DFF7-75EA-425C-B744-BCB0C5DAAF5B}" dt="2023-08-22T05:20:01.020" v="14599" actId="20577"/>
        <pc:sldMkLst>
          <pc:docMk/>
          <pc:sldMk cId="1120982729" sldId="2568"/>
        </pc:sldMkLst>
        <pc:spChg chg="mod">
          <ac:chgData name="Owais Ahmed" userId="6abc7d4556b3b071" providerId="LiveId" clId="{C968DFF7-75EA-425C-B744-BCB0C5DAAF5B}" dt="2023-08-22T05:20:01.020" v="14599" actId="20577"/>
          <ac:spMkLst>
            <pc:docMk/>
            <pc:sldMk cId="1120982729" sldId="2568"/>
            <ac:spMk id="3" creationId="{4A1C0383-58FE-E486-295E-B33B8683B938}"/>
          </ac:spMkLst>
        </pc:spChg>
        <pc:graphicFrameChg chg="del">
          <ac:chgData name="Owais Ahmed" userId="6abc7d4556b3b071" providerId="LiveId" clId="{C968DFF7-75EA-425C-B744-BCB0C5DAAF5B}" dt="2023-08-12T09:00:31.696" v="9379" actId="478"/>
          <ac:graphicFrameMkLst>
            <pc:docMk/>
            <pc:sldMk cId="1120982729" sldId="2568"/>
            <ac:graphicFrameMk id="4" creationId="{470FE530-96B6-F32D-DB03-8A3AD4A9FC11}"/>
          </ac:graphicFrameMkLst>
        </pc:graphicFrameChg>
        <pc:graphicFrameChg chg="add mod modGraphic">
          <ac:chgData name="Owais Ahmed" userId="6abc7d4556b3b071" providerId="LiveId" clId="{C968DFF7-75EA-425C-B744-BCB0C5DAAF5B}" dt="2023-08-22T05:19:14.829" v="14584" actId="20577"/>
          <ac:graphicFrameMkLst>
            <pc:docMk/>
            <pc:sldMk cId="1120982729" sldId="2568"/>
            <ac:graphicFrameMk id="5" creationId="{BFA60DA0-D07A-C618-2EA1-A0FF7834D862}"/>
          </ac:graphicFrameMkLst>
        </pc:graphicFrameChg>
      </pc:sldChg>
      <pc:sldChg chg="addSp modSp add mod modAnim">
        <pc:chgData name="Owais Ahmed" userId="6abc7d4556b3b071" providerId="LiveId" clId="{C968DFF7-75EA-425C-B744-BCB0C5DAAF5B}" dt="2023-08-12T09:45:33.135" v="10763"/>
        <pc:sldMkLst>
          <pc:docMk/>
          <pc:sldMk cId="3259772413" sldId="2569"/>
        </pc:sldMkLst>
        <pc:spChg chg="mod">
          <ac:chgData name="Owais Ahmed" userId="6abc7d4556b3b071" providerId="LiveId" clId="{C968DFF7-75EA-425C-B744-BCB0C5DAAF5B}" dt="2023-08-12T09:44:03.586" v="10762" actId="20577"/>
          <ac:spMkLst>
            <pc:docMk/>
            <pc:sldMk cId="3259772413" sldId="2569"/>
            <ac:spMk id="3" creationId="{4A1C0383-58FE-E486-295E-B33B8683B938}"/>
          </ac:spMkLst>
        </pc:spChg>
        <pc:spChg chg="mod">
          <ac:chgData name="Owais Ahmed" userId="6abc7d4556b3b071" providerId="LiveId" clId="{C968DFF7-75EA-425C-B744-BCB0C5DAAF5B}" dt="2023-08-12T09:34:38.280" v="10372" actId="20577"/>
          <ac:spMkLst>
            <pc:docMk/>
            <pc:sldMk cId="3259772413" sldId="2569"/>
            <ac:spMk id="215" creationId="{00000000-0000-0000-0000-000000000000}"/>
          </ac:spMkLst>
        </pc:spChg>
        <pc:picChg chg="add mod">
          <ac:chgData name="Owais Ahmed" userId="6abc7d4556b3b071" providerId="LiveId" clId="{C968DFF7-75EA-425C-B744-BCB0C5DAAF5B}" dt="2023-08-12T09:40:39.156" v="10383" actId="1076"/>
          <ac:picMkLst>
            <pc:docMk/>
            <pc:sldMk cId="3259772413" sldId="2569"/>
            <ac:picMk id="1026" creationId="{42AF2C7F-91B5-0078-348B-344199808F7C}"/>
          </ac:picMkLst>
        </pc:picChg>
      </pc:sldChg>
      <pc:sldChg chg="modSp add mod ord modAnim">
        <pc:chgData name="Owais Ahmed" userId="6abc7d4556b3b071" providerId="LiveId" clId="{C968DFF7-75EA-425C-B744-BCB0C5DAAF5B}" dt="2023-08-15T09:51:48.117" v="11063" actId="14"/>
        <pc:sldMkLst>
          <pc:docMk/>
          <pc:sldMk cId="345547534" sldId="2570"/>
        </pc:sldMkLst>
        <pc:spChg chg="mod">
          <ac:chgData name="Owais Ahmed" userId="6abc7d4556b3b071" providerId="LiveId" clId="{C968DFF7-75EA-425C-B744-BCB0C5DAAF5B}" dt="2023-08-15T09:51:48.117" v="11063" actId="14"/>
          <ac:spMkLst>
            <pc:docMk/>
            <pc:sldMk cId="345547534" sldId="2570"/>
            <ac:spMk id="3" creationId="{4A1C0383-58FE-E486-295E-B33B8683B938}"/>
          </ac:spMkLst>
        </pc:spChg>
        <pc:spChg chg="mod">
          <ac:chgData name="Owais Ahmed" userId="6abc7d4556b3b071" providerId="LiveId" clId="{C968DFF7-75EA-425C-B744-BCB0C5DAAF5B}" dt="2023-08-15T09:44:34.348" v="10767"/>
          <ac:spMkLst>
            <pc:docMk/>
            <pc:sldMk cId="345547534" sldId="2570"/>
            <ac:spMk id="215" creationId="{00000000-0000-0000-0000-000000000000}"/>
          </ac:spMkLst>
        </pc:spChg>
      </pc:sldChg>
      <pc:sldChg chg="modSp add mod modAnim">
        <pc:chgData name="Owais Ahmed" userId="6abc7d4556b3b071" providerId="LiveId" clId="{C968DFF7-75EA-425C-B744-BCB0C5DAAF5B}" dt="2023-08-15T10:00:46.572" v="11700" actId="20577"/>
        <pc:sldMkLst>
          <pc:docMk/>
          <pc:sldMk cId="2705189823" sldId="2571"/>
        </pc:sldMkLst>
        <pc:spChg chg="mod">
          <ac:chgData name="Owais Ahmed" userId="6abc7d4556b3b071" providerId="LiveId" clId="{C968DFF7-75EA-425C-B744-BCB0C5DAAF5B}" dt="2023-08-15T10:00:46.572" v="11700" actId="20577"/>
          <ac:spMkLst>
            <pc:docMk/>
            <pc:sldMk cId="2705189823" sldId="2571"/>
            <ac:spMk id="3" creationId="{4A1C0383-58FE-E486-295E-B33B8683B938}"/>
          </ac:spMkLst>
        </pc:spChg>
      </pc:sldChg>
      <pc:sldChg chg="modSp add mod modAnim">
        <pc:chgData name="Owais Ahmed" userId="6abc7d4556b3b071" providerId="LiveId" clId="{C968DFF7-75EA-425C-B744-BCB0C5DAAF5B}" dt="2023-08-15T10:05:01.351" v="11970" actId="20577"/>
        <pc:sldMkLst>
          <pc:docMk/>
          <pc:sldMk cId="195981011" sldId="2572"/>
        </pc:sldMkLst>
        <pc:spChg chg="mod">
          <ac:chgData name="Owais Ahmed" userId="6abc7d4556b3b071" providerId="LiveId" clId="{C968DFF7-75EA-425C-B744-BCB0C5DAAF5B}" dt="2023-08-15T10:05:01.351" v="11970" actId="20577"/>
          <ac:spMkLst>
            <pc:docMk/>
            <pc:sldMk cId="195981011" sldId="2572"/>
            <ac:spMk id="3" creationId="{4A1C0383-58FE-E486-295E-B33B8683B938}"/>
          </ac:spMkLst>
        </pc:spChg>
      </pc:sldChg>
      <pc:sldChg chg="addSp modSp add mod modAnim">
        <pc:chgData name="Owais Ahmed" userId="6abc7d4556b3b071" providerId="LiveId" clId="{C968DFF7-75EA-425C-B744-BCB0C5DAAF5B}" dt="2023-08-15T10:13:04.845" v="12283" actId="20577"/>
        <pc:sldMkLst>
          <pc:docMk/>
          <pc:sldMk cId="3050182891" sldId="2573"/>
        </pc:sldMkLst>
        <pc:spChg chg="mod">
          <ac:chgData name="Owais Ahmed" userId="6abc7d4556b3b071" providerId="LiveId" clId="{C968DFF7-75EA-425C-B744-BCB0C5DAAF5B}" dt="2023-08-15T10:13:04.845" v="12283" actId="20577"/>
          <ac:spMkLst>
            <pc:docMk/>
            <pc:sldMk cId="3050182891" sldId="2573"/>
            <ac:spMk id="3" creationId="{4A1C0383-58FE-E486-295E-B33B8683B938}"/>
          </ac:spMkLst>
        </pc:spChg>
        <pc:graphicFrameChg chg="add mod">
          <ac:chgData name="Owais Ahmed" userId="6abc7d4556b3b071" providerId="LiveId" clId="{C968DFF7-75EA-425C-B744-BCB0C5DAAF5B}" dt="2023-08-15T10:11:55.153" v="12136" actId="20577"/>
          <ac:graphicFrameMkLst>
            <pc:docMk/>
            <pc:sldMk cId="3050182891" sldId="2573"/>
            <ac:graphicFrameMk id="4" creationId="{C81BC664-E37E-13F8-234B-D249AAD10D5C}"/>
          </ac:graphicFrameMkLst>
        </pc:graphicFrameChg>
      </pc:sldChg>
      <pc:sldChg chg="modSp add mod modAnim">
        <pc:chgData name="Owais Ahmed" userId="6abc7d4556b3b071" providerId="LiveId" clId="{C968DFF7-75EA-425C-B744-BCB0C5DAAF5B}" dt="2023-08-15T10:17:13.250" v="12496" actId="20577"/>
        <pc:sldMkLst>
          <pc:docMk/>
          <pc:sldMk cId="1651692435" sldId="2574"/>
        </pc:sldMkLst>
        <pc:spChg chg="mod">
          <ac:chgData name="Owais Ahmed" userId="6abc7d4556b3b071" providerId="LiveId" clId="{C968DFF7-75EA-425C-B744-BCB0C5DAAF5B}" dt="2023-08-15T10:17:13.250" v="12496" actId="20577"/>
          <ac:spMkLst>
            <pc:docMk/>
            <pc:sldMk cId="1651692435" sldId="2574"/>
            <ac:spMk id="3" creationId="{4A1C0383-58FE-E486-295E-B33B8683B938}"/>
          </ac:spMkLst>
        </pc:spChg>
        <pc:graphicFrameChg chg="mod">
          <ac:chgData name="Owais Ahmed" userId="6abc7d4556b3b071" providerId="LiveId" clId="{C968DFF7-75EA-425C-B744-BCB0C5DAAF5B}" dt="2023-08-15T10:16:56.236" v="12441" actId="14100"/>
          <ac:graphicFrameMkLst>
            <pc:docMk/>
            <pc:sldMk cId="1651692435" sldId="2574"/>
            <ac:graphicFrameMk id="4" creationId="{C81BC664-E37E-13F8-234B-D249AAD10D5C}"/>
          </ac:graphicFrameMkLst>
        </pc:graphicFrameChg>
      </pc:sldChg>
      <pc:sldChg chg="modSp add ord modAnim">
        <pc:chgData name="Owais Ahmed" userId="6abc7d4556b3b071" providerId="LiveId" clId="{C968DFF7-75EA-425C-B744-BCB0C5DAAF5B}" dt="2023-08-15T10:32:26.894" v="12723" actId="20577"/>
        <pc:sldMkLst>
          <pc:docMk/>
          <pc:sldMk cId="1638662693" sldId="2575"/>
        </pc:sldMkLst>
        <pc:spChg chg="mod">
          <ac:chgData name="Owais Ahmed" userId="6abc7d4556b3b071" providerId="LiveId" clId="{C968DFF7-75EA-425C-B744-BCB0C5DAAF5B}" dt="2023-08-15T10:32:26.894" v="12723" actId="20577"/>
          <ac:spMkLst>
            <pc:docMk/>
            <pc:sldMk cId="1638662693" sldId="2575"/>
            <ac:spMk id="3" creationId="{4A1C0383-58FE-E486-295E-B33B8683B938}"/>
          </ac:spMkLst>
        </pc:spChg>
      </pc:sldChg>
      <pc:sldChg chg="modSp add mod ord modAnim">
        <pc:chgData name="Owais Ahmed" userId="6abc7d4556b3b071" providerId="LiveId" clId="{C968DFF7-75EA-425C-B744-BCB0C5DAAF5B}" dt="2023-08-17T09:45:10.401" v="13371" actId="20577"/>
        <pc:sldMkLst>
          <pc:docMk/>
          <pc:sldMk cId="3849819283" sldId="2576"/>
        </pc:sldMkLst>
        <pc:spChg chg="mod">
          <ac:chgData name="Owais Ahmed" userId="6abc7d4556b3b071" providerId="LiveId" clId="{C968DFF7-75EA-425C-B744-BCB0C5DAAF5B}" dt="2023-08-17T09:45:10.401" v="13371" actId="20577"/>
          <ac:spMkLst>
            <pc:docMk/>
            <pc:sldMk cId="3849819283" sldId="2576"/>
            <ac:spMk id="3" creationId="{4A1C0383-58FE-E486-295E-B33B8683B938}"/>
          </ac:spMkLst>
        </pc:spChg>
        <pc:spChg chg="mod">
          <ac:chgData name="Owais Ahmed" userId="6abc7d4556b3b071" providerId="LiveId" clId="{C968DFF7-75EA-425C-B744-BCB0C5DAAF5B}" dt="2023-08-17T09:38:10.288" v="12765" actId="20577"/>
          <ac:spMkLst>
            <pc:docMk/>
            <pc:sldMk cId="3849819283" sldId="2576"/>
            <ac:spMk id="215" creationId="{00000000-0000-0000-0000-000000000000}"/>
          </ac:spMkLst>
        </pc:spChg>
      </pc:sldChg>
      <pc:sldChg chg="modSp add mod modAnim modNotesTx">
        <pc:chgData name="Owais Ahmed" userId="6abc7d4556b3b071" providerId="LiveId" clId="{C968DFF7-75EA-425C-B744-BCB0C5DAAF5B}" dt="2023-08-17T10:37:47.631" v="14482" actId="20577"/>
        <pc:sldMkLst>
          <pc:docMk/>
          <pc:sldMk cId="2362627110" sldId="2577"/>
        </pc:sldMkLst>
        <pc:spChg chg="mod">
          <ac:chgData name="Owais Ahmed" userId="6abc7d4556b3b071" providerId="LiveId" clId="{C968DFF7-75EA-425C-B744-BCB0C5DAAF5B}" dt="2023-08-17T10:37:10.830" v="14373" actId="20577"/>
          <ac:spMkLst>
            <pc:docMk/>
            <pc:sldMk cId="2362627110" sldId="2577"/>
            <ac:spMk id="3" creationId="{4A1C0383-58FE-E486-295E-B33B8683B938}"/>
          </ac:spMkLst>
        </pc:spChg>
      </pc:sldChg>
      <pc:sldChg chg="modSp add del mod ord modAnim">
        <pc:chgData name="Owais Ahmed" userId="6abc7d4556b3b071" providerId="LiveId" clId="{C968DFF7-75EA-425C-B744-BCB0C5DAAF5B}" dt="2023-08-17T10:52:29.991" v="14501" actId="47"/>
        <pc:sldMkLst>
          <pc:docMk/>
          <pc:sldMk cId="4012157935" sldId="2578"/>
        </pc:sldMkLst>
        <pc:spChg chg="mod">
          <ac:chgData name="Owais Ahmed" userId="6abc7d4556b3b071" providerId="LiveId" clId="{C968DFF7-75EA-425C-B744-BCB0C5DAAF5B}" dt="2023-08-17T10:38:24.602" v="14500" actId="20577"/>
          <ac:spMkLst>
            <pc:docMk/>
            <pc:sldMk cId="4012157935" sldId="2578"/>
            <ac:spMk id="3" creationId="{4A1C0383-58FE-E486-295E-B33B8683B938}"/>
          </ac:spMkLst>
        </pc:spChg>
        <pc:spChg chg="mod">
          <ac:chgData name="Owais Ahmed" userId="6abc7d4556b3b071" providerId="LiveId" clId="{C968DFF7-75EA-425C-B744-BCB0C5DAAF5B}" dt="2023-08-17T10:38:20.557" v="14497" actId="20577"/>
          <ac:spMkLst>
            <pc:docMk/>
            <pc:sldMk cId="4012157935" sldId="2578"/>
            <ac:spMk id="215" creationId="{00000000-0000-0000-0000-000000000000}"/>
          </ac:spMkLst>
        </pc:spChg>
      </pc:sldChg>
    </pc:docChg>
  </pc:docChgLst>
  <pc:docChgLst>
    <pc:chgData name="Owais Ahmed" userId="6abc7d4556b3b071" providerId="LiveId" clId="{0577D98B-C5DD-421E-AB63-1BC2B2B46ADA}"/>
    <pc:docChg chg="undo custSel addSld delSld modSld sldOrd">
      <pc:chgData name="Owais Ahmed" userId="6abc7d4556b3b071" providerId="LiveId" clId="{0577D98B-C5DD-421E-AB63-1BC2B2B46ADA}" dt="2023-08-08T06:57:58.019" v="8482" actId="20577"/>
      <pc:docMkLst>
        <pc:docMk/>
      </pc:docMkLst>
      <pc:sldChg chg="modSp mod">
        <pc:chgData name="Owais Ahmed" userId="6abc7d4556b3b071" providerId="LiveId" clId="{0577D98B-C5DD-421E-AB63-1BC2B2B46ADA}" dt="2023-08-08T06:57:58.019" v="8482" actId="20577"/>
        <pc:sldMkLst>
          <pc:docMk/>
          <pc:sldMk cId="1649098948" sldId="2462"/>
        </pc:sldMkLst>
        <pc:spChg chg="mod">
          <ac:chgData name="Owais Ahmed" userId="6abc7d4556b3b071" providerId="LiveId" clId="{0577D98B-C5DD-421E-AB63-1BC2B2B46ADA}" dt="2023-08-08T06:57:58.019" v="8482" actId="20577"/>
          <ac:spMkLst>
            <pc:docMk/>
            <pc:sldMk cId="1649098948" sldId="2462"/>
            <ac:spMk id="6" creationId="{F3C89A40-EEAA-43AB-9A3A-B2CFDE450F1B}"/>
          </ac:spMkLst>
        </pc:spChg>
      </pc:sldChg>
      <pc:sldChg chg="modSp mod modAnim">
        <pc:chgData name="Owais Ahmed" userId="6abc7d4556b3b071" providerId="LiveId" clId="{0577D98B-C5DD-421E-AB63-1BC2B2B46ADA}" dt="2023-08-08T04:53:48.719" v="1544" actId="20577"/>
        <pc:sldMkLst>
          <pc:docMk/>
          <pc:sldMk cId="296501705" sldId="2557"/>
        </pc:sldMkLst>
        <pc:spChg chg="mod">
          <ac:chgData name="Owais Ahmed" userId="6abc7d4556b3b071" providerId="LiveId" clId="{0577D98B-C5DD-421E-AB63-1BC2B2B46ADA}" dt="2023-08-08T04:53:48.719" v="1544" actId="20577"/>
          <ac:spMkLst>
            <pc:docMk/>
            <pc:sldMk cId="296501705" sldId="2557"/>
            <ac:spMk id="3" creationId="{4A1C0383-58FE-E486-295E-B33B8683B938}"/>
          </ac:spMkLst>
        </pc:spChg>
        <pc:spChg chg="mod">
          <ac:chgData name="Owais Ahmed" userId="6abc7d4556b3b071" providerId="LiveId" clId="{0577D98B-C5DD-421E-AB63-1BC2B2B46ADA}" dt="2023-08-08T04:30:12.140" v="248" actId="20577"/>
          <ac:spMkLst>
            <pc:docMk/>
            <pc:sldMk cId="296501705" sldId="2557"/>
            <ac:spMk id="215" creationId="{00000000-0000-0000-0000-000000000000}"/>
          </ac:spMkLst>
        </pc:spChg>
      </pc:sldChg>
      <pc:sldChg chg="modSp add mod modAnim">
        <pc:chgData name="Owais Ahmed" userId="6abc7d4556b3b071" providerId="LiveId" clId="{0577D98B-C5DD-421E-AB63-1BC2B2B46ADA}" dt="2023-08-08T06:09:17.859" v="5437" actId="20577"/>
        <pc:sldMkLst>
          <pc:docMk/>
          <pc:sldMk cId="53512322" sldId="2558"/>
        </pc:sldMkLst>
        <pc:spChg chg="mod">
          <ac:chgData name="Owais Ahmed" userId="6abc7d4556b3b071" providerId="LiveId" clId="{0577D98B-C5DD-421E-AB63-1BC2B2B46ADA}" dt="2023-08-08T06:09:17.859" v="5437" actId="20577"/>
          <ac:spMkLst>
            <pc:docMk/>
            <pc:sldMk cId="53512322" sldId="2558"/>
            <ac:spMk id="3" creationId="{4A1C0383-58FE-E486-295E-B33B8683B938}"/>
          </ac:spMkLst>
        </pc:spChg>
      </pc:sldChg>
      <pc:sldChg chg="del">
        <pc:chgData name="Owais Ahmed" userId="6abc7d4556b3b071" providerId="LiveId" clId="{0577D98B-C5DD-421E-AB63-1BC2B2B46ADA}" dt="2023-08-08T04:30:01.815" v="224" actId="47"/>
        <pc:sldMkLst>
          <pc:docMk/>
          <pc:sldMk cId="3909667495" sldId="2558"/>
        </pc:sldMkLst>
      </pc:sldChg>
      <pc:sldChg chg="addSp modSp add mod ord modAnim modNotesTx">
        <pc:chgData name="Owais Ahmed" userId="6abc7d4556b3b071" providerId="LiveId" clId="{0577D98B-C5DD-421E-AB63-1BC2B2B46ADA}" dt="2023-08-08T06:04:48.445" v="5079"/>
        <pc:sldMkLst>
          <pc:docMk/>
          <pc:sldMk cId="1566808580" sldId="2559"/>
        </pc:sldMkLst>
        <pc:spChg chg="mod">
          <ac:chgData name="Owais Ahmed" userId="6abc7d4556b3b071" providerId="LiveId" clId="{0577D98B-C5DD-421E-AB63-1BC2B2B46ADA}" dt="2023-08-08T05:48:34.035" v="4439" actId="20577"/>
          <ac:spMkLst>
            <pc:docMk/>
            <pc:sldMk cId="1566808580" sldId="2559"/>
            <ac:spMk id="3" creationId="{4A1C0383-58FE-E486-295E-B33B8683B938}"/>
          </ac:spMkLst>
        </pc:spChg>
        <pc:graphicFrameChg chg="add mod modGraphic">
          <ac:chgData name="Owais Ahmed" userId="6abc7d4556b3b071" providerId="LiveId" clId="{0577D98B-C5DD-421E-AB63-1BC2B2B46ADA}" dt="2023-08-08T05:28:00.811" v="3618" actId="404"/>
          <ac:graphicFrameMkLst>
            <pc:docMk/>
            <pc:sldMk cId="1566808580" sldId="2559"/>
            <ac:graphicFrameMk id="4" creationId="{3BD80CFA-71B3-B1D4-C38D-511EF67DF039}"/>
          </ac:graphicFrameMkLst>
        </pc:graphicFrameChg>
      </pc:sldChg>
      <pc:sldChg chg="del">
        <pc:chgData name="Owais Ahmed" userId="6abc7d4556b3b071" providerId="LiveId" clId="{0577D98B-C5DD-421E-AB63-1BC2B2B46ADA}" dt="2023-08-08T04:30:01.815" v="224" actId="47"/>
        <pc:sldMkLst>
          <pc:docMk/>
          <pc:sldMk cId="3856755703" sldId="2559"/>
        </pc:sldMkLst>
      </pc:sldChg>
      <pc:sldChg chg="modSp add mod ord modAnim">
        <pc:chgData name="Owais Ahmed" userId="6abc7d4556b3b071" providerId="LiveId" clId="{0577D98B-C5DD-421E-AB63-1BC2B2B46ADA}" dt="2023-08-08T06:09:13.417" v="5433" actId="20577"/>
        <pc:sldMkLst>
          <pc:docMk/>
          <pc:sldMk cId="3737636412" sldId="2560"/>
        </pc:sldMkLst>
        <pc:spChg chg="mod">
          <ac:chgData name="Owais Ahmed" userId="6abc7d4556b3b071" providerId="LiveId" clId="{0577D98B-C5DD-421E-AB63-1BC2B2B46ADA}" dt="2023-08-08T06:09:13.417" v="5433" actId="20577"/>
          <ac:spMkLst>
            <pc:docMk/>
            <pc:sldMk cId="3737636412" sldId="2560"/>
            <ac:spMk id="3" creationId="{4A1C0383-58FE-E486-295E-B33B8683B938}"/>
          </ac:spMkLst>
        </pc:spChg>
      </pc:sldChg>
      <pc:sldChg chg="del">
        <pc:chgData name="Owais Ahmed" userId="6abc7d4556b3b071" providerId="LiveId" clId="{0577D98B-C5DD-421E-AB63-1BC2B2B46ADA}" dt="2023-08-08T04:30:01.815" v="224" actId="47"/>
        <pc:sldMkLst>
          <pc:docMk/>
          <pc:sldMk cId="3846338403" sldId="2560"/>
        </pc:sldMkLst>
      </pc:sldChg>
      <pc:sldChg chg="modSp add mod modAnim">
        <pc:chgData name="Owais Ahmed" userId="6abc7d4556b3b071" providerId="LiveId" clId="{0577D98B-C5DD-421E-AB63-1BC2B2B46ADA}" dt="2023-08-08T06:28:01.622" v="6269" actId="20577"/>
        <pc:sldMkLst>
          <pc:docMk/>
          <pc:sldMk cId="1476977656" sldId="2561"/>
        </pc:sldMkLst>
        <pc:spChg chg="mod">
          <ac:chgData name="Owais Ahmed" userId="6abc7d4556b3b071" providerId="LiveId" clId="{0577D98B-C5DD-421E-AB63-1BC2B2B46ADA}" dt="2023-08-08T06:28:01.622" v="6269" actId="20577"/>
          <ac:spMkLst>
            <pc:docMk/>
            <pc:sldMk cId="1476977656" sldId="2561"/>
            <ac:spMk id="3" creationId="{4A1C0383-58FE-E486-295E-B33B8683B938}"/>
          </ac:spMkLst>
        </pc:spChg>
      </pc:sldChg>
      <pc:sldChg chg="modSp add mod modAnim">
        <pc:chgData name="Owais Ahmed" userId="6abc7d4556b3b071" providerId="LiveId" clId="{0577D98B-C5DD-421E-AB63-1BC2B2B46ADA}" dt="2023-08-08T06:19:08.356" v="5786" actId="27636"/>
        <pc:sldMkLst>
          <pc:docMk/>
          <pc:sldMk cId="1305422422" sldId="2562"/>
        </pc:sldMkLst>
        <pc:spChg chg="mod">
          <ac:chgData name="Owais Ahmed" userId="6abc7d4556b3b071" providerId="LiveId" clId="{0577D98B-C5DD-421E-AB63-1BC2B2B46ADA}" dt="2023-08-08T06:19:08.356" v="5786" actId="27636"/>
          <ac:spMkLst>
            <pc:docMk/>
            <pc:sldMk cId="1305422422" sldId="2562"/>
            <ac:spMk id="3" creationId="{4A1C0383-58FE-E486-295E-B33B8683B938}"/>
          </ac:spMkLst>
        </pc:spChg>
      </pc:sldChg>
      <pc:sldChg chg="del">
        <pc:chgData name="Owais Ahmed" userId="6abc7d4556b3b071" providerId="LiveId" clId="{0577D98B-C5DD-421E-AB63-1BC2B2B46ADA}" dt="2023-08-08T04:30:01.815" v="224" actId="47"/>
        <pc:sldMkLst>
          <pc:docMk/>
          <pc:sldMk cId="1835063850" sldId="2562"/>
        </pc:sldMkLst>
      </pc:sldChg>
      <pc:sldChg chg="del">
        <pc:chgData name="Owais Ahmed" userId="6abc7d4556b3b071" providerId="LiveId" clId="{0577D98B-C5DD-421E-AB63-1BC2B2B46ADA}" dt="2023-08-08T04:30:01.815" v="224" actId="47"/>
        <pc:sldMkLst>
          <pc:docMk/>
          <pc:sldMk cId="150925741" sldId="2563"/>
        </pc:sldMkLst>
      </pc:sldChg>
      <pc:sldChg chg="modSp add mod modAnim">
        <pc:chgData name="Owais Ahmed" userId="6abc7d4556b3b071" providerId="LiveId" clId="{0577D98B-C5DD-421E-AB63-1BC2B2B46ADA}" dt="2023-08-08T06:51:56.531" v="8086" actId="20577"/>
        <pc:sldMkLst>
          <pc:docMk/>
          <pc:sldMk cId="4071666753" sldId="2563"/>
        </pc:sldMkLst>
        <pc:spChg chg="mod">
          <ac:chgData name="Owais Ahmed" userId="6abc7d4556b3b071" providerId="LiveId" clId="{0577D98B-C5DD-421E-AB63-1BC2B2B46ADA}" dt="2023-08-08T06:51:54.049" v="8085" actId="20577"/>
          <ac:spMkLst>
            <pc:docMk/>
            <pc:sldMk cId="4071666753" sldId="2563"/>
            <ac:spMk id="3" creationId="{4A1C0383-58FE-E486-295E-B33B8683B938}"/>
          </ac:spMkLst>
        </pc:spChg>
        <pc:spChg chg="mod">
          <ac:chgData name="Owais Ahmed" userId="6abc7d4556b3b071" providerId="LiveId" clId="{0577D98B-C5DD-421E-AB63-1BC2B2B46ADA}" dt="2023-08-08T06:42:29.550" v="7538" actId="20577"/>
          <ac:spMkLst>
            <pc:docMk/>
            <pc:sldMk cId="4071666753" sldId="2563"/>
            <ac:spMk id="215" creationId="{00000000-0000-0000-0000-000000000000}"/>
          </ac:spMkLst>
        </pc:spChg>
      </pc:sldChg>
      <pc:sldChg chg="modSp add ord modAnim">
        <pc:chgData name="Owais Ahmed" userId="6abc7d4556b3b071" providerId="LiveId" clId="{0577D98B-C5DD-421E-AB63-1BC2B2B46ADA}" dt="2023-08-08T06:42:16.212" v="7530"/>
        <pc:sldMkLst>
          <pc:docMk/>
          <pc:sldMk cId="2526141006" sldId="2564"/>
        </pc:sldMkLst>
        <pc:spChg chg="mod">
          <ac:chgData name="Owais Ahmed" userId="6abc7d4556b3b071" providerId="LiveId" clId="{0577D98B-C5DD-421E-AB63-1BC2B2B46ADA}" dt="2023-08-08T06:41:39.010" v="7528" actId="20577"/>
          <ac:spMkLst>
            <pc:docMk/>
            <pc:sldMk cId="2526141006" sldId="2564"/>
            <ac:spMk id="3" creationId="{4A1C0383-58FE-E486-295E-B33B8683B938}"/>
          </ac:spMkLst>
        </pc:spChg>
      </pc:sldChg>
      <pc:sldChg chg="del">
        <pc:chgData name="Owais Ahmed" userId="6abc7d4556b3b071" providerId="LiveId" clId="{0577D98B-C5DD-421E-AB63-1BC2B2B46ADA}" dt="2023-08-08T04:30:01.815" v="224" actId="47"/>
        <pc:sldMkLst>
          <pc:docMk/>
          <pc:sldMk cId="3164841762" sldId="2564"/>
        </pc:sldMkLst>
      </pc:sldChg>
      <pc:sldChg chg="modSp add mod modAnim">
        <pc:chgData name="Owais Ahmed" userId="6abc7d4556b3b071" providerId="LiveId" clId="{0577D98B-C5DD-421E-AB63-1BC2B2B46ADA}" dt="2023-08-08T06:57:21.686" v="8443" actId="20577"/>
        <pc:sldMkLst>
          <pc:docMk/>
          <pc:sldMk cId="2724244378" sldId="2565"/>
        </pc:sldMkLst>
        <pc:spChg chg="mod">
          <ac:chgData name="Owais Ahmed" userId="6abc7d4556b3b071" providerId="LiveId" clId="{0577D98B-C5DD-421E-AB63-1BC2B2B46ADA}" dt="2023-08-08T06:57:21.686" v="8443" actId="20577"/>
          <ac:spMkLst>
            <pc:docMk/>
            <pc:sldMk cId="2724244378" sldId="2565"/>
            <ac:spMk id="3" creationId="{4A1C0383-58FE-E486-295E-B33B8683B938}"/>
          </ac:spMkLst>
        </pc:spChg>
        <pc:spChg chg="mod">
          <ac:chgData name="Owais Ahmed" userId="6abc7d4556b3b071" providerId="LiveId" clId="{0577D98B-C5DD-421E-AB63-1BC2B2B46ADA}" dt="2023-08-08T06:52:04.193" v="8093" actId="20577"/>
          <ac:spMkLst>
            <pc:docMk/>
            <pc:sldMk cId="2724244378" sldId="2565"/>
            <ac:spMk id="215" creationId="{00000000-0000-0000-0000-000000000000}"/>
          </ac:spMkLst>
        </pc:spChg>
      </pc:sldChg>
      <pc:sldChg chg="del">
        <pc:chgData name="Owais Ahmed" userId="6abc7d4556b3b071" providerId="LiveId" clId="{0577D98B-C5DD-421E-AB63-1BC2B2B46ADA}" dt="2023-08-08T04:30:01.815" v="224" actId="47"/>
        <pc:sldMkLst>
          <pc:docMk/>
          <pc:sldMk cId="4253636147" sldId="2565"/>
        </pc:sldMkLst>
      </pc:sldChg>
      <pc:sldChg chg="add">
        <pc:chgData name="Owais Ahmed" userId="6abc7d4556b3b071" providerId="LiveId" clId="{0577D98B-C5DD-421E-AB63-1BC2B2B46ADA}" dt="2023-08-08T06:57:46.412" v="8444" actId="2890"/>
        <pc:sldMkLst>
          <pc:docMk/>
          <pc:sldMk cId="1651103511" sldId="2566"/>
        </pc:sldMkLst>
      </pc:sldChg>
      <pc:sldChg chg="del">
        <pc:chgData name="Owais Ahmed" userId="6abc7d4556b3b071" providerId="LiveId" clId="{0577D98B-C5DD-421E-AB63-1BC2B2B46ADA}" dt="2023-08-08T04:30:01.815" v="224" actId="47"/>
        <pc:sldMkLst>
          <pc:docMk/>
          <pc:sldMk cId="2684752333" sldId="2566"/>
        </pc:sldMkLst>
      </pc:sldChg>
      <pc:sldChg chg="del">
        <pc:chgData name="Owais Ahmed" userId="6abc7d4556b3b071" providerId="LiveId" clId="{0577D98B-C5DD-421E-AB63-1BC2B2B46ADA}" dt="2023-08-08T04:30:01.815" v="224" actId="47"/>
        <pc:sldMkLst>
          <pc:docMk/>
          <pc:sldMk cId="138900574" sldId="2567"/>
        </pc:sldMkLst>
      </pc:sldChg>
      <pc:sldChg chg="del">
        <pc:chgData name="Owais Ahmed" userId="6abc7d4556b3b071" providerId="LiveId" clId="{0577D98B-C5DD-421E-AB63-1BC2B2B46ADA}" dt="2023-08-08T04:30:01.815" v="224" actId="47"/>
        <pc:sldMkLst>
          <pc:docMk/>
          <pc:sldMk cId="1329531230" sldId="2568"/>
        </pc:sldMkLst>
      </pc:sldChg>
      <pc:sldChg chg="del">
        <pc:chgData name="Owais Ahmed" userId="6abc7d4556b3b071" providerId="LiveId" clId="{0577D98B-C5DD-421E-AB63-1BC2B2B46ADA}" dt="2023-08-08T04:30:01.815" v="224" actId="47"/>
        <pc:sldMkLst>
          <pc:docMk/>
          <pc:sldMk cId="213204764" sldId="2569"/>
        </pc:sldMkLst>
      </pc:sldChg>
      <pc:sldChg chg="del">
        <pc:chgData name="Owais Ahmed" userId="6abc7d4556b3b071" providerId="LiveId" clId="{0577D98B-C5DD-421E-AB63-1BC2B2B46ADA}" dt="2023-08-08T04:30:01.815" v="224" actId="47"/>
        <pc:sldMkLst>
          <pc:docMk/>
          <pc:sldMk cId="3970414602" sldId="2570"/>
        </pc:sldMkLst>
      </pc:sldChg>
      <pc:sldChg chg="del">
        <pc:chgData name="Owais Ahmed" userId="6abc7d4556b3b071" providerId="LiveId" clId="{0577D98B-C5DD-421E-AB63-1BC2B2B46ADA}" dt="2023-08-08T04:30:01.815" v="224" actId="47"/>
        <pc:sldMkLst>
          <pc:docMk/>
          <pc:sldMk cId="1201433262" sldId="2571"/>
        </pc:sldMkLst>
      </pc:sldChg>
      <pc:sldChg chg="del">
        <pc:chgData name="Owais Ahmed" userId="6abc7d4556b3b071" providerId="LiveId" clId="{0577D98B-C5DD-421E-AB63-1BC2B2B46ADA}" dt="2023-08-08T04:30:01.815" v="224" actId="47"/>
        <pc:sldMkLst>
          <pc:docMk/>
          <pc:sldMk cId="2285914733" sldId="2573"/>
        </pc:sldMkLst>
      </pc:sldChg>
      <pc:sldChg chg="del">
        <pc:chgData name="Owais Ahmed" userId="6abc7d4556b3b071" providerId="LiveId" clId="{0577D98B-C5DD-421E-AB63-1BC2B2B46ADA}" dt="2023-08-08T04:30:01.815" v="224" actId="47"/>
        <pc:sldMkLst>
          <pc:docMk/>
          <pc:sldMk cId="1728240852" sldId="2574"/>
        </pc:sldMkLst>
      </pc:sldChg>
      <pc:sldChg chg="del">
        <pc:chgData name="Owais Ahmed" userId="6abc7d4556b3b071" providerId="LiveId" clId="{0577D98B-C5DD-421E-AB63-1BC2B2B46ADA}" dt="2023-08-08T04:30:01.815" v="224" actId="47"/>
        <pc:sldMkLst>
          <pc:docMk/>
          <pc:sldMk cId="3271818871" sldId="2575"/>
        </pc:sldMkLst>
      </pc:sldChg>
      <pc:sldChg chg="del">
        <pc:chgData name="Owais Ahmed" userId="6abc7d4556b3b071" providerId="LiveId" clId="{0577D98B-C5DD-421E-AB63-1BC2B2B46ADA}" dt="2023-08-08T04:30:01.815" v="224" actId="47"/>
        <pc:sldMkLst>
          <pc:docMk/>
          <pc:sldMk cId="1747158155" sldId="2576"/>
        </pc:sldMkLst>
      </pc:sldChg>
    </pc:docChg>
  </pc:docChgLst>
  <pc:docChgLst>
    <pc:chgData name="Owais Ahmed" userId="6abc7d4556b3b071" providerId="LiveId" clId="{53383B45-B17A-4806-BA45-0D31F109C868}"/>
    <pc:docChg chg="undo custSel addSld delSld modSld sldOrd">
      <pc:chgData name="Owais Ahmed" userId="6abc7d4556b3b071" providerId="LiveId" clId="{53383B45-B17A-4806-BA45-0D31F109C868}" dt="2023-09-27T09:56:42.272" v="2584" actId="20577"/>
      <pc:docMkLst>
        <pc:docMk/>
      </pc:docMkLst>
      <pc:sldChg chg="modSp mod">
        <pc:chgData name="Owais Ahmed" userId="6abc7d4556b3b071" providerId="LiveId" clId="{53383B45-B17A-4806-BA45-0D31F109C868}" dt="2023-09-27T05:07:46.636" v="32"/>
        <pc:sldMkLst>
          <pc:docMk/>
          <pc:sldMk cId="1649098948" sldId="2462"/>
        </pc:sldMkLst>
        <pc:spChg chg="mod">
          <ac:chgData name="Owais Ahmed" userId="6abc7d4556b3b071" providerId="LiveId" clId="{53383B45-B17A-4806-BA45-0D31F109C868}" dt="2023-09-27T05:07:46.636" v="32"/>
          <ac:spMkLst>
            <pc:docMk/>
            <pc:sldMk cId="1649098948" sldId="2462"/>
            <ac:spMk id="6" creationId="{F3C89A40-EEAA-43AB-9A3A-B2CFDE450F1B}"/>
          </ac:spMkLst>
        </pc:spChg>
      </pc:sldChg>
      <pc:sldChg chg="addSp delSp modSp">
        <pc:chgData name="Owais Ahmed" userId="6abc7d4556b3b071" providerId="LiveId" clId="{53383B45-B17A-4806-BA45-0D31F109C868}" dt="2023-09-27T05:06:36.031" v="1"/>
        <pc:sldMkLst>
          <pc:docMk/>
          <pc:sldMk cId="2136095335" sldId="2565"/>
        </pc:sldMkLst>
        <pc:graphicFrameChg chg="add del mod">
          <ac:chgData name="Owais Ahmed" userId="6abc7d4556b3b071" providerId="LiveId" clId="{53383B45-B17A-4806-BA45-0D31F109C868}" dt="2023-09-27T05:06:36.031" v="1"/>
          <ac:graphicFrameMkLst>
            <pc:docMk/>
            <pc:sldMk cId="2136095335" sldId="2565"/>
            <ac:graphicFrameMk id="4" creationId="{0343B9A1-D7FE-33A9-FC1E-D43F1EB7F87D}"/>
          </ac:graphicFrameMkLst>
        </pc:graphicFrameChg>
      </pc:sldChg>
      <pc:sldChg chg="modSp mod">
        <pc:chgData name="Owais Ahmed" userId="6abc7d4556b3b071" providerId="LiveId" clId="{53383B45-B17A-4806-BA45-0D31F109C868}" dt="2023-09-27T05:22:45.827" v="124" actId="20577"/>
        <pc:sldMkLst>
          <pc:docMk/>
          <pc:sldMk cId="786819306" sldId="2566"/>
        </pc:sldMkLst>
        <pc:spChg chg="mod">
          <ac:chgData name="Owais Ahmed" userId="6abc7d4556b3b071" providerId="LiveId" clId="{53383B45-B17A-4806-BA45-0D31F109C868}" dt="2023-09-27T05:22:45.827" v="124" actId="20577"/>
          <ac:spMkLst>
            <pc:docMk/>
            <pc:sldMk cId="786819306" sldId="2566"/>
            <ac:spMk id="215" creationId="{00000000-0000-0000-0000-000000000000}"/>
          </ac:spMkLst>
        </pc:spChg>
      </pc:sldChg>
      <pc:sldChg chg="add del">
        <pc:chgData name="Owais Ahmed" userId="6abc7d4556b3b071" providerId="LiveId" clId="{53383B45-B17A-4806-BA45-0D31F109C868}" dt="2023-09-27T05:23:15.731" v="125" actId="47"/>
        <pc:sldMkLst>
          <pc:docMk/>
          <pc:sldMk cId="138900574" sldId="2567"/>
        </pc:sldMkLst>
      </pc:sldChg>
      <pc:sldChg chg="modSp modAnim">
        <pc:chgData name="Owais Ahmed" userId="6abc7d4556b3b071" providerId="LiveId" clId="{53383B45-B17A-4806-BA45-0D31F109C868}" dt="2023-09-27T05:49:40.333" v="1297" actId="20577"/>
        <pc:sldMkLst>
          <pc:docMk/>
          <pc:sldMk cId="1120982729" sldId="2568"/>
        </pc:sldMkLst>
        <pc:spChg chg="mod">
          <ac:chgData name="Owais Ahmed" userId="6abc7d4556b3b071" providerId="LiveId" clId="{53383B45-B17A-4806-BA45-0D31F109C868}" dt="2023-09-27T05:49:40.333" v="1297" actId="20577"/>
          <ac:spMkLst>
            <pc:docMk/>
            <pc:sldMk cId="1120982729" sldId="2568"/>
            <ac:spMk id="3" creationId="{4A1C0383-58FE-E486-295E-B33B8683B938}"/>
          </ac:spMkLst>
        </pc:spChg>
      </pc:sldChg>
      <pc:sldChg chg="del">
        <pc:chgData name="Owais Ahmed" userId="6abc7d4556b3b071" providerId="LiveId" clId="{53383B45-B17A-4806-BA45-0D31F109C868}" dt="2023-09-27T09:20:42.985" v="1298" actId="47"/>
        <pc:sldMkLst>
          <pc:docMk/>
          <pc:sldMk cId="3849819283" sldId="2576"/>
        </pc:sldMkLst>
      </pc:sldChg>
      <pc:sldChg chg="del">
        <pc:chgData name="Owais Ahmed" userId="6abc7d4556b3b071" providerId="LiveId" clId="{53383B45-B17A-4806-BA45-0D31F109C868}" dt="2023-09-27T09:20:43.749" v="1299" actId="47"/>
        <pc:sldMkLst>
          <pc:docMk/>
          <pc:sldMk cId="2362627110" sldId="2577"/>
        </pc:sldMkLst>
      </pc:sldChg>
      <pc:sldChg chg="modSp add mod modAnim">
        <pc:chgData name="Owais Ahmed" userId="6abc7d4556b3b071" providerId="LiveId" clId="{53383B45-B17A-4806-BA45-0D31F109C868}" dt="2023-09-27T05:10:11.070" v="79" actId="27636"/>
        <pc:sldMkLst>
          <pc:docMk/>
          <pc:sldMk cId="1835063850" sldId="2578"/>
        </pc:sldMkLst>
        <pc:spChg chg="mod">
          <ac:chgData name="Owais Ahmed" userId="6abc7d4556b3b071" providerId="LiveId" clId="{53383B45-B17A-4806-BA45-0D31F109C868}" dt="2023-09-27T05:10:11.070" v="79" actId="27636"/>
          <ac:spMkLst>
            <pc:docMk/>
            <pc:sldMk cId="1835063850" sldId="2578"/>
            <ac:spMk id="3" creationId="{4A1C0383-58FE-E486-295E-B33B8683B938}"/>
          </ac:spMkLst>
        </pc:spChg>
        <pc:spChg chg="mod">
          <ac:chgData name="Owais Ahmed" userId="6abc7d4556b3b071" providerId="LiveId" clId="{53383B45-B17A-4806-BA45-0D31F109C868}" dt="2023-09-27T05:08:03.843" v="45" actId="20577"/>
          <ac:spMkLst>
            <pc:docMk/>
            <pc:sldMk cId="1835063850" sldId="2578"/>
            <ac:spMk id="215" creationId="{00000000-0000-0000-0000-000000000000}"/>
          </ac:spMkLst>
        </pc:spChg>
      </pc:sldChg>
      <pc:sldChg chg="modSp add mod">
        <pc:chgData name="Owais Ahmed" userId="6abc7d4556b3b071" providerId="LiveId" clId="{53383B45-B17A-4806-BA45-0D31F109C868}" dt="2023-09-27T05:20:27.514" v="95" actId="20577"/>
        <pc:sldMkLst>
          <pc:docMk/>
          <pc:sldMk cId="150925741" sldId="2579"/>
        </pc:sldMkLst>
        <pc:spChg chg="mod">
          <ac:chgData name="Owais Ahmed" userId="6abc7d4556b3b071" providerId="LiveId" clId="{53383B45-B17A-4806-BA45-0D31F109C868}" dt="2023-09-27T05:20:27.514" v="95" actId="20577"/>
          <ac:spMkLst>
            <pc:docMk/>
            <pc:sldMk cId="150925741" sldId="2579"/>
            <ac:spMk id="215" creationId="{00000000-0000-0000-0000-000000000000}"/>
          </ac:spMkLst>
        </pc:spChg>
      </pc:sldChg>
      <pc:sldChg chg="modSp add mod">
        <pc:chgData name="Owais Ahmed" userId="6abc7d4556b3b071" providerId="LiveId" clId="{53383B45-B17A-4806-BA45-0D31F109C868}" dt="2023-09-27T05:20:45.634" v="97"/>
        <pc:sldMkLst>
          <pc:docMk/>
          <pc:sldMk cId="3164841762" sldId="2580"/>
        </pc:sldMkLst>
        <pc:spChg chg="mod">
          <ac:chgData name="Owais Ahmed" userId="6abc7d4556b3b071" providerId="LiveId" clId="{53383B45-B17A-4806-BA45-0D31F109C868}" dt="2023-09-27T05:20:45.634" v="97"/>
          <ac:spMkLst>
            <pc:docMk/>
            <pc:sldMk cId="3164841762" sldId="2580"/>
            <ac:spMk id="215" creationId="{00000000-0000-0000-0000-000000000000}"/>
          </ac:spMkLst>
        </pc:spChg>
      </pc:sldChg>
      <pc:sldChg chg="modSp add mod">
        <pc:chgData name="Owais Ahmed" userId="6abc7d4556b3b071" providerId="LiveId" clId="{53383B45-B17A-4806-BA45-0D31F109C868}" dt="2023-09-27T05:21:33.310" v="99" actId="20577"/>
        <pc:sldMkLst>
          <pc:docMk/>
          <pc:sldMk cId="4253636147" sldId="2581"/>
        </pc:sldMkLst>
        <pc:spChg chg="mod">
          <ac:chgData name="Owais Ahmed" userId="6abc7d4556b3b071" providerId="LiveId" clId="{53383B45-B17A-4806-BA45-0D31F109C868}" dt="2023-09-27T05:21:33.310" v="99" actId="20577"/>
          <ac:spMkLst>
            <pc:docMk/>
            <pc:sldMk cId="4253636147" sldId="2581"/>
            <ac:spMk id="3" creationId="{4A1C0383-58FE-E486-295E-B33B8683B938}"/>
          </ac:spMkLst>
        </pc:spChg>
        <pc:spChg chg="mod">
          <ac:chgData name="Owais Ahmed" userId="6abc7d4556b3b071" providerId="LiveId" clId="{53383B45-B17A-4806-BA45-0D31F109C868}" dt="2023-09-27T05:20:50.696" v="98"/>
          <ac:spMkLst>
            <pc:docMk/>
            <pc:sldMk cId="4253636147" sldId="2581"/>
            <ac:spMk id="215" creationId="{00000000-0000-0000-0000-000000000000}"/>
          </ac:spMkLst>
        </pc:spChg>
      </pc:sldChg>
      <pc:sldChg chg="modSp add">
        <pc:chgData name="Owais Ahmed" userId="6abc7d4556b3b071" providerId="LiveId" clId="{53383B45-B17A-4806-BA45-0D31F109C868}" dt="2023-09-27T05:21:40.553" v="102" actId="20577"/>
        <pc:sldMkLst>
          <pc:docMk/>
          <pc:sldMk cId="2684752333" sldId="2582"/>
        </pc:sldMkLst>
        <pc:spChg chg="mod">
          <ac:chgData name="Owais Ahmed" userId="6abc7d4556b3b071" providerId="LiveId" clId="{53383B45-B17A-4806-BA45-0D31F109C868}" dt="2023-09-27T05:21:40.553" v="102" actId="20577"/>
          <ac:spMkLst>
            <pc:docMk/>
            <pc:sldMk cId="2684752333" sldId="2582"/>
            <ac:spMk id="3" creationId="{4A1C0383-58FE-E486-295E-B33B8683B938}"/>
          </ac:spMkLst>
        </pc:spChg>
      </pc:sldChg>
      <pc:sldChg chg="add del">
        <pc:chgData name="Owais Ahmed" userId="6abc7d4556b3b071" providerId="LiveId" clId="{53383B45-B17A-4806-BA45-0D31F109C868}" dt="2023-09-27T05:23:17.819" v="126" actId="47"/>
        <pc:sldMkLst>
          <pc:docMk/>
          <pc:sldMk cId="1329531230" sldId="2583"/>
        </pc:sldMkLst>
      </pc:sldChg>
      <pc:sldChg chg="modSp add mod">
        <pc:chgData name="Owais Ahmed" userId="6abc7d4556b3b071" providerId="LiveId" clId="{53383B45-B17A-4806-BA45-0D31F109C868}" dt="2023-09-27T05:25:24.412" v="165" actId="20577"/>
        <pc:sldMkLst>
          <pc:docMk/>
          <pc:sldMk cId="213204764" sldId="2584"/>
        </pc:sldMkLst>
        <pc:spChg chg="mod">
          <ac:chgData name="Owais Ahmed" userId="6abc7d4556b3b071" providerId="LiveId" clId="{53383B45-B17A-4806-BA45-0D31F109C868}" dt="2023-09-27T05:25:24.412" v="165" actId="20577"/>
          <ac:spMkLst>
            <pc:docMk/>
            <pc:sldMk cId="213204764" sldId="2584"/>
            <ac:spMk id="215" creationId="{00000000-0000-0000-0000-000000000000}"/>
          </ac:spMkLst>
        </pc:spChg>
      </pc:sldChg>
      <pc:sldChg chg="add">
        <pc:chgData name="Owais Ahmed" userId="6abc7d4556b3b071" providerId="LiveId" clId="{53383B45-B17A-4806-BA45-0D31F109C868}" dt="2023-09-27T05:06:44.656" v="2"/>
        <pc:sldMkLst>
          <pc:docMk/>
          <pc:sldMk cId="3970414602" sldId="2585"/>
        </pc:sldMkLst>
      </pc:sldChg>
      <pc:sldChg chg="modSp add mod modAnim">
        <pc:chgData name="Owais Ahmed" userId="6abc7d4556b3b071" providerId="LiveId" clId="{53383B45-B17A-4806-BA45-0D31F109C868}" dt="2023-09-27T05:36:05.275" v="1295" actId="20577"/>
        <pc:sldMkLst>
          <pc:docMk/>
          <pc:sldMk cId="2285914733" sldId="2586"/>
        </pc:sldMkLst>
        <pc:spChg chg="mod">
          <ac:chgData name="Owais Ahmed" userId="6abc7d4556b3b071" providerId="LiveId" clId="{53383B45-B17A-4806-BA45-0D31F109C868}" dt="2023-09-27T05:36:05.275" v="1295" actId="20577"/>
          <ac:spMkLst>
            <pc:docMk/>
            <pc:sldMk cId="2285914733" sldId="2586"/>
            <ac:spMk id="3" creationId="{4A1C0383-58FE-E486-295E-B33B8683B938}"/>
          </ac:spMkLst>
        </pc:spChg>
        <pc:spChg chg="mod">
          <ac:chgData name="Owais Ahmed" userId="6abc7d4556b3b071" providerId="LiveId" clId="{53383B45-B17A-4806-BA45-0D31F109C868}" dt="2023-09-27T05:27:15.262" v="304" actId="20577"/>
          <ac:spMkLst>
            <pc:docMk/>
            <pc:sldMk cId="2285914733" sldId="2586"/>
            <ac:spMk id="215" creationId="{00000000-0000-0000-0000-000000000000}"/>
          </ac:spMkLst>
        </pc:spChg>
      </pc:sldChg>
      <pc:sldChg chg="modSp add modAnim">
        <pc:chgData name="Owais Ahmed" userId="6abc7d4556b3b071" providerId="LiveId" clId="{53383B45-B17A-4806-BA45-0D31F109C868}" dt="2023-09-27T09:21:26.814" v="1301" actId="14"/>
        <pc:sldMkLst>
          <pc:docMk/>
          <pc:sldMk cId="1201433262" sldId="2587"/>
        </pc:sldMkLst>
        <pc:spChg chg="mod">
          <ac:chgData name="Owais Ahmed" userId="6abc7d4556b3b071" providerId="LiveId" clId="{53383B45-B17A-4806-BA45-0D31F109C868}" dt="2023-09-27T09:21:26.814" v="1301" actId="14"/>
          <ac:spMkLst>
            <pc:docMk/>
            <pc:sldMk cId="1201433262" sldId="2587"/>
            <ac:spMk id="3" creationId="{4A1C0383-58FE-E486-295E-B33B8683B938}"/>
          </ac:spMkLst>
        </pc:spChg>
      </pc:sldChg>
      <pc:sldChg chg="addSp modSp add mod ord modAnim modNotesTx">
        <pc:chgData name="Owais Ahmed" userId="6abc7d4556b3b071" providerId="LiveId" clId="{53383B45-B17A-4806-BA45-0D31F109C868}" dt="2023-09-27T09:56:42.272" v="2584" actId="20577"/>
        <pc:sldMkLst>
          <pc:docMk/>
          <pc:sldMk cId="2208228190" sldId="2588"/>
        </pc:sldMkLst>
        <pc:spChg chg="mod">
          <ac:chgData name="Owais Ahmed" userId="6abc7d4556b3b071" providerId="LiveId" clId="{53383B45-B17A-4806-BA45-0D31F109C868}" dt="2023-09-27T09:34:45.843" v="1447" actId="27636"/>
          <ac:spMkLst>
            <pc:docMk/>
            <pc:sldMk cId="2208228190" sldId="2588"/>
            <ac:spMk id="3" creationId="{4A1C0383-58FE-E486-295E-B33B8683B938}"/>
          </ac:spMkLst>
        </pc:spChg>
        <pc:spChg chg="add mod">
          <ac:chgData name="Owais Ahmed" userId="6abc7d4556b3b071" providerId="LiveId" clId="{53383B45-B17A-4806-BA45-0D31F109C868}" dt="2023-09-27T09:56:42.272" v="2584" actId="20577"/>
          <ac:spMkLst>
            <pc:docMk/>
            <pc:sldMk cId="2208228190" sldId="2588"/>
            <ac:spMk id="4" creationId="{94726610-A2E3-1316-07F6-F3E15154A6A9}"/>
          </ac:spMkLst>
        </pc:spChg>
        <pc:spChg chg="mod">
          <ac:chgData name="Owais Ahmed" userId="6abc7d4556b3b071" providerId="LiveId" clId="{53383B45-B17A-4806-BA45-0D31F109C868}" dt="2023-09-27T09:23:20.702" v="1328" actId="20577"/>
          <ac:spMkLst>
            <pc:docMk/>
            <pc:sldMk cId="2208228190" sldId="2588"/>
            <ac:spMk id="215" creationId="{00000000-0000-0000-0000-000000000000}"/>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6E01B0-7475-4C7A-923E-08C6E240DA8F}"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166E3FCA-3D41-42F3-9AE7-E1C078B45A7E}">
      <dgm:prSet phldrT="[Text]"/>
      <dgm:spPr/>
      <dgm:t>
        <a:bodyPr/>
        <a:lstStyle/>
        <a:p>
          <a:r>
            <a:rPr lang="en-US" dirty="0"/>
            <a:t>Fib(4)</a:t>
          </a:r>
        </a:p>
      </dgm:t>
    </dgm:pt>
    <dgm:pt modelId="{01EC8E7C-A651-4CC7-B3B1-26A56EFFE992}" type="parTrans" cxnId="{E42478AC-05BC-42CB-BB8D-7893C598C221}">
      <dgm:prSet/>
      <dgm:spPr/>
      <dgm:t>
        <a:bodyPr/>
        <a:lstStyle/>
        <a:p>
          <a:endParaRPr lang="en-US"/>
        </a:p>
      </dgm:t>
    </dgm:pt>
    <dgm:pt modelId="{7676B177-6687-4476-B2A8-BD00CA4FC2D1}" type="sibTrans" cxnId="{E42478AC-05BC-42CB-BB8D-7893C598C221}">
      <dgm:prSet/>
      <dgm:spPr/>
      <dgm:t>
        <a:bodyPr/>
        <a:lstStyle/>
        <a:p>
          <a:endParaRPr lang="en-US"/>
        </a:p>
      </dgm:t>
    </dgm:pt>
    <dgm:pt modelId="{EFCF4B24-FEAD-4630-B8D3-E15BA2B49252}">
      <dgm:prSet phldrT="[Text]"/>
      <dgm:spPr/>
      <dgm:t>
        <a:bodyPr/>
        <a:lstStyle/>
        <a:p>
          <a:r>
            <a:rPr lang="en-US" dirty="0"/>
            <a:t>Fib(3)</a:t>
          </a:r>
        </a:p>
      </dgm:t>
    </dgm:pt>
    <dgm:pt modelId="{A269067F-3627-4F60-B6E1-BFBD9068CB4F}" type="parTrans" cxnId="{E5A6FD29-01A1-4D8E-BAAA-E0B850325D1E}">
      <dgm:prSet/>
      <dgm:spPr/>
      <dgm:t>
        <a:bodyPr/>
        <a:lstStyle/>
        <a:p>
          <a:endParaRPr lang="en-US"/>
        </a:p>
      </dgm:t>
    </dgm:pt>
    <dgm:pt modelId="{1C1D24FA-9479-4A8B-A1FC-93FC5444C980}" type="sibTrans" cxnId="{E5A6FD29-01A1-4D8E-BAAA-E0B850325D1E}">
      <dgm:prSet/>
      <dgm:spPr/>
      <dgm:t>
        <a:bodyPr/>
        <a:lstStyle/>
        <a:p>
          <a:endParaRPr lang="en-US"/>
        </a:p>
      </dgm:t>
    </dgm:pt>
    <dgm:pt modelId="{7ACB5E19-4CA6-4FE0-BAD5-0FA6DB8DC80B}">
      <dgm:prSet phldrT="[Text]"/>
      <dgm:spPr/>
      <dgm:t>
        <a:bodyPr/>
        <a:lstStyle/>
        <a:p>
          <a:r>
            <a:rPr lang="en-US" dirty="0"/>
            <a:t>Fib(2)</a:t>
          </a:r>
        </a:p>
      </dgm:t>
    </dgm:pt>
    <dgm:pt modelId="{31F2C0A3-A74F-4F26-82C8-80B566AA9561}" type="parTrans" cxnId="{B6A5DF55-80D1-42C9-ACD6-2952D00B2493}">
      <dgm:prSet/>
      <dgm:spPr/>
      <dgm:t>
        <a:bodyPr/>
        <a:lstStyle/>
        <a:p>
          <a:endParaRPr lang="en-US"/>
        </a:p>
      </dgm:t>
    </dgm:pt>
    <dgm:pt modelId="{31E25F71-53DA-48B1-B451-CC19368049E4}" type="sibTrans" cxnId="{B6A5DF55-80D1-42C9-ACD6-2952D00B2493}">
      <dgm:prSet/>
      <dgm:spPr/>
      <dgm:t>
        <a:bodyPr/>
        <a:lstStyle/>
        <a:p>
          <a:endParaRPr lang="en-US"/>
        </a:p>
      </dgm:t>
    </dgm:pt>
    <dgm:pt modelId="{B76B2D71-08C8-496E-8370-3F01DE561D6D}">
      <dgm:prSet phldrT="[Text]"/>
      <dgm:spPr/>
      <dgm:t>
        <a:bodyPr/>
        <a:lstStyle/>
        <a:p>
          <a:r>
            <a:rPr lang="en-US" dirty="0"/>
            <a:t>Fib(2)</a:t>
          </a:r>
        </a:p>
      </dgm:t>
    </dgm:pt>
    <dgm:pt modelId="{77EA6027-BA56-41FC-947F-C34AA24D2564}" type="parTrans" cxnId="{0075FBE6-2524-4CA5-8417-683F0D1B6EEF}">
      <dgm:prSet/>
      <dgm:spPr/>
      <dgm:t>
        <a:bodyPr/>
        <a:lstStyle/>
        <a:p>
          <a:endParaRPr lang="en-US"/>
        </a:p>
      </dgm:t>
    </dgm:pt>
    <dgm:pt modelId="{55C272FE-98DE-4A8C-9572-AD92837FD993}" type="sibTrans" cxnId="{0075FBE6-2524-4CA5-8417-683F0D1B6EEF}">
      <dgm:prSet/>
      <dgm:spPr/>
      <dgm:t>
        <a:bodyPr/>
        <a:lstStyle/>
        <a:p>
          <a:endParaRPr lang="en-US"/>
        </a:p>
      </dgm:t>
    </dgm:pt>
    <dgm:pt modelId="{42AEBBD9-EE3C-470B-96DE-A5742284FD98}">
      <dgm:prSet phldrT="[Text]"/>
      <dgm:spPr/>
      <dgm:t>
        <a:bodyPr/>
        <a:lstStyle/>
        <a:p>
          <a:r>
            <a:rPr lang="en-US" dirty="0"/>
            <a:t>Fib(1)</a:t>
          </a:r>
        </a:p>
      </dgm:t>
    </dgm:pt>
    <dgm:pt modelId="{982A61C4-A90E-46AE-9891-4A35DF98C852}" type="parTrans" cxnId="{78A712B2-23B8-47D6-AD33-CC1A316D7F49}">
      <dgm:prSet/>
      <dgm:spPr/>
      <dgm:t>
        <a:bodyPr/>
        <a:lstStyle/>
        <a:p>
          <a:endParaRPr lang="en-US"/>
        </a:p>
      </dgm:t>
    </dgm:pt>
    <dgm:pt modelId="{FB2E6AE3-FC85-4D63-BBA3-9FC39B94AB9F}" type="sibTrans" cxnId="{78A712B2-23B8-47D6-AD33-CC1A316D7F49}">
      <dgm:prSet/>
      <dgm:spPr/>
      <dgm:t>
        <a:bodyPr/>
        <a:lstStyle/>
        <a:p>
          <a:endParaRPr lang="en-US"/>
        </a:p>
      </dgm:t>
    </dgm:pt>
    <dgm:pt modelId="{E3DB9C57-A415-46C3-8A7D-AE2233715A4D}">
      <dgm:prSet phldrT="[Text]"/>
      <dgm:spPr/>
      <dgm:t>
        <a:bodyPr/>
        <a:lstStyle/>
        <a:p>
          <a:r>
            <a:rPr lang="en-US" dirty="0"/>
            <a:t>1</a:t>
          </a:r>
        </a:p>
      </dgm:t>
    </dgm:pt>
    <dgm:pt modelId="{0BD21B95-26F2-432A-AC08-0ABC5FAA5DAB}" type="parTrans" cxnId="{26208FDF-6E54-4D8F-BE88-810784C59C25}">
      <dgm:prSet/>
      <dgm:spPr/>
      <dgm:t>
        <a:bodyPr/>
        <a:lstStyle/>
        <a:p>
          <a:endParaRPr lang="en-US"/>
        </a:p>
      </dgm:t>
    </dgm:pt>
    <dgm:pt modelId="{E17DE8B9-48F8-4B4A-9681-55F757E6648E}" type="sibTrans" cxnId="{26208FDF-6E54-4D8F-BE88-810784C59C25}">
      <dgm:prSet/>
      <dgm:spPr/>
      <dgm:t>
        <a:bodyPr/>
        <a:lstStyle/>
        <a:p>
          <a:endParaRPr lang="en-US"/>
        </a:p>
      </dgm:t>
    </dgm:pt>
    <dgm:pt modelId="{5B1AFB76-0B18-4CB0-887A-90D42C45E1DE}">
      <dgm:prSet phldrT="[Text]"/>
      <dgm:spPr/>
      <dgm:t>
        <a:bodyPr/>
        <a:lstStyle/>
        <a:p>
          <a:r>
            <a:rPr lang="en-US" dirty="0"/>
            <a:t>0</a:t>
          </a:r>
        </a:p>
      </dgm:t>
    </dgm:pt>
    <dgm:pt modelId="{02BAA81D-98CF-47C8-9A4C-A29376D5A61E}" type="parTrans" cxnId="{FF2C12C1-C782-402F-8B1A-287F1455BA02}">
      <dgm:prSet/>
      <dgm:spPr/>
      <dgm:t>
        <a:bodyPr/>
        <a:lstStyle/>
        <a:p>
          <a:endParaRPr lang="en-US"/>
        </a:p>
      </dgm:t>
    </dgm:pt>
    <dgm:pt modelId="{903C0266-E6A0-46F2-B302-F837117B4B16}" type="sibTrans" cxnId="{FF2C12C1-C782-402F-8B1A-287F1455BA02}">
      <dgm:prSet/>
      <dgm:spPr/>
      <dgm:t>
        <a:bodyPr/>
        <a:lstStyle/>
        <a:p>
          <a:endParaRPr lang="en-US"/>
        </a:p>
      </dgm:t>
    </dgm:pt>
    <dgm:pt modelId="{5C3EFB8E-B203-4C74-A6D2-0B5EDFD7C3AF}">
      <dgm:prSet phldrT="[Text]"/>
      <dgm:spPr/>
      <dgm:t>
        <a:bodyPr/>
        <a:lstStyle/>
        <a:p>
          <a:r>
            <a:rPr lang="en-US" dirty="0"/>
            <a:t>1</a:t>
          </a:r>
        </a:p>
      </dgm:t>
    </dgm:pt>
    <dgm:pt modelId="{A918B9C4-A4AE-4AAF-B2D2-2F8FF02464EA}" type="parTrans" cxnId="{24134D58-9827-4DFA-8FCF-9D13DA0352BE}">
      <dgm:prSet/>
      <dgm:spPr/>
      <dgm:t>
        <a:bodyPr/>
        <a:lstStyle/>
        <a:p>
          <a:endParaRPr lang="en-US"/>
        </a:p>
      </dgm:t>
    </dgm:pt>
    <dgm:pt modelId="{35211FE4-967C-4BE0-A47B-A56E8BA717BD}" type="sibTrans" cxnId="{24134D58-9827-4DFA-8FCF-9D13DA0352BE}">
      <dgm:prSet/>
      <dgm:spPr/>
      <dgm:t>
        <a:bodyPr/>
        <a:lstStyle/>
        <a:p>
          <a:endParaRPr lang="en-US"/>
        </a:p>
      </dgm:t>
    </dgm:pt>
    <dgm:pt modelId="{4873A05E-2E15-4952-8D2C-CBF8428E175D}" type="pres">
      <dgm:prSet presAssocID="{FA6E01B0-7475-4C7A-923E-08C6E240DA8F}" presName="mainComposite" presStyleCnt="0">
        <dgm:presLayoutVars>
          <dgm:chPref val="1"/>
          <dgm:dir/>
          <dgm:animOne val="branch"/>
          <dgm:animLvl val="lvl"/>
          <dgm:resizeHandles val="exact"/>
        </dgm:presLayoutVars>
      </dgm:prSet>
      <dgm:spPr/>
    </dgm:pt>
    <dgm:pt modelId="{4A544D56-C7E1-46A0-B98D-95B9EC872B10}" type="pres">
      <dgm:prSet presAssocID="{FA6E01B0-7475-4C7A-923E-08C6E240DA8F}" presName="hierFlow" presStyleCnt="0"/>
      <dgm:spPr/>
    </dgm:pt>
    <dgm:pt modelId="{46EBE6A6-6A5C-44A6-817E-B3EE18EC2425}" type="pres">
      <dgm:prSet presAssocID="{FA6E01B0-7475-4C7A-923E-08C6E240DA8F}" presName="hierChild1" presStyleCnt="0">
        <dgm:presLayoutVars>
          <dgm:chPref val="1"/>
          <dgm:animOne val="branch"/>
          <dgm:animLvl val="lvl"/>
        </dgm:presLayoutVars>
      </dgm:prSet>
      <dgm:spPr/>
    </dgm:pt>
    <dgm:pt modelId="{A12C6EFD-00D0-4365-8A13-E1DC65D9A8A5}" type="pres">
      <dgm:prSet presAssocID="{166E3FCA-3D41-42F3-9AE7-E1C078B45A7E}" presName="Name14" presStyleCnt="0"/>
      <dgm:spPr/>
    </dgm:pt>
    <dgm:pt modelId="{9B499A17-3862-47C0-9E8D-CB1E3115D40C}" type="pres">
      <dgm:prSet presAssocID="{166E3FCA-3D41-42F3-9AE7-E1C078B45A7E}" presName="level1Shape" presStyleLbl="node0" presStyleIdx="0" presStyleCnt="1">
        <dgm:presLayoutVars>
          <dgm:chPref val="3"/>
        </dgm:presLayoutVars>
      </dgm:prSet>
      <dgm:spPr/>
    </dgm:pt>
    <dgm:pt modelId="{A15EFC8B-A7D7-401D-8C57-DD8DEF9BABE1}" type="pres">
      <dgm:prSet presAssocID="{166E3FCA-3D41-42F3-9AE7-E1C078B45A7E}" presName="hierChild2" presStyleCnt="0"/>
      <dgm:spPr/>
    </dgm:pt>
    <dgm:pt modelId="{D7B68554-31B4-49C9-BB17-BC7E7996C22F}" type="pres">
      <dgm:prSet presAssocID="{A269067F-3627-4F60-B6E1-BFBD9068CB4F}" presName="Name19" presStyleLbl="parChTrans1D2" presStyleIdx="0" presStyleCnt="2"/>
      <dgm:spPr/>
    </dgm:pt>
    <dgm:pt modelId="{DD44B812-3BC6-45B7-A996-85C1DD201E51}" type="pres">
      <dgm:prSet presAssocID="{EFCF4B24-FEAD-4630-B8D3-E15BA2B49252}" presName="Name21" presStyleCnt="0"/>
      <dgm:spPr/>
    </dgm:pt>
    <dgm:pt modelId="{FE72385F-96A7-46C5-8DD7-5E818F56DF1F}" type="pres">
      <dgm:prSet presAssocID="{EFCF4B24-FEAD-4630-B8D3-E15BA2B49252}" presName="level2Shape" presStyleLbl="node2" presStyleIdx="0" presStyleCnt="2"/>
      <dgm:spPr/>
    </dgm:pt>
    <dgm:pt modelId="{878C8228-0A14-45EE-9BE9-CAEDE83749FE}" type="pres">
      <dgm:prSet presAssocID="{EFCF4B24-FEAD-4630-B8D3-E15BA2B49252}" presName="hierChild3" presStyleCnt="0"/>
      <dgm:spPr/>
    </dgm:pt>
    <dgm:pt modelId="{FA44BB1F-3CD2-4A24-AFDD-153D8EC312A6}" type="pres">
      <dgm:prSet presAssocID="{982A61C4-A90E-46AE-9891-4A35DF98C852}" presName="Name19" presStyleLbl="parChTrans1D3" presStyleIdx="0" presStyleCnt="3"/>
      <dgm:spPr/>
    </dgm:pt>
    <dgm:pt modelId="{6AE5CC30-92FA-4DFE-9EE1-69D4624F9006}" type="pres">
      <dgm:prSet presAssocID="{42AEBBD9-EE3C-470B-96DE-A5742284FD98}" presName="Name21" presStyleCnt="0"/>
      <dgm:spPr/>
    </dgm:pt>
    <dgm:pt modelId="{9FDAB790-1520-4292-B8A6-C6C1CCC5BC68}" type="pres">
      <dgm:prSet presAssocID="{42AEBBD9-EE3C-470B-96DE-A5742284FD98}" presName="level2Shape" presStyleLbl="node3" presStyleIdx="0" presStyleCnt="3"/>
      <dgm:spPr/>
    </dgm:pt>
    <dgm:pt modelId="{24F6BFDB-887B-4B4C-956F-05088E0B9791}" type="pres">
      <dgm:prSet presAssocID="{42AEBBD9-EE3C-470B-96DE-A5742284FD98}" presName="hierChild3" presStyleCnt="0"/>
      <dgm:spPr/>
    </dgm:pt>
    <dgm:pt modelId="{C84100D5-875A-4670-A483-3732D51F8BC1}" type="pres">
      <dgm:prSet presAssocID="{02BAA81D-98CF-47C8-9A4C-A29376D5A61E}" presName="Name19" presStyleLbl="parChTrans1D4" presStyleIdx="0" presStyleCnt="2"/>
      <dgm:spPr/>
    </dgm:pt>
    <dgm:pt modelId="{643CD13D-9A98-4E6D-A65F-226C65C3FB73}" type="pres">
      <dgm:prSet presAssocID="{5B1AFB76-0B18-4CB0-887A-90D42C45E1DE}" presName="Name21" presStyleCnt="0"/>
      <dgm:spPr/>
    </dgm:pt>
    <dgm:pt modelId="{52DC95EB-99B4-4497-A506-AF8BE567625E}" type="pres">
      <dgm:prSet presAssocID="{5B1AFB76-0B18-4CB0-887A-90D42C45E1DE}" presName="level2Shape" presStyleLbl="node4" presStyleIdx="0" presStyleCnt="2"/>
      <dgm:spPr/>
    </dgm:pt>
    <dgm:pt modelId="{C9FFB592-A8B9-446C-B01B-C979AE38E477}" type="pres">
      <dgm:prSet presAssocID="{5B1AFB76-0B18-4CB0-887A-90D42C45E1DE}" presName="hierChild3" presStyleCnt="0"/>
      <dgm:spPr/>
    </dgm:pt>
    <dgm:pt modelId="{2086F8B6-B955-4629-A55B-2496F20BE678}" type="pres">
      <dgm:prSet presAssocID="{31F2C0A3-A74F-4F26-82C8-80B566AA9561}" presName="Name19" presStyleLbl="parChTrans1D3" presStyleIdx="1" presStyleCnt="3"/>
      <dgm:spPr/>
    </dgm:pt>
    <dgm:pt modelId="{85A323BB-3B34-41B7-8087-43F1C894BA2D}" type="pres">
      <dgm:prSet presAssocID="{7ACB5E19-4CA6-4FE0-BAD5-0FA6DB8DC80B}" presName="Name21" presStyleCnt="0"/>
      <dgm:spPr/>
    </dgm:pt>
    <dgm:pt modelId="{01C13454-432E-488B-B081-51E5A0FF54CB}" type="pres">
      <dgm:prSet presAssocID="{7ACB5E19-4CA6-4FE0-BAD5-0FA6DB8DC80B}" presName="level2Shape" presStyleLbl="node3" presStyleIdx="1" presStyleCnt="3"/>
      <dgm:spPr/>
    </dgm:pt>
    <dgm:pt modelId="{162101CF-8A2E-4315-8AAC-642E6BE8D355}" type="pres">
      <dgm:prSet presAssocID="{7ACB5E19-4CA6-4FE0-BAD5-0FA6DB8DC80B}" presName="hierChild3" presStyleCnt="0"/>
      <dgm:spPr/>
    </dgm:pt>
    <dgm:pt modelId="{E4C6FF42-2777-497F-B137-3BB91E743DB6}" type="pres">
      <dgm:prSet presAssocID="{A918B9C4-A4AE-4AAF-B2D2-2F8FF02464EA}" presName="Name19" presStyleLbl="parChTrans1D4" presStyleIdx="1" presStyleCnt="2"/>
      <dgm:spPr/>
    </dgm:pt>
    <dgm:pt modelId="{7D124493-125D-4AD7-B767-453A35A80C38}" type="pres">
      <dgm:prSet presAssocID="{5C3EFB8E-B203-4C74-A6D2-0B5EDFD7C3AF}" presName="Name21" presStyleCnt="0"/>
      <dgm:spPr/>
    </dgm:pt>
    <dgm:pt modelId="{CD413A0F-1406-43FC-91FB-5FEE6E8EC65A}" type="pres">
      <dgm:prSet presAssocID="{5C3EFB8E-B203-4C74-A6D2-0B5EDFD7C3AF}" presName="level2Shape" presStyleLbl="node4" presStyleIdx="1" presStyleCnt="2"/>
      <dgm:spPr/>
    </dgm:pt>
    <dgm:pt modelId="{2DFF6C15-2ADB-4696-99BA-D851434BC727}" type="pres">
      <dgm:prSet presAssocID="{5C3EFB8E-B203-4C74-A6D2-0B5EDFD7C3AF}" presName="hierChild3" presStyleCnt="0"/>
      <dgm:spPr/>
    </dgm:pt>
    <dgm:pt modelId="{BF85EE7F-3C9E-4E7E-9B0B-FFCE3389A8F5}" type="pres">
      <dgm:prSet presAssocID="{77EA6027-BA56-41FC-947F-C34AA24D2564}" presName="Name19" presStyleLbl="parChTrans1D2" presStyleIdx="1" presStyleCnt="2"/>
      <dgm:spPr/>
    </dgm:pt>
    <dgm:pt modelId="{A766AEE4-67D4-4630-9DE2-A58537CA7811}" type="pres">
      <dgm:prSet presAssocID="{B76B2D71-08C8-496E-8370-3F01DE561D6D}" presName="Name21" presStyleCnt="0"/>
      <dgm:spPr/>
    </dgm:pt>
    <dgm:pt modelId="{9792567C-2B62-4707-9104-1AAD83EFC461}" type="pres">
      <dgm:prSet presAssocID="{B76B2D71-08C8-496E-8370-3F01DE561D6D}" presName="level2Shape" presStyleLbl="node2" presStyleIdx="1" presStyleCnt="2"/>
      <dgm:spPr/>
    </dgm:pt>
    <dgm:pt modelId="{FF7CC21D-5D17-4820-8B9D-373D76A76E6D}" type="pres">
      <dgm:prSet presAssocID="{B76B2D71-08C8-496E-8370-3F01DE561D6D}" presName="hierChild3" presStyleCnt="0"/>
      <dgm:spPr/>
    </dgm:pt>
    <dgm:pt modelId="{F77594BB-1E77-4339-A8C8-23EAE272CA96}" type="pres">
      <dgm:prSet presAssocID="{0BD21B95-26F2-432A-AC08-0ABC5FAA5DAB}" presName="Name19" presStyleLbl="parChTrans1D3" presStyleIdx="2" presStyleCnt="3"/>
      <dgm:spPr/>
    </dgm:pt>
    <dgm:pt modelId="{93276104-3BAD-400C-8906-5A0B44A8E3B0}" type="pres">
      <dgm:prSet presAssocID="{E3DB9C57-A415-46C3-8A7D-AE2233715A4D}" presName="Name21" presStyleCnt="0"/>
      <dgm:spPr/>
    </dgm:pt>
    <dgm:pt modelId="{F879FC8E-681F-41DE-90C1-3A5D7471F139}" type="pres">
      <dgm:prSet presAssocID="{E3DB9C57-A415-46C3-8A7D-AE2233715A4D}" presName="level2Shape" presStyleLbl="node3" presStyleIdx="2" presStyleCnt="3"/>
      <dgm:spPr/>
    </dgm:pt>
    <dgm:pt modelId="{B2177BE6-6BB7-47EF-9C81-98C35771A392}" type="pres">
      <dgm:prSet presAssocID="{E3DB9C57-A415-46C3-8A7D-AE2233715A4D}" presName="hierChild3" presStyleCnt="0"/>
      <dgm:spPr/>
    </dgm:pt>
    <dgm:pt modelId="{5A90F33F-643E-4502-9AF6-9D2791DBAB65}" type="pres">
      <dgm:prSet presAssocID="{FA6E01B0-7475-4C7A-923E-08C6E240DA8F}" presName="bgShapesFlow" presStyleCnt="0"/>
      <dgm:spPr/>
    </dgm:pt>
  </dgm:ptLst>
  <dgm:cxnLst>
    <dgm:cxn modelId="{BB033305-54AC-4526-9979-59DE4B3033FB}" type="presOf" srcId="{A269067F-3627-4F60-B6E1-BFBD9068CB4F}" destId="{D7B68554-31B4-49C9-BB17-BC7E7996C22F}" srcOrd="0" destOrd="0" presId="urn:microsoft.com/office/officeart/2005/8/layout/hierarchy6"/>
    <dgm:cxn modelId="{B8E0CA14-4798-492C-879A-742E61E64CAD}" type="presOf" srcId="{0BD21B95-26F2-432A-AC08-0ABC5FAA5DAB}" destId="{F77594BB-1E77-4339-A8C8-23EAE272CA96}" srcOrd="0" destOrd="0" presId="urn:microsoft.com/office/officeart/2005/8/layout/hierarchy6"/>
    <dgm:cxn modelId="{E9294A21-5783-4F9C-A6D0-2B999027464E}" type="presOf" srcId="{5B1AFB76-0B18-4CB0-887A-90D42C45E1DE}" destId="{52DC95EB-99B4-4497-A506-AF8BE567625E}" srcOrd="0" destOrd="0" presId="urn:microsoft.com/office/officeart/2005/8/layout/hierarchy6"/>
    <dgm:cxn modelId="{E5A6FD29-01A1-4D8E-BAAA-E0B850325D1E}" srcId="{166E3FCA-3D41-42F3-9AE7-E1C078B45A7E}" destId="{EFCF4B24-FEAD-4630-B8D3-E15BA2B49252}" srcOrd="0" destOrd="0" parTransId="{A269067F-3627-4F60-B6E1-BFBD9068CB4F}" sibTransId="{1C1D24FA-9479-4A8B-A1FC-93FC5444C980}"/>
    <dgm:cxn modelId="{E8B18D69-2FC0-4185-B443-EBFE2724EA41}" type="presOf" srcId="{31F2C0A3-A74F-4F26-82C8-80B566AA9561}" destId="{2086F8B6-B955-4629-A55B-2496F20BE678}" srcOrd="0" destOrd="0" presId="urn:microsoft.com/office/officeart/2005/8/layout/hierarchy6"/>
    <dgm:cxn modelId="{89DBC46D-ECED-4133-8C9C-8B67C063690F}" type="presOf" srcId="{982A61C4-A90E-46AE-9891-4A35DF98C852}" destId="{FA44BB1F-3CD2-4A24-AFDD-153D8EC312A6}" srcOrd="0" destOrd="0" presId="urn:microsoft.com/office/officeart/2005/8/layout/hierarchy6"/>
    <dgm:cxn modelId="{B6A5DF55-80D1-42C9-ACD6-2952D00B2493}" srcId="{EFCF4B24-FEAD-4630-B8D3-E15BA2B49252}" destId="{7ACB5E19-4CA6-4FE0-BAD5-0FA6DB8DC80B}" srcOrd="1" destOrd="0" parTransId="{31F2C0A3-A74F-4F26-82C8-80B566AA9561}" sibTransId="{31E25F71-53DA-48B1-B451-CC19368049E4}"/>
    <dgm:cxn modelId="{24134D58-9827-4DFA-8FCF-9D13DA0352BE}" srcId="{7ACB5E19-4CA6-4FE0-BAD5-0FA6DB8DC80B}" destId="{5C3EFB8E-B203-4C74-A6D2-0B5EDFD7C3AF}" srcOrd="0" destOrd="0" parTransId="{A918B9C4-A4AE-4AAF-B2D2-2F8FF02464EA}" sibTransId="{35211FE4-967C-4BE0-A47B-A56E8BA717BD}"/>
    <dgm:cxn modelId="{118F0F7E-0A29-4916-AEA5-B212EE1FBF7B}" type="presOf" srcId="{5C3EFB8E-B203-4C74-A6D2-0B5EDFD7C3AF}" destId="{CD413A0F-1406-43FC-91FB-5FEE6E8EC65A}" srcOrd="0" destOrd="0" presId="urn:microsoft.com/office/officeart/2005/8/layout/hierarchy6"/>
    <dgm:cxn modelId="{31D04484-03FD-41A9-B338-517B97B5EEDD}" type="presOf" srcId="{EFCF4B24-FEAD-4630-B8D3-E15BA2B49252}" destId="{FE72385F-96A7-46C5-8DD7-5E818F56DF1F}" srcOrd="0" destOrd="0" presId="urn:microsoft.com/office/officeart/2005/8/layout/hierarchy6"/>
    <dgm:cxn modelId="{C0B76F90-DB22-4639-B34F-26B4EAF1BBAD}" type="presOf" srcId="{166E3FCA-3D41-42F3-9AE7-E1C078B45A7E}" destId="{9B499A17-3862-47C0-9E8D-CB1E3115D40C}" srcOrd="0" destOrd="0" presId="urn:microsoft.com/office/officeart/2005/8/layout/hierarchy6"/>
    <dgm:cxn modelId="{33B05B96-2DA5-4E7D-B843-7AE04D0764E1}" type="presOf" srcId="{77EA6027-BA56-41FC-947F-C34AA24D2564}" destId="{BF85EE7F-3C9E-4E7E-9B0B-FFCE3389A8F5}" srcOrd="0" destOrd="0" presId="urn:microsoft.com/office/officeart/2005/8/layout/hierarchy6"/>
    <dgm:cxn modelId="{E42478AC-05BC-42CB-BB8D-7893C598C221}" srcId="{FA6E01B0-7475-4C7A-923E-08C6E240DA8F}" destId="{166E3FCA-3D41-42F3-9AE7-E1C078B45A7E}" srcOrd="0" destOrd="0" parTransId="{01EC8E7C-A651-4CC7-B3B1-26A56EFFE992}" sibTransId="{7676B177-6687-4476-B2A8-BD00CA4FC2D1}"/>
    <dgm:cxn modelId="{78A712B2-23B8-47D6-AD33-CC1A316D7F49}" srcId="{EFCF4B24-FEAD-4630-B8D3-E15BA2B49252}" destId="{42AEBBD9-EE3C-470B-96DE-A5742284FD98}" srcOrd="0" destOrd="0" parTransId="{982A61C4-A90E-46AE-9891-4A35DF98C852}" sibTransId="{FB2E6AE3-FC85-4D63-BBA3-9FC39B94AB9F}"/>
    <dgm:cxn modelId="{44DF14B2-F10E-4DB3-93EF-2EC8A9F689C9}" type="presOf" srcId="{42AEBBD9-EE3C-470B-96DE-A5742284FD98}" destId="{9FDAB790-1520-4292-B8A6-C6C1CCC5BC68}" srcOrd="0" destOrd="0" presId="urn:microsoft.com/office/officeart/2005/8/layout/hierarchy6"/>
    <dgm:cxn modelId="{BA2DB1BC-94A7-47B0-AE63-77A53159B904}" type="presOf" srcId="{A918B9C4-A4AE-4AAF-B2D2-2F8FF02464EA}" destId="{E4C6FF42-2777-497F-B137-3BB91E743DB6}" srcOrd="0" destOrd="0" presId="urn:microsoft.com/office/officeart/2005/8/layout/hierarchy6"/>
    <dgm:cxn modelId="{FF2C12C1-C782-402F-8B1A-287F1455BA02}" srcId="{42AEBBD9-EE3C-470B-96DE-A5742284FD98}" destId="{5B1AFB76-0B18-4CB0-887A-90D42C45E1DE}" srcOrd="0" destOrd="0" parTransId="{02BAA81D-98CF-47C8-9A4C-A29376D5A61E}" sibTransId="{903C0266-E6A0-46F2-B302-F837117B4B16}"/>
    <dgm:cxn modelId="{93285DC1-5ADD-447B-A6C0-84E0D5EFC2D1}" type="presOf" srcId="{FA6E01B0-7475-4C7A-923E-08C6E240DA8F}" destId="{4873A05E-2E15-4952-8D2C-CBF8428E175D}" srcOrd="0" destOrd="0" presId="urn:microsoft.com/office/officeart/2005/8/layout/hierarchy6"/>
    <dgm:cxn modelId="{78D3F5C7-BC8C-40AA-B668-84C7BC3E7554}" type="presOf" srcId="{02BAA81D-98CF-47C8-9A4C-A29376D5A61E}" destId="{C84100D5-875A-4670-A483-3732D51F8BC1}" srcOrd="0" destOrd="0" presId="urn:microsoft.com/office/officeart/2005/8/layout/hierarchy6"/>
    <dgm:cxn modelId="{25EB14CD-1F1E-4E00-B0D9-8E1B97928DDF}" type="presOf" srcId="{7ACB5E19-4CA6-4FE0-BAD5-0FA6DB8DC80B}" destId="{01C13454-432E-488B-B081-51E5A0FF54CB}" srcOrd="0" destOrd="0" presId="urn:microsoft.com/office/officeart/2005/8/layout/hierarchy6"/>
    <dgm:cxn modelId="{26208FDF-6E54-4D8F-BE88-810784C59C25}" srcId="{B76B2D71-08C8-496E-8370-3F01DE561D6D}" destId="{E3DB9C57-A415-46C3-8A7D-AE2233715A4D}" srcOrd="0" destOrd="0" parTransId="{0BD21B95-26F2-432A-AC08-0ABC5FAA5DAB}" sibTransId="{E17DE8B9-48F8-4B4A-9681-55F757E6648E}"/>
    <dgm:cxn modelId="{0075FBE6-2524-4CA5-8417-683F0D1B6EEF}" srcId="{166E3FCA-3D41-42F3-9AE7-E1C078B45A7E}" destId="{B76B2D71-08C8-496E-8370-3F01DE561D6D}" srcOrd="1" destOrd="0" parTransId="{77EA6027-BA56-41FC-947F-C34AA24D2564}" sibTransId="{55C272FE-98DE-4A8C-9572-AD92837FD993}"/>
    <dgm:cxn modelId="{6829A7EE-E0AE-4D82-853A-698F0EE7FF54}" type="presOf" srcId="{E3DB9C57-A415-46C3-8A7D-AE2233715A4D}" destId="{F879FC8E-681F-41DE-90C1-3A5D7471F139}" srcOrd="0" destOrd="0" presId="urn:microsoft.com/office/officeart/2005/8/layout/hierarchy6"/>
    <dgm:cxn modelId="{97EDFBF6-89A1-46CE-9D59-F814331F3066}" type="presOf" srcId="{B76B2D71-08C8-496E-8370-3F01DE561D6D}" destId="{9792567C-2B62-4707-9104-1AAD83EFC461}" srcOrd="0" destOrd="0" presId="urn:microsoft.com/office/officeart/2005/8/layout/hierarchy6"/>
    <dgm:cxn modelId="{A0497984-EDC9-4DFD-A8BC-40F3F17FE3E8}" type="presParOf" srcId="{4873A05E-2E15-4952-8D2C-CBF8428E175D}" destId="{4A544D56-C7E1-46A0-B98D-95B9EC872B10}" srcOrd="0" destOrd="0" presId="urn:microsoft.com/office/officeart/2005/8/layout/hierarchy6"/>
    <dgm:cxn modelId="{F0AA96C4-C73C-417D-B53A-8D5FAC8A1D7C}" type="presParOf" srcId="{4A544D56-C7E1-46A0-B98D-95B9EC872B10}" destId="{46EBE6A6-6A5C-44A6-817E-B3EE18EC2425}" srcOrd="0" destOrd="0" presId="urn:microsoft.com/office/officeart/2005/8/layout/hierarchy6"/>
    <dgm:cxn modelId="{DE1CCE35-43F2-4061-8505-E9D642059426}" type="presParOf" srcId="{46EBE6A6-6A5C-44A6-817E-B3EE18EC2425}" destId="{A12C6EFD-00D0-4365-8A13-E1DC65D9A8A5}" srcOrd="0" destOrd="0" presId="urn:microsoft.com/office/officeart/2005/8/layout/hierarchy6"/>
    <dgm:cxn modelId="{723F7BA2-A040-48A1-8983-8C1FA1A0CA50}" type="presParOf" srcId="{A12C6EFD-00D0-4365-8A13-E1DC65D9A8A5}" destId="{9B499A17-3862-47C0-9E8D-CB1E3115D40C}" srcOrd="0" destOrd="0" presId="urn:microsoft.com/office/officeart/2005/8/layout/hierarchy6"/>
    <dgm:cxn modelId="{FC045239-695B-4EB4-A190-657E99F8E632}" type="presParOf" srcId="{A12C6EFD-00D0-4365-8A13-E1DC65D9A8A5}" destId="{A15EFC8B-A7D7-401D-8C57-DD8DEF9BABE1}" srcOrd="1" destOrd="0" presId="urn:microsoft.com/office/officeart/2005/8/layout/hierarchy6"/>
    <dgm:cxn modelId="{10A1FD71-B178-4CD8-87BD-A0F69666A7E5}" type="presParOf" srcId="{A15EFC8B-A7D7-401D-8C57-DD8DEF9BABE1}" destId="{D7B68554-31B4-49C9-BB17-BC7E7996C22F}" srcOrd="0" destOrd="0" presId="urn:microsoft.com/office/officeart/2005/8/layout/hierarchy6"/>
    <dgm:cxn modelId="{C87FCA62-CD6B-4821-91DF-84B95631537C}" type="presParOf" srcId="{A15EFC8B-A7D7-401D-8C57-DD8DEF9BABE1}" destId="{DD44B812-3BC6-45B7-A996-85C1DD201E51}" srcOrd="1" destOrd="0" presId="urn:microsoft.com/office/officeart/2005/8/layout/hierarchy6"/>
    <dgm:cxn modelId="{DA3677F4-C18F-4352-B169-B680C320FD17}" type="presParOf" srcId="{DD44B812-3BC6-45B7-A996-85C1DD201E51}" destId="{FE72385F-96A7-46C5-8DD7-5E818F56DF1F}" srcOrd="0" destOrd="0" presId="urn:microsoft.com/office/officeart/2005/8/layout/hierarchy6"/>
    <dgm:cxn modelId="{3FF23831-1454-485E-A2C2-A22E8B26399B}" type="presParOf" srcId="{DD44B812-3BC6-45B7-A996-85C1DD201E51}" destId="{878C8228-0A14-45EE-9BE9-CAEDE83749FE}" srcOrd="1" destOrd="0" presId="urn:microsoft.com/office/officeart/2005/8/layout/hierarchy6"/>
    <dgm:cxn modelId="{806240BD-39F5-44A3-8E60-D148183B9FEA}" type="presParOf" srcId="{878C8228-0A14-45EE-9BE9-CAEDE83749FE}" destId="{FA44BB1F-3CD2-4A24-AFDD-153D8EC312A6}" srcOrd="0" destOrd="0" presId="urn:microsoft.com/office/officeart/2005/8/layout/hierarchy6"/>
    <dgm:cxn modelId="{DC3B3EC4-19AB-4132-BA6E-C335B984AE0A}" type="presParOf" srcId="{878C8228-0A14-45EE-9BE9-CAEDE83749FE}" destId="{6AE5CC30-92FA-4DFE-9EE1-69D4624F9006}" srcOrd="1" destOrd="0" presId="urn:microsoft.com/office/officeart/2005/8/layout/hierarchy6"/>
    <dgm:cxn modelId="{80012C1C-7673-4674-B8A2-95159F4785F6}" type="presParOf" srcId="{6AE5CC30-92FA-4DFE-9EE1-69D4624F9006}" destId="{9FDAB790-1520-4292-B8A6-C6C1CCC5BC68}" srcOrd="0" destOrd="0" presId="urn:microsoft.com/office/officeart/2005/8/layout/hierarchy6"/>
    <dgm:cxn modelId="{0B9D05B7-C7D7-4C3F-A321-E1D52FDEAAA1}" type="presParOf" srcId="{6AE5CC30-92FA-4DFE-9EE1-69D4624F9006}" destId="{24F6BFDB-887B-4B4C-956F-05088E0B9791}" srcOrd="1" destOrd="0" presId="urn:microsoft.com/office/officeart/2005/8/layout/hierarchy6"/>
    <dgm:cxn modelId="{870BE9DA-4A28-4C45-AB43-B323B7FE29D1}" type="presParOf" srcId="{24F6BFDB-887B-4B4C-956F-05088E0B9791}" destId="{C84100D5-875A-4670-A483-3732D51F8BC1}" srcOrd="0" destOrd="0" presId="urn:microsoft.com/office/officeart/2005/8/layout/hierarchy6"/>
    <dgm:cxn modelId="{AAC83353-E851-402D-9410-81CDC7EA2531}" type="presParOf" srcId="{24F6BFDB-887B-4B4C-956F-05088E0B9791}" destId="{643CD13D-9A98-4E6D-A65F-226C65C3FB73}" srcOrd="1" destOrd="0" presId="urn:microsoft.com/office/officeart/2005/8/layout/hierarchy6"/>
    <dgm:cxn modelId="{41BB4790-6311-406E-ADDB-3B7318B23EA5}" type="presParOf" srcId="{643CD13D-9A98-4E6D-A65F-226C65C3FB73}" destId="{52DC95EB-99B4-4497-A506-AF8BE567625E}" srcOrd="0" destOrd="0" presId="urn:microsoft.com/office/officeart/2005/8/layout/hierarchy6"/>
    <dgm:cxn modelId="{7F83C171-2067-4264-B891-834B0D090BE5}" type="presParOf" srcId="{643CD13D-9A98-4E6D-A65F-226C65C3FB73}" destId="{C9FFB592-A8B9-446C-B01B-C979AE38E477}" srcOrd="1" destOrd="0" presId="urn:microsoft.com/office/officeart/2005/8/layout/hierarchy6"/>
    <dgm:cxn modelId="{9BD7EEFC-4A64-4242-A1AD-79ECFD617392}" type="presParOf" srcId="{878C8228-0A14-45EE-9BE9-CAEDE83749FE}" destId="{2086F8B6-B955-4629-A55B-2496F20BE678}" srcOrd="2" destOrd="0" presId="urn:microsoft.com/office/officeart/2005/8/layout/hierarchy6"/>
    <dgm:cxn modelId="{1C29F743-2E30-4D0E-8CDE-FC4B2C3484AE}" type="presParOf" srcId="{878C8228-0A14-45EE-9BE9-CAEDE83749FE}" destId="{85A323BB-3B34-41B7-8087-43F1C894BA2D}" srcOrd="3" destOrd="0" presId="urn:microsoft.com/office/officeart/2005/8/layout/hierarchy6"/>
    <dgm:cxn modelId="{1AE7C518-04C5-4378-BA65-97B1450A6DA3}" type="presParOf" srcId="{85A323BB-3B34-41B7-8087-43F1C894BA2D}" destId="{01C13454-432E-488B-B081-51E5A0FF54CB}" srcOrd="0" destOrd="0" presId="urn:microsoft.com/office/officeart/2005/8/layout/hierarchy6"/>
    <dgm:cxn modelId="{0FFDFCA7-3AF1-4DE5-BF24-DAA4C1AD0F1E}" type="presParOf" srcId="{85A323BB-3B34-41B7-8087-43F1C894BA2D}" destId="{162101CF-8A2E-4315-8AAC-642E6BE8D355}" srcOrd="1" destOrd="0" presId="urn:microsoft.com/office/officeart/2005/8/layout/hierarchy6"/>
    <dgm:cxn modelId="{8506B946-4EF2-4F0C-8F49-DA91A5BF994D}" type="presParOf" srcId="{162101CF-8A2E-4315-8AAC-642E6BE8D355}" destId="{E4C6FF42-2777-497F-B137-3BB91E743DB6}" srcOrd="0" destOrd="0" presId="urn:microsoft.com/office/officeart/2005/8/layout/hierarchy6"/>
    <dgm:cxn modelId="{FCB4311B-11F1-45D2-8A9F-1132E4979ACA}" type="presParOf" srcId="{162101CF-8A2E-4315-8AAC-642E6BE8D355}" destId="{7D124493-125D-4AD7-B767-453A35A80C38}" srcOrd="1" destOrd="0" presId="urn:microsoft.com/office/officeart/2005/8/layout/hierarchy6"/>
    <dgm:cxn modelId="{1BEBB637-F53A-40E8-8820-5A9751E32B66}" type="presParOf" srcId="{7D124493-125D-4AD7-B767-453A35A80C38}" destId="{CD413A0F-1406-43FC-91FB-5FEE6E8EC65A}" srcOrd="0" destOrd="0" presId="urn:microsoft.com/office/officeart/2005/8/layout/hierarchy6"/>
    <dgm:cxn modelId="{F621052D-70C7-4D63-A7FF-F3830EE63BE7}" type="presParOf" srcId="{7D124493-125D-4AD7-B767-453A35A80C38}" destId="{2DFF6C15-2ADB-4696-99BA-D851434BC727}" srcOrd="1" destOrd="0" presId="urn:microsoft.com/office/officeart/2005/8/layout/hierarchy6"/>
    <dgm:cxn modelId="{385E2DDD-3E36-4ED2-B626-D91C20ED6934}" type="presParOf" srcId="{A15EFC8B-A7D7-401D-8C57-DD8DEF9BABE1}" destId="{BF85EE7F-3C9E-4E7E-9B0B-FFCE3389A8F5}" srcOrd="2" destOrd="0" presId="urn:microsoft.com/office/officeart/2005/8/layout/hierarchy6"/>
    <dgm:cxn modelId="{D873D137-3EDD-412C-AEBB-0D2E924E1320}" type="presParOf" srcId="{A15EFC8B-A7D7-401D-8C57-DD8DEF9BABE1}" destId="{A766AEE4-67D4-4630-9DE2-A58537CA7811}" srcOrd="3" destOrd="0" presId="urn:microsoft.com/office/officeart/2005/8/layout/hierarchy6"/>
    <dgm:cxn modelId="{BCCB9B51-8E56-4A95-883E-37D4AD3910C0}" type="presParOf" srcId="{A766AEE4-67D4-4630-9DE2-A58537CA7811}" destId="{9792567C-2B62-4707-9104-1AAD83EFC461}" srcOrd="0" destOrd="0" presId="urn:microsoft.com/office/officeart/2005/8/layout/hierarchy6"/>
    <dgm:cxn modelId="{81D1EE23-CD6F-4C5E-A151-F43008F67851}" type="presParOf" srcId="{A766AEE4-67D4-4630-9DE2-A58537CA7811}" destId="{FF7CC21D-5D17-4820-8B9D-373D76A76E6D}" srcOrd="1" destOrd="0" presId="urn:microsoft.com/office/officeart/2005/8/layout/hierarchy6"/>
    <dgm:cxn modelId="{A326C8B5-C0AE-40A8-9145-E4E57BE7BF6F}" type="presParOf" srcId="{FF7CC21D-5D17-4820-8B9D-373D76A76E6D}" destId="{F77594BB-1E77-4339-A8C8-23EAE272CA96}" srcOrd="0" destOrd="0" presId="urn:microsoft.com/office/officeart/2005/8/layout/hierarchy6"/>
    <dgm:cxn modelId="{4D3ACD66-BDC3-4007-B506-98DB70F79F66}" type="presParOf" srcId="{FF7CC21D-5D17-4820-8B9D-373D76A76E6D}" destId="{93276104-3BAD-400C-8906-5A0B44A8E3B0}" srcOrd="1" destOrd="0" presId="urn:microsoft.com/office/officeart/2005/8/layout/hierarchy6"/>
    <dgm:cxn modelId="{733531FD-E960-4861-978C-6A01BB229B7A}" type="presParOf" srcId="{93276104-3BAD-400C-8906-5A0B44A8E3B0}" destId="{F879FC8E-681F-41DE-90C1-3A5D7471F139}" srcOrd="0" destOrd="0" presId="urn:microsoft.com/office/officeart/2005/8/layout/hierarchy6"/>
    <dgm:cxn modelId="{596E3AE4-1019-48F9-A073-72B1418994F3}" type="presParOf" srcId="{93276104-3BAD-400C-8906-5A0B44A8E3B0}" destId="{B2177BE6-6BB7-47EF-9C81-98C35771A392}" srcOrd="1" destOrd="0" presId="urn:microsoft.com/office/officeart/2005/8/layout/hierarchy6"/>
    <dgm:cxn modelId="{F79DD5FF-6C76-4288-87FD-B14D3A5D060C}" type="presParOf" srcId="{4873A05E-2E15-4952-8D2C-CBF8428E175D}" destId="{5A90F33F-643E-4502-9AF6-9D2791DBAB65}"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6E01B0-7475-4C7A-923E-08C6E240DA8F}"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166E3FCA-3D41-42F3-9AE7-E1C078B45A7E}">
      <dgm:prSet phldrT="[Text]"/>
      <dgm:spPr/>
      <dgm:t>
        <a:bodyPr/>
        <a:lstStyle/>
        <a:p>
          <a:r>
            <a:rPr lang="en-US" dirty="0"/>
            <a:t>Fib(3)</a:t>
          </a:r>
        </a:p>
      </dgm:t>
    </dgm:pt>
    <dgm:pt modelId="{01EC8E7C-A651-4CC7-B3B1-26A56EFFE992}" type="parTrans" cxnId="{E42478AC-05BC-42CB-BB8D-7893C598C221}">
      <dgm:prSet/>
      <dgm:spPr/>
      <dgm:t>
        <a:bodyPr/>
        <a:lstStyle/>
        <a:p>
          <a:endParaRPr lang="en-US"/>
        </a:p>
      </dgm:t>
    </dgm:pt>
    <dgm:pt modelId="{7676B177-6687-4476-B2A8-BD00CA4FC2D1}" type="sibTrans" cxnId="{E42478AC-05BC-42CB-BB8D-7893C598C221}">
      <dgm:prSet/>
      <dgm:spPr/>
      <dgm:t>
        <a:bodyPr/>
        <a:lstStyle/>
        <a:p>
          <a:endParaRPr lang="en-US"/>
        </a:p>
      </dgm:t>
    </dgm:pt>
    <dgm:pt modelId="{EFCF4B24-FEAD-4630-B8D3-E15BA2B49252}">
      <dgm:prSet phldrT="[Text]"/>
      <dgm:spPr/>
      <dgm:t>
        <a:bodyPr/>
        <a:lstStyle/>
        <a:p>
          <a:r>
            <a:rPr lang="en-US" dirty="0"/>
            <a:t>Fib(2)</a:t>
          </a:r>
        </a:p>
      </dgm:t>
    </dgm:pt>
    <dgm:pt modelId="{A269067F-3627-4F60-B6E1-BFBD9068CB4F}" type="parTrans" cxnId="{E5A6FD29-01A1-4D8E-BAAA-E0B850325D1E}">
      <dgm:prSet/>
      <dgm:spPr/>
      <dgm:t>
        <a:bodyPr/>
        <a:lstStyle/>
        <a:p>
          <a:endParaRPr lang="en-US"/>
        </a:p>
      </dgm:t>
    </dgm:pt>
    <dgm:pt modelId="{1C1D24FA-9479-4A8B-A1FC-93FC5444C980}" type="sibTrans" cxnId="{E5A6FD29-01A1-4D8E-BAAA-E0B850325D1E}">
      <dgm:prSet/>
      <dgm:spPr/>
      <dgm:t>
        <a:bodyPr/>
        <a:lstStyle/>
        <a:p>
          <a:endParaRPr lang="en-US"/>
        </a:p>
      </dgm:t>
    </dgm:pt>
    <dgm:pt modelId="{7ACB5E19-4CA6-4FE0-BAD5-0FA6DB8DC80B}">
      <dgm:prSet phldrT="[Text]"/>
      <dgm:spPr/>
      <dgm:t>
        <a:bodyPr/>
        <a:lstStyle/>
        <a:p>
          <a:r>
            <a:rPr lang="en-US" dirty="0"/>
            <a:t>Fib(1)</a:t>
          </a:r>
        </a:p>
      </dgm:t>
    </dgm:pt>
    <dgm:pt modelId="{31F2C0A3-A74F-4F26-82C8-80B566AA9561}" type="parTrans" cxnId="{B6A5DF55-80D1-42C9-ACD6-2952D00B2493}">
      <dgm:prSet/>
      <dgm:spPr/>
      <dgm:t>
        <a:bodyPr/>
        <a:lstStyle/>
        <a:p>
          <a:endParaRPr lang="en-US"/>
        </a:p>
      </dgm:t>
    </dgm:pt>
    <dgm:pt modelId="{31E25F71-53DA-48B1-B451-CC19368049E4}" type="sibTrans" cxnId="{B6A5DF55-80D1-42C9-ACD6-2952D00B2493}">
      <dgm:prSet/>
      <dgm:spPr/>
      <dgm:t>
        <a:bodyPr/>
        <a:lstStyle/>
        <a:p>
          <a:endParaRPr lang="en-US"/>
        </a:p>
      </dgm:t>
    </dgm:pt>
    <dgm:pt modelId="{B76B2D71-08C8-496E-8370-3F01DE561D6D}">
      <dgm:prSet phldrT="[Text]"/>
      <dgm:spPr/>
      <dgm:t>
        <a:bodyPr/>
        <a:lstStyle/>
        <a:p>
          <a:r>
            <a:rPr lang="en-US" dirty="0"/>
            <a:t>Fib(2)</a:t>
          </a:r>
        </a:p>
      </dgm:t>
    </dgm:pt>
    <dgm:pt modelId="{77EA6027-BA56-41FC-947F-C34AA24D2564}" type="parTrans" cxnId="{0075FBE6-2524-4CA5-8417-683F0D1B6EEF}">
      <dgm:prSet/>
      <dgm:spPr/>
      <dgm:t>
        <a:bodyPr/>
        <a:lstStyle/>
        <a:p>
          <a:endParaRPr lang="en-US"/>
        </a:p>
      </dgm:t>
    </dgm:pt>
    <dgm:pt modelId="{55C272FE-98DE-4A8C-9572-AD92837FD993}" type="sibTrans" cxnId="{0075FBE6-2524-4CA5-8417-683F0D1B6EEF}">
      <dgm:prSet/>
      <dgm:spPr/>
      <dgm:t>
        <a:bodyPr/>
        <a:lstStyle/>
        <a:p>
          <a:endParaRPr lang="en-US"/>
        </a:p>
      </dgm:t>
    </dgm:pt>
    <dgm:pt modelId="{42AEBBD9-EE3C-470B-96DE-A5742284FD98}">
      <dgm:prSet phldrT="[Text]"/>
      <dgm:spPr/>
      <dgm:t>
        <a:bodyPr/>
        <a:lstStyle/>
        <a:p>
          <a:r>
            <a:rPr lang="en-US" dirty="0"/>
            <a:t>Fib(1)</a:t>
          </a:r>
        </a:p>
      </dgm:t>
    </dgm:pt>
    <dgm:pt modelId="{982A61C4-A90E-46AE-9891-4A35DF98C852}" type="parTrans" cxnId="{78A712B2-23B8-47D6-AD33-CC1A316D7F49}">
      <dgm:prSet/>
      <dgm:spPr/>
      <dgm:t>
        <a:bodyPr/>
        <a:lstStyle/>
        <a:p>
          <a:endParaRPr lang="en-US"/>
        </a:p>
      </dgm:t>
    </dgm:pt>
    <dgm:pt modelId="{FB2E6AE3-FC85-4D63-BBA3-9FC39B94AB9F}" type="sibTrans" cxnId="{78A712B2-23B8-47D6-AD33-CC1A316D7F49}">
      <dgm:prSet/>
      <dgm:spPr/>
      <dgm:t>
        <a:bodyPr/>
        <a:lstStyle/>
        <a:p>
          <a:endParaRPr lang="en-US"/>
        </a:p>
      </dgm:t>
    </dgm:pt>
    <dgm:pt modelId="{D32D803B-0898-456B-861E-5A2083B92E3D}">
      <dgm:prSet phldrT="[Text]"/>
      <dgm:spPr/>
      <dgm:t>
        <a:bodyPr/>
        <a:lstStyle/>
        <a:p>
          <a:r>
            <a:rPr lang="en-US" dirty="0"/>
            <a:t>Fib(4)</a:t>
          </a:r>
        </a:p>
      </dgm:t>
    </dgm:pt>
    <dgm:pt modelId="{5544AC8A-0F1D-4314-917A-B444328D015A}" type="parTrans" cxnId="{97366D7B-7C58-44FA-873A-C9FC1710C744}">
      <dgm:prSet/>
      <dgm:spPr/>
      <dgm:t>
        <a:bodyPr/>
        <a:lstStyle/>
        <a:p>
          <a:endParaRPr lang="en-US"/>
        </a:p>
      </dgm:t>
    </dgm:pt>
    <dgm:pt modelId="{0C77E76E-E35F-4A49-88F1-5135546B156C}" type="sibTrans" cxnId="{97366D7B-7C58-44FA-873A-C9FC1710C744}">
      <dgm:prSet/>
      <dgm:spPr/>
      <dgm:t>
        <a:bodyPr/>
        <a:lstStyle/>
        <a:p>
          <a:endParaRPr lang="en-US"/>
        </a:p>
      </dgm:t>
    </dgm:pt>
    <dgm:pt modelId="{92AB6102-0C91-41B6-9E89-5E13E9E6DEDE}">
      <dgm:prSet phldrT="[Text]"/>
      <dgm:spPr/>
      <dgm:t>
        <a:bodyPr/>
        <a:lstStyle/>
        <a:p>
          <a:r>
            <a:rPr lang="en-US" dirty="0"/>
            <a:t>Fib(3)</a:t>
          </a:r>
        </a:p>
      </dgm:t>
    </dgm:pt>
    <dgm:pt modelId="{36001938-7BA6-4070-8DAA-D90E2551C469}" type="parTrans" cxnId="{C199739B-7D8E-43B1-8FA4-A24BF05547A8}">
      <dgm:prSet/>
      <dgm:spPr/>
      <dgm:t>
        <a:bodyPr/>
        <a:lstStyle/>
        <a:p>
          <a:endParaRPr lang="en-US"/>
        </a:p>
      </dgm:t>
    </dgm:pt>
    <dgm:pt modelId="{E80D8316-4704-436F-91E4-B791EAE3138C}" type="sibTrans" cxnId="{C199739B-7D8E-43B1-8FA4-A24BF05547A8}">
      <dgm:prSet/>
      <dgm:spPr/>
      <dgm:t>
        <a:bodyPr/>
        <a:lstStyle/>
        <a:p>
          <a:endParaRPr lang="en-US"/>
        </a:p>
      </dgm:t>
    </dgm:pt>
    <dgm:pt modelId="{AE2E4107-BAD5-4167-BABA-F66F36DDA04E}">
      <dgm:prSet phldrT="[Text]"/>
      <dgm:spPr/>
      <dgm:t>
        <a:bodyPr/>
        <a:lstStyle/>
        <a:p>
          <a:r>
            <a:rPr lang="en-US" dirty="0"/>
            <a:t>Fib(2)</a:t>
          </a:r>
        </a:p>
      </dgm:t>
    </dgm:pt>
    <dgm:pt modelId="{553B285C-057E-43EE-B7F8-6742E30A0500}" type="parTrans" cxnId="{C1FDCBD9-FE60-4E10-BA99-A0A1CACACF45}">
      <dgm:prSet/>
      <dgm:spPr/>
      <dgm:t>
        <a:bodyPr/>
        <a:lstStyle/>
        <a:p>
          <a:endParaRPr lang="en-US"/>
        </a:p>
      </dgm:t>
    </dgm:pt>
    <dgm:pt modelId="{BF2F8A45-3F44-48C1-A612-631F4B30E820}" type="sibTrans" cxnId="{C1FDCBD9-FE60-4E10-BA99-A0A1CACACF45}">
      <dgm:prSet/>
      <dgm:spPr/>
      <dgm:t>
        <a:bodyPr/>
        <a:lstStyle/>
        <a:p>
          <a:endParaRPr lang="en-US"/>
        </a:p>
      </dgm:t>
    </dgm:pt>
    <dgm:pt modelId="{E1EC88C0-3F74-427C-83C5-A2B8087A6537}">
      <dgm:prSet phldrT="[Text]"/>
      <dgm:spPr/>
      <dgm:t>
        <a:bodyPr/>
        <a:lstStyle/>
        <a:p>
          <a:r>
            <a:rPr lang="en-US" dirty="0"/>
            <a:t>Fib(2)</a:t>
          </a:r>
        </a:p>
      </dgm:t>
    </dgm:pt>
    <dgm:pt modelId="{A1D01A91-364E-49A5-86B3-B6890AFC2489}" type="parTrans" cxnId="{459DFD2C-DA2D-4E92-B81C-EB22AEA243B6}">
      <dgm:prSet/>
      <dgm:spPr/>
      <dgm:t>
        <a:bodyPr/>
        <a:lstStyle/>
        <a:p>
          <a:endParaRPr lang="en-US"/>
        </a:p>
      </dgm:t>
    </dgm:pt>
    <dgm:pt modelId="{FE459984-A1EC-4E17-88BC-F6EDB2453E72}" type="sibTrans" cxnId="{459DFD2C-DA2D-4E92-B81C-EB22AEA243B6}">
      <dgm:prSet/>
      <dgm:spPr/>
      <dgm:t>
        <a:bodyPr/>
        <a:lstStyle/>
        <a:p>
          <a:endParaRPr lang="en-US"/>
        </a:p>
      </dgm:t>
    </dgm:pt>
    <dgm:pt modelId="{6314645A-310E-4783-9EF9-8A9557C2973A}">
      <dgm:prSet phldrT="[Text]"/>
      <dgm:spPr/>
      <dgm:t>
        <a:bodyPr/>
        <a:lstStyle/>
        <a:p>
          <a:r>
            <a:rPr lang="en-US" dirty="0"/>
            <a:t>Fib(1)</a:t>
          </a:r>
        </a:p>
      </dgm:t>
    </dgm:pt>
    <dgm:pt modelId="{3A0918A4-1628-4340-BA55-684C930E18E0}" type="parTrans" cxnId="{557A0BEA-1246-4782-95BA-386F3D67D7B6}">
      <dgm:prSet/>
      <dgm:spPr/>
      <dgm:t>
        <a:bodyPr/>
        <a:lstStyle/>
        <a:p>
          <a:endParaRPr lang="en-US"/>
        </a:p>
      </dgm:t>
    </dgm:pt>
    <dgm:pt modelId="{70432CFD-2322-49A0-B3A5-41219E100AD5}" type="sibTrans" cxnId="{557A0BEA-1246-4782-95BA-386F3D67D7B6}">
      <dgm:prSet/>
      <dgm:spPr/>
      <dgm:t>
        <a:bodyPr/>
        <a:lstStyle/>
        <a:p>
          <a:endParaRPr lang="en-US"/>
        </a:p>
      </dgm:t>
    </dgm:pt>
    <dgm:pt modelId="{DCB8D92B-2ED0-4383-BB89-9C17C06FF7FB}">
      <dgm:prSet phldrT="[Text]"/>
      <dgm:spPr/>
      <dgm:t>
        <a:bodyPr/>
        <a:lstStyle/>
        <a:p>
          <a:r>
            <a:rPr lang="en-US" dirty="0"/>
            <a:t>Fib(1)</a:t>
          </a:r>
        </a:p>
      </dgm:t>
    </dgm:pt>
    <dgm:pt modelId="{8C08217C-228E-4D9C-8BF1-8043805D973D}" type="parTrans" cxnId="{BB3A4F1B-EA2D-49FB-A27B-D204609AF39A}">
      <dgm:prSet/>
      <dgm:spPr/>
      <dgm:t>
        <a:bodyPr/>
        <a:lstStyle/>
        <a:p>
          <a:endParaRPr lang="en-US"/>
        </a:p>
      </dgm:t>
    </dgm:pt>
    <dgm:pt modelId="{C5DC3314-3612-4513-B32A-4FDDBC9CDAF2}" type="sibTrans" cxnId="{BB3A4F1B-EA2D-49FB-A27B-D204609AF39A}">
      <dgm:prSet/>
      <dgm:spPr/>
      <dgm:t>
        <a:bodyPr/>
        <a:lstStyle/>
        <a:p>
          <a:endParaRPr lang="en-US"/>
        </a:p>
      </dgm:t>
    </dgm:pt>
    <dgm:pt modelId="{9A6F2112-98F5-445B-A540-ACDD5CD22393}">
      <dgm:prSet phldrT="[Text]"/>
      <dgm:spPr/>
      <dgm:t>
        <a:bodyPr/>
        <a:lstStyle/>
        <a:p>
          <a:r>
            <a:rPr lang="en-US" dirty="0"/>
            <a:t>Fib(1)</a:t>
          </a:r>
        </a:p>
      </dgm:t>
    </dgm:pt>
    <dgm:pt modelId="{0616C66C-9D3C-47AC-B2BE-217BF1EA8073}" type="parTrans" cxnId="{5B6D240A-775E-4447-9CEC-18E28040F342}">
      <dgm:prSet/>
      <dgm:spPr/>
      <dgm:t>
        <a:bodyPr/>
        <a:lstStyle/>
        <a:p>
          <a:endParaRPr lang="en-US"/>
        </a:p>
      </dgm:t>
    </dgm:pt>
    <dgm:pt modelId="{499EAB9E-C89E-46CC-BB9F-C41FFE6A431F}" type="sibTrans" cxnId="{5B6D240A-775E-4447-9CEC-18E28040F342}">
      <dgm:prSet/>
      <dgm:spPr/>
      <dgm:t>
        <a:bodyPr/>
        <a:lstStyle/>
        <a:p>
          <a:endParaRPr lang="en-US"/>
        </a:p>
      </dgm:t>
    </dgm:pt>
    <dgm:pt modelId="{C175836C-70F5-4E2C-8B46-6C7F7D5FC6CB}">
      <dgm:prSet phldrT="[Text]"/>
      <dgm:spPr/>
      <dgm:t>
        <a:bodyPr/>
        <a:lstStyle/>
        <a:p>
          <a:r>
            <a:rPr lang="en-US" dirty="0"/>
            <a:t>Fib(1)</a:t>
          </a:r>
        </a:p>
      </dgm:t>
    </dgm:pt>
    <dgm:pt modelId="{7B86736E-B7BA-4F08-98EC-B749CFE89F9F}" type="parTrans" cxnId="{3838292A-FAA1-490D-B08A-E233B3B60881}">
      <dgm:prSet/>
      <dgm:spPr/>
      <dgm:t>
        <a:bodyPr/>
        <a:lstStyle/>
        <a:p>
          <a:endParaRPr lang="en-US"/>
        </a:p>
      </dgm:t>
    </dgm:pt>
    <dgm:pt modelId="{A465B190-4D8C-4ED6-8F77-DDCDF95DDAA0}" type="sibTrans" cxnId="{3838292A-FAA1-490D-B08A-E233B3B60881}">
      <dgm:prSet/>
      <dgm:spPr/>
      <dgm:t>
        <a:bodyPr/>
        <a:lstStyle/>
        <a:p>
          <a:endParaRPr lang="en-US"/>
        </a:p>
      </dgm:t>
    </dgm:pt>
    <dgm:pt modelId="{AEED12C6-74DC-4473-B902-18BEFED76BB9}">
      <dgm:prSet phldrT="[Text]"/>
      <dgm:spPr/>
      <dgm:t>
        <a:bodyPr/>
        <a:lstStyle/>
        <a:p>
          <a:r>
            <a:rPr lang="en-US" dirty="0"/>
            <a:t>Fib(1)</a:t>
          </a:r>
        </a:p>
      </dgm:t>
    </dgm:pt>
    <dgm:pt modelId="{720BE08C-9F82-46FA-BAC4-1CC1B4367573}" type="parTrans" cxnId="{C25217D7-92F9-4D5D-A850-35ED292027CD}">
      <dgm:prSet/>
      <dgm:spPr/>
      <dgm:t>
        <a:bodyPr/>
        <a:lstStyle/>
        <a:p>
          <a:endParaRPr lang="en-US"/>
        </a:p>
      </dgm:t>
    </dgm:pt>
    <dgm:pt modelId="{9D361184-F148-44FB-BB47-335C9BC0193A}" type="sibTrans" cxnId="{C25217D7-92F9-4D5D-A850-35ED292027CD}">
      <dgm:prSet/>
      <dgm:spPr/>
      <dgm:t>
        <a:bodyPr/>
        <a:lstStyle/>
        <a:p>
          <a:endParaRPr lang="en-US"/>
        </a:p>
      </dgm:t>
    </dgm:pt>
    <dgm:pt modelId="{94834DA8-027F-44E3-9F07-9EDC4519BE0F}">
      <dgm:prSet phldrT="[Text]"/>
      <dgm:spPr/>
      <dgm:t>
        <a:bodyPr/>
        <a:lstStyle/>
        <a:p>
          <a:r>
            <a:rPr lang="en-US" dirty="0"/>
            <a:t>Fib(1)</a:t>
          </a:r>
        </a:p>
      </dgm:t>
    </dgm:pt>
    <dgm:pt modelId="{F2575F5A-3FEB-470D-9CFC-D9E765888B1A}" type="parTrans" cxnId="{EBB658C4-7AB2-4B19-B713-1058A9B22976}">
      <dgm:prSet/>
      <dgm:spPr/>
      <dgm:t>
        <a:bodyPr/>
        <a:lstStyle/>
        <a:p>
          <a:endParaRPr lang="en-US"/>
        </a:p>
      </dgm:t>
    </dgm:pt>
    <dgm:pt modelId="{15B1CA99-4D8F-46D8-8673-0868FC0AC066}" type="sibTrans" cxnId="{EBB658C4-7AB2-4B19-B713-1058A9B22976}">
      <dgm:prSet/>
      <dgm:spPr/>
      <dgm:t>
        <a:bodyPr/>
        <a:lstStyle/>
        <a:p>
          <a:endParaRPr lang="en-US"/>
        </a:p>
      </dgm:t>
    </dgm:pt>
    <dgm:pt modelId="{A9DBAD82-5921-4DF9-AF4D-F335F10D7D6C}">
      <dgm:prSet phldrT="[Text]"/>
      <dgm:spPr/>
      <dgm:t>
        <a:bodyPr/>
        <a:lstStyle/>
        <a:p>
          <a:r>
            <a:rPr lang="en-US" dirty="0"/>
            <a:t>1</a:t>
          </a:r>
        </a:p>
      </dgm:t>
    </dgm:pt>
    <dgm:pt modelId="{C26A97F9-08DD-461F-A545-0C5C80B916D7}" type="parTrans" cxnId="{33194904-FEBF-4592-9BDD-D23E4BC45CD4}">
      <dgm:prSet/>
      <dgm:spPr/>
      <dgm:t>
        <a:bodyPr/>
        <a:lstStyle/>
        <a:p>
          <a:endParaRPr lang="en-US"/>
        </a:p>
      </dgm:t>
    </dgm:pt>
    <dgm:pt modelId="{4F4F2AA2-0B27-4FEA-913A-AF5B3A87DC97}" type="sibTrans" cxnId="{33194904-FEBF-4592-9BDD-D23E4BC45CD4}">
      <dgm:prSet/>
      <dgm:spPr/>
      <dgm:t>
        <a:bodyPr/>
        <a:lstStyle/>
        <a:p>
          <a:endParaRPr lang="en-US"/>
        </a:p>
      </dgm:t>
    </dgm:pt>
    <dgm:pt modelId="{164AE0F9-2976-48CA-A18A-EBF20D3F020E}">
      <dgm:prSet phldrT="[Text]"/>
      <dgm:spPr/>
      <dgm:t>
        <a:bodyPr/>
        <a:lstStyle/>
        <a:p>
          <a:r>
            <a:rPr lang="en-US" dirty="0"/>
            <a:t>1</a:t>
          </a:r>
        </a:p>
      </dgm:t>
    </dgm:pt>
    <dgm:pt modelId="{47E448F8-E280-4E78-BDFC-0BCF0AD29D55}" type="parTrans" cxnId="{A1F379C0-ACF1-4C1F-A563-4B3FBE077689}">
      <dgm:prSet/>
      <dgm:spPr/>
      <dgm:t>
        <a:bodyPr/>
        <a:lstStyle/>
        <a:p>
          <a:endParaRPr lang="en-US"/>
        </a:p>
      </dgm:t>
    </dgm:pt>
    <dgm:pt modelId="{982C341A-142A-4876-9BC9-18B4AF69708F}" type="sibTrans" cxnId="{A1F379C0-ACF1-4C1F-A563-4B3FBE077689}">
      <dgm:prSet/>
      <dgm:spPr/>
      <dgm:t>
        <a:bodyPr/>
        <a:lstStyle/>
        <a:p>
          <a:endParaRPr lang="en-US"/>
        </a:p>
      </dgm:t>
    </dgm:pt>
    <dgm:pt modelId="{9B675DEE-7C2F-440E-B56E-448132103B95}">
      <dgm:prSet phldrT="[Text]"/>
      <dgm:spPr/>
      <dgm:t>
        <a:bodyPr/>
        <a:lstStyle/>
        <a:p>
          <a:r>
            <a:rPr lang="en-US" dirty="0"/>
            <a:t>1</a:t>
          </a:r>
        </a:p>
      </dgm:t>
    </dgm:pt>
    <dgm:pt modelId="{09954ABE-3218-4411-97D6-C79E5F8F0B00}" type="parTrans" cxnId="{C5ED13B8-2560-486C-A60B-887ECAFA05F2}">
      <dgm:prSet/>
      <dgm:spPr/>
      <dgm:t>
        <a:bodyPr/>
        <a:lstStyle/>
        <a:p>
          <a:endParaRPr lang="en-US"/>
        </a:p>
      </dgm:t>
    </dgm:pt>
    <dgm:pt modelId="{925435E9-62FA-489F-8D96-5931B031ED6A}" type="sibTrans" cxnId="{C5ED13B8-2560-486C-A60B-887ECAFA05F2}">
      <dgm:prSet/>
      <dgm:spPr/>
      <dgm:t>
        <a:bodyPr/>
        <a:lstStyle/>
        <a:p>
          <a:endParaRPr lang="en-US"/>
        </a:p>
      </dgm:t>
    </dgm:pt>
    <dgm:pt modelId="{CD58F44E-7E99-4ABC-A020-58579487FAD7}">
      <dgm:prSet phldrT="[Text]"/>
      <dgm:spPr/>
      <dgm:t>
        <a:bodyPr/>
        <a:lstStyle/>
        <a:p>
          <a:r>
            <a:rPr lang="en-US" dirty="0"/>
            <a:t>1</a:t>
          </a:r>
        </a:p>
      </dgm:t>
    </dgm:pt>
    <dgm:pt modelId="{DE1299F6-09F0-4AB0-84BE-08F4001F522D}" type="parTrans" cxnId="{1BF0A7BB-6F54-441F-A553-332372C1FA97}">
      <dgm:prSet/>
      <dgm:spPr/>
      <dgm:t>
        <a:bodyPr/>
        <a:lstStyle/>
        <a:p>
          <a:endParaRPr lang="en-US"/>
        </a:p>
      </dgm:t>
    </dgm:pt>
    <dgm:pt modelId="{E4665D02-21D1-4621-AB01-EDA268163887}" type="sibTrans" cxnId="{1BF0A7BB-6F54-441F-A553-332372C1FA97}">
      <dgm:prSet/>
      <dgm:spPr/>
      <dgm:t>
        <a:bodyPr/>
        <a:lstStyle/>
        <a:p>
          <a:endParaRPr lang="en-US"/>
        </a:p>
      </dgm:t>
    </dgm:pt>
    <dgm:pt modelId="{92DA4334-FAB2-4343-864B-3A5CCAFADA97}">
      <dgm:prSet phldrT="[Text]"/>
      <dgm:spPr/>
      <dgm:t>
        <a:bodyPr/>
        <a:lstStyle/>
        <a:p>
          <a:r>
            <a:rPr lang="en-US" dirty="0"/>
            <a:t>1</a:t>
          </a:r>
        </a:p>
      </dgm:t>
    </dgm:pt>
    <dgm:pt modelId="{6C29A138-D9B6-4E5E-83ED-BC630143A8DF}" type="parTrans" cxnId="{BA3D86A0-01F5-4ABA-8D38-C73834573F74}">
      <dgm:prSet/>
      <dgm:spPr/>
      <dgm:t>
        <a:bodyPr/>
        <a:lstStyle/>
        <a:p>
          <a:endParaRPr lang="en-US"/>
        </a:p>
      </dgm:t>
    </dgm:pt>
    <dgm:pt modelId="{559CB297-E84A-4F2D-8C5B-EC26A34A00E0}" type="sibTrans" cxnId="{BA3D86A0-01F5-4ABA-8D38-C73834573F74}">
      <dgm:prSet/>
      <dgm:spPr/>
      <dgm:t>
        <a:bodyPr/>
        <a:lstStyle/>
        <a:p>
          <a:endParaRPr lang="en-US"/>
        </a:p>
      </dgm:t>
    </dgm:pt>
    <dgm:pt modelId="{028DE7EF-FA6C-4057-94C8-067625477C17}">
      <dgm:prSet phldrT="[Text]"/>
      <dgm:spPr/>
      <dgm:t>
        <a:bodyPr/>
        <a:lstStyle/>
        <a:p>
          <a:r>
            <a:rPr lang="en-US" dirty="0"/>
            <a:t>1</a:t>
          </a:r>
        </a:p>
      </dgm:t>
    </dgm:pt>
    <dgm:pt modelId="{D3692D5F-630F-422D-94F7-BAA8677D84BD}" type="parTrans" cxnId="{CE7106A7-AFAD-4F93-93AC-B29C752E378D}">
      <dgm:prSet/>
      <dgm:spPr/>
      <dgm:t>
        <a:bodyPr/>
        <a:lstStyle/>
        <a:p>
          <a:endParaRPr lang="en-US"/>
        </a:p>
      </dgm:t>
    </dgm:pt>
    <dgm:pt modelId="{8AE534BA-B125-418A-B138-80E22E776C24}" type="sibTrans" cxnId="{CE7106A7-AFAD-4F93-93AC-B29C752E378D}">
      <dgm:prSet/>
      <dgm:spPr/>
      <dgm:t>
        <a:bodyPr/>
        <a:lstStyle/>
        <a:p>
          <a:endParaRPr lang="en-US"/>
        </a:p>
      </dgm:t>
    </dgm:pt>
    <dgm:pt modelId="{38D012C9-5F20-4353-AB9C-5294B5ABC044}">
      <dgm:prSet phldrT="[Text]"/>
      <dgm:spPr/>
      <dgm:t>
        <a:bodyPr/>
        <a:lstStyle/>
        <a:p>
          <a:r>
            <a:rPr lang="en-US" dirty="0"/>
            <a:t>1</a:t>
          </a:r>
        </a:p>
      </dgm:t>
    </dgm:pt>
    <dgm:pt modelId="{0ABA7F1B-0A7A-4EDC-B0BA-FC71B0C8D1A5}" type="parTrans" cxnId="{2B0F8D22-D401-44E8-9739-801FF6D135C9}">
      <dgm:prSet/>
      <dgm:spPr/>
      <dgm:t>
        <a:bodyPr/>
        <a:lstStyle/>
        <a:p>
          <a:endParaRPr lang="en-US"/>
        </a:p>
      </dgm:t>
    </dgm:pt>
    <dgm:pt modelId="{24727417-E4CB-4A37-8C6A-084BCA9AADBF}" type="sibTrans" cxnId="{2B0F8D22-D401-44E8-9739-801FF6D135C9}">
      <dgm:prSet/>
      <dgm:spPr/>
      <dgm:t>
        <a:bodyPr/>
        <a:lstStyle/>
        <a:p>
          <a:endParaRPr lang="en-US"/>
        </a:p>
      </dgm:t>
    </dgm:pt>
    <dgm:pt modelId="{681974F1-849E-431D-BB15-FBDD9816ACC2}">
      <dgm:prSet phldrT="[Text]"/>
      <dgm:spPr/>
      <dgm:t>
        <a:bodyPr/>
        <a:lstStyle/>
        <a:p>
          <a:r>
            <a:rPr lang="en-US" dirty="0"/>
            <a:t>1</a:t>
          </a:r>
        </a:p>
      </dgm:t>
    </dgm:pt>
    <dgm:pt modelId="{C5FBFE82-F380-4AFE-9A32-07E665FF75D2}" type="parTrans" cxnId="{23F88DA9-1D65-4424-B48F-A3DA96F3EADF}">
      <dgm:prSet/>
      <dgm:spPr/>
      <dgm:t>
        <a:bodyPr/>
        <a:lstStyle/>
        <a:p>
          <a:endParaRPr lang="en-US"/>
        </a:p>
      </dgm:t>
    </dgm:pt>
    <dgm:pt modelId="{883D5AA8-CA58-4AD9-87A5-4C75D6E1BC07}" type="sibTrans" cxnId="{23F88DA9-1D65-4424-B48F-A3DA96F3EADF}">
      <dgm:prSet/>
      <dgm:spPr/>
      <dgm:t>
        <a:bodyPr/>
        <a:lstStyle/>
        <a:p>
          <a:endParaRPr lang="en-US"/>
        </a:p>
      </dgm:t>
    </dgm:pt>
    <dgm:pt modelId="{4873A05E-2E15-4952-8D2C-CBF8428E175D}" type="pres">
      <dgm:prSet presAssocID="{FA6E01B0-7475-4C7A-923E-08C6E240DA8F}" presName="mainComposite" presStyleCnt="0">
        <dgm:presLayoutVars>
          <dgm:chPref val="1"/>
          <dgm:dir/>
          <dgm:animOne val="branch"/>
          <dgm:animLvl val="lvl"/>
          <dgm:resizeHandles val="exact"/>
        </dgm:presLayoutVars>
      </dgm:prSet>
      <dgm:spPr/>
    </dgm:pt>
    <dgm:pt modelId="{4A544D56-C7E1-46A0-B98D-95B9EC872B10}" type="pres">
      <dgm:prSet presAssocID="{FA6E01B0-7475-4C7A-923E-08C6E240DA8F}" presName="hierFlow" presStyleCnt="0"/>
      <dgm:spPr/>
    </dgm:pt>
    <dgm:pt modelId="{46EBE6A6-6A5C-44A6-817E-B3EE18EC2425}" type="pres">
      <dgm:prSet presAssocID="{FA6E01B0-7475-4C7A-923E-08C6E240DA8F}" presName="hierChild1" presStyleCnt="0">
        <dgm:presLayoutVars>
          <dgm:chPref val="1"/>
          <dgm:animOne val="branch"/>
          <dgm:animLvl val="lvl"/>
        </dgm:presLayoutVars>
      </dgm:prSet>
      <dgm:spPr/>
    </dgm:pt>
    <dgm:pt modelId="{A4199222-05AB-4324-BEB0-E9FB68E1E59B}" type="pres">
      <dgm:prSet presAssocID="{D32D803B-0898-456B-861E-5A2083B92E3D}" presName="Name14" presStyleCnt="0"/>
      <dgm:spPr/>
    </dgm:pt>
    <dgm:pt modelId="{CC46D1CE-1D21-4A2B-AB87-C578B499B064}" type="pres">
      <dgm:prSet presAssocID="{D32D803B-0898-456B-861E-5A2083B92E3D}" presName="level1Shape" presStyleLbl="node0" presStyleIdx="0" presStyleCnt="1">
        <dgm:presLayoutVars>
          <dgm:chPref val="3"/>
        </dgm:presLayoutVars>
      </dgm:prSet>
      <dgm:spPr/>
    </dgm:pt>
    <dgm:pt modelId="{706BF84A-F673-4824-9499-4D825E9719C4}" type="pres">
      <dgm:prSet presAssocID="{D32D803B-0898-456B-861E-5A2083B92E3D}" presName="hierChild2" presStyleCnt="0"/>
      <dgm:spPr/>
    </dgm:pt>
    <dgm:pt modelId="{87F939A7-8E8D-4402-B009-40019F3E139C}" type="pres">
      <dgm:prSet presAssocID="{01EC8E7C-A651-4CC7-B3B1-26A56EFFE992}" presName="Name19" presStyleLbl="parChTrans1D2" presStyleIdx="0" presStyleCnt="2"/>
      <dgm:spPr/>
    </dgm:pt>
    <dgm:pt modelId="{F3C2F126-2666-406F-B966-41C8837548B0}" type="pres">
      <dgm:prSet presAssocID="{166E3FCA-3D41-42F3-9AE7-E1C078B45A7E}" presName="Name21" presStyleCnt="0"/>
      <dgm:spPr/>
    </dgm:pt>
    <dgm:pt modelId="{3B37B4B1-E198-420B-9560-23ACF9334C6C}" type="pres">
      <dgm:prSet presAssocID="{166E3FCA-3D41-42F3-9AE7-E1C078B45A7E}" presName="level2Shape" presStyleLbl="node2" presStyleIdx="0" presStyleCnt="2"/>
      <dgm:spPr/>
    </dgm:pt>
    <dgm:pt modelId="{44ED4F0D-20EF-497C-8139-DE4CB6D852DC}" type="pres">
      <dgm:prSet presAssocID="{166E3FCA-3D41-42F3-9AE7-E1C078B45A7E}" presName="hierChild3" presStyleCnt="0"/>
      <dgm:spPr/>
    </dgm:pt>
    <dgm:pt modelId="{0A187D42-F4AC-432A-8407-C549EE223557}" type="pres">
      <dgm:prSet presAssocID="{A269067F-3627-4F60-B6E1-BFBD9068CB4F}" presName="Name19" presStyleLbl="parChTrans1D3" presStyleIdx="0" presStyleCnt="4"/>
      <dgm:spPr/>
    </dgm:pt>
    <dgm:pt modelId="{C82EC3EE-4854-4BA3-BD63-B18962FABF11}" type="pres">
      <dgm:prSet presAssocID="{EFCF4B24-FEAD-4630-B8D3-E15BA2B49252}" presName="Name21" presStyleCnt="0"/>
      <dgm:spPr/>
    </dgm:pt>
    <dgm:pt modelId="{E739AA26-3632-474B-AE3F-BF80F9FAFAD3}" type="pres">
      <dgm:prSet presAssocID="{EFCF4B24-FEAD-4630-B8D3-E15BA2B49252}" presName="level2Shape" presStyleLbl="node3" presStyleIdx="0" presStyleCnt="4"/>
      <dgm:spPr/>
    </dgm:pt>
    <dgm:pt modelId="{D1A86AAF-26C1-4E63-8345-DCAA6586CF4E}" type="pres">
      <dgm:prSet presAssocID="{EFCF4B24-FEAD-4630-B8D3-E15BA2B49252}" presName="hierChild3" presStyleCnt="0"/>
      <dgm:spPr/>
    </dgm:pt>
    <dgm:pt modelId="{144EE3D0-0160-4C27-B834-6089CDA32AD4}" type="pres">
      <dgm:prSet presAssocID="{982A61C4-A90E-46AE-9891-4A35DF98C852}" presName="Name19" presStyleLbl="parChTrans1D4" presStyleIdx="0" presStyleCnt="16"/>
      <dgm:spPr/>
    </dgm:pt>
    <dgm:pt modelId="{463DBDD9-8D21-41E3-B319-ED41CDB1F9C2}" type="pres">
      <dgm:prSet presAssocID="{42AEBBD9-EE3C-470B-96DE-A5742284FD98}" presName="Name21" presStyleCnt="0"/>
      <dgm:spPr/>
    </dgm:pt>
    <dgm:pt modelId="{93969931-D80C-4136-B32D-1074F7764984}" type="pres">
      <dgm:prSet presAssocID="{42AEBBD9-EE3C-470B-96DE-A5742284FD98}" presName="level2Shape" presStyleLbl="node4" presStyleIdx="0" presStyleCnt="16"/>
      <dgm:spPr/>
    </dgm:pt>
    <dgm:pt modelId="{5805007B-5185-4420-A0BE-C87073769969}" type="pres">
      <dgm:prSet presAssocID="{42AEBBD9-EE3C-470B-96DE-A5742284FD98}" presName="hierChild3" presStyleCnt="0"/>
      <dgm:spPr/>
    </dgm:pt>
    <dgm:pt modelId="{542D1EB3-86BC-427F-BCD1-F26A4AB2F03B}" type="pres">
      <dgm:prSet presAssocID="{C26A97F9-08DD-461F-A545-0C5C80B916D7}" presName="Name19" presStyleLbl="parChTrans1D4" presStyleIdx="1" presStyleCnt="16"/>
      <dgm:spPr/>
    </dgm:pt>
    <dgm:pt modelId="{0A396253-994F-4679-94AD-BD5BD736B342}" type="pres">
      <dgm:prSet presAssocID="{A9DBAD82-5921-4DF9-AF4D-F335F10D7D6C}" presName="Name21" presStyleCnt="0"/>
      <dgm:spPr/>
    </dgm:pt>
    <dgm:pt modelId="{C78CC687-C76C-4897-A6B8-540CAA062B69}" type="pres">
      <dgm:prSet presAssocID="{A9DBAD82-5921-4DF9-AF4D-F335F10D7D6C}" presName="level2Shape" presStyleLbl="node4" presStyleIdx="1" presStyleCnt="16"/>
      <dgm:spPr/>
    </dgm:pt>
    <dgm:pt modelId="{7D41E028-8D2B-4100-B4E7-0C377100FA04}" type="pres">
      <dgm:prSet presAssocID="{A9DBAD82-5921-4DF9-AF4D-F335F10D7D6C}" presName="hierChild3" presStyleCnt="0"/>
      <dgm:spPr/>
    </dgm:pt>
    <dgm:pt modelId="{BB9B6D6A-A13D-4FFB-9F74-CD482764F5E0}" type="pres">
      <dgm:prSet presAssocID="{31F2C0A3-A74F-4F26-82C8-80B566AA9561}" presName="Name19" presStyleLbl="parChTrans1D4" presStyleIdx="2" presStyleCnt="16"/>
      <dgm:spPr/>
    </dgm:pt>
    <dgm:pt modelId="{336DE4B5-0B65-4B70-A1DC-6F6CF31AE34D}" type="pres">
      <dgm:prSet presAssocID="{7ACB5E19-4CA6-4FE0-BAD5-0FA6DB8DC80B}" presName="Name21" presStyleCnt="0"/>
      <dgm:spPr/>
    </dgm:pt>
    <dgm:pt modelId="{3DC6F3B1-1686-4745-8DA5-19DB869D2CDD}" type="pres">
      <dgm:prSet presAssocID="{7ACB5E19-4CA6-4FE0-BAD5-0FA6DB8DC80B}" presName="level2Shape" presStyleLbl="node4" presStyleIdx="2" presStyleCnt="16"/>
      <dgm:spPr/>
    </dgm:pt>
    <dgm:pt modelId="{23257A53-53FC-40F1-B7A4-2710BFECD59D}" type="pres">
      <dgm:prSet presAssocID="{7ACB5E19-4CA6-4FE0-BAD5-0FA6DB8DC80B}" presName="hierChild3" presStyleCnt="0"/>
      <dgm:spPr/>
    </dgm:pt>
    <dgm:pt modelId="{EE695E35-F0E1-4068-985E-755EDB1B5CCB}" type="pres">
      <dgm:prSet presAssocID="{47E448F8-E280-4E78-BDFC-0BCF0AD29D55}" presName="Name19" presStyleLbl="parChTrans1D4" presStyleIdx="3" presStyleCnt="16"/>
      <dgm:spPr/>
    </dgm:pt>
    <dgm:pt modelId="{522C36F5-6681-4197-8002-B6A88CC5A6B4}" type="pres">
      <dgm:prSet presAssocID="{164AE0F9-2976-48CA-A18A-EBF20D3F020E}" presName="Name21" presStyleCnt="0"/>
      <dgm:spPr/>
    </dgm:pt>
    <dgm:pt modelId="{14BC5E39-5A11-4112-B368-5D4C11666898}" type="pres">
      <dgm:prSet presAssocID="{164AE0F9-2976-48CA-A18A-EBF20D3F020E}" presName="level2Shape" presStyleLbl="node4" presStyleIdx="3" presStyleCnt="16"/>
      <dgm:spPr/>
    </dgm:pt>
    <dgm:pt modelId="{008CAFEB-A0FB-4339-A390-3BF6A5423722}" type="pres">
      <dgm:prSet presAssocID="{164AE0F9-2976-48CA-A18A-EBF20D3F020E}" presName="hierChild3" presStyleCnt="0"/>
      <dgm:spPr/>
    </dgm:pt>
    <dgm:pt modelId="{51467C62-0A57-4DED-8DBD-6A5EDF82D26F}" type="pres">
      <dgm:prSet presAssocID="{77EA6027-BA56-41FC-947F-C34AA24D2564}" presName="Name19" presStyleLbl="parChTrans1D3" presStyleIdx="1" presStyleCnt="4"/>
      <dgm:spPr/>
    </dgm:pt>
    <dgm:pt modelId="{2CFB2B20-BAFB-4161-B5C8-1028E1B9B449}" type="pres">
      <dgm:prSet presAssocID="{B76B2D71-08C8-496E-8370-3F01DE561D6D}" presName="Name21" presStyleCnt="0"/>
      <dgm:spPr/>
    </dgm:pt>
    <dgm:pt modelId="{1133CEAC-B17C-4833-A69C-9FD1E291A6CB}" type="pres">
      <dgm:prSet presAssocID="{B76B2D71-08C8-496E-8370-3F01DE561D6D}" presName="level2Shape" presStyleLbl="node3" presStyleIdx="1" presStyleCnt="4"/>
      <dgm:spPr/>
    </dgm:pt>
    <dgm:pt modelId="{7C17944E-BCC9-4D22-B79E-5075A65A49B5}" type="pres">
      <dgm:prSet presAssocID="{B76B2D71-08C8-496E-8370-3F01DE561D6D}" presName="hierChild3" presStyleCnt="0"/>
      <dgm:spPr/>
    </dgm:pt>
    <dgm:pt modelId="{666E768B-A607-4913-8ABA-451071FFCB60}" type="pres">
      <dgm:prSet presAssocID="{3A0918A4-1628-4340-BA55-684C930E18E0}" presName="Name19" presStyleLbl="parChTrans1D4" presStyleIdx="4" presStyleCnt="16"/>
      <dgm:spPr/>
    </dgm:pt>
    <dgm:pt modelId="{D545C803-E275-411A-B0F4-56208E834222}" type="pres">
      <dgm:prSet presAssocID="{6314645A-310E-4783-9EF9-8A9557C2973A}" presName="Name21" presStyleCnt="0"/>
      <dgm:spPr/>
    </dgm:pt>
    <dgm:pt modelId="{0D31A5EC-DD58-4A5B-B969-C661B32DA705}" type="pres">
      <dgm:prSet presAssocID="{6314645A-310E-4783-9EF9-8A9557C2973A}" presName="level2Shape" presStyleLbl="node4" presStyleIdx="4" presStyleCnt="16"/>
      <dgm:spPr/>
    </dgm:pt>
    <dgm:pt modelId="{A9AD7A26-6216-4FD2-A5E3-499725D18A82}" type="pres">
      <dgm:prSet presAssocID="{6314645A-310E-4783-9EF9-8A9557C2973A}" presName="hierChild3" presStyleCnt="0"/>
      <dgm:spPr/>
    </dgm:pt>
    <dgm:pt modelId="{EDDF1307-4038-4020-8DC7-AA42D9AF8449}" type="pres">
      <dgm:prSet presAssocID="{09954ABE-3218-4411-97D6-C79E5F8F0B00}" presName="Name19" presStyleLbl="parChTrans1D4" presStyleIdx="5" presStyleCnt="16"/>
      <dgm:spPr/>
    </dgm:pt>
    <dgm:pt modelId="{0089D89E-C5E4-4F91-A1A1-95FF6AF8DDCB}" type="pres">
      <dgm:prSet presAssocID="{9B675DEE-7C2F-440E-B56E-448132103B95}" presName="Name21" presStyleCnt="0"/>
      <dgm:spPr/>
    </dgm:pt>
    <dgm:pt modelId="{EF3EC995-4A7A-47F1-A3AA-85625B6313EF}" type="pres">
      <dgm:prSet presAssocID="{9B675DEE-7C2F-440E-B56E-448132103B95}" presName="level2Shape" presStyleLbl="node4" presStyleIdx="5" presStyleCnt="16"/>
      <dgm:spPr/>
    </dgm:pt>
    <dgm:pt modelId="{62DDF773-CA2F-4591-A230-B7092F14FF73}" type="pres">
      <dgm:prSet presAssocID="{9B675DEE-7C2F-440E-B56E-448132103B95}" presName="hierChild3" presStyleCnt="0"/>
      <dgm:spPr/>
    </dgm:pt>
    <dgm:pt modelId="{F65D7FC2-7F30-4256-A9EC-5E2D3C32908D}" type="pres">
      <dgm:prSet presAssocID="{8C08217C-228E-4D9C-8BF1-8043805D973D}" presName="Name19" presStyleLbl="parChTrans1D4" presStyleIdx="6" presStyleCnt="16"/>
      <dgm:spPr/>
    </dgm:pt>
    <dgm:pt modelId="{A041BBD0-7B1D-492D-86E8-09218B63951E}" type="pres">
      <dgm:prSet presAssocID="{DCB8D92B-2ED0-4383-BB89-9C17C06FF7FB}" presName="Name21" presStyleCnt="0"/>
      <dgm:spPr/>
    </dgm:pt>
    <dgm:pt modelId="{A99D241F-8ACE-402F-891E-3598339B20C4}" type="pres">
      <dgm:prSet presAssocID="{DCB8D92B-2ED0-4383-BB89-9C17C06FF7FB}" presName="level2Shape" presStyleLbl="node4" presStyleIdx="6" presStyleCnt="16"/>
      <dgm:spPr/>
    </dgm:pt>
    <dgm:pt modelId="{3CCE7CE8-C4A0-4F49-BCE0-190B3AF7C909}" type="pres">
      <dgm:prSet presAssocID="{DCB8D92B-2ED0-4383-BB89-9C17C06FF7FB}" presName="hierChild3" presStyleCnt="0"/>
      <dgm:spPr/>
    </dgm:pt>
    <dgm:pt modelId="{457BDD59-CB99-4A7F-A49F-C03423445097}" type="pres">
      <dgm:prSet presAssocID="{DE1299F6-09F0-4AB0-84BE-08F4001F522D}" presName="Name19" presStyleLbl="parChTrans1D4" presStyleIdx="7" presStyleCnt="16"/>
      <dgm:spPr/>
    </dgm:pt>
    <dgm:pt modelId="{5F133830-C75B-4369-BAC6-08BD01064430}" type="pres">
      <dgm:prSet presAssocID="{CD58F44E-7E99-4ABC-A020-58579487FAD7}" presName="Name21" presStyleCnt="0"/>
      <dgm:spPr/>
    </dgm:pt>
    <dgm:pt modelId="{6AC87D89-7A5E-4D42-BF7A-726203B243E5}" type="pres">
      <dgm:prSet presAssocID="{CD58F44E-7E99-4ABC-A020-58579487FAD7}" presName="level2Shape" presStyleLbl="node4" presStyleIdx="7" presStyleCnt="16"/>
      <dgm:spPr/>
    </dgm:pt>
    <dgm:pt modelId="{17582A6F-8EE2-4CAF-BCAC-25F9771453F4}" type="pres">
      <dgm:prSet presAssocID="{CD58F44E-7E99-4ABC-A020-58579487FAD7}" presName="hierChild3" presStyleCnt="0"/>
      <dgm:spPr/>
    </dgm:pt>
    <dgm:pt modelId="{8622CC84-EDBE-4323-B0A2-572A244CE26E}" type="pres">
      <dgm:prSet presAssocID="{36001938-7BA6-4070-8DAA-D90E2551C469}" presName="Name19" presStyleLbl="parChTrans1D2" presStyleIdx="1" presStyleCnt="2"/>
      <dgm:spPr/>
    </dgm:pt>
    <dgm:pt modelId="{3E75EF7B-93CB-478A-A9B8-050EB4D1430F}" type="pres">
      <dgm:prSet presAssocID="{92AB6102-0C91-41B6-9E89-5E13E9E6DEDE}" presName="Name21" presStyleCnt="0"/>
      <dgm:spPr/>
    </dgm:pt>
    <dgm:pt modelId="{B6E8BE87-2340-4537-9377-142DC2EE02AF}" type="pres">
      <dgm:prSet presAssocID="{92AB6102-0C91-41B6-9E89-5E13E9E6DEDE}" presName="level2Shape" presStyleLbl="node2" presStyleIdx="1" presStyleCnt="2"/>
      <dgm:spPr/>
    </dgm:pt>
    <dgm:pt modelId="{27650AC6-AD73-4FD0-9845-35C06BCBB3CE}" type="pres">
      <dgm:prSet presAssocID="{92AB6102-0C91-41B6-9E89-5E13E9E6DEDE}" presName="hierChild3" presStyleCnt="0"/>
      <dgm:spPr/>
    </dgm:pt>
    <dgm:pt modelId="{3024370F-60E7-4228-A52F-A685CAD0331B}" type="pres">
      <dgm:prSet presAssocID="{553B285C-057E-43EE-B7F8-6742E30A0500}" presName="Name19" presStyleLbl="parChTrans1D3" presStyleIdx="2" presStyleCnt="4"/>
      <dgm:spPr/>
    </dgm:pt>
    <dgm:pt modelId="{FDFAE00C-296E-482F-8F94-9B0D2F09D956}" type="pres">
      <dgm:prSet presAssocID="{AE2E4107-BAD5-4167-BABA-F66F36DDA04E}" presName="Name21" presStyleCnt="0"/>
      <dgm:spPr/>
    </dgm:pt>
    <dgm:pt modelId="{456DA0D2-7C5E-4E13-8005-9547D8CDD216}" type="pres">
      <dgm:prSet presAssocID="{AE2E4107-BAD5-4167-BABA-F66F36DDA04E}" presName="level2Shape" presStyleLbl="node3" presStyleIdx="2" presStyleCnt="4"/>
      <dgm:spPr/>
    </dgm:pt>
    <dgm:pt modelId="{65B5DCD0-0B14-4FFF-AB5E-08C3AA762240}" type="pres">
      <dgm:prSet presAssocID="{AE2E4107-BAD5-4167-BABA-F66F36DDA04E}" presName="hierChild3" presStyleCnt="0"/>
      <dgm:spPr/>
    </dgm:pt>
    <dgm:pt modelId="{502C3FF0-E12C-4935-B633-B8814F8A43D3}" type="pres">
      <dgm:prSet presAssocID="{0616C66C-9D3C-47AC-B2BE-217BF1EA8073}" presName="Name19" presStyleLbl="parChTrans1D4" presStyleIdx="8" presStyleCnt="16"/>
      <dgm:spPr/>
    </dgm:pt>
    <dgm:pt modelId="{208D455D-ED55-419D-82C2-5794F59A2BDE}" type="pres">
      <dgm:prSet presAssocID="{9A6F2112-98F5-445B-A540-ACDD5CD22393}" presName="Name21" presStyleCnt="0"/>
      <dgm:spPr/>
    </dgm:pt>
    <dgm:pt modelId="{E7F39147-5F26-4E4E-9E73-63A4EF1C0A4C}" type="pres">
      <dgm:prSet presAssocID="{9A6F2112-98F5-445B-A540-ACDD5CD22393}" presName="level2Shape" presStyleLbl="node4" presStyleIdx="8" presStyleCnt="16"/>
      <dgm:spPr/>
    </dgm:pt>
    <dgm:pt modelId="{9688AEE3-D493-43AD-ADD2-018494978241}" type="pres">
      <dgm:prSet presAssocID="{9A6F2112-98F5-445B-A540-ACDD5CD22393}" presName="hierChild3" presStyleCnt="0"/>
      <dgm:spPr/>
    </dgm:pt>
    <dgm:pt modelId="{2398E99A-9D31-4AB3-A018-3BDD8FDE293E}" type="pres">
      <dgm:prSet presAssocID="{6C29A138-D9B6-4E5E-83ED-BC630143A8DF}" presName="Name19" presStyleLbl="parChTrans1D4" presStyleIdx="9" presStyleCnt="16"/>
      <dgm:spPr/>
    </dgm:pt>
    <dgm:pt modelId="{AB2391B9-E862-439D-A859-9B6ED9E43372}" type="pres">
      <dgm:prSet presAssocID="{92DA4334-FAB2-4343-864B-3A5CCAFADA97}" presName="Name21" presStyleCnt="0"/>
      <dgm:spPr/>
    </dgm:pt>
    <dgm:pt modelId="{AD907650-6EDD-4B8F-A157-E31AA2B23750}" type="pres">
      <dgm:prSet presAssocID="{92DA4334-FAB2-4343-864B-3A5CCAFADA97}" presName="level2Shape" presStyleLbl="node4" presStyleIdx="9" presStyleCnt="16"/>
      <dgm:spPr/>
    </dgm:pt>
    <dgm:pt modelId="{F04A9866-CEFE-453E-986B-73A635C3DEC1}" type="pres">
      <dgm:prSet presAssocID="{92DA4334-FAB2-4343-864B-3A5CCAFADA97}" presName="hierChild3" presStyleCnt="0"/>
      <dgm:spPr/>
    </dgm:pt>
    <dgm:pt modelId="{45AE6611-3EEB-4568-9795-CF2C17EE6355}" type="pres">
      <dgm:prSet presAssocID="{7B86736E-B7BA-4F08-98EC-B749CFE89F9F}" presName="Name19" presStyleLbl="parChTrans1D4" presStyleIdx="10" presStyleCnt="16"/>
      <dgm:spPr/>
    </dgm:pt>
    <dgm:pt modelId="{509EFD42-D62D-49C9-BCE0-2CFC6EF153AD}" type="pres">
      <dgm:prSet presAssocID="{C175836C-70F5-4E2C-8B46-6C7F7D5FC6CB}" presName="Name21" presStyleCnt="0"/>
      <dgm:spPr/>
    </dgm:pt>
    <dgm:pt modelId="{101A4837-AC17-476E-9D67-7C9BF115669B}" type="pres">
      <dgm:prSet presAssocID="{C175836C-70F5-4E2C-8B46-6C7F7D5FC6CB}" presName="level2Shape" presStyleLbl="node4" presStyleIdx="10" presStyleCnt="16"/>
      <dgm:spPr/>
    </dgm:pt>
    <dgm:pt modelId="{80846FC7-43FA-4937-8A86-C059D755E7A4}" type="pres">
      <dgm:prSet presAssocID="{C175836C-70F5-4E2C-8B46-6C7F7D5FC6CB}" presName="hierChild3" presStyleCnt="0"/>
      <dgm:spPr/>
    </dgm:pt>
    <dgm:pt modelId="{66844C77-629F-44D3-AC7D-B937F6F15A6D}" type="pres">
      <dgm:prSet presAssocID="{D3692D5F-630F-422D-94F7-BAA8677D84BD}" presName="Name19" presStyleLbl="parChTrans1D4" presStyleIdx="11" presStyleCnt="16"/>
      <dgm:spPr/>
    </dgm:pt>
    <dgm:pt modelId="{A49B83EE-737E-434A-A454-15996A530010}" type="pres">
      <dgm:prSet presAssocID="{028DE7EF-FA6C-4057-94C8-067625477C17}" presName="Name21" presStyleCnt="0"/>
      <dgm:spPr/>
    </dgm:pt>
    <dgm:pt modelId="{96B2617B-D57E-4FA4-B6C9-4B1843E7A5DC}" type="pres">
      <dgm:prSet presAssocID="{028DE7EF-FA6C-4057-94C8-067625477C17}" presName="level2Shape" presStyleLbl="node4" presStyleIdx="11" presStyleCnt="16"/>
      <dgm:spPr/>
    </dgm:pt>
    <dgm:pt modelId="{DD7D2E67-F62A-4F86-BBD6-5C3E2D61544E}" type="pres">
      <dgm:prSet presAssocID="{028DE7EF-FA6C-4057-94C8-067625477C17}" presName="hierChild3" presStyleCnt="0"/>
      <dgm:spPr/>
    </dgm:pt>
    <dgm:pt modelId="{50F8F66E-BFA3-4767-87D1-38F5375CEE4C}" type="pres">
      <dgm:prSet presAssocID="{A1D01A91-364E-49A5-86B3-B6890AFC2489}" presName="Name19" presStyleLbl="parChTrans1D3" presStyleIdx="3" presStyleCnt="4"/>
      <dgm:spPr/>
    </dgm:pt>
    <dgm:pt modelId="{0FC4757F-36FB-4B42-98F3-CA4E51C65E6B}" type="pres">
      <dgm:prSet presAssocID="{E1EC88C0-3F74-427C-83C5-A2B8087A6537}" presName="Name21" presStyleCnt="0"/>
      <dgm:spPr/>
    </dgm:pt>
    <dgm:pt modelId="{B6552BDF-5C4F-4438-B26C-5DA54C2D531C}" type="pres">
      <dgm:prSet presAssocID="{E1EC88C0-3F74-427C-83C5-A2B8087A6537}" presName="level2Shape" presStyleLbl="node3" presStyleIdx="3" presStyleCnt="4"/>
      <dgm:spPr/>
    </dgm:pt>
    <dgm:pt modelId="{932109B7-0A3C-4152-893C-707B5D0C64C7}" type="pres">
      <dgm:prSet presAssocID="{E1EC88C0-3F74-427C-83C5-A2B8087A6537}" presName="hierChild3" presStyleCnt="0"/>
      <dgm:spPr/>
    </dgm:pt>
    <dgm:pt modelId="{9AF3D150-065B-4284-8658-5029A6DBE0E7}" type="pres">
      <dgm:prSet presAssocID="{720BE08C-9F82-46FA-BAC4-1CC1B4367573}" presName="Name19" presStyleLbl="parChTrans1D4" presStyleIdx="12" presStyleCnt="16"/>
      <dgm:spPr/>
    </dgm:pt>
    <dgm:pt modelId="{4C23E012-8E4B-4B77-81BB-C746378DCC5F}" type="pres">
      <dgm:prSet presAssocID="{AEED12C6-74DC-4473-B902-18BEFED76BB9}" presName="Name21" presStyleCnt="0"/>
      <dgm:spPr/>
    </dgm:pt>
    <dgm:pt modelId="{8F7E9EBD-50E0-48CF-8083-C32315130CC5}" type="pres">
      <dgm:prSet presAssocID="{AEED12C6-74DC-4473-B902-18BEFED76BB9}" presName="level2Shape" presStyleLbl="node4" presStyleIdx="12" presStyleCnt="16"/>
      <dgm:spPr/>
    </dgm:pt>
    <dgm:pt modelId="{3D40368A-F06A-41A3-8778-1BF8E5C419EA}" type="pres">
      <dgm:prSet presAssocID="{AEED12C6-74DC-4473-B902-18BEFED76BB9}" presName="hierChild3" presStyleCnt="0"/>
      <dgm:spPr/>
    </dgm:pt>
    <dgm:pt modelId="{BA561A8B-A4EC-4095-B5D6-C61A70252811}" type="pres">
      <dgm:prSet presAssocID="{0ABA7F1B-0A7A-4EDC-B0BA-FC71B0C8D1A5}" presName="Name19" presStyleLbl="parChTrans1D4" presStyleIdx="13" presStyleCnt="16"/>
      <dgm:spPr/>
    </dgm:pt>
    <dgm:pt modelId="{A22FB578-C0C3-413F-A7BA-FE0D29B9A8E2}" type="pres">
      <dgm:prSet presAssocID="{38D012C9-5F20-4353-AB9C-5294B5ABC044}" presName="Name21" presStyleCnt="0"/>
      <dgm:spPr/>
    </dgm:pt>
    <dgm:pt modelId="{F4C20E41-1AA7-4C7C-BC31-F48BC9AE3999}" type="pres">
      <dgm:prSet presAssocID="{38D012C9-5F20-4353-AB9C-5294B5ABC044}" presName="level2Shape" presStyleLbl="node4" presStyleIdx="13" presStyleCnt="16"/>
      <dgm:spPr/>
    </dgm:pt>
    <dgm:pt modelId="{E3116A04-1C59-4083-B312-F83D3C590545}" type="pres">
      <dgm:prSet presAssocID="{38D012C9-5F20-4353-AB9C-5294B5ABC044}" presName="hierChild3" presStyleCnt="0"/>
      <dgm:spPr/>
    </dgm:pt>
    <dgm:pt modelId="{DF0FFD6B-B735-4474-84E2-0FE8135CE249}" type="pres">
      <dgm:prSet presAssocID="{F2575F5A-3FEB-470D-9CFC-D9E765888B1A}" presName="Name19" presStyleLbl="parChTrans1D4" presStyleIdx="14" presStyleCnt="16"/>
      <dgm:spPr/>
    </dgm:pt>
    <dgm:pt modelId="{FC56324B-0E3C-4CD4-8BD6-A2A3B985E4C3}" type="pres">
      <dgm:prSet presAssocID="{94834DA8-027F-44E3-9F07-9EDC4519BE0F}" presName="Name21" presStyleCnt="0"/>
      <dgm:spPr/>
    </dgm:pt>
    <dgm:pt modelId="{198AAE4E-BF48-4786-A3D8-18D5CF425B88}" type="pres">
      <dgm:prSet presAssocID="{94834DA8-027F-44E3-9F07-9EDC4519BE0F}" presName="level2Shape" presStyleLbl="node4" presStyleIdx="14" presStyleCnt="16"/>
      <dgm:spPr/>
    </dgm:pt>
    <dgm:pt modelId="{1B18B51F-CD81-43CA-96F3-C952199B6542}" type="pres">
      <dgm:prSet presAssocID="{94834DA8-027F-44E3-9F07-9EDC4519BE0F}" presName="hierChild3" presStyleCnt="0"/>
      <dgm:spPr/>
    </dgm:pt>
    <dgm:pt modelId="{410C3026-F89D-4A55-A4EC-12338DFA139C}" type="pres">
      <dgm:prSet presAssocID="{C5FBFE82-F380-4AFE-9A32-07E665FF75D2}" presName="Name19" presStyleLbl="parChTrans1D4" presStyleIdx="15" presStyleCnt="16"/>
      <dgm:spPr/>
    </dgm:pt>
    <dgm:pt modelId="{709A7024-532C-4260-8824-4F4CC1912799}" type="pres">
      <dgm:prSet presAssocID="{681974F1-849E-431D-BB15-FBDD9816ACC2}" presName="Name21" presStyleCnt="0"/>
      <dgm:spPr/>
    </dgm:pt>
    <dgm:pt modelId="{2C1394D8-D2E7-4A99-A6FE-5C75DAF4ED5E}" type="pres">
      <dgm:prSet presAssocID="{681974F1-849E-431D-BB15-FBDD9816ACC2}" presName="level2Shape" presStyleLbl="node4" presStyleIdx="15" presStyleCnt="16"/>
      <dgm:spPr/>
    </dgm:pt>
    <dgm:pt modelId="{EB243C8C-B675-4E05-BA52-8830E8EDAC5A}" type="pres">
      <dgm:prSet presAssocID="{681974F1-849E-431D-BB15-FBDD9816ACC2}" presName="hierChild3" presStyleCnt="0"/>
      <dgm:spPr/>
    </dgm:pt>
    <dgm:pt modelId="{5A90F33F-643E-4502-9AF6-9D2791DBAB65}" type="pres">
      <dgm:prSet presAssocID="{FA6E01B0-7475-4C7A-923E-08C6E240DA8F}" presName="bgShapesFlow" presStyleCnt="0"/>
      <dgm:spPr/>
    </dgm:pt>
  </dgm:ptLst>
  <dgm:cxnLst>
    <dgm:cxn modelId="{BA720502-D429-439A-B71C-4B8DF7332F31}" type="presOf" srcId="{C26A97F9-08DD-461F-A545-0C5C80B916D7}" destId="{542D1EB3-86BC-427F-BCD1-F26A4AB2F03B}" srcOrd="0" destOrd="0" presId="urn:microsoft.com/office/officeart/2005/8/layout/hierarchy6"/>
    <dgm:cxn modelId="{33194904-FEBF-4592-9BDD-D23E4BC45CD4}" srcId="{42AEBBD9-EE3C-470B-96DE-A5742284FD98}" destId="{A9DBAD82-5921-4DF9-AF4D-F335F10D7D6C}" srcOrd="0" destOrd="0" parTransId="{C26A97F9-08DD-461F-A545-0C5C80B916D7}" sibTransId="{4F4F2AA2-0B27-4FEA-913A-AF5B3A87DC97}"/>
    <dgm:cxn modelId="{5020F104-9DC3-4888-90B4-8BD2314D9554}" type="presOf" srcId="{B76B2D71-08C8-496E-8370-3F01DE561D6D}" destId="{1133CEAC-B17C-4833-A69C-9FD1E291A6CB}" srcOrd="0" destOrd="0" presId="urn:microsoft.com/office/officeart/2005/8/layout/hierarchy6"/>
    <dgm:cxn modelId="{5B6D240A-775E-4447-9CEC-18E28040F342}" srcId="{AE2E4107-BAD5-4167-BABA-F66F36DDA04E}" destId="{9A6F2112-98F5-445B-A540-ACDD5CD22393}" srcOrd="0" destOrd="0" parTransId="{0616C66C-9D3C-47AC-B2BE-217BF1EA8073}" sibTransId="{499EAB9E-C89E-46CC-BB9F-C41FFE6A431F}"/>
    <dgm:cxn modelId="{4A1E530A-EA0A-4D2C-8E44-E8C1516ED8F5}" type="presOf" srcId="{7B86736E-B7BA-4F08-98EC-B749CFE89F9F}" destId="{45AE6611-3EEB-4568-9795-CF2C17EE6355}" srcOrd="0" destOrd="0" presId="urn:microsoft.com/office/officeart/2005/8/layout/hierarchy6"/>
    <dgm:cxn modelId="{49AA1E0B-DD6F-4AA8-820C-F20CDB870C82}" type="presOf" srcId="{553B285C-057E-43EE-B7F8-6742E30A0500}" destId="{3024370F-60E7-4228-A52F-A685CAD0331B}" srcOrd="0" destOrd="0" presId="urn:microsoft.com/office/officeart/2005/8/layout/hierarchy6"/>
    <dgm:cxn modelId="{6F00170E-0621-4100-8F87-9E6FDF0473E1}" type="presOf" srcId="{38D012C9-5F20-4353-AB9C-5294B5ABC044}" destId="{F4C20E41-1AA7-4C7C-BC31-F48BC9AE3999}" srcOrd="0" destOrd="0" presId="urn:microsoft.com/office/officeart/2005/8/layout/hierarchy6"/>
    <dgm:cxn modelId="{81F29211-5B87-4461-BF0A-50BF1F9081EF}" type="presOf" srcId="{42AEBBD9-EE3C-470B-96DE-A5742284FD98}" destId="{93969931-D80C-4136-B32D-1074F7764984}" srcOrd="0" destOrd="0" presId="urn:microsoft.com/office/officeart/2005/8/layout/hierarchy6"/>
    <dgm:cxn modelId="{BB3A4F1B-EA2D-49FB-A27B-D204609AF39A}" srcId="{B76B2D71-08C8-496E-8370-3F01DE561D6D}" destId="{DCB8D92B-2ED0-4383-BB89-9C17C06FF7FB}" srcOrd="1" destOrd="0" parTransId="{8C08217C-228E-4D9C-8BF1-8043805D973D}" sibTransId="{C5DC3314-3612-4513-B32A-4FDDBC9CDAF2}"/>
    <dgm:cxn modelId="{05E6321C-0872-4335-96DE-0E4B8819B65F}" type="presOf" srcId="{31F2C0A3-A74F-4F26-82C8-80B566AA9561}" destId="{BB9B6D6A-A13D-4FFB-9F74-CD482764F5E0}" srcOrd="0" destOrd="0" presId="urn:microsoft.com/office/officeart/2005/8/layout/hierarchy6"/>
    <dgm:cxn modelId="{2B0F8D22-D401-44E8-9739-801FF6D135C9}" srcId="{AEED12C6-74DC-4473-B902-18BEFED76BB9}" destId="{38D012C9-5F20-4353-AB9C-5294B5ABC044}" srcOrd="0" destOrd="0" parTransId="{0ABA7F1B-0A7A-4EDC-B0BA-FC71B0C8D1A5}" sibTransId="{24727417-E4CB-4A37-8C6A-084BCA9AADBF}"/>
    <dgm:cxn modelId="{C1284D23-3D5E-4708-B91F-A6E75F2FC9D7}" type="presOf" srcId="{6314645A-310E-4783-9EF9-8A9557C2973A}" destId="{0D31A5EC-DD58-4A5B-B969-C661B32DA705}" srcOrd="0" destOrd="0" presId="urn:microsoft.com/office/officeart/2005/8/layout/hierarchy6"/>
    <dgm:cxn modelId="{41B10824-AF9E-45FA-85BD-57F3E99794F4}" type="presOf" srcId="{EFCF4B24-FEAD-4630-B8D3-E15BA2B49252}" destId="{E739AA26-3632-474B-AE3F-BF80F9FAFAD3}" srcOrd="0" destOrd="0" presId="urn:microsoft.com/office/officeart/2005/8/layout/hierarchy6"/>
    <dgm:cxn modelId="{70426D27-8027-4D72-B7CE-E3E88DB31110}" type="presOf" srcId="{92AB6102-0C91-41B6-9E89-5E13E9E6DEDE}" destId="{B6E8BE87-2340-4537-9377-142DC2EE02AF}" srcOrd="0" destOrd="0" presId="urn:microsoft.com/office/officeart/2005/8/layout/hierarchy6"/>
    <dgm:cxn modelId="{2324E628-A59F-47BA-AB82-861ECD8DD5FD}" type="presOf" srcId="{A9DBAD82-5921-4DF9-AF4D-F335F10D7D6C}" destId="{C78CC687-C76C-4897-A6B8-540CAA062B69}" srcOrd="0" destOrd="0" presId="urn:microsoft.com/office/officeart/2005/8/layout/hierarchy6"/>
    <dgm:cxn modelId="{E5A6FD29-01A1-4D8E-BAAA-E0B850325D1E}" srcId="{166E3FCA-3D41-42F3-9AE7-E1C078B45A7E}" destId="{EFCF4B24-FEAD-4630-B8D3-E15BA2B49252}" srcOrd="0" destOrd="0" parTransId="{A269067F-3627-4F60-B6E1-BFBD9068CB4F}" sibTransId="{1C1D24FA-9479-4A8B-A1FC-93FC5444C980}"/>
    <dgm:cxn modelId="{3838292A-FAA1-490D-B08A-E233B3B60881}" srcId="{AE2E4107-BAD5-4167-BABA-F66F36DDA04E}" destId="{C175836C-70F5-4E2C-8B46-6C7F7D5FC6CB}" srcOrd="1" destOrd="0" parTransId="{7B86736E-B7BA-4F08-98EC-B749CFE89F9F}" sibTransId="{A465B190-4D8C-4ED6-8F77-DDCDF95DDAA0}"/>
    <dgm:cxn modelId="{E0D93F2A-0BBE-4435-81E6-E6E0C1E4D794}" type="presOf" srcId="{36001938-7BA6-4070-8DAA-D90E2551C469}" destId="{8622CC84-EDBE-4323-B0A2-572A244CE26E}" srcOrd="0" destOrd="0" presId="urn:microsoft.com/office/officeart/2005/8/layout/hierarchy6"/>
    <dgm:cxn modelId="{459DFD2C-DA2D-4E92-B81C-EB22AEA243B6}" srcId="{92AB6102-0C91-41B6-9E89-5E13E9E6DEDE}" destId="{E1EC88C0-3F74-427C-83C5-A2B8087A6537}" srcOrd="1" destOrd="0" parTransId="{A1D01A91-364E-49A5-86B3-B6890AFC2489}" sibTransId="{FE459984-A1EC-4E17-88BC-F6EDB2453E72}"/>
    <dgm:cxn modelId="{0E66EC30-211B-4B69-96AC-CDD258868A22}" type="presOf" srcId="{92DA4334-FAB2-4343-864B-3A5CCAFADA97}" destId="{AD907650-6EDD-4B8F-A157-E31AA2B23750}" srcOrd="0" destOrd="0" presId="urn:microsoft.com/office/officeart/2005/8/layout/hierarchy6"/>
    <dgm:cxn modelId="{8837A332-1123-4C70-970A-5EA243B1DC47}" type="presOf" srcId="{9B675DEE-7C2F-440E-B56E-448132103B95}" destId="{EF3EC995-4A7A-47F1-A3AA-85625B6313EF}" srcOrd="0" destOrd="0" presId="urn:microsoft.com/office/officeart/2005/8/layout/hierarchy6"/>
    <dgm:cxn modelId="{925B0239-056D-48F9-AB23-086257B9A3D2}" type="presOf" srcId="{47E448F8-E280-4E78-BDFC-0BCF0AD29D55}" destId="{EE695E35-F0E1-4068-985E-755EDB1B5CCB}" srcOrd="0" destOrd="0" presId="urn:microsoft.com/office/officeart/2005/8/layout/hierarchy6"/>
    <dgm:cxn modelId="{EFD9D73C-E641-486D-8853-BD2D51434FED}" type="presOf" srcId="{9A6F2112-98F5-445B-A540-ACDD5CD22393}" destId="{E7F39147-5F26-4E4E-9E73-63A4EF1C0A4C}" srcOrd="0" destOrd="0" presId="urn:microsoft.com/office/officeart/2005/8/layout/hierarchy6"/>
    <dgm:cxn modelId="{B475655C-4550-448C-A833-55A0A2E5C581}" type="presOf" srcId="{0ABA7F1B-0A7A-4EDC-B0BA-FC71B0C8D1A5}" destId="{BA561A8B-A4EC-4095-B5D6-C61A70252811}" srcOrd="0" destOrd="0" presId="urn:microsoft.com/office/officeart/2005/8/layout/hierarchy6"/>
    <dgm:cxn modelId="{516E0A5D-83FD-4E1C-B676-AE20747DAAEA}" type="presOf" srcId="{A269067F-3627-4F60-B6E1-BFBD9068CB4F}" destId="{0A187D42-F4AC-432A-8407-C549EE223557}" srcOrd="0" destOrd="0" presId="urn:microsoft.com/office/officeart/2005/8/layout/hierarchy6"/>
    <dgm:cxn modelId="{442B1B41-7D5A-432E-9CCC-893C844B710E}" type="presOf" srcId="{164AE0F9-2976-48CA-A18A-EBF20D3F020E}" destId="{14BC5E39-5A11-4112-B368-5D4C11666898}" srcOrd="0" destOrd="0" presId="urn:microsoft.com/office/officeart/2005/8/layout/hierarchy6"/>
    <dgm:cxn modelId="{C27E0543-858B-4FD0-978B-FA22335DEC41}" type="presOf" srcId="{C5FBFE82-F380-4AFE-9A32-07E665FF75D2}" destId="{410C3026-F89D-4A55-A4EC-12338DFA139C}" srcOrd="0" destOrd="0" presId="urn:microsoft.com/office/officeart/2005/8/layout/hierarchy6"/>
    <dgm:cxn modelId="{7CDC076C-5AD6-406C-951F-D813132BFDCF}" type="presOf" srcId="{6C29A138-D9B6-4E5E-83ED-BC630143A8DF}" destId="{2398E99A-9D31-4AB3-A018-3BDD8FDE293E}" srcOrd="0" destOrd="0" presId="urn:microsoft.com/office/officeart/2005/8/layout/hierarchy6"/>
    <dgm:cxn modelId="{7DA0486F-9A91-4948-882B-502ED575BA12}" type="presOf" srcId="{D32D803B-0898-456B-861E-5A2083B92E3D}" destId="{CC46D1CE-1D21-4A2B-AB87-C578B499B064}" srcOrd="0" destOrd="0" presId="urn:microsoft.com/office/officeart/2005/8/layout/hierarchy6"/>
    <dgm:cxn modelId="{CB34EE50-7E98-430F-9EFE-0D830C33128A}" type="presOf" srcId="{CD58F44E-7E99-4ABC-A020-58579487FAD7}" destId="{6AC87D89-7A5E-4D42-BF7A-726203B243E5}" srcOrd="0" destOrd="0" presId="urn:microsoft.com/office/officeart/2005/8/layout/hierarchy6"/>
    <dgm:cxn modelId="{AF40F353-DCE6-454D-A449-4230434E355C}" type="presOf" srcId="{720BE08C-9F82-46FA-BAC4-1CC1B4367573}" destId="{9AF3D150-065B-4284-8658-5029A6DBE0E7}" srcOrd="0" destOrd="0" presId="urn:microsoft.com/office/officeart/2005/8/layout/hierarchy6"/>
    <dgm:cxn modelId="{DD130C74-12FB-478F-9B07-76ABE40DCB59}" type="presOf" srcId="{DE1299F6-09F0-4AB0-84BE-08F4001F522D}" destId="{457BDD59-CB99-4A7F-A49F-C03423445097}" srcOrd="0" destOrd="0" presId="urn:microsoft.com/office/officeart/2005/8/layout/hierarchy6"/>
    <dgm:cxn modelId="{E64BD774-34E5-47DA-99A6-E4C04C49B6C8}" type="presOf" srcId="{AE2E4107-BAD5-4167-BABA-F66F36DDA04E}" destId="{456DA0D2-7C5E-4E13-8005-9547D8CDD216}" srcOrd="0" destOrd="0" presId="urn:microsoft.com/office/officeart/2005/8/layout/hierarchy6"/>
    <dgm:cxn modelId="{91A7D055-D688-4395-92CD-3731ADFB1A10}" type="presOf" srcId="{D3692D5F-630F-422D-94F7-BAA8677D84BD}" destId="{66844C77-629F-44D3-AC7D-B937F6F15A6D}" srcOrd="0" destOrd="0" presId="urn:microsoft.com/office/officeart/2005/8/layout/hierarchy6"/>
    <dgm:cxn modelId="{B6A5DF55-80D1-42C9-ACD6-2952D00B2493}" srcId="{EFCF4B24-FEAD-4630-B8D3-E15BA2B49252}" destId="{7ACB5E19-4CA6-4FE0-BAD5-0FA6DB8DC80B}" srcOrd="1" destOrd="0" parTransId="{31F2C0A3-A74F-4F26-82C8-80B566AA9561}" sibTransId="{31E25F71-53DA-48B1-B451-CC19368049E4}"/>
    <dgm:cxn modelId="{C0E10357-C080-42A6-A84B-9C1F33CAC7CF}" type="presOf" srcId="{028DE7EF-FA6C-4057-94C8-067625477C17}" destId="{96B2617B-D57E-4FA4-B6C9-4B1843E7A5DC}" srcOrd="0" destOrd="0" presId="urn:microsoft.com/office/officeart/2005/8/layout/hierarchy6"/>
    <dgm:cxn modelId="{97366D7B-7C58-44FA-873A-C9FC1710C744}" srcId="{FA6E01B0-7475-4C7A-923E-08C6E240DA8F}" destId="{D32D803B-0898-456B-861E-5A2083B92E3D}" srcOrd="0" destOrd="0" parTransId="{5544AC8A-0F1D-4314-917A-B444328D015A}" sibTransId="{0C77E76E-E35F-4A49-88F1-5135546B156C}"/>
    <dgm:cxn modelId="{97049682-07D9-43CE-82B6-52296C240719}" type="presOf" srcId="{7ACB5E19-4CA6-4FE0-BAD5-0FA6DB8DC80B}" destId="{3DC6F3B1-1686-4745-8DA5-19DB869D2CDD}" srcOrd="0" destOrd="0" presId="urn:microsoft.com/office/officeart/2005/8/layout/hierarchy6"/>
    <dgm:cxn modelId="{DFF8DC84-B88F-4A27-8ECE-4554071025BA}" type="presOf" srcId="{F2575F5A-3FEB-470D-9CFC-D9E765888B1A}" destId="{DF0FFD6B-B735-4474-84E2-0FE8135CE249}" srcOrd="0" destOrd="0" presId="urn:microsoft.com/office/officeart/2005/8/layout/hierarchy6"/>
    <dgm:cxn modelId="{C0644C87-6E8D-45B7-9110-06A21ABA4051}" type="presOf" srcId="{C175836C-70F5-4E2C-8B46-6C7F7D5FC6CB}" destId="{101A4837-AC17-476E-9D67-7C9BF115669B}" srcOrd="0" destOrd="0" presId="urn:microsoft.com/office/officeart/2005/8/layout/hierarchy6"/>
    <dgm:cxn modelId="{56592A8C-C192-48DB-B809-A4ACD36BD20A}" type="presOf" srcId="{A1D01A91-364E-49A5-86B3-B6890AFC2489}" destId="{50F8F66E-BFA3-4767-87D1-38F5375CEE4C}" srcOrd="0" destOrd="0" presId="urn:microsoft.com/office/officeart/2005/8/layout/hierarchy6"/>
    <dgm:cxn modelId="{C832398C-FE89-4794-A7DA-1001A88969D3}" type="presOf" srcId="{8C08217C-228E-4D9C-8BF1-8043805D973D}" destId="{F65D7FC2-7F30-4256-A9EC-5E2D3C32908D}" srcOrd="0" destOrd="0" presId="urn:microsoft.com/office/officeart/2005/8/layout/hierarchy6"/>
    <dgm:cxn modelId="{C199739B-7D8E-43B1-8FA4-A24BF05547A8}" srcId="{D32D803B-0898-456B-861E-5A2083B92E3D}" destId="{92AB6102-0C91-41B6-9E89-5E13E9E6DEDE}" srcOrd="1" destOrd="0" parTransId="{36001938-7BA6-4070-8DAA-D90E2551C469}" sibTransId="{E80D8316-4704-436F-91E4-B791EAE3138C}"/>
    <dgm:cxn modelId="{2601749C-D113-4338-BD4F-4A30AAAAAAAC}" type="presOf" srcId="{01EC8E7C-A651-4CC7-B3B1-26A56EFFE992}" destId="{87F939A7-8E8D-4402-B009-40019F3E139C}" srcOrd="0" destOrd="0" presId="urn:microsoft.com/office/officeart/2005/8/layout/hierarchy6"/>
    <dgm:cxn modelId="{BA3D86A0-01F5-4ABA-8D38-C73834573F74}" srcId="{9A6F2112-98F5-445B-A540-ACDD5CD22393}" destId="{92DA4334-FAB2-4343-864B-3A5CCAFADA97}" srcOrd="0" destOrd="0" parTransId="{6C29A138-D9B6-4E5E-83ED-BC630143A8DF}" sibTransId="{559CB297-E84A-4F2D-8C5B-EC26A34A00E0}"/>
    <dgm:cxn modelId="{CE7106A7-AFAD-4F93-93AC-B29C752E378D}" srcId="{C175836C-70F5-4E2C-8B46-6C7F7D5FC6CB}" destId="{028DE7EF-FA6C-4057-94C8-067625477C17}" srcOrd="0" destOrd="0" parTransId="{D3692D5F-630F-422D-94F7-BAA8677D84BD}" sibTransId="{8AE534BA-B125-418A-B138-80E22E776C24}"/>
    <dgm:cxn modelId="{23F88DA9-1D65-4424-B48F-A3DA96F3EADF}" srcId="{94834DA8-027F-44E3-9F07-9EDC4519BE0F}" destId="{681974F1-849E-431D-BB15-FBDD9816ACC2}" srcOrd="0" destOrd="0" parTransId="{C5FBFE82-F380-4AFE-9A32-07E665FF75D2}" sibTransId="{883D5AA8-CA58-4AD9-87A5-4C75D6E1BC07}"/>
    <dgm:cxn modelId="{E42478AC-05BC-42CB-BB8D-7893C598C221}" srcId="{D32D803B-0898-456B-861E-5A2083B92E3D}" destId="{166E3FCA-3D41-42F3-9AE7-E1C078B45A7E}" srcOrd="0" destOrd="0" parTransId="{01EC8E7C-A651-4CC7-B3B1-26A56EFFE992}" sibTransId="{7676B177-6687-4476-B2A8-BD00CA4FC2D1}"/>
    <dgm:cxn modelId="{BEA87CAC-FF66-4107-95E0-91EAB4B3B705}" type="presOf" srcId="{3A0918A4-1628-4340-BA55-684C930E18E0}" destId="{666E768B-A607-4913-8ABA-451071FFCB60}" srcOrd="0" destOrd="0" presId="urn:microsoft.com/office/officeart/2005/8/layout/hierarchy6"/>
    <dgm:cxn modelId="{78A712B2-23B8-47D6-AD33-CC1A316D7F49}" srcId="{EFCF4B24-FEAD-4630-B8D3-E15BA2B49252}" destId="{42AEBBD9-EE3C-470B-96DE-A5742284FD98}" srcOrd="0" destOrd="0" parTransId="{982A61C4-A90E-46AE-9891-4A35DF98C852}" sibTransId="{FB2E6AE3-FC85-4D63-BBA3-9FC39B94AB9F}"/>
    <dgm:cxn modelId="{7FAFAAB2-5BD0-47F7-B49A-86BD1030D0F6}" type="presOf" srcId="{982A61C4-A90E-46AE-9891-4A35DF98C852}" destId="{144EE3D0-0160-4C27-B834-6089CDA32AD4}" srcOrd="0" destOrd="0" presId="urn:microsoft.com/office/officeart/2005/8/layout/hierarchy6"/>
    <dgm:cxn modelId="{8FE8B7B7-B9D8-4848-9466-161368D15228}" type="presOf" srcId="{DCB8D92B-2ED0-4383-BB89-9C17C06FF7FB}" destId="{A99D241F-8ACE-402F-891E-3598339B20C4}" srcOrd="0" destOrd="0" presId="urn:microsoft.com/office/officeart/2005/8/layout/hierarchy6"/>
    <dgm:cxn modelId="{C5ED13B8-2560-486C-A60B-887ECAFA05F2}" srcId="{6314645A-310E-4783-9EF9-8A9557C2973A}" destId="{9B675DEE-7C2F-440E-B56E-448132103B95}" srcOrd="0" destOrd="0" parTransId="{09954ABE-3218-4411-97D6-C79E5F8F0B00}" sibTransId="{925435E9-62FA-489F-8D96-5931B031ED6A}"/>
    <dgm:cxn modelId="{8188A4BA-6585-4EBD-A1C7-95A7948E91F3}" type="presOf" srcId="{AEED12C6-74DC-4473-B902-18BEFED76BB9}" destId="{8F7E9EBD-50E0-48CF-8083-C32315130CC5}" srcOrd="0" destOrd="0" presId="urn:microsoft.com/office/officeart/2005/8/layout/hierarchy6"/>
    <dgm:cxn modelId="{1BF0A7BB-6F54-441F-A553-332372C1FA97}" srcId="{DCB8D92B-2ED0-4383-BB89-9C17C06FF7FB}" destId="{CD58F44E-7E99-4ABC-A020-58579487FAD7}" srcOrd="0" destOrd="0" parTransId="{DE1299F6-09F0-4AB0-84BE-08F4001F522D}" sibTransId="{E4665D02-21D1-4621-AB01-EDA268163887}"/>
    <dgm:cxn modelId="{9580D3BB-66D9-40DA-B600-316C1218BDB4}" type="presOf" srcId="{166E3FCA-3D41-42F3-9AE7-E1C078B45A7E}" destId="{3B37B4B1-E198-420B-9560-23ACF9334C6C}" srcOrd="0" destOrd="0" presId="urn:microsoft.com/office/officeart/2005/8/layout/hierarchy6"/>
    <dgm:cxn modelId="{A1F379C0-ACF1-4C1F-A563-4B3FBE077689}" srcId="{7ACB5E19-4CA6-4FE0-BAD5-0FA6DB8DC80B}" destId="{164AE0F9-2976-48CA-A18A-EBF20D3F020E}" srcOrd="0" destOrd="0" parTransId="{47E448F8-E280-4E78-BDFC-0BCF0AD29D55}" sibTransId="{982C341A-142A-4876-9BC9-18B4AF69708F}"/>
    <dgm:cxn modelId="{93285DC1-5ADD-447B-A6C0-84E0D5EFC2D1}" type="presOf" srcId="{FA6E01B0-7475-4C7A-923E-08C6E240DA8F}" destId="{4873A05E-2E15-4952-8D2C-CBF8428E175D}" srcOrd="0" destOrd="0" presId="urn:microsoft.com/office/officeart/2005/8/layout/hierarchy6"/>
    <dgm:cxn modelId="{EBB658C4-7AB2-4B19-B713-1058A9B22976}" srcId="{E1EC88C0-3F74-427C-83C5-A2B8087A6537}" destId="{94834DA8-027F-44E3-9F07-9EDC4519BE0F}" srcOrd="1" destOrd="0" parTransId="{F2575F5A-3FEB-470D-9CFC-D9E765888B1A}" sibTransId="{15B1CA99-4D8F-46D8-8673-0868FC0AC066}"/>
    <dgm:cxn modelId="{709058D3-31C6-4AF1-ACFE-7763A188B8CE}" type="presOf" srcId="{77EA6027-BA56-41FC-947F-C34AA24D2564}" destId="{51467C62-0A57-4DED-8DBD-6A5EDF82D26F}" srcOrd="0" destOrd="0" presId="urn:microsoft.com/office/officeart/2005/8/layout/hierarchy6"/>
    <dgm:cxn modelId="{C25217D7-92F9-4D5D-A850-35ED292027CD}" srcId="{E1EC88C0-3F74-427C-83C5-A2B8087A6537}" destId="{AEED12C6-74DC-4473-B902-18BEFED76BB9}" srcOrd="0" destOrd="0" parTransId="{720BE08C-9F82-46FA-BAC4-1CC1B4367573}" sibTransId="{9D361184-F148-44FB-BB47-335C9BC0193A}"/>
    <dgm:cxn modelId="{775760D8-B269-41C8-B989-2F6B7FCB7414}" type="presOf" srcId="{09954ABE-3218-4411-97D6-C79E5F8F0B00}" destId="{EDDF1307-4038-4020-8DC7-AA42D9AF8449}" srcOrd="0" destOrd="0" presId="urn:microsoft.com/office/officeart/2005/8/layout/hierarchy6"/>
    <dgm:cxn modelId="{C1FDCBD9-FE60-4E10-BA99-A0A1CACACF45}" srcId="{92AB6102-0C91-41B6-9E89-5E13E9E6DEDE}" destId="{AE2E4107-BAD5-4167-BABA-F66F36DDA04E}" srcOrd="0" destOrd="0" parTransId="{553B285C-057E-43EE-B7F8-6742E30A0500}" sibTransId="{BF2F8A45-3F44-48C1-A612-631F4B30E820}"/>
    <dgm:cxn modelId="{0075FBE6-2524-4CA5-8417-683F0D1B6EEF}" srcId="{166E3FCA-3D41-42F3-9AE7-E1C078B45A7E}" destId="{B76B2D71-08C8-496E-8370-3F01DE561D6D}" srcOrd="1" destOrd="0" parTransId="{77EA6027-BA56-41FC-947F-C34AA24D2564}" sibTransId="{55C272FE-98DE-4A8C-9572-AD92837FD993}"/>
    <dgm:cxn modelId="{557A0BEA-1246-4782-95BA-386F3D67D7B6}" srcId="{B76B2D71-08C8-496E-8370-3F01DE561D6D}" destId="{6314645A-310E-4783-9EF9-8A9557C2973A}" srcOrd="0" destOrd="0" parTransId="{3A0918A4-1628-4340-BA55-684C930E18E0}" sibTransId="{70432CFD-2322-49A0-B3A5-41219E100AD5}"/>
    <dgm:cxn modelId="{A33A3EED-2EFF-4E62-9318-393E3BE6A61F}" type="presOf" srcId="{94834DA8-027F-44E3-9F07-9EDC4519BE0F}" destId="{198AAE4E-BF48-4786-A3D8-18D5CF425B88}" srcOrd="0" destOrd="0" presId="urn:microsoft.com/office/officeart/2005/8/layout/hierarchy6"/>
    <dgm:cxn modelId="{BD22EAEF-C62E-4F62-9655-5588798242EC}" type="presOf" srcId="{681974F1-849E-431D-BB15-FBDD9816ACC2}" destId="{2C1394D8-D2E7-4A99-A6FE-5C75DAF4ED5E}" srcOrd="0" destOrd="0" presId="urn:microsoft.com/office/officeart/2005/8/layout/hierarchy6"/>
    <dgm:cxn modelId="{4AF7F8F3-802E-4401-BEFD-DBE57739A11C}" type="presOf" srcId="{0616C66C-9D3C-47AC-B2BE-217BF1EA8073}" destId="{502C3FF0-E12C-4935-B633-B8814F8A43D3}" srcOrd="0" destOrd="0" presId="urn:microsoft.com/office/officeart/2005/8/layout/hierarchy6"/>
    <dgm:cxn modelId="{B0A16AF9-C114-4471-B414-D66B92657CD6}" type="presOf" srcId="{E1EC88C0-3F74-427C-83C5-A2B8087A6537}" destId="{B6552BDF-5C4F-4438-B26C-5DA54C2D531C}" srcOrd="0" destOrd="0" presId="urn:microsoft.com/office/officeart/2005/8/layout/hierarchy6"/>
    <dgm:cxn modelId="{A0497984-EDC9-4DFD-A8BC-40F3F17FE3E8}" type="presParOf" srcId="{4873A05E-2E15-4952-8D2C-CBF8428E175D}" destId="{4A544D56-C7E1-46A0-B98D-95B9EC872B10}" srcOrd="0" destOrd="0" presId="urn:microsoft.com/office/officeart/2005/8/layout/hierarchy6"/>
    <dgm:cxn modelId="{F0AA96C4-C73C-417D-B53A-8D5FAC8A1D7C}" type="presParOf" srcId="{4A544D56-C7E1-46A0-B98D-95B9EC872B10}" destId="{46EBE6A6-6A5C-44A6-817E-B3EE18EC2425}" srcOrd="0" destOrd="0" presId="urn:microsoft.com/office/officeart/2005/8/layout/hierarchy6"/>
    <dgm:cxn modelId="{FAB30D1D-6530-4206-A362-D2A1A32E833D}" type="presParOf" srcId="{46EBE6A6-6A5C-44A6-817E-B3EE18EC2425}" destId="{A4199222-05AB-4324-BEB0-E9FB68E1E59B}" srcOrd="0" destOrd="0" presId="urn:microsoft.com/office/officeart/2005/8/layout/hierarchy6"/>
    <dgm:cxn modelId="{3DD2E15C-3469-44C4-BBF5-1DF7176B5EE1}" type="presParOf" srcId="{A4199222-05AB-4324-BEB0-E9FB68E1E59B}" destId="{CC46D1CE-1D21-4A2B-AB87-C578B499B064}" srcOrd="0" destOrd="0" presId="urn:microsoft.com/office/officeart/2005/8/layout/hierarchy6"/>
    <dgm:cxn modelId="{1AA0B491-39DC-4947-A401-5BB1809829CA}" type="presParOf" srcId="{A4199222-05AB-4324-BEB0-E9FB68E1E59B}" destId="{706BF84A-F673-4824-9499-4D825E9719C4}" srcOrd="1" destOrd="0" presId="urn:microsoft.com/office/officeart/2005/8/layout/hierarchy6"/>
    <dgm:cxn modelId="{0BF5E83B-F056-4D75-A06E-8548A101F054}" type="presParOf" srcId="{706BF84A-F673-4824-9499-4D825E9719C4}" destId="{87F939A7-8E8D-4402-B009-40019F3E139C}" srcOrd="0" destOrd="0" presId="urn:microsoft.com/office/officeart/2005/8/layout/hierarchy6"/>
    <dgm:cxn modelId="{AA48321B-81A2-41A4-A939-8A7EA97555F7}" type="presParOf" srcId="{706BF84A-F673-4824-9499-4D825E9719C4}" destId="{F3C2F126-2666-406F-B966-41C8837548B0}" srcOrd="1" destOrd="0" presId="urn:microsoft.com/office/officeart/2005/8/layout/hierarchy6"/>
    <dgm:cxn modelId="{CD1DF125-2BDF-48C5-9106-5C5642E3F348}" type="presParOf" srcId="{F3C2F126-2666-406F-B966-41C8837548B0}" destId="{3B37B4B1-E198-420B-9560-23ACF9334C6C}" srcOrd="0" destOrd="0" presId="urn:microsoft.com/office/officeart/2005/8/layout/hierarchy6"/>
    <dgm:cxn modelId="{08D6571B-9F36-486C-8633-EECB57A7E7F3}" type="presParOf" srcId="{F3C2F126-2666-406F-B966-41C8837548B0}" destId="{44ED4F0D-20EF-497C-8139-DE4CB6D852DC}" srcOrd="1" destOrd="0" presId="urn:microsoft.com/office/officeart/2005/8/layout/hierarchy6"/>
    <dgm:cxn modelId="{D2CB088A-D5CF-41B1-B881-20D91F43A8D9}" type="presParOf" srcId="{44ED4F0D-20EF-497C-8139-DE4CB6D852DC}" destId="{0A187D42-F4AC-432A-8407-C549EE223557}" srcOrd="0" destOrd="0" presId="urn:microsoft.com/office/officeart/2005/8/layout/hierarchy6"/>
    <dgm:cxn modelId="{28B3FA08-2CF2-47F2-A81E-06F101B5830F}" type="presParOf" srcId="{44ED4F0D-20EF-497C-8139-DE4CB6D852DC}" destId="{C82EC3EE-4854-4BA3-BD63-B18962FABF11}" srcOrd="1" destOrd="0" presId="urn:microsoft.com/office/officeart/2005/8/layout/hierarchy6"/>
    <dgm:cxn modelId="{2CC8ED0C-3FA9-4000-BC17-DFFE198FA97B}" type="presParOf" srcId="{C82EC3EE-4854-4BA3-BD63-B18962FABF11}" destId="{E739AA26-3632-474B-AE3F-BF80F9FAFAD3}" srcOrd="0" destOrd="0" presId="urn:microsoft.com/office/officeart/2005/8/layout/hierarchy6"/>
    <dgm:cxn modelId="{8159B6A6-74AB-441B-AF73-6FA8FC8C4DE5}" type="presParOf" srcId="{C82EC3EE-4854-4BA3-BD63-B18962FABF11}" destId="{D1A86AAF-26C1-4E63-8345-DCAA6586CF4E}" srcOrd="1" destOrd="0" presId="urn:microsoft.com/office/officeart/2005/8/layout/hierarchy6"/>
    <dgm:cxn modelId="{7CEEA4FC-7F5E-44D5-A765-481B6F485A27}" type="presParOf" srcId="{D1A86AAF-26C1-4E63-8345-DCAA6586CF4E}" destId="{144EE3D0-0160-4C27-B834-6089CDA32AD4}" srcOrd="0" destOrd="0" presId="urn:microsoft.com/office/officeart/2005/8/layout/hierarchy6"/>
    <dgm:cxn modelId="{B961FF8F-AF02-4BAB-97AA-C32F3355DD61}" type="presParOf" srcId="{D1A86AAF-26C1-4E63-8345-DCAA6586CF4E}" destId="{463DBDD9-8D21-41E3-B319-ED41CDB1F9C2}" srcOrd="1" destOrd="0" presId="urn:microsoft.com/office/officeart/2005/8/layout/hierarchy6"/>
    <dgm:cxn modelId="{45BADD0B-EFDD-4FB9-BFCB-FDFD21876008}" type="presParOf" srcId="{463DBDD9-8D21-41E3-B319-ED41CDB1F9C2}" destId="{93969931-D80C-4136-B32D-1074F7764984}" srcOrd="0" destOrd="0" presId="urn:microsoft.com/office/officeart/2005/8/layout/hierarchy6"/>
    <dgm:cxn modelId="{1C5A823F-E31F-4391-A1BA-23EA1F4E8234}" type="presParOf" srcId="{463DBDD9-8D21-41E3-B319-ED41CDB1F9C2}" destId="{5805007B-5185-4420-A0BE-C87073769969}" srcOrd="1" destOrd="0" presId="urn:microsoft.com/office/officeart/2005/8/layout/hierarchy6"/>
    <dgm:cxn modelId="{F3065CD1-BBE6-4652-ACFD-19CD2E548C5E}" type="presParOf" srcId="{5805007B-5185-4420-A0BE-C87073769969}" destId="{542D1EB3-86BC-427F-BCD1-F26A4AB2F03B}" srcOrd="0" destOrd="0" presId="urn:microsoft.com/office/officeart/2005/8/layout/hierarchy6"/>
    <dgm:cxn modelId="{CF7B0274-26F0-48E8-9CC2-EB2671279342}" type="presParOf" srcId="{5805007B-5185-4420-A0BE-C87073769969}" destId="{0A396253-994F-4679-94AD-BD5BD736B342}" srcOrd="1" destOrd="0" presId="urn:microsoft.com/office/officeart/2005/8/layout/hierarchy6"/>
    <dgm:cxn modelId="{286AE895-278D-4D87-86A2-939B68FE8384}" type="presParOf" srcId="{0A396253-994F-4679-94AD-BD5BD736B342}" destId="{C78CC687-C76C-4897-A6B8-540CAA062B69}" srcOrd="0" destOrd="0" presId="urn:microsoft.com/office/officeart/2005/8/layout/hierarchy6"/>
    <dgm:cxn modelId="{B5589A56-DE6A-4846-A942-86D8FA38EBA1}" type="presParOf" srcId="{0A396253-994F-4679-94AD-BD5BD736B342}" destId="{7D41E028-8D2B-4100-B4E7-0C377100FA04}" srcOrd="1" destOrd="0" presId="urn:microsoft.com/office/officeart/2005/8/layout/hierarchy6"/>
    <dgm:cxn modelId="{3DCFE6F5-E4C2-4E0A-96B6-6DC9BBF6D3AD}" type="presParOf" srcId="{D1A86AAF-26C1-4E63-8345-DCAA6586CF4E}" destId="{BB9B6D6A-A13D-4FFB-9F74-CD482764F5E0}" srcOrd="2" destOrd="0" presId="urn:microsoft.com/office/officeart/2005/8/layout/hierarchy6"/>
    <dgm:cxn modelId="{C19ED054-95EC-4792-9AE5-A824F8EC9481}" type="presParOf" srcId="{D1A86AAF-26C1-4E63-8345-DCAA6586CF4E}" destId="{336DE4B5-0B65-4B70-A1DC-6F6CF31AE34D}" srcOrd="3" destOrd="0" presId="urn:microsoft.com/office/officeart/2005/8/layout/hierarchy6"/>
    <dgm:cxn modelId="{745C0519-0C52-4AC8-B0BD-FB1F06C4FD98}" type="presParOf" srcId="{336DE4B5-0B65-4B70-A1DC-6F6CF31AE34D}" destId="{3DC6F3B1-1686-4745-8DA5-19DB869D2CDD}" srcOrd="0" destOrd="0" presId="urn:microsoft.com/office/officeart/2005/8/layout/hierarchy6"/>
    <dgm:cxn modelId="{A96C6A9A-0F78-43A1-9E67-673D4440CFEB}" type="presParOf" srcId="{336DE4B5-0B65-4B70-A1DC-6F6CF31AE34D}" destId="{23257A53-53FC-40F1-B7A4-2710BFECD59D}" srcOrd="1" destOrd="0" presId="urn:microsoft.com/office/officeart/2005/8/layout/hierarchy6"/>
    <dgm:cxn modelId="{DAEB09A2-24BB-4A28-8DB0-90F215503DB4}" type="presParOf" srcId="{23257A53-53FC-40F1-B7A4-2710BFECD59D}" destId="{EE695E35-F0E1-4068-985E-755EDB1B5CCB}" srcOrd="0" destOrd="0" presId="urn:microsoft.com/office/officeart/2005/8/layout/hierarchy6"/>
    <dgm:cxn modelId="{7AD8F9F0-727C-4FF6-A776-011D13463972}" type="presParOf" srcId="{23257A53-53FC-40F1-B7A4-2710BFECD59D}" destId="{522C36F5-6681-4197-8002-B6A88CC5A6B4}" srcOrd="1" destOrd="0" presId="urn:microsoft.com/office/officeart/2005/8/layout/hierarchy6"/>
    <dgm:cxn modelId="{E54EE5CC-A692-4181-9D18-D9E53A05DE42}" type="presParOf" srcId="{522C36F5-6681-4197-8002-B6A88CC5A6B4}" destId="{14BC5E39-5A11-4112-B368-5D4C11666898}" srcOrd="0" destOrd="0" presId="urn:microsoft.com/office/officeart/2005/8/layout/hierarchy6"/>
    <dgm:cxn modelId="{09D1DE46-9F72-46E9-9236-08B4CDB1E7C2}" type="presParOf" srcId="{522C36F5-6681-4197-8002-B6A88CC5A6B4}" destId="{008CAFEB-A0FB-4339-A390-3BF6A5423722}" srcOrd="1" destOrd="0" presId="urn:microsoft.com/office/officeart/2005/8/layout/hierarchy6"/>
    <dgm:cxn modelId="{F26BA051-6B8A-4A70-9786-777D1116050E}" type="presParOf" srcId="{44ED4F0D-20EF-497C-8139-DE4CB6D852DC}" destId="{51467C62-0A57-4DED-8DBD-6A5EDF82D26F}" srcOrd="2" destOrd="0" presId="urn:microsoft.com/office/officeart/2005/8/layout/hierarchy6"/>
    <dgm:cxn modelId="{B18DC29B-FE43-43C5-8838-59C7D77156A7}" type="presParOf" srcId="{44ED4F0D-20EF-497C-8139-DE4CB6D852DC}" destId="{2CFB2B20-BAFB-4161-B5C8-1028E1B9B449}" srcOrd="3" destOrd="0" presId="urn:microsoft.com/office/officeart/2005/8/layout/hierarchy6"/>
    <dgm:cxn modelId="{1F4A2495-85FD-4A85-BCAC-B57A68B76C56}" type="presParOf" srcId="{2CFB2B20-BAFB-4161-B5C8-1028E1B9B449}" destId="{1133CEAC-B17C-4833-A69C-9FD1E291A6CB}" srcOrd="0" destOrd="0" presId="urn:microsoft.com/office/officeart/2005/8/layout/hierarchy6"/>
    <dgm:cxn modelId="{2B5C2399-A405-4471-BA1A-EFF8D5B6A053}" type="presParOf" srcId="{2CFB2B20-BAFB-4161-B5C8-1028E1B9B449}" destId="{7C17944E-BCC9-4D22-B79E-5075A65A49B5}" srcOrd="1" destOrd="0" presId="urn:microsoft.com/office/officeart/2005/8/layout/hierarchy6"/>
    <dgm:cxn modelId="{5CD9AA20-3493-4A9B-B52D-7FB3DD5FA8DD}" type="presParOf" srcId="{7C17944E-BCC9-4D22-B79E-5075A65A49B5}" destId="{666E768B-A607-4913-8ABA-451071FFCB60}" srcOrd="0" destOrd="0" presId="urn:microsoft.com/office/officeart/2005/8/layout/hierarchy6"/>
    <dgm:cxn modelId="{692C4BDA-E6D2-493F-B551-AFDDA81B515C}" type="presParOf" srcId="{7C17944E-BCC9-4D22-B79E-5075A65A49B5}" destId="{D545C803-E275-411A-B0F4-56208E834222}" srcOrd="1" destOrd="0" presId="urn:microsoft.com/office/officeart/2005/8/layout/hierarchy6"/>
    <dgm:cxn modelId="{635F9CCF-DDCB-43DB-A78D-1A2270A986E4}" type="presParOf" srcId="{D545C803-E275-411A-B0F4-56208E834222}" destId="{0D31A5EC-DD58-4A5B-B969-C661B32DA705}" srcOrd="0" destOrd="0" presId="urn:microsoft.com/office/officeart/2005/8/layout/hierarchy6"/>
    <dgm:cxn modelId="{5BFBE378-B747-4009-B838-EB281A7B306E}" type="presParOf" srcId="{D545C803-E275-411A-B0F4-56208E834222}" destId="{A9AD7A26-6216-4FD2-A5E3-499725D18A82}" srcOrd="1" destOrd="0" presId="urn:microsoft.com/office/officeart/2005/8/layout/hierarchy6"/>
    <dgm:cxn modelId="{34F57714-735E-4248-888F-CAB87F0C8FE5}" type="presParOf" srcId="{A9AD7A26-6216-4FD2-A5E3-499725D18A82}" destId="{EDDF1307-4038-4020-8DC7-AA42D9AF8449}" srcOrd="0" destOrd="0" presId="urn:microsoft.com/office/officeart/2005/8/layout/hierarchy6"/>
    <dgm:cxn modelId="{B2FB04C8-43A4-4720-9F11-5EBC9417EA0D}" type="presParOf" srcId="{A9AD7A26-6216-4FD2-A5E3-499725D18A82}" destId="{0089D89E-C5E4-4F91-A1A1-95FF6AF8DDCB}" srcOrd="1" destOrd="0" presId="urn:microsoft.com/office/officeart/2005/8/layout/hierarchy6"/>
    <dgm:cxn modelId="{C3357AFB-8912-4C86-8C51-A0DA7C334771}" type="presParOf" srcId="{0089D89E-C5E4-4F91-A1A1-95FF6AF8DDCB}" destId="{EF3EC995-4A7A-47F1-A3AA-85625B6313EF}" srcOrd="0" destOrd="0" presId="urn:microsoft.com/office/officeart/2005/8/layout/hierarchy6"/>
    <dgm:cxn modelId="{5E76ABCE-15EB-4F5F-924B-8EAC6D6C121F}" type="presParOf" srcId="{0089D89E-C5E4-4F91-A1A1-95FF6AF8DDCB}" destId="{62DDF773-CA2F-4591-A230-B7092F14FF73}" srcOrd="1" destOrd="0" presId="urn:microsoft.com/office/officeart/2005/8/layout/hierarchy6"/>
    <dgm:cxn modelId="{1938905A-8B4E-4113-90B3-5321A0457C77}" type="presParOf" srcId="{7C17944E-BCC9-4D22-B79E-5075A65A49B5}" destId="{F65D7FC2-7F30-4256-A9EC-5E2D3C32908D}" srcOrd="2" destOrd="0" presId="urn:microsoft.com/office/officeart/2005/8/layout/hierarchy6"/>
    <dgm:cxn modelId="{18169A86-0FA4-48CF-B6F3-A0747ABAB8AF}" type="presParOf" srcId="{7C17944E-BCC9-4D22-B79E-5075A65A49B5}" destId="{A041BBD0-7B1D-492D-86E8-09218B63951E}" srcOrd="3" destOrd="0" presId="urn:microsoft.com/office/officeart/2005/8/layout/hierarchy6"/>
    <dgm:cxn modelId="{C9A764CD-57CE-4DDB-921D-7FAED26C81C3}" type="presParOf" srcId="{A041BBD0-7B1D-492D-86E8-09218B63951E}" destId="{A99D241F-8ACE-402F-891E-3598339B20C4}" srcOrd="0" destOrd="0" presId="urn:microsoft.com/office/officeart/2005/8/layout/hierarchy6"/>
    <dgm:cxn modelId="{038E742C-B0E6-4A8C-B40C-F000410B1375}" type="presParOf" srcId="{A041BBD0-7B1D-492D-86E8-09218B63951E}" destId="{3CCE7CE8-C4A0-4F49-BCE0-190B3AF7C909}" srcOrd="1" destOrd="0" presId="urn:microsoft.com/office/officeart/2005/8/layout/hierarchy6"/>
    <dgm:cxn modelId="{DEF8BFEB-CD93-4602-A526-2214DCED843A}" type="presParOf" srcId="{3CCE7CE8-C4A0-4F49-BCE0-190B3AF7C909}" destId="{457BDD59-CB99-4A7F-A49F-C03423445097}" srcOrd="0" destOrd="0" presId="urn:microsoft.com/office/officeart/2005/8/layout/hierarchy6"/>
    <dgm:cxn modelId="{594033FD-DA42-4D17-A7AB-7810835B8EF3}" type="presParOf" srcId="{3CCE7CE8-C4A0-4F49-BCE0-190B3AF7C909}" destId="{5F133830-C75B-4369-BAC6-08BD01064430}" srcOrd="1" destOrd="0" presId="urn:microsoft.com/office/officeart/2005/8/layout/hierarchy6"/>
    <dgm:cxn modelId="{5C85C855-EABC-4AF6-AD12-E96F69CD2465}" type="presParOf" srcId="{5F133830-C75B-4369-BAC6-08BD01064430}" destId="{6AC87D89-7A5E-4D42-BF7A-726203B243E5}" srcOrd="0" destOrd="0" presId="urn:microsoft.com/office/officeart/2005/8/layout/hierarchy6"/>
    <dgm:cxn modelId="{70F1AF48-AFE6-48FA-848A-1AF21F288BE2}" type="presParOf" srcId="{5F133830-C75B-4369-BAC6-08BD01064430}" destId="{17582A6F-8EE2-4CAF-BCAC-25F9771453F4}" srcOrd="1" destOrd="0" presId="urn:microsoft.com/office/officeart/2005/8/layout/hierarchy6"/>
    <dgm:cxn modelId="{EA95EBD2-9050-4EF7-8E3A-FE2BAE81D31F}" type="presParOf" srcId="{706BF84A-F673-4824-9499-4D825E9719C4}" destId="{8622CC84-EDBE-4323-B0A2-572A244CE26E}" srcOrd="2" destOrd="0" presId="urn:microsoft.com/office/officeart/2005/8/layout/hierarchy6"/>
    <dgm:cxn modelId="{C3CC98BA-6F66-4551-87D9-09CA68F87A88}" type="presParOf" srcId="{706BF84A-F673-4824-9499-4D825E9719C4}" destId="{3E75EF7B-93CB-478A-A9B8-050EB4D1430F}" srcOrd="3" destOrd="0" presId="urn:microsoft.com/office/officeart/2005/8/layout/hierarchy6"/>
    <dgm:cxn modelId="{FD881242-AE72-4E2B-AAB3-AF1468EB25FA}" type="presParOf" srcId="{3E75EF7B-93CB-478A-A9B8-050EB4D1430F}" destId="{B6E8BE87-2340-4537-9377-142DC2EE02AF}" srcOrd="0" destOrd="0" presId="urn:microsoft.com/office/officeart/2005/8/layout/hierarchy6"/>
    <dgm:cxn modelId="{D69653A9-9889-4A78-A986-633A1430AA32}" type="presParOf" srcId="{3E75EF7B-93CB-478A-A9B8-050EB4D1430F}" destId="{27650AC6-AD73-4FD0-9845-35C06BCBB3CE}" srcOrd="1" destOrd="0" presId="urn:microsoft.com/office/officeart/2005/8/layout/hierarchy6"/>
    <dgm:cxn modelId="{F85C3D0F-AA75-4CD1-AB4C-3EC60F8495D8}" type="presParOf" srcId="{27650AC6-AD73-4FD0-9845-35C06BCBB3CE}" destId="{3024370F-60E7-4228-A52F-A685CAD0331B}" srcOrd="0" destOrd="0" presId="urn:microsoft.com/office/officeart/2005/8/layout/hierarchy6"/>
    <dgm:cxn modelId="{EE424AD6-4684-4D53-A698-08DD7CE09145}" type="presParOf" srcId="{27650AC6-AD73-4FD0-9845-35C06BCBB3CE}" destId="{FDFAE00C-296E-482F-8F94-9B0D2F09D956}" srcOrd="1" destOrd="0" presId="urn:microsoft.com/office/officeart/2005/8/layout/hierarchy6"/>
    <dgm:cxn modelId="{543B089B-18B4-4D2E-99C3-8D735A8E1F66}" type="presParOf" srcId="{FDFAE00C-296E-482F-8F94-9B0D2F09D956}" destId="{456DA0D2-7C5E-4E13-8005-9547D8CDD216}" srcOrd="0" destOrd="0" presId="urn:microsoft.com/office/officeart/2005/8/layout/hierarchy6"/>
    <dgm:cxn modelId="{15D97482-19BE-499A-9A97-7E06BE47DE0F}" type="presParOf" srcId="{FDFAE00C-296E-482F-8F94-9B0D2F09D956}" destId="{65B5DCD0-0B14-4FFF-AB5E-08C3AA762240}" srcOrd="1" destOrd="0" presId="urn:microsoft.com/office/officeart/2005/8/layout/hierarchy6"/>
    <dgm:cxn modelId="{A342254D-CE36-44A8-914C-401785212C22}" type="presParOf" srcId="{65B5DCD0-0B14-4FFF-AB5E-08C3AA762240}" destId="{502C3FF0-E12C-4935-B633-B8814F8A43D3}" srcOrd="0" destOrd="0" presId="urn:microsoft.com/office/officeart/2005/8/layout/hierarchy6"/>
    <dgm:cxn modelId="{8F417E76-5A91-4C90-9B22-E95321DDF3AE}" type="presParOf" srcId="{65B5DCD0-0B14-4FFF-AB5E-08C3AA762240}" destId="{208D455D-ED55-419D-82C2-5794F59A2BDE}" srcOrd="1" destOrd="0" presId="urn:microsoft.com/office/officeart/2005/8/layout/hierarchy6"/>
    <dgm:cxn modelId="{8CF54022-89D3-4FF0-B4CD-D9DAAE05721C}" type="presParOf" srcId="{208D455D-ED55-419D-82C2-5794F59A2BDE}" destId="{E7F39147-5F26-4E4E-9E73-63A4EF1C0A4C}" srcOrd="0" destOrd="0" presId="urn:microsoft.com/office/officeart/2005/8/layout/hierarchy6"/>
    <dgm:cxn modelId="{19E354F5-EB2E-4307-B392-A9F2C3B3BBDB}" type="presParOf" srcId="{208D455D-ED55-419D-82C2-5794F59A2BDE}" destId="{9688AEE3-D493-43AD-ADD2-018494978241}" srcOrd="1" destOrd="0" presId="urn:microsoft.com/office/officeart/2005/8/layout/hierarchy6"/>
    <dgm:cxn modelId="{2F4CF934-CB3C-4382-820D-04748C08367C}" type="presParOf" srcId="{9688AEE3-D493-43AD-ADD2-018494978241}" destId="{2398E99A-9D31-4AB3-A018-3BDD8FDE293E}" srcOrd="0" destOrd="0" presId="urn:microsoft.com/office/officeart/2005/8/layout/hierarchy6"/>
    <dgm:cxn modelId="{9A97907B-76E1-4B64-A8F3-4E282359D775}" type="presParOf" srcId="{9688AEE3-D493-43AD-ADD2-018494978241}" destId="{AB2391B9-E862-439D-A859-9B6ED9E43372}" srcOrd="1" destOrd="0" presId="urn:microsoft.com/office/officeart/2005/8/layout/hierarchy6"/>
    <dgm:cxn modelId="{87E9D2A4-B566-43FA-A974-05B615EFF4A9}" type="presParOf" srcId="{AB2391B9-E862-439D-A859-9B6ED9E43372}" destId="{AD907650-6EDD-4B8F-A157-E31AA2B23750}" srcOrd="0" destOrd="0" presId="urn:microsoft.com/office/officeart/2005/8/layout/hierarchy6"/>
    <dgm:cxn modelId="{136135CA-C093-4A91-B01F-159BDA8371C9}" type="presParOf" srcId="{AB2391B9-E862-439D-A859-9B6ED9E43372}" destId="{F04A9866-CEFE-453E-986B-73A635C3DEC1}" srcOrd="1" destOrd="0" presId="urn:microsoft.com/office/officeart/2005/8/layout/hierarchy6"/>
    <dgm:cxn modelId="{A8DCD27F-DC76-45D8-8E76-4E20EEB7A176}" type="presParOf" srcId="{65B5DCD0-0B14-4FFF-AB5E-08C3AA762240}" destId="{45AE6611-3EEB-4568-9795-CF2C17EE6355}" srcOrd="2" destOrd="0" presId="urn:microsoft.com/office/officeart/2005/8/layout/hierarchy6"/>
    <dgm:cxn modelId="{661A9D00-3746-4313-B333-6AA2EF0AC7EE}" type="presParOf" srcId="{65B5DCD0-0B14-4FFF-AB5E-08C3AA762240}" destId="{509EFD42-D62D-49C9-BCE0-2CFC6EF153AD}" srcOrd="3" destOrd="0" presId="urn:microsoft.com/office/officeart/2005/8/layout/hierarchy6"/>
    <dgm:cxn modelId="{689FF348-749B-4240-9756-7823AEF65A84}" type="presParOf" srcId="{509EFD42-D62D-49C9-BCE0-2CFC6EF153AD}" destId="{101A4837-AC17-476E-9D67-7C9BF115669B}" srcOrd="0" destOrd="0" presId="urn:microsoft.com/office/officeart/2005/8/layout/hierarchy6"/>
    <dgm:cxn modelId="{F515B046-48A2-4A04-BF70-992A6C1A61DC}" type="presParOf" srcId="{509EFD42-D62D-49C9-BCE0-2CFC6EF153AD}" destId="{80846FC7-43FA-4937-8A86-C059D755E7A4}" srcOrd="1" destOrd="0" presId="urn:microsoft.com/office/officeart/2005/8/layout/hierarchy6"/>
    <dgm:cxn modelId="{B80B8F56-FBBE-4F32-A3E6-86CF62707535}" type="presParOf" srcId="{80846FC7-43FA-4937-8A86-C059D755E7A4}" destId="{66844C77-629F-44D3-AC7D-B937F6F15A6D}" srcOrd="0" destOrd="0" presId="urn:microsoft.com/office/officeart/2005/8/layout/hierarchy6"/>
    <dgm:cxn modelId="{6745DB8E-D240-431F-86C7-6C5F77DC5D3D}" type="presParOf" srcId="{80846FC7-43FA-4937-8A86-C059D755E7A4}" destId="{A49B83EE-737E-434A-A454-15996A530010}" srcOrd="1" destOrd="0" presId="urn:microsoft.com/office/officeart/2005/8/layout/hierarchy6"/>
    <dgm:cxn modelId="{09507E6B-AB9F-4227-8C51-7D5A0298E001}" type="presParOf" srcId="{A49B83EE-737E-434A-A454-15996A530010}" destId="{96B2617B-D57E-4FA4-B6C9-4B1843E7A5DC}" srcOrd="0" destOrd="0" presId="urn:microsoft.com/office/officeart/2005/8/layout/hierarchy6"/>
    <dgm:cxn modelId="{6717ADFA-EB59-47FE-BD12-32DD6278B636}" type="presParOf" srcId="{A49B83EE-737E-434A-A454-15996A530010}" destId="{DD7D2E67-F62A-4F86-BBD6-5C3E2D61544E}" srcOrd="1" destOrd="0" presId="urn:microsoft.com/office/officeart/2005/8/layout/hierarchy6"/>
    <dgm:cxn modelId="{225A6DDD-9481-49CA-8413-8581B5CCF1D2}" type="presParOf" srcId="{27650AC6-AD73-4FD0-9845-35C06BCBB3CE}" destId="{50F8F66E-BFA3-4767-87D1-38F5375CEE4C}" srcOrd="2" destOrd="0" presId="urn:microsoft.com/office/officeart/2005/8/layout/hierarchy6"/>
    <dgm:cxn modelId="{CE770543-7859-40E1-AFBD-5AC210FC6EBE}" type="presParOf" srcId="{27650AC6-AD73-4FD0-9845-35C06BCBB3CE}" destId="{0FC4757F-36FB-4B42-98F3-CA4E51C65E6B}" srcOrd="3" destOrd="0" presId="urn:microsoft.com/office/officeart/2005/8/layout/hierarchy6"/>
    <dgm:cxn modelId="{5D1A4CBB-B11E-47F7-A442-02690CE3C41A}" type="presParOf" srcId="{0FC4757F-36FB-4B42-98F3-CA4E51C65E6B}" destId="{B6552BDF-5C4F-4438-B26C-5DA54C2D531C}" srcOrd="0" destOrd="0" presId="urn:microsoft.com/office/officeart/2005/8/layout/hierarchy6"/>
    <dgm:cxn modelId="{0DAC3E1D-5308-4C5B-A0C0-6F369A55F3C2}" type="presParOf" srcId="{0FC4757F-36FB-4B42-98F3-CA4E51C65E6B}" destId="{932109B7-0A3C-4152-893C-707B5D0C64C7}" srcOrd="1" destOrd="0" presId="urn:microsoft.com/office/officeart/2005/8/layout/hierarchy6"/>
    <dgm:cxn modelId="{8F659E77-2CD4-4ADB-A380-B68446027408}" type="presParOf" srcId="{932109B7-0A3C-4152-893C-707B5D0C64C7}" destId="{9AF3D150-065B-4284-8658-5029A6DBE0E7}" srcOrd="0" destOrd="0" presId="urn:microsoft.com/office/officeart/2005/8/layout/hierarchy6"/>
    <dgm:cxn modelId="{B6CFF6EB-A78F-425B-8716-9C2AD00EA35E}" type="presParOf" srcId="{932109B7-0A3C-4152-893C-707B5D0C64C7}" destId="{4C23E012-8E4B-4B77-81BB-C746378DCC5F}" srcOrd="1" destOrd="0" presId="urn:microsoft.com/office/officeart/2005/8/layout/hierarchy6"/>
    <dgm:cxn modelId="{81385017-A4CB-4A80-9DE9-780599A27563}" type="presParOf" srcId="{4C23E012-8E4B-4B77-81BB-C746378DCC5F}" destId="{8F7E9EBD-50E0-48CF-8083-C32315130CC5}" srcOrd="0" destOrd="0" presId="urn:microsoft.com/office/officeart/2005/8/layout/hierarchy6"/>
    <dgm:cxn modelId="{DD52E4AB-A5B8-4B9A-BF03-3825F5FAE45B}" type="presParOf" srcId="{4C23E012-8E4B-4B77-81BB-C746378DCC5F}" destId="{3D40368A-F06A-41A3-8778-1BF8E5C419EA}" srcOrd="1" destOrd="0" presId="urn:microsoft.com/office/officeart/2005/8/layout/hierarchy6"/>
    <dgm:cxn modelId="{61675293-7D8C-47EF-9069-0F5317FC371E}" type="presParOf" srcId="{3D40368A-F06A-41A3-8778-1BF8E5C419EA}" destId="{BA561A8B-A4EC-4095-B5D6-C61A70252811}" srcOrd="0" destOrd="0" presId="urn:microsoft.com/office/officeart/2005/8/layout/hierarchy6"/>
    <dgm:cxn modelId="{1C6F3255-DA98-46B9-B406-A4543796AD11}" type="presParOf" srcId="{3D40368A-F06A-41A3-8778-1BF8E5C419EA}" destId="{A22FB578-C0C3-413F-A7BA-FE0D29B9A8E2}" srcOrd="1" destOrd="0" presId="urn:microsoft.com/office/officeart/2005/8/layout/hierarchy6"/>
    <dgm:cxn modelId="{BABBB0D3-DFA2-45C9-BC88-241CD51EB095}" type="presParOf" srcId="{A22FB578-C0C3-413F-A7BA-FE0D29B9A8E2}" destId="{F4C20E41-1AA7-4C7C-BC31-F48BC9AE3999}" srcOrd="0" destOrd="0" presId="urn:microsoft.com/office/officeart/2005/8/layout/hierarchy6"/>
    <dgm:cxn modelId="{6E6D1A27-1603-4584-8D21-77D1FFB17110}" type="presParOf" srcId="{A22FB578-C0C3-413F-A7BA-FE0D29B9A8E2}" destId="{E3116A04-1C59-4083-B312-F83D3C590545}" srcOrd="1" destOrd="0" presId="urn:microsoft.com/office/officeart/2005/8/layout/hierarchy6"/>
    <dgm:cxn modelId="{ECE76086-5444-4E00-AB1B-F509EA2E8FFA}" type="presParOf" srcId="{932109B7-0A3C-4152-893C-707B5D0C64C7}" destId="{DF0FFD6B-B735-4474-84E2-0FE8135CE249}" srcOrd="2" destOrd="0" presId="urn:microsoft.com/office/officeart/2005/8/layout/hierarchy6"/>
    <dgm:cxn modelId="{772BB033-628C-4B27-B63B-DA47E32A4A38}" type="presParOf" srcId="{932109B7-0A3C-4152-893C-707B5D0C64C7}" destId="{FC56324B-0E3C-4CD4-8BD6-A2A3B985E4C3}" srcOrd="3" destOrd="0" presId="urn:microsoft.com/office/officeart/2005/8/layout/hierarchy6"/>
    <dgm:cxn modelId="{5C351F58-1F0A-47B4-870A-2BA825EAC4C0}" type="presParOf" srcId="{FC56324B-0E3C-4CD4-8BD6-A2A3B985E4C3}" destId="{198AAE4E-BF48-4786-A3D8-18D5CF425B88}" srcOrd="0" destOrd="0" presId="urn:microsoft.com/office/officeart/2005/8/layout/hierarchy6"/>
    <dgm:cxn modelId="{AD6F8ED1-238C-42BB-977F-C7140DCA7F42}" type="presParOf" srcId="{FC56324B-0E3C-4CD4-8BD6-A2A3B985E4C3}" destId="{1B18B51F-CD81-43CA-96F3-C952199B6542}" srcOrd="1" destOrd="0" presId="urn:microsoft.com/office/officeart/2005/8/layout/hierarchy6"/>
    <dgm:cxn modelId="{E95CFFC5-8375-41B4-A4D5-74306B5033A7}" type="presParOf" srcId="{1B18B51F-CD81-43CA-96F3-C952199B6542}" destId="{410C3026-F89D-4A55-A4EC-12338DFA139C}" srcOrd="0" destOrd="0" presId="urn:microsoft.com/office/officeart/2005/8/layout/hierarchy6"/>
    <dgm:cxn modelId="{B9B4BC53-E249-4D62-AF50-1B441D8589A4}" type="presParOf" srcId="{1B18B51F-CD81-43CA-96F3-C952199B6542}" destId="{709A7024-532C-4260-8824-4F4CC1912799}" srcOrd="1" destOrd="0" presId="urn:microsoft.com/office/officeart/2005/8/layout/hierarchy6"/>
    <dgm:cxn modelId="{0EECFA46-F21C-4C22-9000-23751ACC813B}" type="presParOf" srcId="{709A7024-532C-4260-8824-4F4CC1912799}" destId="{2C1394D8-D2E7-4A99-A6FE-5C75DAF4ED5E}" srcOrd="0" destOrd="0" presId="urn:microsoft.com/office/officeart/2005/8/layout/hierarchy6"/>
    <dgm:cxn modelId="{1E129D9E-A1C5-4C73-9CA1-6ED2A8C7E9DB}" type="presParOf" srcId="{709A7024-532C-4260-8824-4F4CC1912799}" destId="{EB243C8C-B675-4E05-BA52-8830E8EDAC5A}" srcOrd="1" destOrd="0" presId="urn:microsoft.com/office/officeart/2005/8/layout/hierarchy6"/>
    <dgm:cxn modelId="{F79DD5FF-6C76-4288-87FD-B14D3A5D060C}" type="presParOf" srcId="{4873A05E-2E15-4952-8D2C-CBF8428E175D}" destId="{5A90F33F-643E-4502-9AF6-9D2791DBAB65}"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6E01B0-7475-4C7A-923E-08C6E240DA8F}"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166E3FCA-3D41-42F3-9AE7-E1C078B45A7E}">
      <dgm:prSet phldrT="[Text]"/>
      <dgm:spPr/>
      <dgm:t>
        <a:bodyPr/>
        <a:lstStyle/>
        <a:p>
          <a:r>
            <a:rPr lang="en-US" dirty="0"/>
            <a:t>H(2)</a:t>
          </a:r>
        </a:p>
      </dgm:t>
    </dgm:pt>
    <dgm:pt modelId="{01EC8E7C-A651-4CC7-B3B1-26A56EFFE992}" type="parTrans" cxnId="{E42478AC-05BC-42CB-BB8D-7893C598C221}">
      <dgm:prSet/>
      <dgm:spPr/>
      <dgm:t>
        <a:bodyPr/>
        <a:lstStyle/>
        <a:p>
          <a:endParaRPr lang="en-US"/>
        </a:p>
      </dgm:t>
    </dgm:pt>
    <dgm:pt modelId="{7676B177-6687-4476-B2A8-BD00CA4FC2D1}" type="sibTrans" cxnId="{E42478AC-05BC-42CB-BB8D-7893C598C221}">
      <dgm:prSet/>
      <dgm:spPr/>
      <dgm:t>
        <a:bodyPr/>
        <a:lstStyle/>
        <a:p>
          <a:endParaRPr lang="en-US"/>
        </a:p>
      </dgm:t>
    </dgm:pt>
    <dgm:pt modelId="{EFCF4B24-FEAD-4630-B8D3-E15BA2B49252}">
      <dgm:prSet phldrT="[Text]"/>
      <dgm:spPr/>
      <dgm:t>
        <a:bodyPr/>
        <a:lstStyle/>
        <a:p>
          <a:r>
            <a:rPr lang="en-US" dirty="0"/>
            <a:t>A to B</a:t>
          </a:r>
        </a:p>
      </dgm:t>
    </dgm:pt>
    <dgm:pt modelId="{A269067F-3627-4F60-B6E1-BFBD9068CB4F}" type="parTrans" cxnId="{E5A6FD29-01A1-4D8E-BAAA-E0B850325D1E}">
      <dgm:prSet/>
      <dgm:spPr/>
      <dgm:t>
        <a:bodyPr/>
        <a:lstStyle/>
        <a:p>
          <a:endParaRPr lang="en-US"/>
        </a:p>
      </dgm:t>
    </dgm:pt>
    <dgm:pt modelId="{1C1D24FA-9479-4A8B-A1FC-93FC5444C980}" type="sibTrans" cxnId="{E5A6FD29-01A1-4D8E-BAAA-E0B850325D1E}">
      <dgm:prSet/>
      <dgm:spPr/>
      <dgm:t>
        <a:bodyPr/>
        <a:lstStyle/>
        <a:p>
          <a:endParaRPr lang="en-US"/>
        </a:p>
      </dgm:t>
    </dgm:pt>
    <dgm:pt modelId="{FD31484A-2A7F-404D-ABC6-A062CC2F703A}">
      <dgm:prSet phldrT="[Text]"/>
      <dgm:spPr/>
      <dgm:t>
        <a:bodyPr/>
        <a:lstStyle/>
        <a:p>
          <a:r>
            <a:rPr lang="en-US" dirty="0"/>
            <a:t>A to C</a:t>
          </a:r>
        </a:p>
      </dgm:t>
    </dgm:pt>
    <dgm:pt modelId="{3C5EE82B-313E-4E7D-8BE5-82A82A34CE80}" type="parTrans" cxnId="{3A9E25BF-18E6-4EF6-BC9C-D4B09A0ECA58}">
      <dgm:prSet/>
      <dgm:spPr/>
      <dgm:t>
        <a:bodyPr/>
        <a:lstStyle/>
        <a:p>
          <a:endParaRPr lang="en-US"/>
        </a:p>
      </dgm:t>
    </dgm:pt>
    <dgm:pt modelId="{BE991883-63BC-4168-AC47-2697AFB3F917}" type="sibTrans" cxnId="{3A9E25BF-18E6-4EF6-BC9C-D4B09A0ECA58}">
      <dgm:prSet/>
      <dgm:spPr/>
      <dgm:t>
        <a:bodyPr/>
        <a:lstStyle/>
        <a:p>
          <a:endParaRPr lang="en-US"/>
        </a:p>
      </dgm:t>
    </dgm:pt>
    <dgm:pt modelId="{B530C057-BA97-48A9-ACF1-AE7D56EC6150}">
      <dgm:prSet phldrT="[Text]"/>
      <dgm:spPr/>
      <dgm:t>
        <a:bodyPr/>
        <a:lstStyle/>
        <a:p>
          <a:r>
            <a:rPr lang="en-US" dirty="0"/>
            <a:t>B to C</a:t>
          </a:r>
        </a:p>
      </dgm:t>
    </dgm:pt>
    <dgm:pt modelId="{FD0CDDD7-45FA-4F4B-A281-F8A7957B09F3}" type="parTrans" cxnId="{3C9A9F5B-DC86-492A-A673-C736512F284C}">
      <dgm:prSet/>
      <dgm:spPr/>
      <dgm:t>
        <a:bodyPr/>
        <a:lstStyle/>
        <a:p>
          <a:endParaRPr lang="en-US"/>
        </a:p>
      </dgm:t>
    </dgm:pt>
    <dgm:pt modelId="{E252A7EE-93E8-4383-B883-CFF5FE771DBC}" type="sibTrans" cxnId="{3C9A9F5B-DC86-492A-A673-C736512F284C}">
      <dgm:prSet/>
      <dgm:spPr/>
      <dgm:t>
        <a:bodyPr/>
        <a:lstStyle/>
        <a:p>
          <a:endParaRPr lang="en-US"/>
        </a:p>
      </dgm:t>
    </dgm:pt>
    <dgm:pt modelId="{4873A05E-2E15-4952-8D2C-CBF8428E175D}" type="pres">
      <dgm:prSet presAssocID="{FA6E01B0-7475-4C7A-923E-08C6E240DA8F}" presName="mainComposite" presStyleCnt="0">
        <dgm:presLayoutVars>
          <dgm:chPref val="1"/>
          <dgm:dir/>
          <dgm:animOne val="branch"/>
          <dgm:animLvl val="lvl"/>
          <dgm:resizeHandles val="exact"/>
        </dgm:presLayoutVars>
      </dgm:prSet>
      <dgm:spPr/>
    </dgm:pt>
    <dgm:pt modelId="{4A544D56-C7E1-46A0-B98D-95B9EC872B10}" type="pres">
      <dgm:prSet presAssocID="{FA6E01B0-7475-4C7A-923E-08C6E240DA8F}" presName="hierFlow" presStyleCnt="0"/>
      <dgm:spPr/>
    </dgm:pt>
    <dgm:pt modelId="{46EBE6A6-6A5C-44A6-817E-B3EE18EC2425}" type="pres">
      <dgm:prSet presAssocID="{FA6E01B0-7475-4C7A-923E-08C6E240DA8F}" presName="hierChild1" presStyleCnt="0">
        <dgm:presLayoutVars>
          <dgm:chPref val="1"/>
          <dgm:animOne val="branch"/>
          <dgm:animLvl val="lvl"/>
        </dgm:presLayoutVars>
      </dgm:prSet>
      <dgm:spPr/>
    </dgm:pt>
    <dgm:pt modelId="{A12C6EFD-00D0-4365-8A13-E1DC65D9A8A5}" type="pres">
      <dgm:prSet presAssocID="{166E3FCA-3D41-42F3-9AE7-E1C078B45A7E}" presName="Name14" presStyleCnt="0"/>
      <dgm:spPr/>
    </dgm:pt>
    <dgm:pt modelId="{9B499A17-3862-47C0-9E8D-CB1E3115D40C}" type="pres">
      <dgm:prSet presAssocID="{166E3FCA-3D41-42F3-9AE7-E1C078B45A7E}" presName="level1Shape" presStyleLbl="node0" presStyleIdx="0" presStyleCnt="1">
        <dgm:presLayoutVars>
          <dgm:chPref val="3"/>
        </dgm:presLayoutVars>
      </dgm:prSet>
      <dgm:spPr/>
    </dgm:pt>
    <dgm:pt modelId="{A15EFC8B-A7D7-401D-8C57-DD8DEF9BABE1}" type="pres">
      <dgm:prSet presAssocID="{166E3FCA-3D41-42F3-9AE7-E1C078B45A7E}" presName="hierChild2" presStyleCnt="0"/>
      <dgm:spPr/>
    </dgm:pt>
    <dgm:pt modelId="{D7B68554-31B4-49C9-BB17-BC7E7996C22F}" type="pres">
      <dgm:prSet presAssocID="{A269067F-3627-4F60-B6E1-BFBD9068CB4F}" presName="Name19" presStyleLbl="parChTrans1D2" presStyleIdx="0" presStyleCnt="3"/>
      <dgm:spPr/>
    </dgm:pt>
    <dgm:pt modelId="{DD44B812-3BC6-45B7-A996-85C1DD201E51}" type="pres">
      <dgm:prSet presAssocID="{EFCF4B24-FEAD-4630-B8D3-E15BA2B49252}" presName="Name21" presStyleCnt="0"/>
      <dgm:spPr/>
    </dgm:pt>
    <dgm:pt modelId="{FE72385F-96A7-46C5-8DD7-5E818F56DF1F}" type="pres">
      <dgm:prSet presAssocID="{EFCF4B24-FEAD-4630-B8D3-E15BA2B49252}" presName="level2Shape" presStyleLbl="node2" presStyleIdx="0" presStyleCnt="3"/>
      <dgm:spPr/>
    </dgm:pt>
    <dgm:pt modelId="{878C8228-0A14-45EE-9BE9-CAEDE83749FE}" type="pres">
      <dgm:prSet presAssocID="{EFCF4B24-FEAD-4630-B8D3-E15BA2B49252}" presName="hierChild3" presStyleCnt="0"/>
      <dgm:spPr/>
    </dgm:pt>
    <dgm:pt modelId="{575617FA-FA4D-471A-B187-88F58E628A8A}" type="pres">
      <dgm:prSet presAssocID="{3C5EE82B-313E-4E7D-8BE5-82A82A34CE80}" presName="Name19" presStyleLbl="parChTrans1D2" presStyleIdx="1" presStyleCnt="3"/>
      <dgm:spPr/>
    </dgm:pt>
    <dgm:pt modelId="{ED3804D6-8226-4805-996B-4109C51FDE77}" type="pres">
      <dgm:prSet presAssocID="{FD31484A-2A7F-404D-ABC6-A062CC2F703A}" presName="Name21" presStyleCnt="0"/>
      <dgm:spPr/>
    </dgm:pt>
    <dgm:pt modelId="{91491802-7857-4341-9A09-22C55116DC3F}" type="pres">
      <dgm:prSet presAssocID="{FD31484A-2A7F-404D-ABC6-A062CC2F703A}" presName="level2Shape" presStyleLbl="node2" presStyleIdx="1" presStyleCnt="3"/>
      <dgm:spPr/>
    </dgm:pt>
    <dgm:pt modelId="{2756B578-01F8-4C9E-8C4E-0C43739E18CD}" type="pres">
      <dgm:prSet presAssocID="{FD31484A-2A7F-404D-ABC6-A062CC2F703A}" presName="hierChild3" presStyleCnt="0"/>
      <dgm:spPr/>
    </dgm:pt>
    <dgm:pt modelId="{76737504-3B25-435E-9E99-9A5D39345AB7}" type="pres">
      <dgm:prSet presAssocID="{FD0CDDD7-45FA-4F4B-A281-F8A7957B09F3}" presName="Name19" presStyleLbl="parChTrans1D2" presStyleIdx="2" presStyleCnt="3"/>
      <dgm:spPr/>
    </dgm:pt>
    <dgm:pt modelId="{8E1B3FFC-28BC-4101-9F05-6EDF7ED42EC0}" type="pres">
      <dgm:prSet presAssocID="{B530C057-BA97-48A9-ACF1-AE7D56EC6150}" presName="Name21" presStyleCnt="0"/>
      <dgm:spPr/>
    </dgm:pt>
    <dgm:pt modelId="{C1BD74C7-E7F2-4FC5-BF25-8382E437CEC2}" type="pres">
      <dgm:prSet presAssocID="{B530C057-BA97-48A9-ACF1-AE7D56EC6150}" presName="level2Shape" presStyleLbl="node2" presStyleIdx="2" presStyleCnt="3"/>
      <dgm:spPr/>
    </dgm:pt>
    <dgm:pt modelId="{289981F0-C5D7-46A9-AE9E-4B5628DE90CA}" type="pres">
      <dgm:prSet presAssocID="{B530C057-BA97-48A9-ACF1-AE7D56EC6150}" presName="hierChild3" presStyleCnt="0"/>
      <dgm:spPr/>
    </dgm:pt>
    <dgm:pt modelId="{5A90F33F-643E-4502-9AF6-9D2791DBAB65}" type="pres">
      <dgm:prSet presAssocID="{FA6E01B0-7475-4C7A-923E-08C6E240DA8F}" presName="bgShapesFlow" presStyleCnt="0"/>
      <dgm:spPr/>
    </dgm:pt>
  </dgm:ptLst>
  <dgm:cxnLst>
    <dgm:cxn modelId="{BB033305-54AC-4526-9979-59DE4B3033FB}" type="presOf" srcId="{A269067F-3627-4F60-B6E1-BFBD9068CB4F}" destId="{D7B68554-31B4-49C9-BB17-BC7E7996C22F}" srcOrd="0" destOrd="0" presId="urn:microsoft.com/office/officeart/2005/8/layout/hierarchy6"/>
    <dgm:cxn modelId="{E5A6FD29-01A1-4D8E-BAAA-E0B850325D1E}" srcId="{166E3FCA-3D41-42F3-9AE7-E1C078B45A7E}" destId="{EFCF4B24-FEAD-4630-B8D3-E15BA2B49252}" srcOrd="0" destOrd="0" parTransId="{A269067F-3627-4F60-B6E1-BFBD9068CB4F}" sibTransId="{1C1D24FA-9479-4A8B-A1FC-93FC5444C980}"/>
    <dgm:cxn modelId="{B0608C2C-C7C2-450C-B54D-D253CFDC5B1C}" type="presOf" srcId="{FD31484A-2A7F-404D-ABC6-A062CC2F703A}" destId="{91491802-7857-4341-9A09-22C55116DC3F}" srcOrd="0" destOrd="0" presId="urn:microsoft.com/office/officeart/2005/8/layout/hierarchy6"/>
    <dgm:cxn modelId="{9AA8413F-923B-4A01-8E65-9EAEB2EACC64}" type="presOf" srcId="{B530C057-BA97-48A9-ACF1-AE7D56EC6150}" destId="{C1BD74C7-E7F2-4FC5-BF25-8382E437CEC2}" srcOrd="0" destOrd="0" presId="urn:microsoft.com/office/officeart/2005/8/layout/hierarchy6"/>
    <dgm:cxn modelId="{3C9A9F5B-DC86-492A-A673-C736512F284C}" srcId="{166E3FCA-3D41-42F3-9AE7-E1C078B45A7E}" destId="{B530C057-BA97-48A9-ACF1-AE7D56EC6150}" srcOrd="2" destOrd="0" parTransId="{FD0CDDD7-45FA-4F4B-A281-F8A7957B09F3}" sibTransId="{E252A7EE-93E8-4383-B883-CFF5FE771DBC}"/>
    <dgm:cxn modelId="{31D04484-03FD-41A9-B338-517B97B5EEDD}" type="presOf" srcId="{EFCF4B24-FEAD-4630-B8D3-E15BA2B49252}" destId="{FE72385F-96A7-46C5-8DD7-5E818F56DF1F}" srcOrd="0" destOrd="0" presId="urn:microsoft.com/office/officeart/2005/8/layout/hierarchy6"/>
    <dgm:cxn modelId="{C0B76F90-DB22-4639-B34F-26B4EAF1BBAD}" type="presOf" srcId="{166E3FCA-3D41-42F3-9AE7-E1C078B45A7E}" destId="{9B499A17-3862-47C0-9E8D-CB1E3115D40C}" srcOrd="0" destOrd="0" presId="urn:microsoft.com/office/officeart/2005/8/layout/hierarchy6"/>
    <dgm:cxn modelId="{47F9B3A9-8C16-4851-A0D0-F4AC8A0C4E42}" type="presOf" srcId="{3C5EE82B-313E-4E7D-8BE5-82A82A34CE80}" destId="{575617FA-FA4D-471A-B187-88F58E628A8A}" srcOrd="0" destOrd="0" presId="urn:microsoft.com/office/officeart/2005/8/layout/hierarchy6"/>
    <dgm:cxn modelId="{E42478AC-05BC-42CB-BB8D-7893C598C221}" srcId="{FA6E01B0-7475-4C7A-923E-08C6E240DA8F}" destId="{166E3FCA-3D41-42F3-9AE7-E1C078B45A7E}" srcOrd="0" destOrd="0" parTransId="{01EC8E7C-A651-4CC7-B3B1-26A56EFFE992}" sibTransId="{7676B177-6687-4476-B2A8-BD00CA4FC2D1}"/>
    <dgm:cxn modelId="{3A9E25BF-18E6-4EF6-BC9C-D4B09A0ECA58}" srcId="{166E3FCA-3D41-42F3-9AE7-E1C078B45A7E}" destId="{FD31484A-2A7F-404D-ABC6-A062CC2F703A}" srcOrd="1" destOrd="0" parTransId="{3C5EE82B-313E-4E7D-8BE5-82A82A34CE80}" sibTransId="{BE991883-63BC-4168-AC47-2697AFB3F917}"/>
    <dgm:cxn modelId="{93285DC1-5ADD-447B-A6C0-84E0D5EFC2D1}" type="presOf" srcId="{FA6E01B0-7475-4C7A-923E-08C6E240DA8F}" destId="{4873A05E-2E15-4952-8D2C-CBF8428E175D}" srcOrd="0" destOrd="0" presId="urn:microsoft.com/office/officeart/2005/8/layout/hierarchy6"/>
    <dgm:cxn modelId="{380FC4DB-8AD4-4D2A-B9D5-9EF3830BA271}" type="presOf" srcId="{FD0CDDD7-45FA-4F4B-A281-F8A7957B09F3}" destId="{76737504-3B25-435E-9E99-9A5D39345AB7}" srcOrd="0" destOrd="0" presId="urn:microsoft.com/office/officeart/2005/8/layout/hierarchy6"/>
    <dgm:cxn modelId="{A0497984-EDC9-4DFD-A8BC-40F3F17FE3E8}" type="presParOf" srcId="{4873A05E-2E15-4952-8D2C-CBF8428E175D}" destId="{4A544D56-C7E1-46A0-B98D-95B9EC872B10}" srcOrd="0" destOrd="0" presId="urn:microsoft.com/office/officeart/2005/8/layout/hierarchy6"/>
    <dgm:cxn modelId="{F0AA96C4-C73C-417D-B53A-8D5FAC8A1D7C}" type="presParOf" srcId="{4A544D56-C7E1-46A0-B98D-95B9EC872B10}" destId="{46EBE6A6-6A5C-44A6-817E-B3EE18EC2425}" srcOrd="0" destOrd="0" presId="urn:microsoft.com/office/officeart/2005/8/layout/hierarchy6"/>
    <dgm:cxn modelId="{DE1CCE35-43F2-4061-8505-E9D642059426}" type="presParOf" srcId="{46EBE6A6-6A5C-44A6-817E-B3EE18EC2425}" destId="{A12C6EFD-00D0-4365-8A13-E1DC65D9A8A5}" srcOrd="0" destOrd="0" presId="urn:microsoft.com/office/officeart/2005/8/layout/hierarchy6"/>
    <dgm:cxn modelId="{723F7BA2-A040-48A1-8983-8C1FA1A0CA50}" type="presParOf" srcId="{A12C6EFD-00D0-4365-8A13-E1DC65D9A8A5}" destId="{9B499A17-3862-47C0-9E8D-CB1E3115D40C}" srcOrd="0" destOrd="0" presId="urn:microsoft.com/office/officeart/2005/8/layout/hierarchy6"/>
    <dgm:cxn modelId="{FC045239-695B-4EB4-A190-657E99F8E632}" type="presParOf" srcId="{A12C6EFD-00D0-4365-8A13-E1DC65D9A8A5}" destId="{A15EFC8B-A7D7-401D-8C57-DD8DEF9BABE1}" srcOrd="1" destOrd="0" presId="urn:microsoft.com/office/officeart/2005/8/layout/hierarchy6"/>
    <dgm:cxn modelId="{10A1FD71-B178-4CD8-87BD-A0F69666A7E5}" type="presParOf" srcId="{A15EFC8B-A7D7-401D-8C57-DD8DEF9BABE1}" destId="{D7B68554-31B4-49C9-BB17-BC7E7996C22F}" srcOrd="0" destOrd="0" presId="urn:microsoft.com/office/officeart/2005/8/layout/hierarchy6"/>
    <dgm:cxn modelId="{C87FCA62-CD6B-4821-91DF-84B95631537C}" type="presParOf" srcId="{A15EFC8B-A7D7-401D-8C57-DD8DEF9BABE1}" destId="{DD44B812-3BC6-45B7-A996-85C1DD201E51}" srcOrd="1" destOrd="0" presId="urn:microsoft.com/office/officeart/2005/8/layout/hierarchy6"/>
    <dgm:cxn modelId="{DA3677F4-C18F-4352-B169-B680C320FD17}" type="presParOf" srcId="{DD44B812-3BC6-45B7-A996-85C1DD201E51}" destId="{FE72385F-96A7-46C5-8DD7-5E818F56DF1F}" srcOrd="0" destOrd="0" presId="urn:microsoft.com/office/officeart/2005/8/layout/hierarchy6"/>
    <dgm:cxn modelId="{3FF23831-1454-485E-A2C2-A22E8B26399B}" type="presParOf" srcId="{DD44B812-3BC6-45B7-A996-85C1DD201E51}" destId="{878C8228-0A14-45EE-9BE9-CAEDE83749FE}" srcOrd="1" destOrd="0" presId="urn:microsoft.com/office/officeart/2005/8/layout/hierarchy6"/>
    <dgm:cxn modelId="{624DE8E5-407E-4302-BF7C-F45E7FFB3C70}" type="presParOf" srcId="{A15EFC8B-A7D7-401D-8C57-DD8DEF9BABE1}" destId="{575617FA-FA4D-471A-B187-88F58E628A8A}" srcOrd="2" destOrd="0" presId="urn:microsoft.com/office/officeart/2005/8/layout/hierarchy6"/>
    <dgm:cxn modelId="{BEAD0804-214E-4772-9C32-876A97507957}" type="presParOf" srcId="{A15EFC8B-A7D7-401D-8C57-DD8DEF9BABE1}" destId="{ED3804D6-8226-4805-996B-4109C51FDE77}" srcOrd="3" destOrd="0" presId="urn:microsoft.com/office/officeart/2005/8/layout/hierarchy6"/>
    <dgm:cxn modelId="{717606CF-9052-440E-844B-035E81C14848}" type="presParOf" srcId="{ED3804D6-8226-4805-996B-4109C51FDE77}" destId="{91491802-7857-4341-9A09-22C55116DC3F}" srcOrd="0" destOrd="0" presId="urn:microsoft.com/office/officeart/2005/8/layout/hierarchy6"/>
    <dgm:cxn modelId="{38946286-6EA5-4B22-8E5E-B066ED253B41}" type="presParOf" srcId="{ED3804D6-8226-4805-996B-4109C51FDE77}" destId="{2756B578-01F8-4C9E-8C4E-0C43739E18CD}" srcOrd="1" destOrd="0" presId="urn:microsoft.com/office/officeart/2005/8/layout/hierarchy6"/>
    <dgm:cxn modelId="{5CF55B83-ABDF-4685-B794-1ED17A5F421B}" type="presParOf" srcId="{A15EFC8B-A7D7-401D-8C57-DD8DEF9BABE1}" destId="{76737504-3B25-435E-9E99-9A5D39345AB7}" srcOrd="4" destOrd="0" presId="urn:microsoft.com/office/officeart/2005/8/layout/hierarchy6"/>
    <dgm:cxn modelId="{BE3D5703-F7C4-4978-BFC6-88F0837A36C7}" type="presParOf" srcId="{A15EFC8B-A7D7-401D-8C57-DD8DEF9BABE1}" destId="{8E1B3FFC-28BC-4101-9F05-6EDF7ED42EC0}" srcOrd="5" destOrd="0" presId="urn:microsoft.com/office/officeart/2005/8/layout/hierarchy6"/>
    <dgm:cxn modelId="{C2DA3B09-9A0B-4824-B9CC-30C59826A182}" type="presParOf" srcId="{8E1B3FFC-28BC-4101-9F05-6EDF7ED42EC0}" destId="{C1BD74C7-E7F2-4FC5-BF25-8382E437CEC2}" srcOrd="0" destOrd="0" presId="urn:microsoft.com/office/officeart/2005/8/layout/hierarchy6"/>
    <dgm:cxn modelId="{292A964F-72F3-499F-8D5C-CD4970195F96}" type="presParOf" srcId="{8E1B3FFC-28BC-4101-9F05-6EDF7ED42EC0}" destId="{289981F0-C5D7-46A9-AE9E-4B5628DE90CA}" srcOrd="1" destOrd="0" presId="urn:microsoft.com/office/officeart/2005/8/layout/hierarchy6"/>
    <dgm:cxn modelId="{F79DD5FF-6C76-4288-87FD-B14D3A5D060C}" type="presParOf" srcId="{4873A05E-2E15-4952-8D2C-CBF8428E175D}" destId="{5A90F33F-643E-4502-9AF6-9D2791DBAB65}"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6E01B0-7475-4C7A-923E-08C6E240DA8F}"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166E3FCA-3D41-42F3-9AE7-E1C078B45A7E}">
      <dgm:prSet phldrT="[Text]"/>
      <dgm:spPr/>
      <dgm:t>
        <a:bodyPr/>
        <a:lstStyle/>
        <a:p>
          <a:r>
            <a:rPr lang="en-US" dirty="0"/>
            <a:t>H(3)</a:t>
          </a:r>
        </a:p>
      </dgm:t>
    </dgm:pt>
    <dgm:pt modelId="{01EC8E7C-A651-4CC7-B3B1-26A56EFFE992}" type="parTrans" cxnId="{E42478AC-05BC-42CB-BB8D-7893C598C221}">
      <dgm:prSet/>
      <dgm:spPr/>
      <dgm:t>
        <a:bodyPr/>
        <a:lstStyle/>
        <a:p>
          <a:endParaRPr lang="en-US"/>
        </a:p>
      </dgm:t>
    </dgm:pt>
    <dgm:pt modelId="{7676B177-6687-4476-B2A8-BD00CA4FC2D1}" type="sibTrans" cxnId="{E42478AC-05BC-42CB-BB8D-7893C598C221}">
      <dgm:prSet/>
      <dgm:spPr/>
      <dgm:t>
        <a:bodyPr/>
        <a:lstStyle/>
        <a:p>
          <a:endParaRPr lang="en-US"/>
        </a:p>
      </dgm:t>
    </dgm:pt>
    <dgm:pt modelId="{EFCF4B24-FEAD-4630-B8D3-E15BA2B49252}">
      <dgm:prSet phldrT="[Text]"/>
      <dgm:spPr/>
      <dgm:t>
        <a:bodyPr/>
        <a:lstStyle/>
        <a:p>
          <a:r>
            <a:rPr lang="en-US" dirty="0"/>
            <a:t>H(2)</a:t>
          </a:r>
        </a:p>
      </dgm:t>
    </dgm:pt>
    <dgm:pt modelId="{A269067F-3627-4F60-B6E1-BFBD9068CB4F}" type="parTrans" cxnId="{E5A6FD29-01A1-4D8E-BAAA-E0B850325D1E}">
      <dgm:prSet/>
      <dgm:spPr/>
      <dgm:t>
        <a:bodyPr/>
        <a:lstStyle/>
        <a:p>
          <a:endParaRPr lang="en-US"/>
        </a:p>
      </dgm:t>
    </dgm:pt>
    <dgm:pt modelId="{1C1D24FA-9479-4A8B-A1FC-93FC5444C980}" type="sibTrans" cxnId="{E5A6FD29-01A1-4D8E-BAAA-E0B850325D1E}">
      <dgm:prSet/>
      <dgm:spPr/>
      <dgm:t>
        <a:bodyPr/>
        <a:lstStyle/>
        <a:p>
          <a:endParaRPr lang="en-US"/>
        </a:p>
      </dgm:t>
    </dgm:pt>
    <dgm:pt modelId="{FD31484A-2A7F-404D-ABC6-A062CC2F703A}">
      <dgm:prSet phldrT="[Text]"/>
      <dgm:spPr/>
      <dgm:t>
        <a:bodyPr/>
        <a:lstStyle/>
        <a:p>
          <a:r>
            <a:rPr lang="en-US" dirty="0"/>
            <a:t>H(2)</a:t>
          </a:r>
        </a:p>
      </dgm:t>
    </dgm:pt>
    <dgm:pt modelId="{3C5EE82B-313E-4E7D-8BE5-82A82A34CE80}" type="parTrans" cxnId="{3A9E25BF-18E6-4EF6-BC9C-D4B09A0ECA58}">
      <dgm:prSet/>
      <dgm:spPr/>
      <dgm:t>
        <a:bodyPr/>
        <a:lstStyle/>
        <a:p>
          <a:endParaRPr lang="en-US"/>
        </a:p>
      </dgm:t>
    </dgm:pt>
    <dgm:pt modelId="{BE991883-63BC-4168-AC47-2697AFB3F917}" type="sibTrans" cxnId="{3A9E25BF-18E6-4EF6-BC9C-D4B09A0ECA58}">
      <dgm:prSet/>
      <dgm:spPr/>
      <dgm:t>
        <a:bodyPr/>
        <a:lstStyle/>
        <a:p>
          <a:endParaRPr lang="en-US"/>
        </a:p>
      </dgm:t>
    </dgm:pt>
    <dgm:pt modelId="{B530C057-BA97-48A9-ACF1-AE7D56EC6150}">
      <dgm:prSet phldrT="[Text]"/>
      <dgm:spPr/>
      <dgm:t>
        <a:bodyPr/>
        <a:lstStyle/>
        <a:p>
          <a:r>
            <a:rPr lang="en-US" dirty="0"/>
            <a:t>H(2)</a:t>
          </a:r>
        </a:p>
      </dgm:t>
    </dgm:pt>
    <dgm:pt modelId="{FD0CDDD7-45FA-4F4B-A281-F8A7957B09F3}" type="parTrans" cxnId="{3C9A9F5B-DC86-492A-A673-C736512F284C}">
      <dgm:prSet/>
      <dgm:spPr/>
      <dgm:t>
        <a:bodyPr/>
        <a:lstStyle/>
        <a:p>
          <a:endParaRPr lang="en-US"/>
        </a:p>
      </dgm:t>
    </dgm:pt>
    <dgm:pt modelId="{E252A7EE-93E8-4383-B883-CFF5FE771DBC}" type="sibTrans" cxnId="{3C9A9F5B-DC86-492A-A673-C736512F284C}">
      <dgm:prSet/>
      <dgm:spPr/>
      <dgm:t>
        <a:bodyPr/>
        <a:lstStyle/>
        <a:p>
          <a:endParaRPr lang="en-US"/>
        </a:p>
      </dgm:t>
    </dgm:pt>
    <dgm:pt modelId="{5F0A6650-C86B-42BE-BE30-A0F03AAA659F}">
      <dgm:prSet phldrT="[Text]"/>
      <dgm:spPr/>
      <dgm:t>
        <a:bodyPr/>
        <a:lstStyle/>
        <a:p>
          <a:r>
            <a:rPr lang="en-US" dirty="0"/>
            <a:t>A to B</a:t>
          </a:r>
        </a:p>
      </dgm:t>
    </dgm:pt>
    <dgm:pt modelId="{46ACEBCB-E57A-4833-8C9D-AC31B95EC703}" type="parTrans" cxnId="{47134678-2F82-4B6F-A1A2-E611BF7757F9}">
      <dgm:prSet/>
      <dgm:spPr/>
      <dgm:t>
        <a:bodyPr/>
        <a:lstStyle/>
        <a:p>
          <a:endParaRPr lang="en-US"/>
        </a:p>
      </dgm:t>
    </dgm:pt>
    <dgm:pt modelId="{98932C87-CFF6-42B9-B111-1BF2D39325BD}" type="sibTrans" cxnId="{47134678-2F82-4B6F-A1A2-E611BF7757F9}">
      <dgm:prSet/>
      <dgm:spPr/>
      <dgm:t>
        <a:bodyPr/>
        <a:lstStyle/>
        <a:p>
          <a:endParaRPr lang="en-US"/>
        </a:p>
      </dgm:t>
    </dgm:pt>
    <dgm:pt modelId="{BA2E9617-75CC-47A1-A4B1-054C9DB11F07}">
      <dgm:prSet phldrT="[Text]"/>
      <dgm:spPr/>
      <dgm:t>
        <a:bodyPr/>
        <a:lstStyle/>
        <a:p>
          <a:r>
            <a:rPr lang="en-US" dirty="0"/>
            <a:t>A to C</a:t>
          </a:r>
        </a:p>
      </dgm:t>
    </dgm:pt>
    <dgm:pt modelId="{2F69DCA1-3DD6-4401-BB16-B3CEE0A90754}" type="parTrans" cxnId="{B38FB6E4-AEB3-4190-8186-D7F611683269}">
      <dgm:prSet/>
      <dgm:spPr/>
      <dgm:t>
        <a:bodyPr/>
        <a:lstStyle/>
        <a:p>
          <a:endParaRPr lang="en-US"/>
        </a:p>
      </dgm:t>
    </dgm:pt>
    <dgm:pt modelId="{6628A8C6-394C-4BA4-8257-CBBCFC20FAB8}" type="sibTrans" cxnId="{B38FB6E4-AEB3-4190-8186-D7F611683269}">
      <dgm:prSet/>
      <dgm:spPr/>
      <dgm:t>
        <a:bodyPr/>
        <a:lstStyle/>
        <a:p>
          <a:endParaRPr lang="en-US"/>
        </a:p>
      </dgm:t>
    </dgm:pt>
    <dgm:pt modelId="{8F8537EC-0082-4541-9830-27DE14B63E0B}">
      <dgm:prSet phldrT="[Text]"/>
      <dgm:spPr/>
      <dgm:t>
        <a:bodyPr/>
        <a:lstStyle/>
        <a:p>
          <a:r>
            <a:rPr lang="en-US" dirty="0"/>
            <a:t>B to C</a:t>
          </a:r>
        </a:p>
      </dgm:t>
    </dgm:pt>
    <dgm:pt modelId="{AD299B92-010D-4F60-969E-1213B497CAD8}" type="parTrans" cxnId="{482FE466-D912-4471-BD77-6BE20701DAA9}">
      <dgm:prSet/>
      <dgm:spPr/>
      <dgm:t>
        <a:bodyPr/>
        <a:lstStyle/>
        <a:p>
          <a:endParaRPr lang="en-US"/>
        </a:p>
      </dgm:t>
    </dgm:pt>
    <dgm:pt modelId="{9C800307-A8DF-4B9E-8148-E6D7DA0D5572}" type="sibTrans" cxnId="{482FE466-D912-4471-BD77-6BE20701DAA9}">
      <dgm:prSet/>
      <dgm:spPr/>
      <dgm:t>
        <a:bodyPr/>
        <a:lstStyle/>
        <a:p>
          <a:endParaRPr lang="en-US"/>
        </a:p>
      </dgm:t>
    </dgm:pt>
    <dgm:pt modelId="{C8FB4477-227B-4C89-8FDA-EE4960F41F24}">
      <dgm:prSet phldrT="[Text]"/>
      <dgm:spPr/>
      <dgm:t>
        <a:bodyPr/>
        <a:lstStyle/>
        <a:p>
          <a:r>
            <a:rPr lang="en-US" dirty="0"/>
            <a:t>A to B</a:t>
          </a:r>
        </a:p>
      </dgm:t>
    </dgm:pt>
    <dgm:pt modelId="{F567ED87-28C8-4083-A65E-E8479E0B7FE4}" type="parTrans" cxnId="{3A6736D4-F229-49C3-9670-43DC6CCF8872}">
      <dgm:prSet/>
      <dgm:spPr/>
      <dgm:t>
        <a:bodyPr/>
        <a:lstStyle/>
        <a:p>
          <a:endParaRPr lang="en-US"/>
        </a:p>
      </dgm:t>
    </dgm:pt>
    <dgm:pt modelId="{ECE1F4C1-0957-4256-877D-F2756A13E404}" type="sibTrans" cxnId="{3A6736D4-F229-49C3-9670-43DC6CCF8872}">
      <dgm:prSet/>
      <dgm:spPr/>
      <dgm:t>
        <a:bodyPr/>
        <a:lstStyle/>
        <a:p>
          <a:endParaRPr lang="en-US"/>
        </a:p>
      </dgm:t>
    </dgm:pt>
    <dgm:pt modelId="{87B26BA9-0655-48E9-92DA-2A02271AF6B6}">
      <dgm:prSet phldrT="[Text]"/>
      <dgm:spPr/>
      <dgm:t>
        <a:bodyPr/>
        <a:lstStyle/>
        <a:p>
          <a:r>
            <a:rPr lang="en-US" dirty="0"/>
            <a:t>A to C</a:t>
          </a:r>
        </a:p>
      </dgm:t>
    </dgm:pt>
    <dgm:pt modelId="{0FA62932-F294-4ABE-A957-5EDC1984945E}" type="parTrans" cxnId="{18181C65-A503-4545-91F2-BA6702099F99}">
      <dgm:prSet/>
      <dgm:spPr/>
      <dgm:t>
        <a:bodyPr/>
        <a:lstStyle/>
        <a:p>
          <a:endParaRPr lang="en-US"/>
        </a:p>
      </dgm:t>
    </dgm:pt>
    <dgm:pt modelId="{BC92649A-0BDA-48CF-871D-F6865042BC20}" type="sibTrans" cxnId="{18181C65-A503-4545-91F2-BA6702099F99}">
      <dgm:prSet/>
      <dgm:spPr/>
      <dgm:t>
        <a:bodyPr/>
        <a:lstStyle/>
        <a:p>
          <a:endParaRPr lang="en-US"/>
        </a:p>
      </dgm:t>
    </dgm:pt>
    <dgm:pt modelId="{03FC9239-F7F2-4406-B164-C3EE6AF0D511}">
      <dgm:prSet phldrT="[Text]"/>
      <dgm:spPr/>
      <dgm:t>
        <a:bodyPr/>
        <a:lstStyle/>
        <a:p>
          <a:r>
            <a:rPr lang="en-US" dirty="0"/>
            <a:t>B to C</a:t>
          </a:r>
        </a:p>
      </dgm:t>
    </dgm:pt>
    <dgm:pt modelId="{30FAFCB9-8F1D-40D5-9610-212B705B9EEA}" type="parTrans" cxnId="{4A323409-F396-4F7A-82DD-1123F00B6F41}">
      <dgm:prSet/>
      <dgm:spPr/>
      <dgm:t>
        <a:bodyPr/>
        <a:lstStyle/>
        <a:p>
          <a:endParaRPr lang="en-US"/>
        </a:p>
      </dgm:t>
    </dgm:pt>
    <dgm:pt modelId="{075B2462-4779-43CE-ABFB-C8E0F4A63DEF}" type="sibTrans" cxnId="{4A323409-F396-4F7A-82DD-1123F00B6F41}">
      <dgm:prSet/>
      <dgm:spPr/>
      <dgm:t>
        <a:bodyPr/>
        <a:lstStyle/>
        <a:p>
          <a:endParaRPr lang="en-US"/>
        </a:p>
      </dgm:t>
    </dgm:pt>
    <dgm:pt modelId="{4C5A235A-9CFD-487F-BF8E-AB0D297613A9}">
      <dgm:prSet phldrT="[Text]"/>
      <dgm:spPr/>
      <dgm:t>
        <a:bodyPr/>
        <a:lstStyle/>
        <a:p>
          <a:r>
            <a:rPr lang="en-US" dirty="0"/>
            <a:t>A to B</a:t>
          </a:r>
        </a:p>
      </dgm:t>
    </dgm:pt>
    <dgm:pt modelId="{DFEF4A2A-2968-47A2-9250-C33D8D06B52D}" type="parTrans" cxnId="{BF045021-2940-4E0E-8ACF-BB6FF2C736BB}">
      <dgm:prSet/>
      <dgm:spPr/>
      <dgm:t>
        <a:bodyPr/>
        <a:lstStyle/>
        <a:p>
          <a:endParaRPr lang="en-US"/>
        </a:p>
      </dgm:t>
    </dgm:pt>
    <dgm:pt modelId="{5E6B6373-19B5-4728-820D-9CBCC366C201}" type="sibTrans" cxnId="{BF045021-2940-4E0E-8ACF-BB6FF2C736BB}">
      <dgm:prSet/>
      <dgm:spPr/>
      <dgm:t>
        <a:bodyPr/>
        <a:lstStyle/>
        <a:p>
          <a:endParaRPr lang="en-US"/>
        </a:p>
      </dgm:t>
    </dgm:pt>
    <dgm:pt modelId="{9B5537B3-2AEF-4222-A74F-A65414CDB03B}">
      <dgm:prSet phldrT="[Text]"/>
      <dgm:spPr/>
      <dgm:t>
        <a:bodyPr/>
        <a:lstStyle/>
        <a:p>
          <a:r>
            <a:rPr lang="en-US" dirty="0"/>
            <a:t>A to C</a:t>
          </a:r>
        </a:p>
      </dgm:t>
    </dgm:pt>
    <dgm:pt modelId="{A628A11C-B045-4568-847B-E79612CAFEDF}" type="parTrans" cxnId="{801A91AC-1C88-47A3-B0BD-D0C7F08C2996}">
      <dgm:prSet/>
      <dgm:spPr/>
      <dgm:t>
        <a:bodyPr/>
        <a:lstStyle/>
        <a:p>
          <a:endParaRPr lang="en-US"/>
        </a:p>
      </dgm:t>
    </dgm:pt>
    <dgm:pt modelId="{943712B9-C417-42FD-87EC-3921C6B2DEBA}" type="sibTrans" cxnId="{801A91AC-1C88-47A3-B0BD-D0C7F08C2996}">
      <dgm:prSet/>
      <dgm:spPr/>
      <dgm:t>
        <a:bodyPr/>
        <a:lstStyle/>
        <a:p>
          <a:endParaRPr lang="en-US"/>
        </a:p>
      </dgm:t>
    </dgm:pt>
    <dgm:pt modelId="{9275E7BC-422B-4B1F-B6FB-80660CD97714}">
      <dgm:prSet phldrT="[Text]"/>
      <dgm:spPr/>
      <dgm:t>
        <a:bodyPr/>
        <a:lstStyle/>
        <a:p>
          <a:r>
            <a:rPr lang="en-US" dirty="0"/>
            <a:t>B to C</a:t>
          </a:r>
        </a:p>
      </dgm:t>
    </dgm:pt>
    <dgm:pt modelId="{F7666ED4-1A80-48DA-947F-8F2E3BE5397F}" type="parTrans" cxnId="{2598C21E-2F2C-4D00-AF0D-01C3A4A0CACA}">
      <dgm:prSet/>
      <dgm:spPr/>
      <dgm:t>
        <a:bodyPr/>
        <a:lstStyle/>
        <a:p>
          <a:endParaRPr lang="en-US"/>
        </a:p>
      </dgm:t>
    </dgm:pt>
    <dgm:pt modelId="{255C036D-02BC-45DE-BCF1-6C21D1036865}" type="sibTrans" cxnId="{2598C21E-2F2C-4D00-AF0D-01C3A4A0CACA}">
      <dgm:prSet/>
      <dgm:spPr/>
      <dgm:t>
        <a:bodyPr/>
        <a:lstStyle/>
        <a:p>
          <a:endParaRPr lang="en-US"/>
        </a:p>
      </dgm:t>
    </dgm:pt>
    <dgm:pt modelId="{4873A05E-2E15-4952-8D2C-CBF8428E175D}" type="pres">
      <dgm:prSet presAssocID="{FA6E01B0-7475-4C7A-923E-08C6E240DA8F}" presName="mainComposite" presStyleCnt="0">
        <dgm:presLayoutVars>
          <dgm:chPref val="1"/>
          <dgm:dir/>
          <dgm:animOne val="branch"/>
          <dgm:animLvl val="lvl"/>
          <dgm:resizeHandles val="exact"/>
        </dgm:presLayoutVars>
      </dgm:prSet>
      <dgm:spPr/>
    </dgm:pt>
    <dgm:pt modelId="{4A544D56-C7E1-46A0-B98D-95B9EC872B10}" type="pres">
      <dgm:prSet presAssocID="{FA6E01B0-7475-4C7A-923E-08C6E240DA8F}" presName="hierFlow" presStyleCnt="0"/>
      <dgm:spPr/>
    </dgm:pt>
    <dgm:pt modelId="{46EBE6A6-6A5C-44A6-817E-B3EE18EC2425}" type="pres">
      <dgm:prSet presAssocID="{FA6E01B0-7475-4C7A-923E-08C6E240DA8F}" presName="hierChild1" presStyleCnt="0">
        <dgm:presLayoutVars>
          <dgm:chPref val="1"/>
          <dgm:animOne val="branch"/>
          <dgm:animLvl val="lvl"/>
        </dgm:presLayoutVars>
      </dgm:prSet>
      <dgm:spPr/>
    </dgm:pt>
    <dgm:pt modelId="{A12C6EFD-00D0-4365-8A13-E1DC65D9A8A5}" type="pres">
      <dgm:prSet presAssocID="{166E3FCA-3D41-42F3-9AE7-E1C078B45A7E}" presName="Name14" presStyleCnt="0"/>
      <dgm:spPr/>
    </dgm:pt>
    <dgm:pt modelId="{9B499A17-3862-47C0-9E8D-CB1E3115D40C}" type="pres">
      <dgm:prSet presAssocID="{166E3FCA-3D41-42F3-9AE7-E1C078B45A7E}" presName="level1Shape" presStyleLbl="node0" presStyleIdx="0" presStyleCnt="1">
        <dgm:presLayoutVars>
          <dgm:chPref val="3"/>
        </dgm:presLayoutVars>
      </dgm:prSet>
      <dgm:spPr/>
    </dgm:pt>
    <dgm:pt modelId="{A15EFC8B-A7D7-401D-8C57-DD8DEF9BABE1}" type="pres">
      <dgm:prSet presAssocID="{166E3FCA-3D41-42F3-9AE7-E1C078B45A7E}" presName="hierChild2" presStyleCnt="0"/>
      <dgm:spPr/>
    </dgm:pt>
    <dgm:pt modelId="{D7B68554-31B4-49C9-BB17-BC7E7996C22F}" type="pres">
      <dgm:prSet presAssocID="{A269067F-3627-4F60-B6E1-BFBD9068CB4F}" presName="Name19" presStyleLbl="parChTrans1D2" presStyleIdx="0" presStyleCnt="3"/>
      <dgm:spPr/>
    </dgm:pt>
    <dgm:pt modelId="{DD44B812-3BC6-45B7-A996-85C1DD201E51}" type="pres">
      <dgm:prSet presAssocID="{EFCF4B24-FEAD-4630-B8D3-E15BA2B49252}" presName="Name21" presStyleCnt="0"/>
      <dgm:spPr/>
    </dgm:pt>
    <dgm:pt modelId="{FE72385F-96A7-46C5-8DD7-5E818F56DF1F}" type="pres">
      <dgm:prSet presAssocID="{EFCF4B24-FEAD-4630-B8D3-E15BA2B49252}" presName="level2Shape" presStyleLbl="node2" presStyleIdx="0" presStyleCnt="3"/>
      <dgm:spPr/>
    </dgm:pt>
    <dgm:pt modelId="{878C8228-0A14-45EE-9BE9-CAEDE83749FE}" type="pres">
      <dgm:prSet presAssocID="{EFCF4B24-FEAD-4630-B8D3-E15BA2B49252}" presName="hierChild3" presStyleCnt="0"/>
      <dgm:spPr/>
    </dgm:pt>
    <dgm:pt modelId="{38DB72E1-850D-466D-A2EF-5165C255FA65}" type="pres">
      <dgm:prSet presAssocID="{46ACEBCB-E57A-4833-8C9D-AC31B95EC703}" presName="Name19" presStyleLbl="parChTrans1D3" presStyleIdx="0" presStyleCnt="9"/>
      <dgm:spPr/>
    </dgm:pt>
    <dgm:pt modelId="{13B3648E-4577-45F0-B475-BC22C0650B1A}" type="pres">
      <dgm:prSet presAssocID="{5F0A6650-C86B-42BE-BE30-A0F03AAA659F}" presName="Name21" presStyleCnt="0"/>
      <dgm:spPr/>
    </dgm:pt>
    <dgm:pt modelId="{0B0BDFB9-7BCA-4867-BCCB-92B85753BB18}" type="pres">
      <dgm:prSet presAssocID="{5F0A6650-C86B-42BE-BE30-A0F03AAA659F}" presName="level2Shape" presStyleLbl="node3" presStyleIdx="0" presStyleCnt="9"/>
      <dgm:spPr/>
    </dgm:pt>
    <dgm:pt modelId="{73A85D35-1A70-43ED-BA46-2B2F7B62B53E}" type="pres">
      <dgm:prSet presAssocID="{5F0A6650-C86B-42BE-BE30-A0F03AAA659F}" presName="hierChild3" presStyleCnt="0"/>
      <dgm:spPr/>
    </dgm:pt>
    <dgm:pt modelId="{37CB08AD-5692-4F92-870C-9C17983D1917}" type="pres">
      <dgm:prSet presAssocID="{2F69DCA1-3DD6-4401-BB16-B3CEE0A90754}" presName="Name19" presStyleLbl="parChTrans1D3" presStyleIdx="1" presStyleCnt="9"/>
      <dgm:spPr/>
    </dgm:pt>
    <dgm:pt modelId="{554344EC-0594-455C-8EE4-7004666E8BA9}" type="pres">
      <dgm:prSet presAssocID="{BA2E9617-75CC-47A1-A4B1-054C9DB11F07}" presName="Name21" presStyleCnt="0"/>
      <dgm:spPr/>
    </dgm:pt>
    <dgm:pt modelId="{93238ECD-2687-4D3B-AB87-060D3718FB10}" type="pres">
      <dgm:prSet presAssocID="{BA2E9617-75CC-47A1-A4B1-054C9DB11F07}" presName="level2Shape" presStyleLbl="node3" presStyleIdx="1" presStyleCnt="9"/>
      <dgm:spPr/>
    </dgm:pt>
    <dgm:pt modelId="{1E77B115-C98F-44FE-B44F-5AFD64E3412E}" type="pres">
      <dgm:prSet presAssocID="{BA2E9617-75CC-47A1-A4B1-054C9DB11F07}" presName="hierChild3" presStyleCnt="0"/>
      <dgm:spPr/>
    </dgm:pt>
    <dgm:pt modelId="{9DC7E7BC-BC25-4F47-9FB8-D1401F007E8B}" type="pres">
      <dgm:prSet presAssocID="{AD299B92-010D-4F60-969E-1213B497CAD8}" presName="Name19" presStyleLbl="parChTrans1D3" presStyleIdx="2" presStyleCnt="9"/>
      <dgm:spPr/>
    </dgm:pt>
    <dgm:pt modelId="{3C6D54A8-F7DA-4019-9692-B73CD6E35534}" type="pres">
      <dgm:prSet presAssocID="{8F8537EC-0082-4541-9830-27DE14B63E0B}" presName="Name21" presStyleCnt="0"/>
      <dgm:spPr/>
    </dgm:pt>
    <dgm:pt modelId="{4042C18F-439A-4EFF-BF93-63896DD4A23F}" type="pres">
      <dgm:prSet presAssocID="{8F8537EC-0082-4541-9830-27DE14B63E0B}" presName="level2Shape" presStyleLbl="node3" presStyleIdx="2" presStyleCnt="9"/>
      <dgm:spPr/>
    </dgm:pt>
    <dgm:pt modelId="{F26B788E-F578-4860-8373-16A839BD0A69}" type="pres">
      <dgm:prSet presAssocID="{8F8537EC-0082-4541-9830-27DE14B63E0B}" presName="hierChild3" presStyleCnt="0"/>
      <dgm:spPr/>
    </dgm:pt>
    <dgm:pt modelId="{575617FA-FA4D-471A-B187-88F58E628A8A}" type="pres">
      <dgm:prSet presAssocID="{3C5EE82B-313E-4E7D-8BE5-82A82A34CE80}" presName="Name19" presStyleLbl="parChTrans1D2" presStyleIdx="1" presStyleCnt="3"/>
      <dgm:spPr/>
    </dgm:pt>
    <dgm:pt modelId="{ED3804D6-8226-4805-996B-4109C51FDE77}" type="pres">
      <dgm:prSet presAssocID="{FD31484A-2A7F-404D-ABC6-A062CC2F703A}" presName="Name21" presStyleCnt="0"/>
      <dgm:spPr/>
    </dgm:pt>
    <dgm:pt modelId="{91491802-7857-4341-9A09-22C55116DC3F}" type="pres">
      <dgm:prSet presAssocID="{FD31484A-2A7F-404D-ABC6-A062CC2F703A}" presName="level2Shape" presStyleLbl="node2" presStyleIdx="1" presStyleCnt="3"/>
      <dgm:spPr/>
    </dgm:pt>
    <dgm:pt modelId="{2756B578-01F8-4C9E-8C4E-0C43739E18CD}" type="pres">
      <dgm:prSet presAssocID="{FD31484A-2A7F-404D-ABC6-A062CC2F703A}" presName="hierChild3" presStyleCnt="0"/>
      <dgm:spPr/>
    </dgm:pt>
    <dgm:pt modelId="{462CABE7-DF9A-4AED-91A7-01ECEF10AD31}" type="pres">
      <dgm:prSet presAssocID="{F567ED87-28C8-4083-A65E-E8479E0B7FE4}" presName="Name19" presStyleLbl="parChTrans1D3" presStyleIdx="3" presStyleCnt="9"/>
      <dgm:spPr/>
    </dgm:pt>
    <dgm:pt modelId="{47DD58BF-6D53-4BEE-90F7-42CE6A0658DD}" type="pres">
      <dgm:prSet presAssocID="{C8FB4477-227B-4C89-8FDA-EE4960F41F24}" presName="Name21" presStyleCnt="0"/>
      <dgm:spPr/>
    </dgm:pt>
    <dgm:pt modelId="{0BA35AF5-F254-47F4-A8C7-A04903E17EA1}" type="pres">
      <dgm:prSet presAssocID="{C8FB4477-227B-4C89-8FDA-EE4960F41F24}" presName="level2Shape" presStyleLbl="node3" presStyleIdx="3" presStyleCnt="9"/>
      <dgm:spPr/>
    </dgm:pt>
    <dgm:pt modelId="{E233DA80-05B5-4331-932D-EFB5C78B1382}" type="pres">
      <dgm:prSet presAssocID="{C8FB4477-227B-4C89-8FDA-EE4960F41F24}" presName="hierChild3" presStyleCnt="0"/>
      <dgm:spPr/>
    </dgm:pt>
    <dgm:pt modelId="{9A1503B3-CCF5-4847-916C-04254A22C177}" type="pres">
      <dgm:prSet presAssocID="{0FA62932-F294-4ABE-A957-5EDC1984945E}" presName="Name19" presStyleLbl="parChTrans1D3" presStyleIdx="4" presStyleCnt="9"/>
      <dgm:spPr/>
    </dgm:pt>
    <dgm:pt modelId="{537C8ABD-B8F0-4DB3-97FA-2C41CE8EAA84}" type="pres">
      <dgm:prSet presAssocID="{87B26BA9-0655-48E9-92DA-2A02271AF6B6}" presName="Name21" presStyleCnt="0"/>
      <dgm:spPr/>
    </dgm:pt>
    <dgm:pt modelId="{2BE91AB0-D02B-445D-B74D-CE339EE29808}" type="pres">
      <dgm:prSet presAssocID="{87B26BA9-0655-48E9-92DA-2A02271AF6B6}" presName="level2Shape" presStyleLbl="node3" presStyleIdx="4" presStyleCnt="9"/>
      <dgm:spPr/>
    </dgm:pt>
    <dgm:pt modelId="{8320B6EC-33AC-40DC-862C-A15A73C579DE}" type="pres">
      <dgm:prSet presAssocID="{87B26BA9-0655-48E9-92DA-2A02271AF6B6}" presName="hierChild3" presStyleCnt="0"/>
      <dgm:spPr/>
    </dgm:pt>
    <dgm:pt modelId="{E42E5CD6-1188-4641-9FEB-7D472D1A9A2F}" type="pres">
      <dgm:prSet presAssocID="{30FAFCB9-8F1D-40D5-9610-212B705B9EEA}" presName="Name19" presStyleLbl="parChTrans1D3" presStyleIdx="5" presStyleCnt="9"/>
      <dgm:spPr/>
    </dgm:pt>
    <dgm:pt modelId="{E9F76BB2-1E97-48D3-88E6-4E98B37F5820}" type="pres">
      <dgm:prSet presAssocID="{03FC9239-F7F2-4406-B164-C3EE6AF0D511}" presName="Name21" presStyleCnt="0"/>
      <dgm:spPr/>
    </dgm:pt>
    <dgm:pt modelId="{53CDBF01-B1B2-4E52-BC11-0A6E30AC9B0F}" type="pres">
      <dgm:prSet presAssocID="{03FC9239-F7F2-4406-B164-C3EE6AF0D511}" presName="level2Shape" presStyleLbl="node3" presStyleIdx="5" presStyleCnt="9"/>
      <dgm:spPr/>
    </dgm:pt>
    <dgm:pt modelId="{2A705414-9C95-4204-92FB-A7AA061028B5}" type="pres">
      <dgm:prSet presAssocID="{03FC9239-F7F2-4406-B164-C3EE6AF0D511}" presName="hierChild3" presStyleCnt="0"/>
      <dgm:spPr/>
    </dgm:pt>
    <dgm:pt modelId="{76737504-3B25-435E-9E99-9A5D39345AB7}" type="pres">
      <dgm:prSet presAssocID="{FD0CDDD7-45FA-4F4B-A281-F8A7957B09F3}" presName="Name19" presStyleLbl="parChTrans1D2" presStyleIdx="2" presStyleCnt="3"/>
      <dgm:spPr/>
    </dgm:pt>
    <dgm:pt modelId="{8E1B3FFC-28BC-4101-9F05-6EDF7ED42EC0}" type="pres">
      <dgm:prSet presAssocID="{B530C057-BA97-48A9-ACF1-AE7D56EC6150}" presName="Name21" presStyleCnt="0"/>
      <dgm:spPr/>
    </dgm:pt>
    <dgm:pt modelId="{C1BD74C7-E7F2-4FC5-BF25-8382E437CEC2}" type="pres">
      <dgm:prSet presAssocID="{B530C057-BA97-48A9-ACF1-AE7D56EC6150}" presName="level2Shape" presStyleLbl="node2" presStyleIdx="2" presStyleCnt="3"/>
      <dgm:spPr/>
    </dgm:pt>
    <dgm:pt modelId="{289981F0-C5D7-46A9-AE9E-4B5628DE90CA}" type="pres">
      <dgm:prSet presAssocID="{B530C057-BA97-48A9-ACF1-AE7D56EC6150}" presName="hierChild3" presStyleCnt="0"/>
      <dgm:spPr/>
    </dgm:pt>
    <dgm:pt modelId="{E7ECE009-A7FA-4A30-898C-C9A8E21D6B2C}" type="pres">
      <dgm:prSet presAssocID="{DFEF4A2A-2968-47A2-9250-C33D8D06B52D}" presName="Name19" presStyleLbl="parChTrans1D3" presStyleIdx="6" presStyleCnt="9"/>
      <dgm:spPr/>
    </dgm:pt>
    <dgm:pt modelId="{8FA28A74-3DD9-41CB-AEBD-467939F9C4D5}" type="pres">
      <dgm:prSet presAssocID="{4C5A235A-9CFD-487F-BF8E-AB0D297613A9}" presName="Name21" presStyleCnt="0"/>
      <dgm:spPr/>
    </dgm:pt>
    <dgm:pt modelId="{A530445C-8DEC-447B-8B49-810CE302E1AD}" type="pres">
      <dgm:prSet presAssocID="{4C5A235A-9CFD-487F-BF8E-AB0D297613A9}" presName="level2Shape" presStyleLbl="node3" presStyleIdx="6" presStyleCnt="9"/>
      <dgm:spPr/>
    </dgm:pt>
    <dgm:pt modelId="{17ABFE79-D9B1-404F-81ED-1A2401144C65}" type="pres">
      <dgm:prSet presAssocID="{4C5A235A-9CFD-487F-BF8E-AB0D297613A9}" presName="hierChild3" presStyleCnt="0"/>
      <dgm:spPr/>
    </dgm:pt>
    <dgm:pt modelId="{26872998-25E2-430E-9115-F39F44C2EFD2}" type="pres">
      <dgm:prSet presAssocID="{A628A11C-B045-4568-847B-E79612CAFEDF}" presName="Name19" presStyleLbl="parChTrans1D3" presStyleIdx="7" presStyleCnt="9"/>
      <dgm:spPr/>
    </dgm:pt>
    <dgm:pt modelId="{0DB2DC93-FB36-425E-A361-547AE6A01EC8}" type="pres">
      <dgm:prSet presAssocID="{9B5537B3-2AEF-4222-A74F-A65414CDB03B}" presName="Name21" presStyleCnt="0"/>
      <dgm:spPr/>
    </dgm:pt>
    <dgm:pt modelId="{2CD8BDF6-6048-4412-B5F3-69AAB09D0185}" type="pres">
      <dgm:prSet presAssocID="{9B5537B3-2AEF-4222-A74F-A65414CDB03B}" presName="level2Shape" presStyleLbl="node3" presStyleIdx="7" presStyleCnt="9"/>
      <dgm:spPr/>
    </dgm:pt>
    <dgm:pt modelId="{E81A2CF5-B5E1-4BA6-A252-B949A46B79C8}" type="pres">
      <dgm:prSet presAssocID="{9B5537B3-2AEF-4222-A74F-A65414CDB03B}" presName="hierChild3" presStyleCnt="0"/>
      <dgm:spPr/>
    </dgm:pt>
    <dgm:pt modelId="{5177DFA1-EE62-42A2-8868-8CC301EEE197}" type="pres">
      <dgm:prSet presAssocID="{F7666ED4-1A80-48DA-947F-8F2E3BE5397F}" presName="Name19" presStyleLbl="parChTrans1D3" presStyleIdx="8" presStyleCnt="9"/>
      <dgm:spPr/>
    </dgm:pt>
    <dgm:pt modelId="{E6793E8A-DBDB-4151-BDDD-A0BECCE42FAB}" type="pres">
      <dgm:prSet presAssocID="{9275E7BC-422B-4B1F-B6FB-80660CD97714}" presName="Name21" presStyleCnt="0"/>
      <dgm:spPr/>
    </dgm:pt>
    <dgm:pt modelId="{CA42BA4E-834D-4D3B-A418-643DB2EC03B6}" type="pres">
      <dgm:prSet presAssocID="{9275E7BC-422B-4B1F-B6FB-80660CD97714}" presName="level2Shape" presStyleLbl="node3" presStyleIdx="8" presStyleCnt="9"/>
      <dgm:spPr/>
    </dgm:pt>
    <dgm:pt modelId="{DE95AA82-3427-476A-B248-A0066C815D32}" type="pres">
      <dgm:prSet presAssocID="{9275E7BC-422B-4B1F-B6FB-80660CD97714}" presName="hierChild3" presStyleCnt="0"/>
      <dgm:spPr/>
    </dgm:pt>
    <dgm:pt modelId="{5A90F33F-643E-4502-9AF6-9D2791DBAB65}" type="pres">
      <dgm:prSet presAssocID="{FA6E01B0-7475-4C7A-923E-08C6E240DA8F}" presName="bgShapesFlow" presStyleCnt="0"/>
      <dgm:spPr/>
    </dgm:pt>
  </dgm:ptLst>
  <dgm:cxnLst>
    <dgm:cxn modelId="{A27D7E00-C6E7-4619-A8DC-2A0A821F50C1}" type="presOf" srcId="{9275E7BC-422B-4B1F-B6FB-80660CD97714}" destId="{CA42BA4E-834D-4D3B-A418-643DB2EC03B6}" srcOrd="0" destOrd="0" presId="urn:microsoft.com/office/officeart/2005/8/layout/hierarchy6"/>
    <dgm:cxn modelId="{4E317C01-36AE-44E5-8A7E-04F5A9E07C75}" type="presOf" srcId="{C8FB4477-227B-4C89-8FDA-EE4960F41F24}" destId="{0BA35AF5-F254-47F4-A8C7-A04903E17EA1}" srcOrd="0" destOrd="0" presId="urn:microsoft.com/office/officeart/2005/8/layout/hierarchy6"/>
    <dgm:cxn modelId="{BB033305-54AC-4526-9979-59DE4B3033FB}" type="presOf" srcId="{A269067F-3627-4F60-B6E1-BFBD9068CB4F}" destId="{D7B68554-31B4-49C9-BB17-BC7E7996C22F}" srcOrd="0" destOrd="0" presId="urn:microsoft.com/office/officeart/2005/8/layout/hierarchy6"/>
    <dgm:cxn modelId="{4A323409-F396-4F7A-82DD-1123F00B6F41}" srcId="{FD31484A-2A7F-404D-ABC6-A062CC2F703A}" destId="{03FC9239-F7F2-4406-B164-C3EE6AF0D511}" srcOrd="2" destOrd="0" parTransId="{30FAFCB9-8F1D-40D5-9610-212B705B9EEA}" sibTransId="{075B2462-4779-43CE-ABFB-C8E0F4A63DEF}"/>
    <dgm:cxn modelId="{A071CC10-6FCD-4E51-B40F-786F60AC3E31}" type="presOf" srcId="{46ACEBCB-E57A-4833-8C9D-AC31B95EC703}" destId="{38DB72E1-850D-466D-A2EF-5165C255FA65}" srcOrd="0" destOrd="0" presId="urn:microsoft.com/office/officeart/2005/8/layout/hierarchy6"/>
    <dgm:cxn modelId="{4B87EA11-A67A-441F-9A26-211BA8158318}" type="presOf" srcId="{4C5A235A-9CFD-487F-BF8E-AB0D297613A9}" destId="{A530445C-8DEC-447B-8B49-810CE302E1AD}" srcOrd="0" destOrd="0" presId="urn:microsoft.com/office/officeart/2005/8/layout/hierarchy6"/>
    <dgm:cxn modelId="{2598C21E-2F2C-4D00-AF0D-01C3A4A0CACA}" srcId="{B530C057-BA97-48A9-ACF1-AE7D56EC6150}" destId="{9275E7BC-422B-4B1F-B6FB-80660CD97714}" srcOrd="2" destOrd="0" parTransId="{F7666ED4-1A80-48DA-947F-8F2E3BE5397F}" sibTransId="{255C036D-02BC-45DE-BCF1-6C21D1036865}"/>
    <dgm:cxn modelId="{BF045021-2940-4E0E-8ACF-BB6FF2C736BB}" srcId="{B530C057-BA97-48A9-ACF1-AE7D56EC6150}" destId="{4C5A235A-9CFD-487F-BF8E-AB0D297613A9}" srcOrd="0" destOrd="0" parTransId="{DFEF4A2A-2968-47A2-9250-C33D8D06B52D}" sibTransId="{5E6B6373-19B5-4728-820D-9CBCC366C201}"/>
    <dgm:cxn modelId="{C2AF9C26-3A57-45FF-BDCB-214FEBAB3CB0}" type="presOf" srcId="{A628A11C-B045-4568-847B-E79612CAFEDF}" destId="{26872998-25E2-430E-9115-F39F44C2EFD2}" srcOrd="0" destOrd="0" presId="urn:microsoft.com/office/officeart/2005/8/layout/hierarchy6"/>
    <dgm:cxn modelId="{E5A6FD29-01A1-4D8E-BAAA-E0B850325D1E}" srcId="{166E3FCA-3D41-42F3-9AE7-E1C078B45A7E}" destId="{EFCF4B24-FEAD-4630-B8D3-E15BA2B49252}" srcOrd="0" destOrd="0" parTransId="{A269067F-3627-4F60-B6E1-BFBD9068CB4F}" sibTransId="{1C1D24FA-9479-4A8B-A1FC-93FC5444C980}"/>
    <dgm:cxn modelId="{B0608C2C-C7C2-450C-B54D-D253CFDC5B1C}" type="presOf" srcId="{FD31484A-2A7F-404D-ABC6-A062CC2F703A}" destId="{91491802-7857-4341-9A09-22C55116DC3F}" srcOrd="0" destOrd="0" presId="urn:microsoft.com/office/officeart/2005/8/layout/hierarchy6"/>
    <dgm:cxn modelId="{E2A26C31-F86E-423F-99F4-896813268171}" type="presOf" srcId="{F7666ED4-1A80-48DA-947F-8F2E3BE5397F}" destId="{5177DFA1-EE62-42A2-8868-8CC301EEE197}" srcOrd="0" destOrd="0" presId="urn:microsoft.com/office/officeart/2005/8/layout/hierarchy6"/>
    <dgm:cxn modelId="{9AA8413F-923B-4A01-8E65-9EAEB2EACC64}" type="presOf" srcId="{B530C057-BA97-48A9-ACF1-AE7D56EC6150}" destId="{C1BD74C7-E7F2-4FC5-BF25-8382E437CEC2}" srcOrd="0" destOrd="0" presId="urn:microsoft.com/office/officeart/2005/8/layout/hierarchy6"/>
    <dgm:cxn modelId="{3C9A9F5B-DC86-492A-A673-C736512F284C}" srcId="{166E3FCA-3D41-42F3-9AE7-E1C078B45A7E}" destId="{B530C057-BA97-48A9-ACF1-AE7D56EC6150}" srcOrd="2" destOrd="0" parTransId="{FD0CDDD7-45FA-4F4B-A281-F8A7957B09F3}" sibTransId="{E252A7EE-93E8-4383-B883-CFF5FE771DBC}"/>
    <dgm:cxn modelId="{37BC4B5D-A720-4D87-89DC-0B61184FB488}" type="presOf" srcId="{AD299B92-010D-4F60-969E-1213B497CAD8}" destId="{9DC7E7BC-BC25-4F47-9FB8-D1401F007E8B}" srcOrd="0" destOrd="0" presId="urn:microsoft.com/office/officeart/2005/8/layout/hierarchy6"/>
    <dgm:cxn modelId="{18181C65-A503-4545-91F2-BA6702099F99}" srcId="{FD31484A-2A7F-404D-ABC6-A062CC2F703A}" destId="{87B26BA9-0655-48E9-92DA-2A02271AF6B6}" srcOrd="1" destOrd="0" parTransId="{0FA62932-F294-4ABE-A957-5EDC1984945E}" sibTransId="{BC92649A-0BDA-48CF-871D-F6865042BC20}"/>
    <dgm:cxn modelId="{482FE466-D912-4471-BD77-6BE20701DAA9}" srcId="{EFCF4B24-FEAD-4630-B8D3-E15BA2B49252}" destId="{8F8537EC-0082-4541-9830-27DE14B63E0B}" srcOrd="2" destOrd="0" parTransId="{AD299B92-010D-4F60-969E-1213B497CAD8}" sibTransId="{9C800307-A8DF-4B9E-8148-E6D7DA0D5572}"/>
    <dgm:cxn modelId="{F98E1748-F56C-4192-9568-88D230D7C85B}" type="presOf" srcId="{F567ED87-28C8-4083-A65E-E8479E0B7FE4}" destId="{462CABE7-DF9A-4AED-91A7-01ECEF10AD31}" srcOrd="0" destOrd="0" presId="urn:microsoft.com/office/officeart/2005/8/layout/hierarchy6"/>
    <dgm:cxn modelId="{F5379D6B-0CF2-45A8-8EE6-9E64AAA12D9F}" type="presOf" srcId="{03FC9239-F7F2-4406-B164-C3EE6AF0D511}" destId="{53CDBF01-B1B2-4E52-BC11-0A6E30AC9B0F}" srcOrd="0" destOrd="0" presId="urn:microsoft.com/office/officeart/2005/8/layout/hierarchy6"/>
    <dgm:cxn modelId="{13F03558-AC59-4EC8-BA2A-4C63B6874A5E}" type="presOf" srcId="{5F0A6650-C86B-42BE-BE30-A0F03AAA659F}" destId="{0B0BDFB9-7BCA-4867-BCCB-92B85753BB18}" srcOrd="0" destOrd="0" presId="urn:microsoft.com/office/officeart/2005/8/layout/hierarchy6"/>
    <dgm:cxn modelId="{47134678-2F82-4B6F-A1A2-E611BF7757F9}" srcId="{EFCF4B24-FEAD-4630-B8D3-E15BA2B49252}" destId="{5F0A6650-C86B-42BE-BE30-A0F03AAA659F}" srcOrd="0" destOrd="0" parTransId="{46ACEBCB-E57A-4833-8C9D-AC31B95EC703}" sibTransId="{98932C87-CFF6-42B9-B111-1BF2D39325BD}"/>
    <dgm:cxn modelId="{04CD9758-3D6C-40DB-A0DD-2B64094207E5}" type="presOf" srcId="{30FAFCB9-8F1D-40D5-9610-212B705B9EEA}" destId="{E42E5CD6-1188-4641-9FEB-7D472D1A9A2F}" srcOrd="0" destOrd="0" presId="urn:microsoft.com/office/officeart/2005/8/layout/hierarchy6"/>
    <dgm:cxn modelId="{31D04484-03FD-41A9-B338-517B97B5EEDD}" type="presOf" srcId="{EFCF4B24-FEAD-4630-B8D3-E15BA2B49252}" destId="{FE72385F-96A7-46C5-8DD7-5E818F56DF1F}" srcOrd="0" destOrd="0" presId="urn:microsoft.com/office/officeart/2005/8/layout/hierarchy6"/>
    <dgm:cxn modelId="{9C94D389-561C-4363-B43A-7829E8CCA8D9}" type="presOf" srcId="{8F8537EC-0082-4541-9830-27DE14B63E0B}" destId="{4042C18F-439A-4EFF-BF93-63896DD4A23F}" srcOrd="0" destOrd="0" presId="urn:microsoft.com/office/officeart/2005/8/layout/hierarchy6"/>
    <dgm:cxn modelId="{C0B76F90-DB22-4639-B34F-26B4EAF1BBAD}" type="presOf" srcId="{166E3FCA-3D41-42F3-9AE7-E1C078B45A7E}" destId="{9B499A17-3862-47C0-9E8D-CB1E3115D40C}" srcOrd="0" destOrd="0" presId="urn:microsoft.com/office/officeart/2005/8/layout/hierarchy6"/>
    <dgm:cxn modelId="{15747C98-62D2-4184-89A3-C85787F1B70B}" type="presOf" srcId="{2F69DCA1-3DD6-4401-BB16-B3CEE0A90754}" destId="{37CB08AD-5692-4F92-870C-9C17983D1917}" srcOrd="0" destOrd="0" presId="urn:microsoft.com/office/officeart/2005/8/layout/hierarchy6"/>
    <dgm:cxn modelId="{AC017CA1-0C4A-41BD-9A0A-F33B8604D4D7}" type="presOf" srcId="{0FA62932-F294-4ABE-A957-5EDC1984945E}" destId="{9A1503B3-CCF5-4847-916C-04254A22C177}" srcOrd="0" destOrd="0" presId="urn:microsoft.com/office/officeart/2005/8/layout/hierarchy6"/>
    <dgm:cxn modelId="{7393C3A2-556B-49BC-9854-05A763BDF07A}" type="presOf" srcId="{DFEF4A2A-2968-47A2-9250-C33D8D06B52D}" destId="{E7ECE009-A7FA-4A30-898C-C9A8E21D6B2C}" srcOrd="0" destOrd="0" presId="urn:microsoft.com/office/officeart/2005/8/layout/hierarchy6"/>
    <dgm:cxn modelId="{47F9B3A9-8C16-4851-A0D0-F4AC8A0C4E42}" type="presOf" srcId="{3C5EE82B-313E-4E7D-8BE5-82A82A34CE80}" destId="{575617FA-FA4D-471A-B187-88F58E628A8A}" srcOrd="0" destOrd="0" presId="urn:microsoft.com/office/officeart/2005/8/layout/hierarchy6"/>
    <dgm:cxn modelId="{E42478AC-05BC-42CB-BB8D-7893C598C221}" srcId="{FA6E01B0-7475-4C7A-923E-08C6E240DA8F}" destId="{166E3FCA-3D41-42F3-9AE7-E1C078B45A7E}" srcOrd="0" destOrd="0" parTransId="{01EC8E7C-A651-4CC7-B3B1-26A56EFFE992}" sibTransId="{7676B177-6687-4476-B2A8-BD00CA4FC2D1}"/>
    <dgm:cxn modelId="{801A91AC-1C88-47A3-B0BD-D0C7F08C2996}" srcId="{B530C057-BA97-48A9-ACF1-AE7D56EC6150}" destId="{9B5537B3-2AEF-4222-A74F-A65414CDB03B}" srcOrd="1" destOrd="0" parTransId="{A628A11C-B045-4568-847B-E79612CAFEDF}" sibTransId="{943712B9-C417-42FD-87EC-3921C6B2DEBA}"/>
    <dgm:cxn modelId="{BA6913AD-2994-4725-B76A-521C0FF966F5}" type="presOf" srcId="{87B26BA9-0655-48E9-92DA-2A02271AF6B6}" destId="{2BE91AB0-D02B-445D-B74D-CE339EE29808}" srcOrd="0" destOrd="0" presId="urn:microsoft.com/office/officeart/2005/8/layout/hierarchy6"/>
    <dgm:cxn modelId="{3A9E25BF-18E6-4EF6-BC9C-D4B09A0ECA58}" srcId="{166E3FCA-3D41-42F3-9AE7-E1C078B45A7E}" destId="{FD31484A-2A7F-404D-ABC6-A062CC2F703A}" srcOrd="1" destOrd="0" parTransId="{3C5EE82B-313E-4E7D-8BE5-82A82A34CE80}" sibTransId="{BE991883-63BC-4168-AC47-2697AFB3F917}"/>
    <dgm:cxn modelId="{93285DC1-5ADD-447B-A6C0-84E0D5EFC2D1}" type="presOf" srcId="{FA6E01B0-7475-4C7A-923E-08C6E240DA8F}" destId="{4873A05E-2E15-4952-8D2C-CBF8428E175D}" srcOrd="0" destOrd="0" presId="urn:microsoft.com/office/officeart/2005/8/layout/hierarchy6"/>
    <dgm:cxn modelId="{DFD52EC3-5443-4099-B66C-499A9F49AD32}" type="presOf" srcId="{BA2E9617-75CC-47A1-A4B1-054C9DB11F07}" destId="{93238ECD-2687-4D3B-AB87-060D3718FB10}" srcOrd="0" destOrd="0" presId="urn:microsoft.com/office/officeart/2005/8/layout/hierarchy6"/>
    <dgm:cxn modelId="{3A6736D4-F229-49C3-9670-43DC6CCF8872}" srcId="{FD31484A-2A7F-404D-ABC6-A062CC2F703A}" destId="{C8FB4477-227B-4C89-8FDA-EE4960F41F24}" srcOrd="0" destOrd="0" parTransId="{F567ED87-28C8-4083-A65E-E8479E0B7FE4}" sibTransId="{ECE1F4C1-0957-4256-877D-F2756A13E404}"/>
    <dgm:cxn modelId="{380FC4DB-8AD4-4D2A-B9D5-9EF3830BA271}" type="presOf" srcId="{FD0CDDD7-45FA-4F4B-A281-F8A7957B09F3}" destId="{76737504-3B25-435E-9E99-9A5D39345AB7}" srcOrd="0" destOrd="0" presId="urn:microsoft.com/office/officeart/2005/8/layout/hierarchy6"/>
    <dgm:cxn modelId="{B38FB6E4-AEB3-4190-8186-D7F611683269}" srcId="{EFCF4B24-FEAD-4630-B8D3-E15BA2B49252}" destId="{BA2E9617-75CC-47A1-A4B1-054C9DB11F07}" srcOrd="1" destOrd="0" parTransId="{2F69DCA1-3DD6-4401-BB16-B3CEE0A90754}" sibTransId="{6628A8C6-394C-4BA4-8257-CBBCFC20FAB8}"/>
    <dgm:cxn modelId="{A47DC1E7-3D7F-4BA7-A033-63CC5F85A990}" type="presOf" srcId="{9B5537B3-2AEF-4222-A74F-A65414CDB03B}" destId="{2CD8BDF6-6048-4412-B5F3-69AAB09D0185}" srcOrd="0" destOrd="0" presId="urn:microsoft.com/office/officeart/2005/8/layout/hierarchy6"/>
    <dgm:cxn modelId="{A0497984-EDC9-4DFD-A8BC-40F3F17FE3E8}" type="presParOf" srcId="{4873A05E-2E15-4952-8D2C-CBF8428E175D}" destId="{4A544D56-C7E1-46A0-B98D-95B9EC872B10}" srcOrd="0" destOrd="0" presId="urn:microsoft.com/office/officeart/2005/8/layout/hierarchy6"/>
    <dgm:cxn modelId="{F0AA96C4-C73C-417D-B53A-8D5FAC8A1D7C}" type="presParOf" srcId="{4A544D56-C7E1-46A0-B98D-95B9EC872B10}" destId="{46EBE6A6-6A5C-44A6-817E-B3EE18EC2425}" srcOrd="0" destOrd="0" presId="urn:microsoft.com/office/officeart/2005/8/layout/hierarchy6"/>
    <dgm:cxn modelId="{DE1CCE35-43F2-4061-8505-E9D642059426}" type="presParOf" srcId="{46EBE6A6-6A5C-44A6-817E-B3EE18EC2425}" destId="{A12C6EFD-00D0-4365-8A13-E1DC65D9A8A5}" srcOrd="0" destOrd="0" presId="urn:microsoft.com/office/officeart/2005/8/layout/hierarchy6"/>
    <dgm:cxn modelId="{723F7BA2-A040-48A1-8983-8C1FA1A0CA50}" type="presParOf" srcId="{A12C6EFD-00D0-4365-8A13-E1DC65D9A8A5}" destId="{9B499A17-3862-47C0-9E8D-CB1E3115D40C}" srcOrd="0" destOrd="0" presId="urn:microsoft.com/office/officeart/2005/8/layout/hierarchy6"/>
    <dgm:cxn modelId="{FC045239-695B-4EB4-A190-657E99F8E632}" type="presParOf" srcId="{A12C6EFD-00D0-4365-8A13-E1DC65D9A8A5}" destId="{A15EFC8B-A7D7-401D-8C57-DD8DEF9BABE1}" srcOrd="1" destOrd="0" presId="urn:microsoft.com/office/officeart/2005/8/layout/hierarchy6"/>
    <dgm:cxn modelId="{10A1FD71-B178-4CD8-87BD-A0F69666A7E5}" type="presParOf" srcId="{A15EFC8B-A7D7-401D-8C57-DD8DEF9BABE1}" destId="{D7B68554-31B4-49C9-BB17-BC7E7996C22F}" srcOrd="0" destOrd="0" presId="urn:microsoft.com/office/officeart/2005/8/layout/hierarchy6"/>
    <dgm:cxn modelId="{C87FCA62-CD6B-4821-91DF-84B95631537C}" type="presParOf" srcId="{A15EFC8B-A7D7-401D-8C57-DD8DEF9BABE1}" destId="{DD44B812-3BC6-45B7-A996-85C1DD201E51}" srcOrd="1" destOrd="0" presId="urn:microsoft.com/office/officeart/2005/8/layout/hierarchy6"/>
    <dgm:cxn modelId="{DA3677F4-C18F-4352-B169-B680C320FD17}" type="presParOf" srcId="{DD44B812-3BC6-45B7-A996-85C1DD201E51}" destId="{FE72385F-96A7-46C5-8DD7-5E818F56DF1F}" srcOrd="0" destOrd="0" presId="urn:microsoft.com/office/officeart/2005/8/layout/hierarchy6"/>
    <dgm:cxn modelId="{3FF23831-1454-485E-A2C2-A22E8B26399B}" type="presParOf" srcId="{DD44B812-3BC6-45B7-A996-85C1DD201E51}" destId="{878C8228-0A14-45EE-9BE9-CAEDE83749FE}" srcOrd="1" destOrd="0" presId="urn:microsoft.com/office/officeart/2005/8/layout/hierarchy6"/>
    <dgm:cxn modelId="{166DD144-0DA4-4AE1-B8DC-05D90B4AE187}" type="presParOf" srcId="{878C8228-0A14-45EE-9BE9-CAEDE83749FE}" destId="{38DB72E1-850D-466D-A2EF-5165C255FA65}" srcOrd="0" destOrd="0" presId="urn:microsoft.com/office/officeart/2005/8/layout/hierarchy6"/>
    <dgm:cxn modelId="{7C303E31-ABD7-4E83-83D1-7901D64685D8}" type="presParOf" srcId="{878C8228-0A14-45EE-9BE9-CAEDE83749FE}" destId="{13B3648E-4577-45F0-B475-BC22C0650B1A}" srcOrd="1" destOrd="0" presId="urn:microsoft.com/office/officeart/2005/8/layout/hierarchy6"/>
    <dgm:cxn modelId="{07412A72-8096-4F9E-AFC1-F0FB0F03426D}" type="presParOf" srcId="{13B3648E-4577-45F0-B475-BC22C0650B1A}" destId="{0B0BDFB9-7BCA-4867-BCCB-92B85753BB18}" srcOrd="0" destOrd="0" presId="urn:microsoft.com/office/officeart/2005/8/layout/hierarchy6"/>
    <dgm:cxn modelId="{7C1A4666-5EBD-49FA-AF68-2EE50E98FE5F}" type="presParOf" srcId="{13B3648E-4577-45F0-B475-BC22C0650B1A}" destId="{73A85D35-1A70-43ED-BA46-2B2F7B62B53E}" srcOrd="1" destOrd="0" presId="urn:microsoft.com/office/officeart/2005/8/layout/hierarchy6"/>
    <dgm:cxn modelId="{D6053FD1-A891-4D42-A1D1-092B59EBCE24}" type="presParOf" srcId="{878C8228-0A14-45EE-9BE9-CAEDE83749FE}" destId="{37CB08AD-5692-4F92-870C-9C17983D1917}" srcOrd="2" destOrd="0" presId="urn:microsoft.com/office/officeart/2005/8/layout/hierarchy6"/>
    <dgm:cxn modelId="{16229D88-7CEA-494C-B0C3-46B931678030}" type="presParOf" srcId="{878C8228-0A14-45EE-9BE9-CAEDE83749FE}" destId="{554344EC-0594-455C-8EE4-7004666E8BA9}" srcOrd="3" destOrd="0" presId="urn:microsoft.com/office/officeart/2005/8/layout/hierarchy6"/>
    <dgm:cxn modelId="{E607B17A-150D-4300-A405-8A719E45069E}" type="presParOf" srcId="{554344EC-0594-455C-8EE4-7004666E8BA9}" destId="{93238ECD-2687-4D3B-AB87-060D3718FB10}" srcOrd="0" destOrd="0" presId="urn:microsoft.com/office/officeart/2005/8/layout/hierarchy6"/>
    <dgm:cxn modelId="{9F0B6BAD-4C2D-470D-BF3C-BA2ACB87243D}" type="presParOf" srcId="{554344EC-0594-455C-8EE4-7004666E8BA9}" destId="{1E77B115-C98F-44FE-B44F-5AFD64E3412E}" srcOrd="1" destOrd="0" presId="urn:microsoft.com/office/officeart/2005/8/layout/hierarchy6"/>
    <dgm:cxn modelId="{13A2F818-D4E2-4592-8D6E-564E4B8BFA3A}" type="presParOf" srcId="{878C8228-0A14-45EE-9BE9-CAEDE83749FE}" destId="{9DC7E7BC-BC25-4F47-9FB8-D1401F007E8B}" srcOrd="4" destOrd="0" presId="urn:microsoft.com/office/officeart/2005/8/layout/hierarchy6"/>
    <dgm:cxn modelId="{DDBFD99E-6EEE-49CB-93A1-E9F869826D85}" type="presParOf" srcId="{878C8228-0A14-45EE-9BE9-CAEDE83749FE}" destId="{3C6D54A8-F7DA-4019-9692-B73CD6E35534}" srcOrd="5" destOrd="0" presId="urn:microsoft.com/office/officeart/2005/8/layout/hierarchy6"/>
    <dgm:cxn modelId="{56F25DAA-3479-4E98-97F8-876C5A46DEB8}" type="presParOf" srcId="{3C6D54A8-F7DA-4019-9692-B73CD6E35534}" destId="{4042C18F-439A-4EFF-BF93-63896DD4A23F}" srcOrd="0" destOrd="0" presId="urn:microsoft.com/office/officeart/2005/8/layout/hierarchy6"/>
    <dgm:cxn modelId="{324B6BE8-3D88-4463-A01D-589149C830B8}" type="presParOf" srcId="{3C6D54A8-F7DA-4019-9692-B73CD6E35534}" destId="{F26B788E-F578-4860-8373-16A839BD0A69}" srcOrd="1" destOrd="0" presId="urn:microsoft.com/office/officeart/2005/8/layout/hierarchy6"/>
    <dgm:cxn modelId="{624DE8E5-407E-4302-BF7C-F45E7FFB3C70}" type="presParOf" srcId="{A15EFC8B-A7D7-401D-8C57-DD8DEF9BABE1}" destId="{575617FA-FA4D-471A-B187-88F58E628A8A}" srcOrd="2" destOrd="0" presId="urn:microsoft.com/office/officeart/2005/8/layout/hierarchy6"/>
    <dgm:cxn modelId="{BEAD0804-214E-4772-9C32-876A97507957}" type="presParOf" srcId="{A15EFC8B-A7D7-401D-8C57-DD8DEF9BABE1}" destId="{ED3804D6-8226-4805-996B-4109C51FDE77}" srcOrd="3" destOrd="0" presId="urn:microsoft.com/office/officeart/2005/8/layout/hierarchy6"/>
    <dgm:cxn modelId="{717606CF-9052-440E-844B-035E81C14848}" type="presParOf" srcId="{ED3804D6-8226-4805-996B-4109C51FDE77}" destId="{91491802-7857-4341-9A09-22C55116DC3F}" srcOrd="0" destOrd="0" presId="urn:microsoft.com/office/officeart/2005/8/layout/hierarchy6"/>
    <dgm:cxn modelId="{38946286-6EA5-4B22-8E5E-B066ED253B41}" type="presParOf" srcId="{ED3804D6-8226-4805-996B-4109C51FDE77}" destId="{2756B578-01F8-4C9E-8C4E-0C43739E18CD}" srcOrd="1" destOrd="0" presId="urn:microsoft.com/office/officeart/2005/8/layout/hierarchy6"/>
    <dgm:cxn modelId="{22313F24-F232-49BB-A532-7611BA7B4F8B}" type="presParOf" srcId="{2756B578-01F8-4C9E-8C4E-0C43739E18CD}" destId="{462CABE7-DF9A-4AED-91A7-01ECEF10AD31}" srcOrd="0" destOrd="0" presId="urn:microsoft.com/office/officeart/2005/8/layout/hierarchy6"/>
    <dgm:cxn modelId="{790F1BA0-120F-454F-BD61-A870FEEDB7BC}" type="presParOf" srcId="{2756B578-01F8-4C9E-8C4E-0C43739E18CD}" destId="{47DD58BF-6D53-4BEE-90F7-42CE6A0658DD}" srcOrd="1" destOrd="0" presId="urn:microsoft.com/office/officeart/2005/8/layout/hierarchy6"/>
    <dgm:cxn modelId="{22B2B762-697F-495F-8FA3-705309F965C3}" type="presParOf" srcId="{47DD58BF-6D53-4BEE-90F7-42CE6A0658DD}" destId="{0BA35AF5-F254-47F4-A8C7-A04903E17EA1}" srcOrd="0" destOrd="0" presId="urn:microsoft.com/office/officeart/2005/8/layout/hierarchy6"/>
    <dgm:cxn modelId="{D71F15D6-F141-47BC-A544-39DA7A286872}" type="presParOf" srcId="{47DD58BF-6D53-4BEE-90F7-42CE6A0658DD}" destId="{E233DA80-05B5-4331-932D-EFB5C78B1382}" srcOrd="1" destOrd="0" presId="urn:microsoft.com/office/officeart/2005/8/layout/hierarchy6"/>
    <dgm:cxn modelId="{93C917D1-4239-4C73-A5D6-47E4C330A801}" type="presParOf" srcId="{2756B578-01F8-4C9E-8C4E-0C43739E18CD}" destId="{9A1503B3-CCF5-4847-916C-04254A22C177}" srcOrd="2" destOrd="0" presId="urn:microsoft.com/office/officeart/2005/8/layout/hierarchy6"/>
    <dgm:cxn modelId="{94F9EC8F-1EE6-40EE-8199-19FBB79299A7}" type="presParOf" srcId="{2756B578-01F8-4C9E-8C4E-0C43739E18CD}" destId="{537C8ABD-B8F0-4DB3-97FA-2C41CE8EAA84}" srcOrd="3" destOrd="0" presId="urn:microsoft.com/office/officeart/2005/8/layout/hierarchy6"/>
    <dgm:cxn modelId="{53C23EB0-6F3A-40E0-B4B9-70016A942037}" type="presParOf" srcId="{537C8ABD-B8F0-4DB3-97FA-2C41CE8EAA84}" destId="{2BE91AB0-D02B-445D-B74D-CE339EE29808}" srcOrd="0" destOrd="0" presId="urn:microsoft.com/office/officeart/2005/8/layout/hierarchy6"/>
    <dgm:cxn modelId="{9E3DB2D3-99BA-47F6-ABDF-D0021DEC303E}" type="presParOf" srcId="{537C8ABD-B8F0-4DB3-97FA-2C41CE8EAA84}" destId="{8320B6EC-33AC-40DC-862C-A15A73C579DE}" srcOrd="1" destOrd="0" presId="urn:microsoft.com/office/officeart/2005/8/layout/hierarchy6"/>
    <dgm:cxn modelId="{1952C536-747F-4BD2-A2C7-B4FD46F12E26}" type="presParOf" srcId="{2756B578-01F8-4C9E-8C4E-0C43739E18CD}" destId="{E42E5CD6-1188-4641-9FEB-7D472D1A9A2F}" srcOrd="4" destOrd="0" presId="urn:microsoft.com/office/officeart/2005/8/layout/hierarchy6"/>
    <dgm:cxn modelId="{61FCD9D1-B0A2-4363-B517-33A66486CC3F}" type="presParOf" srcId="{2756B578-01F8-4C9E-8C4E-0C43739E18CD}" destId="{E9F76BB2-1E97-48D3-88E6-4E98B37F5820}" srcOrd="5" destOrd="0" presId="urn:microsoft.com/office/officeart/2005/8/layout/hierarchy6"/>
    <dgm:cxn modelId="{019670B4-CA4D-4B4F-818B-1FE1240E741E}" type="presParOf" srcId="{E9F76BB2-1E97-48D3-88E6-4E98B37F5820}" destId="{53CDBF01-B1B2-4E52-BC11-0A6E30AC9B0F}" srcOrd="0" destOrd="0" presId="urn:microsoft.com/office/officeart/2005/8/layout/hierarchy6"/>
    <dgm:cxn modelId="{8ACCFE80-C643-498C-B47A-82BBC9C5F649}" type="presParOf" srcId="{E9F76BB2-1E97-48D3-88E6-4E98B37F5820}" destId="{2A705414-9C95-4204-92FB-A7AA061028B5}" srcOrd="1" destOrd="0" presId="urn:microsoft.com/office/officeart/2005/8/layout/hierarchy6"/>
    <dgm:cxn modelId="{5CF55B83-ABDF-4685-B794-1ED17A5F421B}" type="presParOf" srcId="{A15EFC8B-A7D7-401D-8C57-DD8DEF9BABE1}" destId="{76737504-3B25-435E-9E99-9A5D39345AB7}" srcOrd="4" destOrd="0" presId="urn:microsoft.com/office/officeart/2005/8/layout/hierarchy6"/>
    <dgm:cxn modelId="{BE3D5703-F7C4-4978-BFC6-88F0837A36C7}" type="presParOf" srcId="{A15EFC8B-A7D7-401D-8C57-DD8DEF9BABE1}" destId="{8E1B3FFC-28BC-4101-9F05-6EDF7ED42EC0}" srcOrd="5" destOrd="0" presId="urn:microsoft.com/office/officeart/2005/8/layout/hierarchy6"/>
    <dgm:cxn modelId="{C2DA3B09-9A0B-4824-B9CC-30C59826A182}" type="presParOf" srcId="{8E1B3FFC-28BC-4101-9F05-6EDF7ED42EC0}" destId="{C1BD74C7-E7F2-4FC5-BF25-8382E437CEC2}" srcOrd="0" destOrd="0" presId="urn:microsoft.com/office/officeart/2005/8/layout/hierarchy6"/>
    <dgm:cxn modelId="{292A964F-72F3-499F-8D5C-CD4970195F96}" type="presParOf" srcId="{8E1B3FFC-28BC-4101-9F05-6EDF7ED42EC0}" destId="{289981F0-C5D7-46A9-AE9E-4B5628DE90CA}" srcOrd="1" destOrd="0" presId="urn:microsoft.com/office/officeart/2005/8/layout/hierarchy6"/>
    <dgm:cxn modelId="{5DFEE6F1-F5CE-4A4F-BE1D-6D3A74FF899F}" type="presParOf" srcId="{289981F0-C5D7-46A9-AE9E-4B5628DE90CA}" destId="{E7ECE009-A7FA-4A30-898C-C9A8E21D6B2C}" srcOrd="0" destOrd="0" presId="urn:microsoft.com/office/officeart/2005/8/layout/hierarchy6"/>
    <dgm:cxn modelId="{3848CA42-C57C-4ED9-A60D-70BC3D5B3A8E}" type="presParOf" srcId="{289981F0-C5D7-46A9-AE9E-4B5628DE90CA}" destId="{8FA28A74-3DD9-41CB-AEBD-467939F9C4D5}" srcOrd="1" destOrd="0" presId="urn:microsoft.com/office/officeart/2005/8/layout/hierarchy6"/>
    <dgm:cxn modelId="{45A0FA08-5CEB-4E98-9160-96DC4C918E6C}" type="presParOf" srcId="{8FA28A74-3DD9-41CB-AEBD-467939F9C4D5}" destId="{A530445C-8DEC-447B-8B49-810CE302E1AD}" srcOrd="0" destOrd="0" presId="urn:microsoft.com/office/officeart/2005/8/layout/hierarchy6"/>
    <dgm:cxn modelId="{08069860-BE4B-47D4-A141-D75413591F2A}" type="presParOf" srcId="{8FA28A74-3DD9-41CB-AEBD-467939F9C4D5}" destId="{17ABFE79-D9B1-404F-81ED-1A2401144C65}" srcOrd="1" destOrd="0" presId="urn:microsoft.com/office/officeart/2005/8/layout/hierarchy6"/>
    <dgm:cxn modelId="{F51431AC-B055-434C-A5C3-6905B85CD0D7}" type="presParOf" srcId="{289981F0-C5D7-46A9-AE9E-4B5628DE90CA}" destId="{26872998-25E2-430E-9115-F39F44C2EFD2}" srcOrd="2" destOrd="0" presId="urn:microsoft.com/office/officeart/2005/8/layout/hierarchy6"/>
    <dgm:cxn modelId="{7A6768D4-D2B2-420A-8BA6-0CD3129BA306}" type="presParOf" srcId="{289981F0-C5D7-46A9-AE9E-4B5628DE90CA}" destId="{0DB2DC93-FB36-425E-A361-547AE6A01EC8}" srcOrd="3" destOrd="0" presId="urn:microsoft.com/office/officeart/2005/8/layout/hierarchy6"/>
    <dgm:cxn modelId="{DBE59AB9-2AC4-46A6-BA17-501B14C17428}" type="presParOf" srcId="{0DB2DC93-FB36-425E-A361-547AE6A01EC8}" destId="{2CD8BDF6-6048-4412-B5F3-69AAB09D0185}" srcOrd="0" destOrd="0" presId="urn:microsoft.com/office/officeart/2005/8/layout/hierarchy6"/>
    <dgm:cxn modelId="{C20CD90D-675E-48D9-A9E1-80593DBACD98}" type="presParOf" srcId="{0DB2DC93-FB36-425E-A361-547AE6A01EC8}" destId="{E81A2CF5-B5E1-4BA6-A252-B949A46B79C8}" srcOrd="1" destOrd="0" presId="urn:microsoft.com/office/officeart/2005/8/layout/hierarchy6"/>
    <dgm:cxn modelId="{0BB208BE-A471-4883-8598-45CDE9E26F3E}" type="presParOf" srcId="{289981F0-C5D7-46A9-AE9E-4B5628DE90CA}" destId="{5177DFA1-EE62-42A2-8868-8CC301EEE197}" srcOrd="4" destOrd="0" presId="urn:microsoft.com/office/officeart/2005/8/layout/hierarchy6"/>
    <dgm:cxn modelId="{6CD93D97-9F8E-4CC3-9964-F18105104752}" type="presParOf" srcId="{289981F0-C5D7-46A9-AE9E-4B5628DE90CA}" destId="{E6793E8A-DBDB-4151-BDDD-A0BECCE42FAB}" srcOrd="5" destOrd="0" presId="urn:microsoft.com/office/officeart/2005/8/layout/hierarchy6"/>
    <dgm:cxn modelId="{9B789364-51A3-4239-BB87-D0C74AE7C8C3}" type="presParOf" srcId="{E6793E8A-DBDB-4151-BDDD-A0BECCE42FAB}" destId="{CA42BA4E-834D-4D3B-A418-643DB2EC03B6}" srcOrd="0" destOrd="0" presId="urn:microsoft.com/office/officeart/2005/8/layout/hierarchy6"/>
    <dgm:cxn modelId="{C3DC94CA-6CF9-4797-B5CB-2FF5128C8E50}" type="presParOf" srcId="{E6793E8A-DBDB-4151-BDDD-A0BECCE42FAB}" destId="{DE95AA82-3427-476A-B248-A0066C815D32}" srcOrd="1" destOrd="0" presId="urn:microsoft.com/office/officeart/2005/8/layout/hierarchy6"/>
    <dgm:cxn modelId="{F79DD5FF-6C76-4288-87FD-B14D3A5D060C}" type="presParOf" srcId="{4873A05E-2E15-4952-8D2C-CBF8428E175D}" destId="{5A90F33F-643E-4502-9AF6-9D2791DBAB65}"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F9A3F2-4C86-449B-91CB-DB8617607A3D}"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LID4096"/>
        </a:p>
      </dgm:t>
    </dgm:pt>
    <dgm:pt modelId="{F8558279-B2E1-400F-B235-3EEAFB1ED4C7}">
      <dgm:prSet phldrT="[Text]"/>
      <dgm:spPr/>
      <dgm:t>
        <a:bodyPr/>
        <a:lstStyle/>
        <a:p>
          <a:r>
            <a:rPr lang="en-US" dirty="0"/>
            <a:t>H(1)</a:t>
          </a:r>
          <a:endParaRPr lang="LID4096" dirty="0"/>
        </a:p>
      </dgm:t>
    </dgm:pt>
    <dgm:pt modelId="{F103BB10-7E1D-4EF7-BDF1-605B7BBDEDDA}" type="parTrans" cxnId="{C1229801-E45F-4705-841E-0467AF87FD1F}">
      <dgm:prSet/>
      <dgm:spPr/>
      <dgm:t>
        <a:bodyPr/>
        <a:lstStyle/>
        <a:p>
          <a:endParaRPr lang="LID4096"/>
        </a:p>
      </dgm:t>
    </dgm:pt>
    <dgm:pt modelId="{DE0F914B-2872-4CCF-A1BE-3EFA56CF0A41}" type="sibTrans" cxnId="{C1229801-E45F-4705-841E-0467AF87FD1F}">
      <dgm:prSet/>
      <dgm:spPr/>
      <dgm:t>
        <a:bodyPr/>
        <a:lstStyle/>
        <a:p>
          <a:endParaRPr lang="LID4096"/>
        </a:p>
      </dgm:t>
    </dgm:pt>
    <dgm:pt modelId="{6E919FA2-477D-464F-BC6E-7F3E67081729}">
      <dgm:prSet phldrT="[Text]"/>
      <dgm:spPr/>
      <dgm:t>
        <a:bodyPr/>
        <a:lstStyle/>
        <a:p>
          <a:r>
            <a:rPr lang="en-US" dirty="0"/>
            <a:t>A-C</a:t>
          </a:r>
          <a:endParaRPr lang="LID4096" dirty="0"/>
        </a:p>
      </dgm:t>
    </dgm:pt>
    <dgm:pt modelId="{C63F295F-2037-471D-A035-29A6F4516CD1}" type="parTrans" cxnId="{071D6F3A-52FC-4D99-AB48-8EB55EB2C032}">
      <dgm:prSet/>
      <dgm:spPr/>
      <dgm:t>
        <a:bodyPr/>
        <a:lstStyle/>
        <a:p>
          <a:endParaRPr lang="LID4096"/>
        </a:p>
      </dgm:t>
    </dgm:pt>
    <dgm:pt modelId="{AEEABBEF-1655-47EA-91D9-4772703EAD09}" type="sibTrans" cxnId="{071D6F3A-52FC-4D99-AB48-8EB55EB2C032}">
      <dgm:prSet/>
      <dgm:spPr/>
      <dgm:t>
        <a:bodyPr/>
        <a:lstStyle/>
        <a:p>
          <a:endParaRPr lang="LID4096"/>
        </a:p>
      </dgm:t>
    </dgm:pt>
    <dgm:pt modelId="{94FF1953-CB08-48FB-B584-98297C491521}" type="pres">
      <dgm:prSet presAssocID="{E4F9A3F2-4C86-449B-91CB-DB8617607A3D}" presName="mainComposite" presStyleCnt="0">
        <dgm:presLayoutVars>
          <dgm:chPref val="1"/>
          <dgm:dir/>
          <dgm:animOne val="branch"/>
          <dgm:animLvl val="lvl"/>
          <dgm:resizeHandles val="exact"/>
        </dgm:presLayoutVars>
      </dgm:prSet>
      <dgm:spPr/>
    </dgm:pt>
    <dgm:pt modelId="{80F379BF-31B8-4200-9E5F-725551242C4B}" type="pres">
      <dgm:prSet presAssocID="{E4F9A3F2-4C86-449B-91CB-DB8617607A3D}" presName="hierFlow" presStyleCnt="0"/>
      <dgm:spPr/>
    </dgm:pt>
    <dgm:pt modelId="{A2995974-73FD-411C-A80E-A71D87ECC3B5}" type="pres">
      <dgm:prSet presAssocID="{E4F9A3F2-4C86-449B-91CB-DB8617607A3D}" presName="hierChild1" presStyleCnt="0">
        <dgm:presLayoutVars>
          <dgm:chPref val="1"/>
          <dgm:animOne val="branch"/>
          <dgm:animLvl val="lvl"/>
        </dgm:presLayoutVars>
      </dgm:prSet>
      <dgm:spPr/>
    </dgm:pt>
    <dgm:pt modelId="{6E53CDF9-5174-4CED-AE09-0F8F033C04C6}" type="pres">
      <dgm:prSet presAssocID="{F8558279-B2E1-400F-B235-3EEAFB1ED4C7}" presName="Name14" presStyleCnt="0"/>
      <dgm:spPr/>
    </dgm:pt>
    <dgm:pt modelId="{03E181FD-07F2-4F82-92A7-A09776154F67}" type="pres">
      <dgm:prSet presAssocID="{F8558279-B2E1-400F-B235-3EEAFB1ED4C7}" presName="level1Shape" presStyleLbl="node0" presStyleIdx="0" presStyleCnt="1">
        <dgm:presLayoutVars>
          <dgm:chPref val="3"/>
        </dgm:presLayoutVars>
      </dgm:prSet>
      <dgm:spPr/>
    </dgm:pt>
    <dgm:pt modelId="{2BDAB337-3BEB-47B7-81BC-26F56201C053}" type="pres">
      <dgm:prSet presAssocID="{F8558279-B2E1-400F-B235-3EEAFB1ED4C7}" presName="hierChild2" presStyleCnt="0"/>
      <dgm:spPr/>
    </dgm:pt>
    <dgm:pt modelId="{B82420A6-452A-46E1-94AF-9E61F57B94D1}" type="pres">
      <dgm:prSet presAssocID="{C63F295F-2037-471D-A035-29A6F4516CD1}" presName="Name19" presStyleLbl="parChTrans1D2" presStyleIdx="0" presStyleCnt="1"/>
      <dgm:spPr/>
    </dgm:pt>
    <dgm:pt modelId="{703174FF-7CD3-4B77-AC4F-6E290F423DA9}" type="pres">
      <dgm:prSet presAssocID="{6E919FA2-477D-464F-BC6E-7F3E67081729}" presName="Name21" presStyleCnt="0"/>
      <dgm:spPr/>
    </dgm:pt>
    <dgm:pt modelId="{ABEE2C05-8CD9-49D6-8947-FE68990457F7}" type="pres">
      <dgm:prSet presAssocID="{6E919FA2-477D-464F-BC6E-7F3E67081729}" presName="level2Shape" presStyleLbl="node2" presStyleIdx="0" presStyleCnt="1"/>
      <dgm:spPr/>
    </dgm:pt>
    <dgm:pt modelId="{00D206D9-265C-4406-8A60-61670D362C15}" type="pres">
      <dgm:prSet presAssocID="{6E919FA2-477D-464F-BC6E-7F3E67081729}" presName="hierChild3" presStyleCnt="0"/>
      <dgm:spPr/>
    </dgm:pt>
    <dgm:pt modelId="{BED6D464-4950-4878-A68E-76ACAE1C2D16}" type="pres">
      <dgm:prSet presAssocID="{E4F9A3F2-4C86-449B-91CB-DB8617607A3D}" presName="bgShapesFlow" presStyleCnt="0"/>
      <dgm:spPr/>
    </dgm:pt>
  </dgm:ptLst>
  <dgm:cxnLst>
    <dgm:cxn modelId="{C1229801-E45F-4705-841E-0467AF87FD1F}" srcId="{E4F9A3F2-4C86-449B-91CB-DB8617607A3D}" destId="{F8558279-B2E1-400F-B235-3EEAFB1ED4C7}" srcOrd="0" destOrd="0" parTransId="{F103BB10-7E1D-4EF7-BDF1-605B7BBDEDDA}" sibTransId="{DE0F914B-2872-4CCF-A1BE-3EFA56CF0A41}"/>
    <dgm:cxn modelId="{DC324423-CB1C-4F1F-BAED-7A089EB4328B}" type="presOf" srcId="{F8558279-B2E1-400F-B235-3EEAFB1ED4C7}" destId="{03E181FD-07F2-4F82-92A7-A09776154F67}" srcOrd="0" destOrd="0" presId="urn:microsoft.com/office/officeart/2005/8/layout/hierarchy6"/>
    <dgm:cxn modelId="{6E2A2A35-8B7E-418D-B3BC-2A3CD02F58D6}" type="presOf" srcId="{6E919FA2-477D-464F-BC6E-7F3E67081729}" destId="{ABEE2C05-8CD9-49D6-8947-FE68990457F7}" srcOrd="0" destOrd="0" presId="urn:microsoft.com/office/officeart/2005/8/layout/hierarchy6"/>
    <dgm:cxn modelId="{071D6F3A-52FC-4D99-AB48-8EB55EB2C032}" srcId="{F8558279-B2E1-400F-B235-3EEAFB1ED4C7}" destId="{6E919FA2-477D-464F-BC6E-7F3E67081729}" srcOrd="0" destOrd="0" parTransId="{C63F295F-2037-471D-A035-29A6F4516CD1}" sibTransId="{AEEABBEF-1655-47EA-91D9-4772703EAD09}"/>
    <dgm:cxn modelId="{E1F15F6A-125B-4CD3-BC4C-40C429CDB808}" type="presOf" srcId="{E4F9A3F2-4C86-449B-91CB-DB8617607A3D}" destId="{94FF1953-CB08-48FB-B584-98297C491521}" srcOrd="0" destOrd="0" presId="urn:microsoft.com/office/officeart/2005/8/layout/hierarchy6"/>
    <dgm:cxn modelId="{CE7CF3AE-F261-4846-8B75-202BF451A8D8}" type="presOf" srcId="{C63F295F-2037-471D-A035-29A6F4516CD1}" destId="{B82420A6-452A-46E1-94AF-9E61F57B94D1}" srcOrd="0" destOrd="0" presId="urn:microsoft.com/office/officeart/2005/8/layout/hierarchy6"/>
    <dgm:cxn modelId="{36E1F814-3FA1-463F-B156-3335A29B84F7}" type="presParOf" srcId="{94FF1953-CB08-48FB-B584-98297C491521}" destId="{80F379BF-31B8-4200-9E5F-725551242C4B}" srcOrd="0" destOrd="0" presId="urn:microsoft.com/office/officeart/2005/8/layout/hierarchy6"/>
    <dgm:cxn modelId="{5E1A27A3-5717-435D-BF75-70706E7763BF}" type="presParOf" srcId="{80F379BF-31B8-4200-9E5F-725551242C4B}" destId="{A2995974-73FD-411C-A80E-A71D87ECC3B5}" srcOrd="0" destOrd="0" presId="urn:microsoft.com/office/officeart/2005/8/layout/hierarchy6"/>
    <dgm:cxn modelId="{71D95910-8CB3-485E-AB98-80A2FAC18B59}" type="presParOf" srcId="{A2995974-73FD-411C-A80E-A71D87ECC3B5}" destId="{6E53CDF9-5174-4CED-AE09-0F8F033C04C6}" srcOrd="0" destOrd="0" presId="urn:microsoft.com/office/officeart/2005/8/layout/hierarchy6"/>
    <dgm:cxn modelId="{48AEBC11-7091-4076-9911-506EF1CF1843}" type="presParOf" srcId="{6E53CDF9-5174-4CED-AE09-0F8F033C04C6}" destId="{03E181FD-07F2-4F82-92A7-A09776154F67}" srcOrd="0" destOrd="0" presId="urn:microsoft.com/office/officeart/2005/8/layout/hierarchy6"/>
    <dgm:cxn modelId="{D87641D0-4F91-429F-BCBA-0EBC00B5EF7F}" type="presParOf" srcId="{6E53CDF9-5174-4CED-AE09-0F8F033C04C6}" destId="{2BDAB337-3BEB-47B7-81BC-26F56201C053}" srcOrd="1" destOrd="0" presId="urn:microsoft.com/office/officeart/2005/8/layout/hierarchy6"/>
    <dgm:cxn modelId="{AB093661-17E8-40D6-929E-5767575C64E0}" type="presParOf" srcId="{2BDAB337-3BEB-47B7-81BC-26F56201C053}" destId="{B82420A6-452A-46E1-94AF-9E61F57B94D1}" srcOrd="0" destOrd="0" presId="urn:microsoft.com/office/officeart/2005/8/layout/hierarchy6"/>
    <dgm:cxn modelId="{6C886113-DA3B-44F7-93EA-125BDC38457A}" type="presParOf" srcId="{2BDAB337-3BEB-47B7-81BC-26F56201C053}" destId="{703174FF-7CD3-4B77-AC4F-6E290F423DA9}" srcOrd="1" destOrd="0" presId="urn:microsoft.com/office/officeart/2005/8/layout/hierarchy6"/>
    <dgm:cxn modelId="{8E96928A-11CC-4B95-B25E-867C31716617}" type="presParOf" srcId="{703174FF-7CD3-4B77-AC4F-6E290F423DA9}" destId="{ABEE2C05-8CD9-49D6-8947-FE68990457F7}" srcOrd="0" destOrd="0" presId="urn:microsoft.com/office/officeart/2005/8/layout/hierarchy6"/>
    <dgm:cxn modelId="{B2FCA9AC-DBD3-445F-AFE2-C5DCC49E68CC}" type="presParOf" srcId="{703174FF-7CD3-4B77-AC4F-6E290F423DA9}" destId="{00D206D9-265C-4406-8A60-61670D362C15}" srcOrd="1" destOrd="0" presId="urn:microsoft.com/office/officeart/2005/8/layout/hierarchy6"/>
    <dgm:cxn modelId="{CD63D7E7-8E8E-4ACE-B672-4FB6230D6A36}" type="presParOf" srcId="{94FF1953-CB08-48FB-B584-98297C491521}" destId="{BED6D464-4950-4878-A68E-76ACAE1C2D16}"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F9A3F2-4C86-449B-91CB-DB8617607A3D}"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LID4096"/>
        </a:p>
      </dgm:t>
    </dgm:pt>
    <dgm:pt modelId="{F8558279-B2E1-400F-B235-3EEAFB1ED4C7}">
      <dgm:prSet phldrT="[Text]"/>
      <dgm:spPr/>
      <dgm:t>
        <a:bodyPr/>
        <a:lstStyle/>
        <a:p>
          <a:r>
            <a:rPr lang="en-US"/>
            <a:t>H(4)</a:t>
          </a:r>
          <a:endParaRPr lang="LID4096"/>
        </a:p>
      </dgm:t>
    </dgm:pt>
    <dgm:pt modelId="{F103BB10-7E1D-4EF7-BDF1-605B7BBDEDDA}" type="parTrans" cxnId="{C1229801-E45F-4705-841E-0467AF87FD1F}">
      <dgm:prSet/>
      <dgm:spPr/>
      <dgm:t>
        <a:bodyPr/>
        <a:lstStyle/>
        <a:p>
          <a:endParaRPr lang="LID4096"/>
        </a:p>
      </dgm:t>
    </dgm:pt>
    <dgm:pt modelId="{DE0F914B-2872-4CCF-A1BE-3EFA56CF0A41}" type="sibTrans" cxnId="{C1229801-E45F-4705-841E-0467AF87FD1F}">
      <dgm:prSet/>
      <dgm:spPr/>
      <dgm:t>
        <a:bodyPr/>
        <a:lstStyle/>
        <a:p>
          <a:endParaRPr lang="LID4096"/>
        </a:p>
      </dgm:t>
    </dgm:pt>
    <dgm:pt modelId="{F8F4D433-3849-492E-9413-C396EF461E8D}">
      <dgm:prSet phldrT="[Text]"/>
      <dgm:spPr/>
      <dgm:t>
        <a:bodyPr/>
        <a:lstStyle/>
        <a:p>
          <a:r>
            <a:rPr lang="en-US"/>
            <a:t>H(3)</a:t>
          </a:r>
          <a:endParaRPr lang="LID4096"/>
        </a:p>
      </dgm:t>
    </dgm:pt>
    <dgm:pt modelId="{CADC8526-1F7C-4E40-842C-8240F648D4ED}" type="parTrans" cxnId="{0F81868B-B629-41F2-9785-282161C59835}">
      <dgm:prSet/>
      <dgm:spPr/>
      <dgm:t>
        <a:bodyPr/>
        <a:lstStyle/>
        <a:p>
          <a:endParaRPr lang="LID4096"/>
        </a:p>
      </dgm:t>
    </dgm:pt>
    <dgm:pt modelId="{142FAF5C-A254-4B31-9CE2-6940D9949938}" type="sibTrans" cxnId="{0F81868B-B629-41F2-9785-282161C59835}">
      <dgm:prSet/>
      <dgm:spPr/>
      <dgm:t>
        <a:bodyPr/>
        <a:lstStyle/>
        <a:p>
          <a:endParaRPr lang="LID4096"/>
        </a:p>
      </dgm:t>
    </dgm:pt>
    <dgm:pt modelId="{D61AFD8B-B7FF-4CFC-ADC4-2C0C96805337}">
      <dgm:prSet phldrT="[Text]"/>
      <dgm:spPr/>
      <dgm:t>
        <a:bodyPr/>
        <a:lstStyle/>
        <a:p>
          <a:r>
            <a:rPr lang="en-US"/>
            <a:t>A-C</a:t>
          </a:r>
          <a:endParaRPr lang="LID4096"/>
        </a:p>
      </dgm:t>
    </dgm:pt>
    <dgm:pt modelId="{3B6657A8-0A25-4AF8-9700-46BFFCD6DB41}" type="parTrans" cxnId="{9EEA4DB9-626D-4151-9CC7-6953D6141E9B}">
      <dgm:prSet/>
      <dgm:spPr/>
      <dgm:t>
        <a:bodyPr/>
        <a:lstStyle/>
        <a:p>
          <a:endParaRPr lang="LID4096"/>
        </a:p>
      </dgm:t>
    </dgm:pt>
    <dgm:pt modelId="{024C0C19-D6C2-4BF8-9E1F-66424E46548C}" type="sibTrans" cxnId="{9EEA4DB9-626D-4151-9CC7-6953D6141E9B}">
      <dgm:prSet/>
      <dgm:spPr/>
      <dgm:t>
        <a:bodyPr/>
        <a:lstStyle/>
        <a:p>
          <a:endParaRPr lang="LID4096"/>
        </a:p>
      </dgm:t>
    </dgm:pt>
    <dgm:pt modelId="{89103165-65EF-4E54-9469-26F89865FF24}">
      <dgm:prSet phldrT="[Text]"/>
      <dgm:spPr/>
      <dgm:t>
        <a:bodyPr/>
        <a:lstStyle/>
        <a:p>
          <a:r>
            <a:rPr lang="en-US"/>
            <a:t>H(3)</a:t>
          </a:r>
          <a:endParaRPr lang="LID4096"/>
        </a:p>
      </dgm:t>
    </dgm:pt>
    <dgm:pt modelId="{C52A6B7A-DC71-4262-8C71-EA6A38E6855E}" type="parTrans" cxnId="{FAB08B3B-3AAD-4411-8DF9-0DB48E082A46}">
      <dgm:prSet/>
      <dgm:spPr/>
      <dgm:t>
        <a:bodyPr/>
        <a:lstStyle/>
        <a:p>
          <a:endParaRPr lang="LID4096"/>
        </a:p>
      </dgm:t>
    </dgm:pt>
    <dgm:pt modelId="{262A21D9-679D-4F66-B658-A325F7EA3063}" type="sibTrans" cxnId="{FAB08B3B-3AAD-4411-8DF9-0DB48E082A46}">
      <dgm:prSet/>
      <dgm:spPr/>
      <dgm:t>
        <a:bodyPr/>
        <a:lstStyle/>
        <a:p>
          <a:endParaRPr lang="LID4096"/>
        </a:p>
      </dgm:t>
    </dgm:pt>
    <dgm:pt modelId="{9BFD333C-F7CC-4AEB-AC36-20E9061CF132}">
      <dgm:prSet phldrT="[Text]"/>
      <dgm:spPr/>
      <dgm:t>
        <a:bodyPr/>
        <a:lstStyle/>
        <a:p>
          <a:r>
            <a:rPr lang="en-US"/>
            <a:t>H(2)</a:t>
          </a:r>
          <a:endParaRPr lang="LID4096"/>
        </a:p>
      </dgm:t>
    </dgm:pt>
    <dgm:pt modelId="{3FF770B2-7400-4741-A866-2072357D330D}" type="parTrans" cxnId="{0E60D7F2-3504-4FB2-A8D0-73F7DAA3653D}">
      <dgm:prSet/>
      <dgm:spPr/>
      <dgm:t>
        <a:bodyPr/>
        <a:lstStyle/>
        <a:p>
          <a:endParaRPr lang="LID4096"/>
        </a:p>
      </dgm:t>
    </dgm:pt>
    <dgm:pt modelId="{B1801ECD-7835-4F84-A83E-4E3BF3463C1B}" type="sibTrans" cxnId="{0E60D7F2-3504-4FB2-A8D0-73F7DAA3653D}">
      <dgm:prSet/>
      <dgm:spPr/>
      <dgm:t>
        <a:bodyPr/>
        <a:lstStyle/>
        <a:p>
          <a:endParaRPr lang="LID4096"/>
        </a:p>
      </dgm:t>
    </dgm:pt>
    <dgm:pt modelId="{8A53FB0F-54D3-4A8A-BE18-939DF7C91C17}">
      <dgm:prSet phldrT="[Text]"/>
      <dgm:spPr/>
      <dgm:t>
        <a:bodyPr/>
        <a:lstStyle/>
        <a:p>
          <a:r>
            <a:rPr lang="en-US"/>
            <a:t>A-B</a:t>
          </a:r>
          <a:endParaRPr lang="LID4096"/>
        </a:p>
      </dgm:t>
    </dgm:pt>
    <dgm:pt modelId="{276295FA-21A9-49C7-B2D0-A400AD208919}" type="parTrans" cxnId="{5E388E8C-F807-48A0-83B4-C315E43BB995}">
      <dgm:prSet/>
      <dgm:spPr/>
      <dgm:t>
        <a:bodyPr/>
        <a:lstStyle/>
        <a:p>
          <a:endParaRPr lang="LID4096"/>
        </a:p>
      </dgm:t>
    </dgm:pt>
    <dgm:pt modelId="{0BE3DD36-A40F-4CCF-B2B2-77CE8087E84E}" type="sibTrans" cxnId="{5E388E8C-F807-48A0-83B4-C315E43BB995}">
      <dgm:prSet/>
      <dgm:spPr/>
      <dgm:t>
        <a:bodyPr/>
        <a:lstStyle/>
        <a:p>
          <a:endParaRPr lang="LID4096"/>
        </a:p>
      </dgm:t>
    </dgm:pt>
    <dgm:pt modelId="{91EB73E7-E236-4DA9-853D-9EE403D69681}">
      <dgm:prSet phldrT="[Text]"/>
      <dgm:spPr/>
      <dgm:t>
        <a:bodyPr/>
        <a:lstStyle/>
        <a:p>
          <a:r>
            <a:rPr lang="en-US"/>
            <a:t>H(2)</a:t>
          </a:r>
          <a:endParaRPr lang="LID4096"/>
        </a:p>
      </dgm:t>
    </dgm:pt>
    <dgm:pt modelId="{31B97530-AA5D-46D7-B47B-2A5A024928B6}" type="parTrans" cxnId="{63CBF966-141A-410F-B280-AFC8F1CF790E}">
      <dgm:prSet/>
      <dgm:spPr/>
      <dgm:t>
        <a:bodyPr/>
        <a:lstStyle/>
        <a:p>
          <a:endParaRPr lang="LID4096"/>
        </a:p>
      </dgm:t>
    </dgm:pt>
    <dgm:pt modelId="{E65F083F-8166-46B6-8DA3-5922F6A8C6DD}" type="sibTrans" cxnId="{63CBF966-141A-410F-B280-AFC8F1CF790E}">
      <dgm:prSet/>
      <dgm:spPr/>
      <dgm:t>
        <a:bodyPr/>
        <a:lstStyle/>
        <a:p>
          <a:endParaRPr lang="LID4096"/>
        </a:p>
      </dgm:t>
    </dgm:pt>
    <dgm:pt modelId="{22C8CF1E-2CD2-4C68-BF4A-5622A01649A4}">
      <dgm:prSet phldrT="[Text]"/>
      <dgm:spPr/>
      <dgm:t>
        <a:bodyPr/>
        <a:lstStyle/>
        <a:p>
          <a:r>
            <a:rPr lang="en-US"/>
            <a:t>H(2)</a:t>
          </a:r>
          <a:endParaRPr lang="LID4096"/>
        </a:p>
      </dgm:t>
    </dgm:pt>
    <dgm:pt modelId="{15A95235-722A-409D-B4AD-D69A4500A5B2}" type="parTrans" cxnId="{940FCA4A-B4FC-42CC-8291-9736D0F3FC1A}">
      <dgm:prSet/>
      <dgm:spPr/>
      <dgm:t>
        <a:bodyPr/>
        <a:lstStyle/>
        <a:p>
          <a:endParaRPr lang="LID4096"/>
        </a:p>
      </dgm:t>
    </dgm:pt>
    <dgm:pt modelId="{73245BD4-FADC-413E-98C2-B06D3EC91787}" type="sibTrans" cxnId="{940FCA4A-B4FC-42CC-8291-9736D0F3FC1A}">
      <dgm:prSet/>
      <dgm:spPr/>
      <dgm:t>
        <a:bodyPr/>
        <a:lstStyle/>
        <a:p>
          <a:endParaRPr lang="LID4096"/>
        </a:p>
      </dgm:t>
    </dgm:pt>
    <dgm:pt modelId="{5F7E21D8-45C4-4229-B629-050E201D0755}">
      <dgm:prSet phldrT="[Text]"/>
      <dgm:spPr/>
      <dgm:t>
        <a:bodyPr/>
        <a:lstStyle/>
        <a:p>
          <a:r>
            <a:rPr lang="en-US"/>
            <a:t>B-C</a:t>
          </a:r>
          <a:endParaRPr lang="LID4096"/>
        </a:p>
      </dgm:t>
    </dgm:pt>
    <dgm:pt modelId="{27110EA1-F8D5-4FED-9317-858E18A64391}" type="parTrans" cxnId="{9EF6A1D6-D0D5-43D5-91DA-A2D59B6C7256}">
      <dgm:prSet/>
      <dgm:spPr/>
      <dgm:t>
        <a:bodyPr/>
        <a:lstStyle/>
        <a:p>
          <a:endParaRPr lang="LID4096"/>
        </a:p>
      </dgm:t>
    </dgm:pt>
    <dgm:pt modelId="{EDC0E406-3779-413F-8F0C-008D795E027D}" type="sibTrans" cxnId="{9EF6A1D6-D0D5-43D5-91DA-A2D59B6C7256}">
      <dgm:prSet/>
      <dgm:spPr/>
      <dgm:t>
        <a:bodyPr/>
        <a:lstStyle/>
        <a:p>
          <a:endParaRPr lang="LID4096"/>
        </a:p>
      </dgm:t>
    </dgm:pt>
    <dgm:pt modelId="{9B89F191-3E09-454D-997D-3E8DA1D66209}">
      <dgm:prSet phldrT="[Text]"/>
      <dgm:spPr/>
      <dgm:t>
        <a:bodyPr/>
        <a:lstStyle/>
        <a:p>
          <a:r>
            <a:rPr lang="en-US"/>
            <a:t>H(2)</a:t>
          </a:r>
          <a:endParaRPr lang="LID4096"/>
        </a:p>
      </dgm:t>
    </dgm:pt>
    <dgm:pt modelId="{93A4E968-6CE7-4B3B-A022-383B57DC2A28}" type="parTrans" cxnId="{F8508225-F845-4E9A-A1A8-99B0B1860F13}">
      <dgm:prSet/>
      <dgm:spPr/>
      <dgm:t>
        <a:bodyPr/>
        <a:lstStyle/>
        <a:p>
          <a:endParaRPr lang="LID4096"/>
        </a:p>
      </dgm:t>
    </dgm:pt>
    <dgm:pt modelId="{A53648BE-425C-486E-BE37-1DE4222CB560}" type="sibTrans" cxnId="{F8508225-F845-4E9A-A1A8-99B0B1860F13}">
      <dgm:prSet/>
      <dgm:spPr/>
      <dgm:t>
        <a:bodyPr/>
        <a:lstStyle/>
        <a:p>
          <a:endParaRPr lang="LID4096"/>
        </a:p>
      </dgm:t>
    </dgm:pt>
    <dgm:pt modelId="{1B0DD9EF-E5F9-48E9-9C29-9E6AEE5A7CF4}">
      <dgm:prSet phldrT="[Text]"/>
      <dgm:spPr/>
      <dgm:t>
        <a:bodyPr/>
        <a:lstStyle/>
        <a:p>
          <a:r>
            <a:rPr lang="en-US"/>
            <a:t>H(1)</a:t>
          </a:r>
          <a:endParaRPr lang="LID4096"/>
        </a:p>
      </dgm:t>
    </dgm:pt>
    <dgm:pt modelId="{FCFAB456-5FA9-42C5-A32B-B3B13A4B4725}" type="parTrans" cxnId="{67FD2940-730E-4DCC-BED6-E8705008469B}">
      <dgm:prSet/>
      <dgm:spPr/>
      <dgm:t>
        <a:bodyPr/>
        <a:lstStyle/>
        <a:p>
          <a:endParaRPr lang="LID4096"/>
        </a:p>
      </dgm:t>
    </dgm:pt>
    <dgm:pt modelId="{A9C9A30B-23D9-41FC-BB92-5132D94BC969}" type="sibTrans" cxnId="{67FD2940-730E-4DCC-BED6-E8705008469B}">
      <dgm:prSet/>
      <dgm:spPr/>
      <dgm:t>
        <a:bodyPr/>
        <a:lstStyle/>
        <a:p>
          <a:endParaRPr lang="LID4096"/>
        </a:p>
      </dgm:t>
    </dgm:pt>
    <dgm:pt modelId="{83C24020-7805-442D-B9AA-57BB0889D353}">
      <dgm:prSet phldrT="[Text]"/>
      <dgm:spPr/>
      <dgm:t>
        <a:bodyPr/>
        <a:lstStyle/>
        <a:p>
          <a:r>
            <a:rPr lang="en-US"/>
            <a:t>A-C</a:t>
          </a:r>
          <a:endParaRPr lang="LID4096"/>
        </a:p>
      </dgm:t>
    </dgm:pt>
    <dgm:pt modelId="{D7E0A4E9-D223-4BA9-B840-918DAC845614}" type="parTrans" cxnId="{783851BD-DDD5-474D-A829-3D18E99F046F}">
      <dgm:prSet/>
      <dgm:spPr/>
      <dgm:t>
        <a:bodyPr/>
        <a:lstStyle/>
        <a:p>
          <a:endParaRPr lang="LID4096"/>
        </a:p>
      </dgm:t>
    </dgm:pt>
    <dgm:pt modelId="{8C118DD7-43DF-4616-AFD6-74E4EA099217}" type="sibTrans" cxnId="{783851BD-DDD5-474D-A829-3D18E99F046F}">
      <dgm:prSet/>
      <dgm:spPr/>
      <dgm:t>
        <a:bodyPr/>
        <a:lstStyle/>
        <a:p>
          <a:endParaRPr lang="LID4096"/>
        </a:p>
      </dgm:t>
    </dgm:pt>
    <dgm:pt modelId="{9B88F199-A0C6-4C19-A5FA-A14E57223538}">
      <dgm:prSet phldrT="[Text]"/>
      <dgm:spPr/>
      <dgm:t>
        <a:bodyPr/>
        <a:lstStyle/>
        <a:p>
          <a:r>
            <a:rPr lang="en-US"/>
            <a:t>H(1)</a:t>
          </a:r>
          <a:endParaRPr lang="LID4096"/>
        </a:p>
      </dgm:t>
    </dgm:pt>
    <dgm:pt modelId="{88383956-47FB-41A4-B578-ABC93FAD0FBA}" type="parTrans" cxnId="{1ADD2581-AFB5-4B48-87E4-E444641560C9}">
      <dgm:prSet/>
      <dgm:spPr/>
      <dgm:t>
        <a:bodyPr/>
        <a:lstStyle/>
        <a:p>
          <a:endParaRPr lang="LID4096"/>
        </a:p>
      </dgm:t>
    </dgm:pt>
    <dgm:pt modelId="{4D88A29E-0EC4-4BAD-8193-31BEE7A7EFB4}" type="sibTrans" cxnId="{1ADD2581-AFB5-4B48-87E4-E444641560C9}">
      <dgm:prSet/>
      <dgm:spPr/>
      <dgm:t>
        <a:bodyPr/>
        <a:lstStyle/>
        <a:p>
          <a:endParaRPr lang="LID4096"/>
        </a:p>
      </dgm:t>
    </dgm:pt>
    <dgm:pt modelId="{7A50F5B8-4BFA-4DD5-B684-D155CFCC9A7F}">
      <dgm:prSet phldrT="[Text]"/>
      <dgm:spPr/>
      <dgm:t>
        <a:bodyPr/>
        <a:lstStyle/>
        <a:p>
          <a:r>
            <a:rPr lang="en-US"/>
            <a:t>H(1)</a:t>
          </a:r>
          <a:endParaRPr lang="LID4096"/>
        </a:p>
      </dgm:t>
    </dgm:pt>
    <dgm:pt modelId="{4D572C72-A734-4841-85B2-C561849B3889}" type="parTrans" cxnId="{D42CE93A-0625-4B50-94EC-D16DE3B35777}">
      <dgm:prSet/>
      <dgm:spPr/>
      <dgm:t>
        <a:bodyPr/>
        <a:lstStyle/>
        <a:p>
          <a:endParaRPr lang="LID4096"/>
        </a:p>
      </dgm:t>
    </dgm:pt>
    <dgm:pt modelId="{6EF28E7D-BD51-42CA-8A69-3FF7DE64203C}" type="sibTrans" cxnId="{D42CE93A-0625-4B50-94EC-D16DE3B35777}">
      <dgm:prSet/>
      <dgm:spPr/>
      <dgm:t>
        <a:bodyPr/>
        <a:lstStyle/>
        <a:p>
          <a:endParaRPr lang="LID4096"/>
        </a:p>
      </dgm:t>
    </dgm:pt>
    <dgm:pt modelId="{6DCA4ECB-C024-4FBC-A88D-A765A4DE64A8}">
      <dgm:prSet phldrT="[Text]"/>
      <dgm:spPr/>
      <dgm:t>
        <a:bodyPr/>
        <a:lstStyle/>
        <a:p>
          <a:r>
            <a:rPr lang="en-US"/>
            <a:t>C-B</a:t>
          </a:r>
          <a:endParaRPr lang="LID4096"/>
        </a:p>
      </dgm:t>
    </dgm:pt>
    <dgm:pt modelId="{B205E1DC-FF37-41AF-93F4-4B05BA8937DD}" type="parTrans" cxnId="{E085796E-108C-4FC0-8CF8-C801CA5F9A6D}">
      <dgm:prSet/>
      <dgm:spPr/>
      <dgm:t>
        <a:bodyPr/>
        <a:lstStyle/>
        <a:p>
          <a:endParaRPr lang="LID4096"/>
        </a:p>
      </dgm:t>
    </dgm:pt>
    <dgm:pt modelId="{782C54A3-920E-49A0-B974-B2CDCDE8FE0E}" type="sibTrans" cxnId="{E085796E-108C-4FC0-8CF8-C801CA5F9A6D}">
      <dgm:prSet/>
      <dgm:spPr/>
      <dgm:t>
        <a:bodyPr/>
        <a:lstStyle/>
        <a:p>
          <a:endParaRPr lang="LID4096"/>
        </a:p>
      </dgm:t>
    </dgm:pt>
    <dgm:pt modelId="{E07DEAA7-62D6-4B7E-A4AA-38D1F37596A9}">
      <dgm:prSet phldrT="[Text]"/>
      <dgm:spPr/>
      <dgm:t>
        <a:bodyPr/>
        <a:lstStyle/>
        <a:p>
          <a:r>
            <a:rPr lang="en-US"/>
            <a:t>H(1)</a:t>
          </a:r>
          <a:endParaRPr lang="LID4096"/>
        </a:p>
      </dgm:t>
    </dgm:pt>
    <dgm:pt modelId="{5F54F617-0FE6-4D8C-90B7-EFA5B703A89B}" type="parTrans" cxnId="{7BDD51B0-7E65-4044-A2E4-96D3B4D1FD55}">
      <dgm:prSet/>
      <dgm:spPr/>
      <dgm:t>
        <a:bodyPr/>
        <a:lstStyle/>
        <a:p>
          <a:endParaRPr lang="LID4096"/>
        </a:p>
      </dgm:t>
    </dgm:pt>
    <dgm:pt modelId="{834D12A2-6CE9-462A-9249-7C340F423931}" type="sibTrans" cxnId="{7BDD51B0-7E65-4044-A2E4-96D3B4D1FD55}">
      <dgm:prSet/>
      <dgm:spPr/>
      <dgm:t>
        <a:bodyPr/>
        <a:lstStyle/>
        <a:p>
          <a:endParaRPr lang="LID4096"/>
        </a:p>
      </dgm:t>
    </dgm:pt>
    <dgm:pt modelId="{8438D5EB-FCAD-4CA3-A1CC-3AA8EC55A0FF}">
      <dgm:prSet phldrT="[Text]"/>
      <dgm:spPr/>
      <dgm:t>
        <a:bodyPr/>
        <a:lstStyle/>
        <a:p>
          <a:r>
            <a:rPr lang="en-US"/>
            <a:t>H(1)</a:t>
          </a:r>
          <a:endParaRPr lang="LID4096"/>
        </a:p>
      </dgm:t>
    </dgm:pt>
    <dgm:pt modelId="{95D60B94-8449-4E1C-8C78-EFF2B02B60E4}" type="parTrans" cxnId="{16750453-5FCA-4EA8-919B-82130C8A43EC}">
      <dgm:prSet/>
      <dgm:spPr/>
      <dgm:t>
        <a:bodyPr/>
        <a:lstStyle/>
        <a:p>
          <a:endParaRPr lang="LID4096"/>
        </a:p>
      </dgm:t>
    </dgm:pt>
    <dgm:pt modelId="{379C7D68-A415-48CD-8B9F-012A721D7BE6}" type="sibTrans" cxnId="{16750453-5FCA-4EA8-919B-82130C8A43EC}">
      <dgm:prSet/>
      <dgm:spPr/>
      <dgm:t>
        <a:bodyPr/>
        <a:lstStyle/>
        <a:p>
          <a:endParaRPr lang="LID4096"/>
        </a:p>
      </dgm:t>
    </dgm:pt>
    <dgm:pt modelId="{BC3F5237-AA45-4FE9-B79D-AC998B17BED4}">
      <dgm:prSet phldrT="[Text]"/>
      <dgm:spPr/>
      <dgm:t>
        <a:bodyPr/>
        <a:lstStyle/>
        <a:p>
          <a:r>
            <a:rPr lang="en-US"/>
            <a:t>B-A</a:t>
          </a:r>
          <a:endParaRPr lang="LID4096"/>
        </a:p>
      </dgm:t>
    </dgm:pt>
    <dgm:pt modelId="{53BC1901-AD6A-4B29-899B-CFF794D89940}" type="parTrans" cxnId="{ABD25C47-5E22-44B7-A07E-5C845A5A35DA}">
      <dgm:prSet/>
      <dgm:spPr/>
      <dgm:t>
        <a:bodyPr/>
        <a:lstStyle/>
        <a:p>
          <a:endParaRPr lang="LID4096"/>
        </a:p>
      </dgm:t>
    </dgm:pt>
    <dgm:pt modelId="{83A1E6BE-67EA-42CD-B9EE-92893A664B77}" type="sibTrans" cxnId="{ABD25C47-5E22-44B7-A07E-5C845A5A35DA}">
      <dgm:prSet/>
      <dgm:spPr/>
      <dgm:t>
        <a:bodyPr/>
        <a:lstStyle/>
        <a:p>
          <a:endParaRPr lang="LID4096"/>
        </a:p>
      </dgm:t>
    </dgm:pt>
    <dgm:pt modelId="{F66FBA50-33D3-4F00-9C71-EAEB934A8E3B}">
      <dgm:prSet phldrT="[Text]"/>
      <dgm:spPr/>
      <dgm:t>
        <a:bodyPr/>
        <a:lstStyle/>
        <a:p>
          <a:r>
            <a:rPr lang="en-US"/>
            <a:t>H(1)</a:t>
          </a:r>
          <a:endParaRPr lang="LID4096"/>
        </a:p>
      </dgm:t>
    </dgm:pt>
    <dgm:pt modelId="{83CD42E1-B1C7-4A62-9AB6-B8D3140BD21E}" type="parTrans" cxnId="{B02CF244-2F14-4F34-991F-268E071CA390}">
      <dgm:prSet/>
      <dgm:spPr/>
      <dgm:t>
        <a:bodyPr/>
        <a:lstStyle/>
        <a:p>
          <a:endParaRPr lang="LID4096"/>
        </a:p>
      </dgm:t>
    </dgm:pt>
    <dgm:pt modelId="{7DE17062-CF3F-4BE7-BA3A-655DFDCCC879}" type="sibTrans" cxnId="{B02CF244-2F14-4F34-991F-268E071CA390}">
      <dgm:prSet/>
      <dgm:spPr/>
      <dgm:t>
        <a:bodyPr/>
        <a:lstStyle/>
        <a:p>
          <a:endParaRPr lang="LID4096"/>
        </a:p>
      </dgm:t>
    </dgm:pt>
    <dgm:pt modelId="{239791CF-4F22-45A8-9C9C-463FC8D02124}">
      <dgm:prSet phldrT="[Text]"/>
      <dgm:spPr/>
      <dgm:t>
        <a:bodyPr/>
        <a:lstStyle/>
        <a:p>
          <a:r>
            <a:rPr lang="en-US"/>
            <a:t>H(1)</a:t>
          </a:r>
          <a:endParaRPr lang="LID4096"/>
        </a:p>
      </dgm:t>
    </dgm:pt>
    <dgm:pt modelId="{FD457535-9380-4F64-8C2B-F18B43AA91D0}" type="parTrans" cxnId="{0A4673BE-C4B2-4DEE-863C-32777FB7D892}">
      <dgm:prSet/>
      <dgm:spPr/>
      <dgm:t>
        <a:bodyPr/>
        <a:lstStyle/>
        <a:p>
          <a:endParaRPr lang="LID4096"/>
        </a:p>
      </dgm:t>
    </dgm:pt>
    <dgm:pt modelId="{88255450-DBA5-42C0-82C3-1E179D7BF3AE}" type="sibTrans" cxnId="{0A4673BE-C4B2-4DEE-863C-32777FB7D892}">
      <dgm:prSet/>
      <dgm:spPr/>
      <dgm:t>
        <a:bodyPr/>
        <a:lstStyle/>
        <a:p>
          <a:endParaRPr lang="LID4096"/>
        </a:p>
      </dgm:t>
    </dgm:pt>
    <dgm:pt modelId="{6E919FA2-477D-464F-BC6E-7F3E67081729}">
      <dgm:prSet phldrT="[Text]"/>
      <dgm:spPr/>
      <dgm:t>
        <a:bodyPr/>
        <a:lstStyle/>
        <a:p>
          <a:r>
            <a:rPr lang="en-US"/>
            <a:t>A-C</a:t>
          </a:r>
          <a:endParaRPr lang="LID4096"/>
        </a:p>
      </dgm:t>
    </dgm:pt>
    <dgm:pt modelId="{C63F295F-2037-471D-A035-29A6F4516CD1}" type="parTrans" cxnId="{071D6F3A-52FC-4D99-AB48-8EB55EB2C032}">
      <dgm:prSet/>
      <dgm:spPr/>
      <dgm:t>
        <a:bodyPr/>
        <a:lstStyle/>
        <a:p>
          <a:endParaRPr lang="LID4096"/>
        </a:p>
      </dgm:t>
    </dgm:pt>
    <dgm:pt modelId="{AEEABBEF-1655-47EA-91D9-4772703EAD09}" type="sibTrans" cxnId="{071D6F3A-52FC-4D99-AB48-8EB55EB2C032}">
      <dgm:prSet/>
      <dgm:spPr/>
      <dgm:t>
        <a:bodyPr/>
        <a:lstStyle/>
        <a:p>
          <a:endParaRPr lang="LID4096"/>
        </a:p>
      </dgm:t>
    </dgm:pt>
    <dgm:pt modelId="{7E500FA9-8C24-4705-998C-799C7FE5A069}">
      <dgm:prSet phldrT="[Text]"/>
      <dgm:spPr/>
      <dgm:t>
        <a:bodyPr/>
        <a:lstStyle/>
        <a:p>
          <a:r>
            <a:rPr lang="en-US"/>
            <a:t>H(1)</a:t>
          </a:r>
          <a:endParaRPr lang="LID4096"/>
        </a:p>
      </dgm:t>
    </dgm:pt>
    <dgm:pt modelId="{46B87681-2FB2-4D3D-8FD0-72B6A8644F74}" type="parTrans" cxnId="{D47DDC38-540E-4029-8DFC-BC1FA869939B}">
      <dgm:prSet/>
      <dgm:spPr/>
      <dgm:t>
        <a:bodyPr/>
        <a:lstStyle/>
        <a:p>
          <a:endParaRPr lang="LID4096"/>
        </a:p>
      </dgm:t>
    </dgm:pt>
    <dgm:pt modelId="{4EE1A146-F607-41BD-A7D0-AF7D0434B2F3}" type="sibTrans" cxnId="{D47DDC38-540E-4029-8DFC-BC1FA869939B}">
      <dgm:prSet/>
      <dgm:spPr/>
      <dgm:t>
        <a:bodyPr/>
        <a:lstStyle/>
        <a:p>
          <a:endParaRPr lang="LID4096"/>
        </a:p>
      </dgm:t>
    </dgm:pt>
    <dgm:pt modelId="{C0455CB2-9ECF-46A0-8C9B-F62B3A7F2A2D}">
      <dgm:prSet phldrT="[Text]"/>
      <dgm:spPr/>
      <dgm:t>
        <a:bodyPr/>
        <a:lstStyle/>
        <a:p>
          <a:r>
            <a:rPr lang="en-US"/>
            <a:t>A-B</a:t>
          </a:r>
          <a:endParaRPr lang="LID4096"/>
        </a:p>
      </dgm:t>
    </dgm:pt>
    <dgm:pt modelId="{111E2B78-3995-4F9C-B4AB-1EAF7F7292CA}" type="parTrans" cxnId="{83252715-AF3B-4B7B-ACC8-08451AB61DEC}">
      <dgm:prSet/>
      <dgm:spPr/>
      <dgm:t>
        <a:bodyPr/>
        <a:lstStyle/>
        <a:p>
          <a:endParaRPr lang="LID4096"/>
        </a:p>
      </dgm:t>
    </dgm:pt>
    <dgm:pt modelId="{ECC0C63A-BA01-4B23-ACA7-7710244BC373}" type="sibTrans" cxnId="{83252715-AF3B-4B7B-ACC8-08451AB61DEC}">
      <dgm:prSet/>
      <dgm:spPr/>
      <dgm:t>
        <a:bodyPr/>
        <a:lstStyle/>
        <a:p>
          <a:endParaRPr lang="LID4096"/>
        </a:p>
      </dgm:t>
    </dgm:pt>
    <dgm:pt modelId="{1085D5ED-0ED3-41ED-825C-E92CCFB5007F}">
      <dgm:prSet phldrT="[Text]"/>
      <dgm:spPr/>
      <dgm:t>
        <a:bodyPr/>
        <a:lstStyle/>
        <a:p>
          <a:r>
            <a:rPr lang="en-US"/>
            <a:t>B-C</a:t>
          </a:r>
          <a:endParaRPr lang="LID4096"/>
        </a:p>
      </dgm:t>
    </dgm:pt>
    <dgm:pt modelId="{CC3A897B-A58E-4F06-A272-3DC8A7A82C85}" type="parTrans" cxnId="{F8914B58-BD9D-4A0F-91A5-07693C2C4065}">
      <dgm:prSet/>
      <dgm:spPr/>
      <dgm:t>
        <a:bodyPr/>
        <a:lstStyle/>
        <a:p>
          <a:endParaRPr lang="LID4096"/>
        </a:p>
      </dgm:t>
    </dgm:pt>
    <dgm:pt modelId="{8559726E-A7AD-455C-A949-8D7F90888ED4}" type="sibTrans" cxnId="{F8914B58-BD9D-4A0F-91A5-07693C2C4065}">
      <dgm:prSet/>
      <dgm:spPr/>
      <dgm:t>
        <a:bodyPr/>
        <a:lstStyle/>
        <a:p>
          <a:endParaRPr lang="LID4096"/>
        </a:p>
      </dgm:t>
    </dgm:pt>
    <dgm:pt modelId="{BCC53969-49A6-462C-9D35-55F4CD4359C9}">
      <dgm:prSet phldrT="[Text]"/>
      <dgm:spPr/>
      <dgm:t>
        <a:bodyPr/>
        <a:lstStyle/>
        <a:p>
          <a:r>
            <a:rPr lang="en-US"/>
            <a:t>C-A</a:t>
          </a:r>
          <a:endParaRPr lang="LID4096"/>
        </a:p>
      </dgm:t>
    </dgm:pt>
    <dgm:pt modelId="{86851F41-23A6-4399-9C66-16A3BF7E586E}" type="parTrans" cxnId="{5F108D55-9723-490E-9E3B-775B7B6D5072}">
      <dgm:prSet/>
      <dgm:spPr/>
      <dgm:t>
        <a:bodyPr/>
        <a:lstStyle/>
        <a:p>
          <a:endParaRPr lang="LID4096"/>
        </a:p>
      </dgm:t>
    </dgm:pt>
    <dgm:pt modelId="{9A1A5961-A9FB-48D5-A77B-384DD36D79B6}" type="sibTrans" cxnId="{5F108D55-9723-490E-9E3B-775B7B6D5072}">
      <dgm:prSet/>
      <dgm:spPr/>
      <dgm:t>
        <a:bodyPr/>
        <a:lstStyle/>
        <a:p>
          <a:endParaRPr lang="LID4096"/>
        </a:p>
      </dgm:t>
    </dgm:pt>
    <dgm:pt modelId="{0946F009-6B75-4BA2-893F-DF107260313D}">
      <dgm:prSet phldrT="[Text]"/>
      <dgm:spPr/>
      <dgm:t>
        <a:bodyPr/>
        <a:lstStyle/>
        <a:p>
          <a:r>
            <a:rPr lang="en-US"/>
            <a:t>A-B</a:t>
          </a:r>
          <a:endParaRPr lang="LID4096"/>
        </a:p>
      </dgm:t>
    </dgm:pt>
    <dgm:pt modelId="{796A34C4-FD67-4181-A62C-6B1E11297485}" type="parTrans" cxnId="{555B2440-7CDD-4934-B7C4-EBDD579877C0}">
      <dgm:prSet/>
      <dgm:spPr/>
      <dgm:t>
        <a:bodyPr/>
        <a:lstStyle/>
        <a:p>
          <a:endParaRPr lang="LID4096"/>
        </a:p>
      </dgm:t>
    </dgm:pt>
    <dgm:pt modelId="{602059FC-B4D9-4E98-8BBE-0619D2CB64D7}" type="sibTrans" cxnId="{555B2440-7CDD-4934-B7C4-EBDD579877C0}">
      <dgm:prSet/>
      <dgm:spPr/>
      <dgm:t>
        <a:bodyPr/>
        <a:lstStyle/>
        <a:p>
          <a:endParaRPr lang="LID4096"/>
        </a:p>
      </dgm:t>
    </dgm:pt>
    <dgm:pt modelId="{C3C88289-2C76-4340-97E1-B30F56D4BE7C}">
      <dgm:prSet phldrT="[Text]"/>
      <dgm:spPr/>
      <dgm:t>
        <a:bodyPr/>
        <a:lstStyle/>
        <a:p>
          <a:r>
            <a:rPr lang="en-US"/>
            <a:t>B-C</a:t>
          </a:r>
          <a:endParaRPr lang="LID4096"/>
        </a:p>
      </dgm:t>
    </dgm:pt>
    <dgm:pt modelId="{7C784E7A-1807-49A7-ACFD-2302E909B95E}" type="parTrans" cxnId="{53E55760-5A8D-4571-983B-EF0105059549}">
      <dgm:prSet/>
      <dgm:spPr/>
      <dgm:t>
        <a:bodyPr/>
        <a:lstStyle/>
        <a:p>
          <a:endParaRPr lang="LID4096"/>
        </a:p>
      </dgm:t>
    </dgm:pt>
    <dgm:pt modelId="{4070D834-E0BB-4BA0-AE3E-64A7590D01D6}" type="sibTrans" cxnId="{53E55760-5A8D-4571-983B-EF0105059549}">
      <dgm:prSet/>
      <dgm:spPr/>
      <dgm:t>
        <a:bodyPr/>
        <a:lstStyle/>
        <a:p>
          <a:endParaRPr lang="LID4096"/>
        </a:p>
      </dgm:t>
    </dgm:pt>
    <dgm:pt modelId="{697FFE82-9C12-433B-A3EC-A664E0E55242}">
      <dgm:prSet phldrT="[Text]"/>
      <dgm:spPr/>
      <dgm:t>
        <a:bodyPr/>
        <a:lstStyle/>
        <a:p>
          <a:r>
            <a:rPr lang="en-US"/>
            <a:t>C-A</a:t>
          </a:r>
          <a:endParaRPr lang="LID4096"/>
        </a:p>
      </dgm:t>
    </dgm:pt>
    <dgm:pt modelId="{8C953AD6-1618-4F40-AF86-93016C7802A2}" type="parTrans" cxnId="{C6BFA7ED-92E7-4465-A6B7-0CCAF91D6790}">
      <dgm:prSet/>
      <dgm:spPr/>
      <dgm:t>
        <a:bodyPr/>
        <a:lstStyle/>
        <a:p>
          <a:endParaRPr lang="LID4096"/>
        </a:p>
      </dgm:t>
    </dgm:pt>
    <dgm:pt modelId="{427BCCB6-A5F9-479F-9934-E80D72E7568F}" type="sibTrans" cxnId="{C6BFA7ED-92E7-4465-A6B7-0CCAF91D6790}">
      <dgm:prSet/>
      <dgm:spPr/>
      <dgm:t>
        <a:bodyPr/>
        <a:lstStyle/>
        <a:p>
          <a:endParaRPr lang="LID4096"/>
        </a:p>
      </dgm:t>
    </dgm:pt>
    <dgm:pt modelId="{396F1291-AEED-43EF-AB28-9A80772E5E4C}">
      <dgm:prSet phldrT="[Text]"/>
      <dgm:spPr/>
      <dgm:t>
        <a:bodyPr/>
        <a:lstStyle/>
        <a:p>
          <a:r>
            <a:rPr lang="en-US"/>
            <a:t>B-C</a:t>
          </a:r>
          <a:endParaRPr lang="LID4096"/>
        </a:p>
      </dgm:t>
    </dgm:pt>
    <dgm:pt modelId="{F51E9F95-51A9-4DC3-9600-C694D9E93B67}" type="parTrans" cxnId="{F9099FF9-45D1-4004-8C9E-67C3D937278E}">
      <dgm:prSet/>
      <dgm:spPr/>
      <dgm:t>
        <a:bodyPr/>
        <a:lstStyle/>
        <a:p>
          <a:endParaRPr lang="LID4096"/>
        </a:p>
      </dgm:t>
    </dgm:pt>
    <dgm:pt modelId="{22FC30B5-D2FA-4DDF-8A61-CDC38272DDD5}" type="sibTrans" cxnId="{F9099FF9-45D1-4004-8C9E-67C3D937278E}">
      <dgm:prSet/>
      <dgm:spPr/>
      <dgm:t>
        <a:bodyPr/>
        <a:lstStyle/>
        <a:p>
          <a:endParaRPr lang="LID4096"/>
        </a:p>
      </dgm:t>
    </dgm:pt>
    <dgm:pt modelId="{59D327F8-7567-4B34-887E-FE4C8D4C5F18}">
      <dgm:prSet phldrT="[Text]"/>
      <dgm:spPr/>
      <dgm:t>
        <a:bodyPr/>
        <a:lstStyle/>
        <a:p>
          <a:r>
            <a:rPr lang="en-US" dirty="0"/>
            <a:t>A-B</a:t>
          </a:r>
          <a:endParaRPr lang="LID4096" dirty="0"/>
        </a:p>
      </dgm:t>
    </dgm:pt>
    <dgm:pt modelId="{01AE9004-5C02-4F21-8004-9826C706278A}" type="parTrans" cxnId="{6F0F86D7-5CA8-424A-BCDA-79EF6515EE27}">
      <dgm:prSet/>
      <dgm:spPr/>
      <dgm:t>
        <a:bodyPr/>
        <a:lstStyle/>
        <a:p>
          <a:endParaRPr lang="LID4096"/>
        </a:p>
      </dgm:t>
    </dgm:pt>
    <dgm:pt modelId="{3EF33C56-DFDC-403A-889E-F6CD0AD10452}" type="sibTrans" cxnId="{6F0F86D7-5CA8-424A-BCDA-79EF6515EE27}">
      <dgm:prSet/>
      <dgm:spPr/>
      <dgm:t>
        <a:bodyPr/>
        <a:lstStyle/>
        <a:p>
          <a:endParaRPr lang="LID4096"/>
        </a:p>
      </dgm:t>
    </dgm:pt>
    <dgm:pt modelId="{94FF1953-CB08-48FB-B584-98297C491521}" type="pres">
      <dgm:prSet presAssocID="{E4F9A3F2-4C86-449B-91CB-DB8617607A3D}" presName="mainComposite" presStyleCnt="0">
        <dgm:presLayoutVars>
          <dgm:chPref val="1"/>
          <dgm:dir/>
          <dgm:animOne val="branch"/>
          <dgm:animLvl val="lvl"/>
          <dgm:resizeHandles val="exact"/>
        </dgm:presLayoutVars>
      </dgm:prSet>
      <dgm:spPr/>
    </dgm:pt>
    <dgm:pt modelId="{80F379BF-31B8-4200-9E5F-725551242C4B}" type="pres">
      <dgm:prSet presAssocID="{E4F9A3F2-4C86-449B-91CB-DB8617607A3D}" presName="hierFlow" presStyleCnt="0"/>
      <dgm:spPr/>
    </dgm:pt>
    <dgm:pt modelId="{A2995974-73FD-411C-A80E-A71D87ECC3B5}" type="pres">
      <dgm:prSet presAssocID="{E4F9A3F2-4C86-449B-91CB-DB8617607A3D}" presName="hierChild1" presStyleCnt="0">
        <dgm:presLayoutVars>
          <dgm:chPref val="1"/>
          <dgm:animOne val="branch"/>
          <dgm:animLvl val="lvl"/>
        </dgm:presLayoutVars>
      </dgm:prSet>
      <dgm:spPr/>
    </dgm:pt>
    <dgm:pt modelId="{6E53CDF9-5174-4CED-AE09-0F8F033C04C6}" type="pres">
      <dgm:prSet presAssocID="{F8558279-B2E1-400F-B235-3EEAFB1ED4C7}" presName="Name14" presStyleCnt="0"/>
      <dgm:spPr/>
    </dgm:pt>
    <dgm:pt modelId="{03E181FD-07F2-4F82-92A7-A09776154F67}" type="pres">
      <dgm:prSet presAssocID="{F8558279-B2E1-400F-B235-3EEAFB1ED4C7}" presName="level1Shape" presStyleLbl="node0" presStyleIdx="0" presStyleCnt="1">
        <dgm:presLayoutVars>
          <dgm:chPref val="3"/>
        </dgm:presLayoutVars>
      </dgm:prSet>
      <dgm:spPr/>
    </dgm:pt>
    <dgm:pt modelId="{2BDAB337-3BEB-47B7-81BC-26F56201C053}" type="pres">
      <dgm:prSet presAssocID="{F8558279-B2E1-400F-B235-3EEAFB1ED4C7}" presName="hierChild2" presStyleCnt="0"/>
      <dgm:spPr/>
    </dgm:pt>
    <dgm:pt modelId="{73EFF9B0-115B-4197-89CC-C60406390458}" type="pres">
      <dgm:prSet presAssocID="{CADC8526-1F7C-4E40-842C-8240F648D4ED}" presName="Name19" presStyleLbl="parChTrans1D2" presStyleIdx="0" presStyleCnt="3"/>
      <dgm:spPr/>
    </dgm:pt>
    <dgm:pt modelId="{2D02A1DC-AC24-4706-9165-9ABFF846A4F2}" type="pres">
      <dgm:prSet presAssocID="{F8F4D433-3849-492E-9413-C396EF461E8D}" presName="Name21" presStyleCnt="0"/>
      <dgm:spPr/>
    </dgm:pt>
    <dgm:pt modelId="{E57E61B6-5359-4214-80F8-A69D02609A4A}" type="pres">
      <dgm:prSet presAssocID="{F8F4D433-3849-492E-9413-C396EF461E8D}" presName="level2Shape" presStyleLbl="node2" presStyleIdx="0" presStyleCnt="3"/>
      <dgm:spPr/>
    </dgm:pt>
    <dgm:pt modelId="{FEEC462B-202B-4946-9166-6B8EEEBFC476}" type="pres">
      <dgm:prSet presAssocID="{F8F4D433-3849-492E-9413-C396EF461E8D}" presName="hierChild3" presStyleCnt="0"/>
      <dgm:spPr/>
    </dgm:pt>
    <dgm:pt modelId="{4FA6FD53-4687-498E-8979-AA7F2AA02E5B}" type="pres">
      <dgm:prSet presAssocID="{3FF770B2-7400-4741-A866-2072357D330D}" presName="Name19" presStyleLbl="parChTrans1D3" presStyleIdx="0" presStyleCnt="6"/>
      <dgm:spPr/>
    </dgm:pt>
    <dgm:pt modelId="{A544276E-DE4F-47BB-9BCA-7FBEE9821CFF}" type="pres">
      <dgm:prSet presAssocID="{9BFD333C-F7CC-4AEB-AC36-20E9061CF132}" presName="Name21" presStyleCnt="0"/>
      <dgm:spPr/>
    </dgm:pt>
    <dgm:pt modelId="{39B2B607-8EF3-44ED-A949-60D9F756FB62}" type="pres">
      <dgm:prSet presAssocID="{9BFD333C-F7CC-4AEB-AC36-20E9061CF132}" presName="level2Shape" presStyleLbl="node3" presStyleIdx="0" presStyleCnt="6"/>
      <dgm:spPr/>
    </dgm:pt>
    <dgm:pt modelId="{B940E258-B17D-4801-B6E8-8B7EDE66C02D}" type="pres">
      <dgm:prSet presAssocID="{9BFD333C-F7CC-4AEB-AC36-20E9061CF132}" presName="hierChild3" presStyleCnt="0"/>
      <dgm:spPr/>
    </dgm:pt>
    <dgm:pt modelId="{40450BE2-C8EA-4F3A-A3B6-0441560FEFC8}" type="pres">
      <dgm:prSet presAssocID="{FCFAB456-5FA9-42C5-A32B-B3B13A4B4725}" presName="Name19" presStyleLbl="parChTrans1D4" presStyleIdx="0" presStyleCnt="20"/>
      <dgm:spPr/>
    </dgm:pt>
    <dgm:pt modelId="{41D88E0E-0C2A-43B0-8FEA-440E2EF83FAF}" type="pres">
      <dgm:prSet presAssocID="{1B0DD9EF-E5F9-48E9-9C29-9E6AEE5A7CF4}" presName="Name21" presStyleCnt="0"/>
      <dgm:spPr/>
    </dgm:pt>
    <dgm:pt modelId="{F6A69E54-77D1-4300-BD8D-ECAD13FAC306}" type="pres">
      <dgm:prSet presAssocID="{1B0DD9EF-E5F9-48E9-9C29-9E6AEE5A7CF4}" presName="level2Shape" presStyleLbl="node4" presStyleIdx="0" presStyleCnt="20"/>
      <dgm:spPr/>
    </dgm:pt>
    <dgm:pt modelId="{3956B12A-B1C9-4C7F-BCC0-46289A58F669}" type="pres">
      <dgm:prSet presAssocID="{1B0DD9EF-E5F9-48E9-9C29-9E6AEE5A7CF4}" presName="hierChild3" presStyleCnt="0"/>
      <dgm:spPr/>
    </dgm:pt>
    <dgm:pt modelId="{E0959E6A-6985-4D43-920B-E9473475309E}" type="pres">
      <dgm:prSet presAssocID="{111E2B78-3995-4F9C-B4AB-1EAF7F7292CA}" presName="Name19" presStyleLbl="parChTrans1D4" presStyleIdx="1" presStyleCnt="20"/>
      <dgm:spPr/>
    </dgm:pt>
    <dgm:pt modelId="{14CE768A-E42B-4E43-B711-EFFC06F87EAC}" type="pres">
      <dgm:prSet presAssocID="{C0455CB2-9ECF-46A0-8C9B-F62B3A7F2A2D}" presName="Name21" presStyleCnt="0"/>
      <dgm:spPr/>
    </dgm:pt>
    <dgm:pt modelId="{9577E955-BDD7-45BB-B3FD-F5623A96EC31}" type="pres">
      <dgm:prSet presAssocID="{C0455CB2-9ECF-46A0-8C9B-F62B3A7F2A2D}" presName="level2Shape" presStyleLbl="node4" presStyleIdx="1" presStyleCnt="20"/>
      <dgm:spPr/>
    </dgm:pt>
    <dgm:pt modelId="{4C6B8702-630D-4421-B56C-050C98C073EA}" type="pres">
      <dgm:prSet presAssocID="{C0455CB2-9ECF-46A0-8C9B-F62B3A7F2A2D}" presName="hierChild3" presStyleCnt="0"/>
      <dgm:spPr/>
    </dgm:pt>
    <dgm:pt modelId="{BCF54B26-AA6F-4483-9818-B5EC37691811}" type="pres">
      <dgm:prSet presAssocID="{D7E0A4E9-D223-4BA9-B840-918DAC845614}" presName="Name19" presStyleLbl="parChTrans1D4" presStyleIdx="2" presStyleCnt="20"/>
      <dgm:spPr/>
    </dgm:pt>
    <dgm:pt modelId="{F048A379-DEB5-4C4F-B5D9-82E21ED100EF}" type="pres">
      <dgm:prSet presAssocID="{83C24020-7805-442D-B9AA-57BB0889D353}" presName="Name21" presStyleCnt="0"/>
      <dgm:spPr/>
    </dgm:pt>
    <dgm:pt modelId="{40EA9CA0-7894-4164-8F81-A976EBAC52B2}" type="pres">
      <dgm:prSet presAssocID="{83C24020-7805-442D-B9AA-57BB0889D353}" presName="level2Shape" presStyleLbl="node4" presStyleIdx="2" presStyleCnt="20"/>
      <dgm:spPr/>
    </dgm:pt>
    <dgm:pt modelId="{A309376B-74F4-416E-B9CF-9CF6FFE337A5}" type="pres">
      <dgm:prSet presAssocID="{83C24020-7805-442D-B9AA-57BB0889D353}" presName="hierChild3" presStyleCnt="0"/>
      <dgm:spPr/>
    </dgm:pt>
    <dgm:pt modelId="{0954C3B3-F303-4667-86D3-F085371E601E}" type="pres">
      <dgm:prSet presAssocID="{88383956-47FB-41A4-B578-ABC93FAD0FBA}" presName="Name19" presStyleLbl="parChTrans1D4" presStyleIdx="3" presStyleCnt="20"/>
      <dgm:spPr/>
    </dgm:pt>
    <dgm:pt modelId="{85A367C7-5B90-4158-B8F4-948F1D5DB064}" type="pres">
      <dgm:prSet presAssocID="{9B88F199-A0C6-4C19-A5FA-A14E57223538}" presName="Name21" presStyleCnt="0"/>
      <dgm:spPr/>
    </dgm:pt>
    <dgm:pt modelId="{3185AE27-BD4F-415C-AF32-94F11D441F25}" type="pres">
      <dgm:prSet presAssocID="{9B88F199-A0C6-4C19-A5FA-A14E57223538}" presName="level2Shape" presStyleLbl="node4" presStyleIdx="3" presStyleCnt="20"/>
      <dgm:spPr/>
    </dgm:pt>
    <dgm:pt modelId="{F19D7E3E-6329-4C8E-BD36-829C2D2978EC}" type="pres">
      <dgm:prSet presAssocID="{9B88F199-A0C6-4C19-A5FA-A14E57223538}" presName="hierChild3" presStyleCnt="0"/>
      <dgm:spPr/>
    </dgm:pt>
    <dgm:pt modelId="{0D6C161C-9C8F-4848-839D-1434EF3A4830}" type="pres">
      <dgm:prSet presAssocID="{CC3A897B-A58E-4F06-A272-3DC8A7A82C85}" presName="Name19" presStyleLbl="parChTrans1D4" presStyleIdx="4" presStyleCnt="20"/>
      <dgm:spPr/>
    </dgm:pt>
    <dgm:pt modelId="{79CD3743-A658-4CE4-A225-6F62FCD501D9}" type="pres">
      <dgm:prSet presAssocID="{1085D5ED-0ED3-41ED-825C-E92CCFB5007F}" presName="Name21" presStyleCnt="0"/>
      <dgm:spPr/>
    </dgm:pt>
    <dgm:pt modelId="{4C4F27C5-9E8A-4895-92D6-704B40223771}" type="pres">
      <dgm:prSet presAssocID="{1085D5ED-0ED3-41ED-825C-E92CCFB5007F}" presName="level2Shape" presStyleLbl="node4" presStyleIdx="4" presStyleCnt="20"/>
      <dgm:spPr/>
    </dgm:pt>
    <dgm:pt modelId="{E6379065-4100-4B35-A3B9-558EEEBED54A}" type="pres">
      <dgm:prSet presAssocID="{1085D5ED-0ED3-41ED-825C-E92CCFB5007F}" presName="hierChild3" presStyleCnt="0"/>
      <dgm:spPr/>
    </dgm:pt>
    <dgm:pt modelId="{3F12FA3E-BE8D-4BD7-91E0-0A7F1358DC0F}" type="pres">
      <dgm:prSet presAssocID="{276295FA-21A9-49C7-B2D0-A400AD208919}" presName="Name19" presStyleLbl="parChTrans1D3" presStyleIdx="1" presStyleCnt="6"/>
      <dgm:spPr/>
    </dgm:pt>
    <dgm:pt modelId="{8019B694-29BD-47EC-9DD9-2903E786FF81}" type="pres">
      <dgm:prSet presAssocID="{8A53FB0F-54D3-4A8A-BE18-939DF7C91C17}" presName="Name21" presStyleCnt="0"/>
      <dgm:spPr/>
    </dgm:pt>
    <dgm:pt modelId="{7719C7B8-DE29-4692-9746-DCAA777E5834}" type="pres">
      <dgm:prSet presAssocID="{8A53FB0F-54D3-4A8A-BE18-939DF7C91C17}" presName="level2Shape" presStyleLbl="node3" presStyleIdx="1" presStyleCnt="6"/>
      <dgm:spPr/>
    </dgm:pt>
    <dgm:pt modelId="{A93082ED-6C80-4BC3-8D19-5EEAEDDBAF77}" type="pres">
      <dgm:prSet presAssocID="{8A53FB0F-54D3-4A8A-BE18-939DF7C91C17}" presName="hierChild3" presStyleCnt="0"/>
      <dgm:spPr/>
    </dgm:pt>
    <dgm:pt modelId="{DAEC335B-21D1-4269-8BD5-AFAF744BD98C}" type="pres">
      <dgm:prSet presAssocID="{31B97530-AA5D-46D7-B47B-2A5A024928B6}" presName="Name19" presStyleLbl="parChTrans1D3" presStyleIdx="2" presStyleCnt="6"/>
      <dgm:spPr/>
    </dgm:pt>
    <dgm:pt modelId="{F158445B-2569-43BF-AAC9-58CFFE7D7910}" type="pres">
      <dgm:prSet presAssocID="{91EB73E7-E236-4DA9-853D-9EE403D69681}" presName="Name21" presStyleCnt="0"/>
      <dgm:spPr/>
    </dgm:pt>
    <dgm:pt modelId="{07CF7E6E-EA2D-4861-85C0-2F36C5E8753D}" type="pres">
      <dgm:prSet presAssocID="{91EB73E7-E236-4DA9-853D-9EE403D69681}" presName="level2Shape" presStyleLbl="node3" presStyleIdx="2" presStyleCnt="6"/>
      <dgm:spPr/>
    </dgm:pt>
    <dgm:pt modelId="{01806405-1395-45AB-916B-AC95F9497741}" type="pres">
      <dgm:prSet presAssocID="{91EB73E7-E236-4DA9-853D-9EE403D69681}" presName="hierChild3" presStyleCnt="0"/>
      <dgm:spPr/>
    </dgm:pt>
    <dgm:pt modelId="{3ACDB481-EA98-49B5-868E-BD65D7DB5958}" type="pres">
      <dgm:prSet presAssocID="{4D572C72-A734-4841-85B2-C561849B3889}" presName="Name19" presStyleLbl="parChTrans1D4" presStyleIdx="5" presStyleCnt="20"/>
      <dgm:spPr/>
    </dgm:pt>
    <dgm:pt modelId="{2AA6DFFB-718F-4114-9F32-EF0B7FE98D36}" type="pres">
      <dgm:prSet presAssocID="{7A50F5B8-4BFA-4DD5-B684-D155CFCC9A7F}" presName="Name21" presStyleCnt="0"/>
      <dgm:spPr/>
    </dgm:pt>
    <dgm:pt modelId="{B59D7DD2-78A4-4556-8D28-0B6A73B30D3E}" type="pres">
      <dgm:prSet presAssocID="{7A50F5B8-4BFA-4DD5-B684-D155CFCC9A7F}" presName="level2Shape" presStyleLbl="node4" presStyleIdx="5" presStyleCnt="20"/>
      <dgm:spPr/>
    </dgm:pt>
    <dgm:pt modelId="{2121D830-EFA1-4279-A98E-06910DE1EBB6}" type="pres">
      <dgm:prSet presAssocID="{7A50F5B8-4BFA-4DD5-B684-D155CFCC9A7F}" presName="hierChild3" presStyleCnt="0"/>
      <dgm:spPr/>
    </dgm:pt>
    <dgm:pt modelId="{D2380322-2510-4A44-8173-6C9B1A2919E0}" type="pres">
      <dgm:prSet presAssocID="{86851F41-23A6-4399-9C66-16A3BF7E586E}" presName="Name19" presStyleLbl="parChTrans1D4" presStyleIdx="6" presStyleCnt="20"/>
      <dgm:spPr/>
    </dgm:pt>
    <dgm:pt modelId="{F48FA4AF-FC59-4F95-B83C-967BC8CB1132}" type="pres">
      <dgm:prSet presAssocID="{BCC53969-49A6-462C-9D35-55F4CD4359C9}" presName="Name21" presStyleCnt="0"/>
      <dgm:spPr/>
    </dgm:pt>
    <dgm:pt modelId="{D6D41738-5CEB-49EA-A933-D2060BA05A03}" type="pres">
      <dgm:prSet presAssocID="{BCC53969-49A6-462C-9D35-55F4CD4359C9}" presName="level2Shape" presStyleLbl="node4" presStyleIdx="6" presStyleCnt="20"/>
      <dgm:spPr/>
    </dgm:pt>
    <dgm:pt modelId="{D4CBE1EA-8FC1-4640-A5F4-4D3E90771F92}" type="pres">
      <dgm:prSet presAssocID="{BCC53969-49A6-462C-9D35-55F4CD4359C9}" presName="hierChild3" presStyleCnt="0"/>
      <dgm:spPr/>
    </dgm:pt>
    <dgm:pt modelId="{3B4E81AF-B539-418D-8650-8425AF89AD6E}" type="pres">
      <dgm:prSet presAssocID="{B205E1DC-FF37-41AF-93F4-4B05BA8937DD}" presName="Name19" presStyleLbl="parChTrans1D4" presStyleIdx="7" presStyleCnt="20"/>
      <dgm:spPr/>
    </dgm:pt>
    <dgm:pt modelId="{8B4047A5-E314-4820-9536-DB7646182AD2}" type="pres">
      <dgm:prSet presAssocID="{6DCA4ECB-C024-4FBC-A88D-A765A4DE64A8}" presName="Name21" presStyleCnt="0"/>
      <dgm:spPr/>
    </dgm:pt>
    <dgm:pt modelId="{9FE29B3D-9E03-4AB0-A5F7-0AF87C2C3DBD}" type="pres">
      <dgm:prSet presAssocID="{6DCA4ECB-C024-4FBC-A88D-A765A4DE64A8}" presName="level2Shape" presStyleLbl="node4" presStyleIdx="7" presStyleCnt="20"/>
      <dgm:spPr/>
    </dgm:pt>
    <dgm:pt modelId="{DF71A37F-AC58-42FD-B1C5-C1E46301E7C0}" type="pres">
      <dgm:prSet presAssocID="{6DCA4ECB-C024-4FBC-A88D-A765A4DE64A8}" presName="hierChild3" presStyleCnt="0"/>
      <dgm:spPr/>
    </dgm:pt>
    <dgm:pt modelId="{5286F3B9-01B9-4BE0-81E0-E25EFC49A4B4}" type="pres">
      <dgm:prSet presAssocID="{5F54F617-0FE6-4D8C-90B7-EFA5B703A89B}" presName="Name19" presStyleLbl="parChTrans1D4" presStyleIdx="8" presStyleCnt="20"/>
      <dgm:spPr/>
    </dgm:pt>
    <dgm:pt modelId="{B6D5BB89-EA2C-4645-BDD0-2E4BF7DF5FC4}" type="pres">
      <dgm:prSet presAssocID="{E07DEAA7-62D6-4B7E-A4AA-38D1F37596A9}" presName="Name21" presStyleCnt="0"/>
      <dgm:spPr/>
    </dgm:pt>
    <dgm:pt modelId="{2B6284D1-BFB5-4CEC-B99A-CC058ADF7DC2}" type="pres">
      <dgm:prSet presAssocID="{E07DEAA7-62D6-4B7E-A4AA-38D1F37596A9}" presName="level2Shape" presStyleLbl="node4" presStyleIdx="8" presStyleCnt="20"/>
      <dgm:spPr/>
    </dgm:pt>
    <dgm:pt modelId="{EE7B31D8-3A8A-47BB-9D53-FD6675CA93C8}" type="pres">
      <dgm:prSet presAssocID="{E07DEAA7-62D6-4B7E-A4AA-38D1F37596A9}" presName="hierChild3" presStyleCnt="0"/>
      <dgm:spPr/>
    </dgm:pt>
    <dgm:pt modelId="{C9A15296-E178-4E94-AC2A-141BD92C67A6}" type="pres">
      <dgm:prSet presAssocID="{796A34C4-FD67-4181-A62C-6B1E11297485}" presName="Name19" presStyleLbl="parChTrans1D4" presStyleIdx="9" presStyleCnt="20"/>
      <dgm:spPr/>
    </dgm:pt>
    <dgm:pt modelId="{E59B3692-0758-450F-99B6-36569AF77BCF}" type="pres">
      <dgm:prSet presAssocID="{0946F009-6B75-4BA2-893F-DF107260313D}" presName="Name21" presStyleCnt="0"/>
      <dgm:spPr/>
    </dgm:pt>
    <dgm:pt modelId="{0458FF9E-FF8E-4E54-9AFB-5F8823AAADDD}" type="pres">
      <dgm:prSet presAssocID="{0946F009-6B75-4BA2-893F-DF107260313D}" presName="level2Shape" presStyleLbl="node4" presStyleIdx="9" presStyleCnt="20"/>
      <dgm:spPr/>
    </dgm:pt>
    <dgm:pt modelId="{9CB02A1E-DD78-44DC-88D8-1F6E11AE1258}" type="pres">
      <dgm:prSet presAssocID="{0946F009-6B75-4BA2-893F-DF107260313D}" presName="hierChild3" presStyleCnt="0"/>
      <dgm:spPr/>
    </dgm:pt>
    <dgm:pt modelId="{C3A5826D-BEAF-4A79-A81B-F43A90CAAA96}" type="pres">
      <dgm:prSet presAssocID="{3B6657A8-0A25-4AF8-9700-46BFFCD6DB41}" presName="Name19" presStyleLbl="parChTrans1D2" presStyleIdx="1" presStyleCnt="3"/>
      <dgm:spPr/>
    </dgm:pt>
    <dgm:pt modelId="{E2923E41-5ABB-443D-B471-30DA1123EDE1}" type="pres">
      <dgm:prSet presAssocID="{D61AFD8B-B7FF-4CFC-ADC4-2C0C96805337}" presName="Name21" presStyleCnt="0"/>
      <dgm:spPr/>
    </dgm:pt>
    <dgm:pt modelId="{4178C3C6-15C5-4B2A-8F47-F64C1C189C9E}" type="pres">
      <dgm:prSet presAssocID="{D61AFD8B-B7FF-4CFC-ADC4-2C0C96805337}" presName="level2Shape" presStyleLbl="node2" presStyleIdx="1" presStyleCnt="3"/>
      <dgm:spPr/>
    </dgm:pt>
    <dgm:pt modelId="{60F0076C-EA0E-46D0-A5E6-E6F82407ACF5}" type="pres">
      <dgm:prSet presAssocID="{D61AFD8B-B7FF-4CFC-ADC4-2C0C96805337}" presName="hierChild3" presStyleCnt="0"/>
      <dgm:spPr/>
    </dgm:pt>
    <dgm:pt modelId="{98E459F7-3A1A-42CD-B68C-10D057A9E04F}" type="pres">
      <dgm:prSet presAssocID="{C52A6B7A-DC71-4262-8C71-EA6A38E6855E}" presName="Name19" presStyleLbl="parChTrans1D2" presStyleIdx="2" presStyleCnt="3"/>
      <dgm:spPr/>
    </dgm:pt>
    <dgm:pt modelId="{05DDC7D6-F1DD-4A7E-B485-DF7FF6EFD3B9}" type="pres">
      <dgm:prSet presAssocID="{89103165-65EF-4E54-9469-26F89865FF24}" presName="Name21" presStyleCnt="0"/>
      <dgm:spPr/>
    </dgm:pt>
    <dgm:pt modelId="{04A7EF09-06DC-4BAF-8D14-1E18F2CA82D2}" type="pres">
      <dgm:prSet presAssocID="{89103165-65EF-4E54-9469-26F89865FF24}" presName="level2Shape" presStyleLbl="node2" presStyleIdx="2" presStyleCnt="3"/>
      <dgm:spPr/>
    </dgm:pt>
    <dgm:pt modelId="{7CD10CAA-65D8-46F5-955E-73AAA3CF55A9}" type="pres">
      <dgm:prSet presAssocID="{89103165-65EF-4E54-9469-26F89865FF24}" presName="hierChild3" presStyleCnt="0"/>
      <dgm:spPr/>
    </dgm:pt>
    <dgm:pt modelId="{EFFEFA9C-533E-436F-ACB5-FDB226873054}" type="pres">
      <dgm:prSet presAssocID="{15A95235-722A-409D-B4AD-D69A4500A5B2}" presName="Name19" presStyleLbl="parChTrans1D3" presStyleIdx="3" presStyleCnt="6"/>
      <dgm:spPr/>
    </dgm:pt>
    <dgm:pt modelId="{C34762E7-3653-48E1-928F-97A8F74853B8}" type="pres">
      <dgm:prSet presAssocID="{22C8CF1E-2CD2-4C68-BF4A-5622A01649A4}" presName="Name21" presStyleCnt="0"/>
      <dgm:spPr/>
    </dgm:pt>
    <dgm:pt modelId="{4CE977B2-EF70-4C58-BBB0-75140E3BF563}" type="pres">
      <dgm:prSet presAssocID="{22C8CF1E-2CD2-4C68-BF4A-5622A01649A4}" presName="level2Shape" presStyleLbl="node3" presStyleIdx="3" presStyleCnt="6"/>
      <dgm:spPr/>
    </dgm:pt>
    <dgm:pt modelId="{249F8368-8727-4F76-8BEA-DDD5895694D4}" type="pres">
      <dgm:prSet presAssocID="{22C8CF1E-2CD2-4C68-BF4A-5622A01649A4}" presName="hierChild3" presStyleCnt="0"/>
      <dgm:spPr/>
    </dgm:pt>
    <dgm:pt modelId="{54247B11-9E41-4214-A5F2-3395DC35DAD8}" type="pres">
      <dgm:prSet presAssocID="{95D60B94-8449-4E1C-8C78-EFF2B02B60E4}" presName="Name19" presStyleLbl="parChTrans1D4" presStyleIdx="10" presStyleCnt="20"/>
      <dgm:spPr/>
    </dgm:pt>
    <dgm:pt modelId="{DF04C579-3687-4BAD-A028-90CDC8B60D55}" type="pres">
      <dgm:prSet presAssocID="{8438D5EB-FCAD-4CA3-A1CC-3AA8EC55A0FF}" presName="Name21" presStyleCnt="0"/>
      <dgm:spPr/>
    </dgm:pt>
    <dgm:pt modelId="{46359367-87AA-4EAE-BE01-ED8EA304EBDB}" type="pres">
      <dgm:prSet presAssocID="{8438D5EB-FCAD-4CA3-A1CC-3AA8EC55A0FF}" presName="level2Shape" presStyleLbl="node4" presStyleIdx="10" presStyleCnt="20"/>
      <dgm:spPr/>
    </dgm:pt>
    <dgm:pt modelId="{C0963C20-1F03-47BB-AC3C-EC9124061548}" type="pres">
      <dgm:prSet presAssocID="{8438D5EB-FCAD-4CA3-A1CC-3AA8EC55A0FF}" presName="hierChild3" presStyleCnt="0"/>
      <dgm:spPr/>
    </dgm:pt>
    <dgm:pt modelId="{F7814C84-11A0-4647-BADC-534851AC6C12}" type="pres">
      <dgm:prSet presAssocID="{7C784E7A-1807-49A7-ACFD-2302E909B95E}" presName="Name19" presStyleLbl="parChTrans1D4" presStyleIdx="11" presStyleCnt="20"/>
      <dgm:spPr/>
    </dgm:pt>
    <dgm:pt modelId="{C112F692-BF5D-4BDE-9409-DE2CD7B8E45A}" type="pres">
      <dgm:prSet presAssocID="{C3C88289-2C76-4340-97E1-B30F56D4BE7C}" presName="Name21" presStyleCnt="0"/>
      <dgm:spPr/>
    </dgm:pt>
    <dgm:pt modelId="{5424CF5D-7527-466D-BE93-B7D204CB7D4E}" type="pres">
      <dgm:prSet presAssocID="{C3C88289-2C76-4340-97E1-B30F56D4BE7C}" presName="level2Shape" presStyleLbl="node4" presStyleIdx="11" presStyleCnt="20"/>
      <dgm:spPr/>
    </dgm:pt>
    <dgm:pt modelId="{7A9A1309-2EBD-41D4-BA90-E873D082B21D}" type="pres">
      <dgm:prSet presAssocID="{C3C88289-2C76-4340-97E1-B30F56D4BE7C}" presName="hierChild3" presStyleCnt="0"/>
      <dgm:spPr/>
    </dgm:pt>
    <dgm:pt modelId="{B4B27152-1801-48ED-BA60-B1AAB2D51F81}" type="pres">
      <dgm:prSet presAssocID="{53BC1901-AD6A-4B29-899B-CFF794D89940}" presName="Name19" presStyleLbl="parChTrans1D4" presStyleIdx="12" presStyleCnt="20"/>
      <dgm:spPr/>
    </dgm:pt>
    <dgm:pt modelId="{D4FA273D-69B4-4DD9-9039-B8710ABFF67F}" type="pres">
      <dgm:prSet presAssocID="{BC3F5237-AA45-4FE9-B79D-AC998B17BED4}" presName="Name21" presStyleCnt="0"/>
      <dgm:spPr/>
    </dgm:pt>
    <dgm:pt modelId="{2E01ABD6-F742-4E8D-A32F-939D67ACAB5A}" type="pres">
      <dgm:prSet presAssocID="{BC3F5237-AA45-4FE9-B79D-AC998B17BED4}" presName="level2Shape" presStyleLbl="node4" presStyleIdx="12" presStyleCnt="20"/>
      <dgm:spPr/>
    </dgm:pt>
    <dgm:pt modelId="{D9B6D1B3-9536-46BB-8108-A4EEDC7F8691}" type="pres">
      <dgm:prSet presAssocID="{BC3F5237-AA45-4FE9-B79D-AC998B17BED4}" presName="hierChild3" presStyleCnt="0"/>
      <dgm:spPr/>
    </dgm:pt>
    <dgm:pt modelId="{057133E3-53F8-4632-B466-E48599DE8DE6}" type="pres">
      <dgm:prSet presAssocID="{83CD42E1-B1C7-4A62-9AB6-B8D3140BD21E}" presName="Name19" presStyleLbl="parChTrans1D4" presStyleIdx="13" presStyleCnt="20"/>
      <dgm:spPr/>
    </dgm:pt>
    <dgm:pt modelId="{C62D2BE8-69CC-4C64-8830-DAB7F33235E9}" type="pres">
      <dgm:prSet presAssocID="{F66FBA50-33D3-4F00-9C71-EAEB934A8E3B}" presName="Name21" presStyleCnt="0"/>
      <dgm:spPr/>
    </dgm:pt>
    <dgm:pt modelId="{3AD096D5-B46B-4AD0-922F-EBEAA30229E3}" type="pres">
      <dgm:prSet presAssocID="{F66FBA50-33D3-4F00-9C71-EAEB934A8E3B}" presName="level2Shape" presStyleLbl="node4" presStyleIdx="13" presStyleCnt="20"/>
      <dgm:spPr/>
    </dgm:pt>
    <dgm:pt modelId="{340F3F18-AE27-487C-BEEF-350F27F65A5F}" type="pres">
      <dgm:prSet presAssocID="{F66FBA50-33D3-4F00-9C71-EAEB934A8E3B}" presName="hierChild3" presStyleCnt="0"/>
      <dgm:spPr/>
    </dgm:pt>
    <dgm:pt modelId="{D68D4B9F-40E2-4F64-960D-7C286A03C39D}" type="pres">
      <dgm:prSet presAssocID="{8C953AD6-1618-4F40-AF86-93016C7802A2}" presName="Name19" presStyleLbl="parChTrans1D4" presStyleIdx="14" presStyleCnt="20"/>
      <dgm:spPr/>
    </dgm:pt>
    <dgm:pt modelId="{E69672EA-6A31-4215-9F9C-E63DCF33C06D}" type="pres">
      <dgm:prSet presAssocID="{697FFE82-9C12-433B-A3EC-A664E0E55242}" presName="Name21" presStyleCnt="0"/>
      <dgm:spPr/>
    </dgm:pt>
    <dgm:pt modelId="{F873208A-BDD8-494E-B97D-3A1A7DB1C1BB}" type="pres">
      <dgm:prSet presAssocID="{697FFE82-9C12-433B-A3EC-A664E0E55242}" presName="level2Shape" presStyleLbl="node4" presStyleIdx="14" presStyleCnt="20"/>
      <dgm:spPr/>
    </dgm:pt>
    <dgm:pt modelId="{85814D34-4CC0-4585-A1E8-9CAD17EFE1F6}" type="pres">
      <dgm:prSet presAssocID="{697FFE82-9C12-433B-A3EC-A664E0E55242}" presName="hierChild3" presStyleCnt="0"/>
      <dgm:spPr/>
    </dgm:pt>
    <dgm:pt modelId="{519D89AC-87E8-4E61-93BE-5B2786DBAABA}" type="pres">
      <dgm:prSet presAssocID="{27110EA1-F8D5-4FED-9317-858E18A64391}" presName="Name19" presStyleLbl="parChTrans1D3" presStyleIdx="4" presStyleCnt="6"/>
      <dgm:spPr/>
    </dgm:pt>
    <dgm:pt modelId="{0E9B7D94-B2E0-4A3C-B83B-3FAB3F661863}" type="pres">
      <dgm:prSet presAssocID="{5F7E21D8-45C4-4229-B629-050E201D0755}" presName="Name21" presStyleCnt="0"/>
      <dgm:spPr/>
    </dgm:pt>
    <dgm:pt modelId="{465645EB-0DE5-4C2B-B1E9-DBD1721F2C5B}" type="pres">
      <dgm:prSet presAssocID="{5F7E21D8-45C4-4229-B629-050E201D0755}" presName="level2Shape" presStyleLbl="node3" presStyleIdx="4" presStyleCnt="6"/>
      <dgm:spPr/>
    </dgm:pt>
    <dgm:pt modelId="{8029B36F-6108-48FE-8DA5-176B0EE17384}" type="pres">
      <dgm:prSet presAssocID="{5F7E21D8-45C4-4229-B629-050E201D0755}" presName="hierChild3" presStyleCnt="0"/>
      <dgm:spPr/>
    </dgm:pt>
    <dgm:pt modelId="{C83BF0BB-3E88-442F-89C2-2A12B40B1467}" type="pres">
      <dgm:prSet presAssocID="{93A4E968-6CE7-4B3B-A022-383B57DC2A28}" presName="Name19" presStyleLbl="parChTrans1D3" presStyleIdx="5" presStyleCnt="6"/>
      <dgm:spPr/>
    </dgm:pt>
    <dgm:pt modelId="{652EAE8E-646D-4E21-B6A2-D9FA8847CF68}" type="pres">
      <dgm:prSet presAssocID="{9B89F191-3E09-454D-997D-3E8DA1D66209}" presName="Name21" presStyleCnt="0"/>
      <dgm:spPr/>
    </dgm:pt>
    <dgm:pt modelId="{27813A7D-C26A-45C7-AAB5-9601CC5EE23D}" type="pres">
      <dgm:prSet presAssocID="{9B89F191-3E09-454D-997D-3E8DA1D66209}" presName="level2Shape" presStyleLbl="node3" presStyleIdx="5" presStyleCnt="6"/>
      <dgm:spPr/>
    </dgm:pt>
    <dgm:pt modelId="{DCA6BFD5-6688-414E-A6AE-0D9AB7B92E7E}" type="pres">
      <dgm:prSet presAssocID="{9B89F191-3E09-454D-997D-3E8DA1D66209}" presName="hierChild3" presStyleCnt="0"/>
      <dgm:spPr/>
    </dgm:pt>
    <dgm:pt modelId="{D72E0159-8CB0-465B-98C1-5B71A6668D15}" type="pres">
      <dgm:prSet presAssocID="{FD457535-9380-4F64-8C2B-F18B43AA91D0}" presName="Name19" presStyleLbl="parChTrans1D4" presStyleIdx="15" presStyleCnt="20"/>
      <dgm:spPr/>
    </dgm:pt>
    <dgm:pt modelId="{AE8BF799-AC77-411D-9012-551EC5696AFF}" type="pres">
      <dgm:prSet presAssocID="{239791CF-4F22-45A8-9C9C-463FC8D02124}" presName="Name21" presStyleCnt="0"/>
      <dgm:spPr/>
    </dgm:pt>
    <dgm:pt modelId="{2A6D484D-11E6-46AA-A009-8B312EB9BF55}" type="pres">
      <dgm:prSet presAssocID="{239791CF-4F22-45A8-9C9C-463FC8D02124}" presName="level2Shape" presStyleLbl="node4" presStyleIdx="15" presStyleCnt="20"/>
      <dgm:spPr/>
    </dgm:pt>
    <dgm:pt modelId="{618F0CF5-C6B8-4C51-B30E-DA368D4A6FBB}" type="pres">
      <dgm:prSet presAssocID="{239791CF-4F22-45A8-9C9C-463FC8D02124}" presName="hierChild3" presStyleCnt="0"/>
      <dgm:spPr/>
    </dgm:pt>
    <dgm:pt modelId="{B20550FC-6363-443A-8E15-228E774894CE}" type="pres">
      <dgm:prSet presAssocID="{01AE9004-5C02-4F21-8004-9826C706278A}" presName="Name19" presStyleLbl="parChTrans1D4" presStyleIdx="16" presStyleCnt="20"/>
      <dgm:spPr/>
    </dgm:pt>
    <dgm:pt modelId="{6FDA448F-9F56-48D7-B384-E68D01466D44}" type="pres">
      <dgm:prSet presAssocID="{59D327F8-7567-4B34-887E-FE4C8D4C5F18}" presName="Name21" presStyleCnt="0"/>
      <dgm:spPr/>
    </dgm:pt>
    <dgm:pt modelId="{CDCFD799-212A-409E-8FEB-58892377122F}" type="pres">
      <dgm:prSet presAssocID="{59D327F8-7567-4B34-887E-FE4C8D4C5F18}" presName="level2Shape" presStyleLbl="node4" presStyleIdx="16" presStyleCnt="20"/>
      <dgm:spPr/>
    </dgm:pt>
    <dgm:pt modelId="{4B5BEF2B-A201-448D-908A-ADA977C855F9}" type="pres">
      <dgm:prSet presAssocID="{59D327F8-7567-4B34-887E-FE4C8D4C5F18}" presName="hierChild3" presStyleCnt="0"/>
      <dgm:spPr/>
    </dgm:pt>
    <dgm:pt modelId="{B82420A6-452A-46E1-94AF-9E61F57B94D1}" type="pres">
      <dgm:prSet presAssocID="{C63F295F-2037-471D-A035-29A6F4516CD1}" presName="Name19" presStyleLbl="parChTrans1D4" presStyleIdx="17" presStyleCnt="20"/>
      <dgm:spPr/>
    </dgm:pt>
    <dgm:pt modelId="{703174FF-7CD3-4B77-AC4F-6E290F423DA9}" type="pres">
      <dgm:prSet presAssocID="{6E919FA2-477D-464F-BC6E-7F3E67081729}" presName="Name21" presStyleCnt="0"/>
      <dgm:spPr/>
    </dgm:pt>
    <dgm:pt modelId="{ABEE2C05-8CD9-49D6-8947-FE68990457F7}" type="pres">
      <dgm:prSet presAssocID="{6E919FA2-477D-464F-BC6E-7F3E67081729}" presName="level2Shape" presStyleLbl="node4" presStyleIdx="17" presStyleCnt="20"/>
      <dgm:spPr/>
    </dgm:pt>
    <dgm:pt modelId="{00D206D9-265C-4406-8A60-61670D362C15}" type="pres">
      <dgm:prSet presAssocID="{6E919FA2-477D-464F-BC6E-7F3E67081729}" presName="hierChild3" presStyleCnt="0"/>
      <dgm:spPr/>
    </dgm:pt>
    <dgm:pt modelId="{984ED6F6-CE0C-4F57-A4F6-626BE47E394A}" type="pres">
      <dgm:prSet presAssocID="{46B87681-2FB2-4D3D-8FD0-72B6A8644F74}" presName="Name19" presStyleLbl="parChTrans1D4" presStyleIdx="18" presStyleCnt="20"/>
      <dgm:spPr/>
    </dgm:pt>
    <dgm:pt modelId="{E5EE791E-4A6E-4637-A21D-4B5EBC9C26AC}" type="pres">
      <dgm:prSet presAssocID="{7E500FA9-8C24-4705-998C-799C7FE5A069}" presName="Name21" presStyleCnt="0"/>
      <dgm:spPr/>
    </dgm:pt>
    <dgm:pt modelId="{B117D34F-4718-47E2-ADF1-ADA0155B3E3B}" type="pres">
      <dgm:prSet presAssocID="{7E500FA9-8C24-4705-998C-799C7FE5A069}" presName="level2Shape" presStyleLbl="node4" presStyleIdx="18" presStyleCnt="20"/>
      <dgm:spPr/>
    </dgm:pt>
    <dgm:pt modelId="{1F94A2C1-AC10-4A20-BFA1-43FD4FDE2D8A}" type="pres">
      <dgm:prSet presAssocID="{7E500FA9-8C24-4705-998C-799C7FE5A069}" presName="hierChild3" presStyleCnt="0"/>
      <dgm:spPr/>
    </dgm:pt>
    <dgm:pt modelId="{6EE3F8C1-52CF-446A-88E1-B37248F5B0CB}" type="pres">
      <dgm:prSet presAssocID="{F51E9F95-51A9-4DC3-9600-C694D9E93B67}" presName="Name19" presStyleLbl="parChTrans1D4" presStyleIdx="19" presStyleCnt="20"/>
      <dgm:spPr/>
    </dgm:pt>
    <dgm:pt modelId="{842BD68E-2C9C-49CB-8F1C-08D8CA8F4DD3}" type="pres">
      <dgm:prSet presAssocID="{396F1291-AEED-43EF-AB28-9A80772E5E4C}" presName="Name21" presStyleCnt="0"/>
      <dgm:spPr/>
    </dgm:pt>
    <dgm:pt modelId="{F5DE410F-8B0C-4DB2-9CC0-BF4ED1415D3A}" type="pres">
      <dgm:prSet presAssocID="{396F1291-AEED-43EF-AB28-9A80772E5E4C}" presName="level2Shape" presStyleLbl="node4" presStyleIdx="19" presStyleCnt="20"/>
      <dgm:spPr/>
    </dgm:pt>
    <dgm:pt modelId="{C9C752F4-DF47-4DD3-A2A0-7B07B80EED0E}" type="pres">
      <dgm:prSet presAssocID="{396F1291-AEED-43EF-AB28-9A80772E5E4C}" presName="hierChild3" presStyleCnt="0"/>
      <dgm:spPr/>
    </dgm:pt>
    <dgm:pt modelId="{BED6D464-4950-4878-A68E-76ACAE1C2D16}" type="pres">
      <dgm:prSet presAssocID="{E4F9A3F2-4C86-449B-91CB-DB8617607A3D}" presName="bgShapesFlow" presStyleCnt="0"/>
      <dgm:spPr/>
    </dgm:pt>
  </dgm:ptLst>
  <dgm:cxnLst>
    <dgm:cxn modelId="{C1229801-E45F-4705-841E-0467AF87FD1F}" srcId="{E4F9A3F2-4C86-449B-91CB-DB8617607A3D}" destId="{F8558279-B2E1-400F-B235-3EEAFB1ED4C7}" srcOrd="0" destOrd="0" parTransId="{F103BB10-7E1D-4EF7-BDF1-605B7BBDEDDA}" sibTransId="{DE0F914B-2872-4CCF-A1BE-3EFA56CF0A41}"/>
    <dgm:cxn modelId="{264C700A-FE04-4276-898A-9E99AD4DA12C}" type="presOf" srcId="{7E500FA9-8C24-4705-998C-799C7FE5A069}" destId="{B117D34F-4718-47E2-ADF1-ADA0155B3E3B}" srcOrd="0" destOrd="0" presId="urn:microsoft.com/office/officeart/2005/8/layout/hierarchy6"/>
    <dgm:cxn modelId="{79F07C0A-C835-41DF-A7B1-E63C7925B438}" type="presOf" srcId="{93A4E968-6CE7-4B3B-A022-383B57DC2A28}" destId="{C83BF0BB-3E88-442F-89C2-2A12B40B1467}" srcOrd="0" destOrd="0" presId="urn:microsoft.com/office/officeart/2005/8/layout/hierarchy6"/>
    <dgm:cxn modelId="{18790412-F000-4C6F-AE4A-425902057A23}" type="presOf" srcId="{7A50F5B8-4BFA-4DD5-B684-D155CFCC9A7F}" destId="{B59D7DD2-78A4-4556-8D28-0B6A73B30D3E}" srcOrd="0" destOrd="0" presId="urn:microsoft.com/office/officeart/2005/8/layout/hierarchy6"/>
    <dgm:cxn modelId="{5B32E012-460F-48E9-BF07-C98A0112CACE}" type="presOf" srcId="{01AE9004-5C02-4F21-8004-9826C706278A}" destId="{B20550FC-6363-443A-8E15-228E774894CE}" srcOrd="0" destOrd="0" presId="urn:microsoft.com/office/officeart/2005/8/layout/hierarchy6"/>
    <dgm:cxn modelId="{83252715-AF3B-4B7B-ACC8-08451AB61DEC}" srcId="{1B0DD9EF-E5F9-48E9-9C29-9E6AEE5A7CF4}" destId="{C0455CB2-9ECF-46A0-8C9B-F62B3A7F2A2D}" srcOrd="0" destOrd="0" parTransId="{111E2B78-3995-4F9C-B4AB-1EAF7F7292CA}" sibTransId="{ECC0C63A-BA01-4B23-ACA7-7710244BC373}"/>
    <dgm:cxn modelId="{F38EE515-5FDD-4AA6-9820-73678D3ACB99}" type="presOf" srcId="{1B0DD9EF-E5F9-48E9-9C29-9E6AEE5A7CF4}" destId="{F6A69E54-77D1-4300-BD8D-ECAD13FAC306}" srcOrd="0" destOrd="0" presId="urn:microsoft.com/office/officeart/2005/8/layout/hierarchy6"/>
    <dgm:cxn modelId="{D6AC6422-520C-4560-8124-87A905D041FE}" type="presOf" srcId="{CADC8526-1F7C-4E40-842C-8240F648D4ED}" destId="{73EFF9B0-115B-4197-89CC-C60406390458}" srcOrd="0" destOrd="0" presId="urn:microsoft.com/office/officeart/2005/8/layout/hierarchy6"/>
    <dgm:cxn modelId="{DC324423-CB1C-4F1F-BAED-7A089EB4328B}" type="presOf" srcId="{F8558279-B2E1-400F-B235-3EEAFB1ED4C7}" destId="{03E181FD-07F2-4F82-92A7-A09776154F67}" srcOrd="0" destOrd="0" presId="urn:microsoft.com/office/officeart/2005/8/layout/hierarchy6"/>
    <dgm:cxn modelId="{F8508225-F845-4E9A-A1A8-99B0B1860F13}" srcId="{89103165-65EF-4E54-9469-26F89865FF24}" destId="{9B89F191-3E09-454D-997D-3E8DA1D66209}" srcOrd="2" destOrd="0" parTransId="{93A4E968-6CE7-4B3B-A022-383B57DC2A28}" sibTransId="{A53648BE-425C-486E-BE37-1DE4222CB560}"/>
    <dgm:cxn modelId="{00CA712B-15D6-4ADE-9F12-781905C686A7}" type="presOf" srcId="{D61AFD8B-B7FF-4CFC-ADC4-2C0C96805337}" destId="{4178C3C6-15C5-4B2A-8F47-F64C1C189C9E}" srcOrd="0" destOrd="0" presId="urn:microsoft.com/office/officeart/2005/8/layout/hierarchy6"/>
    <dgm:cxn modelId="{A514E02D-2861-4571-9879-83DCC6FA2E02}" type="presOf" srcId="{F51E9F95-51A9-4DC3-9600-C694D9E93B67}" destId="{6EE3F8C1-52CF-446A-88E1-B37248F5B0CB}" srcOrd="0" destOrd="0" presId="urn:microsoft.com/office/officeart/2005/8/layout/hierarchy6"/>
    <dgm:cxn modelId="{0055EF2F-45D3-42ED-92F5-A2A3B9CEA6A5}" type="presOf" srcId="{27110EA1-F8D5-4FED-9317-858E18A64391}" destId="{519D89AC-87E8-4E61-93BE-5B2786DBAABA}" srcOrd="0" destOrd="0" presId="urn:microsoft.com/office/officeart/2005/8/layout/hierarchy6"/>
    <dgm:cxn modelId="{75788538-1159-4FBF-9DFF-1E3E55B9568D}" type="presOf" srcId="{83C24020-7805-442D-B9AA-57BB0889D353}" destId="{40EA9CA0-7894-4164-8F81-A976EBAC52B2}" srcOrd="0" destOrd="0" presId="urn:microsoft.com/office/officeart/2005/8/layout/hierarchy6"/>
    <dgm:cxn modelId="{D47DDC38-540E-4029-8DFC-BC1FA869939B}" srcId="{9B89F191-3E09-454D-997D-3E8DA1D66209}" destId="{7E500FA9-8C24-4705-998C-799C7FE5A069}" srcOrd="2" destOrd="0" parTransId="{46B87681-2FB2-4D3D-8FD0-72B6A8644F74}" sibTransId="{4EE1A146-F607-41BD-A7D0-AF7D0434B2F3}"/>
    <dgm:cxn modelId="{071D6F3A-52FC-4D99-AB48-8EB55EB2C032}" srcId="{9B89F191-3E09-454D-997D-3E8DA1D66209}" destId="{6E919FA2-477D-464F-BC6E-7F3E67081729}" srcOrd="1" destOrd="0" parTransId="{C63F295F-2037-471D-A035-29A6F4516CD1}" sibTransId="{AEEABBEF-1655-47EA-91D9-4772703EAD09}"/>
    <dgm:cxn modelId="{D42CE93A-0625-4B50-94EC-D16DE3B35777}" srcId="{91EB73E7-E236-4DA9-853D-9EE403D69681}" destId="{7A50F5B8-4BFA-4DD5-B684-D155CFCC9A7F}" srcOrd="0" destOrd="0" parTransId="{4D572C72-A734-4841-85B2-C561849B3889}" sibTransId="{6EF28E7D-BD51-42CA-8A69-3FF7DE64203C}"/>
    <dgm:cxn modelId="{FAB08B3B-3AAD-4411-8DF9-0DB48E082A46}" srcId="{F8558279-B2E1-400F-B235-3EEAFB1ED4C7}" destId="{89103165-65EF-4E54-9469-26F89865FF24}" srcOrd="2" destOrd="0" parTransId="{C52A6B7A-DC71-4262-8C71-EA6A38E6855E}" sibTransId="{262A21D9-679D-4F66-B658-A325F7EA3063}"/>
    <dgm:cxn modelId="{555B2440-7CDD-4934-B7C4-EBDD579877C0}" srcId="{E07DEAA7-62D6-4B7E-A4AA-38D1F37596A9}" destId="{0946F009-6B75-4BA2-893F-DF107260313D}" srcOrd="0" destOrd="0" parTransId="{796A34C4-FD67-4181-A62C-6B1E11297485}" sibTransId="{602059FC-B4D9-4E98-8BBE-0619D2CB64D7}"/>
    <dgm:cxn modelId="{67FD2940-730E-4DCC-BED6-E8705008469B}" srcId="{9BFD333C-F7CC-4AEB-AC36-20E9061CF132}" destId="{1B0DD9EF-E5F9-48E9-9C29-9E6AEE5A7CF4}" srcOrd="0" destOrd="0" parTransId="{FCFAB456-5FA9-42C5-A32B-B3B13A4B4725}" sibTransId="{A9C9A30B-23D9-41FC-BB92-5132D94BC969}"/>
    <dgm:cxn modelId="{3341C940-B7ED-48BF-933B-B91C927DAF2E}" type="presOf" srcId="{C63F295F-2037-471D-A035-29A6F4516CD1}" destId="{B82420A6-452A-46E1-94AF-9E61F57B94D1}" srcOrd="0" destOrd="0" presId="urn:microsoft.com/office/officeart/2005/8/layout/hierarchy6"/>
    <dgm:cxn modelId="{DB2CCF5B-1475-4480-9BF0-E3390ED55364}" type="presOf" srcId="{B205E1DC-FF37-41AF-93F4-4B05BA8937DD}" destId="{3B4E81AF-B539-418D-8650-8425AF89AD6E}" srcOrd="0" destOrd="0" presId="urn:microsoft.com/office/officeart/2005/8/layout/hierarchy6"/>
    <dgm:cxn modelId="{9573995E-C726-4EA7-9F8C-0C8A75C69223}" type="presOf" srcId="{FD457535-9380-4F64-8C2B-F18B43AA91D0}" destId="{D72E0159-8CB0-465B-98C1-5B71A6668D15}" srcOrd="0" destOrd="0" presId="urn:microsoft.com/office/officeart/2005/8/layout/hierarchy6"/>
    <dgm:cxn modelId="{53E55760-5A8D-4571-983B-EF0105059549}" srcId="{8438D5EB-FCAD-4CA3-A1CC-3AA8EC55A0FF}" destId="{C3C88289-2C76-4340-97E1-B30F56D4BE7C}" srcOrd="0" destOrd="0" parTransId="{7C784E7A-1807-49A7-ACFD-2302E909B95E}" sibTransId="{4070D834-E0BB-4BA0-AE3E-64A7590D01D6}"/>
    <dgm:cxn modelId="{982B5D43-5266-4879-8D3E-FCD975629E5E}" type="presOf" srcId="{91EB73E7-E236-4DA9-853D-9EE403D69681}" destId="{07CF7E6E-EA2D-4861-85C0-2F36C5E8753D}" srcOrd="0" destOrd="0" presId="urn:microsoft.com/office/officeart/2005/8/layout/hierarchy6"/>
    <dgm:cxn modelId="{B02CF244-2F14-4F34-991F-268E071CA390}" srcId="{22C8CF1E-2CD2-4C68-BF4A-5622A01649A4}" destId="{F66FBA50-33D3-4F00-9C71-EAEB934A8E3B}" srcOrd="2" destOrd="0" parTransId="{83CD42E1-B1C7-4A62-9AB6-B8D3140BD21E}" sibTransId="{7DE17062-CF3F-4BE7-BA3A-655DFDCCC879}"/>
    <dgm:cxn modelId="{027A0145-8CCD-423F-92E3-0B749FE4229D}" type="presOf" srcId="{BC3F5237-AA45-4FE9-B79D-AC998B17BED4}" destId="{2E01ABD6-F742-4E8D-A32F-939D67ACAB5A}" srcOrd="0" destOrd="0" presId="urn:microsoft.com/office/officeart/2005/8/layout/hierarchy6"/>
    <dgm:cxn modelId="{B49CCB66-9C1B-47EA-B62C-BDD9EAA998C9}" type="presOf" srcId="{86851F41-23A6-4399-9C66-16A3BF7E586E}" destId="{D2380322-2510-4A44-8173-6C9B1A2919E0}" srcOrd="0" destOrd="0" presId="urn:microsoft.com/office/officeart/2005/8/layout/hierarchy6"/>
    <dgm:cxn modelId="{0CAADA46-A66C-4A87-94B5-B7DE9D6646D1}" type="presOf" srcId="{C52A6B7A-DC71-4262-8C71-EA6A38E6855E}" destId="{98E459F7-3A1A-42CD-B68C-10D057A9E04F}" srcOrd="0" destOrd="0" presId="urn:microsoft.com/office/officeart/2005/8/layout/hierarchy6"/>
    <dgm:cxn modelId="{63CBF966-141A-410F-B280-AFC8F1CF790E}" srcId="{F8F4D433-3849-492E-9413-C396EF461E8D}" destId="{91EB73E7-E236-4DA9-853D-9EE403D69681}" srcOrd="2" destOrd="0" parTransId="{31B97530-AA5D-46D7-B47B-2A5A024928B6}" sibTransId="{E65F083F-8166-46B6-8DA3-5922F6A8C6DD}"/>
    <dgm:cxn modelId="{ABD25C47-5E22-44B7-A07E-5C845A5A35DA}" srcId="{22C8CF1E-2CD2-4C68-BF4A-5622A01649A4}" destId="{BC3F5237-AA45-4FE9-B79D-AC998B17BED4}" srcOrd="1" destOrd="0" parTransId="{53BC1901-AD6A-4B29-899B-CFF794D89940}" sibTransId="{83A1E6BE-67EA-42CD-B9EE-92893A664B77}"/>
    <dgm:cxn modelId="{73CB5D67-CD35-4DCD-94A9-88BE19F89053}" type="presOf" srcId="{697FFE82-9C12-433B-A3EC-A664E0E55242}" destId="{F873208A-BDD8-494E-B97D-3A1A7DB1C1BB}" srcOrd="0" destOrd="0" presId="urn:microsoft.com/office/officeart/2005/8/layout/hierarchy6"/>
    <dgm:cxn modelId="{2E3D7D68-3FD3-4AE8-BA56-F1E4B95893EA}" type="presOf" srcId="{31B97530-AA5D-46D7-B47B-2A5A024928B6}" destId="{DAEC335B-21D1-4269-8BD5-AFAF744BD98C}" srcOrd="0" destOrd="0" presId="urn:microsoft.com/office/officeart/2005/8/layout/hierarchy6"/>
    <dgm:cxn modelId="{20EF2449-2D48-4AAC-BDFB-CAD67FCFBB56}" type="presOf" srcId="{46B87681-2FB2-4D3D-8FD0-72B6A8644F74}" destId="{984ED6F6-CE0C-4F57-A4F6-626BE47E394A}" srcOrd="0" destOrd="0" presId="urn:microsoft.com/office/officeart/2005/8/layout/hierarchy6"/>
    <dgm:cxn modelId="{E1F15F6A-125B-4CD3-BC4C-40C429CDB808}" type="presOf" srcId="{E4F9A3F2-4C86-449B-91CB-DB8617607A3D}" destId="{94FF1953-CB08-48FB-B584-98297C491521}" srcOrd="0" destOrd="0" presId="urn:microsoft.com/office/officeart/2005/8/layout/hierarchy6"/>
    <dgm:cxn modelId="{73BC654A-97E2-4F90-B5AB-587CF9817EC6}" type="presOf" srcId="{0946F009-6B75-4BA2-893F-DF107260313D}" destId="{0458FF9E-FF8E-4E54-9AFB-5F8823AAADDD}" srcOrd="0" destOrd="0" presId="urn:microsoft.com/office/officeart/2005/8/layout/hierarchy6"/>
    <dgm:cxn modelId="{940FCA4A-B4FC-42CC-8291-9736D0F3FC1A}" srcId="{89103165-65EF-4E54-9469-26F89865FF24}" destId="{22C8CF1E-2CD2-4C68-BF4A-5622A01649A4}" srcOrd="0" destOrd="0" parTransId="{15A95235-722A-409D-B4AD-D69A4500A5B2}" sibTransId="{73245BD4-FADC-413E-98C2-B06D3EC91787}"/>
    <dgm:cxn modelId="{E085796E-108C-4FC0-8CF8-C801CA5F9A6D}" srcId="{91EB73E7-E236-4DA9-853D-9EE403D69681}" destId="{6DCA4ECB-C024-4FBC-A88D-A765A4DE64A8}" srcOrd="1" destOrd="0" parTransId="{B205E1DC-FF37-41AF-93F4-4B05BA8937DD}" sibTransId="{782C54A3-920E-49A0-B974-B2CDCDE8FE0E}"/>
    <dgm:cxn modelId="{900FEE6F-8813-4602-9BB5-5936E1ADEB04}" type="presOf" srcId="{3B6657A8-0A25-4AF8-9700-46BFFCD6DB41}" destId="{C3A5826D-BEAF-4A79-A81B-F43A90CAAA96}" srcOrd="0" destOrd="0" presId="urn:microsoft.com/office/officeart/2005/8/layout/hierarchy6"/>
    <dgm:cxn modelId="{AEE1FB6F-0101-4BC0-9EE2-A3E42F245D1B}" type="presOf" srcId="{9BFD333C-F7CC-4AEB-AC36-20E9061CF132}" destId="{39B2B607-8EF3-44ED-A949-60D9F756FB62}" srcOrd="0" destOrd="0" presId="urn:microsoft.com/office/officeart/2005/8/layout/hierarchy6"/>
    <dgm:cxn modelId="{16750453-5FCA-4EA8-919B-82130C8A43EC}" srcId="{22C8CF1E-2CD2-4C68-BF4A-5622A01649A4}" destId="{8438D5EB-FCAD-4CA3-A1CC-3AA8EC55A0FF}" srcOrd="0" destOrd="0" parTransId="{95D60B94-8449-4E1C-8C78-EFF2B02B60E4}" sibTransId="{379C7D68-A415-48CD-8B9F-012A721D7BE6}"/>
    <dgm:cxn modelId="{F64B0554-2F3A-49A4-A212-61F67F4C0507}" type="presOf" srcId="{89103165-65EF-4E54-9469-26F89865FF24}" destId="{04A7EF09-06DC-4BAF-8D14-1E18F2CA82D2}" srcOrd="0" destOrd="0" presId="urn:microsoft.com/office/officeart/2005/8/layout/hierarchy6"/>
    <dgm:cxn modelId="{5F108D55-9723-490E-9E3B-775B7B6D5072}" srcId="{7A50F5B8-4BFA-4DD5-B684-D155CFCC9A7F}" destId="{BCC53969-49A6-462C-9D35-55F4CD4359C9}" srcOrd="0" destOrd="0" parTransId="{86851F41-23A6-4399-9C66-16A3BF7E586E}" sibTransId="{9A1A5961-A9FB-48D5-A77B-384DD36D79B6}"/>
    <dgm:cxn modelId="{F8914B58-BD9D-4A0F-91A5-07693C2C4065}" srcId="{9B88F199-A0C6-4C19-A5FA-A14E57223538}" destId="{1085D5ED-0ED3-41ED-825C-E92CCFB5007F}" srcOrd="0" destOrd="0" parTransId="{CC3A897B-A58E-4F06-A272-3DC8A7A82C85}" sibTransId="{8559726E-A7AD-455C-A949-8D7F90888ED4}"/>
    <dgm:cxn modelId="{6C107C79-31AC-474D-8A57-22F13BB33308}" type="presOf" srcId="{83CD42E1-B1C7-4A62-9AB6-B8D3140BD21E}" destId="{057133E3-53F8-4632-B466-E48599DE8DE6}" srcOrd="0" destOrd="0" presId="urn:microsoft.com/office/officeart/2005/8/layout/hierarchy6"/>
    <dgm:cxn modelId="{47CC677F-1D5D-4820-9024-A7F89DFCCD9B}" type="presOf" srcId="{22C8CF1E-2CD2-4C68-BF4A-5622A01649A4}" destId="{4CE977B2-EF70-4C58-BBB0-75140E3BF563}" srcOrd="0" destOrd="0" presId="urn:microsoft.com/office/officeart/2005/8/layout/hierarchy6"/>
    <dgm:cxn modelId="{1ADD2581-AFB5-4B48-87E4-E444641560C9}" srcId="{9BFD333C-F7CC-4AEB-AC36-20E9061CF132}" destId="{9B88F199-A0C6-4C19-A5FA-A14E57223538}" srcOrd="2" destOrd="0" parTransId="{88383956-47FB-41A4-B578-ABC93FAD0FBA}" sibTransId="{4D88A29E-0EC4-4BAD-8193-31BEE7A7EFB4}"/>
    <dgm:cxn modelId="{ED119683-77DE-4F15-A2C9-C2ECF94589EF}" type="presOf" srcId="{8C953AD6-1618-4F40-AF86-93016C7802A2}" destId="{D68D4B9F-40E2-4F64-960D-7C286A03C39D}" srcOrd="0" destOrd="0" presId="urn:microsoft.com/office/officeart/2005/8/layout/hierarchy6"/>
    <dgm:cxn modelId="{C8F65586-3A6C-40D9-BB3A-E0C24D9BE7DB}" type="presOf" srcId="{5F54F617-0FE6-4D8C-90B7-EFA5B703A89B}" destId="{5286F3B9-01B9-4BE0-81E0-E25EFC49A4B4}" srcOrd="0" destOrd="0" presId="urn:microsoft.com/office/officeart/2005/8/layout/hierarchy6"/>
    <dgm:cxn modelId="{9990758A-092C-48F9-8EB6-17E62B1E4C90}" type="presOf" srcId="{239791CF-4F22-45A8-9C9C-463FC8D02124}" destId="{2A6D484D-11E6-46AA-A009-8B312EB9BF55}" srcOrd="0" destOrd="0" presId="urn:microsoft.com/office/officeart/2005/8/layout/hierarchy6"/>
    <dgm:cxn modelId="{0F81868B-B629-41F2-9785-282161C59835}" srcId="{F8558279-B2E1-400F-B235-3EEAFB1ED4C7}" destId="{F8F4D433-3849-492E-9413-C396EF461E8D}" srcOrd="0" destOrd="0" parTransId="{CADC8526-1F7C-4E40-842C-8240F648D4ED}" sibTransId="{142FAF5C-A254-4B31-9CE2-6940D9949938}"/>
    <dgm:cxn modelId="{5E388E8C-F807-48A0-83B4-C315E43BB995}" srcId="{F8F4D433-3849-492E-9413-C396EF461E8D}" destId="{8A53FB0F-54D3-4A8A-BE18-939DF7C91C17}" srcOrd="1" destOrd="0" parTransId="{276295FA-21A9-49C7-B2D0-A400AD208919}" sibTransId="{0BE3DD36-A40F-4CCF-B2B2-77CE8087E84E}"/>
    <dgm:cxn modelId="{152D388D-5C74-49BD-BAC0-917E6DA828FF}" type="presOf" srcId="{6DCA4ECB-C024-4FBC-A88D-A765A4DE64A8}" destId="{9FE29B3D-9E03-4AB0-A5F7-0AF87C2C3DBD}" srcOrd="0" destOrd="0" presId="urn:microsoft.com/office/officeart/2005/8/layout/hierarchy6"/>
    <dgm:cxn modelId="{E14BC393-DB7D-49B7-BC7E-3B141FA59A9B}" type="presOf" srcId="{8438D5EB-FCAD-4CA3-A1CC-3AA8EC55A0FF}" destId="{46359367-87AA-4EAE-BE01-ED8EA304EBDB}" srcOrd="0" destOrd="0" presId="urn:microsoft.com/office/officeart/2005/8/layout/hierarchy6"/>
    <dgm:cxn modelId="{8E87F194-648A-4575-BD1D-F1A0E1BFC6DA}" type="presOf" srcId="{E07DEAA7-62D6-4B7E-A4AA-38D1F37596A9}" destId="{2B6284D1-BFB5-4CEC-B99A-CC058ADF7DC2}" srcOrd="0" destOrd="0" presId="urn:microsoft.com/office/officeart/2005/8/layout/hierarchy6"/>
    <dgm:cxn modelId="{3C041196-C597-4DF4-9ECB-1BF903B00E81}" type="presOf" srcId="{276295FA-21A9-49C7-B2D0-A400AD208919}" destId="{3F12FA3E-BE8D-4BD7-91E0-0A7F1358DC0F}" srcOrd="0" destOrd="0" presId="urn:microsoft.com/office/officeart/2005/8/layout/hierarchy6"/>
    <dgm:cxn modelId="{C4C4AE98-C94A-4B24-9CCA-739E99E992E9}" type="presOf" srcId="{BCC53969-49A6-462C-9D35-55F4CD4359C9}" destId="{D6D41738-5CEB-49EA-A933-D2060BA05A03}" srcOrd="0" destOrd="0" presId="urn:microsoft.com/office/officeart/2005/8/layout/hierarchy6"/>
    <dgm:cxn modelId="{DE2FC09C-1BBE-4D9B-AE47-BA58B818111F}" type="presOf" srcId="{D7E0A4E9-D223-4BA9-B840-918DAC845614}" destId="{BCF54B26-AA6F-4483-9818-B5EC37691811}" srcOrd="0" destOrd="0" presId="urn:microsoft.com/office/officeart/2005/8/layout/hierarchy6"/>
    <dgm:cxn modelId="{0C8D419D-A110-431E-8F1F-F6D55D267728}" type="presOf" srcId="{88383956-47FB-41A4-B578-ABC93FAD0FBA}" destId="{0954C3B3-F303-4667-86D3-F085371E601E}" srcOrd="0" destOrd="0" presId="urn:microsoft.com/office/officeart/2005/8/layout/hierarchy6"/>
    <dgm:cxn modelId="{4C410CA2-715D-49A9-BD86-736180133259}" type="presOf" srcId="{C3C88289-2C76-4340-97E1-B30F56D4BE7C}" destId="{5424CF5D-7527-466D-BE93-B7D204CB7D4E}" srcOrd="0" destOrd="0" presId="urn:microsoft.com/office/officeart/2005/8/layout/hierarchy6"/>
    <dgm:cxn modelId="{4B1659A4-BA9C-4D8B-938C-DB1654C84409}" type="presOf" srcId="{15A95235-722A-409D-B4AD-D69A4500A5B2}" destId="{EFFEFA9C-533E-436F-ACB5-FDB226873054}" srcOrd="0" destOrd="0" presId="urn:microsoft.com/office/officeart/2005/8/layout/hierarchy6"/>
    <dgm:cxn modelId="{2760EBAB-DE12-4BC5-ABF7-899AA3EF4E1C}" type="presOf" srcId="{3FF770B2-7400-4741-A866-2072357D330D}" destId="{4FA6FD53-4687-498E-8979-AA7F2AA02E5B}" srcOrd="0" destOrd="0" presId="urn:microsoft.com/office/officeart/2005/8/layout/hierarchy6"/>
    <dgm:cxn modelId="{6C5D20AE-EBE0-4D4B-99F6-23C58EF189CF}" type="presOf" srcId="{59D327F8-7567-4B34-887E-FE4C8D4C5F18}" destId="{CDCFD799-212A-409E-8FEB-58892377122F}" srcOrd="0" destOrd="0" presId="urn:microsoft.com/office/officeart/2005/8/layout/hierarchy6"/>
    <dgm:cxn modelId="{823BC1AF-1A2E-40FB-8A42-405A86E6117A}" type="presOf" srcId="{9B89F191-3E09-454D-997D-3E8DA1D66209}" destId="{27813A7D-C26A-45C7-AAB5-9601CC5EE23D}" srcOrd="0" destOrd="0" presId="urn:microsoft.com/office/officeart/2005/8/layout/hierarchy6"/>
    <dgm:cxn modelId="{40DAF4AF-94E8-402F-95C6-E32029A7A93C}" type="presOf" srcId="{CC3A897B-A58E-4F06-A272-3DC8A7A82C85}" destId="{0D6C161C-9C8F-4848-839D-1434EF3A4830}" srcOrd="0" destOrd="0" presId="urn:microsoft.com/office/officeart/2005/8/layout/hierarchy6"/>
    <dgm:cxn modelId="{7BDD51B0-7E65-4044-A2E4-96D3B4D1FD55}" srcId="{91EB73E7-E236-4DA9-853D-9EE403D69681}" destId="{E07DEAA7-62D6-4B7E-A4AA-38D1F37596A9}" srcOrd="2" destOrd="0" parTransId="{5F54F617-0FE6-4D8C-90B7-EFA5B703A89B}" sibTransId="{834D12A2-6CE9-462A-9249-7C340F423931}"/>
    <dgm:cxn modelId="{91F099B2-9250-465D-AD5C-844828D1DA8C}" type="presOf" srcId="{7C784E7A-1807-49A7-ACFD-2302E909B95E}" destId="{F7814C84-11A0-4647-BADC-534851AC6C12}" srcOrd="0" destOrd="0" presId="urn:microsoft.com/office/officeart/2005/8/layout/hierarchy6"/>
    <dgm:cxn modelId="{9EEA4DB9-626D-4151-9CC7-6953D6141E9B}" srcId="{F8558279-B2E1-400F-B235-3EEAFB1ED4C7}" destId="{D61AFD8B-B7FF-4CFC-ADC4-2C0C96805337}" srcOrd="1" destOrd="0" parTransId="{3B6657A8-0A25-4AF8-9700-46BFFCD6DB41}" sibTransId="{024C0C19-D6C2-4BF8-9E1F-66424E46548C}"/>
    <dgm:cxn modelId="{962DDFBB-BDC1-454C-9BAD-FADEB5C04D80}" type="presOf" srcId="{4D572C72-A734-4841-85B2-C561849B3889}" destId="{3ACDB481-EA98-49B5-868E-BD65D7DB5958}" srcOrd="0" destOrd="0" presId="urn:microsoft.com/office/officeart/2005/8/layout/hierarchy6"/>
    <dgm:cxn modelId="{783851BD-DDD5-474D-A829-3D18E99F046F}" srcId="{9BFD333C-F7CC-4AEB-AC36-20E9061CF132}" destId="{83C24020-7805-442D-B9AA-57BB0889D353}" srcOrd="1" destOrd="0" parTransId="{D7E0A4E9-D223-4BA9-B840-918DAC845614}" sibTransId="{8C118DD7-43DF-4616-AFD6-74E4EA099217}"/>
    <dgm:cxn modelId="{0A4673BE-C4B2-4DEE-863C-32777FB7D892}" srcId="{9B89F191-3E09-454D-997D-3E8DA1D66209}" destId="{239791CF-4F22-45A8-9C9C-463FC8D02124}" srcOrd="0" destOrd="0" parTransId="{FD457535-9380-4F64-8C2B-F18B43AA91D0}" sibTransId="{88255450-DBA5-42C0-82C3-1E179D7BF3AE}"/>
    <dgm:cxn modelId="{A423BDC1-7603-4793-985F-92BACA66D3CD}" type="presOf" srcId="{C0455CB2-9ECF-46A0-8C9B-F62B3A7F2A2D}" destId="{9577E955-BDD7-45BB-B3FD-F5623A96EC31}" srcOrd="0" destOrd="0" presId="urn:microsoft.com/office/officeart/2005/8/layout/hierarchy6"/>
    <dgm:cxn modelId="{68A870C4-3DBE-421D-B486-B71DA4C48F43}" type="presOf" srcId="{1085D5ED-0ED3-41ED-825C-E92CCFB5007F}" destId="{4C4F27C5-9E8A-4895-92D6-704B40223771}" srcOrd="0" destOrd="0" presId="urn:microsoft.com/office/officeart/2005/8/layout/hierarchy6"/>
    <dgm:cxn modelId="{BEB385CA-06FB-4471-ABD5-C1C5DB147439}" type="presOf" srcId="{FCFAB456-5FA9-42C5-A32B-B3B13A4B4725}" destId="{40450BE2-C8EA-4F3A-A3B6-0441560FEFC8}" srcOrd="0" destOrd="0" presId="urn:microsoft.com/office/officeart/2005/8/layout/hierarchy6"/>
    <dgm:cxn modelId="{0C6952D2-15F4-496B-A6DA-B3E3C5335AE3}" type="presOf" srcId="{9B88F199-A0C6-4C19-A5FA-A14E57223538}" destId="{3185AE27-BD4F-415C-AF32-94F11D441F25}" srcOrd="0" destOrd="0" presId="urn:microsoft.com/office/officeart/2005/8/layout/hierarchy6"/>
    <dgm:cxn modelId="{B9A9E1D5-79CD-4E74-860A-976110F542BC}" type="presOf" srcId="{396F1291-AEED-43EF-AB28-9A80772E5E4C}" destId="{F5DE410F-8B0C-4DB2-9CC0-BF4ED1415D3A}" srcOrd="0" destOrd="0" presId="urn:microsoft.com/office/officeart/2005/8/layout/hierarchy6"/>
    <dgm:cxn modelId="{9EF6A1D6-D0D5-43D5-91DA-A2D59B6C7256}" srcId="{89103165-65EF-4E54-9469-26F89865FF24}" destId="{5F7E21D8-45C4-4229-B629-050E201D0755}" srcOrd="1" destOrd="0" parTransId="{27110EA1-F8D5-4FED-9317-858E18A64391}" sibTransId="{EDC0E406-3779-413F-8F0C-008D795E027D}"/>
    <dgm:cxn modelId="{6F0F86D7-5CA8-424A-BCDA-79EF6515EE27}" srcId="{239791CF-4F22-45A8-9C9C-463FC8D02124}" destId="{59D327F8-7567-4B34-887E-FE4C8D4C5F18}" srcOrd="0" destOrd="0" parTransId="{01AE9004-5C02-4F21-8004-9826C706278A}" sibTransId="{3EF33C56-DFDC-403A-889E-F6CD0AD10452}"/>
    <dgm:cxn modelId="{0A1A53D8-5BE8-4E7F-B789-306379D76F5C}" type="presOf" srcId="{5F7E21D8-45C4-4229-B629-050E201D0755}" destId="{465645EB-0DE5-4C2B-B1E9-DBD1721F2C5B}" srcOrd="0" destOrd="0" presId="urn:microsoft.com/office/officeart/2005/8/layout/hierarchy6"/>
    <dgm:cxn modelId="{757C2EDD-500C-4AD5-B0C6-D9E3D8EBBC1B}" type="presOf" srcId="{796A34C4-FD67-4181-A62C-6B1E11297485}" destId="{C9A15296-E178-4E94-AC2A-141BD92C67A6}" srcOrd="0" destOrd="0" presId="urn:microsoft.com/office/officeart/2005/8/layout/hierarchy6"/>
    <dgm:cxn modelId="{1447C0DE-9C54-4B9B-A9A0-D8E36A4D6F58}" type="presOf" srcId="{95D60B94-8449-4E1C-8C78-EFF2B02B60E4}" destId="{54247B11-9E41-4214-A5F2-3395DC35DAD8}" srcOrd="0" destOrd="0" presId="urn:microsoft.com/office/officeart/2005/8/layout/hierarchy6"/>
    <dgm:cxn modelId="{D5AA37E0-9746-4149-92A6-B90CF438A071}" type="presOf" srcId="{F8F4D433-3849-492E-9413-C396EF461E8D}" destId="{E57E61B6-5359-4214-80F8-A69D02609A4A}" srcOrd="0" destOrd="0" presId="urn:microsoft.com/office/officeart/2005/8/layout/hierarchy6"/>
    <dgm:cxn modelId="{A6DA87E3-A58A-4B0F-958B-5DBB4BDABD07}" type="presOf" srcId="{6E919FA2-477D-464F-BC6E-7F3E67081729}" destId="{ABEE2C05-8CD9-49D6-8947-FE68990457F7}" srcOrd="0" destOrd="0" presId="urn:microsoft.com/office/officeart/2005/8/layout/hierarchy6"/>
    <dgm:cxn modelId="{0FC5F0E5-61A3-4B3C-B4B2-F205320E6A90}" type="presOf" srcId="{8A53FB0F-54D3-4A8A-BE18-939DF7C91C17}" destId="{7719C7B8-DE29-4692-9746-DCAA777E5834}" srcOrd="0" destOrd="0" presId="urn:microsoft.com/office/officeart/2005/8/layout/hierarchy6"/>
    <dgm:cxn modelId="{D53EFDE5-97DB-48A6-8329-C7E3CFE53D60}" type="presOf" srcId="{111E2B78-3995-4F9C-B4AB-1EAF7F7292CA}" destId="{E0959E6A-6985-4D43-920B-E9473475309E}" srcOrd="0" destOrd="0" presId="urn:microsoft.com/office/officeart/2005/8/layout/hierarchy6"/>
    <dgm:cxn modelId="{C6BFA7ED-92E7-4465-A6B7-0CCAF91D6790}" srcId="{F66FBA50-33D3-4F00-9C71-EAEB934A8E3B}" destId="{697FFE82-9C12-433B-A3EC-A664E0E55242}" srcOrd="0" destOrd="0" parTransId="{8C953AD6-1618-4F40-AF86-93016C7802A2}" sibTransId="{427BCCB6-A5F9-479F-9934-E80D72E7568F}"/>
    <dgm:cxn modelId="{0E60D7F2-3504-4FB2-A8D0-73F7DAA3653D}" srcId="{F8F4D433-3849-492E-9413-C396EF461E8D}" destId="{9BFD333C-F7CC-4AEB-AC36-20E9061CF132}" srcOrd="0" destOrd="0" parTransId="{3FF770B2-7400-4741-A866-2072357D330D}" sibTransId="{B1801ECD-7835-4F84-A83E-4E3BF3463C1B}"/>
    <dgm:cxn modelId="{7F7797F6-EA9A-435D-9210-604AFD1C3A28}" type="presOf" srcId="{F66FBA50-33D3-4F00-9C71-EAEB934A8E3B}" destId="{3AD096D5-B46B-4AD0-922F-EBEAA30229E3}" srcOrd="0" destOrd="0" presId="urn:microsoft.com/office/officeart/2005/8/layout/hierarchy6"/>
    <dgm:cxn modelId="{F9099FF9-45D1-4004-8C9E-67C3D937278E}" srcId="{7E500FA9-8C24-4705-998C-799C7FE5A069}" destId="{396F1291-AEED-43EF-AB28-9A80772E5E4C}" srcOrd="0" destOrd="0" parTransId="{F51E9F95-51A9-4DC3-9600-C694D9E93B67}" sibTransId="{22FC30B5-D2FA-4DDF-8A61-CDC38272DDD5}"/>
    <dgm:cxn modelId="{1A8969FE-18C9-4721-9179-A4D4A09AFA71}" type="presOf" srcId="{53BC1901-AD6A-4B29-899B-CFF794D89940}" destId="{B4B27152-1801-48ED-BA60-B1AAB2D51F81}" srcOrd="0" destOrd="0" presId="urn:microsoft.com/office/officeart/2005/8/layout/hierarchy6"/>
    <dgm:cxn modelId="{36E1F814-3FA1-463F-B156-3335A29B84F7}" type="presParOf" srcId="{94FF1953-CB08-48FB-B584-98297C491521}" destId="{80F379BF-31B8-4200-9E5F-725551242C4B}" srcOrd="0" destOrd="0" presId="urn:microsoft.com/office/officeart/2005/8/layout/hierarchy6"/>
    <dgm:cxn modelId="{5E1A27A3-5717-435D-BF75-70706E7763BF}" type="presParOf" srcId="{80F379BF-31B8-4200-9E5F-725551242C4B}" destId="{A2995974-73FD-411C-A80E-A71D87ECC3B5}" srcOrd="0" destOrd="0" presId="urn:microsoft.com/office/officeart/2005/8/layout/hierarchy6"/>
    <dgm:cxn modelId="{71D95910-8CB3-485E-AB98-80A2FAC18B59}" type="presParOf" srcId="{A2995974-73FD-411C-A80E-A71D87ECC3B5}" destId="{6E53CDF9-5174-4CED-AE09-0F8F033C04C6}" srcOrd="0" destOrd="0" presId="urn:microsoft.com/office/officeart/2005/8/layout/hierarchy6"/>
    <dgm:cxn modelId="{48AEBC11-7091-4076-9911-506EF1CF1843}" type="presParOf" srcId="{6E53CDF9-5174-4CED-AE09-0F8F033C04C6}" destId="{03E181FD-07F2-4F82-92A7-A09776154F67}" srcOrd="0" destOrd="0" presId="urn:microsoft.com/office/officeart/2005/8/layout/hierarchy6"/>
    <dgm:cxn modelId="{D87641D0-4F91-429F-BCBA-0EBC00B5EF7F}" type="presParOf" srcId="{6E53CDF9-5174-4CED-AE09-0F8F033C04C6}" destId="{2BDAB337-3BEB-47B7-81BC-26F56201C053}" srcOrd="1" destOrd="0" presId="urn:microsoft.com/office/officeart/2005/8/layout/hierarchy6"/>
    <dgm:cxn modelId="{A02CFAF5-F68E-4F39-807F-69C6F3F511DC}" type="presParOf" srcId="{2BDAB337-3BEB-47B7-81BC-26F56201C053}" destId="{73EFF9B0-115B-4197-89CC-C60406390458}" srcOrd="0" destOrd="0" presId="urn:microsoft.com/office/officeart/2005/8/layout/hierarchy6"/>
    <dgm:cxn modelId="{6FFA4AF8-81D3-4F31-9CBD-A55DEBA43B28}" type="presParOf" srcId="{2BDAB337-3BEB-47B7-81BC-26F56201C053}" destId="{2D02A1DC-AC24-4706-9165-9ABFF846A4F2}" srcOrd="1" destOrd="0" presId="urn:microsoft.com/office/officeart/2005/8/layout/hierarchy6"/>
    <dgm:cxn modelId="{8F429B33-2496-47FD-A665-B0E1FB1B394D}" type="presParOf" srcId="{2D02A1DC-AC24-4706-9165-9ABFF846A4F2}" destId="{E57E61B6-5359-4214-80F8-A69D02609A4A}" srcOrd="0" destOrd="0" presId="urn:microsoft.com/office/officeart/2005/8/layout/hierarchy6"/>
    <dgm:cxn modelId="{4FDC54F1-BF5A-435A-80E7-30E5CA15F463}" type="presParOf" srcId="{2D02A1DC-AC24-4706-9165-9ABFF846A4F2}" destId="{FEEC462B-202B-4946-9166-6B8EEEBFC476}" srcOrd="1" destOrd="0" presId="urn:microsoft.com/office/officeart/2005/8/layout/hierarchy6"/>
    <dgm:cxn modelId="{0B87C2FF-8A51-4E1F-ABAD-A5D0DD80B83E}" type="presParOf" srcId="{FEEC462B-202B-4946-9166-6B8EEEBFC476}" destId="{4FA6FD53-4687-498E-8979-AA7F2AA02E5B}" srcOrd="0" destOrd="0" presId="urn:microsoft.com/office/officeart/2005/8/layout/hierarchy6"/>
    <dgm:cxn modelId="{B0A7E1E7-82BE-409F-912B-87DCDA9220FE}" type="presParOf" srcId="{FEEC462B-202B-4946-9166-6B8EEEBFC476}" destId="{A544276E-DE4F-47BB-9BCA-7FBEE9821CFF}" srcOrd="1" destOrd="0" presId="urn:microsoft.com/office/officeart/2005/8/layout/hierarchy6"/>
    <dgm:cxn modelId="{E5687DFF-DC52-47FB-95BC-68DBCD1E4150}" type="presParOf" srcId="{A544276E-DE4F-47BB-9BCA-7FBEE9821CFF}" destId="{39B2B607-8EF3-44ED-A949-60D9F756FB62}" srcOrd="0" destOrd="0" presId="urn:microsoft.com/office/officeart/2005/8/layout/hierarchy6"/>
    <dgm:cxn modelId="{22EE91D2-113F-444F-BE80-DD56A85FD24C}" type="presParOf" srcId="{A544276E-DE4F-47BB-9BCA-7FBEE9821CFF}" destId="{B940E258-B17D-4801-B6E8-8B7EDE66C02D}" srcOrd="1" destOrd="0" presId="urn:microsoft.com/office/officeart/2005/8/layout/hierarchy6"/>
    <dgm:cxn modelId="{AFE64C47-17A5-4ACE-9F94-38DD420FEDCC}" type="presParOf" srcId="{B940E258-B17D-4801-B6E8-8B7EDE66C02D}" destId="{40450BE2-C8EA-4F3A-A3B6-0441560FEFC8}" srcOrd="0" destOrd="0" presId="urn:microsoft.com/office/officeart/2005/8/layout/hierarchy6"/>
    <dgm:cxn modelId="{EE395048-3597-4FA9-96FF-B29F36E1D968}" type="presParOf" srcId="{B940E258-B17D-4801-B6E8-8B7EDE66C02D}" destId="{41D88E0E-0C2A-43B0-8FEA-440E2EF83FAF}" srcOrd="1" destOrd="0" presId="urn:microsoft.com/office/officeart/2005/8/layout/hierarchy6"/>
    <dgm:cxn modelId="{50B874B8-A2C6-4DEF-B3BD-C2E7A7912C2C}" type="presParOf" srcId="{41D88E0E-0C2A-43B0-8FEA-440E2EF83FAF}" destId="{F6A69E54-77D1-4300-BD8D-ECAD13FAC306}" srcOrd="0" destOrd="0" presId="urn:microsoft.com/office/officeart/2005/8/layout/hierarchy6"/>
    <dgm:cxn modelId="{ED4D31B8-E3B1-4C56-8A8F-198ECAF35C55}" type="presParOf" srcId="{41D88E0E-0C2A-43B0-8FEA-440E2EF83FAF}" destId="{3956B12A-B1C9-4C7F-BCC0-46289A58F669}" srcOrd="1" destOrd="0" presId="urn:microsoft.com/office/officeart/2005/8/layout/hierarchy6"/>
    <dgm:cxn modelId="{57FBD176-76B2-468F-AEF6-B6E0DF8588E5}" type="presParOf" srcId="{3956B12A-B1C9-4C7F-BCC0-46289A58F669}" destId="{E0959E6A-6985-4D43-920B-E9473475309E}" srcOrd="0" destOrd="0" presId="urn:microsoft.com/office/officeart/2005/8/layout/hierarchy6"/>
    <dgm:cxn modelId="{91A36A3C-2121-44C7-9E2F-3DB6755580B3}" type="presParOf" srcId="{3956B12A-B1C9-4C7F-BCC0-46289A58F669}" destId="{14CE768A-E42B-4E43-B711-EFFC06F87EAC}" srcOrd="1" destOrd="0" presId="urn:microsoft.com/office/officeart/2005/8/layout/hierarchy6"/>
    <dgm:cxn modelId="{3184F86E-26F1-48C9-B5C9-26FE03F4CFCE}" type="presParOf" srcId="{14CE768A-E42B-4E43-B711-EFFC06F87EAC}" destId="{9577E955-BDD7-45BB-B3FD-F5623A96EC31}" srcOrd="0" destOrd="0" presId="urn:microsoft.com/office/officeart/2005/8/layout/hierarchy6"/>
    <dgm:cxn modelId="{C2D27601-E713-4436-9E5F-AC6231E0BF9C}" type="presParOf" srcId="{14CE768A-E42B-4E43-B711-EFFC06F87EAC}" destId="{4C6B8702-630D-4421-B56C-050C98C073EA}" srcOrd="1" destOrd="0" presId="urn:microsoft.com/office/officeart/2005/8/layout/hierarchy6"/>
    <dgm:cxn modelId="{8FF804B1-0868-4BDD-B20B-15A23FB772F9}" type="presParOf" srcId="{B940E258-B17D-4801-B6E8-8B7EDE66C02D}" destId="{BCF54B26-AA6F-4483-9818-B5EC37691811}" srcOrd="2" destOrd="0" presId="urn:microsoft.com/office/officeart/2005/8/layout/hierarchy6"/>
    <dgm:cxn modelId="{866DA527-0794-4393-8E50-527E270D7977}" type="presParOf" srcId="{B940E258-B17D-4801-B6E8-8B7EDE66C02D}" destId="{F048A379-DEB5-4C4F-B5D9-82E21ED100EF}" srcOrd="3" destOrd="0" presId="urn:microsoft.com/office/officeart/2005/8/layout/hierarchy6"/>
    <dgm:cxn modelId="{4924FE6B-440D-4250-97A5-21F2425E1120}" type="presParOf" srcId="{F048A379-DEB5-4C4F-B5D9-82E21ED100EF}" destId="{40EA9CA0-7894-4164-8F81-A976EBAC52B2}" srcOrd="0" destOrd="0" presId="urn:microsoft.com/office/officeart/2005/8/layout/hierarchy6"/>
    <dgm:cxn modelId="{36B1223E-BC32-44C5-8476-EE35F49BC478}" type="presParOf" srcId="{F048A379-DEB5-4C4F-B5D9-82E21ED100EF}" destId="{A309376B-74F4-416E-B9CF-9CF6FFE337A5}" srcOrd="1" destOrd="0" presId="urn:microsoft.com/office/officeart/2005/8/layout/hierarchy6"/>
    <dgm:cxn modelId="{64DC7419-50AC-49A0-A8AD-C4AFFDB05CD7}" type="presParOf" srcId="{B940E258-B17D-4801-B6E8-8B7EDE66C02D}" destId="{0954C3B3-F303-4667-86D3-F085371E601E}" srcOrd="4" destOrd="0" presId="urn:microsoft.com/office/officeart/2005/8/layout/hierarchy6"/>
    <dgm:cxn modelId="{DD0068E6-FF79-42D5-9FB8-FBDD415E0B07}" type="presParOf" srcId="{B940E258-B17D-4801-B6E8-8B7EDE66C02D}" destId="{85A367C7-5B90-4158-B8F4-948F1D5DB064}" srcOrd="5" destOrd="0" presId="urn:microsoft.com/office/officeart/2005/8/layout/hierarchy6"/>
    <dgm:cxn modelId="{021BA9FA-6876-4D70-B623-54B4FF78F40D}" type="presParOf" srcId="{85A367C7-5B90-4158-B8F4-948F1D5DB064}" destId="{3185AE27-BD4F-415C-AF32-94F11D441F25}" srcOrd="0" destOrd="0" presId="urn:microsoft.com/office/officeart/2005/8/layout/hierarchy6"/>
    <dgm:cxn modelId="{ECFCFECB-F7DF-4021-8532-A7457B496965}" type="presParOf" srcId="{85A367C7-5B90-4158-B8F4-948F1D5DB064}" destId="{F19D7E3E-6329-4C8E-BD36-829C2D2978EC}" srcOrd="1" destOrd="0" presId="urn:microsoft.com/office/officeart/2005/8/layout/hierarchy6"/>
    <dgm:cxn modelId="{A66F2917-7F02-4963-8A25-37DA5FE9232C}" type="presParOf" srcId="{F19D7E3E-6329-4C8E-BD36-829C2D2978EC}" destId="{0D6C161C-9C8F-4848-839D-1434EF3A4830}" srcOrd="0" destOrd="0" presId="urn:microsoft.com/office/officeart/2005/8/layout/hierarchy6"/>
    <dgm:cxn modelId="{36F0A7EB-2082-4D2B-AE06-5B2AA74BB00E}" type="presParOf" srcId="{F19D7E3E-6329-4C8E-BD36-829C2D2978EC}" destId="{79CD3743-A658-4CE4-A225-6F62FCD501D9}" srcOrd="1" destOrd="0" presId="urn:microsoft.com/office/officeart/2005/8/layout/hierarchy6"/>
    <dgm:cxn modelId="{C7284FBE-A322-44A8-9E6A-139821755536}" type="presParOf" srcId="{79CD3743-A658-4CE4-A225-6F62FCD501D9}" destId="{4C4F27C5-9E8A-4895-92D6-704B40223771}" srcOrd="0" destOrd="0" presId="urn:microsoft.com/office/officeart/2005/8/layout/hierarchy6"/>
    <dgm:cxn modelId="{FEC52C00-ABD4-4369-BD2D-EBD6FA2A8187}" type="presParOf" srcId="{79CD3743-A658-4CE4-A225-6F62FCD501D9}" destId="{E6379065-4100-4B35-A3B9-558EEEBED54A}" srcOrd="1" destOrd="0" presId="urn:microsoft.com/office/officeart/2005/8/layout/hierarchy6"/>
    <dgm:cxn modelId="{81F284DF-E257-47D5-AEA9-51E95BD7B0A0}" type="presParOf" srcId="{FEEC462B-202B-4946-9166-6B8EEEBFC476}" destId="{3F12FA3E-BE8D-4BD7-91E0-0A7F1358DC0F}" srcOrd="2" destOrd="0" presId="urn:microsoft.com/office/officeart/2005/8/layout/hierarchy6"/>
    <dgm:cxn modelId="{908805AB-EA3A-4248-B1F3-5F5577AFF613}" type="presParOf" srcId="{FEEC462B-202B-4946-9166-6B8EEEBFC476}" destId="{8019B694-29BD-47EC-9DD9-2903E786FF81}" srcOrd="3" destOrd="0" presId="urn:microsoft.com/office/officeart/2005/8/layout/hierarchy6"/>
    <dgm:cxn modelId="{9D88E077-90A1-41FA-A0DF-81FEE478CC70}" type="presParOf" srcId="{8019B694-29BD-47EC-9DD9-2903E786FF81}" destId="{7719C7B8-DE29-4692-9746-DCAA777E5834}" srcOrd="0" destOrd="0" presId="urn:microsoft.com/office/officeart/2005/8/layout/hierarchy6"/>
    <dgm:cxn modelId="{8D47DB56-C983-46ED-B258-545E26EF8486}" type="presParOf" srcId="{8019B694-29BD-47EC-9DD9-2903E786FF81}" destId="{A93082ED-6C80-4BC3-8D19-5EEAEDDBAF77}" srcOrd="1" destOrd="0" presId="urn:microsoft.com/office/officeart/2005/8/layout/hierarchy6"/>
    <dgm:cxn modelId="{74137067-9D1D-4631-A18A-91A3CA3A2635}" type="presParOf" srcId="{FEEC462B-202B-4946-9166-6B8EEEBFC476}" destId="{DAEC335B-21D1-4269-8BD5-AFAF744BD98C}" srcOrd="4" destOrd="0" presId="urn:microsoft.com/office/officeart/2005/8/layout/hierarchy6"/>
    <dgm:cxn modelId="{5949C50D-DFE0-4082-B259-FCEBD3C5E0F7}" type="presParOf" srcId="{FEEC462B-202B-4946-9166-6B8EEEBFC476}" destId="{F158445B-2569-43BF-AAC9-58CFFE7D7910}" srcOrd="5" destOrd="0" presId="urn:microsoft.com/office/officeart/2005/8/layout/hierarchy6"/>
    <dgm:cxn modelId="{1A282376-9066-4129-915D-AA210D23D117}" type="presParOf" srcId="{F158445B-2569-43BF-AAC9-58CFFE7D7910}" destId="{07CF7E6E-EA2D-4861-85C0-2F36C5E8753D}" srcOrd="0" destOrd="0" presId="urn:microsoft.com/office/officeart/2005/8/layout/hierarchy6"/>
    <dgm:cxn modelId="{C44F139A-FCAC-4DB8-AC25-09936B06951A}" type="presParOf" srcId="{F158445B-2569-43BF-AAC9-58CFFE7D7910}" destId="{01806405-1395-45AB-916B-AC95F9497741}" srcOrd="1" destOrd="0" presId="urn:microsoft.com/office/officeart/2005/8/layout/hierarchy6"/>
    <dgm:cxn modelId="{1B725541-9D00-4221-9509-CD7ED8CC4722}" type="presParOf" srcId="{01806405-1395-45AB-916B-AC95F9497741}" destId="{3ACDB481-EA98-49B5-868E-BD65D7DB5958}" srcOrd="0" destOrd="0" presId="urn:microsoft.com/office/officeart/2005/8/layout/hierarchy6"/>
    <dgm:cxn modelId="{7E11D962-1F51-4F3D-AC72-99F61542E413}" type="presParOf" srcId="{01806405-1395-45AB-916B-AC95F9497741}" destId="{2AA6DFFB-718F-4114-9F32-EF0B7FE98D36}" srcOrd="1" destOrd="0" presId="urn:microsoft.com/office/officeart/2005/8/layout/hierarchy6"/>
    <dgm:cxn modelId="{EDE9475C-18C7-4A6A-9AF5-71E95C96E493}" type="presParOf" srcId="{2AA6DFFB-718F-4114-9F32-EF0B7FE98D36}" destId="{B59D7DD2-78A4-4556-8D28-0B6A73B30D3E}" srcOrd="0" destOrd="0" presId="urn:microsoft.com/office/officeart/2005/8/layout/hierarchy6"/>
    <dgm:cxn modelId="{1CD3E196-E753-4FB1-94A6-07E799DA7E98}" type="presParOf" srcId="{2AA6DFFB-718F-4114-9F32-EF0B7FE98D36}" destId="{2121D830-EFA1-4279-A98E-06910DE1EBB6}" srcOrd="1" destOrd="0" presId="urn:microsoft.com/office/officeart/2005/8/layout/hierarchy6"/>
    <dgm:cxn modelId="{496E3B2C-1B41-4356-85C8-4D343C1AEDD2}" type="presParOf" srcId="{2121D830-EFA1-4279-A98E-06910DE1EBB6}" destId="{D2380322-2510-4A44-8173-6C9B1A2919E0}" srcOrd="0" destOrd="0" presId="urn:microsoft.com/office/officeart/2005/8/layout/hierarchy6"/>
    <dgm:cxn modelId="{796F872C-49B1-48DB-8AEB-F34415D51CEF}" type="presParOf" srcId="{2121D830-EFA1-4279-A98E-06910DE1EBB6}" destId="{F48FA4AF-FC59-4F95-B83C-967BC8CB1132}" srcOrd="1" destOrd="0" presId="urn:microsoft.com/office/officeart/2005/8/layout/hierarchy6"/>
    <dgm:cxn modelId="{BDD6C9BF-9617-4FF3-9CF4-23BA771476D8}" type="presParOf" srcId="{F48FA4AF-FC59-4F95-B83C-967BC8CB1132}" destId="{D6D41738-5CEB-49EA-A933-D2060BA05A03}" srcOrd="0" destOrd="0" presId="urn:microsoft.com/office/officeart/2005/8/layout/hierarchy6"/>
    <dgm:cxn modelId="{F0C27F86-F441-4485-9C69-6282FD4B7ED0}" type="presParOf" srcId="{F48FA4AF-FC59-4F95-B83C-967BC8CB1132}" destId="{D4CBE1EA-8FC1-4640-A5F4-4D3E90771F92}" srcOrd="1" destOrd="0" presId="urn:microsoft.com/office/officeart/2005/8/layout/hierarchy6"/>
    <dgm:cxn modelId="{C6AD0EAE-7FF6-4FBC-842B-40230CEEC060}" type="presParOf" srcId="{01806405-1395-45AB-916B-AC95F9497741}" destId="{3B4E81AF-B539-418D-8650-8425AF89AD6E}" srcOrd="2" destOrd="0" presId="urn:microsoft.com/office/officeart/2005/8/layout/hierarchy6"/>
    <dgm:cxn modelId="{3726A20C-6AFC-469B-9AF5-6397463FD6E5}" type="presParOf" srcId="{01806405-1395-45AB-916B-AC95F9497741}" destId="{8B4047A5-E314-4820-9536-DB7646182AD2}" srcOrd="3" destOrd="0" presId="urn:microsoft.com/office/officeart/2005/8/layout/hierarchy6"/>
    <dgm:cxn modelId="{9D87F005-238B-41B6-A540-31387686D882}" type="presParOf" srcId="{8B4047A5-E314-4820-9536-DB7646182AD2}" destId="{9FE29B3D-9E03-4AB0-A5F7-0AF87C2C3DBD}" srcOrd="0" destOrd="0" presId="urn:microsoft.com/office/officeart/2005/8/layout/hierarchy6"/>
    <dgm:cxn modelId="{E6F673FA-840E-4DBF-BFE3-78B844454E02}" type="presParOf" srcId="{8B4047A5-E314-4820-9536-DB7646182AD2}" destId="{DF71A37F-AC58-42FD-B1C5-C1E46301E7C0}" srcOrd="1" destOrd="0" presId="urn:microsoft.com/office/officeart/2005/8/layout/hierarchy6"/>
    <dgm:cxn modelId="{D4B47380-C5EA-451D-9CDC-C71CBF5D5136}" type="presParOf" srcId="{01806405-1395-45AB-916B-AC95F9497741}" destId="{5286F3B9-01B9-4BE0-81E0-E25EFC49A4B4}" srcOrd="4" destOrd="0" presId="urn:microsoft.com/office/officeart/2005/8/layout/hierarchy6"/>
    <dgm:cxn modelId="{0265C5B0-07D9-456A-8ADA-AC152C9938EB}" type="presParOf" srcId="{01806405-1395-45AB-916B-AC95F9497741}" destId="{B6D5BB89-EA2C-4645-BDD0-2E4BF7DF5FC4}" srcOrd="5" destOrd="0" presId="urn:microsoft.com/office/officeart/2005/8/layout/hierarchy6"/>
    <dgm:cxn modelId="{F9270103-83BF-4B6D-B9E2-8D7DA16256E1}" type="presParOf" srcId="{B6D5BB89-EA2C-4645-BDD0-2E4BF7DF5FC4}" destId="{2B6284D1-BFB5-4CEC-B99A-CC058ADF7DC2}" srcOrd="0" destOrd="0" presId="urn:microsoft.com/office/officeart/2005/8/layout/hierarchy6"/>
    <dgm:cxn modelId="{4DA191FA-4DF3-45C0-B0A9-D26F96CA20B3}" type="presParOf" srcId="{B6D5BB89-EA2C-4645-BDD0-2E4BF7DF5FC4}" destId="{EE7B31D8-3A8A-47BB-9D53-FD6675CA93C8}" srcOrd="1" destOrd="0" presId="urn:microsoft.com/office/officeart/2005/8/layout/hierarchy6"/>
    <dgm:cxn modelId="{C8530762-0D4C-458C-B3A1-33EE3C464E65}" type="presParOf" srcId="{EE7B31D8-3A8A-47BB-9D53-FD6675CA93C8}" destId="{C9A15296-E178-4E94-AC2A-141BD92C67A6}" srcOrd="0" destOrd="0" presId="urn:microsoft.com/office/officeart/2005/8/layout/hierarchy6"/>
    <dgm:cxn modelId="{7E40046B-27B2-4DB2-A4A1-AF325AA2980A}" type="presParOf" srcId="{EE7B31D8-3A8A-47BB-9D53-FD6675CA93C8}" destId="{E59B3692-0758-450F-99B6-36569AF77BCF}" srcOrd="1" destOrd="0" presId="urn:microsoft.com/office/officeart/2005/8/layout/hierarchy6"/>
    <dgm:cxn modelId="{9ADC2313-73D6-4942-B56F-9B36FFF75CDE}" type="presParOf" srcId="{E59B3692-0758-450F-99B6-36569AF77BCF}" destId="{0458FF9E-FF8E-4E54-9AFB-5F8823AAADDD}" srcOrd="0" destOrd="0" presId="urn:microsoft.com/office/officeart/2005/8/layout/hierarchy6"/>
    <dgm:cxn modelId="{9168B1AE-EA3C-4281-819E-D08175233FB5}" type="presParOf" srcId="{E59B3692-0758-450F-99B6-36569AF77BCF}" destId="{9CB02A1E-DD78-44DC-88D8-1F6E11AE1258}" srcOrd="1" destOrd="0" presId="urn:microsoft.com/office/officeart/2005/8/layout/hierarchy6"/>
    <dgm:cxn modelId="{85A42363-A626-4526-A644-F04E9AEC55D1}" type="presParOf" srcId="{2BDAB337-3BEB-47B7-81BC-26F56201C053}" destId="{C3A5826D-BEAF-4A79-A81B-F43A90CAAA96}" srcOrd="2" destOrd="0" presId="urn:microsoft.com/office/officeart/2005/8/layout/hierarchy6"/>
    <dgm:cxn modelId="{92DCA163-E8BB-4056-9200-37FB7CE55AED}" type="presParOf" srcId="{2BDAB337-3BEB-47B7-81BC-26F56201C053}" destId="{E2923E41-5ABB-443D-B471-30DA1123EDE1}" srcOrd="3" destOrd="0" presId="urn:microsoft.com/office/officeart/2005/8/layout/hierarchy6"/>
    <dgm:cxn modelId="{D5BDDC4C-9451-48B0-A947-50516C55158B}" type="presParOf" srcId="{E2923E41-5ABB-443D-B471-30DA1123EDE1}" destId="{4178C3C6-15C5-4B2A-8F47-F64C1C189C9E}" srcOrd="0" destOrd="0" presId="urn:microsoft.com/office/officeart/2005/8/layout/hierarchy6"/>
    <dgm:cxn modelId="{64796F50-25DD-4895-984F-C273AEC11E9F}" type="presParOf" srcId="{E2923E41-5ABB-443D-B471-30DA1123EDE1}" destId="{60F0076C-EA0E-46D0-A5E6-E6F82407ACF5}" srcOrd="1" destOrd="0" presId="urn:microsoft.com/office/officeart/2005/8/layout/hierarchy6"/>
    <dgm:cxn modelId="{1A793BA6-0D40-4F41-9167-811AA9642C72}" type="presParOf" srcId="{2BDAB337-3BEB-47B7-81BC-26F56201C053}" destId="{98E459F7-3A1A-42CD-B68C-10D057A9E04F}" srcOrd="4" destOrd="0" presId="urn:microsoft.com/office/officeart/2005/8/layout/hierarchy6"/>
    <dgm:cxn modelId="{B8240971-8A05-42FC-BAE6-C7BA53F28383}" type="presParOf" srcId="{2BDAB337-3BEB-47B7-81BC-26F56201C053}" destId="{05DDC7D6-F1DD-4A7E-B485-DF7FF6EFD3B9}" srcOrd="5" destOrd="0" presId="urn:microsoft.com/office/officeart/2005/8/layout/hierarchy6"/>
    <dgm:cxn modelId="{24949C0E-3F8B-4C23-9026-3BE63491FB4C}" type="presParOf" srcId="{05DDC7D6-F1DD-4A7E-B485-DF7FF6EFD3B9}" destId="{04A7EF09-06DC-4BAF-8D14-1E18F2CA82D2}" srcOrd="0" destOrd="0" presId="urn:microsoft.com/office/officeart/2005/8/layout/hierarchy6"/>
    <dgm:cxn modelId="{A7A99979-B465-4C5B-AC99-AD624D6C9E1C}" type="presParOf" srcId="{05DDC7D6-F1DD-4A7E-B485-DF7FF6EFD3B9}" destId="{7CD10CAA-65D8-46F5-955E-73AAA3CF55A9}" srcOrd="1" destOrd="0" presId="urn:microsoft.com/office/officeart/2005/8/layout/hierarchy6"/>
    <dgm:cxn modelId="{DEF1EBC0-2E9B-478B-A189-08C60006230C}" type="presParOf" srcId="{7CD10CAA-65D8-46F5-955E-73AAA3CF55A9}" destId="{EFFEFA9C-533E-436F-ACB5-FDB226873054}" srcOrd="0" destOrd="0" presId="urn:microsoft.com/office/officeart/2005/8/layout/hierarchy6"/>
    <dgm:cxn modelId="{20934D4E-6D00-4246-9208-6EE3315EC6E5}" type="presParOf" srcId="{7CD10CAA-65D8-46F5-955E-73AAA3CF55A9}" destId="{C34762E7-3653-48E1-928F-97A8F74853B8}" srcOrd="1" destOrd="0" presId="urn:microsoft.com/office/officeart/2005/8/layout/hierarchy6"/>
    <dgm:cxn modelId="{1D92D7A5-DF8B-4BAC-9A84-58F7C9C99CD9}" type="presParOf" srcId="{C34762E7-3653-48E1-928F-97A8F74853B8}" destId="{4CE977B2-EF70-4C58-BBB0-75140E3BF563}" srcOrd="0" destOrd="0" presId="urn:microsoft.com/office/officeart/2005/8/layout/hierarchy6"/>
    <dgm:cxn modelId="{43AFDC3E-CC91-418E-8294-06A9CCCAE452}" type="presParOf" srcId="{C34762E7-3653-48E1-928F-97A8F74853B8}" destId="{249F8368-8727-4F76-8BEA-DDD5895694D4}" srcOrd="1" destOrd="0" presId="urn:microsoft.com/office/officeart/2005/8/layout/hierarchy6"/>
    <dgm:cxn modelId="{6503F3AE-BCBC-436D-A40F-0D213EE6E414}" type="presParOf" srcId="{249F8368-8727-4F76-8BEA-DDD5895694D4}" destId="{54247B11-9E41-4214-A5F2-3395DC35DAD8}" srcOrd="0" destOrd="0" presId="urn:microsoft.com/office/officeart/2005/8/layout/hierarchy6"/>
    <dgm:cxn modelId="{E674AAA7-FB2E-43A0-8B2B-4EC443A79470}" type="presParOf" srcId="{249F8368-8727-4F76-8BEA-DDD5895694D4}" destId="{DF04C579-3687-4BAD-A028-90CDC8B60D55}" srcOrd="1" destOrd="0" presId="urn:microsoft.com/office/officeart/2005/8/layout/hierarchy6"/>
    <dgm:cxn modelId="{4B6DC65F-4661-4F9D-A263-FA1C522D8EDA}" type="presParOf" srcId="{DF04C579-3687-4BAD-A028-90CDC8B60D55}" destId="{46359367-87AA-4EAE-BE01-ED8EA304EBDB}" srcOrd="0" destOrd="0" presId="urn:microsoft.com/office/officeart/2005/8/layout/hierarchy6"/>
    <dgm:cxn modelId="{E5B9F00A-E3B9-465E-8C3B-761D3433AAAC}" type="presParOf" srcId="{DF04C579-3687-4BAD-A028-90CDC8B60D55}" destId="{C0963C20-1F03-47BB-AC3C-EC9124061548}" srcOrd="1" destOrd="0" presId="urn:microsoft.com/office/officeart/2005/8/layout/hierarchy6"/>
    <dgm:cxn modelId="{F67A1AAB-E5DF-4F2F-BD9F-1A744D4E41A4}" type="presParOf" srcId="{C0963C20-1F03-47BB-AC3C-EC9124061548}" destId="{F7814C84-11A0-4647-BADC-534851AC6C12}" srcOrd="0" destOrd="0" presId="urn:microsoft.com/office/officeart/2005/8/layout/hierarchy6"/>
    <dgm:cxn modelId="{A9B9EA61-8F6C-45AB-938A-0DD2FFDC8597}" type="presParOf" srcId="{C0963C20-1F03-47BB-AC3C-EC9124061548}" destId="{C112F692-BF5D-4BDE-9409-DE2CD7B8E45A}" srcOrd="1" destOrd="0" presId="urn:microsoft.com/office/officeart/2005/8/layout/hierarchy6"/>
    <dgm:cxn modelId="{E2587FCE-D0A2-49FB-B4B8-FA6E78866E4D}" type="presParOf" srcId="{C112F692-BF5D-4BDE-9409-DE2CD7B8E45A}" destId="{5424CF5D-7527-466D-BE93-B7D204CB7D4E}" srcOrd="0" destOrd="0" presId="urn:microsoft.com/office/officeart/2005/8/layout/hierarchy6"/>
    <dgm:cxn modelId="{5882FBDD-BB8E-4CE3-89CC-FE251C55DF3D}" type="presParOf" srcId="{C112F692-BF5D-4BDE-9409-DE2CD7B8E45A}" destId="{7A9A1309-2EBD-41D4-BA90-E873D082B21D}" srcOrd="1" destOrd="0" presId="urn:microsoft.com/office/officeart/2005/8/layout/hierarchy6"/>
    <dgm:cxn modelId="{B93E44A4-C1D0-4799-9C77-D9E2B3AC65D9}" type="presParOf" srcId="{249F8368-8727-4F76-8BEA-DDD5895694D4}" destId="{B4B27152-1801-48ED-BA60-B1AAB2D51F81}" srcOrd="2" destOrd="0" presId="urn:microsoft.com/office/officeart/2005/8/layout/hierarchy6"/>
    <dgm:cxn modelId="{C3C09F38-6BF8-4829-A41A-AB4D49E656E9}" type="presParOf" srcId="{249F8368-8727-4F76-8BEA-DDD5895694D4}" destId="{D4FA273D-69B4-4DD9-9039-B8710ABFF67F}" srcOrd="3" destOrd="0" presId="urn:microsoft.com/office/officeart/2005/8/layout/hierarchy6"/>
    <dgm:cxn modelId="{A9DCCCF4-9803-4E1C-934C-B882F7732750}" type="presParOf" srcId="{D4FA273D-69B4-4DD9-9039-B8710ABFF67F}" destId="{2E01ABD6-F742-4E8D-A32F-939D67ACAB5A}" srcOrd="0" destOrd="0" presId="urn:microsoft.com/office/officeart/2005/8/layout/hierarchy6"/>
    <dgm:cxn modelId="{FB5C0C20-D3CB-4A86-8F35-F7D1A312B836}" type="presParOf" srcId="{D4FA273D-69B4-4DD9-9039-B8710ABFF67F}" destId="{D9B6D1B3-9536-46BB-8108-A4EEDC7F8691}" srcOrd="1" destOrd="0" presId="urn:microsoft.com/office/officeart/2005/8/layout/hierarchy6"/>
    <dgm:cxn modelId="{975198E1-CF2F-45C4-B01E-D2A2A1FDE2D6}" type="presParOf" srcId="{249F8368-8727-4F76-8BEA-DDD5895694D4}" destId="{057133E3-53F8-4632-B466-E48599DE8DE6}" srcOrd="4" destOrd="0" presId="urn:microsoft.com/office/officeart/2005/8/layout/hierarchy6"/>
    <dgm:cxn modelId="{AED19821-222E-4AFF-B3ED-8C1B4980297E}" type="presParOf" srcId="{249F8368-8727-4F76-8BEA-DDD5895694D4}" destId="{C62D2BE8-69CC-4C64-8830-DAB7F33235E9}" srcOrd="5" destOrd="0" presId="urn:microsoft.com/office/officeart/2005/8/layout/hierarchy6"/>
    <dgm:cxn modelId="{FE5600AA-2F0F-4C5D-9971-5239AE105C71}" type="presParOf" srcId="{C62D2BE8-69CC-4C64-8830-DAB7F33235E9}" destId="{3AD096D5-B46B-4AD0-922F-EBEAA30229E3}" srcOrd="0" destOrd="0" presId="urn:microsoft.com/office/officeart/2005/8/layout/hierarchy6"/>
    <dgm:cxn modelId="{9E321E20-7148-4228-85BF-5DDA20E6631A}" type="presParOf" srcId="{C62D2BE8-69CC-4C64-8830-DAB7F33235E9}" destId="{340F3F18-AE27-487C-BEEF-350F27F65A5F}" srcOrd="1" destOrd="0" presId="urn:microsoft.com/office/officeart/2005/8/layout/hierarchy6"/>
    <dgm:cxn modelId="{0022E107-596C-49AF-93FC-83FAD28550F6}" type="presParOf" srcId="{340F3F18-AE27-487C-BEEF-350F27F65A5F}" destId="{D68D4B9F-40E2-4F64-960D-7C286A03C39D}" srcOrd="0" destOrd="0" presId="urn:microsoft.com/office/officeart/2005/8/layout/hierarchy6"/>
    <dgm:cxn modelId="{40E68D10-E558-46F2-BB04-F169D6E0AA9B}" type="presParOf" srcId="{340F3F18-AE27-487C-BEEF-350F27F65A5F}" destId="{E69672EA-6A31-4215-9F9C-E63DCF33C06D}" srcOrd="1" destOrd="0" presId="urn:microsoft.com/office/officeart/2005/8/layout/hierarchy6"/>
    <dgm:cxn modelId="{1AE1AE5C-0073-4D54-86F4-E3FCD49C58CA}" type="presParOf" srcId="{E69672EA-6A31-4215-9F9C-E63DCF33C06D}" destId="{F873208A-BDD8-494E-B97D-3A1A7DB1C1BB}" srcOrd="0" destOrd="0" presId="urn:microsoft.com/office/officeart/2005/8/layout/hierarchy6"/>
    <dgm:cxn modelId="{70894525-47C5-4466-A738-787678A294E1}" type="presParOf" srcId="{E69672EA-6A31-4215-9F9C-E63DCF33C06D}" destId="{85814D34-4CC0-4585-A1E8-9CAD17EFE1F6}" srcOrd="1" destOrd="0" presId="urn:microsoft.com/office/officeart/2005/8/layout/hierarchy6"/>
    <dgm:cxn modelId="{1C86C76F-F25F-48C1-8594-49237D544DB2}" type="presParOf" srcId="{7CD10CAA-65D8-46F5-955E-73AAA3CF55A9}" destId="{519D89AC-87E8-4E61-93BE-5B2786DBAABA}" srcOrd="2" destOrd="0" presId="urn:microsoft.com/office/officeart/2005/8/layout/hierarchy6"/>
    <dgm:cxn modelId="{B828CB96-5EEB-494F-A6CB-6AE702275CD2}" type="presParOf" srcId="{7CD10CAA-65D8-46F5-955E-73AAA3CF55A9}" destId="{0E9B7D94-B2E0-4A3C-B83B-3FAB3F661863}" srcOrd="3" destOrd="0" presId="urn:microsoft.com/office/officeart/2005/8/layout/hierarchy6"/>
    <dgm:cxn modelId="{927F92C3-30E9-4778-87FE-9AC143232A2B}" type="presParOf" srcId="{0E9B7D94-B2E0-4A3C-B83B-3FAB3F661863}" destId="{465645EB-0DE5-4C2B-B1E9-DBD1721F2C5B}" srcOrd="0" destOrd="0" presId="urn:microsoft.com/office/officeart/2005/8/layout/hierarchy6"/>
    <dgm:cxn modelId="{ED9E9557-ADBE-4A40-9333-F8B06A86183D}" type="presParOf" srcId="{0E9B7D94-B2E0-4A3C-B83B-3FAB3F661863}" destId="{8029B36F-6108-48FE-8DA5-176B0EE17384}" srcOrd="1" destOrd="0" presId="urn:microsoft.com/office/officeart/2005/8/layout/hierarchy6"/>
    <dgm:cxn modelId="{85C9934B-7BAD-421F-B800-C1EA1580E049}" type="presParOf" srcId="{7CD10CAA-65D8-46F5-955E-73AAA3CF55A9}" destId="{C83BF0BB-3E88-442F-89C2-2A12B40B1467}" srcOrd="4" destOrd="0" presId="urn:microsoft.com/office/officeart/2005/8/layout/hierarchy6"/>
    <dgm:cxn modelId="{37C5113D-6341-48B9-8B76-CC1A7468A606}" type="presParOf" srcId="{7CD10CAA-65D8-46F5-955E-73AAA3CF55A9}" destId="{652EAE8E-646D-4E21-B6A2-D9FA8847CF68}" srcOrd="5" destOrd="0" presId="urn:microsoft.com/office/officeart/2005/8/layout/hierarchy6"/>
    <dgm:cxn modelId="{AD43BC6B-799B-4E27-96BC-20724E8731CC}" type="presParOf" srcId="{652EAE8E-646D-4E21-B6A2-D9FA8847CF68}" destId="{27813A7D-C26A-45C7-AAB5-9601CC5EE23D}" srcOrd="0" destOrd="0" presId="urn:microsoft.com/office/officeart/2005/8/layout/hierarchy6"/>
    <dgm:cxn modelId="{55B5C703-707A-4F08-8CBB-B47F138EA4EC}" type="presParOf" srcId="{652EAE8E-646D-4E21-B6A2-D9FA8847CF68}" destId="{DCA6BFD5-6688-414E-A6AE-0D9AB7B92E7E}" srcOrd="1" destOrd="0" presId="urn:microsoft.com/office/officeart/2005/8/layout/hierarchy6"/>
    <dgm:cxn modelId="{23AAB3C4-9ED2-4A1B-9478-8809EAECCFE3}" type="presParOf" srcId="{DCA6BFD5-6688-414E-A6AE-0D9AB7B92E7E}" destId="{D72E0159-8CB0-465B-98C1-5B71A6668D15}" srcOrd="0" destOrd="0" presId="urn:microsoft.com/office/officeart/2005/8/layout/hierarchy6"/>
    <dgm:cxn modelId="{8FE40AAD-4ABF-412A-84BD-59C8161A26F1}" type="presParOf" srcId="{DCA6BFD5-6688-414E-A6AE-0D9AB7B92E7E}" destId="{AE8BF799-AC77-411D-9012-551EC5696AFF}" srcOrd="1" destOrd="0" presId="urn:microsoft.com/office/officeart/2005/8/layout/hierarchy6"/>
    <dgm:cxn modelId="{C7F0F1FF-CE89-47EF-BD4A-6697821287D2}" type="presParOf" srcId="{AE8BF799-AC77-411D-9012-551EC5696AFF}" destId="{2A6D484D-11E6-46AA-A009-8B312EB9BF55}" srcOrd="0" destOrd="0" presId="urn:microsoft.com/office/officeart/2005/8/layout/hierarchy6"/>
    <dgm:cxn modelId="{269EAAA4-FB19-4CAE-9305-9A685C94B00D}" type="presParOf" srcId="{AE8BF799-AC77-411D-9012-551EC5696AFF}" destId="{618F0CF5-C6B8-4C51-B30E-DA368D4A6FBB}" srcOrd="1" destOrd="0" presId="urn:microsoft.com/office/officeart/2005/8/layout/hierarchy6"/>
    <dgm:cxn modelId="{1A423DFE-7FC9-4F5B-AEF2-905F095D444A}" type="presParOf" srcId="{618F0CF5-C6B8-4C51-B30E-DA368D4A6FBB}" destId="{B20550FC-6363-443A-8E15-228E774894CE}" srcOrd="0" destOrd="0" presId="urn:microsoft.com/office/officeart/2005/8/layout/hierarchy6"/>
    <dgm:cxn modelId="{9F1EF964-0EF1-4E83-A21C-227E3E103C54}" type="presParOf" srcId="{618F0CF5-C6B8-4C51-B30E-DA368D4A6FBB}" destId="{6FDA448F-9F56-48D7-B384-E68D01466D44}" srcOrd="1" destOrd="0" presId="urn:microsoft.com/office/officeart/2005/8/layout/hierarchy6"/>
    <dgm:cxn modelId="{9C945A1B-57D3-4F20-9B8E-CC48931A87C3}" type="presParOf" srcId="{6FDA448F-9F56-48D7-B384-E68D01466D44}" destId="{CDCFD799-212A-409E-8FEB-58892377122F}" srcOrd="0" destOrd="0" presId="urn:microsoft.com/office/officeart/2005/8/layout/hierarchy6"/>
    <dgm:cxn modelId="{BF937903-59CF-42DE-8C17-ECD3D345A40C}" type="presParOf" srcId="{6FDA448F-9F56-48D7-B384-E68D01466D44}" destId="{4B5BEF2B-A201-448D-908A-ADA977C855F9}" srcOrd="1" destOrd="0" presId="urn:microsoft.com/office/officeart/2005/8/layout/hierarchy6"/>
    <dgm:cxn modelId="{E7DA910C-A340-4D9B-AD33-547AC084A577}" type="presParOf" srcId="{DCA6BFD5-6688-414E-A6AE-0D9AB7B92E7E}" destId="{B82420A6-452A-46E1-94AF-9E61F57B94D1}" srcOrd="2" destOrd="0" presId="urn:microsoft.com/office/officeart/2005/8/layout/hierarchy6"/>
    <dgm:cxn modelId="{1A8740E5-17B2-4630-A771-879E0A849F6D}" type="presParOf" srcId="{DCA6BFD5-6688-414E-A6AE-0D9AB7B92E7E}" destId="{703174FF-7CD3-4B77-AC4F-6E290F423DA9}" srcOrd="3" destOrd="0" presId="urn:microsoft.com/office/officeart/2005/8/layout/hierarchy6"/>
    <dgm:cxn modelId="{4811AE5B-20B7-4C17-9079-0B8D038DD108}" type="presParOf" srcId="{703174FF-7CD3-4B77-AC4F-6E290F423DA9}" destId="{ABEE2C05-8CD9-49D6-8947-FE68990457F7}" srcOrd="0" destOrd="0" presId="urn:microsoft.com/office/officeart/2005/8/layout/hierarchy6"/>
    <dgm:cxn modelId="{3992E21F-78D8-4D10-8861-42D68C2A3CF1}" type="presParOf" srcId="{703174FF-7CD3-4B77-AC4F-6E290F423DA9}" destId="{00D206D9-265C-4406-8A60-61670D362C15}" srcOrd="1" destOrd="0" presId="urn:microsoft.com/office/officeart/2005/8/layout/hierarchy6"/>
    <dgm:cxn modelId="{0BB6848F-591F-4610-B79E-5A8B11D19B47}" type="presParOf" srcId="{DCA6BFD5-6688-414E-A6AE-0D9AB7B92E7E}" destId="{984ED6F6-CE0C-4F57-A4F6-626BE47E394A}" srcOrd="4" destOrd="0" presId="urn:microsoft.com/office/officeart/2005/8/layout/hierarchy6"/>
    <dgm:cxn modelId="{19322235-5DB5-4984-89FC-C389A2C60259}" type="presParOf" srcId="{DCA6BFD5-6688-414E-A6AE-0D9AB7B92E7E}" destId="{E5EE791E-4A6E-4637-A21D-4B5EBC9C26AC}" srcOrd="5" destOrd="0" presId="urn:microsoft.com/office/officeart/2005/8/layout/hierarchy6"/>
    <dgm:cxn modelId="{86746835-8FE6-476F-A98B-894FEC43122A}" type="presParOf" srcId="{E5EE791E-4A6E-4637-A21D-4B5EBC9C26AC}" destId="{B117D34F-4718-47E2-ADF1-ADA0155B3E3B}" srcOrd="0" destOrd="0" presId="urn:microsoft.com/office/officeart/2005/8/layout/hierarchy6"/>
    <dgm:cxn modelId="{CA70C2DB-F705-4634-9D89-9DEFE05154D9}" type="presParOf" srcId="{E5EE791E-4A6E-4637-A21D-4B5EBC9C26AC}" destId="{1F94A2C1-AC10-4A20-BFA1-43FD4FDE2D8A}" srcOrd="1" destOrd="0" presId="urn:microsoft.com/office/officeart/2005/8/layout/hierarchy6"/>
    <dgm:cxn modelId="{1BFB9880-2D4B-4525-878B-E299A2712E21}" type="presParOf" srcId="{1F94A2C1-AC10-4A20-BFA1-43FD4FDE2D8A}" destId="{6EE3F8C1-52CF-446A-88E1-B37248F5B0CB}" srcOrd="0" destOrd="0" presId="urn:microsoft.com/office/officeart/2005/8/layout/hierarchy6"/>
    <dgm:cxn modelId="{70334196-C91F-4FEF-BAE6-70BDD870B1A0}" type="presParOf" srcId="{1F94A2C1-AC10-4A20-BFA1-43FD4FDE2D8A}" destId="{842BD68E-2C9C-49CB-8F1C-08D8CA8F4DD3}" srcOrd="1" destOrd="0" presId="urn:microsoft.com/office/officeart/2005/8/layout/hierarchy6"/>
    <dgm:cxn modelId="{F936635A-BE60-406B-81A0-BE0771404303}" type="presParOf" srcId="{842BD68E-2C9C-49CB-8F1C-08D8CA8F4DD3}" destId="{F5DE410F-8B0C-4DB2-9CC0-BF4ED1415D3A}" srcOrd="0" destOrd="0" presId="urn:microsoft.com/office/officeart/2005/8/layout/hierarchy6"/>
    <dgm:cxn modelId="{DC890551-04BD-49FA-89CC-77C2F30503C1}" type="presParOf" srcId="{842BD68E-2C9C-49CB-8F1C-08D8CA8F4DD3}" destId="{C9C752F4-DF47-4DD3-A2A0-7B07B80EED0E}" srcOrd="1" destOrd="0" presId="urn:microsoft.com/office/officeart/2005/8/layout/hierarchy6"/>
    <dgm:cxn modelId="{CD63D7E7-8E8E-4ACE-B672-4FB6230D6A36}" type="presParOf" srcId="{94FF1953-CB08-48FB-B584-98297C491521}" destId="{BED6D464-4950-4878-A68E-76ACAE1C2D16}"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99A17-3862-47C0-9E8D-CB1E3115D40C}">
      <dsp:nvSpPr>
        <dsp:cNvPr id="0" name=""/>
        <dsp:cNvSpPr/>
      </dsp:nvSpPr>
      <dsp:spPr>
        <a:xfrm>
          <a:off x="2691292" y="2269"/>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Fib(4)</a:t>
          </a:r>
        </a:p>
      </dsp:txBody>
      <dsp:txXfrm>
        <a:off x="2718797" y="29774"/>
        <a:ext cx="1353645" cy="884093"/>
      </dsp:txXfrm>
    </dsp:sp>
    <dsp:sp modelId="{D7B68554-31B4-49C9-BB17-BC7E7996C22F}">
      <dsp:nvSpPr>
        <dsp:cNvPr id="0" name=""/>
        <dsp:cNvSpPr/>
      </dsp:nvSpPr>
      <dsp:spPr>
        <a:xfrm>
          <a:off x="2022181" y="941372"/>
          <a:ext cx="1373439" cy="375641"/>
        </a:xfrm>
        <a:custGeom>
          <a:avLst/>
          <a:gdLst/>
          <a:ahLst/>
          <a:cxnLst/>
          <a:rect l="0" t="0" r="0" b="0"/>
          <a:pathLst>
            <a:path>
              <a:moveTo>
                <a:pt x="1373439" y="0"/>
              </a:moveTo>
              <a:lnTo>
                <a:pt x="1373439" y="187820"/>
              </a:lnTo>
              <a:lnTo>
                <a:pt x="0" y="187820"/>
              </a:lnTo>
              <a:lnTo>
                <a:pt x="0" y="37564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72385F-96A7-46C5-8DD7-5E818F56DF1F}">
      <dsp:nvSpPr>
        <dsp:cNvPr id="0" name=""/>
        <dsp:cNvSpPr/>
      </dsp:nvSpPr>
      <dsp:spPr>
        <a:xfrm>
          <a:off x="1317853" y="1317014"/>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Fib(3)</a:t>
          </a:r>
        </a:p>
      </dsp:txBody>
      <dsp:txXfrm>
        <a:off x="1345358" y="1344519"/>
        <a:ext cx="1353645" cy="884093"/>
      </dsp:txXfrm>
    </dsp:sp>
    <dsp:sp modelId="{FA44BB1F-3CD2-4A24-AFDD-153D8EC312A6}">
      <dsp:nvSpPr>
        <dsp:cNvPr id="0" name=""/>
        <dsp:cNvSpPr/>
      </dsp:nvSpPr>
      <dsp:spPr>
        <a:xfrm>
          <a:off x="1106555" y="2256118"/>
          <a:ext cx="915626" cy="375641"/>
        </a:xfrm>
        <a:custGeom>
          <a:avLst/>
          <a:gdLst/>
          <a:ahLst/>
          <a:cxnLst/>
          <a:rect l="0" t="0" r="0" b="0"/>
          <a:pathLst>
            <a:path>
              <a:moveTo>
                <a:pt x="915626" y="0"/>
              </a:moveTo>
              <a:lnTo>
                <a:pt x="915626" y="187820"/>
              </a:lnTo>
              <a:lnTo>
                <a:pt x="0" y="187820"/>
              </a:lnTo>
              <a:lnTo>
                <a:pt x="0" y="37564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DAB790-1520-4292-B8A6-C6C1CCC5BC68}">
      <dsp:nvSpPr>
        <dsp:cNvPr id="0" name=""/>
        <dsp:cNvSpPr/>
      </dsp:nvSpPr>
      <dsp:spPr>
        <a:xfrm>
          <a:off x="402227" y="2631759"/>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Fib(1)</a:t>
          </a:r>
        </a:p>
      </dsp:txBody>
      <dsp:txXfrm>
        <a:off x="429732" y="2659264"/>
        <a:ext cx="1353645" cy="884093"/>
      </dsp:txXfrm>
    </dsp:sp>
    <dsp:sp modelId="{C84100D5-875A-4670-A483-3732D51F8BC1}">
      <dsp:nvSpPr>
        <dsp:cNvPr id="0" name=""/>
        <dsp:cNvSpPr/>
      </dsp:nvSpPr>
      <dsp:spPr>
        <a:xfrm>
          <a:off x="1060835" y="3570863"/>
          <a:ext cx="91440" cy="375641"/>
        </a:xfrm>
        <a:custGeom>
          <a:avLst/>
          <a:gdLst/>
          <a:ahLst/>
          <a:cxnLst/>
          <a:rect l="0" t="0" r="0" b="0"/>
          <a:pathLst>
            <a:path>
              <a:moveTo>
                <a:pt x="45720" y="0"/>
              </a:moveTo>
              <a:lnTo>
                <a:pt x="45720" y="37564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DC95EB-99B4-4497-A506-AF8BE567625E}">
      <dsp:nvSpPr>
        <dsp:cNvPr id="0" name=""/>
        <dsp:cNvSpPr/>
      </dsp:nvSpPr>
      <dsp:spPr>
        <a:xfrm>
          <a:off x="402227" y="3946505"/>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0</a:t>
          </a:r>
        </a:p>
      </dsp:txBody>
      <dsp:txXfrm>
        <a:off x="429732" y="3974010"/>
        <a:ext cx="1353645" cy="884093"/>
      </dsp:txXfrm>
    </dsp:sp>
    <dsp:sp modelId="{2086F8B6-B955-4629-A55B-2496F20BE678}">
      <dsp:nvSpPr>
        <dsp:cNvPr id="0" name=""/>
        <dsp:cNvSpPr/>
      </dsp:nvSpPr>
      <dsp:spPr>
        <a:xfrm>
          <a:off x="2022181" y="2256118"/>
          <a:ext cx="915626" cy="375641"/>
        </a:xfrm>
        <a:custGeom>
          <a:avLst/>
          <a:gdLst/>
          <a:ahLst/>
          <a:cxnLst/>
          <a:rect l="0" t="0" r="0" b="0"/>
          <a:pathLst>
            <a:path>
              <a:moveTo>
                <a:pt x="0" y="0"/>
              </a:moveTo>
              <a:lnTo>
                <a:pt x="0" y="187820"/>
              </a:lnTo>
              <a:lnTo>
                <a:pt x="915626" y="187820"/>
              </a:lnTo>
              <a:lnTo>
                <a:pt x="915626" y="37564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C13454-432E-488B-B081-51E5A0FF54CB}">
      <dsp:nvSpPr>
        <dsp:cNvPr id="0" name=""/>
        <dsp:cNvSpPr/>
      </dsp:nvSpPr>
      <dsp:spPr>
        <a:xfrm>
          <a:off x="2233479" y="2631759"/>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Fib(2)</a:t>
          </a:r>
        </a:p>
      </dsp:txBody>
      <dsp:txXfrm>
        <a:off x="2260984" y="2659264"/>
        <a:ext cx="1353645" cy="884093"/>
      </dsp:txXfrm>
    </dsp:sp>
    <dsp:sp modelId="{E4C6FF42-2777-497F-B137-3BB91E743DB6}">
      <dsp:nvSpPr>
        <dsp:cNvPr id="0" name=""/>
        <dsp:cNvSpPr/>
      </dsp:nvSpPr>
      <dsp:spPr>
        <a:xfrm>
          <a:off x="2892087" y="3570863"/>
          <a:ext cx="91440" cy="375641"/>
        </a:xfrm>
        <a:custGeom>
          <a:avLst/>
          <a:gdLst/>
          <a:ahLst/>
          <a:cxnLst/>
          <a:rect l="0" t="0" r="0" b="0"/>
          <a:pathLst>
            <a:path>
              <a:moveTo>
                <a:pt x="45720" y="0"/>
              </a:moveTo>
              <a:lnTo>
                <a:pt x="45720" y="37564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413A0F-1406-43FC-91FB-5FEE6E8EC65A}">
      <dsp:nvSpPr>
        <dsp:cNvPr id="0" name=""/>
        <dsp:cNvSpPr/>
      </dsp:nvSpPr>
      <dsp:spPr>
        <a:xfrm>
          <a:off x="2233479" y="3946505"/>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1</a:t>
          </a:r>
        </a:p>
      </dsp:txBody>
      <dsp:txXfrm>
        <a:off x="2260984" y="3974010"/>
        <a:ext cx="1353645" cy="884093"/>
      </dsp:txXfrm>
    </dsp:sp>
    <dsp:sp modelId="{BF85EE7F-3C9E-4E7E-9B0B-FFCE3389A8F5}">
      <dsp:nvSpPr>
        <dsp:cNvPr id="0" name=""/>
        <dsp:cNvSpPr/>
      </dsp:nvSpPr>
      <dsp:spPr>
        <a:xfrm>
          <a:off x="3395620" y="941372"/>
          <a:ext cx="1373439" cy="375641"/>
        </a:xfrm>
        <a:custGeom>
          <a:avLst/>
          <a:gdLst/>
          <a:ahLst/>
          <a:cxnLst/>
          <a:rect l="0" t="0" r="0" b="0"/>
          <a:pathLst>
            <a:path>
              <a:moveTo>
                <a:pt x="0" y="0"/>
              </a:moveTo>
              <a:lnTo>
                <a:pt x="0" y="187820"/>
              </a:lnTo>
              <a:lnTo>
                <a:pt x="1373439" y="187820"/>
              </a:lnTo>
              <a:lnTo>
                <a:pt x="1373439" y="375641"/>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92567C-2B62-4707-9104-1AAD83EFC461}">
      <dsp:nvSpPr>
        <dsp:cNvPr id="0" name=""/>
        <dsp:cNvSpPr/>
      </dsp:nvSpPr>
      <dsp:spPr>
        <a:xfrm>
          <a:off x="4064732" y="1317014"/>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Fib(2)</a:t>
          </a:r>
        </a:p>
      </dsp:txBody>
      <dsp:txXfrm>
        <a:off x="4092237" y="1344519"/>
        <a:ext cx="1353645" cy="884093"/>
      </dsp:txXfrm>
    </dsp:sp>
    <dsp:sp modelId="{F77594BB-1E77-4339-A8C8-23EAE272CA96}">
      <dsp:nvSpPr>
        <dsp:cNvPr id="0" name=""/>
        <dsp:cNvSpPr/>
      </dsp:nvSpPr>
      <dsp:spPr>
        <a:xfrm>
          <a:off x="4723339" y="2256118"/>
          <a:ext cx="91440" cy="375641"/>
        </a:xfrm>
        <a:custGeom>
          <a:avLst/>
          <a:gdLst/>
          <a:ahLst/>
          <a:cxnLst/>
          <a:rect l="0" t="0" r="0" b="0"/>
          <a:pathLst>
            <a:path>
              <a:moveTo>
                <a:pt x="45720" y="0"/>
              </a:moveTo>
              <a:lnTo>
                <a:pt x="45720" y="375641"/>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79FC8E-681F-41DE-90C1-3A5D7471F139}">
      <dsp:nvSpPr>
        <dsp:cNvPr id="0" name=""/>
        <dsp:cNvSpPr/>
      </dsp:nvSpPr>
      <dsp:spPr>
        <a:xfrm>
          <a:off x="4064732" y="2631759"/>
          <a:ext cx="1408655" cy="93910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1</a:t>
          </a:r>
        </a:p>
      </dsp:txBody>
      <dsp:txXfrm>
        <a:off x="4092237" y="2659264"/>
        <a:ext cx="1353645" cy="8840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46D1CE-1D21-4A2B-AB87-C578B499B064}">
      <dsp:nvSpPr>
        <dsp:cNvPr id="0" name=""/>
        <dsp:cNvSpPr/>
      </dsp:nvSpPr>
      <dsp:spPr>
        <a:xfrm>
          <a:off x="4759912" y="1758"/>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Fib(4)</a:t>
          </a:r>
        </a:p>
      </dsp:txBody>
      <dsp:txXfrm>
        <a:off x="4775452" y="17298"/>
        <a:ext cx="764757" cy="499478"/>
      </dsp:txXfrm>
    </dsp:sp>
    <dsp:sp modelId="{87F939A7-8E8D-4402-B009-40019F3E139C}">
      <dsp:nvSpPr>
        <dsp:cNvPr id="0" name=""/>
        <dsp:cNvSpPr/>
      </dsp:nvSpPr>
      <dsp:spPr>
        <a:xfrm>
          <a:off x="3088654" y="532316"/>
          <a:ext cx="2069176" cy="212223"/>
        </a:xfrm>
        <a:custGeom>
          <a:avLst/>
          <a:gdLst/>
          <a:ahLst/>
          <a:cxnLst/>
          <a:rect l="0" t="0" r="0" b="0"/>
          <a:pathLst>
            <a:path>
              <a:moveTo>
                <a:pt x="2069176" y="0"/>
              </a:moveTo>
              <a:lnTo>
                <a:pt x="2069176" y="106111"/>
              </a:lnTo>
              <a:lnTo>
                <a:pt x="0" y="106111"/>
              </a:lnTo>
              <a:lnTo>
                <a:pt x="0" y="21222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37B4B1-E198-420B-9560-23ACF9334C6C}">
      <dsp:nvSpPr>
        <dsp:cNvPr id="0" name=""/>
        <dsp:cNvSpPr/>
      </dsp:nvSpPr>
      <dsp:spPr>
        <a:xfrm>
          <a:off x="2690735" y="744539"/>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Fib(3)</a:t>
          </a:r>
        </a:p>
      </dsp:txBody>
      <dsp:txXfrm>
        <a:off x="2706275" y="760079"/>
        <a:ext cx="764757" cy="499478"/>
      </dsp:txXfrm>
    </dsp:sp>
    <dsp:sp modelId="{0A187D42-F4AC-432A-8407-C549EE223557}">
      <dsp:nvSpPr>
        <dsp:cNvPr id="0" name=""/>
        <dsp:cNvSpPr/>
      </dsp:nvSpPr>
      <dsp:spPr>
        <a:xfrm>
          <a:off x="2054065" y="1275097"/>
          <a:ext cx="1034588" cy="212223"/>
        </a:xfrm>
        <a:custGeom>
          <a:avLst/>
          <a:gdLst/>
          <a:ahLst/>
          <a:cxnLst/>
          <a:rect l="0" t="0" r="0" b="0"/>
          <a:pathLst>
            <a:path>
              <a:moveTo>
                <a:pt x="1034588" y="0"/>
              </a:moveTo>
              <a:lnTo>
                <a:pt x="1034588" y="106111"/>
              </a:lnTo>
              <a:lnTo>
                <a:pt x="0" y="106111"/>
              </a:lnTo>
              <a:lnTo>
                <a:pt x="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39AA26-3632-474B-AE3F-BF80F9FAFAD3}">
      <dsp:nvSpPr>
        <dsp:cNvPr id="0" name=""/>
        <dsp:cNvSpPr/>
      </dsp:nvSpPr>
      <dsp:spPr>
        <a:xfrm>
          <a:off x="1656147" y="1487320"/>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Fib(2)</a:t>
          </a:r>
        </a:p>
      </dsp:txBody>
      <dsp:txXfrm>
        <a:off x="1671687" y="1502860"/>
        <a:ext cx="764757" cy="499478"/>
      </dsp:txXfrm>
    </dsp:sp>
    <dsp:sp modelId="{144EE3D0-0160-4C27-B834-6089CDA32AD4}">
      <dsp:nvSpPr>
        <dsp:cNvPr id="0" name=""/>
        <dsp:cNvSpPr/>
      </dsp:nvSpPr>
      <dsp:spPr>
        <a:xfrm>
          <a:off x="1536771" y="2017879"/>
          <a:ext cx="517294" cy="212223"/>
        </a:xfrm>
        <a:custGeom>
          <a:avLst/>
          <a:gdLst/>
          <a:ahLst/>
          <a:cxnLst/>
          <a:rect l="0" t="0" r="0" b="0"/>
          <a:pathLst>
            <a:path>
              <a:moveTo>
                <a:pt x="517294" y="0"/>
              </a:moveTo>
              <a:lnTo>
                <a:pt x="517294" y="106111"/>
              </a:lnTo>
              <a:lnTo>
                <a:pt x="0" y="106111"/>
              </a:lnTo>
              <a:lnTo>
                <a:pt x="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969931-D80C-4136-B32D-1074F7764984}">
      <dsp:nvSpPr>
        <dsp:cNvPr id="0" name=""/>
        <dsp:cNvSpPr/>
      </dsp:nvSpPr>
      <dsp:spPr>
        <a:xfrm>
          <a:off x="1138853"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1154393" y="2245642"/>
        <a:ext cx="764757" cy="499478"/>
      </dsp:txXfrm>
    </dsp:sp>
    <dsp:sp modelId="{542D1EB3-86BC-427F-BCD1-F26A4AB2F03B}">
      <dsp:nvSpPr>
        <dsp:cNvPr id="0" name=""/>
        <dsp:cNvSpPr/>
      </dsp:nvSpPr>
      <dsp:spPr>
        <a:xfrm>
          <a:off x="1491051"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8CC687-C76C-4897-A6B8-540CAA062B69}">
      <dsp:nvSpPr>
        <dsp:cNvPr id="0" name=""/>
        <dsp:cNvSpPr/>
      </dsp:nvSpPr>
      <dsp:spPr>
        <a:xfrm>
          <a:off x="1138853"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1154393" y="2988423"/>
        <a:ext cx="764757" cy="499478"/>
      </dsp:txXfrm>
    </dsp:sp>
    <dsp:sp modelId="{BB9B6D6A-A13D-4FFB-9F74-CD482764F5E0}">
      <dsp:nvSpPr>
        <dsp:cNvPr id="0" name=""/>
        <dsp:cNvSpPr/>
      </dsp:nvSpPr>
      <dsp:spPr>
        <a:xfrm>
          <a:off x="2054065" y="2017879"/>
          <a:ext cx="517294" cy="212223"/>
        </a:xfrm>
        <a:custGeom>
          <a:avLst/>
          <a:gdLst/>
          <a:ahLst/>
          <a:cxnLst/>
          <a:rect l="0" t="0" r="0" b="0"/>
          <a:pathLst>
            <a:path>
              <a:moveTo>
                <a:pt x="0" y="0"/>
              </a:moveTo>
              <a:lnTo>
                <a:pt x="0" y="106111"/>
              </a:lnTo>
              <a:lnTo>
                <a:pt x="517294" y="106111"/>
              </a:lnTo>
              <a:lnTo>
                <a:pt x="517294"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C6F3B1-1686-4745-8DA5-19DB869D2CDD}">
      <dsp:nvSpPr>
        <dsp:cNvPr id="0" name=""/>
        <dsp:cNvSpPr/>
      </dsp:nvSpPr>
      <dsp:spPr>
        <a:xfrm>
          <a:off x="2173441"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2188981" y="2245642"/>
        <a:ext cx="764757" cy="499478"/>
      </dsp:txXfrm>
    </dsp:sp>
    <dsp:sp modelId="{EE695E35-F0E1-4068-985E-755EDB1B5CCB}">
      <dsp:nvSpPr>
        <dsp:cNvPr id="0" name=""/>
        <dsp:cNvSpPr/>
      </dsp:nvSpPr>
      <dsp:spPr>
        <a:xfrm>
          <a:off x="2525640"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BC5E39-5A11-4112-B368-5D4C11666898}">
      <dsp:nvSpPr>
        <dsp:cNvPr id="0" name=""/>
        <dsp:cNvSpPr/>
      </dsp:nvSpPr>
      <dsp:spPr>
        <a:xfrm>
          <a:off x="2173441"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2188981" y="2988423"/>
        <a:ext cx="764757" cy="499478"/>
      </dsp:txXfrm>
    </dsp:sp>
    <dsp:sp modelId="{51467C62-0A57-4DED-8DBD-6A5EDF82D26F}">
      <dsp:nvSpPr>
        <dsp:cNvPr id="0" name=""/>
        <dsp:cNvSpPr/>
      </dsp:nvSpPr>
      <dsp:spPr>
        <a:xfrm>
          <a:off x="3088654" y="1275097"/>
          <a:ext cx="1034588" cy="212223"/>
        </a:xfrm>
        <a:custGeom>
          <a:avLst/>
          <a:gdLst/>
          <a:ahLst/>
          <a:cxnLst/>
          <a:rect l="0" t="0" r="0" b="0"/>
          <a:pathLst>
            <a:path>
              <a:moveTo>
                <a:pt x="0" y="0"/>
              </a:moveTo>
              <a:lnTo>
                <a:pt x="0" y="106111"/>
              </a:lnTo>
              <a:lnTo>
                <a:pt x="1034588" y="106111"/>
              </a:lnTo>
              <a:lnTo>
                <a:pt x="1034588"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33CEAC-B17C-4833-A69C-9FD1E291A6CB}">
      <dsp:nvSpPr>
        <dsp:cNvPr id="0" name=""/>
        <dsp:cNvSpPr/>
      </dsp:nvSpPr>
      <dsp:spPr>
        <a:xfrm>
          <a:off x="3725324" y="1487320"/>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Fib(2)</a:t>
          </a:r>
        </a:p>
      </dsp:txBody>
      <dsp:txXfrm>
        <a:off x="3740864" y="1502860"/>
        <a:ext cx="764757" cy="499478"/>
      </dsp:txXfrm>
    </dsp:sp>
    <dsp:sp modelId="{666E768B-A607-4913-8ABA-451071FFCB60}">
      <dsp:nvSpPr>
        <dsp:cNvPr id="0" name=""/>
        <dsp:cNvSpPr/>
      </dsp:nvSpPr>
      <dsp:spPr>
        <a:xfrm>
          <a:off x="3605948" y="2017879"/>
          <a:ext cx="517294" cy="212223"/>
        </a:xfrm>
        <a:custGeom>
          <a:avLst/>
          <a:gdLst/>
          <a:ahLst/>
          <a:cxnLst/>
          <a:rect l="0" t="0" r="0" b="0"/>
          <a:pathLst>
            <a:path>
              <a:moveTo>
                <a:pt x="517294" y="0"/>
              </a:moveTo>
              <a:lnTo>
                <a:pt x="517294" y="106111"/>
              </a:lnTo>
              <a:lnTo>
                <a:pt x="0" y="106111"/>
              </a:lnTo>
              <a:lnTo>
                <a:pt x="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31A5EC-DD58-4A5B-B969-C661B32DA705}">
      <dsp:nvSpPr>
        <dsp:cNvPr id="0" name=""/>
        <dsp:cNvSpPr/>
      </dsp:nvSpPr>
      <dsp:spPr>
        <a:xfrm>
          <a:off x="3208029"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3223569" y="2245642"/>
        <a:ext cx="764757" cy="499478"/>
      </dsp:txXfrm>
    </dsp:sp>
    <dsp:sp modelId="{EDDF1307-4038-4020-8DC7-AA42D9AF8449}">
      <dsp:nvSpPr>
        <dsp:cNvPr id="0" name=""/>
        <dsp:cNvSpPr/>
      </dsp:nvSpPr>
      <dsp:spPr>
        <a:xfrm>
          <a:off x="3560228"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3EC995-4A7A-47F1-A3AA-85625B6313EF}">
      <dsp:nvSpPr>
        <dsp:cNvPr id="0" name=""/>
        <dsp:cNvSpPr/>
      </dsp:nvSpPr>
      <dsp:spPr>
        <a:xfrm>
          <a:off x="3208029"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3223569" y="2988423"/>
        <a:ext cx="764757" cy="499478"/>
      </dsp:txXfrm>
    </dsp:sp>
    <dsp:sp modelId="{F65D7FC2-7F30-4256-A9EC-5E2D3C32908D}">
      <dsp:nvSpPr>
        <dsp:cNvPr id="0" name=""/>
        <dsp:cNvSpPr/>
      </dsp:nvSpPr>
      <dsp:spPr>
        <a:xfrm>
          <a:off x="4123242" y="2017879"/>
          <a:ext cx="517294" cy="212223"/>
        </a:xfrm>
        <a:custGeom>
          <a:avLst/>
          <a:gdLst/>
          <a:ahLst/>
          <a:cxnLst/>
          <a:rect l="0" t="0" r="0" b="0"/>
          <a:pathLst>
            <a:path>
              <a:moveTo>
                <a:pt x="0" y="0"/>
              </a:moveTo>
              <a:lnTo>
                <a:pt x="0" y="106111"/>
              </a:lnTo>
              <a:lnTo>
                <a:pt x="517294" y="106111"/>
              </a:lnTo>
              <a:lnTo>
                <a:pt x="517294"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99D241F-8ACE-402F-891E-3598339B20C4}">
      <dsp:nvSpPr>
        <dsp:cNvPr id="0" name=""/>
        <dsp:cNvSpPr/>
      </dsp:nvSpPr>
      <dsp:spPr>
        <a:xfrm>
          <a:off x="4242618"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4258158" y="2245642"/>
        <a:ext cx="764757" cy="499478"/>
      </dsp:txXfrm>
    </dsp:sp>
    <dsp:sp modelId="{457BDD59-CB99-4A7F-A49F-C03423445097}">
      <dsp:nvSpPr>
        <dsp:cNvPr id="0" name=""/>
        <dsp:cNvSpPr/>
      </dsp:nvSpPr>
      <dsp:spPr>
        <a:xfrm>
          <a:off x="4594816"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C87D89-7A5E-4D42-BF7A-726203B243E5}">
      <dsp:nvSpPr>
        <dsp:cNvPr id="0" name=""/>
        <dsp:cNvSpPr/>
      </dsp:nvSpPr>
      <dsp:spPr>
        <a:xfrm>
          <a:off x="4242618"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4258158" y="2988423"/>
        <a:ext cx="764757" cy="499478"/>
      </dsp:txXfrm>
    </dsp:sp>
    <dsp:sp modelId="{8622CC84-EDBE-4323-B0A2-572A244CE26E}">
      <dsp:nvSpPr>
        <dsp:cNvPr id="0" name=""/>
        <dsp:cNvSpPr/>
      </dsp:nvSpPr>
      <dsp:spPr>
        <a:xfrm>
          <a:off x="5157831" y="532316"/>
          <a:ext cx="2069176" cy="212223"/>
        </a:xfrm>
        <a:custGeom>
          <a:avLst/>
          <a:gdLst/>
          <a:ahLst/>
          <a:cxnLst/>
          <a:rect l="0" t="0" r="0" b="0"/>
          <a:pathLst>
            <a:path>
              <a:moveTo>
                <a:pt x="0" y="0"/>
              </a:moveTo>
              <a:lnTo>
                <a:pt x="0" y="106111"/>
              </a:lnTo>
              <a:lnTo>
                <a:pt x="2069176" y="106111"/>
              </a:lnTo>
              <a:lnTo>
                <a:pt x="2069176" y="21222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E8BE87-2340-4537-9377-142DC2EE02AF}">
      <dsp:nvSpPr>
        <dsp:cNvPr id="0" name=""/>
        <dsp:cNvSpPr/>
      </dsp:nvSpPr>
      <dsp:spPr>
        <a:xfrm>
          <a:off x="6829089" y="744539"/>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Fib(3)</a:t>
          </a:r>
        </a:p>
      </dsp:txBody>
      <dsp:txXfrm>
        <a:off x="6844629" y="760079"/>
        <a:ext cx="764757" cy="499478"/>
      </dsp:txXfrm>
    </dsp:sp>
    <dsp:sp modelId="{3024370F-60E7-4228-A52F-A685CAD0331B}">
      <dsp:nvSpPr>
        <dsp:cNvPr id="0" name=""/>
        <dsp:cNvSpPr/>
      </dsp:nvSpPr>
      <dsp:spPr>
        <a:xfrm>
          <a:off x="6192419" y="1275097"/>
          <a:ext cx="1034588" cy="212223"/>
        </a:xfrm>
        <a:custGeom>
          <a:avLst/>
          <a:gdLst/>
          <a:ahLst/>
          <a:cxnLst/>
          <a:rect l="0" t="0" r="0" b="0"/>
          <a:pathLst>
            <a:path>
              <a:moveTo>
                <a:pt x="1034588" y="0"/>
              </a:moveTo>
              <a:lnTo>
                <a:pt x="1034588" y="106111"/>
              </a:lnTo>
              <a:lnTo>
                <a:pt x="0" y="106111"/>
              </a:lnTo>
              <a:lnTo>
                <a:pt x="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6DA0D2-7C5E-4E13-8005-9547D8CDD216}">
      <dsp:nvSpPr>
        <dsp:cNvPr id="0" name=""/>
        <dsp:cNvSpPr/>
      </dsp:nvSpPr>
      <dsp:spPr>
        <a:xfrm>
          <a:off x="5794500" y="1487320"/>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Fib(2)</a:t>
          </a:r>
        </a:p>
      </dsp:txBody>
      <dsp:txXfrm>
        <a:off x="5810040" y="1502860"/>
        <a:ext cx="764757" cy="499478"/>
      </dsp:txXfrm>
    </dsp:sp>
    <dsp:sp modelId="{502C3FF0-E12C-4935-B633-B8814F8A43D3}">
      <dsp:nvSpPr>
        <dsp:cNvPr id="0" name=""/>
        <dsp:cNvSpPr/>
      </dsp:nvSpPr>
      <dsp:spPr>
        <a:xfrm>
          <a:off x="5675125" y="2017879"/>
          <a:ext cx="517294" cy="212223"/>
        </a:xfrm>
        <a:custGeom>
          <a:avLst/>
          <a:gdLst/>
          <a:ahLst/>
          <a:cxnLst/>
          <a:rect l="0" t="0" r="0" b="0"/>
          <a:pathLst>
            <a:path>
              <a:moveTo>
                <a:pt x="517294" y="0"/>
              </a:moveTo>
              <a:lnTo>
                <a:pt x="517294" y="106111"/>
              </a:lnTo>
              <a:lnTo>
                <a:pt x="0" y="106111"/>
              </a:lnTo>
              <a:lnTo>
                <a:pt x="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F39147-5F26-4E4E-9E73-63A4EF1C0A4C}">
      <dsp:nvSpPr>
        <dsp:cNvPr id="0" name=""/>
        <dsp:cNvSpPr/>
      </dsp:nvSpPr>
      <dsp:spPr>
        <a:xfrm>
          <a:off x="5277206"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5292746" y="2245642"/>
        <a:ext cx="764757" cy="499478"/>
      </dsp:txXfrm>
    </dsp:sp>
    <dsp:sp modelId="{2398E99A-9D31-4AB3-A018-3BDD8FDE293E}">
      <dsp:nvSpPr>
        <dsp:cNvPr id="0" name=""/>
        <dsp:cNvSpPr/>
      </dsp:nvSpPr>
      <dsp:spPr>
        <a:xfrm>
          <a:off x="5629405"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907650-6EDD-4B8F-A157-E31AA2B23750}">
      <dsp:nvSpPr>
        <dsp:cNvPr id="0" name=""/>
        <dsp:cNvSpPr/>
      </dsp:nvSpPr>
      <dsp:spPr>
        <a:xfrm>
          <a:off x="5277206"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5292746" y="2988423"/>
        <a:ext cx="764757" cy="499478"/>
      </dsp:txXfrm>
    </dsp:sp>
    <dsp:sp modelId="{45AE6611-3EEB-4568-9795-CF2C17EE6355}">
      <dsp:nvSpPr>
        <dsp:cNvPr id="0" name=""/>
        <dsp:cNvSpPr/>
      </dsp:nvSpPr>
      <dsp:spPr>
        <a:xfrm>
          <a:off x="6192419" y="2017879"/>
          <a:ext cx="517294" cy="212223"/>
        </a:xfrm>
        <a:custGeom>
          <a:avLst/>
          <a:gdLst/>
          <a:ahLst/>
          <a:cxnLst/>
          <a:rect l="0" t="0" r="0" b="0"/>
          <a:pathLst>
            <a:path>
              <a:moveTo>
                <a:pt x="0" y="0"/>
              </a:moveTo>
              <a:lnTo>
                <a:pt x="0" y="106111"/>
              </a:lnTo>
              <a:lnTo>
                <a:pt x="517294" y="106111"/>
              </a:lnTo>
              <a:lnTo>
                <a:pt x="517294"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01A4837-AC17-476E-9D67-7C9BF115669B}">
      <dsp:nvSpPr>
        <dsp:cNvPr id="0" name=""/>
        <dsp:cNvSpPr/>
      </dsp:nvSpPr>
      <dsp:spPr>
        <a:xfrm>
          <a:off x="6311794"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6327334" y="2245642"/>
        <a:ext cx="764757" cy="499478"/>
      </dsp:txXfrm>
    </dsp:sp>
    <dsp:sp modelId="{66844C77-629F-44D3-AC7D-B937F6F15A6D}">
      <dsp:nvSpPr>
        <dsp:cNvPr id="0" name=""/>
        <dsp:cNvSpPr/>
      </dsp:nvSpPr>
      <dsp:spPr>
        <a:xfrm>
          <a:off x="6663993"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B2617B-D57E-4FA4-B6C9-4B1843E7A5DC}">
      <dsp:nvSpPr>
        <dsp:cNvPr id="0" name=""/>
        <dsp:cNvSpPr/>
      </dsp:nvSpPr>
      <dsp:spPr>
        <a:xfrm>
          <a:off x="6311794"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6327334" y="2988423"/>
        <a:ext cx="764757" cy="499478"/>
      </dsp:txXfrm>
    </dsp:sp>
    <dsp:sp modelId="{50F8F66E-BFA3-4767-87D1-38F5375CEE4C}">
      <dsp:nvSpPr>
        <dsp:cNvPr id="0" name=""/>
        <dsp:cNvSpPr/>
      </dsp:nvSpPr>
      <dsp:spPr>
        <a:xfrm>
          <a:off x="7227007" y="1275097"/>
          <a:ext cx="1034588" cy="212223"/>
        </a:xfrm>
        <a:custGeom>
          <a:avLst/>
          <a:gdLst/>
          <a:ahLst/>
          <a:cxnLst/>
          <a:rect l="0" t="0" r="0" b="0"/>
          <a:pathLst>
            <a:path>
              <a:moveTo>
                <a:pt x="0" y="0"/>
              </a:moveTo>
              <a:lnTo>
                <a:pt x="0" y="106111"/>
              </a:lnTo>
              <a:lnTo>
                <a:pt x="1034588" y="106111"/>
              </a:lnTo>
              <a:lnTo>
                <a:pt x="1034588"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552BDF-5C4F-4438-B26C-5DA54C2D531C}">
      <dsp:nvSpPr>
        <dsp:cNvPr id="0" name=""/>
        <dsp:cNvSpPr/>
      </dsp:nvSpPr>
      <dsp:spPr>
        <a:xfrm>
          <a:off x="7863677" y="1487320"/>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Fib(2)</a:t>
          </a:r>
        </a:p>
      </dsp:txBody>
      <dsp:txXfrm>
        <a:off x="7879217" y="1502860"/>
        <a:ext cx="764757" cy="499478"/>
      </dsp:txXfrm>
    </dsp:sp>
    <dsp:sp modelId="{9AF3D150-065B-4284-8658-5029A6DBE0E7}">
      <dsp:nvSpPr>
        <dsp:cNvPr id="0" name=""/>
        <dsp:cNvSpPr/>
      </dsp:nvSpPr>
      <dsp:spPr>
        <a:xfrm>
          <a:off x="7744301" y="2017879"/>
          <a:ext cx="517294" cy="212223"/>
        </a:xfrm>
        <a:custGeom>
          <a:avLst/>
          <a:gdLst/>
          <a:ahLst/>
          <a:cxnLst/>
          <a:rect l="0" t="0" r="0" b="0"/>
          <a:pathLst>
            <a:path>
              <a:moveTo>
                <a:pt x="517294" y="0"/>
              </a:moveTo>
              <a:lnTo>
                <a:pt x="517294" y="106111"/>
              </a:lnTo>
              <a:lnTo>
                <a:pt x="0" y="106111"/>
              </a:lnTo>
              <a:lnTo>
                <a:pt x="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7E9EBD-50E0-48CF-8083-C32315130CC5}">
      <dsp:nvSpPr>
        <dsp:cNvPr id="0" name=""/>
        <dsp:cNvSpPr/>
      </dsp:nvSpPr>
      <dsp:spPr>
        <a:xfrm>
          <a:off x="7346383"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7361923" y="2245642"/>
        <a:ext cx="764757" cy="499478"/>
      </dsp:txXfrm>
    </dsp:sp>
    <dsp:sp modelId="{BA561A8B-A4EC-4095-B5D6-C61A70252811}">
      <dsp:nvSpPr>
        <dsp:cNvPr id="0" name=""/>
        <dsp:cNvSpPr/>
      </dsp:nvSpPr>
      <dsp:spPr>
        <a:xfrm>
          <a:off x="7698581"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C20E41-1AA7-4C7C-BC31-F48BC9AE3999}">
      <dsp:nvSpPr>
        <dsp:cNvPr id="0" name=""/>
        <dsp:cNvSpPr/>
      </dsp:nvSpPr>
      <dsp:spPr>
        <a:xfrm>
          <a:off x="7346383"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7361923" y="2988423"/>
        <a:ext cx="764757" cy="499478"/>
      </dsp:txXfrm>
    </dsp:sp>
    <dsp:sp modelId="{DF0FFD6B-B735-4474-84E2-0FE8135CE249}">
      <dsp:nvSpPr>
        <dsp:cNvPr id="0" name=""/>
        <dsp:cNvSpPr/>
      </dsp:nvSpPr>
      <dsp:spPr>
        <a:xfrm>
          <a:off x="8261596" y="2017879"/>
          <a:ext cx="517294" cy="212223"/>
        </a:xfrm>
        <a:custGeom>
          <a:avLst/>
          <a:gdLst/>
          <a:ahLst/>
          <a:cxnLst/>
          <a:rect l="0" t="0" r="0" b="0"/>
          <a:pathLst>
            <a:path>
              <a:moveTo>
                <a:pt x="0" y="0"/>
              </a:moveTo>
              <a:lnTo>
                <a:pt x="0" y="106111"/>
              </a:lnTo>
              <a:lnTo>
                <a:pt x="517294" y="106111"/>
              </a:lnTo>
              <a:lnTo>
                <a:pt x="517294"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8AAE4E-BF48-4786-A3D8-18D5CF425B88}">
      <dsp:nvSpPr>
        <dsp:cNvPr id="0" name=""/>
        <dsp:cNvSpPr/>
      </dsp:nvSpPr>
      <dsp:spPr>
        <a:xfrm>
          <a:off x="8380971" y="2230102"/>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Fib(1)</a:t>
          </a:r>
        </a:p>
      </dsp:txBody>
      <dsp:txXfrm>
        <a:off x="8396511" y="2245642"/>
        <a:ext cx="764757" cy="499478"/>
      </dsp:txXfrm>
    </dsp:sp>
    <dsp:sp modelId="{410C3026-F89D-4A55-A4EC-12338DFA139C}">
      <dsp:nvSpPr>
        <dsp:cNvPr id="0" name=""/>
        <dsp:cNvSpPr/>
      </dsp:nvSpPr>
      <dsp:spPr>
        <a:xfrm>
          <a:off x="8733170" y="2760660"/>
          <a:ext cx="91440" cy="212223"/>
        </a:xfrm>
        <a:custGeom>
          <a:avLst/>
          <a:gdLst/>
          <a:ahLst/>
          <a:cxnLst/>
          <a:rect l="0" t="0" r="0" b="0"/>
          <a:pathLst>
            <a:path>
              <a:moveTo>
                <a:pt x="45720" y="0"/>
              </a:moveTo>
              <a:lnTo>
                <a:pt x="45720" y="21222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1394D8-D2E7-4A99-A6FE-5C75DAF4ED5E}">
      <dsp:nvSpPr>
        <dsp:cNvPr id="0" name=""/>
        <dsp:cNvSpPr/>
      </dsp:nvSpPr>
      <dsp:spPr>
        <a:xfrm>
          <a:off x="8380971" y="2972883"/>
          <a:ext cx="795837" cy="53055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8396511" y="2988423"/>
        <a:ext cx="764757" cy="499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99A17-3862-47C0-9E8D-CB1E3115D40C}">
      <dsp:nvSpPr>
        <dsp:cNvPr id="0" name=""/>
        <dsp:cNvSpPr/>
      </dsp:nvSpPr>
      <dsp:spPr>
        <a:xfrm>
          <a:off x="2123024" y="1140286"/>
          <a:ext cx="1629565" cy="108637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H(2)</a:t>
          </a:r>
        </a:p>
      </dsp:txBody>
      <dsp:txXfrm>
        <a:off x="2154843" y="1172105"/>
        <a:ext cx="1565927" cy="1022738"/>
      </dsp:txXfrm>
    </dsp:sp>
    <dsp:sp modelId="{D7B68554-31B4-49C9-BB17-BC7E7996C22F}">
      <dsp:nvSpPr>
        <dsp:cNvPr id="0" name=""/>
        <dsp:cNvSpPr/>
      </dsp:nvSpPr>
      <dsp:spPr>
        <a:xfrm>
          <a:off x="819372" y="2226663"/>
          <a:ext cx="2118434" cy="434550"/>
        </a:xfrm>
        <a:custGeom>
          <a:avLst/>
          <a:gdLst/>
          <a:ahLst/>
          <a:cxnLst/>
          <a:rect l="0" t="0" r="0" b="0"/>
          <a:pathLst>
            <a:path>
              <a:moveTo>
                <a:pt x="2118434" y="0"/>
              </a:moveTo>
              <a:lnTo>
                <a:pt x="2118434" y="217275"/>
              </a:lnTo>
              <a:lnTo>
                <a:pt x="0" y="217275"/>
              </a:lnTo>
              <a:lnTo>
                <a:pt x="0" y="4345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72385F-96A7-46C5-8DD7-5E818F56DF1F}">
      <dsp:nvSpPr>
        <dsp:cNvPr id="0" name=""/>
        <dsp:cNvSpPr/>
      </dsp:nvSpPr>
      <dsp:spPr>
        <a:xfrm>
          <a:off x="4590" y="2661214"/>
          <a:ext cx="1629565" cy="108637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A to B</a:t>
          </a:r>
        </a:p>
      </dsp:txBody>
      <dsp:txXfrm>
        <a:off x="36409" y="2693033"/>
        <a:ext cx="1565927" cy="1022738"/>
      </dsp:txXfrm>
    </dsp:sp>
    <dsp:sp modelId="{575617FA-FA4D-471A-B187-88F58E628A8A}">
      <dsp:nvSpPr>
        <dsp:cNvPr id="0" name=""/>
        <dsp:cNvSpPr/>
      </dsp:nvSpPr>
      <dsp:spPr>
        <a:xfrm>
          <a:off x="2892087" y="2226663"/>
          <a:ext cx="91440" cy="434550"/>
        </a:xfrm>
        <a:custGeom>
          <a:avLst/>
          <a:gdLst/>
          <a:ahLst/>
          <a:cxnLst/>
          <a:rect l="0" t="0" r="0" b="0"/>
          <a:pathLst>
            <a:path>
              <a:moveTo>
                <a:pt x="45720" y="0"/>
              </a:moveTo>
              <a:lnTo>
                <a:pt x="45720" y="4345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491802-7857-4341-9A09-22C55116DC3F}">
      <dsp:nvSpPr>
        <dsp:cNvPr id="0" name=""/>
        <dsp:cNvSpPr/>
      </dsp:nvSpPr>
      <dsp:spPr>
        <a:xfrm>
          <a:off x="2123024" y="2661214"/>
          <a:ext cx="1629565" cy="108637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A to C</a:t>
          </a:r>
        </a:p>
      </dsp:txBody>
      <dsp:txXfrm>
        <a:off x="2154843" y="2693033"/>
        <a:ext cx="1565927" cy="1022738"/>
      </dsp:txXfrm>
    </dsp:sp>
    <dsp:sp modelId="{76737504-3B25-435E-9E99-9A5D39345AB7}">
      <dsp:nvSpPr>
        <dsp:cNvPr id="0" name=""/>
        <dsp:cNvSpPr/>
      </dsp:nvSpPr>
      <dsp:spPr>
        <a:xfrm>
          <a:off x="2937807" y="2226663"/>
          <a:ext cx="2118434" cy="434550"/>
        </a:xfrm>
        <a:custGeom>
          <a:avLst/>
          <a:gdLst/>
          <a:ahLst/>
          <a:cxnLst/>
          <a:rect l="0" t="0" r="0" b="0"/>
          <a:pathLst>
            <a:path>
              <a:moveTo>
                <a:pt x="0" y="0"/>
              </a:moveTo>
              <a:lnTo>
                <a:pt x="0" y="217275"/>
              </a:lnTo>
              <a:lnTo>
                <a:pt x="2118434" y="217275"/>
              </a:lnTo>
              <a:lnTo>
                <a:pt x="2118434" y="43455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BD74C7-E7F2-4FC5-BF25-8382E437CEC2}">
      <dsp:nvSpPr>
        <dsp:cNvPr id="0" name=""/>
        <dsp:cNvSpPr/>
      </dsp:nvSpPr>
      <dsp:spPr>
        <a:xfrm>
          <a:off x="4241459" y="2661214"/>
          <a:ext cx="1629565" cy="108637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B to C</a:t>
          </a:r>
        </a:p>
      </dsp:txBody>
      <dsp:txXfrm>
        <a:off x="4273278" y="2693033"/>
        <a:ext cx="1565927" cy="10227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99A17-3862-47C0-9E8D-CB1E3115D40C}">
      <dsp:nvSpPr>
        <dsp:cNvPr id="0" name=""/>
        <dsp:cNvSpPr/>
      </dsp:nvSpPr>
      <dsp:spPr>
        <a:xfrm>
          <a:off x="5360638" y="307935"/>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H(3)</a:t>
          </a:r>
        </a:p>
      </dsp:txBody>
      <dsp:txXfrm>
        <a:off x="5380749" y="328046"/>
        <a:ext cx="989732" cy="646414"/>
      </dsp:txXfrm>
    </dsp:sp>
    <dsp:sp modelId="{D7B68554-31B4-49C9-BB17-BC7E7996C22F}">
      <dsp:nvSpPr>
        <dsp:cNvPr id="0" name=""/>
        <dsp:cNvSpPr/>
      </dsp:nvSpPr>
      <dsp:spPr>
        <a:xfrm>
          <a:off x="1858794" y="994571"/>
          <a:ext cx="4016821" cy="274654"/>
        </a:xfrm>
        <a:custGeom>
          <a:avLst/>
          <a:gdLst/>
          <a:ahLst/>
          <a:cxnLst/>
          <a:rect l="0" t="0" r="0" b="0"/>
          <a:pathLst>
            <a:path>
              <a:moveTo>
                <a:pt x="4016821" y="0"/>
              </a:moveTo>
              <a:lnTo>
                <a:pt x="4016821" y="137327"/>
              </a:lnTo>
              <a:lnTo>
                <a:pt x="0" y="137327"/>
              </a:lnTo>
              <a:lnTo>
                <a:pt x="0" y="274654"/>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72385F-96A7-46C5-8DD7-5E818F56DF1F}">
      <dsp:nvSpPr>
        <dsp:cNvPr id="0" name=""/>
        <dsp:cNvSpPr/>
      </dsp:nvSpPr>
      <dsp:spPr>
        <a:xfrm>
          <a:off x="1343817" y="1269226"/>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H(2)</a:t>
          </a:r>
        </a:p>
      </dsp:txBody>
      <dsp:txXfrm>
        <a:off x="1363928" y="1289337"/>
        <a:ext cx="989732" cy="646414"/>
      </dsp:txXfrm>
    </dsp:sp>
    <dsp:sp modelId="{38DB72E1-850D-466D-A2EF-5165C255FA65}">
      <dsp:nvSpPr>
        <dsp:cNvPr id="0" name=""/>
        <dsp:cNvSpPr/>
      </dsp:nvSpPr>
      <dsp:spPr>
        <a:xfrm>
          <a:off x="519854" y="1955862"/>
          <a:ext cx="1338940" cy="274654"/>
        </a:xfrm>
        <a:custGeom>
          <a:avLst/>
          <a:gdLst/>
          <a:ahLst/>
          <a:cxnLst/>
          <a:rect l="0" t="0" r="0" b="0"/>
          <a:pathLst>
            <a:path>
              <a:moveTo>
                <a:pt x="1338940" y="0"/>
              </a:moveTo>
              <a:lnTo>
                <a:pt x="1338940" y="137327"/>
              </a:lnTo>
              <a:lnTo>
                <a:pt x="0" y="137327"/>
              </a:lnTo>
              <a:lnTo>
                <a:pt x="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0BDFB9-7BCA-4867-BCCB-92B85753BB18}">
      <dsp:nvSpPr>
        <dsp:cNvPr id="0" name=""/>
        <dsp:cNvSpPr/>
      </dsp:nvSpPr>
      <dsp:spPr>
        <a:xfrm>
          <a:off x="4877"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to B</a:t>
          </a:r>
        </a:p>
      </dsp:txBody>
      <dsp:txXfrm>
        <a:off x="24988" y="2250628"/>
        <a:ext cx="989732" cy="646414"/>
      </dsp:txXfrm>
    </dsp:sp>
    <dsp:sp modelId="{37CB08AD-5692-4F92-870C-9C17983D1917}">
      <dsp:nvSpPr>
        <dsp:cNvPr id="0" name=""/>
        <dsp:cNvSpPr/>
      </dsp:nvSpPr>
      <dsp:spPr>
        <a:xfrm>
          <a:off x="1813074" y="1955862"/>
          <a:ext cx="91440" cy="274654"/>
        </a:xfrm>
        <a:custGeom>
          <a:avLst/>
          <a:gdLst/>
          <a:ahLst/>
          <a:cxnLst/>
          <a:rect l="0" t="0" r="0" b="0"/>
          <a:pathLst>
            <a:path>
              <a:moveTo>
                <a:pt x="45720" y="0"/>
              </a:moveTo>
              <a:lnTo>
                <a:pt x="4572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238ECD-2687-4D3B-AB87-060D3718FB10}">
      <dsp:nvSpPr>
        <dsp:cNvPr id="0" name=""/>
        <dsp:cNvSpPr/>
      </dsp:nvSpPr>
      <dsp:spPr>
        <a:xfrm>
          <a:off x="1343817"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to C</a:t>
          </a:r>
        </a:p>
      </dsp:txBody>
      <dsp:txXfrm>
        <a:off x="1363928" y="2250628"/>
        <a:ext cx="989732" cy="646414"/>
      </dsp:txXfrm>
    </dsp:sp>
    <dsp:sp modelId="{9DC7E7BC-BC25-4F47-9FB8-D1401F007E8B}">
      <dsp:nvSpPr>
        <dsp:cNvPr id="0" name=""/>
        <dsp:cNvSpPr/>
      </dsp:nvSpPr>
      <dsp:spPr>
        <a:xfrm>
          <a:off x="1858794" y="1955862"/>
          <a:ext cx="1338940" cy="274654"/>
        </a:xfrm>
        <a:custGeom>
          <a:avLst/>
          <a:gdLst/>
          <a:ahLst/>
          <a:cxnLst/>
          <a:rect l="0" t="0" r="0" b="0"/>
          <a:pathLst>
            <a:path>
              <a:moveTo>
                <a:pt x="0" y="0"/>
              </a:moveTo>
              <a:lnTo>
                <a:pt x="0" y="137327"/>
              </a:lnTo>
              <a:lnTo>
                <a:pt x="1338940" y="137327"/>
              </a:lnTo>
              <a:lnTo>
                <a:pt x="133894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42C18F-439A-4EFF-BF93-63896DD4A23F}">
      <dsp:nvSpPr>
        <dsp:cNvPr id="0" name=""/>
        <dsp:cNvSpPr/>
      </dsp:nvSpPr>
      <dsp:spPr>
        <a:xfrm>
          <a:off x="2682758"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 to C</a:t>
          </a:r>
        </a:p>
      </dsp:txBody>
      <dsp:txXfrm>
        <a:off x="2702869" y="2250628"/>
        <a:ext cx="989732" cy="646414"/>
      </dsp:txXfrm>
    </dsp:sp>
    <dsp:sp modelId="{575617FA-FA4D-471A-B187-88F58E628A8A}">
      <dsp:nvSpPr>
        <dsp:cNvPr id="0" name=""/>
        <dsp:cNvSpPr/>
      </dsp:nvSpPr>
      <dsp:spPr>
        <a:xfrm>
          <a:off x="5829895" y="994571"/>
          <a:ext cx="91440" cy="274654"/>
        </a:xfrm>
        <a:custGeom>
          <a:avLst/>
          <a:gdLst/>
          <a:ahLst/>
          <a:cxnLst/>
          <a:rect l="0" t="0" r="0" b="0"/>
          <a:pathLst>
            <a:path>
              <a:moveTo>
                <a:pt x="45720" y="0"/>
              </a:moveTo>
              <a:lnTo>
                <a:pt x="45720" y="274654"/>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491802-7857-4341-9A09-22C55116DC3F}">
      <dsp:nvSpPr>
        <dsp:cNvPr id="0" name=""/>
        <dsp:cNvSpPr/>
      </dsp:nvSpPr>
      <dsp:spPr>
        <a:xfrm>
          <a:off x="5360638" y="1269226"/>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H(2)</a:t>
          </a:r>
        </a:p>
      </dsp:txBody>
      <dsp:txXfrm>
        <a:off x="5380749" y="1289337"/>
        <a:ext cx="989732" cy="646414"/>
      </dsp:txXfrm>
    </dsp:sp>
    <dsp:sp modelId="{462CABE7-DF9A-4AED-91A7-01ECEF10AD31}">
      <dsp:nvSpPr>
        <dsp:cNvPr id="0" name=""/>
        <dsp:cNvSpPr/>
      </dsp:nvSpPr>
      <dsp:spPr>
        <a:xfrm>
          <a:off x="4536675" y="1955862"/>
          <a:ext cx="1338940" cy="274654"/>
        </a:xfrm>
        <a:custGeom>
          <a:avLst/>
          <a:gdLst/>
          <a:ahLst/>
          <a:cxnLst/>
          <a:rect l="0" t="0" r="0" b="0"/>
          <a:pathLst>
            <a:path>
              <a:moveTo>
                <a:pt x="1338940" y="0"/>
              </a:moveTo>
              <a:lnTo>
                <a:pt x="1338940" y="137327"/>
              </a:lnTo>
              <a:lnTo>
                <a:pt x="0" y="137327"/>
              </a:lnTo>
              <a:lnTo>
                <a:pt x="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A35AF5-F254-47F4-A8C7-A04903E17EA1}">
      <dsp:nvSpPr>
        <dsp:cNvPr id="0" name=""/>
        <dsp:cNvSpPr/>
      </dsp:nvSpPr>
      <dsp:spPr>
        <a:xfrm>
          <a:off x="4021698"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to B</a:t>
          </a:r>
        </a:p>
      </dsp:txBody>
      <dsp:txXfrm>
        <a:off x="4041809" y="2250628"/>
        <a:ext cx="989732" cy="646414"/>
      </dsp:txXfrm>
    </dsp:sp>
    <dsp:sp modelId="{9A1503B3-CCF5-4847-916C-04254A22C177}">
      <dsp:nvSpPr>
        <dsp:cNvPr id="0" name=""/>
        <dsp:cNvSpPr/>
      </dsp:nvSpPr>
      <dsp:spPr>
        <a:xfrm>
          <a:off x="5829895" y="1955862"/>
          <a:ext cx="91440" cy="274654"/>
        </a:xfrm>
        <a:custGeom>
          <a:avLst/>
          <a:gdLst/>
          <a:ahLst/>
          <a:cxnLst/>
          <a:rect l="0" t="0" r="0" b="0"/>
          <a:pathLst>
            <a:path>
              <a:moveTo>
                <a:pt x="45720" y="0"/>
              </a:moveTo>
              <a:lnTo>
                <a:pt x="4572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E91AB0-D02B-445D-B74D-CE339EE29808}">
      <dsp:nvSpPr>
        <dsp:cNvPr id="0" name=""/>
        <dsp:cNvSpPr/>
      </dsp:nvSpPr>
      <dsp:spPr>
        <a:xfrm>
          <a:off x="5360638"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to C</a:t>
          </a:r>
        </a:p>
      </dsp:txBody>
      <dsp:txXfrm>
        <a:off x="5380749" y="2250628"/>
        <a:ext cx="989732" cy="646414"/>
      </dsp:txXfrm>
    </dsp:sp>
    <dsp:sp modelId="{E42E5CD6-1188-4641-9FEB-7D472D1A9A2F}">
      <dsp:nvSpPr>
        <dsp:cNvPr id="0" name=""/>
        <dsp:cNvSpPr/>
      </dsp:nvSpPr>
      <dsp:spPr>
        <a:xfrm>
          <a:off x="5875616" y="1955862"/>
          <a:ext cx="1338940" cy="274654"/>
        </a:xfrm>
        <a:custGeom>
          <a:avLst/>
          <a:gdLst/>
          <a:ahLst/>
          <a:cxnLst/>
          <a:rect l="0" t="0" r="0" b="0"/>
          <a:pathLst>
            <a:path>
              <a:moveTo>
                <a:pt x="0" y="0"/>
              </a:moveTo>
              <a:lnTo>
                <a:pt x="0" y="137327"/>
              </a:lnTo>
              <a:lnTo>
                <a:pt x="1338940" y="137327"/>
              </a:lnTo>
              <a:lnTo>
                <a:pt x="133894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CDBF01-B1B2-4E52-BC11-0A6E30AC9B0F}">
      <dsp:nvSpPr>
        <dsp:cNvPr id="0" name=""/>
        <dsp:cNvSpPr/>
      </dsp:nvSpPr>
      <dsp:spPr>
        <a:xfrm>
          <a:off x="6699579"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 to C</a:t>
          </a:r>
        </a:p>
      </dsp:txBody>
      <dsp:txXfrm>
        <a:off x="6719690" y="2250628"/>
        <a:ext cx="989732" cy="646414"/>
      </dsp:txXfrm>
    </dsp:sp>
    <dsp:sp modelId="{76737504-3B25-435E-9E99-9A5D39345AB7}">
      <dsp:nvSpPr>
        <dsp:cNvPr id="0" name=""/>
        <dsp:cNvSpPr/>
      </dsp:nvSpPr>
      <dsp:spPr>
        <a:xfrm>
          <a:off x="5875616" y="994571"/>
          <a:ext cx="4016821" cy="274654"/>
        </a:xfrm>
        <a:custGeom>
          <a:avLst/>
          <a:gdLst/>
          <a:ahLst/>
          <a:cxnLst/>
          <a:rect l="0" t="0" r="0" b="0"/>
          <a:pathLst>
            <a:path>
              <a:moveTo>
                <a:pt x="0" y="0"/>
              </a:moveTo>
              <a:lnTo>
                <a:pt x="0" y="137327"/>
              </a:lnTo>
              <a:lnTo>
                <a:pt x="4016821" y="137327"/>
              </a:lnTo>
              <a:lnTo>
                <a:pt x="4016821" y="274654"/>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1BD74C7-E7F2-4FC5-BF25-8382E437CEC2}">
      <dsp:nvSpPr>
        <dsp:cNvPr id="0" name=""/>
        <dsp:cNvSpPr/>
      </dsp:nvSpPr>
      <dsp:spPr>
        <a:xfrm>
          <a:off x="9377460" y="1269226"/>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H(2)</a:t>
          </a:r>
        </a:p>
      </dsp:txBody>
      <dsp:txXfrm>
        <a:off x="9397571" y="1289337"/>
        <a:ext cx="989732" cy="646414"/>
      </dsp:txXfrm>
    </dsp:sp>
    <dsp:sp modelId="{E7ECE009-A7FA-4A30-898C-C9A8E21D6B2C}">
      <dsp:nvSpPr>
        <dsp:cNvPr id="0" name=""/>
        <dsp:cNvSpPr/>
      </dsp:nvSpPr>
      <dsp:spPr>
        <a:xfrm>
          <a:off x="8553496" y="1955862"/>
          <a:ext cx="1338940" cy="274654"/>
        </a:xfrm>
        <a:custGeom>
          <a:avLst/>
          <a:gdLst/>
          <a:ahLst/>
          <a:cxnLst/>
          <a:rect l="0" t="0" r="0" b="0"/>
          <a:pathLst>
            <a:path>
              <a:moveTo>
                <a:pt x="1338940" y="0"/>
              </a:moveTo>
              <a:lnTo>
                <a:pt x="1338940" y="137327"/>
              </a:lnTo>
              <a:lnTo>
                <a:pt x="0" y="137327"/>
              </a:lnTo>
              <a:lnTo>
                <a:pt x="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30445C-8DEC-447B-8B49-810CE302E1AD}">
      <dsp:nvSpPr>
        <dsp:cNvPr id="0" name=""/>
        <dsp:cNvSpPr/>
      </dsp:nvSpPr>
      <dsp:spPr>
        <a:xfrm>
          <a:off x="8038519"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to B</a:t>
          </a:r>
        </a:p>
      </dsp:txBody>
      <dsp:txXfrm>
        <a:off x="8058630" y="2250628"/>
        <a:ext cx="989732" cy="646414"/>
      </dsp:txXfrm>
    </dsp:sp>
    <dsp:sp modelId="{26872998-25E2-430E-9115-F39F44C2EFD2}">
      <dsp:nvSpPr>
        <dsp:cNvPr id="0" name=""/>
        <dsp:cNvSpPr/>
      </dsp:nvSpPr>
      <dsp:spPr>
        <a:xfrm>
          <a:off x="9846717" y="1955862"/>
          <a:ext cx="91440" cy="274654"/>
        </a:xfrm>
        <a:custGeom>
          <a:avLst/>
          <a:gdLst/>
          <a:ahLst/>
          <a:cxnLst/>
          <a:rect l="0" t="0" r="0" b="0"/>
          <a:pathLst>
            <a:path>
              <a:moveTo>
                <a:pt x="45720" y="0"/>
              </a:moveTo>
              <a:lnTo>
                <a:pt x="4572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D8BDF6-6048-4412-B5F3-69AAB09D0185}">
      <dsp:nvSpPr>
        <dsp:cNvPr id="0" name=""/>
        <dsp:cNvSpPr/>
      </dsp:nvSpPr>
      <dsp:spPr>
        <a:xfrm>
          <a:off x="9377460"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A to C</a:t>
          </a:r>
        </a:p>
      </dsp:txBody>
      <dsp:txXfrm>
        <a:off x="9397571" y="2250628"/>
        <a:ext cx="989732" cy="646414"/>
      </dsp:txXfrm>
    </dsp:sp>
    <dsp:sp modelId="{5177DFA1-EE62-42A2-8868-8CC301EEE197}">
      <dsp:nvSpPr>
        <dsp:cNvPr id="0" name=""/>
        <dsp:cNvSpPr/>
      </dsp:nvSpPr>
      <dsp:spPr>
        <a:xfrm>
          <a:off x="9892437" y="1955862"/>
          <a:ext cx="1338940" cy="274654"/>
        </a:xfrm>
        <a:custGeom>
          <a:avLst/>
          <a:gdLst/>
          <a:ahLst/>
          <a:cxnLst/>
          <a:rect l="0" t="0" r="0" b="0"/>
          <a:pathLst>
            <a:path>
              <a:moveTo>
                <a:pt x="0" y="0"/>
              </a:moveTo>
              <a:lnTo>
                <a:pt x="0" y="137327"/>
              </a:lnTo>
              <a:lnTo>
                <a:pt x="1338940" y="137327"/>
              </a:lnTo>
              <a:lnTo>
                <a:pt x="1338940" y="274654"/>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42BA4E-834D-4D3B-A418-643DB2EC03B6}">
      <dsp:nvSpPr>
        <dsp:cNvPr id="0" name=""/>
        <dsp:cNvSpPr/>
      </dsp:nvSpPr>
      <dsp:spPr>
        <a:xfrm>
          <a:off x="10716400" y="2230517"/>
          <a:ext cx="1029954" cy="68663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 to C</a:t>
          </a:r>
        </a:p>
      </dsp:txBody>
      <dsp:txXfrm>
        <a:off x="10736511" y="2250628"/>
        <a:ext cx="989732" cy="64641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181FD-07F2-4F82-92A7-A09776154F67}">
      <dsp:nvSpPr>
        <dsp:cNvPr id="0" name=""/>
        <dsp:cNvSpPr/>
      </dsp:nvSpPr>
      <dsp:spPr>
        <a:xfrm>
          <a:off x="1197869" y="3492"/>
          <a:ext cx="3473248" cy="231549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H(1)</a:t>
          </a:r>
          <a:endParaRPr lang="LID4096" sz="6500" kern="1200" dirty="0"/>
        </a:p>
      </dsp:txBody>
      <dsp:txXfrm>
        <a:off x="1265688" y="71311"/>
        <a:ext cx="3337610" cy="2179861"/>
      </dsp:txXfrm>
    </dsp:sp>
    <dsp:sp modelId="{B82420A6-452A-46E1-94AF-9E61F57B94D1}">
      <dsp:nvSpPr>
        <dsp:cNvPr id="0" name=""/>
        <dsp:cNvSpPr/>
      </dsp:nvSpPr>
      <dsp:spPr>
        <a:xfrm>
          <a:off x="2888774" y="2318992"/>
          <a:ext cx="91440" cy="926199"/>
        </a:xfrm>
        <a:custGeom>
          <a:avLst/>
          <a:gdLst/>
          <a:ahLst/>
          <a:cxnLst/>
          <a:rect l="0" t="0" r="0" b="0"/>
          <a:pathLst>
            <a:path>
              <a:moveTo>
                <a:pt x="45720" y="0"/>
              </a:moveTo>
              <a:lnTo>
                <a:pt x="45720" y="926199"/>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EE2C05-8CD9-49D6-8947-FE68990457F7}">
      <dsp:nvSpPr>
        <dsp:cNvPr id="0" name=""/>
        <dsp:cNvSpPr/>
      </dsp:nvSpPr>
      <dsp:spPr>
        <a:xfrm>
          <a:off x="1197869" y="3245191"/>
          <a:ext cx="3473248" cy="2315499"/>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A-C</a:t>
          </a:r>
          <a:endParaRPr lang="LID4096" sz="6500" kern="1200" dirty="0"/>
        </a:p>
      </dsp:txBody>
      <dsp:txXfrm>
        <a:off x="1265688" y="3313010"/>
        <a:ext cx="3337610" cy="21798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181FD-07F2-4F82-92A7-A09776154F67}">
      <dsp:nvSpPr>
        <dsp:cNvPr id="0" name=""/>
        <dsp:cNvSpPr/>
      </dsp:nvSpPr>
      <dsp:spPr>
        <a:xfrm>
          <a:off x="5484956" y="1095845"/>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H(4)</a:t>
          </a:r>
          <a:endParaRPr lang="LID4096" sz="2200" kern="1200"/>
        </a:p>
      </dsp:txBody>
      <dsp:txXfrm>
        <a:off x="5499922" y="1110811"/>
        <a:ext cx="736543" cy="481051"/>
      </dsp:txXfrm>
    </dsp:sp>
    <dsp:sp modelId="{73EFF9B0-115B-4197-89CC-C60406390458}">
      <dsp:nvSpPr>
        <dsp:cNvPr id="0" name=""/>
        <dsp:cNvSpPr/>
      </dsp:nvSpPr>
      <dsp:spPr>
        <a:xfrm>
          <a:off x="2878939" y="1606829"/>
          <a:ext cx="2989254" cy="204393"/>
        </a:xfrm>
        <a:custGeom>
          <a:avLst/>
          <a:gdLst/>
          <a:ahLst/>
          <a:cxnLst/>
          <a:rect l="0" t="0" r="0" b="0"/>
          <a:pathLst>
            <a:path>
              <a:moveTo>
                <a:pt x="2989254" y="0"/>
              </a:moveTo>
              <a:lnTo>
                <a:pt x="2989254" y="102196"/>
              </a:lnTo>
              <a:lnTo>
                <a:pt x="0" y="102196"/>
              </a:lnTo>
              <a:lnTo>
                <a:pt x="0" y="20439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7E61B6-5359-4214-80F8-A69D02609A4A}">
      <dsp:nvSpPr>
        <dsp:cNvPr id="0" name=""/>
        <dsp:cNvSpPr/>
      </dsp:nvSpPr>
      <dsp:spPr>
        <a:xfrm>
          <a:off x="2495701" y="1811222"/>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H(3)</a:t>
          </a:r>
          <a:endParaRPr lang="LID4096" sz="2200" kern="1200"/>
        </a:p>
      </dsp:txBody>
      <dsp:txXfrm>
        <a:off x="2510667" y="1826188"/>
        <a:ext cx="736543" cy="481051"/>
      </dsp:txXfrm>
    </dsp:sp>
    <dsp:sp modelId="{4FA6FD53-4687-498E-8979-AA7F2AA02E5B}">
      <dsp:nvSpPr>
        <dsp:cNvPr id="0" name=""/>
        <dsp:cNvSpPr/>
      </dsp:nvSpPr>
      <dsp:spPr>
        <a:xfrm>
          <a:off x="1384312" y="2322206"/>
          <a:ext cx="1494627" cy="204393"/>
        </a:xfrm>
        <a:custGeom>
          <a:avLst/>
          <a:gdLst/>
          <a:ahLst/>
          <a:cxnLst/>
          <a:rect l="0" t="0" r="0" b="0"/>
          <a:pathLst>
            <a:path>
              <a:moveTo>
                <a:pt x="1494627" y="0"/>
              </a:moveTo>
              <a:lnTo>
                <a:pt x="1494627"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9B2B607-8EF3-44ED-A949-60D9F756FB62}">
      <dsp:nvSpPr>
        <dsp:cNvPr id="0" name=""/>
        <dsp:cNvSpPr/>
      </dsp:nvSpPr>
      <dsp:spPr>
        <a:xfrm>
          <a:off x="1001074" y="2526600"/>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H(2)</a:t>
          </a:r>
          <a:endParaRPr lang="LID4096" sz="2200" kern="1200"/>
        </a:p>
      </dsp:txBody>
      <dsp:txXfrm>
        <a:off x="1016040" y="2541566"/>
        <a:ext cx="736543" cy="481051"/>
      </dsp:txXfrm>
    </dsp:sp>
    <dsp:sp modelId="{40450BE2-C8EA-4F3A-A3B6-0441560FEFC8}">
      <dsp:nvSpPr>
        <dsp:cNvPr id="0" name=""/>
        <dsp:cNvSpPr/>
      </dsp:nvSpPr>
      <dsp:spPr>
        <a:xfrm>
          <a:off x="387893" y="3037583"/>
          <a:ext cx="996418" cy="204393"/>
        </a:xfrm>
        <a:custGeom>
          <a:avLst/>
          <a:gdLst/>
          <a:ahLst/>
          <a:cxnLst/>
          <a:rect l="0" t="0" r="0" b="0"/>
          <a:pathLst>
            <a:path>
              <a:moveTo>
                <a:pt x="996418" y="0"/>
              </a:moveTo>
              <a:lnTo>
                <a:pt x="996418"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A69E54-77D1-4300-BD8D-ECAD13FAC306}">
      <dsp:nvSpPr>
        <dsp:cNvPr id="0" name=""/>
        <dsp:cNvSpPr/>
      </dsp:nvSpPr>
      <dsp:spPr>
        <a:xfrm>
          <a:off x="4656"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19622" y="3256943"/>
        <a:ext cx="736543" cy="481051"/>
      </dsp:txXfrm>
    </dsp:sp>
    <dsp:sp modelId="{E0959E6A-6985-4D43-920B-E9473475309E}">
      <dsp:nvSpPr>
        <dsp:cNvPr id="0" name=""/>
        <dsp:cNvSpPr/>
      </dsp:nvSpPr>
      <dsp:spPr>
        <a:xfrm>
          <a:off x="342173"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77E955-BDD7-45BB-B3FD-F5623A96EC31}">
      <dsp:nvSpPr>
        <dsp:cNvPr id="0" name=""/>
        <dsp:cNvSpPr/>
      </dsp:nvSpPr>
      <dsp:spPr>
        <a:xfrm>
          <a:off x="4656"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A-B</a:t>
          </a:r>
          <a:endParaRPr lang="LID4096" sz="2200" kern="1200"/>
        </a:p>
      </dsp:txBody>
      <dsp:txXfrm>
        <a:off x="19622" y="3972320"/>
        <a:ext cx="736543" cy="481051"/>
      </dsp:txXfrm>
    </dsp:sp>
    <dsp:sp modelId="{BCF54B26-AA6F-4483-9818-B5EC37691811}">
      <dsp:nvSpPr>
        <dsp:cNvPr id="0" name=""/>
        <dsp:cNvSpPr/>
      </dsp:nvSpPr>
      <dsp:spPr>
        <a:xfrm>
          <a:off x="1338592" y="3037583"/>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EA9CA0-7894-4164-8F81-A976EBAC52B2}">
      <dsp:nvSpPr>
        <dsp:cNvPr id="0" name=""/>
        <dsp:cNvSpPr/>
      </dsp:nvSpPr>
      <dsp:spPr>
        <a:xfrm>
          <a:off x="1001074"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A-C</a:t>
          </a:r>
          <a:endParaRPr lang="LID4096" sz="2200" kern="1200"/>
        </a:p>
      </dsp:txBody>
      <dsp:txXfrm>
        <a:off x="1016040" y="3256943"/>
        <a:ext cx="736543" cy="481051"/>
      </dsp:txXfrm>
    </dsp:sp>
    <dsp:sp modelId="{0954C3B3-F303-4667-86D3-F085371E601E}">
      <dsp:nvSpPr>
        <dsp:cNvPr id="0" name=""/>
        <dsp:cNvSpPr/>
      </dsp:nvSpPr>
      <dsp:spPr>
        <a:xfrm>
          <a:off x="1384312" y="3037583"/>
          <a:ext cx="996418" cy="204393"/>
        </a:xfrm>
        <a:custGeom>
          <a:avLst/>
          <a:gdLst/>
          <a:ahLst/>
          <a:cxnLst/>
          <a:rect l="0" t="0" r="0" b="0"/>
          <a:pathLst>
            <a:path>
              <a:moveTo>
                <a:pt x="0" y="0"/>
              </a:moveTo>
              <a:lnTo>
                <a:pt x="0" y="102196"/>
              </a:lnTo>
              <a:lnTo>
                <a:pt x="996418" y="102196"/>
              </a:lnTo>
              <a:lnTo>
                <a:pt x="996418"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85AE27-BD4F-415C-AF32-94F11D441F25}">
      <dsp:nvSpPr>
        <dsp:cNvPr id="0" name=""/>
        <dsp:cNvSpPr/>
      </dsp:nvSpPr>
      <dsp:spPr>
        <a:xfrm>
          <a:off x="1997492"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2012458" y="3256943"/>
        <a:ext cx="736543" cy="481051"/>
      </dsp:txXfrm>
    </dsp:sp>
    <dsp:sp modelId="{0D6C161C-9C8F-4848-839D-1434EF3A4830}">
      <dsp:nvSpPr>
        <dsp:cNvPr id="0" name=""/>
        <dsp:cNvSpPr/>
      </dsp:nvSpPr>
      <dsp:spPr>
        <a:xfrm>
          <a:off x="2335010"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4F27C5-9E8A-4895-92D6-704B40223771}">
      <dsp:nvSpPr>
        <dsp:cNvPr id="0" name=""/>
        <dsp:cNvSpPr/>
      </dsp:nvSpPr>
      <dsp:spPr>
        <a:xfrm>
          <a:off x="1997492"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B-C</a:t>
          </a:r>
          <a:endParaRPr lang="LID4096" sz="2200" kern="1200"/>
        </a:p>
      </dsp:txBody>
      <dsp:txXfrm>
        <a:off x="2012458" y="3972320"/>
        <a:ext cx="736543" cy="481051"/>
      </dsp:txXfrm>
    </dsp:sp>
    <dsp:sp modelId="{3F12FA3E-BE8D-4BD7-91E0-0A7F1358DC0F}">
      <dsp:nvSpPr>
        <dsp:cNvPr id="0" name=""/>
        <dsp:cNvSpPr/>
      </dsp:nvSpPr>
      <dsp:spPr>
        <a:xfrm>
          <a:off x="2380730" y="2322206"/>
          <a:ext cx="498209" cy="204393"/>
        </a:xfrm>
        <a:custGeom>
          <a:avLst/>
          <a:gdLst/>
          <a:ahLst/>
          <a:cxnLst/>
          <a:rect l="0" t="0" r="0" b="0"/>
          <a:pathLst>
            <a:path>
              <a:moveTo>
                <a:pt x="498209" y="0"/>
              </a:moveTo>
              <a:lnTo>
                <a:pt x="498209"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19C7B8-DE29-4692-9746-DCAA777E5834}">
      <dsp:nvSpPr>
        <dsp:cNvPr id="0" name=""/>
        <dsp:cNvSpPr/>
      </dsp:nvSpPr>
      <dsp:spPr>
        <a:xfrm>
          <a:off x="1997492" y="2526600"/>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A-B</a:t>
          </a:r>
          <a:endParaRPr lang="LID4096" sz="2200" kern="1200"/>
        </a:p>
      </dsp:txBody>
      <dsp:txXfrm>
        <a:off x="2012458" y="2541566"/>
        <a:ext cx="736543" cy="481051"/>
      </dsp:txXfrm>
    </dsp:sp>
    <dsp:sp modelId="{DAEC335B-21D1-4269-8BD5-AFAF744BD98C}">
      <dsp:nvSpPr>
        <dsp:cNvPr id="0" name=""/>
        <dsp:cNvSpPr/>
      </dsp:nvSpPr>
      <dsp:spPr>
        <a:xfrm>
          <a:off x="2878939" y="2322206"/>
          <a:ext cx="1494627" cy="204393"/>
        </a:xfrm>
        <a:custGeom>
          <a:avLst/>
          <a:gdLst/>
          <a:ahLst/>
          <a:cxnLst/>
          <a:rect l="0" t="0" r="0" b="0"/>
          <a:pathLst>
            <a:path>
              <a:moveTo>
                <a:pt x="0" y="0"/>
              </a:moveTo>
              <a:lnTo>
                <a:pt x="0" y="102196"/>
              </a:lnTo>
              <a:lnTo>
                <a:pt x="1494627" y="102196"/>
              </a:lnTo>
              <a:lnTo>
                <a:pt x="1494627"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CF7E6E-EA2D-4861-85C0-2F36C5E8753D}">
      <dsp:nvSpPr>
        <dsp:cNvPr id="0" name=""/>
        <dsp:cNvSpPr/>
      </dsp:nvSpPr>
      <dsp:spPr>
        <a:xfrm>
          <a:off x="3990328" y="2526600"/>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H(2)</a:t>
          </a:r>
          <a:endParaRPr lang="LID4096" sz="2200" kern="1200"/>
        </a:p>
      </dsp:txBody>
      <dsp:txXfrm>
        <a:off x="4005294" y="2541566"/>
        <a:ext cx="736543" cy="481051"/>
      </dsp:txXfrm>
    </dsp:sp>
    <dsp:sp modelId="{3ACDB481-EA98-49B5-868E-BD65D7DB5958}">
      <dsp:nvSpPr>
        <dsp:cNvPr id="0" name=""/>
        <dsp:cNvSpPr/>
      </dsp:nvSpPr>
      <dsp:spPr>
        <a:xfrm>
          <a:off x="3377148" y="3037583"/>
          <a:ext cx="996418" cy="204393"/>
        </a:xfrm>
        <a:custGeom>
          <a:avLst/>
          <a:gdLst/>
          <a:ahLst/>
          <a:cxnLst/>
          <a:rect l="0" t="0" r="0" b="0"/>
          <a:pathLst>
            <a:path>
              <a:moveTo>
                <a:pt x="996418" y="0"/>
              </a:moveTo>
              <a:lnTo>
                <a:pt x="996418"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9D7DD2-78A4-4556-8D28-0B6A73B30D3E}">
      <dsp:nvSpPr>
        <dsp:cNvPr id="0" name=""/>
        <dsp:cNvSpPr/>
      </dsp:nvSpPr>
      <dsp:spPr>
        <a:xfrm>
          <a:off x="2993910"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3008876" y="3256943"/>
        <a:ext cx="736543" cy="481051"/>
      </dsp:txXfrm>
    </dsp:sp>
    <dsp:sp modelId="{D2380322-2510-4A44-8173-6C9B1A2919E0}">
      <dsp:nvSpPr>
        <dsp:cNvPr id="0" name=""/>
        <dsp:cNvSpPr/>
      </dsp:nvSpPr>
      <dsp:spPr>
        <a:xfrm>
          <a:off x="3331428"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D41738-5CEB-49EA-A933-D2060BA05A03}">
      <dsp:nvSpPr>
        <dsp:cNvPr id="0" name=""/>
        <dsp:cNvSpPr/>
      </dsp:nvSpPr>
      <dsp:spPr>
        <a:xfrm>
          <a:off x="2993910"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C-A</a:t>
          </a:r>
          <a:endParaRPr lang="LID4096" sz="2200" kern="1200"/>
        </a:p>
      </dsp:txBody>
      <dsp:txXfrm>
        <a:off x="3008876" y="3972320"/>
        <a:ext cx="736543" cy="481051"/>
      </dsp:txXfrm>
    </dsp:sp>
    <dsp:sp modelId="{3B4E81AF-B539-418D-8650-8425AF89AD6E}">
      <dsp:nvSpPr>
        <dsp:cNvPr id="0" name=""/>
        <dsp:cNvSpPr/>
      </dsp:nvSpPr>
      <dsp:spPr>
        <a:xfrm>
          <a:off x="4327846" y="3037583"/>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E29B3D-9E03-4AB0-A5F7-0AF87C2C3DBD}">
      <dsp:nvSpPr>
        <dsp:cNvPr id="0" name=""/>
        <dsp:cNvSpPr/>
      </dsp:nvSpPr>
      <dsp:spPr>
        <a:xfrm>
          <a:off x="3990328"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C-B</a:t>
          </a:r>
          <a:endParaRPr lang="LID4096" sz="2200" kern="1200"/>
        </a:p>
      </dsp:txBody>
      <dsp:txXfrm>
        <a:off x="4005294" y="3256943"/>
        <a:ext cx="736543" cy="481051"/>
      </dsp:txXfrm>
    </dsp:sp>
    <dsp:sp modelId="{5286F3B9-01B9-4BE0-81E0-E25EFC49A4B4}">
      <dsp:nvSpPr>
        <dsp:cNvPr id="0" name=""/>
        <dsp:cNvSpPr/>
      </dsp:nvSpPr>
      <dsp:spPr>
        <a:xfrm>
          <a:off x="4373566" y="3037583"/>
          <a:ext cx="996418" cy="204393"/>
        </a:xfrm>
        <a:custGeom>
          <a:avLst/>
          <a:gdLst/>
          <a:ahLst/>
          <a:cxnLst/>
          <a:rect l="0" t="0" r="0" b="0"/>
          <a:pathLst>
            <a:path>
              <a:moveTo>
                <a:pt x="0" y="0"/>
              </a:moveTo>
              <a:lnTo>
                <a:pt x="0" y="102196"/>
              </a:lnTo>
              <a:lnTo>
                <a:pt x="996418" y="102196"/>
              </a:lnTo>
              <a:lnTo>
                <a:pt x="996418"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6284D1-BFB5-4CEC-B99A-CC058ADF7DC2}">
      <dsp:nvSpPr>
        <dsp:cNvPr id="0" name=""/>
        <dsp:cNvSpPr/>
      </dsp:nvSpPr>
      <dsp:spPr>
        <a:xfrm>
          <a:off x="4986747"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5001713" y="3256943"/>
        <a:ext cx="736543" cy="481051"/>
      </dsp:txXfrm>
    </dsp:sp>
    <dsp:sp modelId="{C9A15296-E178-4E94-AC2A-141BD92C67A6}">
      <dsp:nvSpPr>
        <dsp:cNvPr id="0" name=""/>
        <dsp:cNvSpPr/>
      </dsp:nvSpPr>
      <dsp:spPr>
        <a:xfrm>
          <a:off x="5324264"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58FF9E-FF8E-4E54-9AFB-5F8823AAADDD}">
      <dsp:nvSpPr>
        <dsp:cNvPr id="0" name=""/>
        <dsp:cNvSpPr/>
      </dsp:nvSpPr>
      <dsp:spPr>
        <a:xfrm>
          <a:off x="4986747"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A-B</a:t>
          </a:r>
          <a:endParaRPr lang="LID4096" sz="2200" kern="1200"/>
        </a:p>
      </dsp:txBody>
      <dsp:txXfrm>
        <a:off x="5001713" y="3972320"/>
        <a:ext cx="736543" cy="481051"/>
      </dsp:txXfrm>
    </dsp:sp>
    <dsp:sp modelId="{C3A5826D-BEAF-4A79-A81B-F43A90CAAA96}">
      <dsp:nvSpPr>
        <dsp:cNvPr id="0" name=""/>
        <dsp:cNvSpPr/>
      </dsp:nvSpPr>
      <dsp:spPr>
        <a:xfrm>
          <a:off x="3875357" y="1606829"/>
          <a:ext cx="1992836" cy="204393"/>
        </a:xfrm>
        <a:custGeom>
          <a:avLst/>
          <a:gdLst/>
          <a:ahLst/>
          <a:cxnLst/>
          <a:rect l="0" t="0" r="0" b="0"/>
          <a:pathLst>
            <a:path>
              <a:moveTo>
                <a:pt x="1992836" y="0"/>
              </a:moveTo>
              <a:lnTo>
                <a:pt x="1992836" y="102196"/>
              </a:lnTo>
              <a:lnTo>
                <a:pt x="0" y="102196"/>
              </a:lnTo>
              <a:lnTo>
                <a:pt x="0" y="20439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78C3C6-15C5-4B2A-8F47-F64C1C189C9E}">
      <dsp:nvSpPr>
        <dsp:cNvPr id="0" name=""/>
        <dsp:cNvSpPr/>
      </dsp:nvSpPr>
      <dsp:spPr>
        <a:xfrm>
          <a:off x="3492119" y="1811222"/>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A-C</a:t>
          </a:r>
          <a:endParaRPr lang="LID4096" sz="2200" kern="1200"/>
        </a:p>
      </dsp:txBody>
      <dsp:txXfrm>
        <a:off x="3507085" y="1826188"/>
        <a:ext cx="736543" cy="481051"/>
      </dsp:txXfrm>
    </dsp:sp>
    <dsp:sp modelId="{98E459F7-3A1A-42CD-B68C-10D057A9E04F}">
      <dsp:nvSpPr>
        <dsp:cNvPr id="0" name=""/>
        <dsp:cNvSpPr/>
      </dsp:nvSpPr>
      <dsp:spPr>
        <a:xfrm>
          <a:off x="5868194" y="1606829"/>
          <a:ext cx="2989254" cy="204393"/>
        </a:xfrm>
        <a:custGeom>
          <a:avLst/>
          <a:gdLst/>
          <a:ahLst/>
          <a:cxnLst/>
          <a:rect l="0" t="0" r="0" b="0"/>
          <a:pathLst>
            <a:path>
              <a:moveTo>
                <a:pt x="0" y="0"/>
              </a:moveTo>
              <a:lnTo>
                <a:pt x="0" y="102196"/>
              </a:lnTo>
              <a:lnTo>
                <a:pt x="2989254" y="102196"/>
              </a:lnTo>
              <a:lnTo>
                <a:pt x="2989254" y="20439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A7EF09-06DC-4BAF-8D14-1E18F2CA82D2}">
      <dsp:nvSpPr>
        <dsp:cNvPr id="0" name=""/>
        <dsp:cNvSpPr/>
      </dsp:nvSpPr>
      <dsp:spPr>
        <a:xfrm>
          <a:off x="8474210" y="1811222"/>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H(3)</a:t>
          </a:r>
          <a:endParaRPr lang="LID4096" sz="2200" kern="1200"/>
        </a:p>
      </dsp:txBody>
      <dsp:txXfrm>
        <a:off x="8489176" y="1826188"/>
        <a:ext cx="736543" cy="481051"/>
      </dsp:txXfrm>
    </dsp:sp>
    <dsp:sp modelId="{EFFEFA9C-533E-436F-ACB5-FDB226873054}">
      <dsp:nvSpPr>
        <dsp:cNvPr id="0" name=""/>
        <dsp:cNvSpPr/>
      </dsp:nvSpPr>
      <dsp:spPr>
        <a:xfrm>
          <a:off x="7362821" y="2322206"/>
          <a:ext cx="1494627" cy="204393"/>
        </a:xfrm>
        <a:custGeom>
          <a:avLst/>
          <a:gdLst/>
          <a:ahLst/>
          <a:cxnLst/>
          <a:rect l="0" t="0" r="0" b="0"/>
          <a:pathLst>
            <a:path>
              <a:moveTo>
                <a:pt x="1494627" y="0"/>
              </a:moveTo>
              <a:lnTo>
                <a:pt x="1494627"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E977B2-EF70-4C58-BBB0-75140E3BF563}">
      <dsp:nvSpPr>
        <dsp:cNvPr id="0" name=""/>
        <dsp:cNvSpPr/>
      </dsp:nvSpPr>
      <dsp:spPr>
        <a:xfrm>
          <a:off x="6979583" y="2526600"/>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H(2)</a:t>
          </a:r>
          <a:endParaRPr lang="LID4096" sz="2200" kern="1200"/>
        </a:p>
      </dsp:txBody>
      <dsp:txXfrm>
        <a:off x="6994549" y="2541566"/>
        <a:ext cx="736543" cy="481051"/>
      </dsp:txXfrm>
    </dsp:sp>
    <dsp:sp modelId="{54247B11-9E41-4214-A5F2-3395DC35DAD8}">
      <dsp:nvSpPr>
        <dsp:cNvPr id="0" name=""/>
        <dsp:cNvSpPr/>
      </dsp:nvSpPr>
      <dsp:spPr>
        <a:xfrm>
          <a:off x="6366403" y="3037583"/>
          <a:ext cx="996418" cy="204393"/>
        </a:xfrm>
        <a:custGeom>
          <a:avLst/>
          <a:gdLst/>
          <a:ahLst/>
          <a:cxnLst/>
          <a:rect l="0" t="0" r="0" b="0"/>
          <a:pathLst>
            <a:path>
              <a:moveTo>
                <a:pt x="996418" y="0"/>
              </a:moveTo>
              <a:lnTo>
                <a:pt x="996418"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359367-87AA-4EAE-BE01-ED8EA304EBDB}">
      <dsp:nvSpPr>
        <dsp:cNvPr id="0" name=""/>
        <dsp:cNvSpPr/>
      </dsp:nvSpPr>
      <dsp:spPr>
        <a:xfrm>
          <a:off x="5983165"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5998131" y="3256943"/>
        <a:ext cx="736543" cy="481051"/>
      </dsp:txXfrm>
    </dsp:sp>
    <dsp:sp modelId="{F7814C84-11A0-4647-BADC-534851AC6C12}">
      <dsp:nvSpPr>
        <dsp:cNvPr id="0" name=""/>
        <dsp:cNvSpPr/>
      </dsp:nvSpPr>
      <dsp:spPr>
        <a:xfrm>
          <a:off x="6320683"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24CF5D-7527-466D-BE93-B7D204CB7D4E}">
      <dsp:nvSpPr>
        <dsp:cNvPr id="0" name=""/>
        <dsp:cNvSpPr/>
      </dsp:nvSpPr>
      <dsp:spPr>
        <a:xfrm>
          <a:off x="5983165"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B-C</a:t>
          </a:r>
          <a:endParaRPr lang="LID4096" sz="2200" kern="1200"/>
        </a:p>
      </dsp:txBody>
      <dsp:txXfrm>
        <a:off x="5998131" y="3972320"/>
        <a:ext cx="736543" cy="481051"/>
      </dsp:txXfrm>
    </dsp:sp>
    <dsp:sp modelId="{B4B27152-1801-48ED-BA60-B1AAB2D51F81}">
      <dsp:nvSpPr>
        <dsp:cNvPr id="0" name=""/>
        <dsp:cNvSpPr/>
      </dsp:nvSpPr>
      <dsp:spPr>
        <a:xfrm>
          <a:off x="7317101" y="3037583"/>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01ABD6-F742-4E8D-A32F-939D67ACAB5A}">
      <dsp:nvSpPr>
        <dsp:cNvPr id="0" name=""/>
        <dsp:cNvSpPr/>
      </dsp:nvSpPr>
      <dsp:spPr>
        <a:xfrm>
          <a:off x="6979583"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B-A</a:t>
          </a:r>
          <a:endParaRPr lang="LID4096" sz="2200" kern="1200"/>
        </a:p>
      </dsp:txBody>
      <dsp:txXfrm>
        <a:off x="6994549" y="3256943"/>
        <a:ext cx="736543" cy="481051"/>
      </dsp:txXfrm>
    </dsp:sp>
    <dsp:sp modelId="{057133E3-53F8-4632-B466-E48599DE8DE6}">
      <dsp:nvSpPr>
        <dsp:cNvPr id="0" name=""/>
        <dsp:cNvSpPr/>
      </dsp:nvSpPr>
      <dsp:spPr>
        <a:xfrm>
          <a:off x="7362821" y="3037583"/>
          <a:ext cx="996418" cy="204393"/>
        </a:xfrm>
        <a:custGeom>
          <a:avLst/>
          <a:gdLst/>
          <a:ahLst/>
          <a:cxnLst/>
          <a:rect l="0" t="0" r="0" b="0"/>
          <a:pathLst>
            <a:path>
              <a:moveTo>
                <a:pt x="0" y="0"/>
              </a:moveTo>
              <a:lnTo>
                <a:pt x="0" y="102196"/>
              </a:lnTo>
              <a:lnTo>
                <a:pt x="996418" y="102196"/>
              </a:lnTo>
              <a:lnTo>
                <a:pt x="996418"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D096D5-B46B-4AD0-922F-EBEAA30229E3}">
      <dsp:nvSpPr>
        <dsp:cNvPr id="0" name=""/>
        <dsp:cNvSpPr/>
      </dsp:nvSpPr>
      <dsp:spPr>
        <a:xfrm>
          <a:off x="7976001"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7990967" y="3256943"/>
        <a:ext cx="736543" cy="481051"/>
      </dsp:txXfrm>
    </dsp:sp>
    <dsp:sp modelId="{D68D4B9F-40E2-4F64-960D-7C286A03C39D}">
      <dsp:nvSpPr>
        <dsp:cNvPr id="0" name=""/>
        <dsp:cNvSpPr/>
      </dsp:nvSpPr>
      <dsp:spPr>
        <a:xfrm>
          <a:off x="8313519"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73208A-BDD8-494E-B97D-3A1A7DB1C1BB}">
      <dsp:nvSpPr>
        <dsp:cNvPr id="0" name=""/>
        <dsp:cNvSpPr/>
      </dsp:nvSpPr>
      <dsp:spPr>
        <a:xfrm>
          <a:off x="7976001"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C-A</a:t>
          </a:r>
          <a:endParaRPr lang="LID4096" sz="2200" kern="1200"/>
        </a:p>
      </dsp:txBody>
      <dsp:txXfrm>
        <a:off x="7990967" y="3972320"/>
        <a:ext cx="736543" cy="481051"/>
      </dsp:txXfrm>
    </dsp:sp>
    <dsp:sp modelId="{519D89AC-87E8-4E61-93BE-5B2786DBAABA}">
      <dsp:nvSpPr>
        <dsp:cNvPr id="0" name=""/>
        <dsp:cNvSpPr/>
      </dsp:nvSpPr>
      <dsp:spPr>
        <a:xfrm>
          <a:off x="8359239" y="2322206"/>
          <a:ext cx="498209" cy="204393"/>
        </a:xfrm>
        <a:custGeom>
          <a:avLst/>
          <a:gdLst/>
          <a:ahLst/>
          <a:cxnLst/>
          <a:rect l="0" t="0" r="0" b="0"/>
          <a:pathLst>
            <a:path>
              <a:moveTo>
                <a:pt x="498209" y="0"/>
              </a:moveTo>
              <a:lnTo>
                <a:pt x="498209"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5645EB-0DE5-4C2B-B1E9-DBD1721F2C5B}">
      <dsp:nvSpPr>
        <dsp:cNvPr id="0" name=""/>
        <dsp:cNvSpPr/>
      </dsp:nvSpPr>
      <dsp:spPr>
        <a:xfrm>
          <a:off x="7976001" y="2526600"/>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B-C</a:t>
          </a:r>
          <a:endParaRPr lang="LID4096" sz="2200" kern="1200"/>
        </a:p>
      </dsp:txBody>
      <dsp:txXfrm>
        <a:off x="7990967" y="2541566"/>
        <a:ext cx="736543" cy="481051"/>
      </dsp:txXfrm>
    </dsp:sp>
    <dsp:sp modelId="{C83BF0BB-3E88-442F-89C2-2A12B40B1467}">
      <dsp:nvSpPr>
        <dsp:cNvPr id="0" name=""/>
        <dsp:cNvSpPr/>
      </dsp:nvSpPr>
      <dsp:spPr>
        <a:xfrm>
          <a:off x="8857448" y="2322206"/>
          <a:ext cx="1494627" cy="204393"/>
        </a:xfrm>
        <a:custGeom>
          <a:avLst/>
          <a:gdLst/>
          <a:ahLst/>
          <a:cxnLst/>
          <a:rect l="0" t="0" r="0" b="0"/>
          <a:pathLst>
            <a:path>
              <a:moveTo>
                <a:pt x="0" y="0"/>
              </a:moveTo>
              <a:lnTo>
                <a:pt x="0" y="102196"/>
              </a:lnTo>
              <a:lnTo>
                <a:pt x="1494627" y="102196"/>
              </a:lnTo>
              <a:lnTo>
                <a:pt x="1494627"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813A7D-C26A-45C7-AAB5-9601CC5EE23D}">
      <dsp:nvSpPr>
        <dsp:cNvPr id="0" name=""/>
        <dsp:cNvSpPr/>
      </dsp:nvSpPr>
      <dsp:spPr>
        <a:xfrm>
          <a:off x="9968838" y="2526600"/>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H(2)</a:t>
          </a:r>
          <a:endParaRPr lang="LID4096" sz="2200" kern="1200"/>
        </a:p>
      </dsp:txBody>
      <dsp:txXfrm>
        <a:off x="9983804" y="2541566"/>
        <a:ext cx="736543" cy="481051"/>
      </dsp:txXfrm>
    </dsp:sp>
    <dsp:sp modelId="{D72E0159-8CB0-465B-98C1-5B71A6668D15}">
      <dsp:nvSpPr>
        <dsp:cNvPr id="0" name=""/>
        <dsp:cNvSpPr/>
      </dsp:nvSpPr>
      <dsp:spPr>
        <a:xfrm>
          <a:off x="9355657" y="3037583"/>
          <a:ext cx="996418" cy="204393"/>
        </a:xfrm>
        <a:custGeom>
          <a:avLst/>
          <a:gdLst/>
          <a:ahLst/>
          <a:cxnLst/>
          <a:rect l="0" t="0" r="0" b="0"/>
          <a:pathLst>
            <a:path>
              <a:moveTo>
                <a:pt x="996418" y="0"/>
              </a:moveTo>
              <a:lnTo>
                <a:pt x="996418" y="102196"/>
              </a:lnTo>
              <a:lnTo>
                <a:pt x="0" y="102196"/>
              </a:lnTo>
              <a:lnTo>
                <a:pt x="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6D484D-11E6-46AA-A009-8B312EB9BF55}">
      <dsp:nvSpPr>
        <dsp:cNvPr id="0" name=""/>
        <dsp:cNvSpPr/>
      </dsp:nvSpPr>
      <dsp:spPr>
        <a:xfrm>
          <a:off x="8972419"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8987385" y="3256943"/>
        <a:ext cx="736543" cy="481051"/>
      </dsp:txXfrm>
    </dsp:sp>
    <dsp:sp modelId="{B20550FC-6363-443A-8E15-228E774894CE}">
      <dsp:nvSpPr>
        <dsp:cNvPr id="0" name=""/>
        <dsp:cNvSpPr/>
      </dsp:nvSpPr>
      <dsp:spPr>
        <a:xfrm>
          <a:off x="9309937"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CFD799-212A-409E-8FEB-58892377122F}">
      <dsp:nvSpPr>
        <dsp:cNvPr id="0" name=""/>
        <dsp:cNvSpPr/>
      </dsp:nvSpPr>
      <dsp:spPr>
        <a:xfrm>
          <a:off x="8972419"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A-B</a:t>
          </a:r>
          <a:endParaRPr lang="LID4096" sz="2200" kern="1200" dirty="0"/>
        </a:p>
      </dsp:txBody>
      <dsp:txXfrm>
        <a:off x="8987385" y="3972320"/>
        <a:ext cx="736543" cy="481051"/>
      </dsp:txXfrm>
    </dsp:sp>
    <dsp:sp modelId="{B82420A6-452A-46E1-94AF-9E61F57B94D1}">
      <dsp:nvSpPr>
        <dsp:cNvPr id="0" name=""/>
        <dsp:cNvSpPr/>
      </dsp:nvSpPr>
      <dsp:spPr>
        <a:xfrm>
          <a:off x="10306355" y="3037583"/>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BEE2C05-8CD9-49D6-8947-FE68990457F7}">
      <dsp:nvSpPr>
        <dsp:cNvPr id="0" name=""/>
        <dsp:cNvSpPr/>
      </dsp:nvSpPr>
      <dsp:spPr>
        <a:xfrm>
          <a:off x="9968838"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A-C</a:t>
          </a:r>
          <a:endParaRPr lang="LID4096" sz="2200" kern="1200"/>
        </a:p>
      </dsp:txBody>
      <dsp:txXfrm>
        <a:off x="9983804" y="3256943"/>
        <a:ext cx="736543" cy="481051"/>
      </dsp:txXfrm>
    </dsp:sp>
    <dsp:sp modelId="{984ED6F6-CE0C-4F57-A4F6-626BE47E394A}">
      <dsp:nvSpPr>
        <dsp:cNvPr id="0" name=""/>
        <dsp:cNvSpPr/>
      </dsp:nvSpPr>
      <dsp:spPr>
        <a:xfrm>
          <a:off x="10352075" y="3037583"/>
          <a:ext cx="996418" cy="204393"/>
        </a:xfrm>
        <a:custGeom>
          <a:avLst/>
          <a:gdLst/>
          <a:ahLst/>
          <a:cxnLst/>
          <a:rect l="0" t="0" r="0" b="0"/>
          <a:pathLst>
            <a:path>
              <a:moveTo>
                <a:pt x="0" y="0"/>
              </a:moveTo>
              <a:lnTo>
                <a:pt x="0" y="102196"/>
              </a:lnTo>
              <a:lnTo>
                <a:pt x="996418" y="102196"/>
              </a:lnTo>
              <a:lnTo>
                <a:pt x="996418"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17D34F-4718-47E2-ADF1-ADA0155B3E3B}">
      <dsp:nvSpPr>
        <dsp:cNvPr id="0" name=""/>
        <dsp:cNvSpPr/>
      </dsp:nvSpPr>
      <dsp:spPr>
        <a:xfrm>
          <a:off x="10965256" y="3241977"/>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H(1)</a:t>
          </a:r>
          <a:endParaRPr lang="LID4096" sz="2200" kern="1200"/>
        </a:p>
      </dsp:txBody>
      <dsp:txXfrm>
        <a:off x="10980222" y="3256943"/>
        <a:ext cx="736543" cy="481051"/>
      </dsp:txXfrm>
    </dsp:sp>
    <dsp:sp modelId="{6EE3F8C1-52CF-446A-88E1-B37248F5B0CB}">
      <dsp:nvSpPr>
        <dsp:cNvPr id="0" name=""/>
        <dsp:cNvSpPr/>
      </dsp:nvSpPr>
      <dsp:spPr>
        <a:xfrm>
          <a:off x="11302774" y="3752961"/>
          <a:ext cx="91440" cy="204393"/>
        </a:xfrm>
        <a:custGeom>
          <a:avLst/>
          <a:gdLst/>
          <a:ahLst/>
          <a:cxnLst/>
          <a:rect l="0" t="0" r="0" b="0"/>
          <a:pathLst>
            <a:path>
              <a:moveTo>
                <a:pt x="45720" y="0"/>
              </a:moveTo>
              <a:lnTo>
                <a:pt x="45720" y="204393"/>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DE410F-8B0C-4DB2-9CC0-BF4ED1415D3A}">
      <dsp:nvSpPr>
        <dsp:cNvPr id="0" name=""/>
        <dsp:cNvSpPr/>
      </dsp:nvSpPr>
      <dsp:spPr>
        <a:xfrm>
          <a:off x="10965256" y="3957354"/>
          <a:ext cx="766475" cy="51098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B-C</a:t>
          </a:r>
          <a:endParaRPr lang="LID4096" sz="2200" kern="1200"/>
        </a:p>
      </dsp:txBody>
      <dsp:txXfrm>
        <a:off x="10980222" y="3972320"/>
        <a:ext cx="736543" cy="48105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12/6/2023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26157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331667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49526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69075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61143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04533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49357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748803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Explain in detail why this so-called simplicity was needed</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660273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432630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4142698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4081770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130818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172845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686315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1937872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way we are calculating cutoff does not require checking for Even or Odd because we’re taking Ceiling of the quotient. Also note that we need to add “start” so that the indices are according to the Array.</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34186143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91297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292764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36630336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simple terms,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e>
                    </m:func>
                  </m:oMath>
                </a14:m>
                <a:r>
                  <a:rPr lang="en-US" dirty="0"/>
                  <a:t> asks how many times should </a:t>
                </a:r>
                <a14:m>
                  <m:oMath xmlns:m="http://schemas.openxmlformats.org/officeDocument/2006/math">
                    <m:r>
                      <a:rPr lang="en-US" b="0" i="1" smtClean="0">
                        <a:latin typeface="Cambria Math" panose="02040503050406030204" pitchFamily="18" charset="0"/>
                      </a:rPr>
                      <m:t>𝑛</m:t>
                    </m:r>
                  </m:oMath>
                </a14:m>
                <a:r>
                  <a:rPr lang="en-US" dirty="0"/>
                  <a:t> be divided</a:t>
                </a:r>
                <a:r>
                  <a:rPr lang="en-US" baseline="0" dirty="0"/>
                  <a:t> by 2 to reach the base case </a:t>
                </a:r>
                <a14:m>
                  <m:oMath xmlns:m="http://schemas.openxmlformats.org/officeDocument/2006/math">
                    <m:r>
                      <a:rPr lang="en-US" b="0" i="1" baseline="0" smtClean="0">
                        <a:latin typeface="Cambria Math" panose="02040503050406030204" pitchFamily="18" charset="0"/>
                      </a:rPr>
                      <m:t>𝑇</m:t>
                    </m:r>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1</m:t>
                        </m:r>
                      </m:e>
                    </m:d>
                  </m:oMath>
                </a14:m>
                <a:r>
                  <a:rPr lang="en-US" dirty="0"/>
                  <a:t>?</a:t>
                </a:r>
              </a:p>
            </p:txBody>
          </p:sp>
        </mc:Choice>
        <mc:Fallback xmlns="">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simple terms, </a:t>
                </a:r>
                <a:r>
                  <a:rPr lang="en-US" b="0" i="0">
                    <a:latin typeface="Cambria Math" panose="02040503050406030204" pitchFamily="18" charset="0"/>
                  </a:rPr>
                  <a:t>log_2⁡𝑛</a:t>
                </a:r>
                <a:r>
                  <a:rPr lang="en-US" dirty="0"/>
                  <a:t> asks how many times should </a:t>
                </a:r>
                <a:r>
                  <a:rPr lang="en-US" b="0" i="0">
                    <a:latin typeface="Cambria Math" panose="02040503050406030204" pitchFamily="18" charset="0"/>
                  </a:rPr>
                  <a:t>𝑛</a:t>
                </a:r>
                <a:r>
                  <a:rPr lang="en-US" dirty="0"/>
                  <a:t> be divided</a:t>
                </a:r>
                <a:r>
                  <a:rPr lang="en-US" baseline="0" dirty="0"/>
                  <a:t> by 2 to reach the base case </a:t>
                </a:r>
                <a:r>
                  <a:rPr lang="en-US" b="0" i="0" baseline="0">
                    <a:latin typeface="Cambria Math" panose="02040503050406030204" pitchFamily="18" charset="0"/>
                  </a:rPr>
                  <a:t>𝑇(1)</a:t>
                </a:r>
                <a:r>
                  <a:rPr lang="en-US" dirty="0"/>
                  <a:t>?</a:t>
                </a:r>
              </a:p>
            </p:txBody>
          </p:sp>
        </mc:Fallback>
      </mc:AlternateContent>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28213864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17448294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7499153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370540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28</a:t>
            </a:fld>
            <a:endParaRPr lang="en-US" dirty="0"/>
          </a:p>
        </p:txBody>
      </p:sp>
    </p:spTree>
    <p:extLst>
      <p:ext uri="{BB962C8B-B14F-4D97-AF65-F5344CB8AC3E}">
        <p14:creationId xmlns:p14="http://schemas.microsoft.com/office/powerpoint/2010/main" val="829546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29</a:t>
            </a:fld>
            <a:endParaRPr lang="en-US" dirty="0"/>
          </a:p>
        </p:txBody>
      </p:sp>
    </p:spTree>
    <p:extLst>
      <p:ext uri="{BB962C8B-B14F-4D97-AF65-F5344CB8AC3E}">
        <p14:creationId xmlns:p14="http://schemas.microsoft.com/office/powerpoint/2010/main" val="30558489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30</a:t>
            </a:fld>
            <a:endParaRPr lang="en-US" dirty="0"/>
          </a:p>
        </p:txBody>
      </p:sp>
    </p:spTree>
    <p:extLst>
      <p:ext uri="{BB962C8B-B14F-4D97-AF65-F5344CB8AC3E}">
        <p14:creationId xmlns:p14="http://schemas.microsoft.com/office/powerpoint/2010/main" val="19267400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31</a:t>
            </a:fld>
            <a:endParaRPr lang="en-US" dirty="0"/>
          </a:p>
        </p:txBody>
      </p:sp>
    </p:spTree>
    <p:extLst>
      <p:ext uri="{BB962C8B-B14F-4D97-AF65-F5344CB8AC3E}">
        <p14:creationId xmlns:p14="http://schemas.microsoft.com/office/powerpoint/2010/main" val="2520965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32</a:t>
            </a:fld>
            <a:endParaRPr lang="en-US" dirty="0"/>
          </a:p>
        </p:txBody>
      </p:sp>
    </p:spTree>
    <p:extLst>
      <p:ext uri="{BB962C8B-B14F-4D97-AF65-F5344CB8AC3E}">
        <p14:creationId xmlns:p14="http://schemas.microsoft.com/office/powerpoint/2010/main" val="3338400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33</a:t>
            </a:fld>
            <a:endParaRPr lang="en-US" dirty="0"/>
          </a:p>
        </p:txBody>
      </p:sp>
    </p:spTree>
    <p:extLst>
      <p:ext uri="{BB962C8B-B14F-4D97-AF65-F5344CB8AC3E}">
        <p14:creationId xmlns:p14="http://schemas.microsoft.com/office/powerpoint/2010/main" val="19561831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34</a:t>
            </a:fld>
            <a:endParaRPr lang="en-US" dirty="0"/>
          </a:p>
        </p:txBody>
      </p:sp>
    </p:spTree>
    <p:extLst>
      <p:ext uri="{BB962C8B-B14F-4D97-AF65-F5344CB8AC3E}">
        <p14:creationId xmlns:p14="http://schemas.microsoft.com/office/powerpoint/2010/main" val="1615655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35</a:t>
            </a:fld>
            <a:endParaRPr lang="en-US" dirty="0"/>
          </a:p>
        </p:txBody>
      </p:sp>
    </p:spTree>
    <p:extLst>
      <p:ext uri="{BB962C8B-B14F-4D97-AF65-F5344CB8AC3E}">
        <p14:creationId xmlns:p14="http://schemas.microsoft.com/office/powerpoint/2010/main" val="35343397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36</a:t>
            </a:fld>
            <a:endParaRPr lang="en-US" dirty="0"/>
          </a:p>
        </p:txBody>
      </p:sp>
    </p:spTree>
    <p:extLst>
      <p:ext uri="{BB962C8B-B14F-4D97-AF65-F5344CB8AC3E}">
        <p14:creationId xmlns:p14="http://schemas.microsoft.com/office/powerpoint/2010/main" val="645988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37</a:t>
            </a:fld>
            <a:endParaRPr lang="en-US" dirty="0"/>
          </a:p>
        </p:txBody>
      </p:sp>
    </p:spTree>
    <p:extLst>
      <p:ext uri="{BB962C8B-B14F-4D97-AF65-F5344CB8AC3E}">
        <p14:creationId xmlns:p14="http://schemas.microsoft.com/office/powerpoint/2010/main" val="1638275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png"/><Relationship Id="rId7" Type="http://schemas.openxmlformats.org/officeDocument/2006/relationships/diagramColors" Target="../diagrams/colors2.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10.png"/><Relationship Id="rId4" Type="http://schemas.openxmlformats.org/officeDocument/2006/relationships/image" Target="../media/image100.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61.png"/><Relationship Id="rId5" Type="http://schemas.openxmlformats.org/officeDocument/2006/relationships/image" Target="../media/image150.png"/><Relationship Id="rId4" Type="http://schemas.openxmlformats.org/officeDocument/2006/relationships/image" Target="../media/image140.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70.png"/><Relationship Id="rId7" Type="http://schemas.openxmlformats.org/officeDocument/2006/relationships/diagramColors" Target="../diagrams/colors3.xml"/><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80.png"/><Relationship Id="rId7" Type="http://schemas.openxmlformats.org/officeDocument/2006/relationships/diagramColors" Target="../diagrams/colors4.xm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8" Type="http://schemas.openxmlformats.org/officeDocument/2006/relationships/image" Target="../media/image33.png"/><Relationship Id="rId3" Type="http://schemas.microsoft.com/office/2007/relationships/hdphoto" Target="../media/hdphoto1.wdp"/><Relationship Id="rId7" Type="http://schemas.openxmlformats.org/officeDocument/2006/relationships/image" Target="../media/image32.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9" Type="http://schemas.openxmlformats.org/officeDocument/2006/relationships/image" Target="../media/image3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DESIGN AND ANALYSIS OF ALGORITHMS (113939)</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1678075"/>
            <a:ext cx="4480450" cy="4536997"/>
          </a:xfrm>
        </p:spPr>
        <p:txBody>
          <a:bodyPr/>
          <a:lstStyle/>
          <a:p>
            <a:r>
              <a:rPr lang="en-US" dirty="0"/>
              <a:t>Recap</a:t>
            </a:r>
          </a:p>
          <a:p>
            <a:r>
              <a:rPr lang="en-US" dirty="0"/>
              <a:t>How to write Recursive Algorithms</a:t>
            </a:r>
          </a:p>
          <a:p>
            <a:r>
              <a:rPr lang="en-US" dirty="0"/>
              <a:t>Sum of Numbers</a:t>
            </a:r>
          </a:p>
          <a:p>
            <a:r>
              <a:rPr lang="en-US" dirty="0"/>
              <a:t>Fibonacci Series</a:t>
            </a:r>
          </a:p>
          <a:p>
            <a:r>
              <a:rPr lang="en-US" dirty="0"/>
              <a:t>Binary Search</a:t>
            </a:r>
          </a:p>
          <a:p>
            <a:r>
              <a:rPr lang="en-US" dirty="0"/>
              <a:t>Complexity Analysis of Binary Search</a:t>
            </a:r>
          </a:p>
          <a:p>
            <a:r>
              <a:rPr lang="en-US" dirty="0"/>
              <a:t>Tower of Hanoi Problem</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Recap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Recursion (also Recurrence) is one of the core concepts of algorithms. A wide range of problems are solved via recursion.</a:t>
            </a:r>
          </a:p>
          <a:p>
            <a:pPr>
              <a:lnSpc>
                <a:spcPct val="120000"/>
              </a:lnSpc>
              <a:buFont typeface="Wingdings" panose="05000000000000000000" pitchFamily="2" charset="2"/>
              <a:buChar char="§"/>
            </a:pPr>
            <a:r>
              <a:rPr lang="en-US" sz="3200" dirty="0"/>
              <a:t>In your earlier courses, you must have covered a few examples of recursion including Factorial calculation and Binary search.</a:t>
            </a:r>
          </a:p>
          <a:p>
            <a:pPr>
              <a:lnSpc>
                <a:spcPct val="120000"/>
              </a:lnSpc>
              <a:buFont typeface="Wingdings" panose="05000000000000000000" pitchFamily="2" charset="2"/>
              <a:buChar char="§"/>
            </a:pPr>
            <a:r>
              <a:rPr lang="en-US" sz="3200" dirty="0"/>
              <a:t>Let’s go through a series of small exercises to get a grip on this subject.</a:t>
            </a:r>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How to Write Recursive 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dirty="0"/>
              <a:t>A recursive algorithm can be designed using the following simple steps:</a:t>
            </a:r>
          </a:p>
          <a:p>
            <a:pPr marL="514350" indent="-514350">
              <a:lnSpc>
                <a:spcPct val="120000"/>
              </a:lnSpc>
              <a:buFont typeface="+mj-lt"/>
              <a:buAutoNum type="arabicPeriod"/>
            </a:pPr>
            <a:r>
              <a:rPr lang="en-US" sz="3200" dirty="0"/>
              <a:t>Identify the base case, i.e., the simplest case to solve.</a:t>
            </a:r>
          </a:p>
          <a:p>
            <a:pPr marL="514350" indent="-514350">
              <a:lnSpc>
                <a:spcPct val="120000"/>
              </a:lnSpc>
              <a:buFont typeface="+mj-lt"/>
              <a:buAutoNum type="arabicPeriod"/>
            </a:pPr>
            <a:r>
              <a:rPr lang="en-US" sz="3200" dirty="0"/>
              <a:t>Identify the condition to terminate the function so that it does not go on indefinitely. (Otherwise, be ready for </a:t>
            </a:r>
            <a:r>
              <a:rPr lang="en-US" sz="3200" i="1" dirty="0" err="1"/>
              <a:t>StackOverflowException</a:t>
            </a:r>
            <a:r>
              <a:rPr lang="en-US" sz="3200" dirty="0"/>
              <a:t>)</a:t>
            </a:r>
          </a:p>
          <a:p>
            <a:pPr marL="514350" indent="-514350">
              <a:lnSpc>
                <a:spcPct val="120000"/>
              </a:lnSpc>
              <a:buFont typeface="+mj-lt"/>
              <a:buAutoNum type="arabicPeriod"/>
            </a:pPr>
            <a:r>
              <a:rPr lang="en-US" sz="3200" dirty="0"/>
              <a:t>Identify the recursive case which breaks the sub-problem into simplest case.</a:t>
            </a:r>
          </a:p>
          <a:p>
            <a:pPr marL="514350" indent="-514350">
              <a:lnSpc>
                <a:spcPct val="120000"/>
              </a:lnSpc>
              <a:buFont typeface="+mj-lt"/>
              <a:buAutoNum type="arabicPeriod"/>
            </a:pPr>
            <a:r>
              <a:rPr lang="en-US" sz="3200" dirty="0"/>
              <a:t>Collect the output from recursive case by combining the solutions to sub-problems.</a:t>
            </a:r>
          </a:p>
        </p:txBody>
      </p:sp>
    </p:spTree>
    <p:extLst>
      <p:ext uri="{BB962C8B-B14F-4D97-AF65-F5344CB8AC3E}">
        <p14:creationId xmlns:p14="http://schemas.microsoft.com/office/powerpoint/2010/main" val="43489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Sum of Numbers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this exercise, we will calculate sum of all natural numbers from </a:t>
                </a:r>
                <a14:m>
                  <m:oMath xmlns:m="http://schemas.openxmlformats.org/officeDocument/2006/math">
                    <m:r>
                      <a:rPr lang="en-US" sz="3200" b="0" i="1" dirty="0" smtClean="0">
                        <a:latin typeface="Cambria Math" panose="02040503050406030204" pitchFamily="18" charset="0"/>
                      </a:rPr>
                      <m:t>0</m:t>
                    </m:r>
                    <m:r>
                      <a:rPr lang="en-US" sz="3200" i="1" dirty="0" smtClean="0">
                        <a:latin typeface="Cambria Math" panose="02040503050406030204" pitchFamily="18" charset="0"/>
                      </a:rPr>
                      <m:t> </m:t>
                    </m:r>
                    <m:r>
                      <a:rPr lang="en-US" sz="3200" i="1" dirty="0" smtClean="0">
                        <a:latin typeface="Cambria Math" panose="02040503050406030204" pitchFamily="18" charset="0"/>
                      </a:rPr>
                      <m:t>𝑡𝑜</m:t>
                    </m:r>
                    <m:r>
                      <a:rPr lang="en-US" sz="3200" i="1" dirty="0" smtClean="0">
                        <a:latin typeface="Cambria Math" panose="02040503050406030204" pitchFamily="18" charset="0"/>
                      </a:rPr>
                      <m:t> </m:t>
                    </m:r>
                    <m:r>
                      <a:rPr lang="en-US" sz="3200" i="1" dirty="0" smtClean="0">
                        <a:latin typeface="Cambria Math" panose="02040503050406030204" pitchFamily="18" charset="0"/>
                      </a:rPr>
                      <m:t>𝑛</m:t>
                    </m:r>
                  </m:oMath>
                </a14:m>
                <a:r>
                  <a:rPr lang="en-US" sz="3200" dirty="0"/>
                  <a:t>.</a:t>
                </a:r>
              </a:p>
              <a:p>
                <a:pPr marL="514350" indent="-514350">
                  <a:lnSpc>
                    <a:spcPct val="120000"/>
                  </a:lnSpc>
                  <a:buFont typeface="+mj-lt"/>
                  <a:buAutoNum type="arabicPeriod"/>
                </a:pPr>
                <a:r>
                  <a:rPr lang="en-US" sz="3200" dirty="0"/>
                  <a:t>The base case will be adding only two numbers: </a:t>
                </a:r>
                <a14:m>
                  <m:oMath xmlns:m="http://schemas.openxmlformats.org/officeDocument/2006/math">
                    <m:r>
                      <a:rPr lang="en-US" sz="3200" i="1" dirty="0" smtClean="0">
                        <a:latin typeface="Cambria Math" panose="02040503050406030204" pitchFamily="18" charset="0"/>
                      </a:rPr>
                      <m:t>0+1</m:t>
                    </m:r>
                  </m:oMath>
                </a14:m>
                <a:endParaRPr lang="en-US" sz="3200" dirty="0"/>
              </a:p>
              <a:p>
                <a:pPr marL="514350" indent="-514350">
                  <a:lnSpc>
                    <a:spcPct val="120000"/>
                  </a:lnSpc>
                  <a:buFont typeface="+mj-lt"/>
                  <a:buAutoNum type="arabicPeriod"/>
                </a:pPr>
                <a:r>
                  <a:rPr lang="en-US" sz="3200" dirty="0"/>
                  <a:t>The condition to terminate will be when all numbers from </a:t>
                </a:r>
                <a14:m>
                  <m:oMath xmlns:m="http://schemas.openxmlformats.org/officeDocument/2006/math">
                    <m:r>
                      <a:rPr lang="en-US" sz="3200" b="0" i="1" smtClean="0">
                        <a:latin typeface="Cambria Math" panose="02040503050406030204" pitchFamily="18" charset="0"/>
                      </a:rPr>
                      <m:t>0 </m:t>
                    </m:r>
                    <m:r>
                      <a:rPr lang="en-US" sz="3200" b="0" i="1" smtClean="0">
                        <a:latin typeface="Cambria Math" panose="02040503050406030204" pitchFamily="18" charset="0"/>
                      </a:rPr>
                      <m:t>𝑡𝑜</m:t>
                    </m:r>
                    <m:r>
                      <a:rPr lang="en-US" sz="3200" b="0" i="1" smtClean="0">
                        <a:latin typeface="Cambria Math" panose="02040503050406030204" pitchFamily="18" charset="0"/>
                      </a:rPr>
                      <m:t> </m:t>
                    </m:r>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have been added to </a:t>
                </a:r>
                <a14:m>
                  <m:oMath xmlns:m="http://schemas.openxmlformats.org/officeDocument/2006/math">
                    <m:r>
                      <a:rPr lang="en-US" sz="3200" b="0" i="1" smtClean="0">
                        <a:latin typeface="Cambria Math" panose="02040503050406030204" pitchFamily="18" charset="0"/>
                      </a:rPr>
                      <m:t>𝑛</m:t>
                    </m:r>
                  </m:oMath>
                </a14:m>
                <a:r>
                  <a:rPr lang="en-US" sz="3200" dirty="0"/>
                  <a:t>.</a:t>
                </a:r>
              </a:p>
              <a:p>
                <a:pPr marL="514350" indent="-514350">
                  <a:lnSpc>
                    <a:spcPct val="120000"/>
                  </a:lnSpc>
                  <a:buFont typeface="+mj-lt"/>
                  <a:buAutoNum type="arabicPeriod"/>
                </a:pPr>
                <a:r>
                  <a:rPr lang="en-US" sz="3200" dirty="0"/>
                  <a:t>The recursive case will be adding </a:t>
                </a:r>
                <a:r>
                  <a:rPr lang="en-US" sz="3200" u="sng" dirty="0"/>
                  <a:t>running sum</a:t>
                </a:r>
                <a:r>
                  <a:rPr lang="en-US" sz="3200" dirty="0"/>
                  <a:t> and the </a:t>
                </a:r>
                <a:r>
                  <a:rPr lang="en-US" sz="3200" u="sng" dirty="0"/>
                  <a:t>next number</a:t>
                </a:r>
                <a:r>
                  <a:rPr lang="en-US" sz="3200" dirty="0"/>
                  <a:t>. </a:t>
                </a:r>
                <a:r>
                  <a:rPr lang="en-US" sz="3000" dirty="0"/>
                  <a:t>If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=5</m:t>
                    </m:r>
                  </m:oMath>
                </a14:m>
                <a:r>
                  <a:rPr lang="en-US" sz="3100" dirty="0"/>
                  <a:t>, then think about how the function call should be like:</a:t>
                </a:r>
                <a:endParaRPr lang="en-US" sz="3000" dirty="0"/>
              </a:p>
              <a:p>
                <a:pPr marL="971550" lvl="1" indent="-514350">
                  <a:lnSpc>
                    <a:spcPct val="120000"/>
                  </a:lnSpc>
                  <a:buFont typeface="+mj-lt"/>
                  <a:buAutoNum type="arabicPeriod"/>
                </a:pPr>
                <a14:m>
                  <m:oMath xmlns:m="http://schemas.openxmlformats.org/officeDocument/2006/math">
                    <m:r>
                      <a:rPr lang="en-US" sz="2800" b="0" i="1" smtClean="0">
                        <a:latin typeface="Cambria Math" panose="02040503050406030204" pitchFamily="18" charset="0"/>
                      </a:rPr>
                      <m:t>𝐴𝐷𝐷</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5,4</m:t>
                        </m:r>
                      </m:e>
                    </m:d>
                  </m:oMath>
                </a14:m>
                <a:r>
                  <a:rPr lang="en-US" sz="2800" dirty="0"/>
                  <a:t>, but first we must reach the sub-solution </a:t>
                </a:r>
                <a14:m>
                  <m:oMath xmlns:m="http://schemas.openxmlformats.org/officeDocument/2006/math">
                    <m:r>
                      <a:rPr lang="en-US" sz="2800" b="0" i="1" smtClean="0">
                        <a:latin typeface="Cambria Math" panose="02040503050406030204" pitchFamily="18" charset="0"/>
                      </a:rPr>
                      <m:t>𝐴𝐷𝐷</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4,3</m:t>
                        </m:r>
                      </m:e>
                    </m:d>
                  </m:oMath>
                </a14:m>
                <a:r>
                  <a:rPr lang="en-US" sz="2800" dirty="0"/>
                  <a:t>.</a:t>
                </a:r>
              </a:p>
              <a:p>
                <a:pPr marL="971550" lvl="1" indent="-514350">
                  <a:lnSpc>
                    <a:spcPct val="120000"/>
                  </a:lnSpc>
                  <a:buFont typeface="+mj-lt"/>
                  <a:buAutoNum type="arabicPeriod"/>
                </a:pPr>
                <a14:m>
                  <m:oMath xmlns:m="http://schemas.openxmlformats.org/officeDocument/2006/math">
                    <m:r>
                      <a:rPr lang="en-US" sz="2800" i="1">
                        <a:latin typeface="Cambria Math" panose="02040503050406030204" pitchFamily="18" charset="0"/>
                      </a:rPr>
                      <m:t>𝐴</m:t>
                    </m:r>
                    <m:r>
                      <a:rPr lang="en-US" sz="2800" b="0" i="1" smtClean="0">
                        <a:latin typeface="Cambria Math" panose="02040503050406030204" pitchFamily="18" charset="0"/>
                      </a:rPr>
                      <m:t>𝐷𝐷</m:t>
                    </m:r>
                    <m:d>
                      <m:dPr>
                        <m:ctrlPr>
                          <a:rPr lang="en-US" sz="2800" i="1">
                            <a:latin typeface="Cambria Math" panose="02040503050406030204" pitchFamily="18" charset="0"/>
                          </a:rPr>
                        </m:ctrlPr>
                      </m:dPr>
                      <m:e>
                        <m:r>
                          <a:rPr lang="en-US" sz="2800" i="1">
                            <a:latin typeface="Cambria Math" panose="02040503050406030204" pitchFamily="18" charset="0"/>
                          </a:rPr>
                          <m:t>4,3</m:t>
                        </m:r>
                      </m:e>
                    </m:d>
                  </m:oMath>
                </a14:m>
                <a:r>
                  <a:rPr lang="en-US" sz="2800" dirty="0"/>
                  <a:t> also requires </a:t>
                </a:r>
                <a14:m>
                  <m:oMath xmlns:m="http://schemas.openxmlformats.org/officeDocument/2006/math">
                    <m:r>
                      <a:rPr lang="en-US" sz="2800" b="0" i="1" smtClean="0">
                        <a:latin typeface="Cambria Math" panose="02040503050406030204" pitchFamily="18" charset="0"/>
                      </a:rPr>
                      <m:t>𝐴𝐷𝐷</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3,2</m:t>
                        </m:r>
                      </m:e>
                    </m:d>
                  </m:oMath>
                </a14:m>
                <a:r>
                  <a:rPr lang="en-US" sz="2800" dirty="0"/>
                  <a:t> to be solved first.</a:t>
                </a:r>
              </a:p>
              <a:p>
                <a:pPr marL="971550" lvl="1" indent="-514350">
                  <a:lnSpc>
                    <a:spcPct val="120000"/>
                  </a:lnSpc>
                  <a:buFont typeface="+mj-lt"/>
                  <a:buAutoNum type="arabicPeriod"/>
                </a:pPr>
                <a14:m>
                  <m:oMath xmlns:m="http://schemas.openxmlformats.org/officeDocument/2006/math">
                    <m:r>
                      <a:rPr lang="en-US" sz="2800" b="0" i="1" smtClean="0">
                        <a:latin typeface="Cambria Math" panose="02040503050406030204" pitchFamily="18" charset="0"/>
                      </a:rPr>
                      <m:t>𝐴𝐷𝐷</m:t>
                    </m:r>
                    <m:r>
                      <a:rPr lang="en-US" sz="2800" b="0" i="1" smtClean="0">
                        <a:latin typeface="Cambria Math" panose="02040503050406030204" pitchFamily="18" charset="0"/>
                      </a:rPr>
                      <m:t>(2,1)</m:t>
                    </m:r>
                  </m:oMath>
                </a14:m>
                <a:r>
                  <a:rPr lang="en-US" sz="2800" dirty="0"/>
                  <a:t> further requires </a:t>
                </a:r>
                <a14:m>
                  <m:oMath xmlns:m="http://schemas.openxmlformats.org/officeDocument/2006/math">
                    <m:r>
                      <a:rPr lang="en-US" sz="2800" i="1">
                        <a:latin typeface="Cambria Math" panose="02040503050406030204" pitchFamily="18" charset="0"/>
                      </a:rPr>
                      <m:t>𝐴𝐷𝐷</m:t>
                    </m:r>
                    <m:d>
                      <m:dPr>
                        <m:ctrlPr>
                          <a:rPr lang="en-US" sz="2800" i="1">
                            <a:latin typeface="Cambria Math" panose="02040503050406030204" pitchFamily="18" charset="0"/>
                          </a:rPr>
                        </m:ctrlPr>
                      </m:dPr>
                      <m:e>
                        <m:r>
                          <a:rPr lang="en-US" sz="2800" b="0" i="1" smtClean="0">
                            <a:latin typeface="Cambria Math" panose="02040503050406030204" pitchFamily="18" charset="0"/>
                          </a:rPr>
                          <m:t>1</m:t>
                        </m:r>
                        <m:r>
                          <a:rPr lang="en-US" sz="2800" i="1">
                            <a:latin typeface="Cambria Math" panose="02040503050406030204" pitchFamily="18" charset="0"/>
                          </a:rPr>
                          <m:t>,</m:t>
                        </m:r>
                        <m:r>
                          <a:rPr lang="en-US" sz="2800" b="0" i="1" smtClean="0">
                            <a:latin typeface="Cambria Math" panose="02040503050406030204" pitchFamily="18" charset="0"/>
                          </a:rPr>
                          <m:t>0</m:t>
                        </m:r>
                      </m:e>
                    </m:d>
                  </m:oMath>
                </a14:m>
                <a:r>
                  <a:rPr lang="en-US" sz="2800" dirty="0"/>
                  <a:t> to be solved.</a:t>
                </a:r>
              </a:p>
              <a:p>
                <a:pPr marL="971550" lvl="1" indent="-514350">
                  <a:lnSpc>
                    <a:spcPct val="120000"/>
                  </a:lnSpc>
                  <a:buFont typeface="+mj-lt"/>
                  <a:buAutoNum type="arabicPeriod"/>
                </a:pPr>
                <a14:m>
                  <m:oMath xmlns:m="http://schemas.openxmlformats.org/officeDocument/2006/math">
                    <m:r>
                      <a:rPr lang="en-US" sz="2800" i="1">
                        <a:latin typeface="Cambria Math" panose="02040503050406030204" pitchFamily="18" charset="0"/>
                      </a:rPr>
                      <m:t>𝐴𝐷𝐷</m:t>
                    </m:r>
                    <m:d>
                      <m:dPr>
                        <m:ctrlPr>
                          <a:rPr lang="en-US" sz="2800" i="1">
                            <a:latin typeface="Cambria Math" panose="02040503050406030204" pitchFamily="18" charset="0"/>
                          </a:rPr>
                        </m:ctrlPr>
                      </m:dPr>
                      <m:e>
                        <m:r>
                          <a:rPr lang="en-US" sz="2800" b="0" i="1" smtClean="0">
                            <a:latin typeface="Cambria Math" panose="02040503050406030204" pitchFamily="18" charset="0"/>
                          </a:rPr>
                          <m:t>1</m:t>
                        </m:r>
                        <m:r>
                          <a:rPr lang="en-US" sz="2800" i="1">
                            <a:latin typeface="Cambria Math" panose="02040503050406030204" pitchFamily="18" charset="0"/>
                          </a:rPr>
                          <m:t>,</m:t>
                        </m:r>
                        <m:r>
                          <a:rPr lang="en-US" sz="2800" b="0" i="1" smtClean="0">
                            <a:latin typeface="Cambria Math" panose="02040503050406030204" pitchFamily="18" charset="0"/>
                          </a:rPr>
                          <m:t>0</m:t>
                        </m:r>
                      </m:e>
                    </m:d>
                  </m:oMath>
                </a14:m>
                <a:r>
                  <a:rPr lang="en-US" sz="2800" dirty="0"/>
                  <a:t> will return 1.</a:t>
                </a:r>
              </a:p>
              <a:p>
                <a:pPr marL="514350" indent="-514350">
                  <a:lnSpc>
                    <a:spcPct val="120000"/>
                  </a:lnSpc>
                  <a:buFont typeface="+mj-lt"/>
                  <a:buAutoNum type="arabicPeriod"/>
                </a:pPr>
                <a:r>
                  <a:rPr lang="en-US" sz="3200" dirty="0"/>
                  <a:t>The output will be returned when termination condition is fulfilled.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873" b="-2244"/>
                </a:stretch>
              </a:blipFill>
            </p:spPr>
            <p:txBody>
              <a:bodyPr/>
              <a:lstStyle/>
              <a:p>
                <a:r>
                  <a:rPr lang="en-US">
                    <a:noFill/>
                  </a:rPr>
                  <a:t> </a:t>
                </a:r>
              </a:p>
            </p:txBody>
          </p:sp>
        </mc:Fallback>
      </mc:AlternateContent>
    </p:spTree>
    <p:extLst>
      <p:ext uri="{BB962C8B-B14F-4D97-AF65-F5344CB8AC3E}">
        <p14:creationId xmlns:p14="http://schemas.microsoft.com/office/powerpoint/2010/main" val="3699905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Sum of Numbers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230588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SUM_NUMBERS</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next), returns sum of natural numbers from 0 to n. Here, ‘next’ is the number to add to the sum.</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i="1">
                        <a:latin typeface="Cambria Math" panose="02040503050406030204" pitchFamily="18" charset="0"/>
                        <a:ea typeface="Cascadia Code" panose="020B0609020000020004" pitchFamily="49" charset="0"/>
                        <a:cs typeface="Cascadia Code" panose="020B0609020000020004" pitchFamily="49" charset="0"/>
                      </a:rPr>
                      <m:t>&gt;0,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𝑆𝑈𝑀</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𝑁𝑈𝑀𝐵𝐸𝑅𝑆</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i="1">
                            <a:latin typeface="Cambria Math" panose="02040503050406030204" pitchFamily="18" charset="0"/>
                            <a:ea typeface="Cascadia Code" panose="020B0609020000020004" pitchFamily="49" charset="0"/>
                            <a:cs typeface="Cascadia Code" panose="020B0609020000020004" pitchFamily="49" charset="0"/>
                          </a:rPr>
                          <m:t>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i="1">
                            <a:latin typeface="Cambria Math" panose="02040503050406030204" pitchFamily="18" charset="0"/>
                            <a:ea typeface="Cascadia Code" panose="020B0609020000020004" pitchFamily="49" charset="0"/>
                            <a:cs typeface="Cascadia Code" panose="020B0609020000020004" pitchFamily="49" charset="0"/>
                          </a:rPr>
                          <m:t>−1</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2305883"/>
              </a:xfrm>
              <a:prstGeom prst="rect">
                <a:avLst/>
              </a:prstGeom>
              <a:blipFill>
                <a:blip r:embed="rId3"/>
                <a:stretch>
                  <a:fillRect l="-778" t="-2111" b="-13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7B67BB1-5AC3-71FA-0F19-C2981501A864}"/>
                  </a:ext>
                </a:extLst>
              </p:cNvPr>
              <p:cNvSpPr txBox="1">
                <a:spLocks/>
              </p:cNvSpPr>
              <p:nvPr/>
            </p:nvSpPr>
            <p:spPr>
              <a:xfrm>
                <a:off x="220384" y="3838470"/>
                <a:ext cx="11743016" cy="2581995"/>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This Pseudocode looks fine because it returns the sum of numbers from 0 to n. It also has a termination step and SUM_NUMBERS function is called within the function itself. The value of </a:t>
                </a:r>
                <a14:m>
                  <m:oMath xmlns:m="http://schemas.openxmlformats.org/officeDocument/2006/math">
                    <m:r>
                      <a:rPr lang="en-US" sz="3200" i="1" dirty="0" smtClean="0">
                        <a:latin typeface="Cambria Math" panose="02040503050406030204" pitchFamily="18" charset="0"/>
                      </a:rPr>
                      <m:t>𝑛</m:t>
                    </m:r>
                  </m:oMath>
                </a14:m>
                <a:r>
                  <a:rPr lang="en-US" sz="3200" dirty="0"/>
                  <a:t> itself is being used as running sum.</a:t>
                </a:r>
              </a:p>
              <a:p>
                <a:pPr>
                  <a:lnSpc>
                    <a:spcPct val="120000"/>
                  </a:lnSpc>
                  <a:buFont typeface="Wingdings" panose="05000000000000000000" pitchFamily="2" charset="2"/>
                  <a:buChar char="§"/>
                </a:pPr>
                <a:r>
                  <a:rPr lang="en-US" sz="3200" dirty="0"/>
                  <a:t>However, it does not fulfil all requirements of recursion. Because it immediately starts solving the problem before breaking it down to the base subproblem.</a:t>
                </a:r>
              </a:p>
            </p:txBody>
          </p:sp>
        </mc:Choice>
        <mc:Fallback xmlns="">
          <p:sp>
            <p:nvSpPr>
              <p:cNvPr id="4" name="Content Placeholder 2">
                <a:extLst>
                  <a:ext uri="{FF2B5EF4-FFF2-40B4-BE49-F238E27FC236}">
                    <a16:creationId xmlns:a16="http://schemas.microsoft.com/office/drawing/2014/main" id="{B7B67BB1-5AC3-71FA-0F19-C2981501A864}"/>
                  </a:ext>
                </a:extLst>
              </p:cNvPr>
              <p:cNvSpPr txBox="1">
                <a:spLocks noRot="1" noChangeAspect="1" noMove="1" noResize="1" noEditPoints="1" noAdjustHandles="1" noChangeArrowheads="1" noChangeShapeType="1" noTextEdit="1"/>
              </p:cNvSpPr>
              <p:nvPr/>
            </p:nvSpPr>
            <p:spPr>
              <a:xfrm>
                <a:off x="220384" y="3838470"/>
                <a:ext cx="11743016" cy="2581995"/>
              </a:xfrm>
              <a:prstGeom prst="rect">
                <a:avLst/>
              </a:prstGeom>
              <a:blipFill>
                <a:blip r:embed="rId4"/>
                <a:stretch>
                  <a:fillRect l="-830" t="-1418" r="-363" b="-1655"/>
                </a:stretch>
              </a:blipFill>
            </p:spPr>
            <p:txBody>
              <a:bodyPr/>
              <a:lstStyle/>
              <a:p>
                <a:r>
                  <a:rPr lang="en-US">
                    <a:noFill/>
                  </a:rPr>
                  <a:t> </a:t>
                </a:r>
              </a:p>
            </p:txBody>
          </p:sp>
        </mc:Fallback>
      </mc:AlternateContent>
    </p:spTree>
    <p:extLst>
      <p:ext uri="{BB962C8B-B14F-4D97-AF65-F5344CB8AC3E}">
        <p14:creationId xmlns:p14="http://schemas.microsoft.com/office/powerpoint/2010/main" val="265303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Sum of Numbers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236617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SUM_NUMBERS</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next), returns sum of natural numbers from 0 to n. Here, ‘next’ is the number to add to the sum.</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&gt;0,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𝑆𝑈𝑀</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𝑁𝑈𝑀𝐵𝐸𝑅𝑆</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𝑠𝑢𝑚</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𝑛𝑒𝑥𝑡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2366173"/>
              </a:xfrm>
              <a:prstGeom prst="rect">
                <a:avLst/>
              </a:prstGeom>
              <a:blipFill>
                <a:blip r:embed="rId3"/>
                <a:stretch>
                  <a:fillRect l="-778" t="-20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7B67BB1-5AC3-71FA-0F19-C2981501A864}"/>
                  </a:ext>
                </a:extLst>
              </p:cNvPr>
              <p:cNvSpPr txBox="1">
                <a:spLocks/>
              </p:cNvSpPr>
              <p:nvPr/>
            </p:nvSpPr>
            <p:spPr>
              <a:xfrm>
                <a:off x="220384" y="3898760"/>
                <a:ext cx="11743016" cy="2521705"/>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This version of the Pseudocode now fulfils all the requirements.</a:t>
                </a:r>
              </a:p>
              <a:p>
                <a:pPr>
                  <a:lnSpc>
                    <a:spcPct val="120000"/>
                  </a:lnSpc>
                  <a:buFont typeface="Wingdings" panose="05000000000000000000" pitchFamily="2" charset="2"/>
                  <a:buChar char="§"/>
                </a:pPr>
                <a:r>
                  <a:rPr lang="en-US" sz="3200" dirty="0"/>
                  <a:t>The statement </a:t>
                </a:r>
                <a14:m>
                  <m:oMath xmlns:m="http://schemas.openxmlformats.org/officeDocument/2006/math">
                    <m:r>
                      <a:rPr lang="en-US" sz="3200" i="1">
                        <a:latin typeface="Cambria Math" panose="02040503050406030204" pitchFamily="18" charset="0"/>
                        <a:ea typeface="Cascadia Code" panose="020B0609020000020004" pitchFamily="49" charset="0"/>
                        <a:cs typeface="Cascadia Code" panose="020B0609020000020004" pitchFamily="49" charset="0"/>
                      </a:rPr>
                      <m:t>𝑆𝑈𝑀</m:t>
                    </m:r>
                    <m:r>
                      <a:rPr lang="en-US" sz="3200" i="1">
                        <a:latin typeface="Cambria Math" panose="02040503050406030204" pitchFamily="18" charset="0"/>
                        <a:ea typeface="Cascadia Code" panose="020B0609020000020004" pitchFamily="49" charset="0"/>
                        <a:cs typeface="Cascadia Code" panose="020B0609020000020004" pitchFamily="49" charset="0"/>
                      </a:rPr>
                      <m:t>_</m:t>
                    </m:r>
                    <m:r>
                      <a:rPr lang="en-US" sz="3200" i="1">
                        <a:latin typeface="Cambria Math" panose="02040503050406030204" pitchFamily="18" charset="0"/>
                        <a:ea typeface="Cascadia Code" panose="020B0609020000020004" pitchFamily="49" charset="0"/>
                        <a:cs typeface="Cascadia Code" panose="020B0609020000020004" pitchFamily="49" charset="0"/>
                      </a:rPr>
                      <m:t>𝑁𝑈𝑀𝐵𝐸𝑅𝑆</m:t>
                    </m:r>
                    <m:d>
                      <m:dPr>
                        <m:ctrlPr>
                          <a:rPr lang="en-US" sz="3200" i="1">
                            <a:latin typeface="Cambria Math" panose="02040503050406030204" pitchFamily="18" charset="0"/>
                            <a:ea typeface="Cascadia Code" panose="020B0609020000020004" pitchFamily="49" charset="0"/>
                            <a:cs typeface="Cascadia Code" panose="020B0609020000020004" pitchFamily="49" charset="0"/>
                          </a:rPr>
                        </m:ctrlPr>
                      </m:dPr>
                      <m:e>
                        <m:r>
                          <a:rPr lang="en-US" sz="3200" i="1">
                            <a:latin typeface="Cambria Math" panose="02040503050406030204" pitchFamily="18" charset="0"/>
                            <a:ea typeface="Cascadia Code" panose="020B0609020000020004" pitchFamily="49" charset="0"/>
                            <a:cs typeface="Cascadia Code" panose="020B0609020000020004" pitchFamily="49" charset="0"/>
                          </a:rPr>
                          <m:t>𝑛</m:t>
                        </m:r>
                        <m:r>
                          <a:rPr lang="en-US" sz="3200" i="1">
                            <a:latin typeface="Cambria Math" panose="02040503050406030204" pitchFamily="18" charset="0"/>
                            <a:ea typeface="Cascadia Code" panose="020B0609020000020004" pitchFamily="49" charset="0"/>
                            <a:cs typeface="Cascadia Code" panose="020B0609020000020004" pitchFamily="49" charset="0"/>
                          </a:rPr>
                          <m:t>, </m:t>
                        </m:r>
                        <m:r>
                          <a:rPr lang="en-US" sz="3200" i="1">
                            <a:latin typeface="Cambria Math" panose="02040503050406030204" pitchFamily="18" charset="0"/>
                            <a:ea typeface="Cascadia Code" panose="020B0609020000020004" pitchFamily="49" charset="0"/>
                            <a:cs typeface="Cascadia Code" panose="020B0609020000020004" pitchFamily="49" charset="0"/>
                          </a:rPr>
                          <m:t>𝑛𝑒𝑥𝑡</m:t>
                        </m:r>
                        <m:r>
                          <a:rPr lang="en-US" sz="3200" i="1">
                            <a:latin typeface="Cambria Math" panose="02040503050406030204" pitchFamily="18" charset="0"/>
                            <a:ea typeface="Cascadia Code" panose="020B0609020000020004" pitchFamily="49" charset="0"/>
                            <a:cs typeface="Cascadia Code" panose="020B0609020000020004" pitchFamily="49" charset="0"/>
                          </a:rPr>
                          <m:t>−1</m:t>
                        </m:r>
                      </m:e>
                    </m:d>
                    <m:r>
                      <a:rPr lang="en-US" sz="3200" i="1">
                        <a:latin typeface="Cambria Math" panose="02040503050406030204" pitchFamily="18" charset="0"/>
                        <a:ea typeface="Cascadia Code" panose="020B0609020000020004" pitchFamily="49" charset="0"/>
                        <a:cs typeface="Cascadia Code" panose="020B0609020000020004" pitchFamily="49" charset="0"/>
                      </a:rPr>
                      <m:t>+</m:t>
                    </m:r>
                    <m:r>
                      <a:rPr lang="en-US" sz="3200" i="1">
                        <a:latin typeface="Cambria Math" panose="02040503050406030204" pitchFamily="18" charset="0"/>
                        <a:ea typeface="Cascadia Code" panose="020B0609020000020004" pitchFamily="49" charset="0"/>
                        <a:cs typeface="Cascadia Code" panose="020B0609020000020004" pitchFamily="49" charset="0"/>
                      </a:rPr>
                      <m:t>𝑛𝑒𝑥𝑡</m:t>
                    </m:r>
                  </m:oMath>
                </a14:m>
                <a:r>
                  <a:rPr lang="en-US" sz="3200" dirty="0"/>
                  <a:t> will keep calling this same function recursively until </a:t>
                </a:r>
                <a14:m>
                  <m:oMath xmlns:m="http://schemas.openxmlformats.org/officeDocument/2006/math">
                    <m:r>
                      <a:rPr lang="en-US" sz="3200" i="1">
                        <a:latin typeface="Cambria Math" panose="02040503050406030204" pitchFamily="18" charset="0"/>
                        <a:ea typeface="Cascadia Code" panose="020B0609020000020004" pitchFamily="49" charset="0"/>
                        <a:cs typeface="Cascadia Code" panose="020B0609020000020004" pitchFamily="49" charset="0"/>
                      </a:rPr>
                      <m:t>𝑆𝑈𝑀</m:t>
                    </m:r>
                    <m:r>
                      <a:rPr lang="en-US" sz="3200" i="1">
                        <a:latin typeface="Cambria Math" panose="02040503050406030204" pitchFamily="18" charset="0"/>
                        <a:ea typeface="Cascadia Code" panose="020B0609020000020004" pitchFamily="49" charset="0"/>
                        <a:cs typeface="Cascadia Code" panose="020B0609020000020004" pitchFamily="49" charset="0"/>
                      </a:rPr>
                      <m:t>_</m:t>
                    </m:r>
                    <m:r>
                      <a:rPr lang="en-US" sz="3200" i="1">
                        <a:latin typeface="Cambria Math" panose="02040503050406030204" pitchFamily="18" charset="0"/>
                        <a:ea typeface="Cascadia Code" panose="020B0609020000020004" pitchFamily="49" charset="0"/>
                        <a:cs typeface="Cascadia Code" panose="020B0609020000020004" pitchFamily="49" charset="0"/>
                      </a:rPr>
                      <m:t>𝑁𝑈𝑀𝐵𝐸𝑅𝑆</m:t>
                    </m:r>
                    <m:d>
                      <m:dPr>
                        <m:ctrlPr>
                          <a:rPr lang="en-US" sz="3200" i="1">
                            <a:latin typeface="Cambria Math" panose="02040503050406030204" pitchFamily="18" charset="0"/>
                            <a:ea typeface="Cascadia Code" panose="020B0609020000020004" pitchFamily="49" charset="0"/>
                            <a:cs typeface="Cascadia Code" panose="020B0609020000020004" pitchFamily="49" charset="0"/>
                          </a:rPr>
                        </m:ctrlPr>
                      </m:dPr>
                      <m:e>
                        <m:r>
                          <a:rPr lang="en-US" sz="3200" i="1">
                            <a:latin typeface="Cambria Math" panose="02040503050406030204" pitchFamily="18" charset="0"/>
                            <a:ea typeface="Cascadia Code" panose="020B0609020000020004" pitchFamily="49" charset="0"/>
                            <a:cs typeface="Cascadia Code" panose="020B0609020000020004" pitchFamily="49" charset="0"/>
                          </a:rPr>
                          <m:t>𝑛</m:t>
                        </m:r>
                        <m:r>
                          <a:rPr lang="en-US" sz="3200" i="1">
                            <a:latin typeface="Cambria Math" panose="02040503050406030204" pitchFamily="18" charset="0"/>
                            <a:ea typeface="Cascadia Code" panose="020B0609020000020004" pitchFamily="49" charset="0"/>
                            <a:cs typeface="Cascadia Code" panose="020B0609020000020004" pitchFamily="49" charset="0"/>
                          </a:rPr>
                          <m:t>,0</m:t>
                        </m:r>
                      </m:e>
                    </m:d>
                  </m:oMath>
                </a14:m>
                <a:r>
                  <a:rPr lang="en-US" sz="3200" dirty="0"/>
                  <a:t> is called, which will return </a:t>
                </a:r>
                <a14:m>
                  <m:oMath xmlns:m="http://schemas.openxmlformats.org/officeDocument/2006/math">
                    <m:r>
                      <a:rPr lang="en-US" sz="3200" b="0" i="1" smtClean="0">
                        <a:latin typeface="Cambria Math" panose="02040503050406030204" pitchFamily="18" charset="0"/>
                      </a:rPr>
                      <m:t>𝑛</m:t>
                    </m:r>
                  </m:oMath>
                </a14:m>
                <a:r>
                  <a:rPr lang="en-US" sz="3200" dirty="0"/>
                  <a:t>.</a:t>
                </a:r>
              </a:p>
              <a:p>
                <a:pPr>
                  <a:lnSpc>
                    <a:spcPct val="120000"/>
                  </a:lnSpc>
                  <a:buFont typeface="Wingdings" panose="05000000000000000000" pitchFamily="2" charset="2"/>
                  <a:buChar char="§"/>
                </a:pPr>
                <a:r>
                  <a:rPr lang="en-US" sz="3200" dirty="0"/>
                  <a:t>Until this step, no addition operation will be performed.</a:t>
                </a:r>
              </a:p>
            </p:txBody>
          </p:sp>
        </mc:Choice>
        <mc:Fallback xmlns="">
          <p:sp>
            <p:nvSpPr>
              <p:cNvPr id="4" name="Content Placeholder 2">
                <a:extLst>
                  <a:ext uri="{FF2B5EF4-FFF2-40B4-BE49-F238E27FC236}">
                    <a16:creationId xmlns:a16="http://schemas.microsoft.com/office/drawing/2014/main" id="{B7B67BB1-5AC3-71FA-0F19-C2981501A864}"/>
                  </a:ext>
                </a:extLst>
              </p:cNvPr>
              <p:cNvSpPr txBox="1">
                <a:spLocks noRot="1" noChangeAspect="1" noMove="1" noResize="1" noEditPoints="1" noAdjustHandles="1" noChangeArrowheads="1" noChangeShapeType="1" noTextEdit="1"/>
              </p:cNvSpPr>
              <p:nvPr/>
            </p:nvSpPr>
            <p:spPr>
              <a:xfrm>
                <a:off x="220384" y="3898760"/>
                <a:ext cx="11743016" cy="2521705"/>
              </a:xfrm>
              <a:prstGeom prst="rect">
                <a:avLst/>
              </a:prstGeom>
              <a:blipFill>
                <a:blip r:embed="rId4"/>
                <a:stretch>
                  <a:fillRect l="-830" t="-1453" r="-778"/>
                </a:stretch>
              </a:blipFill>
            </p:spPr>
            <p:txBody>
              <a:bodyPr/>
              <a:lstStyle/>
              <a:p>
                <a:r>
                  <a:rPr lang="en-US">
                    <a:noFill/>
                  </a:rPr>
                  <a:t> </a:t>
                </a:r>
              </a:p>
            </p:txBody>
          </p:sp>
        </mc:Fallback>
      </mc:AlternateContent>
    </p:spTree>
    <p:extLst>
      <p:ext uri="{BB962C8B-B14F-4D97-AF65-F5344CB8AC3E}">
        <p14:creationId xmlns:p14="http://schemas.microsoft.com/office/powerpoint/2010/main" val="22498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Sum of Numbers - Simplified</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236617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SUM </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returns sum of natural numbers from 0 to n.</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&gt;0,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𝑆𝑈𝑀</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2366173"/>
              </a:xfrm>
              <a:prstGeom prst="rect">
                <a:avLst/>
              </a:prstGeom>
              <a:blipFill>
                <a:blip r:embed="rId3"/>
                <a:stretch>
                  <a:fillRect l="-778" t="-20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B7B67BB1-5AC3-71FA-0F19-C2981501A864}"/>
                  </a:ext>
                </a:extLst>
              </p:cNvPr>
              <p:cNvSpPr txBox="1">
                <a:spLocks/>
              </p:cNvSpPr>
              <p:nvPr/>
            </p:nvSpPr>
            <p:spPr>
              <a:xfrm>
                <a:off x="220384" y="3898760"/>
                <a:ext cx="11743016" cy="2521705"/>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previous example was important to explain a key concept, otherwise this is a much simpler version.</a:t>
                </a:r>
              </a:p>
              <a:p>
                <a:pPr>
                  <a:lnSpc>
                    <a:spcPct val="120000"/>
                  </a:lnSpc>
                  <a:buFont typeface="Wingdings" panose="05000000000000000000" pitchFamily="2" charset="2"/>
                  <a:buChar char="§"/>
                </a:pPr>
                <a:r>
                  <a:rPr lang="en-US" sz="3200" dirty="0"/>
                  <a:t>Dry run this algorithm yourself. Take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=6</m:t>
                    </m:r>
                  </m:oMath>
                </a14:m>
                <a:endParaRPr lang="en-US" sz="3200" dirty="0"/>
              </a:p>
            </p:txBody>
          </p:sp>
        </mc:Choice>
        <mc:Fallback xmlns="">
          <p:sp>
            <p:nvSpPr>
              <p:cNvPr id="4" name="Content Placeholder 2">
                <a:extLst>
                  <a:ext uri="{FF2B5EF4-FFF2-40B4-BE49-F238E27FC236}">
                    <a16:creationId xmlns:a16="http://schemas.microsoft.com/office/drawing/2014/main" id="{B7B67BB1-5AC3-71FA-0F19-C2981501A864}"/>
                  </a:ext>
                </a:extLst>
              </p:cNvPr>
              <p:cNvSpPr txBox="1">
                <a:spLocks noRot="1" noChangeAspect="1" noMove="1" noResize="1" noEditPoints="1" noAdjustHandles="1" noChangeArrowheads="1" noChangeShapeType="1" noTextEdit="1"/>
              </p:cNvSpPr>
              <p:nvPr/>
            </p:nvSpPr>
            <p:spPr>
              <a:xfrm>
                <a:off x="220384" y="3898760"/>
                <a:ext cx="11743016" cy="2521705"/>
              </a:xfrm>
              <a:prstGeom prst="rect">
                <a:avLst/>
              </a:prstGeom>
              <a:blipFill>
                <a:blip r:embed="rId4"/>
                <a:stretch>
                  <a:fillRect l="-1142" t="-726"/>
                </a:stretch>
              </a:blipFill>
            </p:spPr>
            <p:txBody>
              <a:bodyPr/>
              <a:lstStyle/>
              <a:p>
                <a:r>
                  <a:rPr lang="en-US">
                    <a:noFill/>
                  </a:rPr>
                  <a:t> </a:t>
                </a:r>
              </a:p>
            </p:txBody>
          </p:sp>
        </mc:Fallback>
      </mc:AlternateContent>
    </p:spTree>
    <p:extLst>
      <p:ext uri="{BB962C8B-B14F-4D97-AF65-F5344CB8AC3E}">
        <p14:creationId xmlns:p14="http://schemas.microsoft.com/office/powerpoint/2010/main" val="3648571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Fibonacci Series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Fibonacci series every next number is sum of previous two numbers. The following algorithm will return nth Fibonacci number. The series is: </a:t>
                </a:r>
                <a14:m>
                  <m:oMath xmlns:m="http://schemas.openxmlformats.org/officeDocument/2006/math">
                    <m:r>
                      <a:rPr lang="en-US" sz="3200" b="0" i="1" smtClean="0">
                        <a:latin typeface="Cambria Math" panose="02040503050406030204" pitchFamily="18" charset="0"/>
                      </a:rPr>
                      <m:t>0,1,1,2,3,5,8,13,21,…</m:t>
                    </m:r>
                  </m:oMath>
                </a14:m>
                <a:endParaRPr lang="en-US" sz="3200" dirty="0"/>
              </a:p>
              <a:p>
                <a:pPr marL="514350" indent="-514350">
                  <a:lnSpc>
                    <a:spcPct val="120000"/>
                  </a:lnSpc>
                  <a:buFont typeface="+mj-lt"/>
                  <a:buAutoNum type="arabicPeriod"/>
                </a:pPr>
                <a:r>
                  <a:rPr lang="en-US" sz="3200" dirty="0"/>
                  <a:t>There are 2 base cases. First will be </a:t>
                </a:r>
                <a14:m>
                  <m:oMath xmlns:m="http://schemas.openxmlformats.org/officeDocument/2006/math">
                    <m:r>
                      <a:rPr lang="en-US" sz="3200" b="0" i="1" dirty="0" smtClean="0">
                        <a:latin typeface="Cambria Math" panose="02040503050406030204" pitchFamily="18" charset="0"/>
                      </a:rPr>
                      <m:t>𝑛</m:t>
                    </m:r>
                    <m:r>
                      <a:rPr lang="en-US" sz="3200" b="0" i="1" dirty="0" smtClean="0">
                        <a:latin typeface="Cambria Math" panose="02040503050406030204" pitchFamily="18" charset="0"/>
                      </a:rPr>
                      <m:t>=1</m:t>
                    </m:r>
                  </m:oMath>
                </a14:m>
                <a:r>
                  <a:rPr lang="en-US" sz="3200" dirty="0"/>
                  <a:t>, which will return </a:t>
                </a:r>
                <a14:m>
                  <m:oMath xmlns:m="http://schemas.openxmlformats.org/officeDocument/2006/math">
                    <m:r>
                      <a:rPr lang="en-US" sz="3200" b="0" i="0" dirty="0" smtClean="0">
                        <a:latin typeface="Cambria Math" panose="02040503050406030204" pitchFamily="18" charset="0"/>
                      </a:rPr>
                      <m:t>0</m:t>
                    </m:r>
                  </m:oMath>
                </a14:m>
                <a:r>
                  <a:rPr lang="en-US" sz="3200" dirty="0"/>
                  <a:t> and second is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=2</m:t>
                    </m:r>
                  </m:oMath>
                </a14:m>
                <a:r>
                  <a:rPr lang="en-US" sz="3200" dirty="0"/>
                  <a:t>, which will return 1.</a:t>
                </a:r>
              </a:p>
              <a:p>
                <a:pPr marL="514350" indent="-514350">
                  <a:lnSpc>
                    <a:spcPct val="120000"/>
                  </a:lnSpc>
                  <a:buFont typeface="+mj-lt"/>
                  <a:buAutoNum type="arabicPeriod"/>
                </a:pPr>
                <a:r>
                  <a:rPr lang="en-US" sz="3200" dirty="0"/>
                  <a:t>The condition to terminate will be when </a:t>
                </a:r>
                <a14:m>
                  <m:oMath xmlns:m="http://schemas.openxmlformats.org/officeDocument/2006/math">
                    <m:r>
                      <a:rPr lang="en-US" sz="3200" b="0" i="1" smtClean="0">
                        <a:latin typeface="Cambria Math" panose="02040503050406030204" pitchFamily="18" charset="0"/>
                      </a:rPr>
                      <m:t>𝑛</m:t>
                    </m:r>
                  </m:oMath>
                </a14:m>
                <a:r>
                  <a:rPr lang="en-US" sz="3200" dirty="0"/>
                  <a:t> numbers have been printed.</a:t>
                </a:r>
              </a:p>
              <a:p>
                <a:pPr marL="514350" indent="-514350">
                  <a:lnSpc>
                    <a:spcPct val="120000"/>
                  </a:lnSpc>
                  <a:buFont typeface="+mj-lt"/>
                  <a:buAutoNum type="arabicPeriod"/>
                </a:pPr>
                <a:r>
                  <a:rPr lang="en-US" sz="3200" dirty="0"/>
                  <a:t>The recursive case will be adding previous numbers. Therefore, if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=4</m:t>
                    </m:r>
                  </m:oMath>
                </a14:m>
                <a:r>
                  <a:rPr lang="en-US" sz="3200" dirty="0"/>
                  <a:t> then think about how the function will be called:</a:t>
                </a:r>
              </a:p>
              <a:p>
                <a:pPr marL="971550" lvl="1" indent="-514350">
                  <a:lnSpc>
                    <a:spcPct val="120000"/>
                  </a:lnSpc>
                  <a:buFont typeface="+mj-lt"/>
                  <a:buAutoNum type="arabicPeriod"/>
                </a:pPr>
                <a14:m>
                  <m:oMath xmlns:m="http://schemas.openxmlformats.org/officeDocument/2006/math">
                    <m:r>
                      <a:rPr lang="en-US" sz="2800" i="1">
                        <a:latin typeface="Cambria Math" panose="02040503050406030204" pitchFamily="18" charset="0"/>
                      </a:rPr>
                      <m:t>𝐹𝐼𝐵𝑂𝑁𝐴𝐶𝐶𝐼</m:t>
                    </m:r>
                    <m:r>
                      <a:rPr lang="en-US" sz="2800" i="1">
                        <a:latin typeface="Cambria Math" panose="02040503050406030204" pitchFamily="18" charset="0"/>
                      </a:rPr>
                      <m:t>(4)</m:t>
                    </m:r>
                  </m:oMath>
                </a14:m>
                <a:r>
                  <a:rPr lang="en-US" sz="2800" dirty="0"/>
                  <a:t> should return 2, but it is calculated as </a:t>
                </a:r>
                <a14:m>
                  <m:oMath xmlns:m="http://schemas.openxmlformats.org/officeDocument/2006/math">
                    <m:r>
                      <a:rPr lang="en-US" sz="2800" i="1">
                        <a:latin typeface="Cambria Math" panose="02040503050406030204" pitchFamily="18" charset="0"/>
                      </a:rPr>
                      <m:t>𝐹𝐼𝐵𝑂𝑁𝐴𝐶𝐶𝐼</m:t>
                    </m:r>
                    <m:d>
                      <m:dPr>
                        <m:ctrlPr>
                          <a:rPr lang="en-US" sz="2800" i="1">
                            <a:latin typeface="Cambria Math" panose="02040503050406030204" pitchFamily="18" charset="0"/>
                          </a:rPr>
                        </m:ctrlPr>
                      </m:dPr>
                      <m:e>
                        <m:r>
                          <a:rPr lang="en-US" sz="2800" b="0" i="1" smtClean="0">
                            <a:latin typeface="Cambria Math" panose="02040503050406030204" pitchFamily="18" charset="0"/>
                          </a:rPr>
                          <m:t>3</m:t>
                        </m:r>
                      </m:e>
                    </m:d>
                    <m:r>
                      <a:rPr lang="en-US" sz="2800" b="0" i="1" smtClean="0">
                        <a:latin typeface="Cambria Math" panose="02040503050406030204" pitchFamily="18" charset="0"/>
                      </a:rPr>
                      <m:t>+</m:t>
                    </m:r>
                    <m:r>
                      <a:rPr lang="en-US" sz="2800" i="1">
                        <a:latin typeface="Cambria Math" panose="02040503050406030204" pitchFamily="18" charset="0"/>
                      </a:rPr>
                      <m:t>𝐹𝐼𝐵𝑂𝑁𝐴𝐶𝐶𝐼</m:t>
                    </m:r>
                    <m:r>
                      <a:rPr lang="en-US" sz="2800" i="1">
                        <a:latin typeface="Cambria Math" panose="02040503050406030204" pitchFamily="18" charset="0"/>
                      </a:rPr>
                      <m:t>(2)</m:t>
                    </m:r>
                  </m:oMath>
                </a14:m>
                <a:r>
                  <a:rPr lang="en-US" sz="2800" dirty="0"/>
                  <a:t>.</a:t>
                </a:r>
              </a:p>
              <a:p>
                <a:pPr marL="971550" lvl="1" indent="-514350">
                  <a:lnSpc>
                    <a:spcPct val="120000"/>
                  </a:lnSpc>
                  <a:buFont typeface="+mj-lt"/>
                  <a:buAutoNum type="arabicPeriod"/>
                </a:pPr>
                <a14:m>
                  <m:oMath xmlns:m="http://schemas.openxmlformats.org/officeDocument/2006/math">
                    <m:r>
                      <a:rPr lang="en-US" sz="2800" i="1">
                        <a:latin typeface="Cambria Math" panose="02040503050406030204" pitchFamily="18" charset="0"/>
                      </a:rPr>
                      <m:t>𝐹𝐼𝐵𝑂𝑁𝐴𝐶𝐶𝐼</m:t>
                    </m:r>
                    <m:d>
                      <m:dPr>
                        <m:ctrlPr>
                          <a:rPr lang="en-US" sz="2800" i="1">
                            <a:latin typeface="Cambria Math" panose="02040503050406030204" pitchFamily="18" charset="0"/>
                          </a:rPr>
                        </m:ctrlPr>
                      </m:dPr>
                      <m:e>
                        <m:r>
                          <a:rPr lang="en-US" sz="2800" b="0" i="1" smtClean="0">
                            <a:latin typeface="Cambria Math" panose="02040503050406030204" pitchFamily="18" charset="0"/>
                          </a:rPr>
                          <m:t>3</m:t>
                        </m:r>
                      </m:e>
                    </m:d>
                    <m:r>
                      <a:rPr lang="en-US" sz="2800" b="0" i="1" smtClean="0">
                        <a:latin typeface="Cambria Math" panose="02040503050406030204" pitchFamily="18" charset="0"/>
                      </a:rPr>
                      <m:t>=</m:t>
                    </m:r>
                    <m:r>
                      <a:rPr lang="en-US" sz="2800" i="1">
                        <a:latin typeface="Cambria Math" panose="02040503050406030204" pitchFamily="18" charset="0"/>
                      </a:rPr>
                      <m:t>𝐹𝐼𝐵𝑂𝑁𝐴𝐶𝐶𝐼</m:t>
                    </m:r>
                    <m:d>
                      <m:dPr>
                        <m:ctrlPr>
                          <a:rPr lang="en-US" sz="2800" i="1">
                            <a:latin typeface="Cambria Math" panose="02040503050406030204" pitchFamily="18" charset="0"/>
                          </a:rPr>
                        </m:ctrlPr>
                      </m:dPr>
                      <m:e>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𝐹𝐼𝐵𝑂𝑁𝐴𝐶𝐶𝐼</m:t>
                    </m:r>
                    <m:r>
                      <a:rPr lang="en-US" sz="2800" i="1">
                        <a:latin typeface="Cambria Math" panose="02040503050406030204" pitchFamily="18" charset="0"/>
                      </a:rPr>
                      <m:t>(1)</m:t>
                    </m:r>
                  </m:oMath>
                </a14:m>
                <a:r>
                  <a:rPr lang="en-US" sz="2800" dirty="0"/>
                  <a:t>.</a:t>
                </a:r>
              </a:p>
              <a:p>
                <a:pPr marL="971550" lvl="1" indent="-514350">
                  <a:lnSpc>
                    <a:spcPct val="120000"/>
                  </a:lnSpc>
                  <a:buFont typeface="+mj-lt"/>
                  <a:buAutoNum type="arabicPeriod"/>
                </a:pPr>
                <a14:m>
                  <m:oMath xmlns:m="http://schemas.openxmlformats.org/officeDocument/2006/math">
                    <m:r>
                      <a:rPr lang="en-US" sz="2800" i="1">
                        <a:latin typeface="Cambria Math" panose="02040503050406030204" pitchFamily="18" charset="0"/>
                      </a:rPr>
                      <m:t>𝐹𝐼𝐵𝑂𝑁𝐴𝐶𝐶𝐼</m:t>
                    </m:r>
                    <m:r>
                      <a:rPr lang="en-US" sz="2800" i="1">
                        <a:latin typeface="Cambria Math" panose="02040503050406030204" pitchFamily="18" charset="0"/>
                      </a:rPr>
                      <m:t>(1)</m:t>
                    </m:r>
                  </m:oMath>
                </a14:m>
                <a:r>
                  <a:rPr lang="en-US" sz="2800" dirty="0"/>
                  <a:t> will return 0 and </a:t>
                </a:r>
                <a14:m>
                  <m:oMath xmlns:m="http://schemas.openxmlformats.org/officeDocument/2006/math">
                    <m:r>
                      <a:rPr lang="en-US" sz="2800" i="1">
                        <a:latin typeface="Cambria Math" panose="02040503050406030204" pitchFamily="18" charset="0"/>
                      </a:rPr>
                      <m:t>𝐹𝐼𝐵𝑂𝑁𝐴𝐶𝐶𝐼</m:t>
                    </m:r>
                    <m:r>
                      <a:rPr lang="en-US" sz="2800" i="1">
                        <a:latin typeface="Cambria Math" panose="02040503050406030204" pitchFamily="18" charset="0"/>
                      </a:rPr>
                      <m:t>(2)</m:t>
                    </m:r>
                  </m:oMath>
                </a14:m>
                <a:r>
                  <a:rPr lang="en-US" sz="2800" dirty="0"/>
                  <a:t> will return 1.</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873"/>
                </a:stretch>
              </a:blipFill>
            </p:spPr>
            <p:txBody>
              <a:bodyPr/>
              <a:lstStyle/>
              <a:p>
                <a:r>
                  <a:rPr lang="en-US">
                    <a:noFill/>
                  </a:rPr>
                  <a:t> </a:t>
                </a:r>
              </a:p>
            </p:txBody>
          </p:sp>
        </mc:Fallback>
      </mc:AlternateContent>
    </p:spTree>
    <p:extLst>
      <p:ext uri="{BB962C8B-B14F-4D97-AF65-F5344CB8AC3E}">
        <p14:creationId xmlns:p14="http://schemas.microsoft.com/office/powerpoint/2010/main" val="313227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Fibonacci Series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94282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FIBONACCI</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returns nth number in Fibonacci series.</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=1,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r>
                  <a:rPr lang="en-US" sz="2400" dirty="0">
                    <a:latin typeface="Cambria Math" panose="02040503050406030204" pitchFamily="18" charset="0"/>
                    <a:ea typeface="Cascadia Code" panose="020B0609020000020004" pitchFamily="49" charset="0"/>
                    <a:cs typeface="Cascadia Code" panose="020B0609020000020004" pitchFamily="49" charset="0"/>
                  </a:rPr>
                  <a:t>	(The first number in series is 0)</a:t>
                </a: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0</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𝐸𝐿𝑆𝐸</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=2,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r>
                  <a:rPr lang="en-US" sz="2400" dirty="0">
                    <a:latin typeface="Cambria Math" panose="02040503050406030204" pitchFamily="18" charset="0"/>
                    <a:ea typeface="Cascadia Code" panose="020B0609020000020004" pitchFamily="49" charset="0"/>
                    <a:cs typeface="Cascadia Code" panose="020B0609020000020004" pitchFamily="49" charset="0"/>
                  </a:rPr>
                  <a:t>	(The first number in series is 1)</a:t>
                </a:r>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 1</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(Every next number is sum of previous 2 numbers)</a:t>
                </a:r>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𝐹𝐼𝐵𝑂𝑁𝐴𝐶𝐶𝐼</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2≔</m:t>
                    </m:r>
                    <m:r>
                      <a:rPr lang="en-US" sz="2200" i="1">
                        <a:latin typeface="Cambria Math" panose="02040503050406030204" pitchFamily="18" charset="0"/>
                        <a:ea typeface="Cascadia Code" panose="020B0609020000020004" pitchFamily="49" charset="0"/>
                        <a:cs typeface="Cascadia Code" panose="020B0609020000020004" pitchFamily="49" charset="0"/>
                      </a:rPr>
                      <m:t>𝐹𝐼𝐵𝑂𝑁𝐴𝐶𝐶𝐼</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i="1">
                            <a:latin typeface="Cambria Math" panose="02040503050406030204" pitchFamily="18" charset="0"/>
                            <a:ea typeface="Cascadia Code" panose="020B0609020000020004" pitchFamily="49" charset="0"/>
                            <a:cs typeface="Cascadia Code" panose="020B0609020000020004" pitchFamily="49" charset="0"/>
                          </a:rPr>
                          <m:t>𝑛</m:t>
                        </m:r>
                        <m:r>
                          <a:rPr lang="en-US" sz="2200" i="1">
                            <a:latin typeface="Cambria Math" panose="02040503050406030204" pitchFamily="18" charset="0"/>
                            <a:ea typeface="Cascadia Code" panose="020B0609020000020004" pitchFamily="49" charset="0"/>
                            <a:cs typeface="Cascadia Code" panose="020B0609020000020004" pitchFamily="49" charset="0"/>
                          </a:rPr>
                          <m:t>−2</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2</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942829"/>
              </a:xfrm>
              <a:prstGeom prst="rect">
                <a:avLst/>
              </a:prstGeom>
              <a:blipFill>
                <a:blip r:embed="rId3"/>
                <a:stretch>
                  <a:fillRect l="-778" t="-986"/>
                </a:stretch>
              </a:blipFill>
            </p:spPr>
            <p:txBody>
              <a:bodyPr/>
              <a:lstStyle/>
              <a:p>
                <a:r>
                  <a:rPr lang="en-US">
                    <a:noFill/>
                  </a:rPr>
                  <a:t> </a:t>
                </a:r>
              </a:p>
            </p:txBody>
          </p:sp>
        </mc:Fallback>
      </mc:AlternateContent>
    </p:spTree>
    <p:extLst>
      <p:ext uri="{BB962C8B-B14F-4D97-AF65-F5344CB8AC3E}">
        <p14:creationId xmlns:p14="http://schemas.microsoft.com/office/powerpoint/2010/main" val="333043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Fibonacci Series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5"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Execution Tree looks like this when </a:t>
                </a:r>
                <a14:m>
                  <m:oMath xmlns:m="http://schemas.openxmlformats.org/officeDocument/2006/math">
                    <m:r>
                      <a:rPr lang="en-US" sz="3200" b="0" i="1" smtClean="0">
                        <a:latin typeface="Cambria Math" panose="02040503050406030204" pitchFamily="18" charset="0"/>
                      </a:rPr>
                      <m:t>𝐹𝐼𝐵𝑂𝑁𝐴𝐶𝐶𝐼</m:t>
                    </m:r>
                    <m:r>
                      <a:rPr lang="en-US" sz="3200" b="0" i="1" smtClean="0">
                        <a:latin typeface="Cambria Math" panose="02040503050406030204" pitchFamily="18" charset="0"/>
                      </a:rPr>
                      <m:t>(4)</m:t>
                    </m:r>
                  </m:oMath>
                </a14:m>
                <a:r>
                  <a:rPr lang="en-US" sz="3200" dirty="0"/>
                  <a:t> is run.</a:t>
                </a:r>
              </a:p>
              <a:p>
                <a:pPr>
                  <a:lnSpc>
                    <a:spcPct val="120000"/>
                  </a:lnSpc>
                  <a:buFont typeface="Wingdings" panose="05000000000000000000" pitchFamily="2" charset="2"/>
                  <a:buChar char="§"/>
                </a:pPr>
                <a:r>
                  <a:rPr lang="en-US" sz="3200" dirty="0"/>
                  <a:t>At first, the program reads </a:t>
                </a:r>
                <a14:m>
                  <m:oMath xmlns:m="http://schemas.openxmlformats.org/officeDocument/2006/math">
                    <m:r>
                      <a:rPr lang="en-US" sz="3200" i="1">
                        <a:latin typeface="Cambria Math" panose="02040503050406030204" pitchFamily="18" charset="0"/>
                      </a:rPr>
                      <m:t>𝐹𝐼𝐵𝑂𝑁𝐴𝐶𝐶𝐼</m:t>
                    </m:r>
                    <m:r>
                      <a:rPr lang="en-US" sz="3200" i="1">
                        <a:latin typeface="Cambria Math" panose="02040503050406030204" pitchFamily="18" charset="0"/>
                      </a:rPr>
                      <m:t>(4)</m:t>
                    </m:r>
                  </m:oMath>
                </a14:m>
                <a:r>
                  <a:rPr lang="en-US" sz="3200" dirty="0"/>
                  <a:t> and see which of the 3 conditions it matches.</a:t>
                </a:r>
              </a:p>
              <a:p>
                <a:pPr>
                  <a:lnSpc>
                    <a:spcPct val="120000"/>
                  </a:lnSpc>
                  <a:buFont typeface="Wingdings" panose="05000000000000000000" pitchFamily="2" charset="2"/>
                  <a:buChar char="§"/>
                </a:pPr>
                <a:r>
                  <a:rPr lang="en-US" sz="3200" dirty="0"/>
                  <a:t>Since it’s neither 1, nor 2, therefore it will call </a:t>
                </a:r>
                <a14:m>
                  <m:oMath xmlns:m="http://schemas.openxmlformats.org/officeDocument/2006/math">
                    <m:r>
                      <a:rPr lang="en-US" sz="3200" i="1">
                        <a:latin typeface="Cambria Math" panose="02040503050406030204" pitchFamily="18" charset="0"/>
                      </a:rPr>
                      <m:t>𝐹𝐼𝐵𝑂𝑁𝐴𝐶𝐶𝐼</m:t>
                    </m:r>
                    <m:d>
                      <m:dPr>
                        <m:ctrlPr>
                          <a:rPr lang="en-US" sz="3200" i="1">
                            <a:latin typeface="Cambria Math" panose="02040503050406030204" pitchFamily="18" charset="0"/>
                          </a:rPr>
                        </m:ctrlPr>
                      </m:dPr>
                      <m:e>
                        <m:r>
                          <a:rPr lang="en-US" sz="3200" b="0" i="1" smtClean="0">
                            <a:latin typeface="Cambria Math" panose="02040503050406030204" pitchFamily="18" charset="0"/>
                          </a:rPr>
                          <m:t>3</m:t>
                        </m:r>
                      </m:e>
                    </m:d>
                    <m:r>
                      <a:rPr lang="en-US" sz="3200" b="0" i="1" smtClean="0">
                        <a:latin typeface="Cambria Math" panose="02040503050406030204" pitchFamily="18" charset="0"/>
                      </a:rPr>
                      <m:t>+</m:t>
                    </m:r>
                    <m:r>
                      <a:rPr lang="en-US" sz="3200" i="1">
                        <a:latin typeface="Cambria Math" panose="02040503050406030204" pitchFamily="18" charset="0"/>
                      </a:rPr>
                      <m:t>𝐹𝐼𝐵𝑂𝑁𝐴𝐶𝐶𝐼</m:t>
                    </m:r>
                    <m:r>
                      <a:rPr lang="en-US" sz="3200" i="1">
                        <a:latin typeface="Cambria Math" panose="02040503050406030204" pitchFamily="18" charset="0"/>
                      </a:rPr>
                      <m:t>(2)</m:t>
                    </m:r>
                  </m:oMath>
                </a14:m>
                <a:r>
                  <a:rPr lang="en-US" sz="3200" dirty="0"/>
                  <a:t>.</a:t>
                </a:r>
              </a:p>
              <a:p>
                <a:pPr>
                  <a:lnSpc>
                    <a:spcPct val="120000"/>
                  </a:lnSpc>
                  <a:buFont typeface="Wingdings" panose="05000000000000000000" pitchFamily="2" charset="2"/>
                  <a:buChar char="§"/>
                </a:pPr>
                <a14:m>
                  <m:oMath xmlns:m="http://schemas.openxmlformats.org/officeDocument/2006/math">
                    <m:r>
                      <a:rPr lang="en-US" sz="3200" i="1">
                        <a:latin typeface="Cambria Math" panose="02040503050406030204" pitchFamily="18" charset="0"/>
                      </a:rPr>
                      <m:t>𝐹𝐼𝐵𝑂𝑁𝐴𝐶𝐶𝐼</m:t>
                    </m:r>
                    <m:r>
                      <a:rPr lang="en-US" sz="3200" i="1">
                        <a:latin typeface="Cambria Math" panose="02040503050406030204" pitchFamily="18" charset="0"/>
                      </a:rPr>
                      <m:t>(2)</m:t>
                    </m:r>
                  </m:oMath>
                </a14:m>
                <a:r>
                  <a:rPr lang="en-US" sz="3200" dirty="0"/>
                  <a:t> is a simple case and it will return 1.</a:t>
                </a:r>
              </a:p>
              <a:p>
                <a:pPr>
                  <a:lnSpc>
                    <a:spcPct val="120000"/>
                  </a:lnSpc>
                  <a:buFont typeface="Wingdings" panose="05000000000000000000" pitchFamily="2" charset="2"/>
                  <a:buChar char="§"/>
                </a:pPr>
                <a14:m>
                  <m:oMath xmlns:m="http://schemas.openxmlformats.org/officeDocument/2006/math">
                    <m:r>
                      <a:rPr lang="en-US" sz="3200" i="1">
                        <a:latin typeface="Cambria Math" panose="02040503050406030204" pitchFamily="18" charset="0"/>
                      </a:rPr>
                      <m:t>𝐹𝐼𝐵𝑂𝑁𝐴𝐶𝐶𝐼</m:t>
                    </m:r>
                    <m:d>
                      <m:dPr>
                        <m:ctrlPr>
                          <a:rPr lang="en-US" sz="3200" i="1">
                            <a:latin typeface="Cambria Math" panose="02040503050406030204" pitchFamily="18" charset="0"/>
                          </a:rPr>
                        </m:ctrlPr>
                      </m:dPr>
                      <m:e>
                        <m:r>
                          <a:rPr lang="en-US" sz="3200" b="0" i="1" smtClean="0">
                            <a:latin typeface="Cambria Math" panose="02040503050406030204" pitchFamily="18" charset="0"/>
                          </a:rPr>
                          <m:t>3</m:t>
                        </m:r>
                      </m:e>
                    </m:d>
                  </m:oMath>
                </a14:m>
                <a:r>
                  <a:rPr lang="en-US" sz="3200" dirty="0"/>
                  <a:t> will further call </a:t>
                </a:r>
                <a14:m>
                  <m:oMath xmlns:m="http://schemas.openxmlformats.org/officeDocument/2006/math">
                    <m:r>
                      <a:rPr lang="en-US" sz="3200" i="1">
                        <a:latin typeface="Cambria Math" panose="02040503050406030204" pitchFamily="18" charset="0"/>
                      </a:rPr>
                      <m:t>𝐹𝐼𝐵𝑂𝑁𝐴𝐶𝐶𝐼</m:t>
                    </m:r>
                    <m:d>
                      <m:dPr>
                        <m:ctrlPr>
                          <a:rPr lang="en-US" sz="3200" i="1">
                            <a:latin typeface="Cambria Math" panose="02040503050406030204" pitchFamily="18" charset="0"/>
                          </a:rPr>
                        </m:ctrlPr>
                      </m:dPr>
                      <m:e>
                        <m:r>
                          <a:rPr lang="en-US" sz="3200" b="0" i="1" smtClean="0">
                            <a:latin typeface="Cambria Math" panose="02040503050406030204" pitchFamily="18" charset="0"/>
                          </a:rPr>
                          <m:t>2</m:t>
                        </m:r>
                      </m:e>
                    </m:d>
                    <m:r>
                      <a:rPr lang="en-US" sz="3200" i="1">
                        <a:latin typeface="Cambria Math" panose="02040503050406030204" pitchFamily="18" charset="0"/>
                      </a:rPr>
                      <m:t>+</m:t>
                    </m:r>
                    <m:r>
                      <a:rPr lang="en-US" sz="3200" i="1">
                        <a:latin typeface="Cambria Math" panose="02040503050406030204" pitchFamily="18" charset="0"/>
                      </a:rPr>
                      <m:t>𝐹𝐼𝐵𝑂𝑁𝐴𝐶𝐶𝐼</m:t>
                    </m:r>
                    <m:r>
                      <a:rPr lang="en-US" sz="3200" i="1">
                        <a:latin typeface="Cambria Math" panose="02040503050406030204" pitchFamily="18" charset="0"/>
                      </a:rPr>
                      <m:t>(1)</m:t>
                    </m:r>
                  </m:oMath>
                </a14:m>
                <a:r>
                  <a:rPr lang="en-US" sz="3200" dirty="0"/>
                  <a:t>.</a:t>
                </a:r>
              </a:p>
              <a:p>
                <a:pPr>
                  <a:lnSpc>
                    <a:spcPct val="120000"/>
                  </a:lnSpc>
                  <a:buFont typeface="Wingdings" panose="05000000000000000000" pitchFamily="2" charset="2"/>
                  <a:buChar char="§"/>
                </a:pPr>
                <a:r>
                  <a:rPr lang="en-US" sz="3200" dirty="0"/>
                  <a:t>Both </a:t>
                </a:r>
                <a14:m>
                  <m:oMath xmlns:m="http://schemas.openxmlformats.org/officeDocument/2006/math">
                    <m:r>
                      <a:rPr lang="en-US" sz="3200" i="1">
                        <a:latin typeface="Cambria Math" panose="02040503050406030204" pitchFamily="18" charset="0"/>
                      </a:rPr>
                      <m:t>𝐹𝐼𝐵𝑂𝑁𝐴𝐶𝐶𝐼</m:t>
                    </m:r>
                    <m:d>
                      <m:dPr>
                        <m:ctrlPr>
                          <a:rPr lang="en-US" sz="3200" i="1">
                            <a:latin typeface="Cambria Math" panose="02040503050406030204" pitchFamily="18" charset="0"/>
                          </a:rPr>
                        </m:ctrlPr>
                      </m:dPr>
                      <m:e>
                        <m:r>
                          <a:rPr lang="en-US" sz="3200" b="0" i="1" smtClean="0">
                            <a:latin typeface="Cambria Math" panose="02040503050406030204" pitchFamily="18" charset="0"/>
                          </a:rPr>
                          <m:t>2</m:t>
                        </m:r>
                      </m:e>
                    </m:d>
                  </m:oMath>
                </a14:m>
                <a:r>
                  <a:rPr lang="en-US" sz="3200" dirty="0"/>
                  <a:t> and </a:t>
                </a:r>
                <a14:m>
                  <m:oMath xmlns:m="http://schemas.openxmlformats.org/officeDocument/2006/math">
                    <m:r>
                      <a:rPr lang="en-US" sz="3200" i="1">
                        <a:latin typeface="Cambria Math" panose="02040503050406030204" pitchFamily="18" charset="0"/>
                      </a:rPr>
                      <m:t>𝐹𝐼𝐵𝑂𝑁𝐴𝐶𝐶𝐼</m:t>
                    </m:r>
                    <m:r>
                      <a:rPr lang="en-US" sz="3200" i="1">
                        <a:latin typeface="Cambria Math" panose="02040503050406030204" pitchFamily="18" charset="0"/>
                      </a:rPr>
                      <m:t>(1)</m:t>
                    </m:r>
                  </m:oMath>
                </a14:m>
                <a:r>
                  <a:rPr lang="en-US" sz="3200" dirty="0"/>
                  <a:t> are base cases and will return 1 and 0.</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5" cy="4887878"/>
              </a:xfrm>
              <a:prstGeom prst="rect">
                <a:avLst/>
              </a:prstGeom>
              <a:blipFill>
                <a:blip r:embed="rId3"/>
                <a:stretch>
                  <a:fillRect l="-1141" t="-748" r="-1349"/>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470FE530-96B6-F32D-DB03-8A3AD4A9FC11}"/>
              </a:ext>
            </a:extLst>
          </p:cNvPr>
          <p:cNvGraphicFramePr/>
          <p:nvPr>
            <p:extLst>
              <p:ext uri="{D42A27DB-BD31-4B8C-83A1-F6EECF244321}">
                <p14:modId xmlns:p14="http://schemas.microsoft.com/office/powerpoint/2010/main" val="166088513"/>
              </p:ext>
            </p:extLst>
          </p:nvPr>
        </p:nvGraphicFramePr>
        <p:xfrm>
          <a:off x="6096000" y="1532587"/>
          <a:ext cx="5875615" cy="488787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2575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Fibonacci Series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515413"/>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Let’s use the same Fibonacci example, but with a minor change for simplicity:</a:t>
                </a:r>
                <a:br>
                  <a:rPr lang="en-US" sz="3200" dirty="0"/>
                </a:br>
                <a14:m>
                  <m:oMath xmlns:m="http://schemas.openxmlformats.org/officeDocument/2006/math">
                    <m:r>
                      <a:rPr lang="en-US" sz="3200" b="0" i="1" smtClean="0">
                        <a:latin typeface="Cambria Math" panose="02040503050406030204" pitchFamily="18" charset="0"/>
                      </a:rPr>
                      <m:t>𝐹𝑖𝑏</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i="1">
                        <a:latin typeface="Cambria Math" panose="02040503050406030204" pitchFamily="18" charset="0"/>
                      </a:rPr>
                      <m:t>=</m:t>
                    </m:r>
                    <m:r>
                      <a:rPr lang="en-US" sz="3200" i="1">
                        <a:latin typeface="Cambria Math" panose="02040503050406030204" pitchFamily="18" charset="0"/>
                      </a:rPr>
                      <m:t>𝐹𝑖𝑏</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b="0" i="1" smtClean="0">
                            <a:latin typeface="Cambria Math" panose="02040503050406030204" pitchFamily="18" charset="0"/>
                          </a:rPr>
                          <m:t>−1</m:t>
                        </m:r>
                      </m:e>
                    </m:d>
                    <m:r>
                      <a:rPr lang="en-US" sz="3200" b="0" i="1" smtClean="0">
                        <a:latin typeface="Cambria Math" panose="02040503050406030204" pitchFamily="18" charset="0"/>
                      </a:rPr>
                      <m:t>+</m:t>
                    </m:r>
                    <m:r>
                      <a:rPr lang="en-US" sz="3200" i="1">
                        <a:latin typeface="Cambria Math" panose="02040503050406030204" pitchFamily="18" charset="0"/>
                      </a:rPr>
                      <m:t>𝐹𝑖𝑏</m:t>
                    </m:r>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b="0" i="1" smtClean="0">
                            <a:latin typeface="Cambria Math" panose="02040503050406030204" pitchFamily="18" charset="0"/>
                          </a:rPr>
                          <m:t>−1</m:t>
                        </m:r>
                      </m:e>
                    </m:d>
                    <m:r>
                      <a:rPr lang="en-US" sz="3200" b="0" i="1" smtClean="0">
                        <a:latin typeface="Cambria Math" panose="02040503050406030204" pitchFamily="18" charset="0"/>
                      </a:rPr>
                      <m:t>;</m:t>
                    </m:r>
                    <m:r>
                      <a:rPr lang="en-US" sz="3200" b="0" i="1" smtClean="0">
                        <a:latin typeface="Cambria Math" panose="02040503050406030204" pitchFamily="18" charset="0"/>
                      </a:rPr>
                      <m:t>𝐹𝑖𝑏</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r>
                  <a:rPr lang="en-US" sz="3200" dirty="0"/>
                  <a:t>All we need to do is count the total number of boxes created to get </a:t>
                </a:r>
                <a14:m>
                  <m:oMath xmlns:m="http://schemas.openxmlformats.org/officeDocument/2006/math">
                    <m:r>
                      <a:rPr lang="en-US" sz="3200" b="0" i="1" smtClean="0">
                        <a:latin typeface="Cambria Math" panose="02040503050406030204" pitchFamily="18" charset="0"/>
                      </a:rPr>
                      <m:t>𝐹𝑖𝑏</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1515413"/>
              </a:xfrm>
              <a:prstGeom prst="rect">
                <a:avLst/>
              </a:prstGeom>
              <a:blipFill>
                <a:blip r:embed="rId3"/>
                <a:stretch>
                  <a:fillRect l="-830" t="-3213" b="-6827"/>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470FE530-96B6-F32D-DB03-8A3AD4A9FC11}"/>
              </a:ext>
            </a:extLst>
          </p:cNvPr>
          <p:cNvGraphicFramePr/>
          <p:nvPr>
            <p:extLst>
              <p:ext uri="{D42A27DB-BD31-4B8C-83A1-F6EECF244321}">
                <p14:modId xmlns:p14="http://schemas.microsoft.com/office/powerpoint/2010/main" val="400064499"/>
              </p:ext>
            </p:extLst>
          </p:nvPr>
        </p:nvGraphicFramePr>
        <p:xfrm>
          <a:off x="928444" y="3048001"/>
          <a:ext cx="10315662" cy="3505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86819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Fibonacci Series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6725784"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For each value of </a:t>
                </a:r>
                <a14:m>
                  <m:oMath xmlns:m="http://schemas.openxmlformats.org/officeDocument/2006/math">
                    <m:r>
                      <a:rPr lang="en-US" sz="3200" b="0" i="1" smtClean="0">
                        <a:latin typeface="Cambria Math" panose="02040503050406030204" pitchFamily="18" charset="0"/>
                      </a:rPr>
                      <m:t>𝑛</m:t>
                    </m:r>
                  </m:oMath>
                </a14:m>
                <a:r>
                  <a:rPr lang="en-US" sz="3200" dirty="0"/>
                  <a:t>, we require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oMath>
                </a14:m>
                <a:r>
                  <a:rPr lang="en-US" sz="3200" dirty="0"/>
                  <a:t> which is the time taken by previous sub-solution.</a:t>
                </a:r>
              </a:p>
              <a:p>
                <a:pPr>
                  <a:lnSpc>
                    <a:spcPct val="120000"/>
                  </a:lnSpc>
                  <a:buFont typeface="Wingdings" panose="05000000000000000000" pitchFamily="2" charset="2"/>
                  <a:buChar char="§"/>
                </a:pPr>
                <a:r>
                  <a:rPr lang="en-US" sz="3200" dirty="0"/>
                  <a:t>The value </a:t>
                </a:r>
                <a14:m>
                  <m:oMath xmlns:m="http://schemas.openxmlformats.org/officeDocument/2006/math">
                    <m:r>
                      <a:rPr lang="en-US" sz="3200" b="0" i="1" smtClean="0">
                        <a:latin typeface="Cambria Math" panose="02040503050406030204" pitchFamily="18" charset="0"/>
                      </a:rPr>
                      <m:t>𝑘</m:t>
                    </m:r>
                  </m:oMath>
                </a14:m>
                <a:r>
                  <a:rPr lang="en-US" sz="3200" dirty="0"/>
                  <a:t> is the total number of times we divided into sub-problems to reach the base case.</a:t>
                </a:r>
              </a:p>
              <a:p>
                <a:pPr>
                  <a:lnSpc>
                    <a:spcPct val="120000"/>
                  </a:lnSpc>
                  <a:buFont typeface="Wingdings" panose="05000000000000000000" pitchFamily="2" charset="2"/>
                  <a:buChar char="§"/>
                </a:pPr>
                <a:r>
                  <a:rPr lang="en-US" sz="3200" dirty="0"/>
                  <a:t>For each value of </a:t>
                </a:r>
                <a14:m>
                  <m:oMath xmlns:m="http://schemas.openxmlformats.org/officeDocument/2006/math">
                    <m:r>
                      <a:rPr lang="en-US" sz="3200" b="0" i="1" smtClean="0">
                        <a:latin typeface="Cambria Math" panose="02040503050406030204" pitchFamily="18" charset="0"/>
                      </a:rPr>
                      <m:t>𝑛</m:t>
                    </m:r>
                  </m:oMath>
                </a14:m>
                <a:r>
                  <a:rPr lang="en-US" sz="3200" dirty="0"/>
                  <a:t>, the time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r>
                          <a:rPr lang="en-US" sz="3200" b="0" i="1" smtClean="0">
                            <a:latin typeface="Cambria Math" panose="02040503050406030204" pitchFamily="18" charset="0"/>
                          </a:rPr>
                          <m:t>−1</m:t>
                        </m:r>
                      </m:sup>
                    </m:sSup>
                  </m:oMath>
                </a14:m>
                <a:r>
                  <a:rPr lang="en-US" sz="3200" dirty="0"/>
                  <a:t>.</a:t>
                </a:r>
              </a:p>
              <a:p>
                <a:pPr>
                  <a:lnSpc>
                    <a:spcPct val="120000"/>
                  </a:lnSpc>
                  <a:buFont typeface="Wingdings" panose="05000000000000000000" pitchFamily="2" charset="2"/>
                  <a:buChar char="§"/>
                </a:pPr>
                <a:r>
                  <a:rPr lang="en-US" sz="3200" dirty="0"/>
                  <a:t>The dominant term is </a:t>
                </a:r>
                <a14:m>
                  <m:oMath xmlns:m="http://schemas.openxmlformats.org/officeDocument/2006/math">
                    <m:r>
                      <a:rPr lang="en-US" sz="3200" b="0" i="1" smtClean="0">
                        <a:latin typeface="Cambria Math" panose="02040503050406030204" pitchFamily="18" charset="0"/>
                      </a:rPr>
                      <m:t>𝑘</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r>
                          <a:rPr lang="en-US" sz="3200" b="0" i="1" smtClean="0">
                            <a:latin typeface="Cambria Math" panose="02040503050406030204" pitchFamily="18" charset="0"/>
                          </a:rPr>
                          <m:t>−1</m:t>
                        </m:r>
                      </m:sup>
                    </m:sSup>
                  </m:oMath>
                </a14:m>
                <a:r>
                  <a:rPr lang="en-US" sz="3200" dirty="0"/>
                  <a:t>. All other terms are lower and can be ignored.</a:t>
                </a:r>
              </a:p>
              <a:p>
                <a:pPr>
                  <a:lnSpc>
                    <a:spcPct val="120000"/>
                  </a:lnSpc>
                  <a:buFont typeface="Wingdings" panose="05000000000000000000" pitchFamily="2" charset="2"/>
                  <a:buChar char="§"/>
                </a:pPr>
                <a:r>
                  <a:rPr lang="en-US" sz="3200" dirty="0"/>
                  <a:t>Therefore, using rules of complexity analysis, we calculate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r>
                              <a:rPr lang="en-US" sz="3200" b="0" i="1" smtClean="0">
                                <a:latin typeface="Cambria Math" panose="02040503050406030204" pitchFamily="18" charset="0"/>
                              </a:rPr>
                              <m:t>−1</m:t>
                            </m:r>
                          </m:sup>
                        </m:sSup>
                      </m:e>
                    </m:d>
                    <m:r>
                      <a:rPr lang="en-US" sz="3200" b="0" i="1" smtClean="0">
                        <a:latin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 </m:t>
                    </m:r>
                    <m:r>
                      <a:rPr lang="en-US" sz="3200" i="1">
                        <a:latin typeface="Cambria Math" panose="02040503050406030204" pitchFamily="18" charset="0"/>
                      </a:rPr>
                      <m:t>𝑂</m:t>
                    </m:r>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2</m:t>
                        </m:r>
                      </m:e>
                      <m:sup>
                        <m:r>
                          <a:rPr lang="en-US" sz="3200" i="1">
                            <a:latin typeface="Cambria Math" panose="02040503050406030204" pitchFamily="18" charset="0"/>
                          </a:rPr>
                          <m:t>𝑛</m:t>
                        </m:r>
                      </m:sup>
                    </m:sSup>
                    <m:r>
                      <a:rPr lang="en-US" sz="3200" i="1">
                        <a:latin typeface="Cambria Math" panose="02040503050406030204" pitchFamily="18" charset="0"/>
                      </a:rPr>
                      <m:t>)</m:t>
                    </m:r>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6725784" cy="4887878"/>
              </a:xfrm>
              <a:prstGeom prst="rect">
                <a:avLst/>
              </a:prstGeom>
              <a:blipFill>
                <a:blip r:embed="rId3"/>
                <a:stretch>
                  <a:fillRect l="-1269" t="-873" r="-1360" b="-9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BFA60DA0-D07A-C618-2EA1-A0FF7834D862}"/>
                  </a:ext>
                </a:extLst>
              </p:cNvPr>
              <p:cNvGraphicFramePr>
                <a:graphicFrameLocks noGrp="1"/>
              </p:cNvGraphicFramePr>
              <p:nvPr>
                <p:extLst>
                  <p:ext uri="{D42A27DB-BD31-4B8C-83A1-F6EECF244321}">
                    <p14:modId xmlns:p14="http://schemas.microsoft.com/office/powerpoint/2010/main" val="1900712224"/>
                  </p:ext>
                </p:extLst>
              </p:nvPr>
            </p:nvGraphicFramePr>
            <p:xfrm>
              <a:off x="6946168" y="1532587"/>
              <a:ext cx="5017232" cy="4079240"/>
            </p:xfrm>
            <a:graphic>
              <a:graphicData uri="http://schemas.openxmlformats.org/drawingml/2006/table">
                <a:tbl>
                  <a:tblPr firstRow="1" bandRow="1">
                    <a:tableStyleId>{073A0DAA-6AF3-43AB-8588-CEC1D06C72B9}</a:tableStyleId>
                  </a:tblPr>
                  <a:tblGrid>
                    <a:gridCol w="382905">
                      <a:extLst>
                        <a:ext uri="{9D8B030D-6E8A-4147-A177-3AD203B41FA5}">
                          <a16:colId xmlns:a16="http://schemas.microsoft.com/office/drawing/2014/main" val="3502743454"/>
                        </a:ext>
                      </a:extLst>
                    </a:gridCol>
                    <a:gridCol w="1125093">
                      <a:extLst>
                        <a:ext uri="{9D8B030D-6E8A-4147-A177-3AD203B41FA5}">
                          <a16:colId xmlns:a16="http://schemas.microsoft.com/office/drawing/2014/main" val="652450737"/>
                        </a:ext>
                      </a:extLst>
                    </a:gridCol>
                    <a:gridCol w="882586">
                      <a:extLst>
                        <a:ext uri="{9D8B030D-6E8A-4147-A177-3AD203B41FA5}">
                          <a16:colId xmlns:a16="http://schemas.microsoft.com/office/drawing/2014/main" val="1845283189"/>
                        </a:ext>
                      </a:extLst>
                    </a:gridCol>
                    <a:gridCol w="2626648">
                      <a:extLst>
                        <a:ext uri="{9D8B030D-6E8A-4147-A177-3AD203B41FA5}">
                          <a16:colId xmlns:a16="http://schemas.microsoft.com/office/drawing/2014/main" val="1646497882"/>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𝒏</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𝑻</m:t>
                                </m:r>
                                <m:d>
                                  <m:dPr>
                                    <m:ctrlPr>
                                      <a:rPr lang="en-US" b="1" i="1" smtClean="0">
                                        <a:latin typeface="Cambria Math" panose="02040503050406030204" pitchFamily="18" charset="0"/>
                                      </a:rPr>
                                    </m:ctrlPr>
                                  </m:dPr>
                                  <m:e>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m:t>
                                    </m:r>
                                  </m:e>
                                </m:d>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𝒌</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𝑻</m:t>
                                </m:r>
                                <m:d>
                                  <m:dPr>
                                    <m:ctrlPr>
                                      <a:rPr lang="en-US" b="1" i="1" smtClean="0">
                                        <a:latin typeface="Cambria Math" panose="02040503050406030204" pitchFamily="18" charset="0"/>
                                      </a:rPr>
                                    </m:ctrlPr>
                                  </m:dPr>
                                  <m:e>
                                    <m:r>
                                      <a:rPr lang="en-US" b="1" i="1" smtClean="0">
                                        <a:latin typeface="Cambria Math" panose="02040503050406030204" pitchFamily="18" charset="0"/>
                                      </a:rPr>
                                      <m:t>𝒏</m:t>
                                    </m:r>
                                  </m:e>
                                </m:d>
                              </m:oMath>
                            </m:oMathPara>
                          </a14:m>
                          <a:endParaRPr lang="en-US" dirty="0"/>
                        </a:p>
                      </a:txBody>
                      <a:tcPr/>
                    </a:tc>
                    <a:extLst>
                      <a:ext uri="{0D108BD9-81ED-4DB2-BD59-A6C34878D82A}">
                        <a16:rowId xmlns:a16="http://schemas.microsoft.com/office/drawing/2014/main" val="38822044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865005023"/>
                      </a:ext>
                    </a:extLst>
                  </a:tr>
                  <a:tr h="370840">
                    <a:tc>
                      <a:txBody>
                        <a:bodyPr/>
                        <a:lstStyle/>
                        <a:p>
                          <a:pPr algn="ctr"/>
                          <a:r>
                            <a:rPr lang="en-US" dirty="0"/>
                            <a:t>2</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395890773"/>
                      </a:ext>
                    </a:extLst>
                  </a:tr>
                  <a:tr h="370840">
                    <a:tc>
                      <a:txBody>
                        <a:bodyPr/>
                        <a:lstStyle/>
                        <a:p>
                          <a:pPr algn="ctr"/>
                          <a:r>
                            <a:rPr lang="en-US" dirty="0"/>
                            <a:t>3</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7</a:t>
                          </a:r>
                        </a:p>
                      </a:txBody>
                      <a:tcPr/>
                    </a:tc>
                    <a:extLst>
                      <a:ext uri="{0D108BD9-81ED-4DB2-BD59-A6C34878D82A}">
                        <a16:rowId xmlns:a16="http://schemas.microsoft.com/office/drawing/2014/main" val="3961400159"/>
                      </a:ext>
                    </a:extLst>
                  </a:tr>
                  <a:tr h="370840">
                    <a:tc>
                      <a:txBody>
                        <a:bodyPr/>
                        <a:lstStyle/>
                        <a:p>
                          <a:pPr algn="ctr"/>
                          <a:r>
                            <a:rPr lang="en-US" dirty="0"/>
                            <a:t>4</a:t>
                          </a:r>
                        </a:p>
                      </a:txBody>
                      <a:tcPr/>
                    </a:tc>
                    <a:tc>
                      <a:txBody>
                        <a:bodyPr/>
                        <a:lstStyle/>
                        <a:p>
                          <a:pPr algn="ctr"/>
                          <a:r>
                            <a:rPr lang="en-US" dirty="0"/>
                            <a:t>7</a:t>
                          </a:r>
                        </a:p>
                      </a:txBody>
                      <a:tcPr/>
                    </a:tc>
                    <a:tc>
                      <a:txBody>
                        <a:bodyPr/>
                        <a:lstStyle/>
                        <a:p>
                          <a:pPr algn="ctr"/>
                          <a:r>
                            <a:rPr lang="en-US" dirty="0"/>
                            <a:t>8</a:t>
                          </a:r>
                        </a:p>
                      </a:txBody>
                      <a:tcPr/>
                    </a:tc>
                    <a:tc>
                      <a:txBody>
                        <a:bodyPr/>
                        <a:lstStyle/>
                        <a:p>
                          <a:pPr algn="ctr"/>
                          <a:r>
                            <a:rPr lang="en-US" dirty="0"/>
                            <a:t>15</a:t>
                          </a:r>
                        </a:p>
                      </a:txBody>
                      <a:tcPr/>
                    </a:tc>
                    <a:extLst>
                      <a:ext uri="{0D108BD9-81ED-4DB2-BD59-A6C34878D82A}">
                        <a16:rowId xmlns:a16="http://schemas.microsoft.com/office/drawing/2014/main" val="364568469"/>
                      </a:ext>
                    </a:extLst>
                  </a:tr>
                  <a:tr h="370840">
                    <a:tc>
                      <a:txBody>
                        <a:bodyPr/>
                        <a:lstStyle/>
                        <a:p>
                          <a:pPr algn="ctr"/>
                          <a:r>
                            <a:rPr lang="en-US" dirty="0"/>
                            <a:t>5</a:t>
                          </a:r>
                        </a:p>
                      </a:txBody>
                      <a:tcPr/>
                    </a:tc>
                    <a:tc>
                      <a:txBody>
                        <a:bodyPr/>
                        <a:lstStyle/>
                        <a:p>
                          <a:pPr algn="ctr"/>
                          <a:r>
                            <a:rPr lang="en-US" dirty="0"/>
                            <a:t>15</a:t>
                          </a:r>
                        </a:p>
                      </a:txBody>
                      <a:tcPr/>
                    </a:tc>
                    <a:tc>
                      <a:txBody>
                        <a:bodyPr/>
                        <a:lstStyle/>
                        <a:p>
                          <a:pPr algn="ctr"/>
                          <a:r>
                            <a:rPr lang="en-US" dirty="0"/>
                            <a:t>16</a:t>
                          </a:r>
                        </a:p>
                      </a:txBody>
                      <a:tcPr/>
                    </a:tc>
                    <a:tc>
                      <a:txBody>
                        <a:bodyPr/>
                        <a:lstStyle/>
                        <a:p>
                          <a:pPr algn="ctr"/>
                          <a:r>
                            <a:rPr lang="en-US" dirty="0"/>
                            <a:t>31</a:t>
                          </a:r>
                        </a:p>
                      </a:txBody>
                      <a:tcPr/>
                    </a:tc>
                    <a:extLst>
                      <a:ext uri="{0D108BD9-81ED-4DB2-BD59-A6C34878D82A}">
                        <a16:rowId xmlns:a16="http://schemas.microsoft.com/office/drawing/2014/main" val="1657702018"/>
                      </a:ext>
                    </a:extLst>
                  </a:tr>
                  <a:tr h="370840">
                    <a:tc>
                      <a:txBody>
                        <a:bodyPr/>
                        <a:lstStyle/>
                        <a:p>
                          <a:pPr algn="ctr"/>
                          <a:r>
                            <a:rPr lang="en-US" dirty="0"/>
                            <a:t>6</a:t>
                          </a:r>
                        </a:p>
                      </a:txBody>
                      <a:tcPr/>
                    </a:tc>
                    <a:tc>
                      <a:txBody>
                        <a:bodyPr/>
                        <a:lstStyle/>
                        <a:p>
                          <a:pPr algn="ctr" rtl="0"/>
                          <a:r>
                            <a:rPr lang="en-US" dirty="0"/>
                            <a:t>31</a:t>
                          </a:r>
                        </a:p>
                      </a:txBody>
                      <a:tcPr/>
                    </a:tc>
                    <a:tc>
                      <a:txBody>
                        <a:bodyPr/>
                        <a:lstStyle/>
                        <a:p>
                          <a:pPr algn="ctr"/>
                          <a:r>
                            <a:rPr lang="en-US" dirty="0"/>
                            <a:t>32</a:t>
                          </a:r>
                        </a:p>
                      </a:txBody>
                      <a:tcPr/>
                    </a:tc>
                    <a:tc>
                      <a:txBody>
                        <a:bodyPr/>
                        <a:lstStyle/>
                        <a:p>
                          <a:pPr algn="ctr"/>
                          <a:r>
                            <a:rPr lang="en-US" dirty="0"/>
                            <a:t>63</a:t>
                          </a:r>
                        </a:p>
                      </a:txBody>
                      <a:tcPr/>
                    </a:tc>
                    <a:extLst>
                      <a:ext uri="{0D108BD9-81ED-4DB2-BD59-A6C34878D82A}">
                        <a16:rowId xmlns:a16="http://schemas.microsoft.com/office/drawing/2014/main" val="4058992731"/>
                      </a:ext>
                    </a:extLst>
                  </a:tr>
                  <a:tr h="370840">
                    <a:tc>
                      <a:txBody>
                        <a:bodyPr/>
                        <a:lstStyle/>
                        <a:p>
                          <a:pPr algn="ctr"/>
                          <a:r>
                            <a:rPr lang="en-US" dirty="0"/>
                            <a:t>.</a:t>
                          </a:r>
                        </a:p>
                      </a:txBody>
                      <a:tcPr/>
                    </a:tc>
                    <a:tc>
                      <a:txBody>
                        <a:bodyPr/>
                        <a:lstStyle/>
                        <a:p>
                          <a:pPr algn="ctr" rtl="0"/>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2542840107"/>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4130405149"/>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4037040053"/>
                      </a:ext>
                    </a:extLst>
                  </a:tr>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oMath>
                            </m:oMathPara>
                          </a14:m>
                          <a:endParaRPr lang="en-US" dirty="0"/>
                        </a:p>
                      </a:txBody>
                      <a:tcPr/>
                    </a:tc>
                    <a:tc>
                      <a:txBody>
                        <a:bodyPr/>
                        <a:lstStyle/>
                        <a:p>
                          <a:pPr algn="ctr" rtl="0"/>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r>
                                      <a:rPr lang="en-US" b="0" i="1" smtClean="0">
                                        <a:latin typeface="Cambria Math" panose="02040503050406030204" pitchFamily="18" charset="0"/>
                                      </a:rPr>
                                      <m:t>−1</m:t>
                                    </m:r>
                                  </m:sup>
                                </m:sSup>
                              </m:oMath>
                            </m:oMathPara>
                          </a14:m>
                          <a:endParaRPr lang="en-US" dirty="0"/>
                        </a:p>
                      </a:txBody>
                      <a:tcPr/>
                    </a:tc>
                    <a:extLst>
                      <a:ext uri="{0D108BD9-81ED-4DB2-BD59-A6C34878D82A}">
                        <a16:rowId xmlns:a16="http://schemas.microsoft.com/office/drawing/2014/main" val="1525722407"/>
                      </a:ext>
                    </a:extLst>
                  </a:tr>
                </a:tbl>
              </a:graphicData>
            </a:graphic>
          </p:graphicFrame>
        </mc:Choice>
        <mc:Fallback xmlns="">
          <p:graphicFrame>
            <p:nvGraphicFramePr>
              <p:cNvPr id="5" name="Table 5">
                <a:extLst>
                  <a:ext uri="{FF2B5EF4-FFF2-40B4-BE49-F238E27FC236}">
                    <a16:creationId xmlns:a16="http://schemas.microsoft.com/office/drawing/2014/main" id="{BFA60DA0-D07A-C618-2EA1-A0FF7834D862}"/>
                  </a:ext>
                </a:extLst>
              </p:cNvPr>
              <p:cNvGraphicFramePr>
                <a:graphicFrameLocks noGrp="1"/>
              </p:cNvGraphicFramePr>
              <p:nvPr>
                <p:extLst>
                  <p:ext uri="{D42A27DB-BD31-4B8C-83A1-F6EECF244321}">
                    <p14:modId xmlns:p14="http://schemas.microsoft.com/office/powerpoint/2010/main" val="1900712224"/>
                  </p:ext>
                </p:extLst>
              </p:nvPr>
            </p:nvGraphicFramePr>
            <p:xfrm>
              <a:off x="6946168" y="1532587"/>
              <a:ext cx="5017232" cy="4079240"/>
            </p:xfrm>
            <a:graphic>
              <a:graphicData uri="http://schemas.openxmlformats.org/drawingml/2006/table">
                <a:tbl>
                  <a:tblPr firstRow="1" bandRow="1">
                    <a:tableStyleId>{073A0DAA-6AF3-43AB-8588-CEC1D06C72B9}</a:tableStyleId>
                  </a:tblPr>
                  <a:tblGrid>
                    <a:gridCol w="382905">
                      <a:extLst>
                        <a:ext uri="{9D8B030D-6E8A-4147-A177-3AD203B41FA5}">
                          <a16:colId xmlns:a16="http://schemas.microsoft.com/office/drawing/2014/main" val="3502743454"/>
                        </a:ext>
                      </a:extLst>
                    </a:gridCol>
                    <a:gridCol w="1125093">
                      <a:extLst>
                        <a:ext uri="{9D8B030D-6E8A-4147-A177-3AD203B41FA5}">
                          <a16:colId xmlns:a16="http://schemas.microsoft.com/office/drawing/2014/main" val="652450737"/>
                        </a:ext>
                      </a:extLst>
                    </a:gridCol>
                    <a:gridCol w="882586">
                      <a:extLst>
                        <a:ext uri="{9D8B030D-6E8A-4147-A177-3AD203B41FA5}">
                          <a16:colId xmlns:a16="http://schemas.microsoft.com/office/drawing/2014/main" val="1845283189"/>
                        </a:ext>
                      </a:extLst>
                    </a:gridCol>
                    <a:gridCol w="2626648">
                      <a:extLst>
                        <a:ext uri="{9D8B030D-6E8A-4147-A177-3AD203B41FA5}">
                          <a16:colId xmlns:a16="http://schemas.microsoft.com/office/drawing/2014/main" val="1646497882"/>
                        </a:ext>
                      </a:extLst>
                    </a:gridCol>
                  </a:tblGrid>
                  <a:tr h="370840">
                    <a:tc>
                      <a:txBody>
                        <a:bodyPr/>
                        <a:lstStyle/>
                        <a:p>
                          <a:endParaRPr lang="en-US"/>
                        </a:p>
                      </a:txBody>
                      <a:tcPr>
                        <a:blipFill>
                          <a:blip r:embed="rId4"/>
                          <a:stretch>
                            <a:fillRect l="-1587" t="-1639" r="-1214286" b="-1001639"/>
                          </a:stretch>
                        </a:blipFill>
                      </a:tcPr>
                    </a:tc>
                    <a:tc>
                      <a:txBody>
                        <a:bodyPr/>
                        <a:lstStyle/>
                        <a:p>
                          <a:endParaRPr lang="en-US"/>
                        </a:p>
                      </a:txBody>
                      <a:tcPr>
                        <a:blipFill>
                          <a:blip r:embed="rId4"/>
                          <a:stretch>
                            <a:fillRect l="-34595" t="-1639" r="-313514" b="-1001639"/>
                          </a:stretch>
                        </a:blipFill>
                      </a:tcPr>
                    </a:tc>
                    <a:tc>
                      <a:txBody>
                        <a:bodyPr/>
                        <a:lstStyle/>
                        <a:p>
                          <a:endParaRPr lang="en-US"/>
                        </a:p>
                      </a:txBody>
                      <a:tcPr>
                        <a:blipFill>
                          <a:blip r:embed="rId4"/>
                          <a:stretch>
                            <a:fillRect l="-171724" t="-1639" r="-300000" b="-1001639"/>
                          </a:stretch>
                        </a:blipFill>
                      </a:tcPr>
                    </a:tc>
                    <a:tc>
                      <a:txBody>
                        <a:bodyPr/>
                        <a:lstStyle/>
                        <a:p>
                          <a:endParaRPr lang="en-US"/>
                        </a:p>
                      </a:txBody>
                      <a:tcPr>
                        <a:blipFill>
                          <a:blip r:embed="rId4"/>
                          <a:stretch>
                            <a:fillRect l="-91415" t="-1639" r="-928" b="-1001639"/>
                          </a:stretch>
                        </a:blipFill>
                      </a:tcPr>
                    </a:tc>
                    <a:extLst>
                      <a:ext uri="{0D108BD9-81ED-4DB2-BD59-A6C34878D82A}">
                        <a16:rowId xmlns:a16="http://schemas.microsoft.com/office/drawing/2014/main" val="388220449"/>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865005023"/>
                      </a:ext>
                    </a:extLst>
                  </a:tr>
                  <a:tr h="370840">
                    <a:tc>
                      <a:txBody>
                        <a:bodyPr/>
                        <a:lstStyle/>
                        <a:p>
                          <a:pPr algn="ctr"/>
                          <a:r>
                            <a:rPr lang="en-US" dirty="0"/>
                            <a:t>2</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3395890773"/>
                      </a:ext>
                    </a:extLst>
                  </a:tr>
                  <a:tr h="370840">
                    <a:tc>
                      <a:txBody>
                        <a:bodyPr/>
                        <a:lstStyle/>
                        <a:p>
                          <a:pPr algn="ctr"/>
                          <a:r>
                            <a:rPr lang="en-US" dirty="0"/>
                            <a:t>3</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7</a:t>
                          </a:r>
                        </a:p>
                      </a:txBody>
                      <a:tcPr/>
                    </a:tc>
                    <a:extLst>
                      <a:ext uri="{0D108BD9-81ED-4DB2-BD59-A6C34878D82A}">
                        <a16:rowId xmlns:a16="http://schemas.microsoft.com/office/drawing/2014/main" val="3961400159"/>
                      </a:ext>
                    </a:extLst>
                  </a:tr>
                  <a:tr h="370840">
                    <a:tc>
                      <a:txBody>
                        <a:bodyPr/>
                        <a:lstStyle/>
                        <a:p>
                          <a:pPr algn="ctr"/>
                          <a:r>
                            <a:rPr lang="en-US" dirty="0"/>
                            <a:t>4</a:t>
                          </a:r>
                        </a:p>
                      </a:txBody>
                      <a:tcPr/>
                    </a:tc>
                    <a:tc>
                      <a:txBody>
                        <a:bodyPr/>
                        <a:lstStyle/>
                        <a:p>
                          <a:pPr algn="ctr"/>
                          <a:r>
                            <a:rPr lang="en-US" dirty="0"/>
                            <a:t>7</a:t>
                          </a:r>
                        </a:p>
                      </a:txBody>
                      <a:tcPr/>
                    </a:tc>
                    <a:tc>
                      <a:txBody>
                        <a:bodyPr/>
                        <a:lstStyle/>
                        <a:p>
                          <a:pPr algn="ctr"/>
                          <a:r>
                            <a:rPr lang="en-US" dirty="0"/>
                            <a:t>8</a:t>
                          </a:r>
                        </a:p>
                      </a:txBody>
                      <a:tcPr/>
                    </a:tc>
                    <a:tc>
                      <a:txBody>
                        <a:bodyPr/>
                        <a:lstStyle/>
                        <a:p>
                          <a:pPr algn="ctr"/>
                          <a:r>
                            <a:rPr lang="en-US" dirty="0"/>
                            <a:t>15</a:t>
                          </a:r>
                        </a:p>
                      </a:txBody>
                      <a:tcPr/>
                    </a:tc>
                    <a:extLst>
                      <a:ext uri="{0D108BD9-81ED-4DB2-BD59-A6C34878D82A}">
                        <a16:rowId xmlns:a16="http://schemas.microsoft.com/office/drawing/2014/main" val="364568469"/>
                      </a:ext>
                    </a:extLst>
                  </a:tr>
                  <a:tr h="370840">
                    <a:tc>
                      <a:txBody>
                        <a:bodyPr/>
                        <a:lstStyle/>
                        <a:p>
                          <a:pPr algn="ctr"/>
                          <a:r>
                            <a:rPr lang="en-US" dirty="0"/>
                            <a:t>5</a:t>
                          </a:r>
                        </a:p>
                      </a:txBody>
                      <a:tcPr/>
                    </a:tc>
                    <a:tc>
                      <a:txBody>
                        <a:bodyPr/>
                        <a:lstStyle/>
                        <a:p>
                          <a:pPr algn="ctr"/>
                          <a:r>
                            <a:rPr lang="en-US" dirty="0"/>
                            <a:t>15</a:t>
                          </a:r>
                        </a:p>
                      </a:txBody>
                      <a:tcPr/>
                    </a:tc>
                    <a:tc>
                      <a:txBody>
                        <a:bodyPr/>
                        <a:lstStyle/>
                        <a:p>
                          <a:pPr algn="ctr"/>
                          <a:r>
                            <a:rPr lang="en-US" dirty="0"/>
                            <a:t>16</a:t>
                          </a:r>
                        </a:p>
                      </a:txBody>
                      <a:tcPr/>
                    </a:tc>
                    <a:tc>
                      <a:txBody>
                        <a:bodyPr/>
                        <a:lstStyle/>
                        <a:p>
                          <a:pPr algn="ctr"/>
                          <a:r>
                            <a:rPr lang="en-US" dirty="0"/>
                            <a:t>31</a:t>
                          </a:r>
                        </a:p>
                      </a:txBody>
                      <a:tcPr/>
                    </a:tc>
                    <a:extLst>
                      <a:ext uri="{0D108BD9-81ED-4DB2-BD59-A6C34878D82A}">
                        <a16:rowId xmlns:a16="http://schemas.microsoft.com/office/drawing/2014/main" val="1657702018"/>
                      </a:ext>
                    </a:extLst>
                  </a:tr>
                  <a:tr h="370840">
                    <a:tc>
                      <a:txBody>
                        <a:bodyPr/>
                        <a:lstStyle/>
                        <a:p>
                          <a:pPr algn="ctr"/>
                          <a:r>
                            <a:rPr lang="en-US" dirty="0"/>
                            <a:t>6</a:t>
                          </a:r>
                        </a:p>
                      </a:txBody>
                      <a:tcPr/>
                    </a:tc>
                    <a:tc>
                      <a:txBody>
                        <a:bodyPr/>
                        <a:lstStyle/>
                        <a:p>
                          <a:pPr algn="ctr" rtl="0"/>
                          <a:r>
                            <a:rPr lang="en-US" dirty="0"/>
                            <a:t>31</a:t>
                          </a:r>
                        </a:p>
                      </a:txBody>
                      <a:tcPr/>
                    </a:tc>
                    <a:tc>
                      <a:txBody>
                        <a:bodyPr/>
                        <a:lstStyle/>
                        <a:p>
                          <a:pPr algn="ctr"/>
                          <a:r>
                            <a:rPr lang="en-US" dirty="0"/>
                            <a:t>32</a:t>
                          </a:r>
                        </a:p>
                      </a:txBody>
                      <a:tcPr/>
                    </a:tc>
                    <a:tc>
                      <a:txBody>
                        <a:bodyPr/>
                        <a:lstStyle/>
                        <a:p>
                          <a:pPr algn="ctr"/>
                          <a:r>
                            <a:rPr lang="en-US" dirty="0"/>
                            <a:t>63</a:t>
                          </a:r>
                        </a:p>
                      </a:txBody>
                      <a:tcPr/>
                    </a:tc>
                    <a:extLst>
                      <a:ext uri="{0D108BD9-81ED-4DB2-BD59-A6C34878D82A}">
                        <a16:rowId xmlns:a16="http://schemas.microsoft.com/office/drawing/2014/main" val="4058992731"/>
                      </a:ext>
                    </a:extLst>
                  </a:tr>
                  <a:tr h="370840">
                    <a:tc>
                      <a:txBody>
                        <a:bodyPr/>
                        <a:lstStyle/>
                        <a:p>
                          <a:pPr algn="ctr"/>
                          <a:r>
                            <a:rPr lang="en-US" dirty="0"/>
                            <a:t>.</a:t>
                          </a:r>
                        </a:p>
                      </a:txBody>
                      <a:tcPr/>
                    </a:tc>
                    <a:tc>
                      <a:txBody>
                        <a:bodyPr/>
                        <a:lstStyle/>
                        <a:p>
                          <a:pPr algn="ctr" rtl="0"/>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2542840107"/>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4130405149"/>
                      </a:ext>
                    </a:extLst>
                  </a:tr>
                  <a:tr h="370840">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tc>
                      <a:txBody>
                        <a:bodyPr/>
                        <a:lstStyle/>
                        <a:p>
                          <a:pPr algn="ctr"/>
                          <a:r>
                            <a:rPr lang="en-US" dirty="0"/>
                            <a:t>.</a:t>
                          </a:r>
                        </a:p>
                      </a:txBody>
                      <a:tcPr/>
                    </a:tc>
                    <a:extLst>
                      <a:ext uri="{0D108BD9-81ED-4DB2-BD59-A6C34878D82A}">
                        <a16:rowId xmlns:a16="http://schemas.microsoft.com/office/drawing/2014/main" val="4037040053"/>
                      </a:ext>
                    </a:extLst>
                  </a:tr>
                  <a:tr h="370840">
                    <a:tc>
                      <a:txBody>
                        <a:bodyPr/>
                        <a:lstStyle/>
                        <a:p>
                          <a:endParaRPr lang="en-US"/>
                        </a:p>
                      </a:txBody>
                      <a:tcPr>
                        <a:blipFill>
                          <a:blip r:embed="rId4"/>
                          <a:stretch>
                            <a:fillRect l="-1587" t="-1000000" r="-1214286" b="-3279"/>
                          </a:stretch>
                        </a:blipFill>
                      </a:tcPr>
                    </a:tc>
                    <a:tc>
                      <a:txBody>
                        <a:bodyPr/>
                        <a:lstStyle/>
                        <a:p>
                          <a:endParaRPr lang="en-US"/>
                        </a:p>
                      </a:txBody>
                      <a:tcPr>
                        <a:blipFill>
                          <a:blip r:embed="rId4"/>
                          <a:stretch>
                            <a:fillRect l="-34595" t="-1000000" r="-313514" b="-3279"/>
                          </a:stretch>
                        </a:blipFill>
                      </a:tcPr>
                    </a:tc>
                    <a:tc>
                      <a:txBody>
                        <a:bodyPr/>
                        <a:lstStyle/>
                        <a:p>
                          <a:endParaRPr lang="en-US"/>
                        </a:p>
                      </a:txBody>
                      <a:tcPr>
                        <a:blipFill>
                          <a:blip r:embed="rId4"/>
                          <a:stretch>
                            <a:fillRect l="-171724" t="-1000000" r="-300000" b="-3279"/>
                          </a:stretch>
                        </a:blipFill>
                      </a:tcPr>
                    </a:tc>
                    <a:tc>
                      <a:txBody>
                        <a:bodyPr/>
                        <a:lstStyle/>
                        <a:p>
                          <a:endParaRPr lang="en-US"/>
                        </a:p>
                      </a:txBody>
                      <a:tcPr>
                        <a:blipFill>
                          <a:blip r:embed="rId4"/>
                          <a:stretch>
                            <a:fillRect l="-91415" t="-1000000" r="-928" b="-3279"/>
                          </a:stretch>
                        </a:blipFill>
                      </a:tcPr>
                    </a:tc>
                    <a:extLst>
                      <a:ext uri="{0D108BD9-81ED-4DB2-BD59-A6C34878D82A}">
                        <a16:rowId xmlns:a16="http://schemas.microsoft.com/office/drawing/2014/main" val="1525722407"/>
                      </a:ext>
                    </a:extLst>
                  </a:tr>
                </a:tbl>
              </a:graphicData>
            </a:graphic>
          </p:graphicFrame>
        </mc:Fallback>
      </mc:AlternateContent>
    </p:spTree>
    <p:extLst>
      <p:ext uri="{BB962C8B-B14F-4D97-AF65-F5344CB8AC3E}">
        <p14:creationId xmlns:p14="http://schemas.microsoft.com/office/powerpoint/2010/main" val="112098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Fibonacci Series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You can observe that the time complexity to generate Fibonacci series through recursion is exponential,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sup>
                        </m:sSup>
                      </m:e>
                    </m:d>
                  </m:oMath>
                </a14:m>
                <a:r>
                  <a:rPr lang="en-US" sz="3200" dirty="0"/>
                  <a:t>.</a:t>
                </a:r>
              </a:p>
              <a:p>
                <a:pPr>
                  <a:lnSpc>
                    <a:spcPct val="120000"/>
                  </a:lnSpc>
                  <a:buFont typeface="Wingdings" panose="05000000000000000000" pitchFamily="2" charset="2"/>
                  <a:buChar char="§"/>
                </a:pPr>
                <a:r>
                  <a:rPr lang="en-US" sz="3200" dirty="0"/>
                  <a:t>On the other hand, if you generated the same series using iterative method, the complexity is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a:p>
                <a:pPr>
                  <a:lnSpc>
                    <a:spcPct val="120000"/>
                  </a:lnSpc>
                  <a:buFont typeface="Wingdings" panose="05000000000000000000" pitchFamily="2" charset="2"/>
                  <a:buChar char="§"/>
                </a:pPr>
                <a:r>
                  <a:rPr lang="en-US" sz="3200" dirty="0"/>
                  <a:t>Frankly, just because you </a:t>
                </a:r>
                <a:r>
                  <a:rPr lang="en-US" sz="3200" i="1" dirty="0"/>
                  <a:t>can</a:t>
                </a:r>
                <a:r>
                  <a:rPr lang="en-US" sz="3200" dirty="0"/>
                  <a:t> write a recursive function doesn’t mean you </a:t>
                </a:r>
                <a:r>
                  <a:rPr lang="en-US" sz="3200" i="1" dirty="0"/>
                  <a:t>should</a:t>
                </a:r>
                <a:r>
                  <a:rPr lang="en-US" sz="3200" dirty="0"/>
                  <a:t>. In this case, using recursion is not a good idea.</a:t>
                </a:r>
              </a:p>
              <a:p>
                <a:pPr>
                  <a:lnSpc>
                    <a:spcPct val="120000"/>
                  </a:lnSpc>
                  <a:buFont typeface="Wingdings" panose="05000000000000000000" pitchFamily="2" charset="2"/>
                  <a:buChar char="§"/>
                </a:pPr>
                <a:r>
                  <a:rPr lang="en-US" sz="3200" dirty="0"/>
                  <a:t>The art of computer programming is about using the right method to solving a problem.</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1122" b="-1122"/>
                </a:stretch>
              </a:blipFill>
            </p:spPr>
            <p:txBody>
              <a:bodyPr/>
              <a:lstStyle/>
              <a:p>
                <a:r>
                  <a:rPr lang="en-US">
                    <a:noFill/>
                  </a:rPr>
                  <a:t> </a:t>
                </a:r>
              </a:p>
            </p:txBody>
          </p:sp>
        </mc:Fallback>
      </mc:AlternateContent>
    </p:spTree>
    <p:extLst>
      <p:ext uri="{BB962C8B-B14F-4D97-AF65-F5344CB8AC3E}">
        <p14:creationId xmlns:p14="http://schemas.microsoft.com/office/powerpoint/2010/main" val="21360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030013"/>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Given a sorted array, can you guess the time complexity for:</a:t>
                </a:r>
              </a:p>
              <a:p>
                <a:pPr lvl="1">
                  <a:lnSpc>
                    <a:spcPct val="120000"/>
                  </a:lnSpc>
                  <a:buFont typeface="Wingdings" panose="05000000000000000000" pitchFamily="2" charset="2"/>
                  <a:buChar char="§"/>
                </a:pPr>
                <a:r>
                  <a:rPr lang="en-US" sz="3000" dirty="0"/>
                  <a:t>Search for highest number?</a:t>
                </a:r>
              </a:p>
              <a:p>
                <a:pPr lvl="1">
                  <a:lnSpc>
                    <a:spcPct val="120000"/>
                  </a:lnSpc>
                  <a:buFont typeface="Wingdings" panose="05000000000000000000" pitchFamily="2" charset="2"/>
                  <a:buChar char="§"/>
                </a:pPr>
                <a:r>
                  <a:rPr lang="en-US" sz="3000" dirty="0"/>
                  <a:t>Search for lowest number?</a:t>
                </a:r>
              </a:p>
              <a:p>
                <a:pPr lvl="1">
                  <a:lnSpc>
                    <a:spcPct val="120000"/>
                  </a:lnSpc>
                  <a:buFont typeface="Wingdings" panose="05000000000000000000" pitchFamily="2" charset="2"/>
                  <a:buChar char="§"/>
                </a:pPr>
                <a:r>
                  <a:rPr lang="en-US" sz="3000" dirty="0"/>
                  <a:t>Search for a specific value (e.g., 4930)?</a:t>
                </a:r>
              </a:p>
              <a:p>
                <a:pPr>
                  <a:lnSpc>
                    <a:spcPct val="120000"/>
                  </a:lnSpc>
                  <a:buFont typeface="Wingdings" panose="05000000000000000000" pitchFamily="2" charset="2"/>
                  <a:buChar char="§"/>
                </a:pPr>
                <a:r>
                  <a:rPr lang="en-US" sz="3200" dirty="0"/>
                  <a:t>The case of highest and lowest numbers were straight forward as we only have to visit a single element.</a:t>
                </a:r>
              </a:p>
              <a:p>
                <a:pPr>
                  <a:lnSpc>
                    <a:spcPct val="120000"/>
                  </a:lnSpc>
                  <a:buFont typeface="Wingdings" panose="05000000000000000000" pitchFamily="2" charset="2"/>
                  <a:buChar char="§"/>
                </a:pPr>
                <a:r>
                  <a:rPr lang="en-US" sz="3200" dirty="0"/>
                  <a:t>However, for the third case, we need to look deeper. Right now, it looks like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030013"/>
              </a:xfrm>
              <a:prstGeom prst="rect">
                <a:avLst/>
              </a:prstGeom>
              <a:blipFill>
                <a:blip r:embed="rId3"/>
                <a:stretch>
                  <a:fillRect l="-830" t="-756" r="-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1650752220"/>
                  </p:ext>
                </p:extLst>
              </p:nvPr>
            </p:nvGraphicFramePr>
            <p:xfrm>
              <a:off x="2475312" y="5704749"/>
              <a:ext cx="7241376"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PK"/>
                        </a:p>
                      </a:txBody>
                      <a:tcPr marL="13464" marR="13464" marT="13464" marB="0" anchor="b">
                        <a:blipFill>
                          <a:blip r:embed="rId4"/>
                          <a:stretch>
                            <a:fillRect l="-990" t="-10526" r="-107920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PK"/>
                        </a:p>
                      </a:txBody>
                      <a:tcPr marL="13464" marR="13464" marT="13464" marB="0" anchor="b">
                        <a:blipFill>
                          <a:blip r:embed="rId4"/>
                          <a:stretch>
                            <a:fillRect l="-506633" t="-10526" r="-1531"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183506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172163"/>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What if we modify our algorithm to search (call it Partial Search):</a:t>
                </a:r>
              </a:p>
              <a:p>
                <a:pPr marL="514350" indent="-514350">
                  <a:lnSpc>
                    <a:spcPct val="120000"/>
                  </a:lnSpc>
                  <a:buFont typeface="+mj-lt"/>
                  <a:buAutoNum type="arabicPeriod"/>
                </a:pPr>
                <a:r>
                  <a:rPr lang="en-US" sz="3200" dirty="0"/>
                  <a:t>Go to the middle index. For Odd number,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oMath>
                </a14:m>
                <a:r>
                  <a:rPr lang="en-US" sz="3200" dirty="0"/>
                  <a:t> and for Even number use a ceiling function </a:t>
                </a:r>
                <a14:m>
                  <m:oMath xmlns:m="http://schemas.openxmlformats.org/officeDocument/2006/math">
                    <m:d>
                      <m:dPr>
                        <m:begChr m:val="⌈"/>
                        <m:endChr m:val="⌉"/>
                        <m:ctrlPr>
                          <a:rPr lang="en-US" sz="3200" b="0" i="1" smtClean="0">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𝑛</m:t>
                            </m:r>
                          </m:num>
                          <m:den>
                            <m:r>
                              <a:rPr lang="en-US" sz="3200" i="1">
                                <a:latin typeface="Cambria Math" panose="02040503050406030204" pitchFamily="18" charset="0"/>
                              </a:rPr>
                              <m:t>2</m:t>
                            </m:r>
                          </m:den>
                        </m:f>
                      </m:e>
                    </m:d>
                  </m:oMath>
                </a14:m>
                <a:r>
                  <a:rPr lang="en-US" sz="3200" dirty="0"/>
                  <a:t>.</a:t>
                </a:r>
              </a:p>
              <a:p>
                <a:pPr marL="514350" indent="-514350">
                  <a:lnSpc>
                    <a:spcPct val="120000"/>
                  </a:lnSpc>
                  <a:buFont typeface="+mj-lt"/>
                  <a:buAutoNum type="arabicPeriod"/>
                </a:pPr>
                <a:r>
                  <a:rPr lang="en-US" sz="3200" dirty="0"/>
                  <a:t>If the element is less than the value at middle index, then search only in the left partition.</a:t>
                </a:r>
              </a:p>
              <a:p>
                <a:pPr marL="514350" indent="-514350">
                  <a:lnSpc>
                    <a:spcPct val="120000"/>
                  </a:lnSpc>
                  <a:buFont typeface="+mj-lt"/>
                  <a:buAutoNum type="arabicPeriod"/>
                </a:pPr>
                <a:r>
                  <a:rPr lang="en-US" sz="3200" dirty="0"/>
                  <a:t>Otherwise search in the right partition.</a:t>
                </a:r>
              </a:p>
              <a:p>
                <a:pPr>
                  <a:lnSpc>
                    <a:spcPct val="120000"/>
                  </a:lnSpc>
                  <a:buFont typeface="Wingdings" panose="05000000000000000000" pitchFamily="2" charset="2"/>
                  <a:buChar char="§"/>
                </a:pPr>
                <a:r>
                  <a:rPr lang="en-US" sz="3200" dirty="0"/>
                  <a:t>This algorithm guarantees that the element will be found within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e>
                    </m:d>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172163"/>
              </a:xfrm>
              <a:prstGeom prst="rect">
                <a:avLst/>
              </a:prstGeom>
              <a:blipFill>
                <a:blip r:embed="rId3"/>
                <a:stretch>
                  <a:fillRect l="-986" t="-1168" r="-14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nvGraphicFramePr>
            <p:xfrm>
              <a:off x="1773881" y="5704749"/>
              <a:ext cx="3795942"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C244DA9B-A3BA-1738-3D3E-32FF339EF18B}"/>
                  </a:ext>
                </a:extLst>
              </p:cNvPr>
              <p:cNvGraphicFramePr>
                <a:graphicFrameLocks noGrp="1"/>
              </p:cNvGraphicFramePr>
              <p:nvPr>
                <p:extLst>
                  <p:ext uri="{D42A27DB-BD31-4B8C-83A1-F6EECF244321}">
                    <p14:modId xmlns:p14="http://schemas.microsoft.com/office/powerpoint/2010/main" val="652358472"/>
                  </p:ext>
                </p:extLst>
              </p:nvPr>
            </p:nvGraphicFramePr>
            <p:xfrm>
              <a:off x="1773881" y="5704749"/>
              <a:ext cx="3795942"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336550690"/>
                        </a:ext>
                      </a:extLst>
                    </a:gridCol>
                    <a:gridCol w="1060824">
                      <a:extLst>
                        <a:ext uri="{9D8B030D-6E8A-4147-A177-3AD203B41FA5}">
                          <a16:colId xmlns:a16="http://schemas.microsoft.com/office/drawing/2014/main" val="3598703223"/>
                        </a:ext>
                      </a:extLst>
                    </a:gridCol>
                    <a:gridCol w="1060824">
                      <a:extLst>
                        <a:ext uri="{9D8B030D-6E8A-4147-A177-3AD203B41FA5}">
                          <a16:colId xmlns:a16="http://schemas.microsoft.com/office/drawing/2014/main" val="2522081744"/>
                        </a:ext>
                      </a:extLst>
                    </a:gridCol>
                  </a:tblGrid>
                  <a:tr h="344302">
                    <a:tc>
                      <a:txBody>
                        <a:bodyPr/>
                        <a:lstStyle/>
                        <a:p>
                          <a:endParaRPr lang="en-US"/>
                        </a:p>
                      </a:txBody>
                      <a:tcPr marL="13464" marR="13464" marT="13464" marB="0" anchor="b">
                        <a:blipFill>
                          <a:blip r:embed="rId4"/>
                          <a:stretch>
                            <a:fillRect l="-990" t="-10526" r="-519802"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E8A4CD6-FF35-8C96-FE48-73CE2E1F1C2C}"/>
                  </a:ext>
                </a:extLst>
              </p:cNvPr>
              <p:cNvGraphicFramePr>
                <a:graphicFrameLocks noGrp="1"/>
              </p:cNvGraphicFramePr>
              <p:nvPr/>
            </p:nvGraphicFramePr>
            <p:xfrm>
              <a:off x="6186989" y="5704749"/>
              <a:ext cx="4058904"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4" name="Table 3">
                <a:extLst>
                  <a:ext uri="{FF2B5EF4-FFF2-40B4-BE49-F238E27FC236}">
                    <a16:creationId xmlns:a16="http://schemas.microsoft.com/office/drawing/2014/main" id="{DE8A4CD6-FF35-8C96-FE48-73CE2E1F1C2C}"/>
                  </a:ext>
                </a:extLst>
              </p:cNvPr>
              <p:cNvGraphicFramePr>
                <a:graphicFrameLocks noGrp="1"/>
              </p:cNvGraphicFramePr>
              <p:nvPr>
                <p:extLst>
                  <p:ext uri="{D42A27DB-BD31-4B8C-83A1-F6EECF244321}">
                    <p14:modId xmlns:p14="http://schemas.microsoft.com/office/powerpoint/2010/main" val="1095690690"/>
                  </p:ext>
                </p:extLst>
              </p:nvPr>
            </p:nvGraphicFramePr>
            <p:xfrm>
              <a:off x="6186989" y="5704749"/>
              <a:ext cx="4058904" cy="688604"/>
            </p:xfrm>
            <a:graphic>
              <a:graphicData uri="http://schemas.openxmlformats.org/drawingml/2006/table">
                <a:tbl>
                  <a:tblPr>
                    <a:tableStyleId>{5940675A-B579-460E-94D1-54222C63F5DA}</a:tableStyleId>
                  </a:tblPr>
                  <a:tblGrid>
                    <a:gridCol w="613470">
                      <a:extLst>
                        <a:ext uri="{9D8B030D-6E8A-4147-A177-3AD203B41FA5}">
                          <a16:colId xmlns:a16="http://schemas.microsoft.com/office/drawing/2014/main" val="1136155503"/>
                        </a:ext>
                      </a:extLst>
                    </a:gridCol>
                    <a:gridCol w="1060824">
                      <a:extLst>
                        <a:ext uri="{9D8B030D-6E8A-4147-A177-3AD203B41FA5}">
                          <a16:colId xmlns:a16="http://schemas.microsoft.com/office/drawing/2014/main" val="2620735374"/>
                        </a:ext>
                      </a:extLst>
                    </a:gridCol>
                    <a:gridCol w="1192305">
                      <a:extLst>
                        <a:ext uri="{9D8B030D-6E8A-4147-A177-3AD203B41FA5}">
                          <a16:colId xmlns:a16="http://schemas.microsoft.com/office/drawing/2014/main" val="1671335274"/>
                        </a:ext>
                      </a:extLst>
                    </a:gridCol>
                    <a:gridCol w="1192305">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5"/>
                          <a:stretch>
                            <a:fillRect l="-990" t="-10526" r="-562376" b="-143860"/>
                          </a:stretch>
                        </a:blipFill>
                      </a:tcPr>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5"/>
                          <a:stretch>
                            <a:fillRect l="-240816" t="-10526" r="-1020"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150925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approach is faster, but the problem remains the same. If the number of elements were 100, then we still have to go through 50 items. What if we made another split and add another level to our algorithm?</a:t>
                </a:r>
              </a:p>
              <a:p>
                <a:pPr marL="514350" indent="-514350">
                  <a:lnSpc>
                    <a:spcPct val="120000"/>
                  </a:lnSpc>
                  <a:buFont typeface="+mj-lt"/>
                  <a:buAutoNum type="arabicPeriod"/>
                </a:pPr>
                <a:r>
                  <a:rPr lang="en-US" sz="3200" dirty="0"/>
                  <a:t>Go to the middle index by using ceiling function </a:t>
                </a:r>
                <a14:m>
                  <m:oMath xmlns:m="http://schemas.openxmlformats.org/officeDocument/2006/math">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/2</m:t>
                        </m:r>
                      </m:e>
                    </m:d>
                  </m:oMath>
                </a14:m>
                <a:r>
                  <a:rPr lang="en-US" sz="3200" dirty="0"/>
                  <a:t> (works for both Odd and Even values of </a:t>
                </a:r>
                <a14:m>
                  <m:oMath xmlns:m="http://schemas.openxmlformats.org/officeDocument/2006/math">
                    <m:r>
                      <a:rPr lang="en-US" sz="3200" b="0" i="1" smtClean="0">
                        <a:latin typeface="Cambria Math" panose="02040503050406030204" pitchFamily="18" charset="0"/>
                      </a:rPr>
                      <m:t>𝑛</m:t>
                    </m:r>
                  </m:oMath>
                </a14:m>
                <a:r>
                  <a:rPr lang="en-US" sz="3200" dirty="0"/>
                  <a:t>).</a:t>
                </a:r>
              </a:p>
              <a:p>
                <a:pPr marL="514350" indent="-514350">
                  <a:lnSpc>
                    <a:spcPct val="120000"/>
                  </a:lnSpc>
                  <a:buFont typeface="+mj-lt"/>
                  <a:buAutoNum type="arabicPeriod"/>
                </a:pPr>
                <a:r>
                  <a:rPr lang="en-US" sz="3200" dirty="0"/>
                  <a:t>If the element is less than the value at index, then:</a:t>
                </a:r>
              </a:p>
              <a:p>
                <a:pPr marL="971550" lvl="1" indent="-514350">
                  <a:lnSpc>
                    <a:spcPct val="120000"/>
                  </a:lnSpc>
                  <a:buFont typeface="+mj-lt"/>
                  <a:buAutoNum type="arabicPeriod"/>
                </a:pPr>
                <a:r>
                  <a:rPr lang="en-US" sz="3000" dirty="0"/>
                  <a:t>Go to the middle index of the left partition.</a:t>
                </a:r>
              </a:p>
              <a:p>
                <a:pPr marL="971550" lvl="1" indent="-514350">
                  <a:lnSpc>
                    <a:spcPct val="120000"/>
                  </a:lnSpc>
                  <a:buFont typeface="+mj-lt"/>
                  <a:buAutoNum type="arabicPeriod"/>
                </a:pPr>
                <a:r>
                  <a:rPr lang="en-US" sz="3000" dirty="0"/>
                  <a:t>If the element is less than the value at middle index, then search in left-left partition.</a:t>
                </a:r>
              </a:p>
              <a:p>
                <a:pPr marL="971550" lvl="1" indent="-514350">
                  <a:lnSpc>
                    <a:spcPct val="120000"/>
                  </a:lnSpc>
                  <a:buFont typeface="+mj-lt"/>
                  <a:buAutoNum type="arabicPeriod"/>
                </a:pPr>
                <a:r>
                  <a:rPr lang="en-US" sz="3000" dirty="0"/>
                  <a:t>Otherwise search in left-right partition.</a:t>
                </a:r>
              </a:p>
              <a:p>
                <a:pPr marL="514350" indent="-514350">
                  <a:lnSpc>
                    <a:spcPct val="120000"/>
                  </a:lnSpc>
                  <a:buFont typeface="+mj-lt"/>
                  <a:buAutoNum type="arabicPeriod"/>
                </a:pPr>
                <a:r>
                  <a:rPr lang="en-US" sz="3200" dirty="0"/>
                  <a:t>Otherwise:</a:t>
                </a:r>
              </a:p>
              <a:p>
                <a:pPr marL="971550" lvl="1" indent="-514350">
                  <a:lnSpc>
                    <a:spcPct val="120000"/>
                  </a:lnSpc>
                  <a:buFont typeface="+mj-lt"/>
                  <a:buAutoNum type="arabicPeriod"/>
                </a:pPr>
                <a:r>
                  <a:rPr lang="en-US" sz="3000" dirty="0"/>
                  <a:t>Go to the middle index of the right partition.</a:t>
                </a:r>
              </a:p>
              <a:p>
                <a:pPr marL="971550" lvl="1" indent="-514350">
                  <a:lnSpc>
                    <a:spcPct val="120000"/>
                  </a:lnSpc>
                  <a:buFont typeface="+mj-lt"/>
                  <a:buAutoNum type="arabicPeriod"/>
                </a:pPr>
                <a:r>
                  <a:rPr lang="en-US" sz="3000" dirty="0"/>
                  <a:t>If the element is less than the value at middle index, then search in right-left partition.</a:t>
                </a:r>
              </a:p>
              <a:p>
                <a:pPr marL="971550" lvl="1" indent="-514350">
                  <a:lnSpc>
                    <a:spcPct val="120000"/>
                  </a:lnSpc>
                  <a:buFont typeface="+mj-lt"/>
                  <a:buAutoNum type="arabicPeriod"/>
                </a:pPr>
                <a:r>
                  <a:rPr lang="en-US" sz="3000" dirty="0"/>
                  <a:t>Otherwise search in right-right partition.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675" t="-740" r="-259"/>
                </a:stretch>
              </a:blipFill>
            </p:spPr>
            <p:txBody>
              <a:bodyPr/>
              <a:lstStyle/>
              <a:p>
                <a:r>
                  <a:rPr lang="en-US">
                    <a:noFill/>
                  </a:rPr>
                  <a:t> </a:t>
                </a:r>
              </a:p>
            </p:txBody>
          </p:sp>
        </mc:Fallback>
      </mc:AlternateContent>
    </p:spTree>
    <p:extLst>
      <p:ext uri="{BB962C8B-B14F-4D97-AF65-F5344CB8AC3E}">
        <p14:creationId xmlns:p14="http://schemas.microsoft.com/office/powerpoint/2010/main" val="316484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2727950"/>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4000" dirty="0"/>
                  <a:t>For example, if we were are searching for 5144, then the right partition will begin from index 4.</a:t>
                </a:r>
              </a:p>
              <a:p>
                <a:pPr>
                  <a:lnSpc>
                    <a:spcPct val="120000"/>
                  </a:lnSpc>
                  <a:buFont typeface="Wingdings" panose="05000000000000000000" pitchFamily="2" charset="2"/>
                  <a:buChar char="§"/>
                </a:pPr>
                <a:r>
                  <a:rPr lang="en-US" sz="3600" dirty="0"/>
                  <a:t>Since </a:t>
                </a:r>
                <a14:m>
                  <m:oMath xmlns:m="http://schemas.openxmlformats.org/officeDocument/2006/math">
                    <m:r>
                      <a:rPr lang="en-US" sz="3600" b="0" i="1" smtClean="0">
                        <a:latin typeface="Cambria Math" panose="02040503050406030204" pitchFamily="18" charset="0"/>
                      </a:rPr>
                      <m:t>5144&gt;4967</m:t>
                    </m:r>
                  </m:oMath>
                </a14:m>
                <a:r>
                  <a:rPr lang="en-US" sz="3600" dirty="0"/>
                  <a:t>, therefore we again make 2 partitions.</a:t>
                </a:r>
              </a:p>
              <a:p>
                <a:pPr>
                  <a:lnSpc>
                    <a:spcPct val="120000"/>
                  </a:lnSpc>
                  <a:buFont typeface="Wingdings" panose="05000000000000000000" pitchFamily="2" charset="2"/>
                  <a:buChar char="§"/>
                </a:pPr>
                <a:r>
                  <a:rPr lang="en-US" sz="3600" dirty="0"/>
                  <a:t>Since </a:t>
                </a:r>
                <a14:m>
                  <m:oMath xmlns:m="http://schemas.openxmlformats.org/officeDocument/2006/math">
                    <m:r>
                      <a:rPr lang="en-US" sz="3600" i="1" dirty="0">
                        <a:latin typeface="Cambria Math" panose="02040503050406030204" pitchFamily="18" charset="0"/>
                      </a:rPr>
                      <m:t>5</m:t>
                    </m:r>
                    <m:r>
                      <a:rPr lang="en-US" sz="3600" b="0" i="1" dirty="0" smtClean="0">
                        <a:latin typeface="Cambria Math" panose="02040503050406030204" pitchFamily="18" charset="0"/>
                      </a:rPr>
                      <m:t>144</m:t>
                    </m:r>
                    <m:r>
                      <a:rPr lang="en-US" sz="3600" i="1" dirty="0">
                        <a:latin typeface="Cambria Math" panose="02040503050406030204" pitchFamily="18" charset="0"/>
                      </a:rPr>
                      <m:t>≥</m:t>
                    </m:r>
                    <m:r>
                      <a:rPr lang="en-US" sz="3600" b="0" i="1" dirty="0" smtClean="0">
                        <a:latin typeface="Cambria Math" panose="02040503050406030204" pitchFamily="18" charset="0"/>
                      </a:rPr>
                      <m:t>5139</m:t>
                    </m:r>
                  </m:oMath>
                </a14:m>
                <a:r>
                  <a:rPr lang="en-US" sz="3600" dirty="0"/>
                  <a:t>, therefore the element will be searched in the right-right partition which starts at index 6 and ends at index 7.</a:t>
                </a:r>
              </a:p>
              <a:p>
                <a:pPr>
                  <a:lnSpc>
                    <a:spcPct val="120000"/>
                  </a:lnSpc>
                  <a:buFont typeface="Wingdings" panose="05000000000000000000" pitchFamily="2" charset="2"/>
                  <a:buChar char="§"/>
                </a:pPr>
                <a:r>
                  <a:rPr lang="en-US" sz="3600" dirty="0"/>
                  <a:t>The question now is how to keep repeating this exercise of partitioning?</a:t>
                </a: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2727950"/>
              </a:xfrm>
              <a:prstGeom prst="rect">
                <a:avLst/>
              </a:prstGeom>
              <a:blipFill>
                <a:blip r:embed="rId3"/>
                <a:stretch>
                  <a:fillRect l="-727" t="-1563" b="-1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5FA11BA-519C-B8E9-CDB3-AA9CD3B98FEF}"/>
                  </a:ext>
                </a:extLst>
              </p:cNvPr>
              <p:cNvGraphicFramePr>
                <a:graphicFrameLocks noGrp="1"/>
              </p:cNvGraphicFramePr>
              <p:nvPr/>
            </p:nvGraphicFramePr>
            <p:xfrm>
              <a:off x="1120877" y="4260536"/>
              <a:ext cx="995024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4" name="Table 3">
                <a:extLst>
                  <a:ext uri="{FF2B5EF4-FFF2-40B4-BE49-F238E27FC236}">
                    <a16:creationId xmlns:a16="http://schemas.microsoft.com/office/drawing/2014/main" id="{25FA11BA-519C-B8E9-CDB3-AA9CD3B98FEF}"/>
                  </a:ext>
                </a:extLst>
              </p:cNvPr>
              <p:cNvGraphicFramePr>
                <a:graphicFrameLocks noGrp="1"/>
              </p:cNvGraphicFramePr>
              <p:nvPr>
                <p:extLst>
                  <p:ext uri="{D42A27DB-BD31-4B8C-83A1-F6EECF244321}">
                    <p14:modId xmlns:p14="http://schemas.microsoft.com/office/powerpoint/2010/main" val="653632048"/>
                  </p:ext>
                </p:extLst>
              </p:nvPr>
            </p:nvGraphicFramePr>
            <p:xfrm>
              <a:off x="1120877" y="4260536"/>
              <a:ext cx="995024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4"/>
                          <a:stretch>
                            <a:fillRect l="-1075" t="-10526" r="-1659140"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508333" t="-10526" r="-301111"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15E67BFA-3F71-083A-67AB-20A715EDDA93}"/>
                  </a:ext>
                </a:extLst>
              </p:cNvPr>
              <p:cNvGraphicFramePr>
                <a:graphicFrameLocks noGrp="1"/>
              </p:cNvGraphicFramePr>
              <p:nvPr/>
            </p:nvGraphicFramePr>
            <p:xfrm>
              <a:off x="5512852" y="5020424"/>
              <a:ext cx="604742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5" name="Table 4">
                <a:extLst>
                  <a:ext uri="{FF2B5EF4-FFF2-40B4-BE49-F238E27FC236}">
                    <a16:creationId xmlns:a16="http://schemas.microsoft.com/office/drawing/2014/main" id="{15E67BFA-3F71-083A-67AB-20A715EDDA93}"/>
                  </a:ext>
                </a:extLst>
              </p:cNvPr>
              <p:cNvGraphicFramePr>
                <a:graphicFrameLocks noGrp="1"/>
              </p:cNvGraphicFramePr>
              <p:nvPr>
                <p:extLst>
                  <p:ext uri="{D42A27DB-BD31-4B8C-83A1-F6EECF244321}">
                    <p14:modId xmlns:p14="http://schemas.microsoft.com/office/powerpoint/2010/main" val="36424866"/>
                  </p:ext>
                </p:extLst>
              </p:nvPr>
            </p:nvGraphicFramePr>
            <p:xfrm>
              <a:off x="5512852" y="5020424"/>
              <a:ext cx="604742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5"/>
                          <a:stretch>
                            <a:fillRect l="-1075" t="-10526" r="-969892" b="-143860"/>
                          </a:stretch>
                        </a:blip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solidFill>
                          <a:srgbClr val="FFFF00"/>
                        </a:solidFill>
                      </a:tcPr>
                    </a:tc>
                    <a:tc>
                      <a:txBody>
                        <a:bodyPr/>
                        <a:lstStyle/>
                        <a:p>
                          <a:endParaRPr lang="en-US"/>
                        </a:p>
                      </a:txBody>
                      <a:tcPr marL="13464" marR="13464" marT="13464" marB="0" anchor="b">
                        <a:blipFill>
                          <a:blip r:embed="rId5"/>
                          <a:stretch>
                            <a:fillRect l="-152222" t="-10526" r="-301111"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A72532E0-504C-C01E-B6E3-3694F19349C0}"/>
                  </a:ext>
                </a:extLst>
              </p:cNvPr>
              <p:cNvGraphicFramePr>
                <a:graphicFrameLocks noGrp="1"/>
              </p:cNvGraphicFramePr>
              <p:nvPr/>
            </p:nvGraphicFramePr>
            <p:xfrm>
              <a:off x="717756" y="5026924"/>
              <a:ext cx="446706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6" name="Table 5">
                <a:extLst>
                  <a:ext uri="{FF2B5EF4-FFF2-40B4-BE49-F238E27FC236}">
                    <a16:creationId xmlns:a16="http://schemas.microsoft.com/office/drawing/2014/main" id="{A72532E0-504C-C01E-B6E3-3694F19349C0}"/>
                  </a:ext>
                </a:extLst>
              </p:cNvPr>
              <p:cNvGraphicFramePr>
                <a:graphicFrameLocks noGrp="1"/>
              </p:cNvGraphicFramePr>
              <p:nvPr>
                <p:extLst>
                  <p:ext uri="{D42A27DB-BD31-4B8C-83A1-F6EECF244321}">
                    <p14:modId xmlns:p14="http://schemas.microsoft.com/office/powerpoint/2010/main" val="1781363621"/>
                  </p:ext>
                </p:extLst>
              </p:nvPr>
            </p:nvGraphicFramePr>
            <p:xfrm>
              <a:off x="717756" y="5026924"/>
              <a:ext cx="4467066"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975705">
                      <a:extLst>
                        <a:ext uri="{9D8B030D-6E8A-4147-A177-3AD203B41FA5}">
                          <a16:colId xmlns:a16="http://schemas.microsoft.com/office/drawing/2014/main" val="336550690"/>
                        </a:ext>
                      </a:extLst>
                    </a:gridCol>
                    <a:gridCol w="975705">
                      <a:extLst>
                        <a:ext uri="{9D8B030D-6E8A-4147-A177-3AD203B41FA5}">
                          <a16:colId xmlns:a16="http://schemas.microsoft.com/office/drawing/2014/main" val="3598703223"/>
                        </a:ext>
                      </a:extLst>
                    </a:gridCol>
                    <a:gridCol w="975705">
                      <a:extLst>
                        <a:ext uri="{9D8B030D-6E8A-4147-A177-3AD203B41FA5}">
                          <a16:colId xmlns:a16="http://schemas.microsoft.com/office/drawing/2014/main" val="2522081744"/>
                        </a:ext>
                      </a:extLst>
                    </a:gridCol>
                    <a:gridCol w="975705">
                      <a:extLst>
                        <a:ext uri="{9D8B030D-6E8A-4147-A177-3AD203B41FA5}">
                          <a16:colId xmlns:a16="http://schemas.microsoft.com/office/drawing/2014/main" val="2620735374"/>
                        </a:ext>
                      </a:extLst>
                    </a:gridCol>
                  </a:tblGrid>
                  <a:tr h="344302">
                    <a:tc>
                      <a:txBody>
                        <a:bodyPr/>
                        <a:lstStyle/>
                        <a:p>
                          <a:endParaRPr lang="en-US"/>
                        </a:p>
                      </a:txBody>
                      <a:tcPr marL="13464" marR="13464" marT="13464" marB="0" anchor="b">
                        <a:blipFill>
                          <a:blip r:embed="rId6"/>
                          <a:stretch>
                            <a:fillRect l="-1075" t="-10526" r="-691398"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1864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3045</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3826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4930</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66AA3F57-762F-68A5-0A34-CD66595BB821}"/>
                  </a:ext>
                </a:extLst>
              </p:cNvPr>
              <p:cNvGraphicFramePr>
                <a:graphicFrameLocks noGrp="1"/>
              </p:cNvGraphicFramePr>
              <p:nvPr/>
            </p:nvGraphicFramePr>
            <p:xfrm>
              <a:off x="7706124" y="5786812"/>
              <a:ext cx="3854154"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7" name="Table 6">
                <a:extLst>
                  <a:ext uri="{FF2B5EF4-FFF2-40B4-BE49-F238E27FC236}">
                    <a16:creationId xmlns:a16="http://schemas.microsoft.com/office/drawing/2014/main" id="{66AA3F57-762F-68A5-0A34-CD66595BB821}"/>
                  </a:ext>
                </a:extLst>
              </p:cNvPr>
              <p:cNvGraphicFramePr>
                <a:graphicFrameLocks noGrp="1"/>
              </p:cNvGraphicFramePr>
              <p:nvPr>
                <p:extLst>
                  <p:ext uri="{D42A27DB-BD31-4B8C-83A1-F6EECF244321}">
                    <p14:modId xmlns:p14="http://schemas.microsoft.com/office/powerpoint/2010/main" val="996038965"/>
                  </p:ext>
                </p:extLst>
              </p:nvPr>
            </p:nvGraphicFramePr>
            <p:xfrm>
              <a:off x="7706124" y="5786812"/>
              <a:ext cx="3854154"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051593451"/>
                        </a:ext>
                      </a:extLst>
                    </a:gridCol>
                    <a:gridCol w="1096636">
                      <a:extLst>
                        <a:ext uri="{9D8B030D-6E8A-4147-A177-3AD203B41FA5}">
                          <a16:colId xmlns:a16="http://schemas.microsoft.com/office/drawing/2014/main" val="1494245422"/>
                        </a:ext>
                      </a:extLst>
                    </a:gridCol>
                    <a:gridCol w="1096636">
                      <a:extLst>
                        <a:ext uri="{9D8B030D-6E8A-4147-A177-3AD203B41FA5}">
                          <a16:colId xmlns:a16="http://schemas.microsoft.com/office/drawing/2014/main" val="2313415715"/>
                        </a:ext>
                      </a:extLst>
                    </a:gridCol>
                  </a:tblGrid>
                  <a:tr h="344302">
                    <a:tc>
                      <a:txBody>
                        <a:bodyPr/>
                        <a:lstStyle/>
                        <a:p>
                          <a:endParaRPr lang="en-US"/>
                        </a:p>
                      </a:txBody>
                      <a:tcPr marL="13464" marR="13464" marT="13464" marB="0" anchor="b">
                        <a:blipFill>
                          <a:blip r:embed="rId7"/>
                          <a:stretch>
                            <a:fillRect l="-1075" t="-10526" r="-582796" b="-143860"/>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1"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8</a:t>
                          </a: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5139</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5144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5187</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ECBF95C7-FB59-5ADC-4F88-3702DC89CB47}"/>
                  </a:ext>
                </a:extLst>
              </p:cNvPr>
              <p:cNvGraphicFramePr>
                <a:graphicFrameLocks noGrp="1"/>
              </p:cNvGraphicFramePr>
              <p:nvPr/>
            </p:nvGraphicFramePr>
            <p:xfrm>
              <a:off x="4697684" y="5782251"/>
              <a:ext cx="2757518"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tblGrid>
                  <a:tr h="344302">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effectLst/>
                                    <a:latin typeface="Cambria Math" panose="02040503050406030204" pitchFamily="18" charset="0"/>
                                  </a:rPr>
                                  <m:t>𝒊</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extLst>
                      <a:ext uri="{0D108BD9-81ED-4DB2-BD59-A6C34878D82A}">
                        <a16:rowId xmlns:a16="http://schemas.microsoft.com/office/drawing/2014/main" val="1661029939"/>
                      </a:ext>
                    </a:extLst>
                  </a:tr>
                </a:tbl>
              </a:graphicData>
            </a:graphic>
          </p:graphicFrame>
        </mc:Choice>
        <mc:Fallback xmlns="">
          <p:graphicFrame>
            <p:nvGraphicFramePr>
              <p:cNvPr id="8" name="Table 7">
                <a:extLst>
                  <a:ext uri="{FF2B5EF4-FFF2-40B4-BE49-F238E27FC236}">
                    <a16:creationId xmlns:a16="http://schemas.microsoft.com/office/drawing/2014/main" id="{ECBF95C7-FB59-5ADC-4F88-3702DC89CB47}"/>
                  </a:ext>
                </a:extLst>
              </p:cNvPr>
              <p:cNvGraphicFramePr>
                <a:graphicFrameLocks noGrp="1"/>
              </p:cNvGraphicFramePr>
              <p:nvPr>
                <p:extLst>
                  <p:ext uri="{D42A27DB-BD31-4B8C-83A1-F6EECF244321}">
                    <p14:modId xmlns:p14="http://schemas.microsoft.com/office/powerpoint/2010/main" val="828414462"/>
                  </p:ext>
                </p:extLst>
              </p:nvPr>
            </p:nvGraphicFramePr>
            <p:xfrm>
              <a:off x="4697684" y="5782251"/>
              <a:ext cx="2757518" cy="688604"/>
            </p:xfrm>
            <a:graphic>
              <a:graphicData uri="http://schemas.openxmlformats.org/drawingml/2006/table">
                <a:tbl>
                  <a:tblPr>
                    <a:tableStyleId>{5940675A-B579-460E-94D1-54222C63F5DA}</a:tableStyleId>
                  </a:tblPr>
                  <a:tblGrid>
                    <a:gridCol w="564246">
                      <a:extLst>
                        <a:ext uri="{9D8B030D-6E8A-4147-A177-3AD203B41FA5}">
                          <a16:colId xmlns:a16="http://schemas.microsoft.com/office/drawing/2014/main" val="1136155503"/>
                        </a:ext>
                      </a:extLst>
                    </a:gridCol>
                    <a:gridCol w="1096636">
                      <a:extLst>
                        <a:ext uri="{9D8B030D-6E8A-4147-A177-3AD203B41FA5}">
                          <a16:colId xmlns:a16="http://schemas.microsoft.com/office/drawing/2014/main" val="1671335274"/>
                        </a:ext>
                      </a:extLst>
                    </a:gridCol>
                    <a:gridCol w="1096636">
                      <a:extLst>
                        <a:ext uri="{9D8B030D-6E8A-4147-A177-3AD203B41FA5}">
                          <a16:colId xmlns:a16="http://schemas.microsoft.com/office/drawing/2014/main" val="1204504903"/>
                        </a:ext>
                      </a:extLst>
                    </a:gridCol>
                  </a:tblGrid>
                  <a:tr h="344302">
                    <a:tc>
                      <a:txBody>
                        <a:bodyPr/>
                        <a:lstStyle/>
                        <a:p>
                          <a:endParaRPr lang="en-US"/>
                        </a:p>
                      </a:txBody>
                      <a:tcPr marL="13464" marR="13464" marT="13464" marB="0" anchor="b">
                        <a:blipFill>
                          <a:blip r:embed="rId8"/>
                          <a:stretch>
                            <a:fillRect l="-1075" t="-10526" r="-390323" b="-143860"/>
                          </a:stretch>
                        </a:blipFill>
                      </a:tcPr>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endParaRPr lang="en-US"/>
                        </a:p>
                      </a:txBody>
                      <a:tcPr marL="13464" marR="13464" marT="13464" marB="0" anchor="b">
                        <a:blipFill>
                          <a:blip r:embed="rId8"/>
                          <a:stretch>
                            <a:fillRect l="-152222" t="-10526" r="-1667" b="-143860"/>
                          </a:stretch>
                        </a:blipFill>
                      </a:tcPr>
                    </a:tc>
                    <a:extLst>
                      <a:ext uri="{0D108BD9-81ED-4DB2-BD59-A6C34878D82A}">
                        <a16:rowId xmlns:a16="http://schemas.microsoft.com/office/drawing/2014/main" val="2185005591"/>
                      </a:ext>
                    </a:extLst>
                  </a:tr>
                  <a:tr h="344302">
                    <a:tc>
                      <a:txBody>
                        <a:bodyPr/>
                        <a:lstStyle/>
                        <a:p>
                          <a:pPr algn="ctr" fontAlgn="b"/>
                          <a:r>
                            <a:rPr lang="en-US" sz="2000" b="1" i="0" u="none" strike="noStrike" dirty="0">
                              <a:solidFill>
                                <a:srgbClr val="000000"/>
                              </a:solidFill>
                              <a:effectLst/>
                              <a:latin typeface="Calibri" panose="020F0502020204030204" pitchFamily="34" charset="0"/>
                            </a:rPr>
                            <a:t>Data</a:t>
                          </a:r>
                        </a:p>
                      </a:txBody>
                      <a:tcPr marL="10214" marR="10214" marT="10214" marB="0" anchor="b"/>
                    </a:tc>
                    <a:tc>
                      <a:txBody>
                        <a:bodyPr/>
                        <a:lstStyle/>
                        <a:p>
                          <a:pPr algn="ctr" fontAlgn="b"/>
                          <a:r>
                            <a:rPr lang="en-US" sz="2000" b="0" i="0" u="none" strike="noStrike" dirty="0">
                              <a:solidFill>
                                <a:srgbClr val="000000"/>
                              </a:solidFill>
                              <a:effectLst/>
                              <a:latin typeface="Calibri" panose="020F0502020204030204" pitchFamily="34" charset="0"/>
                            </a:rPr>
                            <a:t>4967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5051</a:t>
                          </a:r>
                        </a:p>
                      </a:txBody>
                      <a:tcPr marL="13464" marR="13464" marT="13464" marB="0" anchor="b"/>
                    </a:tc>
                    <a:extLst>
                      <a:ext uri="{0D108BD9-81ED-4DB2-BD59-A6C34878D82A}">
                        <a16:rowId xmlns:a16="http://schemas.microsoft.com/office/drawing/2014/main" val="1661029939"/>
                      </a:ext>
                    </a:extLst>
                  </a:tr>
                </a:tbl>
              </a:graphicData>
            </a:graphic>
          </p:graphicFrame>
        </mc:Fallback>
      </mc:AlternateContent>
    </p:spTree>
    <p:extLst>
      <p:ext uri="{BB962C8B-B14F-4D97-AF65-F5344CB8AC3E}">
        <p14:creationId xmlns:p14="http://schemas.microsoft.com/office/powerpoint/2010/main" val="425363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Binary Search answers this question.</a:t>
                </a:r>
              </a:p>
              <a:p>
                <a:pPr>
                  <a:lnSpc>
                    <a:spcPct val="120000"/>
                  </a:lnSpc>
                  <a:buFont typeface="Wingdings" panose="05000000000000000000" pitchFamily="2" charset="2"/>
                  <a:buChar char="§"/>
                </a:pPr>
                <a:r>
                  <a:rPr lang="en-US" sz="3200" dirty="0"/>
                  <a:t>The algorithm keeps partitioning the array until there are at most 2 elements left in the partition, from that point, it takes </a:t>
                </a: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time to search the element.</a:t>
                </a:r>
              </a:p>
              <a:p>
                <a:pPr>
                  <a:lnSpc>
                    <a:spcPct val="120000"/>
                  </a:lnSpc>
                  <a:buFont typeface="Wingdings" panose="05000000000000000000" pitchFamily="2" charset="2"/>
                  <a:buChar char="§"/>
                </a:pPr>
                <a:r>
                  <a:rPr lang="en-US" sz="3200" dirty="0"/>
                  <a:t>The previous algorithm is called “Iterative method”. Now we will design a “Recursive method”.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1142" t="-370"/>
                </a:stretch>
              </a:blipFill>
            </p:spPr>
            <p:txBody>
              <a:bodyPr/>
              <a:lstStyle/>
              <a:p>
                <a:r>
                  <a:rPr lang="en-US">
                    <a:noFill/>
                  </a:rPr>
                  <a:t> </a:t>
                </a:r>
              </a:p>
            </p:txBody>
          </p:sp>
        </mc:Fallback>
      </mc:AlternateContent>
    </p:spTree>
    <p:extLst>
      <p:ext uri="{BB962C8B-B14F-4D97-AF65-F5344CB8AC3E}">
        <p14:creationId xmlns:p14="http://schemas.microsoft.com/office/powerpoint/2010/main" val="268475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 Algorithm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400" dirty="0">
                    <a:latin typeface="Cascadia Code" panose="020B0609020000020004" pitchFamily="49" charset="0"/>
                    <a:cs typeface="Cascadia Code" panose="020B0609020000020004" pitchFamily="49" charset="0"/>
                  </a:rPr>
                  <a:t>(A, </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end, Q), where ‘A’ is the array, ‘start’ and ‘end’ are the indices for search space and ‘Q’ is the element to search for.</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(Take difference of start and end indices)</a:t>
                </a: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&gt;1</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array can be partitioned further)</a:t>
                </a: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𝑐𝑢𝑡𝑜𝑓𝑓</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US" sz="2200" b="0" i="1" dirty="0" smtClean="0">
                            <a:latin typeface="Cambria Math" panose="02040503050406030204" pitchFamily="18" charset="0"/>
                            <a:cs typeface="Cascadia Code" panose="020B0609020000020004" pitchFamily="49" charset="0"/>
                          </a:rPr>
                        </m:ctrlPr>
                      </m:dPr>
                      <m:e>
                        <m:r>
                          <a:rPr lang="en-US" sz="2200" b="0" i="1" dirty="0" smtClean="0">
                            <a:latin typeface="Cambria Math" panose="02040503050406030204" pitchFamily="18" charset="0"/>
                            <a:cs typeface="Cascadia Code" panose="020B0609020000020004" pitchFamily="49" charset="0"/>
                          </a:rPr>
                          <m:t>𝑑𝑖𝑓𝑓𝑒𝑟𝑒𝑛𝑐𝑒</m:t>
                        </m:r>
                        <m:r>
                          <a:rPr lang="en-US" sz="2200" b="0" i="1" dirty="0" smtClean="0">
                            <a:latin typeface="Cambria Math" panose="02040503050406030204" pitchFamily="18" charset="0"/>
                            <a:cs typeface="Cascadia Code" panose="020B0609020000020004" pitchFamily="49" charset="0"/>
                          </a:rPr>
                          <m:t>/2</m:t>
                        </m:r>
                      </m:e>
                    </m:d>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(Calculate the cutoff*)</a:t>
                </a: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200" i="1" dirty="0">
                            <a:latin typeface="Cambria Math" panose="02040503050406030204" pitchFamily="18" charset="0"/>
                            <a:ea typeface="Cascadia Code" panose="020B0609020000020004" pitchFamily="49" charset="0"/>
                            <a:cs typeface="Cascadia Code" panose="020B0609020000020004" pitchFamily="49" charset="0"/>
                          </a:rPr>
                          <m:t>𝑐𝑢𝑡𝑜𝑓𝑓</m:t>
                        </m:r>
                      </m:e>
                    </m:d>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(Which way to go, left or right?)</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(Next search partition will be on the left)</a:t>
                </a: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(Next search partition will be on the right)</a:t>
                </a:r>
              </a:p>
              <a:p>
                <a:pPr marL="914400" lvl="1" indent="-457200">
                  <a:lnSpc>
                    <a:spcPct val="100000"/>
                  </a:lnSpc>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𝑆𝐸𝐴𝑅𝐶𝐻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𝑄</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(Recursive call)</a:t>
                </a: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𝑄</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the index of respective element if it matches)</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null if the element was not found)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519" t="-1850"/>
                </a:stretch>
              </a:blipFill>
            </p:spPr>
            <p:txBody>
              <a:bodyPr/>
              <a:lstStyle/>
              <a:p>
                <a:r>
                  <a:rPr lang="en-US">
                    <a:noFill/>
                  </a:rPr>
                  <a:t> </a:t>
                </a:r>
              </a:p>
            </p:txBody>
          </p:sp>
        </mc:Fallback>
      </mc:AlternateContent>
    </p:spTree>
    <p:extLst>
      <p:ext uri="{BB962C8B-B14F-4D97-AF65-F5344CB8AC3E}">
        <p14:creationId xmlns:p14="http://schemas.microsoft.com/office/powerpoint/2010/main" val="21320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What just happened?</a:t>
                </a:r>
              </a:p>
              <a:p>
                <a:pPr>
                  <a:lnSpc>
                    <a:spcPct val="120000"/>
                  </a:lnSpc>
                  <a:buFont typeface="Wingdings" panose="05000000000000000000" pitchFamily="2" charset="2"/>
                  <a:buChar char="§"/>
                </a:pPr>
                <a:r>
                  <a:rPr lang="en-US" sz="3200" dirty="0"/>
                  <a:t>Assume this function was called with the parameters: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905,1864,3045</m:t>
                        </m:r>
                      </m:e>
                    </m:d>
                    <m:r>
                      <a:rPr lang="en-US" sz="3200" b="0" i="1" smtClean="0">
                        <a:latin typeface="Cambria Math" panose="02040503050406030204" pitchFamily="18" charset="0"/>
                      </a:rPr>
                      <m:t>;</m:t>
                    </m:r>
                    <m:r>
                      <a:rPr lang="en-US" sz="3200" b="0" i="1" smtClean="0">
                        <a:latin typeface="Cambria Math" panose="02040503050406030204" pitchFamily="18" charset="0"/>
                      </a:rPr>
                      <m:t>𝑠𝑡𝑎𝑟𝑡</m:t>
                    </m:r>
                    <m:r>
                      <a:rPr lang="en-US" sz="3200" b="0" i="1" smtClean="0">
                        <a:latin typeface="Cambria Math" panose="02040503050406030204" pitchFamily="18" charset="0"/>
                      </a:rPr>
                      <m:t>=0;</m:t>
                    </m:r>
                    <m:r>
                      <a:rPr lang="en-US" sz="3200" b="0" i="1" smtClean="0">
                        <a:latin typeface="Cambria Math" panose="02040503050406030204" pitchFamily="18" charset="0"/>
                      </a:rPr>
                      <m:t>𝑒𝑛𝑑</m:t>
                    </m:r>
                    <m:r>
                      <a:rPr lang="en-US" sz="3200" b="0" i="1" smtClean="0">
                        <a:latin typeface="Cambria Math" panose="02040503050406030204" pitchFamily="18" charset="0"/>
                      </a:rPr>
                      <m:t>=2;</m:t>
                    </m:r>
                    <m:r>
                      <a:rPr lang="en-US" sz="3200" b="0" i="1" smtClean="0">
                        <a:latin typeface="Cambria Math" panose="02040503050406030204" pitchFamily="18" charset="0"/>
                      </a:rPr>
                      <m:t>𝑞</m:t>
                    </m:r>
                    <m:r>
                      <a:rPr lang="en-US" sz="3200" b="0" i="1" smtClean="0">
                        <a:latin typeface="Cambria Math" panose="02040503050406030204" pitchFamily="18" charset="0"/>
                      </a:rPr>
                      <m:t>=3045</m:t>
                    </m:r>
                  </m:oMath>
                </a14:m>
                <a:endParaRPr lang="en-US" sz="3200" b="0" dirty="0"/>
              </a:p>
              <a:p>
                <a:pPr>
                  <a:lnSpc>
                    <a:spcPct val="120000"/>
                  </a:lnSpc>
                  <a:buFont typeface="Wingdings" panose="05000000000000000000" pitchFamily="2" charset="2"/>
                  <a:buChar char="§"/>
                </a:pPr>
                <a:r>
                  <a:rPr lang="en-US" sz="3200" dirty="0"/>
                  <a:t>The </a:t>
                </a:r>
                <a14:m>
                  <m:oMath xmlns:m="http://schemas.openxmlformats.org/officeDocument/2006/math">
                    <m:r>
                      <a:rPr lang="en-US" sz="3200" b="0" i="1" smtClean="0">
                        <a:latin typeface="Cambria Math" panose="02040503050406030204" pitchFamily="18" charset="0"/>
                      </a:rPr>
                      <m:t>𝑑𝑖𝑓𝑓𝑒𝑟𝑒𝑛𝑐𝑒</m:t>
                    </m:r>
                    <m:r>
                      <a:rPr lang="en-US" sz="3200" b="0" i="1" smtClean="0">
                        <a:latin typeface="Cambria Math" panose="02040503050406030204" pitchFamily="18" charset="0"/>
                      </a:rPr>
                      <m:t>=2,</m:t>
                    </m:r>
                  </m:oMath>
                </a14:m>
                <a:r>
                  <a:rPr lang="en-US" sz="3200" dirty="0"/>
                  <a:t> so the </a:t>
                </a:r>
                <a14:m>
                  <m:oMath xmlns:m="http://schemas.openxmlformats.org/officeDocument/2006/math">
                    <m:r>
                      <a:rPr lang="en-US" sz="3200" b="0" i="1" smtClean="0">
                        <a:latin typeface="Cambria Math" panose="02040503050406030204" pitchFamily="18" charset="0"/>
                      </a:rPr>
                      <m:t>𝑐𝑢𝑡𝑜𝑓𝑓</m:t>
                    </m:r>
                    <m:r>
                      <a:rPr lang="en-US" sz="3200" b="0" i="1" smtClean="0">
                        <a:latin typeface="Cambria Math" panose="02040503050406030204" pitchFamily="18" charset="0"/>
                      </a:rPr>
                      <m:t>=0+</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2/2</m:t>
                        </m:r>
                      </m:e>
                    </m:d>
                    <m:r>
                      <a:rPr lang="en-US" sz="3200" b="0" i="1"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r>
                  <a:rPr lang="en-US" sz="3200" dirty="0"/>
                  <a:t>At line 1B, we check if </a:t>
                </a: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&lt;</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𝑐𝑢𝑡𝑜𝑓𝑓</m:t>
                    </m:r>
                    <m:r>
                      <a:rPr lang="en-US" sz="3200" b="0" i="1" smtClean="0">
                        <a:latin typeface="Cambria Math" panose="02040503050406030204" pitchFamily="18" charset="0"/>
                      </a:rPr>
                      <m:t>]</m:t>
                    </m:r>
                  </m:oMath>
                </a14:m>
                <a:r>
                  <a:rPr lang="en-US" sz="3200" dirty="0"/>
                  <a:t>, which is false. Therefore, we set </a:t>
                </a:r>
                <a14:m>
                  <m:oMath xmlns:m="http://schemas.openxmlformats.org/officeDocument/2006/math">
                    <m:r>
                      <a:rPr lang="en-US" sz="3200" b="0" i="1" smtClean="0">
                        <a:latin typeface="Cambria Math" panose="02040503050406030204" pitchFamily="18" charset="0"/>
                      </a:rPr>
                      <m:t>𝑠𝑡𝑎𝑟𝑡</m:t>
                    </m:r>
                    <m:r>
                      <a:rPr lang="en-US" sz="3200" b="0" i="1" smtClean="0">
                        <a:latin typeface="Cambria Math" panose="02040503050406030204" pitchFamily="18" charset="0"/>
                      </a:rPr>
                      <m:t>=1</m:t>
                    </m:r>
                  </m:oMath>
                </a14:m>
                <a:r>
                  <a:rPr lang="en-US" sz="3200" dirty="0"/>
                  <a:t> and call this function again.</a:t>
                </a:r>
              </a:p>
              <a:p>
                <a:pPr>
                  <a:lnSpc>
                    <a:spcPct val="120000"/>
                  </a:lnSpc>
                  <a:buFont typeface="Wingdings" panose="05000000000000000000" pitchFamily="2" charset="2"/>
                  <a:buChar char="§"/>
                </a:pPr>
                <a:r>
                  <a:rPr lang="en-US" sz="3200" dirty="0"/>
                  <a:t>Now, the parameters will be: </a:t>
                </a:r>
                <a14:m>
                  <m:oMath xmlns:m="http://schemas.openxmlformats.org/officeDocument/2006/math">
                    <m:r>
                      <a:rPr lang="en-US" sz="3200" i="1">
                        <a:latin typeface="Cambria Math" panose="02040503050406030204" pitchFamily="18" charset="0"/>
                      </a:rPr>
                      <m:t>𝐴</m:t>
                    </m:r>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1864,3045</m:t>
                        </m:r>
                      </m:e>
                    </m:d>
                    <m:r>
                      <a:rPr lang="en-US" sz="3200" i="1">
                        <a:latin typeface="Cambria Math" panose="02040503050406030204" pitchFamily="18" charset="0"/>
                      </a:rPr>
                      <m:t>;</m:t>
                    </m:r>
                    <m:r>
                      <a:rPr lang="en-US" sz="3200" i="1">
                        <a:latin typeface="Cambria Math" panose="02040503050406030204" pitchFamily="18" charset="0"/>
                      </a:rPr>
                      <m:t>𝑠𝑡𝑎𝑟𝑡</m:t>
                    </m:r>
                    <m:r>
                      <a:rPr lang="en-US" sz="3200" i="1">
                        <a:latin typeface="Cambria Math" panose="02040503050406030204" pitchFamily="18" charset="0"/>
                      </a:rPr>
                      <m:t>=1;</m:t>
                    </m:r>
                    <m:r>
                      <a:rPr lang="en-US" sz="3200" i="1">
                        <a:latin typeface="Cambria Math" panose="02040503050406030204" pitchFamily="18" charset="0"/>
                      </a:rPr>
                      <m:t>𝑒𝑛𝑑</m:t>
                    </m:r>
                    <m:r>
                      <a:rPr lang="en-US" sz="3200" i="1">
                        <a:latin typeface="Cambria Math" panose="02040503050406030204" pitchFamily="18" charset="0"/>
                      </a:rPr>
                      <m:t>=2;</m:t>
                    </m:r>
                    <m:r>
                      <a:rPr lang="en-US" sz="3200" i="1">
                        <a:latin typeface="Cambria Math" panose="02040503050406030204" pitchFamily="18" charset="0"/>
                      </a:rPr>
                      <m:t>𝑞</m:t>
                    </m:r>
                    <m:r>
                      <a:rPr lang="en-US" sz="3200" i="1">
                        <a:latin typeface="Cambria Math" panose="02040503050406030204" pitchFamily="18" charset="0"/>
                      </a:rPr>
                      <m:t>=3045</m:t>
                    </m:r>
                  </m:oMath>
                </a14:m>
                <a:endParaRPr lang="en-US" sz="3200" dirty="0"/>
              </a:p>
              <a:p>
                <a:pPr>
                  <a:lnSpc>
                    <a:spcPct val="120000"/>
                  </a:lnSpc>
                  <a:buFont typeface="Wingdings" panose="05000000000000000000" pitchFamily="2" charset="2"/>
                  <a:buChar char="§"/>
                </a:pPr>
                <a:r>
                  <a:rPr lang="en-US" sz="3200" dirty="0"/>
                  <a:t>Now since </a:t>
                </a:r>
                <a14:m>
                  <m:oMath xmlns:m="http://schemas.openxmlformats.org/officeDocument/2006/math">
                    <m:r>
                      <a:rPr lang="en-US" sz="3200" b="0" i="1" smtClean="0">
                        <a:latin typeface="Cambria Math" panose="02040503050406030204" pitchFamily="18" charset="0"/>
                      </a:rPr>
                      <m:t>𝑑𝑖𝑓𝑓𝑒𝑟𝑒𝑛𝑐𝑒</m:t>
                    </m:r>
                    <m:r>
                      <a:rPr lang="en-US" sz="3200" b="0" i="1" smtClean="0">
                        <a:latin typeface="Cambria Math" panose="02040503050406030204" pitchFamily="18" charset="0"/>
                      </a:rPr>
                      <m:t>=1</m:t>
                    </m:r>
                  </m:oMath>
                </a14:m>
                <a:r>
                  <a:rPr lang="en-US" sz="3200" dirty="0"/>
                  <a:t>, therefore the program will jump to line 3 and match </a:t>
                </a:r>
                <a14:m>
                  <m:oMath xmlns:m="http://schemas.openxmlformats.org/officeDocument/2006/math">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𝑠𝑡𝑎𝑟𝑡</m:t>
                        </m:r>
                      </m:e>
                    </m:d>
                    <m:r>
                      <a:rPr lang="en-US" sz="3200" b="0" i="1" smtClean="0">
                        <a:latin typeface="Cambria Math" panose="02040503050406030204" pitchFamily="18" charset="0"/>
                      </a:rPr>
                      <m:t>=3045</m:t>
                    </m:r>
                  </m:oMath>
                </a14:m>
                <a:r>
                  <a:rPr lang="en-US" sz="3200" dirty="0"/>
                  <a:t> with </a:t>
                </a:r>
                <a14:m>
                  <m:oMath xmlns:m="http://schemas.openxmlformats.org/officeDocument/2006/math">
                    <m:r>
                      <a:rPr lang="en-US" sz="3200" b="0" i="1" smtClean="0">
                        <a:latin typeface="Cambria Math" panose="02040503050406030204" pitchFamily="18" charset="0"/>
                      </a:rPr>
                      <m:t>𝑄</m:t>
                    </m:r>
                    <m:r>
                      <a:rPr lang="en-US" sz="3200" b="0" i="1" smtClean="0">
                        <a:latin typeface="Cambria Math" panose="02040503050406030204" pitchFamily="18" charset="0"/>
                      </a:rPr>
                      <m:t>=3045</m:t>
                    </m:r>
                  </m:oMath>
                </a14:m>
                <a:r>
                  <a:rPr lang="en-US" sz="3200" dirty="0"/>
                  <a:t>. Since both match, therefore 1 will be returned.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830" t="-1001" r="-882" b="-2753"/>
                </a:stretch>
              </a:blipFill>
            </p:spPr>
            <p:txBody>
              <a:bodyPr/>
              <a:lstStyle/>
              <a:p>
                <a:r>
                  <a:rPr lang="en-US">
                    <a:noFill/>
                  </a:rPr>
                  <a:t> </a:t>
                </a:r>
              </a:p>
            </p:txBody>
          </p:sp>
        </mc:Fallback>
      </mc:AlternateContent>
    </p:spTree>
    <p:extLst>
      <p:ext uri="{BB962C8B-B14F-4D97-AF65-F5344CB8AC3E}">
        <p14:creationId xmlns:p14="http://schemas.microsoft.com/office/powerpoint/2010/main" val="397041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 Correctness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To check our algorithm for correctness, we need to assess 3 conditions:</a:t>
                </a:r>
              </a:p>
              <a:p>
                <a:pPr marL="514350" indent="-514350">
                  <a:lnSpc>
                    <a:spcPct val="120000"/>
                  </a:lnSpc>
                  <a:buFont typeface="+mj-lt"/>
                  <a:buAutoNum type="arabicPeriod"/>
                </a:pPr>
                <a:r>
                  <a:rPr lang="en-US" sz="3200" dirty="0"/>
                  <a:t>The search element </a:t>
                </a:r>
                <a14:m>
                  <m:oMath xmlns:m="http://schemas.openxmlformats.org/officeDocument/2006/math">
                    <m:r>
                      <a:rPr lang="en-US" sz="3200" b="0" i="1" smtClean="0">
                        <a:latin typeface="Cambria Math" panose="02040503050406030204" pitchFamily="18" charset="0"/>
                      </a:rPr>
                      <m:t>𝑄</m:t>
                    </m:r>
                  </m:oMath>
                </a14:m>
                <a:r>
                  <a:rPr lang="en-US" sz="3200" dirty="0"/>
                  <a:t> does not exist in the array.</a:t>
                </a:r>
              </a:p>
              <a:p>
                <a:pPr lvl="1">
                  <a:lnSpc>
                    <a:spcPct val="120000"/>
                  </a:lnSpc>
                  <a:buFont typeface="Wingdings" panose="05000000000000000000" pitchFamily="2" charset="2"/>
                  <a:buChar char="§"/>
                </a:pPr>
                <a:r>
                  <a:rPr lang="en-US" sz="3000" dirty="0"/>
                  <a:t>We already know that the input array is sorted. </a:t>
                </a:r>
                <a:r>
                  <a:rPr lang="en-US" sz="3200" dirty="0"/>
                  <a:t>Therefore, we also know that the first element will be smallest and last will be the largest.</a:t>
                </a:r>
              </a:p>
              <a:p>
                <a:pPr lvl="1">
                  <a:lnSpc>
                    <a:spcPct val="120000"/>
                  </a:lnSpc>
                  <a:buFont typeface="Wingdings" panose="05000000000000000000" pitchFamily="2" charset="2"/>
                  <a:buChar char="§"/>
                </a:pPr>
                <a:r>
                  <a:rPr lang="en-US" sz="3000" dirty="0"/>
                  <a:t>In this case either </a:t>
                </a:r>
                <a14:m>
                  <m:oMath xmlns:m="http://schemas.openxmlformats.org/officeDocument/2006/math">
                    <m:r>
                      <a:rPr lang="en-US" sz="3000" b="0" i="1" smtClean="0">
                        <a:latin typeface="Cambria Math" panose="02040503050406030204" pitchFamily="18" charset="0"/>
                      </a:rPr>
                      <m:t>𝑄</m:t>
                    </m:r>
                    <m:r>
                      <a:rPr lang="en-US" sz="3000" b="0" i="1" smtClean="0">
                        <a:latin typeface="Cambria Math" panose="02040503050406030204" pitchFamily="18" charset="0"/>
                      </a:rPr>
                      <m:t>&lt;</m:t>
                    </m:r>
                    <m:r>
                      <a:rPr lang="en-US" sz="3000" b="0" i="1" smtClean="0">
                        <a:latin typeface="Cambria Math" panose="02040503050406030204" pitchFamily="18" charset="0"/>
                      </a:rPr>
                      <m:t>𝐴</m:t>
                    </m:r>
                    <m:d>
                      <m:dPr>
                        <m:begChr m:val="["/>
                        <m:endChr m:val="]"/>
                        <m:ctrlPr>
                          <a:rPr lang="en-US" sz="3000" b="0" i="1" smtClean="0">
                            <a:latin typeface="Cambria Math" panose="02040503050406030204" pitchFamily="18" charset="0"/>
                          </a:rPr>
                        </m:ctrlPr>
                      </m:dPr>
                      <m:e>
                        <m:r>
                          <a:rPr lang="en-US" sz="3000" b="0" i="1" smtClean="0">
                            <a:latin typeface="Cambria Math" panose="02040503050406030204" pitchFamily="18" charset="0"/>
                          </a:rPr>
                          <m:t>0</m:t>
                        </m:r>
                      </m:e>
                    </m:d>
                  </m:oMath>
                </a14:m>
                <a:r>
                  <a:rPr lang="en-US" sz="3000" dirty="0"/>
                  <a:t> or </a:t>
                </a:r>
                <a14:m>
                  <m:oMath xmlns:m="http://schemas.openxmlformats.org/officeDocument/2006/math">
                    <m:r>
                      <a:rPr lang="en-US" sz="3000" b="0" i="1" smtClean="0">
                        <a:latin typeface="Cambria Math" panose="02040503050406030204" pitchFamily="18" charset="0"/>
                      </a:rPr>
                      <m:t>𝑄</m:t>
                    </m:r>
                    <m:r>
                      <a:rPr lang="en-US" sz="3000" b="0" i="1" smtClean="0">
                        <a:latin typeface="Cambria Math" panose="02040503050406030204" pitchFamily="18" charset="0"/>
                      </a:rPr>
                      <m:t>&gt;</m:t>
                    </m:r>
                    <m:r>
                      <a:rPr lang="en-US" sz="3000" b="0" i="1" smtClean="0">
                        <a:latin typeface="Cambria Math" panose="02040503050406030204" pitchFamily="18" charset="0"/>
                      </a:rPr>
                      <m:t>𝐴</m:t>
                    </m:r>
                    <m:d>
                      <m:dPr>
                        <m:begChr m:val="["/>
                        <m:endChr m:val="]"/>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oMath>
                </a14:m>
                <a:r>
                  <a:rPr lang="en-US" sz="3000" dirty="0"/>
                  <a:t>. This condition can be checked in </a:t>
                </a: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e>
                    </m:d>
                  </m:oMath>
                </a14:m>
                <a:r>
                  <a:rPr lang="en-US" sz="3000" dirty="0"/>
                  <a:t> time.</a:t>
                </a:r>
              </a:p>
              <a:p>
                <a:pPr marL="514350" indent="-514350">
                  <a:lnSpc>
                    <a:spcPct val="120000"/>
                  </a:lnSpc>
                  <a:buFont typeface="+mj-lt"/>
                  <a:buAutoNum type="arabicPeriod"/>
                </a:pPr>
                <a:r>
                  <a:rPr lang="en-US" sz="3200" dirty="0"/>
                  <a:t>The search element </a:t>
                </a:r>
                <a14:m>
                  <m:oMath xmlns:m="http://schemas.openxmlformats.org/officeDocument/2006/math">
                    <m:r>
                      <a:rPr lang="en-US" sz="3200" b="0" i="1" smtClean="0">
                        <a:latin typeface="Cambria Math" panose="02040503050406030204" pitchFamily="18" charset="0"/>
                      </a:rPr>
                      <m:t>𝑄</m:t>
                    </m:r>
                  </m:oMath>
                </a14:m>
                <a:r>
                  <a:rPr lang="en-US" sz="3200" dirty="0"/>
                  <a:t> exists in the array.</a:t>
                </a:r>
              </a:p>
              <a:p>
                <a:pPr lvl="1">
                  <a:lnSpc>
                    <a:spcPct val="120000"/>
                  </a:lnSpc>
                  <a:buFont typeface="Wingdings" panose="05000000000000000000" pitchFamily="2" charset="2"/>
                  <a:buChar char="§"/>
                </a:pPr>
                <a:r>
                  <a:rPr lang="en-US" sz="3000" dirty="0"/>
                  <a:t>Perform binary search. The algorithm will return an index </a:t>
                </a:r>
                <a14:m>
                  <m:oMath xmlns:m="http://schemas.openxmlformats.org/officeDocument/2006/math">
                    <m:r>
                      <a:rPr lang="en-US" sz="3000" b="0" i="1" smtClean="0">
                        <a:latin typeface="Cambria Math" panose="02040503050406030204" pitchFamily="18" charset="0"/>
                      </a:rPr>
                      <m:t>𝑖</m:t>
                    </m:r>
                  </m:oMath>
                </a14:m>
                <a:r>
                  <a:rPr lang="en-US" sz="3000" dirty="0"/>
                  <a:t> where </a:t>
                </a:r>
                <a14:m>
                  <m:oMath xmlns:m="http://schemas.openxmlformats.org/officeDocument/2006/math">
                    <m:r>
                      <a:rPr lang="en-US" sz="3000" b="0" i="1" smtClean="0">
                        <a:latin typeface="Cambria Math" panose="02040503050406030204" pitchFamily="18" charset="0"/>
                      </a:rPr>
                      <m:t>𝑄</m:t>
                    </m:r>
                  </m:oMath>
                </a14:m>
                <a:r>
                  <a:rPr lang="en-US" sz="3000" dirty="0"/>
                  <a:t> was found.</a:t>
                </a:r>
              </a:p>
              <a:p>
                <a:pPr lvl="1">
                  <a:lnSpc>
                    <a:spcPct val="120000"/>
                  </a:lnSpc>
                  <a:buFont typeface="Wingdings" panose="05000000000000000000" pitchFamily="2" charset="2"/>
                  <a:buChar char="§"/>
                </a:pPr>
                <a:r>
                  <a:rPr lang="en-US" sz="3000" dirty="0"/>
                  <a:t>Read </a:t>
                </a:r>
                <a14:m>
                  <m:oMath xmlns:m="http://schemas.openxmlformats.org/officeDocument/2006/math">
                    <m:r>
                      <a:rPr lang="en-US" sz="3000" b="0" i="1" smtClean="0">
                        <a:latin typeface="Cambria Math" panose="02040503050406030204" pitchFamily="18" charset="0"/>
                      </a:rPr>
                      <m:t>𝐴</m:t>
                    </m:r>
                    <m:d>
                      <m:dPr>
                        <m:begChr m:val="["/>
                        <m:endChr m:val="]"/>
                        <m:ctrlPr>
                          <a:rPr lang="en-US" sz="3000" b="0" i="1" smtClean="0">
                            <a:latin typeface="Cambria Math" panose="02040503050406030204" pitchFamily="18" charset="0"/>
                          </a:rPr>
                        </m:ctrlPr>
                      </m:dPr>
                      <m:e>
                        <m:r>
                          <a:rPr lang="en-US" sz="3000" b="0" i="1" smtClean="0">
                            <a:latin typeface="Cambria Math" panose="02040503050406030204" pitchFamily="18" charset="0"/>
                          </a:rPr>
                          <m:t>𝑖</m:t>
                        </m:r>
                      </m:e>
                    </m:d>
                  </m:oMath>
                </a14:m>
                <a:r>
                  <a:rPr lang="en-US" sz="3000" dirty="0"/>
                  <a:t>. If it matches with the value </a:t>
                </a:r>
                <a14:m>
                  <m:oMath xmlns:m="http://schemas.openxmlformats.org/officeDocument/2006/math">
                    <m:r>
                      <a:rPr lang="en-US" sz="3000" b="0" i="1" smtClean="0">
                        <a:latin typeface="Cambria Math" panose="02040503050406030204" pitchFamily="18" charset="0"/>
                      </a:rPr>
                      <m:t>𝑄</m:t>
                    </m:r>
                  </m:oMath>
                </a14:m>
                <a:r>
                  <a:rPr lang="en-US" sz="3000" dirty="0"/>
                  <a:t>, then the results were correct.</a:t>
                </a:r>
                <a:endParaRPr lang="en-US" sz="3200" dirty="0"/>
              </a:p>
              <a:p>
                <a:pPr lvl="1">
                  <a:lnSpc>
                    <a:spcPct val="120000"/>
                  </a:lnSpc>
                  <a:buFont typeface="Wingdings" panose="05000000000000000000" pitchFamily="2" charset="2"/>
                  <a:buChar char="§"/>
                </a:pPr>
                <a:r>
                  <a:rPr lang="en-US" sz="3000" dirty="0"/>
                  <a:t>This case has the same complexity as binary search.</a:t>
                </a:r>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𝑄</m:t>
                    </m:r>
                  </m:oMath>
                </a14:m>
                <a:r>
                  <a:rPr lang="en-US" sz="3200" dirty="0"/>
                  <a:t> does not exist in the array, but </a:t>
                </a:r>
                <a14:m>
                  <m:oMath xmlns:m="http://schemas.openxmlformats.org/officeDocument/2006/math">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0</m:t>
                        </m:r>
                      </m:e>
                    </m:d>
                    <m:r>
                      <a:rPr lang="en-US" sz="3200" b="0" i="1" smtClean="0">
                        <a:latin typeface="Cambria Math" panose="02040503050406030204" pitchFamily="18" charset="0"/>
                      </a:rPr>
                      <m:t>≤</m:t>
                    </m:r>
                    <m:r>
                      <a:rPr lang="en-US" sz="3200" b="0" i="1" smtClean="0">
                        <a:latin typeface="Cambria Math" panose="02040503050406030204" pitchFamily="18" charset="0"/>
                      </a:rPr>
                      <m:t>𝑄</m:t>
                    </m:r>
                    <m:r>
                      <a:rPr lang="en-US" sz="3200" b="0" i="1" smtClean="0">
                        <a:latin typeface="Cambria Math" panose="02040503050406030204" pitchFamily="18" charset="0"/>
                      </a:rPr>
                      <m:t>≤</m:t>
                    </m:r>
                    <m:r>
                      <a:rPr lang="en-US" sz="3200" b="0" i="1" smtClean="0">
                        <a:latin typeface="Cambria Math" panose="02040503050406030204" pitchFamily="18" charset="0"/>
                      </a:rPr>
                      <m:t>𝐴</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oMath>
                </a14:m>
                <a:r>
                  <a:rPr lang="en-US" sz="3200" dirty="0"/>
                  <a:t>.</a:t>
                </a:r>
              </a:p>
              <a:p>
                <a:pPr lvl="1">
                  <a:lnSpc>
                    <a:spcPct val="120000"/>
                  </a:lnSpc>
                  <a:buFont typeface="Wingdings" panose="05000000000000000000" pitchFamily="2" charset="2"/>
                  <a:buChar char="§"/>
                </a:pPr>
                <a:r>
                  <a:rPr lang="en-US" sz="3000" dirty="0"/>
                  <a:t>Split the array and recursively solve case 1. After each split, match with the first and last element. If </a:t>
                </a:r>
                <a14:m>
                  <m:oMath xmlns:m="http://schemas.openxmlformats.org/officeDocument/2006/math">
                    <m:r>
                      <a:rPr lang="en-US" sz="3000" b="0" i="1" smtClean="0">
                        <a:latin typeface="Cambria Math" panose="02040503050406030204" pitchFamily="18" charset="0"/>
                      </a:rPr>
                      <m:t>𝑄</m:t>
                    </m:r>
                    <m:r>
                      <a:rPr lang="en-US" sz="3000" b="0" i="0" smtClean="0">
                        <a:latin typeface="Cambria Math" panose="02040503050406030204" pitchFamily="18" charset="0"/>
                      </a:rPr>
                      <m:t>&lt;</m:t>
                    </m:r>
                    <m:r>
                      <m:rPr>
                        <m:sty m:val="p"/>
                      </m:rPr>
                      <a:rPr lang="en-US" sz="3000" b="0" i="0" smtClean="0">
                        <a:latin typeface="Cambria Math" panose="02040503050406030204" pitchFamily="18" charset="0"/>
                      </a:rPr>
                      <m:t>A</m:t>
                    </m:r>
                    <m:r>
                      <a:rPr lang="en-US" sz="3000" b="0" i="0" smtClean="0">
                        <a:latin typeface="Cambria Math" panose="02040503050406030204" pitchFamily="18" charset="0"/>
                      </a:rPr>
                      <m:t>[</m:t>
                    </m:r>
                    <m:r>
                      <m:rPr>
                        <m:sty m:val="p"/>
                      </m:rPr>
                      <a:rPr lang="en-US" sz="3000" b="0" i="0" smtClean="0">
                        <a:latin typeface="Cambria Math" panose="02040503050406030204" pitchFamily="18" charset="0"/>
                      </a:rPr>
                      <m:t>first</m:t>
                    </m:r>
                    <m:r>
                      <a:rPr lang="en-US" sz="3000" b="0" i="0" smtClean="0">
                        <a:latin typeface="Cambria Math" panose="02040503050406030204" pitchFamily="18" charset="0"/>
                      </a:rPr>
                      <m:t>]</m:t>
                    </m:r>
                  </m:oMath>
                </a14:m>
                <a:r>
                  <a:rPr lang="en-US" sz="3000" dirty="0"/>
                  <a:t> or </a:t>
                </a:r>
                <a14:m>
                  <m:oMath xmlns:m="http://schemas.openxmlformats.org/officeDocument/2006/math">
                    <m:r>
                      <a:rPr lang="en-US" sz="3000" b="0" i="1" smtClean="0">
                        <a:latin typeface="Cambria Math" panose="02040503050406030204" pitchFamily="18" charset="0"/>
                      </a:rPr>
                      <m:t>𝑄</m:t>
                    </m:r>
                    <m:r>
                      <a:rPr lang="en-US" sz="3000" b="0" i="1" smtClean="0">
                        <a:latin typeface="Cambria Math" panose="02040503050406030204" pitchFamily="18" charset="0"/>
                      </a:rPr>
                      <m:t>&gt;</m:t>
                    </m:r>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𝑙𝑎𝑠𝑡</m:t>
                    </m:r>
                    <m:r>
                      <a:rPr lang="en-US" sz="3000" b="0" i="1" smtClean="0">
                        <a:latin typeface="Cambria Math" panose="02040503050406030204" pitchFamily="18" charset="0"/>
                      </a:rPr>
                      <m:t>]</m:t>
                    </m:r>
                  </m:oMath>
                </a14:m>
                <a:r>
                  <a:rPr lang="en-US" sz="3000" dirty="0"/>
                  <a:t> at any point, return false.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675" t="-751" r="-1090" b="-876"/>
                </a:stretch>
              </a:blipFill>
            </p:spPr>
            <p:txBody>
              <a:bodyPr/>
              <a:lstStyle/>
              <a:p>
                <a:r>
                  <a:rPr lang="en-US">
                    <a:noFill/>
                  </a:rPr>
                  <a:t> </a:t>
                </a:r>
              </a:p>
            </p:txBody>
          </p:sp>
        </mc:Fallback>
      </mc:AlternateContent>
    </p:spTree>
    <p:extLst>
      <p:ext uri="{BB962C8B-B14F-4D97-AF65-F5344CB8AC3E}">
        <p14:creationId xmlns:p14="http://schemas.microsoft.com/office/powerpoint/2010/main" val="228591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3578014"/>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Dry run the Binary Search function with:</a:t>
                </a:r>
              </a:p>
              <a:p>
                <a:pPr>
                  <a:lnSpc>
                    <a:spcPct val="120000"/>
                  </a:lnSpc>
                  <a:buFont typeface="Wingdings" panose="05000000000000000000" pitchFamily="2" charset="2"/>
                  <a:buChar char="§"/>
                </a:pPr>
                <a:r>
                  <a:rPr lang="en-US" sz="3200" dirty="0"/>
                  <a:t>An empty array</a:t>
                </a:r>
              </a:p>
              <a:p>
                <a:pPr>
                  <a:lnSpc>
                    <a:spcPct val="120000"/>
                  </a:lnSpc>
                  <a:buFont typeface="Wingdings" panose="05000000000000000000" pitchFamily="2" charset="2"/>
                  <a:buChar char="§"/>
                </a:pPr>
                <a:r>
                  <a:rPr lang="en-US" sz="3200" dirty="0"/>
                  <a:t>An array 𝐴=[1864,3045,64669,65073, 65185], but 𝑄=2000</a:t>
                </a:r>
              </a:p>
              <a:p>
                <a:pPr>
                  <a:lnSpc>
                    <a:spcPct val="120000"/>
                  </a:lnSpc>
                  <a:buFont typeface="Wingdings" panose="05000000000000000000" pitchFamily="2" charset="2"/>
                  <a:buChar char="§"/>
                </a:pPr>
                <a:r>
                  <a:rPr lang="en-US" sz="3200" dirty="0"/>
                  <a:t>Array=</a:t>
                </a:r>
                <a14:m>
                  <m:oMath xmlns:m="http://schemas.openxmlformats.org/officeDocument/2006/math">
                    <m:d>
                      <m:dPr>
                        <m:begChr m:val="["/>
                        <m:endChr m:val="]"/>
                        <m:ctrlPr>
                          <a:rPr lang="en-US" sz="3200" i="1">
                            <a:latin typeface="Cambria Math" panose="02040503050406030204" pitchFamily="18" charset="0"/>
                          </a:rPr>
                        </m:ctrlPr>
                      </m:dPr>
                      <m:e>
                        <m:r>
                          <a:rPr lang="en-US" sz="3200" i="1" smtClean="0">
                            <a:latin typeface="Cambria Math" panose="02040503050406030204" pitchFamily="18" charset="0"/>
                          </a:rPr>
                          <m:t>1864,3045,64669</m:t>
                        </m:r>
                        <m:r>
                          <a:rPr lang="en-US" sz="3200" b="0" i="1" smtClean="0">
                            <a:latin typeface="Cambria Math" panose="02040503050406030204" pitchFamily="18" charset="0"/>
                          </a:rPr>
                          <m:t>,65073, 65185</m:t>
                        </m:r>
                      </m:e>
                    </m:d>
                    <m:r>
                      <a:rPr lang="en-US" sz="3200" i="1">
                        <a:latin typeface="Cambria Math" panose="02040503050406030204" pitchFamily="18" charset="0"/>
                      </a:rPr>
                      <m:t>;</m:t>
                    </m:r>
                    <m:r>
                      <a:rPr lang="en-US" sz="3200" i="1">
                        <a:latin typeface="Cambria Math" panose="02040503050406030204" pitchFamily="18" charset="0"/>
                      </a:rPr>
                      <m:t>𝑠𝑡𝑎𝑟𝑡</m:t>
                    </m:r>
                    <m:r>
                      <a:rPr lang="en-US" sz="3200" i="1">
                        <a:latin typeface="Cambria Math" panose="02040503050406030204" pitchFamily="18" charset="0"/>
                      </a:rPr>
                      <m:t>=0;</m:t>
                    </m:r>
                    <m:r>
                      <a:rPr lang="en-US" sz="3200" i="1">
                        <a:latin typeface="Cambria Math" panose="02040503050406030204" pitchFamily="18" charset="0"/>
                      </a:rPr>
                      <m:t>𝑒𝑛𝑑</m:t>
                    </m:r>
                    <m:r>
                      <a:rPr lang="en-US" sz="3200" i="1">
                        <a:latin typeface="Cambria Math" panose="02040503050406030204" pitchFamily="18" charset="0"/>
                      </a:rPr>
                      <m:t>=4;</m:t>
                    </m:r>
                    <m:r>
                      <a:rPr lang="en-US" sz="3200" i="1">
                        <a:latin typeface="Cambria Math" panose="02040503050406030204" pitchFamily="18" charset="0"/>
                      </a:rPr>
                      <m:t>𝑞</m:t>
                    </m:r>
                    <m:r>
                      <a:rPr lang="en-US" sz="3200" i="1">
                        <a:latin typeface="Cambria Math" panose="02040503050406030204" pitchFamily="18" charset="0"/>
                      </a:rPr>
                      <m:t>=65073</m:t>
                    </m:r>
                  </m:oMath>
                </a14:m>
                <a:endParaRPr lang="en-US" sz="3200" dirty="0"/>
              </a:p>
              <a:p>
                <a:pPr>
                  <a:lnSpc>
                    <a:spcPct val="120000"/>
                  </a:lnSpc>
                  <a:buFont typeface="Wingdings" panose="05000000000000000000" pitchFamily="2" charset="2"/>
                  <a:buChar char="§"/>
                </a:pPr>
                <a:r>
                  <a:rPr lang="en-US" sz="3200" dirty="0"/>
                  <a:t>To dry run a recursive program, you should capture “depth”. This will keep track of the recursion depth, which tells on which level of function call our program currently is.</a:t>
                </a:r>
              </a:p>
              <a:p>
                <a:pPr>
                  <a:lnSpc>
                    <a:spcPct val="120000"/>
                  </a:lnSpc>
                  <a:buFont typeface="Wingdings" panose="05000000000000000000" pitchFamily="2" charset="2"/>
                  <a:buChar char="§"/>
                </a:pPr>
                <a:r>
                  <a:rPr lang="en-US" sz="3200" dirty="0"/>
                  <a:t>E.g., if SEARCH function is being called within SEARCH, then the depth will be 2.</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3578014"/>
              </a:xfrm>
              <a:prstGeom prst="rect">
                <a:avLst/>
              </a:prstGeom>
              <a:blipFill>
                <a:blip r:embed="rId3"/>
                <a:stretch>
                  <a:fillRect l="-727" t="-1193"/>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34918803-EC30-5A49-49FD-1A59C4328C53}"/>
              </a:ext>
            </a:extLst>
          </p:cNvPr>
          <p:cNvGraphicFramePr>
            <a:graphicFrameLocks noGrp="1"/>
          </p:cNvGraphicFramePr>
          <p:nvPr/>
        </p:nvGraphicFramePr>
        <p:xfrm>
          <a:off x="1126222" y="5188384"/>
          <a:ext cx="9920106" cy="1198269"/>
        </p:xfrm>
        <a:graphic>
          <a:graphicData uri="http://schemas.openxmlformats.org/drawingml/2006/table">
            <a:tbl>
              <a:tblPr firstRow="1" firstCol="1" bandRow="1">
                <a:tableStyleId>{073A0DAA-6AF3-43AB-8588-CEC1D06C72B9}</a:tableStyleId>
              </a:tblPr>
              <a:tblGrid>
                <a:gridCol w="862686">
                  <a:extLst>
                    <a:ext uri="{9D8B030D-6E8A-4147-A177-3AD203B41FA5}">
                      <a16:colId xmlns:a16="http://schemas.microsoft.com/office/drawing/2014/main" val="830603743"/>
                    </a:ext>
                  </a:extLst>
                </a:gridCol>
                <a:gridCol w="1078535">
                  <a:extLst>
                    <a:ext uri="{9D8B030D-6E8A-4147-A177-3AD203B41FA5}">
                      <a16:colId xmlns:a16="http://schemas.microsoft.com/office/drawing/2014/main" val="81467276"/>
                    </a:ext>
                  </a:extLst>
                </a:gridCol>
                <a:gridCol w="3605296">
                  <a:extLst>
                    <a:ext uri="{9D8B030D-6E8A-4147-A177-3AD203B41FA5}">
                      <a16:colId xmlns:a16="http://schemas.microsoft.com/office/drawing/2014/main" val="1197675295"/>
                    </a:ext>
                  </a:extLst>
                </a:gridCol>
                <a:gridCol w="724469">
                  <a:extLst>
                    <a:ext uri="{9D8B030D-6E8A-4147-A177-3AD203B41FA5}">
                      <a16:colId xmlns:a16="http://schemas.microsoft.com/office/drawing/2014/main" val="2136189321"/>
                    </a:ext>
                  </a:extLst>
                </a:gridCol>
                <a:gridCol w="609762">
                  <a:extLst>
                    <a:ext uri="{9D8B030D-6E8A-4147-A177-3AD203B41FA5}">
                      <a16:colId xmlns:a16="http://schemas.microsoft.com/office/drawing/2014/main" val="2704382778"/>
                    </a:ext>
                  </a:extLst>
                </a:gridCol>
                <a:gridCol w="860129">
                  <a:extLst>
                    <a:ext uri="{9D8B030D-6E8A-4147-A177-3AD203B41FA5}">
                      <a16:colId xmlns:a16="http://schemas.microsoft.com/office/drawing/2014/main" val="2052564599"/>
                    </a:ext>
                  </a:extLst>
                </a:gridCol>
                <a:gridCol w="1309157">
                  <a:extLst>
                    <a:ext uri="{9D8B030D-6E8A-4147-A177-3AD203B41FA5}">
                      <a16:colId xmlns:a16="http://schemas.microsoft.com/office/drawing/2014/main" val="3216100025"/>
                    </a:ext>
                  </a:extLst>
                </a:gridCol>
                <a:gridCol w="870072">
                  <a:extLst>
                    <a:ext uri="{9D8B030D-6E8A-4147-A177-3AD203B41FA5}">
                      <a16:colId xmlns:a16="http://schemas.microsoft.com/office/drawing/2014/main" val="2309737323"/>
                    </a:ext>
                  </a:extLst>
                </a:gridCol>
              </a:tblGrid>
              <a:tr h="399423">
                <a:tc>
                  <a:txBody>
                    <a:bodyPr/>
                    <a:lstStyle/>
                    <a:p>
                      <a:pPr>
                        <a:lnSpc>
                          <a:spcPct val="107000"/>
                        </a:lnSpc>
                        <a:spcAft>
                          <a:spcPts val="800"/>
                        </a:spcAft>
                      </a:pPr>
                      <a:r>
                        <a:rPr lang="en-US" sz="1800" kern="100" dirty="0">
                          <a:effectLst/>
                        </a:rPr>
                        <a:t>Depth</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Line No.</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dirty="0">
                          <a:effectLst/>
                        </a:rPr>
                        <a:t>Array</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Start</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End</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Q</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Difference</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Cutoff</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57017950"/>
                  </a:ext>
                </a:extLst>
              </a:tr>
              <a:tr h="399423">
                <a:tc>
                  <a:txBody>
                    <a:bodyPr/>
                    <a:lstStyle/>
                    <a:p>
                      <a:pPr>
                        <a:lnSpc>
                          <a:spcPct val="107000"/>
                        </a:lnSpc>
                        <a:spcAft>
                          <a:spcPts val="800"/>
                        </a:spcAft>
                      </a:pPr>
                      <a:r>
                        <a:rPr lang="en-US" sz="1800" kern="100">
                          <a:effectLst/>
                        </a:rPr>
                        <a:t>1</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0</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[1864,3045,64669,65073,65185]</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86223544"/>
                  </a:ext>
                </a:extLst>
              </a:tr>
              <a:tr h="399423">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a:effectLst/>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nSpc>
                          <a:spcPct val="107000"/>
                        </a:lnSpc>
                        <a:spcAft>
                          <a:spcPts val="800"/>
                        </a:spcAft>
                      </a:pPr>
                      <a:r>
                        <a:rPr lang="en-US" sz="1800" kern="100" dirty="0">
                          <a:effectLst/>
                        </a:rPr>
                        <a:t>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71365500"/>
                  </a:ext>
                </a:extLst>
              </a:tr>
            </a:tbl>
          </a:graphicData>
        </a:graphic>
      </p:graphicFrame>
    </p:spTree>
    <p:extLst>
      <p:ext uri="{BB962C8B-B14F-4D97-AF65-F5344CB8AC3E}">
        <p14:creationId xmlns:p14="http://schemas.microsoft.com/office/powerpoint/2010/main" val="120143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of Binary Search</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6096000" y="1532586"/>
                <a:ext cx="5867400"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SEARCH</a:t>
                </a:r>
                <a:r>
                  <a:rPr lang="en-US" sz="2400" dirty="0">
                    <a:latin typeface="Cascadia Code" panose="020B0609020000020004" pitchFamily="49" charset="0"/>
                    <a:cs typeface="Cascadia Code" panose="020B0609020000020004" pitchFamily="49" charset="0"/>
                  </a:rPr>
                  <a:t>(A, </a:t>
                </a:r>
                <a:r>
                  <a:rPr lang="en-US" sz="2400" dirty="0">
                    <a:latin typeface="Cascadia Code" panose="020B0609020000020004" pitchFamily="49" charset="0"/>
                    <a:ea typeface="Cascadia Code" panose="020B0609020000020004" pitchFamily="49" charset="0"/>
                    <a:cs typeface="Cascadia Code" panose="020B0609020000020004" pitchFamily="49" charset="0"/>
                  </a:rPr>
                  <a:t>start, end, Q), </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𝑑𝑖𝑓𝑓𝑒𝑟𝑒𝑛𝑐𝑒</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&gt;1</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𝑐𝑢𝑡𝑜𝑓𝑓</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US" sz="2200" b="0" i="1" dirty="0" smtClean="0">
                            <a:latin typeface="Cambria Math" panose="02040503050406030204" pitchFamily="18" charset="0"/>
                            <a:cs typeface="Cascadia Code" panose="020B0609020000020004" pitchFamily="49" charset="0"/>
                          </a:rPr>
                        </m:ctrlPr>
                      </m:dPr>
                      <m:e>
                        <m:r>
                          <a:rPr lang="en-US" sz="2200" b="0" i="1" dirty="0" smtClean="0">
                            <a:latin typeface="Cambria Math" panose="02040503050406030204" pitchFamily="18" charset="0"/>
                            <a:cs typeface="Cascadia Code" panose="020B0609020000020004" pitchFamily="49" charset="0"/>
                          </a:rPr>
                          <m:t>𝑑𝑖𝑓𝑓𝑒𝑟𝑒𝑛𝑐𝑒</m:t>
                        </m:r>
                        <m:r>
                          <a:rPr lang="en-US" sz="2200" b="0" i="1" dirty="0" smtClean="0">
                            <a:latin typeface="Cambria Math" panose="02040503050406030204" pitchFamily="18" charset="0"/>
                            <a:cs typeface="Cascadia Code" panose="020B0609020000020004" pitchFamily="49" charset="0"/>
                          </a:rPr>
                          <m:t>/2</m:t>
                        </m:r>
                      </m:e>
                    </m:d>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&lt;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2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200" i="1" dirty="0">
                            <a:latin typeface="Cambria Math" panose="02040503050406030204" pitchFamily="18" charset="0"/>
                            <a:ea typeface="Cascadia Code" panose="020B0609020000020004" pitchFamily="49" charset="0"/>
                            <a:cs typeface="Cascadia Code" panose="020B0609020000020004" pitchFamily="49" charset="0"/>
                          </a:rPr>
                          <m:t>𝑐𝑢𝑡𝑜𝑓𝑓</m:t>
                        </m:r>
                      </m:e>
                    </m:d>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𝑐𝑢𝑡𝑜𝑓𝑓</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𝑆𝐸𝐴𝑅𝐶𝐻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𝑒𝑛𝑑</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𝑄</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𝑠𝑡𝑎𝑟𝑡</m:t>
                        </m:r>
                      </m:e>
                    </m:d>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𝑄</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𝑠𝑡𝑎𝑟𝑡</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400" i="1" dirty="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e>
                    </m:d>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𝑄</m:t>
                    </m:r>
                    <m:r>
                      <a:rPr lang="en-US" sz="2400" i="1" dirty="0">
                        <a:latin typeface="Cambria Math" panose="02040503050406030204" pitchFamily="18" charset="0"/>
                        <a:ea typeface="Cascadia Code" panose="020B0609020000020004" pitchFamily="49" charset="0"/>
                        <a:cs typeface="Cascadia Code" panose="020B0609020000020004" pitchFamily="49" charset="0"/>
                      </a:rPr>
                      <m:t>, </m:t>
                    </m:r>
                    <m:r>
                      <a:rPr lang="en-US" sz="24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𝑒𝑛𝑑</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6096000" y="1532586"/>
                <a:ext cx="5867400" cy="4942830"/>
              </a:xfrm>
              <a:prstGeom prst="rect">
                <a:avLst/>
              </a:prstGeom>
              <a:blipFill>
                <a:blip r:embed="rId3"/>
                <a:stretch>
                  <a:fillRect l="-1038" t="-18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4726610-A2E3-1316-07F6-F3E15154A6A9}"/>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200" dirty="0"/>
                  <a:t>Evidently, the only interesting step is 2D where recursion takes place.</a:t>
                </a:r>
              </a:p>
              <a:p>
                <a:pPr>
                  <a:lnSpc>
                    <a:spcPct val="100000"/>
                  </a:lnSpc>
                  <a:buFont typeface="Wingdings" panose="05000000000000000000" pitchFamily="2" charset="2"/>
                  <a:buChar char="§"/>
                </a:pPr>
                <a:r>
                  <a:rPr lang="en-US" sz="3200" dirty="0"/>
                  <a:t>We the rest of the statements to take constant </a:t>
                </a:r>
                <a14:m>
                  <m:oMath xmlns:m="http://schemas.openxmlformats.org/officeDocument/2006/math">
                    <m:r>
                      <a:rPr lang="en-US" sz="3200" i="1" dirty="0" smtClean="0">
                        <a:latin typeface="Cambria Math" panose="02040503050406030204" pitchFamily="18" charset="0"/>
                      </a:rPr>
                      <m:t>𝑐</m:t>
                    </m:r>
                  </m:oMath>
                </a14:m>
                <a:r>
                  <a:rPr lang="en-US" sz="3200" dirty="0"/>
                  <a:t> unit of time.</a:t>
                </a:r>
              </a:p>
              <a:p>
                <a:pPr>
                  <a:lnSpc>
                    <a:spcPct val="100000"/>
                  </a:lnSpc>
                  <a:buFont typeface="Wingdings" panose="05000000000000000000" pitchFamily="2" charset="2"/>
                  <a:buChar char="§"/>
                </a:pPr>
                <a:r>
                  <a:rPr lang="en-US" sz="3200" dirty="0"/>
                  <a:t>We see that for each recursive step, </a:t>
                </a:r>
                <a14:m>
                  <m:oMath xmlns:m="http://schemas.openxmlformats.org/officeDocument/2006/math">
                    <m:r>
                      <a:rPr lang="en-US" sz="3200" b="0" i="1" smtClean="0">
                        <a:latin typeface="Cambria Math" panose="02040503050406030204" pitchFamily="18" charset="0"/>
                      </a:rPr>
                      <m:t>𝑛</m:t>
                    </m:r>
                  </m:oMath>
                </a14:m>
                <a:r>
                  <a:rPr lang="en-US" sz="3200" dirty="0"/>
                  <a:t> is halved.</a:t>
                </a:r>
              </a:p>
              <a:p>
                <a:pPr>
                  <a:lnSpc>
                    <a:spcPct val="10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num>
                          <m:den>
                            <m:r>
                              <a:rPr lang="en-US" sz="3200" b="0" i="1" smtClean="0">
                                <a:latin typeface="Cambria Math" panose="02040503050406030204" pitchFamily="18" charset="0"/>
                              </a:rPr>
                              <m:t>2</m:t>
                            </m:r>
                          </m:den>
                        </m:f>
                      </m:e>
                    </m:d>
                    <m:r>
                      <a:rPr lang="en-US" sz="3200" b="0" i="1" smtClean="0">
                        <a:latin typeface="Cambria Math" panose="02040503050406030204" pitchFamily="18" charset="0"/>
                      </a:rPr>
                      <m:t>+</m:t>
                    </m:r>
                    <m:r>
                      <a:rPr lang="en-US" sz="3200" b="0" i="1" dirty="0" smtClean="0">
                        <a:latin typeface="Cambria Math" panose="02040503050406030204" pitchFamily="18" charset="0"/>
                      </a:rPr>
                      <m:t>𝑇</m:t>
                    </m:r>
                    <m:d>
                      <m:dPr>
                        <m:ctrlPr>
                          <a:rPr lang="en-US" sz="3200" b="0" i="1" dirty="0" smtClean="0">
                            <a:latin typeface="Cambria Math" panose="02040503050406030204" pitchFamily="18" charset="0"/>
                          </a:rPr>
                        </m:ctrlPr>
                      </m:dPr>
                      <m:e>
                        <m:f>
                          <m:fPr>
                            <m:ctrlPr>
                              <a:rPr lang="en-US" sz="3200" b="0" i="1" dirty="0" smtClean="0">
                                <a:latin typeface="Cambria Math" panose="02040503050406030204" pitchFamily="18" charset="0"/>
                              </a:rPr>
                            </m:ctrlPr>
                          </m:fPr>
                          <m:num>
                            <m:r>
                              <a:rPr lang="en-US" sz="3200" b="0" i="1" dirty="0" smtClean="0">
                                <a:latin typeface="Cambria Math" panose="02040503050406030204" pitchFamily="18" charset="0"/>
                              </a:rPr>
                              <m:t>𝑛</m:t>
                            </m:r>
                          </m:num>
                          <m:den>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2</m:t>
                                </m:r>
                              </m:e>
                              <m:sup>
                                <m:r>
                                  <a:rPr lang="en-US" sz="3200" b="0" i="1" dirty="0" smtClean="0">
                                    <a:latin typeface="Cambria Math" panose="02040503050406030204" pitchFamily="18" charset="0"/>
                                  </a:rPr>
                                  <m:t>2</m:t>
                                </m:r>
                              </m:sup>
                            </m:sSup>
                          </m:den>
                        </m:f>
                      </m:e>
                    </m:d>
                    <m:r>
                      <a:rPr lang="en-US" sz="3200" b="0" i="1" dirty="0" smtClean="0">
                        <a:latin typeface="Cambria Math" panose="02040503050406030204" pitchFamily="18" charset="0"/>
                      </a:rPr>
                      <m:t>+</m:t>
                    </m:r>
                    <m:r>
                      <a:rPr lang="en-US" sz="3200" i="1" dirty="0">
                        <a:latin typeface="Cambria Math" panose="02040503050406030204" pitchFamily="18" charset="0"/>
                      </a:rPr>
                      <m:t>𝑇</m:t>
                    </m:r>
                    <m:d>
                      <m:dPr>
                        <m:ctrlPr>
                          <a:rPr lang="en-US" sz="3200" i="1" dirty="0">
                            <a:latin typeface="Cambria Math" panose="02040503050406030204" pitchFamily="18" charset="0"/>
                          </a:rPr>
                        </m:ctrlPr>
                      </m:dPr>
                      <m:e>
                        <m:f>
                          <m:fPr>
                            <m:ctrlPr>
                              <a:rPr lang="en-US" sz="3200" i="1" dirty="0">
                                <a:latin typeface="Cambria Math" panose="02040503050406030204" pitchFamily="18" charset="0"/>
                              </a:rPr>
                            </m:ctrlPr>
                          </m:fPr>
                          <m:num>
                            <m:r>
                              <a:rPr lang="en-US" sz="3200" i="1" dirty="0">
                                <a:latin typeface="Cambria Math" panose="02040503050406030204" pitchFamily="18" charset="0"/>
                              </a:rPr>
                              <m:t>𝑛</m:t>
                            </m:r>
                          </m:num>
                          <m:den>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2</m:t>
                                </m:r>
                              </m:e>
                              <m:sup>
                                <m:r>
                                  <a:rPr lang="en-US" sz="3200" b="0" i="1" dirty="0" smtClean="0">
                                    <a:latin typeface="Cambria Math" panose="02040503050406030204" pitchFamily="18" charset="0"/>
                                  </a:rPr>
                                  <m:t>3</m:t>
                                </m:r>
                              </m:sup>
                            </m:sSup>
                          </m:den>
                        </m:f>
                      </m:e>
                    </m:d>
                    <m:r>
                      <a:rPr lang="en-US" sz="3200" b="0" i="1" dirty="0" smtClean="0">
                        <a:latin typeface="Cambria Math" panose="02040503050406030204" pitchFamily="18" charset="0"/>
                      </a:rPr>
                      <m:t>+</m:t>
                    </m:r>
                    <m:r>
                      <a:rPr lang="en-US" sz="3200" i="1" dirty="0">
                        <a:latin typeface="Cambria Math" panose="02040503050406030204" pitchFamily="18" charset="0"/>
                      </a:rPr>
                      <m:t>𝑇</m:t>
                    </m:r>
                    <m:d>
                      <m:dPr>
                        <m:ctrlPr>
                          <a:rPr lang="en-US" sz="3200" i="1" dirty="0">
                            <a:latin typeface="Cambria Math" panose="02040503050406030204" pitchFamily="18" charset="0"/>
                          </a:rPr>
                        </m:ctrlPr>
                      </m:dPr>
                      <m:e>
                        <m:f>
                          <m:fPr>
                            <m:ctrlPr>
                              <a:rPr lang="en-US" sz="3200" i="1" dirty="0">
                                <a:latin typeface="Cambria Math" panose="02040503050406030204" pitchFamily="18" charset="0"/>
                              </a:rPr>
                            </m:ctrlPr>
                          </m:fPr>
                          <m:num>
                            <m:r>
                              <a:rPr lang="en-US" sz="3200" i="1" dirty="0">
                                <a:latin typeface="Cambria Math" panose="02040503050406030204" pitchFamily="18" charset="0"/>
                              </a:rPr>
                              <m:t>𝑛</m:t>
                            </m:r>
                          </m:num>
                          <m:den>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2</m:t>
                                </m:r>
                              </m:e>
                              <m:sup>
                                <m:r>
                                  <a:rPr lang="en-US" sz="3200" b="0" i="1" dirty="0" smtClean="0">
                                    <a:latin typeface="Cambria Math" panose="02040503050406030204" pitchFamily="18" charset="0"/>
                                  </a:rPr>
                                  <m:t>4</m:t>
                                </m:r>
                              </m:sup>
                            </m:sSup>
                          </m:den>
                        </m:f>
                      </m:e>
                    </m:d>
                    <m:r>
                      <a:rPr lang="en-US" sz="3200" b="0" i="1" dirty="0" smtClean="0">
                        <a:latin typeface="Cambria Math" panose="02040503050406030204" pitchFamily="18" charset="0"/>
                      </a:rPr>
                      <m:t>+…+</m:t>
                    </m:r>
                    <m:r>
                      <a:rPr lang="en-US" sz="3200" b="0" i="1" dirty="0" smtClean="0">
                        <a:latin typeface="Cambria Math" panose="02040503050406030204" pitchFamily="18" charset="0"/>
                      </a:rPr>
                      <m:t>𝑇</m:t>
                    </m:r>
                    <m:d>
                      <m:dPr>
                        <m:ctrlPr>
                          <a:rPr lang="en-US" sz="3200" b="0" i="1" dirty="0" smtClean="0">
                            <a:latin typeface="Cambria Math" panose="02040503050406030204" pitchFamily="18" charset="0"/>
                          </a:rPr>
                        </m:ctrlPr>
                      </m:dPr>
                      <m:e>
                        <m:r>
                          <a:rPr lang="en-US" sz="3200" b="0" i="1" dirty="0" smtClean="0">
                            <a:latin typeface="Cambria Math" panose="02040503050406030204" pitchFamily="18" charset="0"/>
                          </a:rPr>
                          <m:t>1</m:t>
                        </m:r>
                      </m:e>
                    </m:d>
                  </m:oMath>
                </a14:m>
                <a:endParaRPr lang="en-US" sz="3200" dirty="0"/>
              </a:p>
              <a:p>
                <a:pPr>
                  <a:lnSpc>
                    <a:spcPct val="100000"/>
                  </a:lnSpc>
                  <a:buFont typeface="Wingdings" panose="05000000000000000000" pitchFamily="2" charset="2"/>
                  <a:buChar char="§"/>
                </a:pPr>
                <a:r>
                  <a:rPr lang="en-US" sz="3200" dirty="0"/>
                  <a:t>Therefore, for any value of </a:t>
                </a:r>
                <a14:m>
                  <m:oMath xmlns:m="http://schemas.openxmlformats.org/officeDocument/2006/math">
                    <m:r>
                      <a:rPr lang="en-US" sz="3200" b="0" i="1" smtClean="0">
                        <a:latin typeface="Cambria Math" panose="02040503050406030204" pitchFamily="18" charset="0"/>
                      </a:rPr>
                      <m:t>𝑛</m:t>
                    </m:r>
                  </m:oMath>
                </a14:m>
                <a:r>
                  <a:rPr lang="en-US" sz="3200" dirty="0"/>
                  <a:t>, the time taken will be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e>
                    </m:func>
                  </m:oMath>
                </a14:m>
                <a:r>
                  <a:rPr lang="en-US" sz="3200" dirty="0"/>
                  <a:t>.</a:t>
                </a:r>
              </a:p>
              <a:p>
                <a:pPr>
                  <a:lnSpc>
                    <a:spcPct val="100000"/>
                  </a:lnSpc>
                  <a:buFont typeface="Wingdings" panose="05000000000000000000" pitchFamily="2" charset="2"/>
                  <a:buChar char="§"/>
                </a:pPr>
                <a:r>
                  <a:rPr lang="en-US" sz="3200" dirty="0"/>
                  <a:t>Therefore, the upper bound for binary search function is </a:t>
                </a:r>
                <a14:m>
                  <m:oMath xmlns:m="http://schemas.openxmlformats.org/officeDocument/2006/math">
                    <m:r>
                      <a:rPr lang="en-US" sz="3200" b="0" i="1" smtClean="0">
                        <a:latin typeface="Cambria Math" panose="02040503050406030204" pitchFamily="18" charset="0"/>
                      </a:rPr>
                      <m:t>𝑂</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sSub>
                          <m:sSubPr>
                            <m:ctrlPr>
                              <a:rPr lang="en-US" sz="3200" b="0" i="1" smtClean="0">
                                <a:latin typeface="Cambria Math" panose="02040503050406030204" pitchFamily="18" charset="0"/>
                              </a:rPr>
                            </m:ctrlPr>
                          </m:sSubPr>
                          <m:e>
                            <m:r>
                              <m:rPr>
                                <m:sty m:val="p"/>
                              </m:rPr>
                              <a:rPr lang="en-US" sz="3200" b="0" i="0" smtClean="0">
                                <a:latin typeface="Cambria Math" panose="02040503050406030204" pitchFamily="18" charset="0"/>
                              </a:rPr>
                              <m:t>log</m:t>
                            </m:r>
                          </m:e>
                          <m:sub>
                            <m:r>
                              <a:rPr lang="en-US" sz="3200" b="0" i="1" smtClean="0">
                                <a:latin typeface="Cambria Math" panose="02040503050406030204" pitchFamily="18" charset="0"/>
                              </a:rPr>
                              <m:t>2</m:t>
                            </m:r>
                          </m:sub>
                        </m:sSub>
                      </m:fName>
                      <m:e>
                        <m:r>
                          <a:rPr lang="en-US" sz="3200" b="0" i="1" smtClean="0">
                            <a:latin typeface="Cambria Math" panose="02040503050406030204" pitchFamily="18" charset="0"/>
                          </a:rPr>
                          <m:t>𝑛</m:t>
                        </m:r>
                        <m:r>
                          <a:rPr lang="en-US" sz="3200" b="0" i="1" smtClean="0">
                            <a:latin typeface="Cambria Math" panose="02040503050406030204" pitchFamily="18" charset="0"/>
                          </a:rPr>
                          <m:t>)</m:t>
                        </m:r>
                      </m:e>
                    </m:func>
                  </m:oMath>
                </a14:m>
                <a:r>
                  <a:rPr lang="en-US" sz="3200" dirty="0"/>
                  <a:t>.</a:t>
                </a:r>
              </a:p>
            </p:txBody>
          </p:sp>
        </mc:Choice>
        <mc:Fallback xmlns="">
          <p:sp>
            <p:nvSpPr>
              <p:cNvPr id="4" name="Content Placeholder 2">
                <a:extLst>
                  <a:ext uri="{FF2B5EF4-FFF2-40B4-BE49-F238E27FC236}">
                    <a16:creationId xmlns:a16="http://schemas.microsoft.com/office/drawing/2014/main" id="{94726610-A2E3-1316-07F6-F3E15154A6A9}"/>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4"/>
                <a:stretch>
                  <a:fillRect l="-1452" t="-2244"/>
                </a:stretch>
              </a:blipFill>
            </p:spPr>
            <p:txBody>
              <a:bodyPr/>
              <a:lstStyle/>
              <a:p>
                <a:r>
                  <a:rPr lang="en-US">
                    <a:noFill/>
                  </a:rPr>
                  <a:t> </a:t>
                </a:r>
              </a:p>
            </p:txBody>
          </p:sp>
        </mc:Fallback>
      </mc:AlternateContent>
    </p:spTree>
    <p:extLst>
      <p:ext uri="{BB962C8B-B14F-4D97-AF65-F5344CB8AC3E}">
        <p14:creationId xmlns:p14="http://schemas.microsoft.com/office/powerpoint/2010/main" val="220822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29"/>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rules of this game are:</a:t>
            </a:r>
          </a:p>
          <a:p>
            <a:pPr marL="514350" indent="-514350">
              <a:lnSpc>
                <a:spcPct val="120000"/>
              </a:lnSpc>
              <a:buFont typeface="+mj-lt"/>
              <a:buAutoNum type="arabicPeriod"/>
            </a:pPr>
            <a:r>
              <a:rPr lang="en-US" sz="3200" dirty="0"/>
              <a:t>All cylinders must be moved from first post to the last.</a:t>
            </a:r>
          </a:p>
          <a:p>
            <a:pPr marL="514350" indent="-514350">
              <a:lnSpc>
                <a:spcPct val="120000"/>
              </a:lnSpc>
              <a:buFont typeface="+mj-lt"/>
              <a:buAutoNum type="arabicPeriod"/>
            </a:pPr>
            <a:r>
              <a:rPr lang="en-US" sz="3200" dirty="0"/>
              <a:t>Only one cylinder can be moved at a time.</a:t>
            </a:r>
          </a:p>
          <a:p>
            <a:pPr marL="514350" indent="-514350">
              <a:lnSpc>
                <a:spcPct val="120000"/>
              </a:lnSpc>
              <a:buFont typeface="+mj-lt"/>
              <a:buAutoNum type="arabicPeriod"/>
            </a:pPr>
            <a:r>
              <a:rPr lang="en-US" sz="3200" dirty="0"/>
              <a:t>A larger cylinder cannot be put over a smaller cylinder.</a:t>
            </a:r>
          </a:p>
          <a:p>
            <a:pPr marL="514350" indent="-514350">
              <a:lnSpc>
                <a:spcPct val="120000"/>
              </a:lnSpc>
              <a:buFont typeface="+mj-lt"/>
              <a:buAutoNum type="arabicPeriod"/>
            </a:pPr>
            <a:r>
              <a:rPr lang="en-US" sz="3200" dirty="0"/>
              <a:t>Cylinders can be moved back and forth any number of times.</a:t>
            </a:r>
          </a:p>
        </p:txBody>
      </p:sp>
      <p:pic>
        <p:nvPicPr>
          <p:cNvPr id="1026" name="Picture 2" descr="tower of hanoi recursion - The AI Search Engine You Control | AI Chat ...">
            <a:extLst>
              <a:ext uri="{FF2B5EF4-FFF2-40B4-BE49-F238E27FC236}">
                <a16:creationId xmlns:a16="http://schemas.microsoft.com/office/drawing/2014/main" id="{42AF2C7F-91B5-0078-348B-344199808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1527" y="2500724"/>
            <a:ext cx="4120923" cy="2767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77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If we have 3 Posts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𝐵</m:t>
                    </m:r>
                    <m:r>
                      <a:rPr lang="en-US" sz="3200" b="0" i="1" smtClean="0">
                        <a:latin typeface="Cambria Math" panose="02040503050406030204" pitchFamily="18" charset="0"/>
                      </a:rPr>
                      <m:t>,</m:t>
                    </m:r>
                    <m:r>
                      <a:rPr lang="en-US" sz="3200" b="0" i="1" smtClean="0">
                        <a:latin typeface="Cambria Math" panose="02040503050406030204" pitchFamily="18" charset="0"/>
                      </a:rPr>
                      <m:t>𝐶</m:t>
                    </m:r>
                  </m:oMath>
                </a14:m>
                <a:r>
                  <a:rPr lang="en-US" sz="3200" dirty="0"/>
                  <a:t> and 3 cylinders </a:t>
                </a:r>
                <a14:m>
                  <m:oMath xmlns:m="http://schemas.openxmlformats.org/officeDocument/2006/math">
                    <m:r>
                      <a:rPr lang="en-US" sz="3200" b="0" i="1" smtClean="0">
                        <a:latin typeface="Cambria Math" panose="02040503050406030204" pitchFamily="18" charset="0"/>
                      </a:rPr>
                      <m:t>1,2,3</m:t>
                    </m:r>
                  </m:oMath>
                </a14:m>
                <a:r>
                  <a:rPr lang="en-US" sz="3200" dirty="0"/>
                  <a:t>, then the tower of Hanoi problem will be solved as:</a:t>
                </a:r>
              </a:p>
              <a:p>
                <a:pPr lvl="1">
                  <a:lnSpc>
                    <a:spcPct val="120000"/>
                  </a:lnSpc>
                  <a:buFont typeface="Wingdings" panose="05000000000000000000" pitchFamily="2" charset="2"/>
                  <a:buChar char="§"/>
                </a:pPr>
                <a:r>
                  <a:rPr lang="en-US" sz="3000" dirty="0"/>
                  <a:t>Move </a:t>
                </a:r>
                <a14:m>
                  <m:oMath xmlns:m="http://schemas.openxmlformats.org/officeDocument/2006/math">
                    <m:r>
                      <a:rPr lang="en-US" sz="3000" b="0" i="1" smtClean="0">
                        <a:latin typeface="Cambria Math" panose="02040503050406030204" pitchFamily="18" charset="0"/>
                      </a:rPr>
                      <m:t>1 </m:t>
                    </m:r>
                    <m:r>
                      <a:rPr lang="en-US" sz="3000" b="0" i="1" smtClean="0">
                        <a:latin typeface="Cambria Math" panose="02040503050406030204" pitchFamily="18" charset="0"/>
                      </a:rPr>
                      <m:t>𝑓𝑟𝑜𝑚</m:t>
                    </m:r>
                    <m:r>
                      <a:rPr lang="en-US" sz="3000" b="0" i="1" smtClean="0">
                        <a:latin typeface="Cambria Math" panose="02040503050406030204" pitchFamily="18" charset="0"/>
                      </a:rPr>
                      <m:t> </m:t>
                    </m:r>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𝐶</m:t>
                    </m:r>
                  </m:oMath>
                </a14:m>
                <a:r>
                  <a:rPr lang="en-US" sz="3000" dirty="0"/>
                  <a:t>. Therefore, </a:t>
                </a:r>
                <a14:m>
                  <m:oMath xmlns:m="http://schemas.openxmlformats.org/officeDocument/2006/math">
                    <m:r>
                      <a:rPr lang="en-US" sz="3000" b="0" i="1" smtClean="0">
                        <a:latin typeface="Cambria Math" panose="02040503050406030204" pitchFamily="18" charset="0"/>
                      </a:rPr>
                      <m:t>𝐴</m:t>
                    </m:r>
                    <m:r>
                      <a:rPr lang="en-US" sz="3000" b="0" i="1" smtClean="0">
                        <a:latin typeface="Cambria Math" panose="02040503050406030204" pitchFamily="18" charset="0"/>
                      </a:rPr>
                      <m:t>=2,3;</m:t>
                    </m:r>
                    <m:r>
                      <a:rPr lang="en-US" sz="3000" b="0" i="1" smtClean="0">
                        <a:latin typeface="Cambria Math" panose="02040503050406030204" pitchFamily="18" charset="0"/>
                      </a:rPr>
                      <m:t>𝐵</m:t>
                    </m:r>
                    <m:r>
                      <a:rPr lang="en-US" sz="3000" b="0" i="1" smtClean="0">
                        <a:latin typeface="Cambria Math" panose="02040503050406030204" pitchFamily="18" charset="0"/>
                      </a:rPr>
                      <m:t>=</m:t>
                    </m:r>
                    <m:r>
                      <a:rPr lang="en-US" sz="3000" b="0" i="1" smtClean="0">
                        <a:latin typeface="Cambria Math" panose="02040503050406030204" pitchFamily="18" charset="0"/>
                      </a:rPr>
                      <m:t>𝜙</m:t>
                    </m:r>
                    <m:r>
                      <a:rPr lang="en-US" sz="3000" b="0" i="1" smtClean="0">
                        <a:latin typeface="Cambria Math" panose="02040503050406030204" pitchFamily="18" charset="0"/>
                      </a:rPr>
                      <m:t>;</m:t>
                    </m:r>
                    <m:r>
                      <a:rPr lang="en-US" sz="3000" b="0" i="1" smtClean="0">
                        <a:latin typeface="Cambria Math" panose="02040503050406030204" pitchFamily="18" charset="0"/>
                      </a:rPr>
                      <m:t>𝐶</m:t>
                    </m:r>
                    <m:r>
                      <a:rPr lang="en-US" sz="3000" b="0" i="1" smtClean="0">
                        <a:latin typeface="Cambria Math" panose="02040503050406030204" pitchFamily="18" charset="0"/>
                      </a:rPr>
                      <m:t>=1</m:t>
                    </m:r>
                  </m:oMath>
                </a14:m>
                <a:endParaRPr lang="en-US" sz="3000" dirty="0"/>
              </a:p>
              <a:p>
                <a:pPr lvl="1">
                  <a:lnSpc>
                    <a:spcPct val="120000"/>
                  </a:lnSpc>
                  <a:buFont typeface="Wingdings" panose="05000000000000000000" pitchFamily="2" charset="2"/>
                  <a:buChar char="§"/>
                </a:pPr>
                <a:r>
                  <a:rPr lang="en-US" sz="3000" dirty="0"/>
                  <a:t>Move </a:t>
                </a:r>
                <a14:m>
                  <m:oMath xmlns:m="http://schemas.openxmlformats.org/officeDocument/2006/math">
                    <m:r>
                      <a:rPr lang="en-US" sz="3000" b="0" i="1" smtClean="0">
                        <a:latin typeface="Cambria Math" panose="02040503050406030204" pitchFamily="18" charset="0"/>
                      </a:rPr>
                      <m:t>2</m:t>
                    </m:r>
                    <m:r>
                      <a:rPr lang="en-US" sz="3000" i="1">
                        <a:latin typeface="Cambria Math" panose="02040503050406030204" pitchFamily="18" charset="0"/>
                      </a:rPr>
                      <m:t> </m:t>
                    </m:r>
                    <m:r>
                      <a:rPr lang="en-US" sz="3000" i="1">
                        <a:latin typeface="Cambria Math" panose="02040503050406030204" pitchFamily="18" charset="0"/>
                      </a:rPr>
                      <m:t>𝑓𝑟𝑜𝑚</m:t>
                    </m:r>
                    <m:r>
                      <a:rPr lang="en-US" sz="3000" i="1">
                        <a:latin typeface="Cambria Math" panose="02040503050406030204" pitchFamily="18" charset="0"/>
                      </a:rPr>
                      <m:t> </m:t>
                    </m:r>
                    <m:r>
                      <a:rPr lang="en-US" sz="3000" i="1">
                        <a:latin typeface="Cambria Math" panose="02040503050406030204" pitchFamily="18" charset="0"/>
                      </a:rPr>
                      <m:t>𝐴</m:t>
                    </m:r>
                    <m:r>
                      <a:rPr lang="en-US" sz="3000" i="1">
                        <a:latin typeface="Cambria Math" panose="02040503050406030204" pitchFamily="18" charset="0"/>
                      </a:rPr>
                      <m:t>→</m:t>
                    </m:r>
                    <m:r>
                      <a:rPr lang="en-US" sz="3000" b="0" i="1" smtClean="0">
                        <a:latin typeface="Cambria Math" panose="02040503050406030204" pitchFamily="18" charset="0"/>
                      </a:rPr>
                      <m:t>𝐵</m:t>
                    </m:r>
                  </m:oMath>
                </a14:m>
                <a:r>
                  <a:rPr lang="en-US" sz="3000" dirty="0"/>
                  <a:t>. Therefore, </a:t>
                </a:r>
                <a14:m>
                  <m:oMath xmlns:m="http://schemas.openxmlformats.org/officeDocument/2006/math">
                    <m:r>
                      <a:rPr lang="en-US" sz="3000" i="1">
                        <a:latin typeface="Cambria Math" panose="02040503050406030204" pitchFamily="18" charset="0"/>
                      </a:rPr>
                      <m:t>𝐴</m:t>
                    </m:r>
                    <m:r>
                      <a:rPr lang="en-US" sz="3000" i="1">
                        <a:latin typeface="Cambria Math" panose="02040503050406030204" pitchFamily="18" charset="0"/>
                      </a:rPr>
                      <m:t>=3;</m:t>
                    </m:r>
                    <m:r>
                      <a:rPr lang="en-US" sz="3000" i="1">
                        <a:latin typeface="Cambria Math" panose="02040503050406030204" pitchFamily="18" charset="0"/>
                      </a:rPr>
                      <m:t>𝐵</m:t>
                    </m:r>
                    <m:r>
                      <a:rPr lang="en-US" sz="3000" i="1">
                        <a:latin typeface="Cambria Math" panose="02040503050406030204" pitchFamily="18" charset="0"/>
                      </a:rPr>
                      <m:t>=2;</m:t>
                    </m:r>
                    <m:r>
                      <a:rPr lang="en-US" sz="3000" i="1">
                        <a:latin typeface="Cambria Math" panose="02040503050406030204" pitchFamily="18" charset="0"/>
                      </a:rPr>
                      <m:t>𝐶</m:t>
                    </m:r>
                    <m:r>
                      <a:rPr lang="en-US" sz="3000" i="1">
                        <a:latin typeface="Cambria Math" panose="02040503050406030204" pitchFamily="18" charset="0"/>
                      </a:rPr>
                      <m:t>=1</m:t>
                    </m:r>
                  </m:oMath>
                </a14:m>
                <a:endParaRPr lang="en-US" sz="3000" dirty="0"/>
              </a:p>
              <a:p>
                <a:pPr lvl="1">
                  <a:lnSpc>
                    <a:spcPct val="120000"/>
                  </a:lnSpc>
                  <a:buFont typeface="Wingdings" panose="05000000000000000000" pitchFamily="2" charset="2"/>
                  <a:buChar char="§"/>
                </a:pPr>
                <a:r>
                  <a:rPr lang="en-US" sz="3000" dirty="0"/>
                  <a:t>Move </a:t>
                </a:r>
                <a14:m>
                  <m:oMath xmlns:m="http://schemas.openxmlformats.org/officeDocument/2006/math">
                    <m:r>
                      <a:rPr lang="en-US" sz="3000" i="1">
                        <a:latin typeface="Cambria Math" panose="02040503050406030204" pitchFamily="18" charset="0"/>
                      </a:rPr>
                      <m:t>1 </m:t>
                    </m:r>
                    <m:r>
                      <a:rPr lang="en-US" sz="3000" i="1">
                        <a:latin typeface="Cambria Math" panose="02040503050406030204" pitchFamily="18" charset="0"/>
                      </a:rPr>
                      <m:t>𝑓𝑟𝑜𝑚</m:t>
                    </m:r>
                    <m:r>
                      <a:rPr lang="en-US" sz="3000" i="1">
                        <a:latin typeface="Cambria Math" panose="02040503050406030204" pitchFamily="18" charset="0"/>
                      </a:rPr>
                      <m:t> </m:t>
                    </m:r>
                    <m:r>
                      <a:rPr lang="en-US" sz="3000" b="0" i="1" smtClean="0">
                        <a:latin typeface="Cambria Math" panose="02040503050406030204" pitchFamily="18" charset="0"/>
                      </a:rPr>
                      <m:t>𝐶</m:t>
                    </m:r>
                    <m:r>
                      <a:rPr lang="en-US" sz="3000" i="1">
                        <a:latin typeface="Cambria Math" panose="02040503050406030204" pitchFamily="18" charset="0"/>
                      </a:rPr>
                      <m:t>→</m:t>
                    </m:r>
                    <m:r>
                      <a:rPr lang="en-US" sz="3000" b="0" i="1" smtClean="0">
                        <a:latin typeface="Cambria Math" panose="02040503050406030204" pitchFamily="18" charset="0"/>
                      </a:rPr>
                      <m:t>𝐵</m:t>
                    </m:r>
                  </m:oMath>
                </a14:m>
                <a:r>
                  <a:rPr lang="en-US" sz="3000" dirty="0"/>
                  <a:t>. Therefore, </a:t>
                </a:r>
                <a14:m>
                  <m:oMath xmlns:m="http://schemas.openxmlformats.org/officeDocument/2006/math">
                    <m:r>
                      <a:rPr lang="en-US" sz="3000" i="1">
                        <a:latin typeface="Cambria Math" panose="02040503050406030204" pitchFamily="18" charset="0"/>
                      </a:rPr>
                      <m:t>𝐴</m:t>
                    </m:r>
                    <m:r>
                      <a:rPr lang="en-US" sz="3000" i="1">
                        <a:latin typeface="Cambria Math" panose="02040503050406030204" pitchFamily="18" charset="0"/>
                      </a:rPr>
                      <m:t>=3;</m:t>
                    </m:r>
                    <m:r>
                      <a:rPr lang="en-US" sz="3000" i="1">
                        <a:latin typeface="Cambria Math" panose="02040503050406030204" pitchFamily="18" charset="0"/>
                      </a:rPr>
                      <m:t>𝐵</m:t>
                    </m:r>
                    <m:r>
                      <a:rPr lang="en-US" sz="3000" i="1">
                        <a:latin typeface="Cambria Math" panose="02040503050406030204" pitchFamily="18" charset="0"/>
                      </a:rPr>
                      <m:t>=1,2;</m:t>
                    </m:r>
                    <m:r>
                      <a:rPr lang="en-US" sz="3000" i="1">
                        <a:latin typeface="Cambria Math" panose="02040503050406030204" pitchFamily="18" charset="0"/>
                      </a:rPr>
                      <m:t>𝐶</m:t>
                    </m:r>
                    <m:r>
                      <a:rPr lang="en-US" sz="3000" i="1">
                        <a:latin typeface="Cambria Math" panose="02040503050406030204" pitchFamily="18" charset="0"/>
                      </a:rPr>
                      <m:t>=</m:t>
                    </m:r>
                    <m:r>
                      <a:rPr lang="en-US" sz="3000" i="1">
                        <a:latin typeface="Cambria Math" panose="02040503050406030204" pitchFamily="18" charset="0"/>
                      </a:rPr>
                      <m:t>𝜙</m:t>
                    </m:r>
                  </m:oMath>
                </a14:m>
                <a:endParaRPr lang="en-US" sz="3000" b="1" dirty="0"/>
              </a:p>
              <a:p>
                <a:pPr lvl="1">
                  <a:lnSpc>
                    <a:spcPct val="120000"/>
                  </a:lnSpc>
                  <a:buFont typeface="Wingdings" panose="05000000000000000000" pitchFamily="2" charset="2"/>
                  <a:buChar char="§"/>
                </a:pPr>
                <a:r>
                  <a:rPr lang="en-US" sz="3000" dirty="0"/>
                  <a:t>Move </a:t>
                </a:r>
                <a14:m>
                  <m:oMath xmlns:m="http://schemas.openxmlformats.org/officeDocument/2006/math">
                    <m:r>
                      <a:rPr lang="en-US" sz="3000" b="0" i="1" smtClean="0">
                        <a:latin typeface="Cambria Math" panose="02040503050406030204" pitchFamily="18" charset="0"/>
                      </a:rPr>
                      <m:t>3</m:t>
                    </m:r>
                    <m:r>
                      <a:rPr lang="en-US" sz="3000" i="1">
                        <a:latin typeface="Cambria Math" panose="02040503050406030204" pitchFamily="18" charset="0"/>
                      </a:rPr>
                      <m:t> </m:t>
                    </m:r>
                    <m:r>
                      <a:rPr lang="en-US" sz="3000" i="1">
                        <a:latin typeface="Cambria Math" panose="02040503050406030204" pitchFamily="18" charset="0"/>
                      </a:rPr>
                      <m:t>𝑓𝑟𝑜𝑚</m:t>
                    </m:r>
                    <m:r>
                      <a:rPr lang="en-US" sz="3000" i="1">
                        <a:latin typeface="Cambria Math" panose="02040503050406030204" pitchFamily="18" charset="0"/>
                      </a:rPr>
                      <m:t> </m:t>
                    </m:r>
                    <m:r>
                      <a:rPr lang="en-US" sz="3000" b="0" i="1" smtClean="0">
                        <a:latin typeface="Cambria Math" panose="02040503050406030204" pitchFamily="18" charset="0"/>
                      </a:rPr>
                      <m:t>𝐴</m:t>
                    </m:r>
                    <m:r>
                      <a:rPr lang="en-US" sz="3000" i="1">
                        <a:latin typeface="Cambria Math" panose="02040503050406030204" pitchFamily="18" charset="0"/>
                      </a:rPr>
                      <m:t>→</m:t>
                    </m:r>
                    <m:r>
                      <a:rPr lang="en-US" sz="3000" b="0" i="1" smtClean="0">
                        <a:latin typeface="Cambria Math" panose="02040503050406030204" pitchFamily="18" charset="0"/>
                      </a:rPr>
                      <m:t>𝐶</m:t>
                    </m:r>
                  </m:oMath>
                </a14:m>
                <a:r>
                  <a:rPr lang="en-US" sz="3000" dirty="0"/>
                  <a:t>. Therefore, </a:t>
                </a:r>
                <a14:m>
                  <m:oMath xmlns:m="http://schemas.openxmlformats.org/officeDocument/2006/math">
                    <m:r>
                      <a:rPr lang="en-US" sz="3000" i="1">
                        <a:latin typeface="Cambria Math" panose="02040503050406030204" pitchFamily="18" charset="0"/>
                      </a:rPr>
                      <m:t>𝐴</m:t>
                    </m:r>
                    <m:r>
                      <a:rPr lang="en-US" sz="3000" i="1">
                        <a:latin typeface="Cambria Math" panose="02040503050406030204" pitchFamily="18" charset="0"/>
                      </a:rPr>
                      <m:t>=</m:t>
                    </m:r>
                    <m:r>
                      <a:rPr lang="en-US" sz="3000" b="0" i="1" smtClean="0">
                        <a:latin typeface="Cambria Math" panose="02040503050406030204" pitchFamily="18" charset="0"/>
                      </a:rPr>
                      <m:t>𝜙</m:t>
                    </m:r>
                    <m:r>
                      <a:rPr lang="en-US" sz="3000" i="1">
                        <a:latin typeface="Cambria Math" panose="02040503050406030204" pitchFamily="18" charset="0"/>
                      </a:rPr>
                      <m:t>;</m:t>
                    </m:r>
                    <m:r>
                      <a:rPr lang="en-US" sz="3000" i="1">
                        <a:latin typeface="Cambria Math" panose="02040503050406030204" pitchFamily="18" charset="0"/>
                      </a:rPr>
                      <m:t>𝐵</m:t>
                    </m:r>
                    <m:r>
                      <a:rPr lang="en-US" sz="3000" i="1">
                        <a:latin typeface="Cambria Math" panose="02040503050406030204" pitchFamily="18" charset="0"/>
                      </a:rPr>
                      <m:t>=1,2;</m:t>
                    </m:r>
                    <m:r>
                      <a:rPr lang="en-US" sz="3000" i="1">
                        <a:latin typeface="Cambria Math" panose="02040503050406030204" pitchFamily="18" charset="0"/>
                      </a:rPr>
                      <m:t>𝐶</m:t>
                    </m:r>
                    <m:r>
                      <a:rPr lang="en-US" sz="3000" i="1">
                        <a:latin typeface="Cambria Math" panose="02040503050406030204" pitchFamily="18" charset="0"/>
                      </a:rPr>
                      <m:t>=3</m:t>
                    </m:r>
                  </m:oMath>
                </a14:m>
                <a:endParaRPr lang="en-US" sz="3000" b="1" dirty="0"/>
              </a:p>
              <a:p>
                <a:pPr lvl="1">
                  <a:lnSpc>
                    <a:spcPct val="120000"/>
                  </a:lnSpc>
                  <a:buFont typeface="Wingdings" panose="05000000000000000000" pitchFamily="2" charset="2"/>
                  <a:buChar char="§"/>
                </a:pPr>
                <a:r>
                  <a:rPr lang="en-US" sz="3000" dirty="0"/>
                  <a:t>Move </a:t>
                </a:r>
                <a14:m>
                  <m:oMath xmlns:m="http://schemas.openxmlformats.org/officeDocument/2006/math">
                    <m:r>
                      <a:rPr lang="en-US" sz="3000" b="0" i="1" smtClean="0">
                        <a:latin typeface="Cambria Math" panose="02040503050406030204" pitchFamily="18" charset="0"/>
                      </a:rPr>
                      <m:t>1</m:t>
                    </m:r>
                    <m:r>
                      <a:rPr lang="en-US" sz="3000" i="1">
                        <a:latin typeface="Cambria Math" panose="02040503050406030204" pitchFamily="18" charset="0"/>
                      </a:rPr>
                      <m:t> </m:t>
                    </m:r>
                    <m:r>
                      <a:rPr lang="en-US" sz="3000" i="1">
                        <a:latin typeface="Cambria Math" panose="02040503050406030204" pitchFamily="18" charset="0"/>
                      </a:rPr>
                      <m:t>𝑓𝑟𝑜𝑚</m:t>
                    </m:r>
                    <m:r>
                      <a:rPr lang="en-US" sz="3000" i="1">
                        <a:latin typeface="Cambria Math" panose="02040503050406030204" pitchFamily="18" charset="0"/>
                      </a:rPr>
                      <m:t> </m:t>
                    </m:r>
                    <m:r>
                      <a:rPr lang="en-US" sz="3000" b="0" i="1" smtClean="0">
                        <a:latin typeface="Cambria Math" panose="02040503050406030204" pitchFamily="18" charset="0"/>
                      </a:rPr>
                      <m:t>𝐵</m:t>
                    </m:r>
                    <m:r>
                      <a:rPr lang="en-US" sz="3000" i="1">
                        <a:latin typeface="Cambria Math" panose="02040503050406030204" pitchFamily="18" charset="0"/>
                      </a:rPr>
                      <m:t>→</m:t>
                    </m:r>
                    <m:r>
                      <a:rPr lang="en-US" sz="3000" b="0" i="1" smtClean="0">
                        <a:latin typeface="Cambria Math" panose="02040503050406030204" pitchFamily="18" charset="0"/>
                      </a:rPr>
                      <m:t>𝐴</m:t>
                    </m:r>
                  </m:oMath>
                </a14:m>
                <a:r>
                  <a:rPr lang="en-US" sz="3000" dirty="0"/>
                  <a:t>. Therefore, </a:t>
                </a:r>
                <a14:m>
                  <m:oMath xmlns:m="http://schemas.openxmlformats.org/officeDocument/2006/math">
                    <m:r>
                      <a:rPr lang="en-US" sz="3000" i="1">
                        <a:latin typeface="Cambria Math" panose="02040503050406030204" pitchFamily="18" charset="0"/>
                      </a:rPr>
                      <m:t>𝐴</m:t>
                    </m:r>
                    <m:r>
                      <a:rPr lang="en-US" sz="3000" i="1">
                        <a:latin typeface="Cambria Math" panose="02040503050406030204" pitchFamily="18" charset="0"/>
                      </a:rPr>
                      <m:t>=1;</m:t>
                    </m:r>
                    <m:r>
                      <a:rPr lang="en-US" sz="3000" i="1">
                        <a:latin typeface="Cambria Math" panose="02040503050406030204" pitchFamily="18" charset="0"/>
                      </a:rPr>
                      <m:t>𝐵</m:t>
                    </m:r>
                    <m:r>
                      <a:rPr lang="en-US" sz="3000" i="1">
                        <a:latin typeface="Cambria Math" panose="02040503050406030204" pitchFamily="18" charset="0"/>
                      </a:rPr>
                      <m:t>=2;</m:t>
                    </m:r>
                    <m:r>
                      <a:rPr lang="en-US" sz="3000" i="1">
                        <a:latin typeface="Cambria Math" panose="02040503050406030204" pitchFamily="18" charset="0"/>
                      </a:rPr>
                      <m:t>𝐶</m:t>
                    </m:r>
                    <m:r>
                      <a:rPr lang="en-US" sz="3000" i="1">
                        <a:latin typeface="Cambria Math" panose="02040503050406030204" pitchFamily="18" charset="0"/>
                      </a:rPr>
                      <m:t>=3</m:t>
                    </m:r>
                  </m:oMath>
                </a14:m>
                <a:endParaRPr lang="en-US" sz="3000" b="1" dirty="0"/>
              </a:p>
              <a:p>
                <a:pPr lvl="1">
                  <a:lnSpc>
                    <a:spcPct val="120000"/>
                  </a:lnSpc>
                  <a:buFont typeface="Wingdings" panose="05000000000000000000" pitchFamily="2" charset="2"/>
                  <a:buChar char="§"/>
                </a:pPr>
                <a:r>
                  <a:rPr lang="en-US" sz="3000" dirty="0"/>
                  <a:t>Move </a:t>
                </a:r>
                <a14:m>
                  <m:oMath xmlns:m="http://schemas.openxmlformats.org/officeDocument/2006/math">
                    <m:r>
                      <a:rPr lang="en-US" sz="3000" b="0" i="1" smtClean="0">
                        <a:latin typeface="Cambria Math" panose="02040503050406030204" pitchFamily="18" charset="0"/>
                      </a:rPr>
                      <m:t>2</m:t>
                    </m:r>
                    <m:r>
                      <a:rPr lang="en-US" sz="3000" i="1">
                        <a:latin typeface="Cambria Math" panose="02040503050406030204" pitchFamily="18" charset="0"/>
                      </a:rPr>
                      <m:t> </m:t>
                    </m:r>
                    <m:r>
                      <a:rPr lang="en-US" sz="3000" i="1">
                        <a:latin typeface="Cambria Math" panose="02040503050406030204" pitchFamily="18" charset="0"/>
                      </a:rPr>
                      <m:t>𝑓𝑟𝑜𝑚</m:t>
                    </m:r>
                    <m:r>
                      <a:rPr lang="en-US" sz="3000" i="1">
                        <a:latin typeface="Cambria Math" panose="02040503050406030204" pitchFamily="18" charset="0"/>
                      </a:rPr>
                      <m:t> </m:t>
                    </m:r>
                    <m:r>
                      <a:rPr lang="en-US" sz="3000" b="0" i="1" smtClean="0">
                        <a:latin typeface="Cambria Math" panose="02040503050406030204" pitchFamily="18" charset="0"/>
                      </a:rPr>
                      <m:t>𝐵</m:t>
                    </m:r>
                    <m:r>
                      <a:rPr lang="en-US" sz="3000" i="1">
                        <a:latin typeface="Cambria Math" panose="02040503050406030204" pitchFamily="18" charset="0"/>
                      </a:rPr>
                      <m:t>→</m:t>
                    </m:r>
                    <m:r>
                      <a:rPr lang="en-US" sz="3000" i="1">
                        <a:latin typeface="Cambria Math" panose="02040503050406030204" pitchFamily="18" charset="0"/>
                      </a:rPr>
                      <m:t>𝐶</m:t>
                    </m:r>
                  </m:oMath>
                </a14:m>
                <a:r>
                  <a:rPr lang="en-US" sz="3000" dirty="0"/>
                  <a:t>. Therefore, </a:t>
                </a:r>
                <a14:m>
                  <m:oMath xmlns:m="http://schemas.openxmlformats.org/officeDocument/2006/math">
                    <m:r>
                      <a:rPr lang="en-US" sz="3000" i="1">
                        <a:latin typeface="Cambria Math" panose="02040503050406030204" pitchFamily="18" charset="0"/>
                      </a:rPr>
                      <m:t>𝐴</m:t>
                    </m:r>
                    <m:r>
                      <a:rPr lang="en-US" sz="3000" i="1">
                        <a:latin typeface="Cambria Math" panose="02040503050406030204" pitchFamily="18" charset="0"/>
                      </a:rPr>
                      <m:t>=1;</m:t>
                    </m:r>
                    <m:r>
                      <a:rPr lang="en-US" sz="3000" i="1">
                        <a:latin typeface="Cambria Math" panose="02040503050406030204" pitchFamily="18" charset="0"/>
                      </a:rPr>
                      <m:t>𝐵</m:t>
                    </m:r>
                    <m:r>
                      <a:rPr lang="en-US" sz="3000" i="1">
                        <a:latin typeface="Cambria Math" panose="02040503050406030204" pitchFamily="18" charset="0"/>
                      </a:rPr>
                      <m:t>=</m:t>
                    </m:r>
                    <m:r>
                      <a:rPr lang="en-US" sz="3000" b="0" i="1" smtClean="0">
                        <a:latin typeface="Cambria Math" panose="02040503050406030204" pitchFamily="18" charset="0"/>
                      </a:rPr>
                      <m:t>𝜙</m:t>
                    </m:r>
                    <m:r>
                      <a:rPr lang="en-US" sz="3000" i="1">
                        <a:latin typeface="Cambria Math" panose="02040503050406030204" pitchFamily="18" charset="0"/>
                      </a:rPr>
                      <m:t>;</m:t>
                    </m:r>
                    <m:r>
                      <a:rPr lang="en-US" sz="3000" i="1">
                        <a:latin typeface="Cambria Math" panose="02040503050406030204" pitchFamily="18" charset="0"/>
                      </a:rPr>
                      <m:t>𝐶</m:t>
                    </m:r>
                    <m:r>
                      <a:rPr lang="en-US" sz="3000" i="1">
                        <a:latin typeface="Cambria Math" panose="02040503050406030204" pitchFamily="18" charset="0"/>
                      </a:rPr>
                      <m:t>=2,3</m:t>
                    </m:r>
                  </m:oMath>
                </a14:m>
                <a:endParaRPr lang="en-US" sz="3000" b="1" dirty="0"/>
              </a:p>
              <a:p>
                <a:pPr lvl="1">
                  <a:lnSpc>
                    <a:spcPct val="120000"/>
                  </a:lnSpc>
                  <a:buFont typeface="Wingdings" panose="05000000000000000000" pitchFamily="2" charset="2"/>
                  <a:buChar char="§"/>
                </a:pPr>
                <a:r>
                  <a:rPr lang="en-US" sz="3000" dirty="0"/>
                  <a:t>Move </a:t>
                </a:r>
                <a14:m>
                  <m:oMath xmlns:m="http://schemas.openxmlformats.org/officeDocument/2006/math">
                    <m:r>
                      <a:rPr lang="en-US" sz="3000" b="0" i="1" smtClean="0">
                        <a:latin typeface="Cambria Math" panose="02040503050406030204" pitchFamily="18" charset="0"/>
                      </a:rPr>
                      <m:t>1</m:t>
                    </m:r>
                    <m:r>
                      <a:rPr lang="en-US" sz="3000" i="1">
                        <a:latin typeface="Cambria Math" panose="02040503050406030204" pitchFamily="18" charset="0"/>
                      </a:rPr>
                      <m:t> </m:t>
                    </m:r>
                    <m:r>
                      <a:rPr lang="en-US" sz="3000" i="1">
                        <a:latin typeface="Cambria Math" panose="02040503050406030204" pitchFamily="18" charset="0"/>
                      </a:rPr>
                      <m:t>𝑓𝑟𝑜𝑚</m:t>
                    </m:r>
                    <m:r>
                      <a:rPr lang="en-US" sz="3000" i="1">
                        <a:latin typeface="Cambria Math" panose="02040503050406030204" pitchFamily="18" charset="0"/>
                      </a:rPr>
                      <m:t> </m:t>
                    </m:r>
                    <m:r>
                      <a:rPr lang="en-US" sz="3000" b="0" i="1" smtClean="0">
                        <a:latin typeface="Cambria Math" panose="02040503050406030204" pitchFamily="18" charset="0"/>
                      </a:rPr>
                      <m:t>𝐴</m:t>
                    </m:r>
                    <m:r>
                      <a:rPr lang="en-US" sz="3000" i="1">
                        <a:latin typeface="Cambria Math" panose="02040503050406030204" pitchFamily="18" charset="0"/>
                      </a:rPr>
                      <m:t>→</m:t>
                    </m:r>
                    <m:r>
                      <a:rPr lang="en-US" sz="3000" i="1">
                        <a:latin typeface="Cambria Math" panose="02040503050406030204" pitchFamily="18" charset="0"/>
                      </a:rPr>
                      <m:t>𝐶</m:t>
                    </m:r>
                  </m:oMath>
                </a14:m>
                <a:r>
                  <a:rPr lang="en-US" sz="3000" dirty="0"/>
                  <a:t>. Therefore, </a:t>
                </a:r>
                <a14:m>
                  <m:oMath xmlns:m="http://schemas.openxmlformats.org/officeDocument/2006/math">
                    <m:r>
                      <a:rPr lang="en-US" sz="3000" i="1">
                        <a:latin typeface="Cambria Math" panose="02040503050406030204" pitchFamily="18" charset="0"/>
                      </a:rPr>
                      <m:t>𝐴</m:t>
                    </m:r>
                    <m:r>
                      <a:rPr lang="en-US" sz="3000" i="1">
                        <a:latin typeface="Cambria Math" panose="02040503050406030204" pitchFamily="18" charset="0"/>
                      </a:rPr>
                      <m:t>=</m:t>
                    </m:r>
                    <m:r>
                      <a:rPr lang="en-US" sz="3000" i="1">
                        <a:latin typeface="Cambria Math" panose="02040503050406030204" pitchFamily="18" charset="0"/>
                      </a:rPr>
                      <m:t>𝜙</m:t>
                    </m:r>
                    <m:r>
                      <a:rPr lang="en-US" sz="3000" i="1">
                        <a:latin typeface="Cambria Math" panose="02040503050406030204" pitchFamily="18" charset="0"/>
                      </a:rPr>
                      <m:t>;</m:t>
                    </m:r>
                    <m:r>
                      <a:rPr lang="en-US" sz="3000" i="1">
                        <a:latin typeface="Cambria Math" panose="02040503050406030204" pitchFamily="18" charset="0"/>
                      </a:rPr>
                      <m:t>𝐵</m:t>
                    </m:r>
                    <m:r>
                      <a:rPr lang="en-US" sz="3000" i="1">
                        <a:latin typeface="Cambria Math" panose="02040503050406030204" pitchFamily="18" charset="0"/>
                      </a:rPr>
                      <m:t>=</m:t>
                    </m:r>
                    <m:r>
                      <a:rPr lang="en-US" sz="3000" i="1">
                        <a:latin typeface="Cambria Math" panose="02040503050406030204" pitchFamily="18" charset="0"/>
                      </a:rPr>
                      <m:t>𝜙</m:t>
                    </m:r>
                    <m:r>
                      <a:rPr lang="en-US" sz="3000" i="1">
                        <a:latin typeface="Cambria Math" panose="02040503050406030204" pitchFamily="18" charset="0"/>
                      </a:rPr>
                      <m:t>;</m:t>
                    </m:r>
                    <m:r>
                      <a:rPr lang="en-US" sz="3000" i="1">
                        <a:latin typeface="Cambria Math" panose="02040503050406030204" pitchFamily="18" charset="0"/>
                      </a:rPr>
                      <m:t>𝐶</m:t>
                    </m:r>
                    <m:r>
                      <a:rPr lang="en-US" sz="3000" i="1">
                        <a:latin typeface="Cambria Math" panose="02040503050406030204" pitchFamily="18" charset="0"/>
                      </a:rPr>
                      <m:t>=1,2,3</m:t>
                    </m:r>
                  </m:oMath>
                </a14:m>
                <a:endParaRPr lang="en-US" sz="3000" b="1" dirty="0"/>
              </a:p>
              <a:p>
                <a:pPr>
                  <a:lnSpc>
                    <a:spcPct val="120000"/>
                  </a:lnSpc>
                  <a:buFont typeface="Wingdings" panose="05000000000000000000" pitchFamily="2" charset="2"/>
                  <a:buChar char="§"/>
                </a:pPr>
                <a:endParaRPr lang="en-US" sz="3200" b="1"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122" b="-1870"/>
                </a:stretch>
              </a:blipFill>
            </p:spPr>
            <p:txBody>
              <a:bodyPr/>
              <a:lstStyle/>
              <a:p>
                <a:r>
                  <a:rPr lang="en-US">
                    <a:noFill/>
                  </a:rPr>
                  <a:t> </a:t>
                </a:r>
              </a:p>
            </p:txBody>
          </p:sp>
        </mc:Fallback>
      </mc:AlternateContent>
    </p:spTree>
    <p:extLst>
      <p:ext uri="{BB962C8B-B14F-4D97-AF65-F5344CB8AC3E}">
        <p14:creationId xmlns:p14="http://schemas.microsoft.com/office/powerpoint/2010/main" val="345547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Initially, this looks like a complicated problem to solve, but it is actually much simpler if we use Recursion.</a:t>
                </a:r>
              </a:p>
              <a:p>
                <a:pPr>
                  <a:lnSpc>
                    <a:spcPct val="120000"/>
                  </a:lnSpc>
                  <a:buFont typeface="Wingdings" panose="05000000000000000000" pitchFamily="2" charset="2"/>
                  <a:buChar char="§"/>
                </a:pPr>
                <a:r>
                  <a:rPr lang="en-US" sz="3200" dirty="0"/>
                  <a:t>First, note that in order to move last cylinder </a:t>
                </a:r>
                <a14:m>
                  <m:oMath xmlns:m="http://schemas.openxmlformats.org/officeDocument/2006/math">
                    <m:r>
                      <a:rPr lang="en-US" sz="3200" b="0" i="0" smtClean="0">
                        <a:latin typeface="Cambria Math" panose="02040503050406030204" pitchFamily="18" charset="0"/>
                      </a:rPr>
                      <m:t>3 </m:t>
                    </m:r>
                    <m:r>
                      <a:rPr lang="en-US" sz="3200" b="0" i="1" smtClean="0">
                        <a:latin typeface="Cambria Math" panose="02040503050406030204" pitchFamily="18" charset="0"/>
                      </a:rPr>
                      <m:t>𝑓𝑟𝑜𝑚</m:t>
                    </m:r>
                    <m:r>
                      <a:rPr lang="en-US" sz="3200" b="0" i="1" smtClean="0">
                        <a:latin typeface="Cambria Math" panose="02040503050406030204" pitchFamily="18" charset="0"/>
                      </a:rPr>
                      <m:t> </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𝐶</m:t>
                    </m:r>
                  </m:oMath>
                </a14:m>
                <a:r>
                  <a:rPr lang="en-US" sz="3200" dirty="0"/>
                  <a:t>, we needed to move </a:t>
                </a:r>
                <a14:m>
                  <m:oMath xmlns:m="http://schemas.openxmlformats.org/officeDocument/2006/math">
                    <m:r>
                      <a:rPr lang="en-US" sz="3200" b="0" i="1" smtClean="0">
                        <a:latin typeface="Cambria Math" panose="02040503050406030204" pitchFamily="18" charset="0"/>
                      </a:rPr>
                      <m:t>1,2 </m:t>
                    </m:r>
                    <m:r>
                      <a:rPr lang="en-US" sz="3200" b="0" i="1" smtClean="0">
                        <a:latin typeface="Cambria Math" panose="02040503050406030204" pitchFamily="18" charset="0"/>
                      </a:rPr>
                      <m:t>𝑓𝑟𝑜𝑚</m:t>
                    </m:r>
                    <m:r>
                      <a:rPr lang="en-US" sz="3200" b="0" i="1" smtClean="0">
                        <a:latin typeface="Cambria Math" panose="02040503050406030204" pitchFamily="18" charset="0"/>
                      </a:rPr>
                      <m:t> </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𝐵</m:t>
                    </m:r>
                  </m:oMath>
                </a14:m>
                <a:r>
                  <a:rPr lang="en-US" sz="3200" dirty="0"/>
                  <a:t>.</a:t>
                </a:r>
              </a:p>
              <a:p>
                <a:pPr>
                  <a:lnSpc>
                    <a:spcPct val="120000"/>
                  </a:lnSpc>
                  <a:buFont typeface="Wingdings" panose="05000000000000000000" pitchFamily="2" charset="2"/>
                  <a:buChar char="§"/>
                </a:pPr>
                <a:r>
                  <a:rPr lang="en-US" sz="3200" dirty="0"/>
                  <a:t>Now, in order to move </a:t>
                </a:r>
                <a14:m>
                  <m:oMath xmlns:m="http://schemas.openxmlformats.org/officeDocument/2006/math">
                    <m:r>
                      <a:rPr lang="en-US" sz="3200" i="1">
                        <a:latin typeface="Cambria Math" panose="02040503050406030204" pitchFamily="18" charset="0"/>
                      </a:rPr>
                      <m:t>1,2 </m:t>
                    </m:r>
                    <m:r>
                      <a:rPr lang="en-US" sz="3200" i="1">
                        <a:latin typeface="Cambria Math" panose="02040503050406030204" pitchFamily="18" charset="0"/>
                      </a:rPr>
                      <m:t>𝑓𝑟𝑜𝑚</m:t>
                    </m:r>
                    <m:r>
                      <a:rPr lang="en-US" sz="3200" i="1">
                        <a:latin typeface="Cambria Math" panose="02040503050406030204" pitchFamily="18" charset="0"/>
                      </a:rPr>
                      <m:t> </m:t>
                    </m:r>
                    <m:r>
                      <a:rPr lang="en-US" sz="3200" i="1">
                        <a:latin typeface="Cambria Math" panose="02040503050406030204" pitchFamily="18" charset="0"/>
                      </a:rPr>
                      <m:t>𝐴</m:t>
                    </m:r>
                    <m:r>
                      <a:rPr lang="en-US" sz="3200" i="1">
                        <a:latin typeface="Cambria Math" panose="02040503050406030204" pitchFamily="18" charset="0"/>
                      </a:rPr>
                      <m:t>→</m:t>
                    </m:r>
                    <m:r>
                      <a:rPr lang="en-US" sz="3200" i="1">
                        <a:latin typeface="Cambria Math" panose="02040503050406030204" pitchFamily="18" charset="0"/>
                      </a:rPr>
                      <m:t>𝐵</m:t>
                    </m:r>
                  </m:oMath>
                </a14:m>
                <a:r>
                  <a:rPr lang="en-US" sz="3200" dirty="0"/>
                  <a:t>, we first needed to move </a:t>
                </a:r>
                <a14:m>
                  <m:oMath xmlns:m="http://schemas.openxmlformats.org/officeDocument/2006/math">
                    <m:r>
                      <a:rPr lang="en-US" sz="3200" b="0" i="1" smtClean="0">
                        <a:latin typeface="Cambria Math" panose="02040503050406030204" pitchFamily="18" charset="0"/>
                      </a:rPr>
                      <m:t>1 </m:t>
                    </m:r>
                    <m:r>
                      <a:rPr lang="en-US" sz="3200" b="0" i="1" smtClean="0">
                        <a:latin typeface="Cambria Math" panose="02040503050406030204" pitchFamily="18" charset="0"/>
                      </a:rPr>
                      <m:t>𝑓𝑟𝑜𝑚</m:t>
                    </m:r>
                    <m:r>
                      <a:rPr lang="en-US" sz="3200" b="0" i="1" smtClean="0">
                        <a:latin typeface="Cambria Math" panose="02040503050406030204" pitchFamily="18" charset="0"/>
                      </a:rPr>
                      <m:t> </m:t>
                    </m:r>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𝐶</m:t>
                    </m:r>
                  </m:oMath>
                </a14:m>
                <a:r>
                  <a:rPr lang="en-US" sz="3200" dirty="0"/>
                  <a:t>, then move </a:t>
                </a:r>
                <a14:m>
                  <m:oMath xmlns:m="http://schemas.openxmlformats.org/officeDocument/2006/math">
                    <m:r>
                      <a:rPr lang="en-US" sz="3200" i="1">
                        <a:latin typeface="Cambria Math" panose="02040503050406030204" pitchFamily="18" charset="0"/>
                      </a:rPr>
                      <m:t>2 </m:t>
                    </m:r>
                    <m:r>
                      <a:rPr lang="en-US" sz="3200" i="1">
                        <a:latin typeface="Cambria Math" panose="02040503050406030204" pitchFamily="18" charset="0"/>
                      </a:rPr>
                      <m:t>𝑓𝑟𝑜𝑚</m:t>
                    </m:r>
                    <m:r>
                      <a:rPr lang="en-US" sz="3200" i="1">
                        <a:latin typeface="Cambria Math" panose="02040503050406030204" pitchFamily="18" charset="0"/>
                      </a:rPr>
                      <m:t> </m:t>
                    </m:r>
                    <m:r>
                      <a:rPr lang="en-US" sz="3200" i="1">
                        <a:latin typeface="Cambria Math" panose="02040503050406030204" pitchFamily="18" charset="0"/>
                      </a:rPr>
                      <m:t>𝐴</m:t>
                    </m:r>
                    <m:r>
                      <a:rPr lang="en-US" sz="3200" i="1">
                        <a:latin typeface="Cambria Math" panose="02040503050406030204" pitchFamily="18" charset="0"/>
                      </a:rPr>
                      <m:t>→</m:t>
                    </m:r>
                    <m:r>
                      <a:rPr lang="en-US" sz="3200" i="1">
                        <a:latin typeface="Cambria Math" panose="02040503050406030204" pitchFamily="18" charset="0"/>
                      </a:rPr>
                      <m:t>𝐵</m:t>
                    </m:r>
                  </m:oMath>
                </a14:m>
                <a:r>
                  <a:rPr lang="en-US" sz="3200" dirty="0"/>
                  <a:t> and then </a:t>
                </a:r>
                <a14:m>
                  <m:oMath xmlns:m="http://schemas.openxmlformats.org/officeDocument/2006/math">
                    <m:r>
                      <a:rPr lang="en-US" sz="3200" i="1">
                        <a:latin typeface="Cambria Math" panose="02040503050406030204" pitchFamily="18" charset="0"/>
                      </a:rPr>
                      <m:t>1 </m:t>
                    </m:r>
                    <m:r>
                      <a:rPr lang="en-US" sz="3200" i="1">
                        <a:latin typeface="Cambria Math" panose="02040503050406030204" pitchFamily="18" charset="0"/>
                      </a:rPr>
                      <m:t>𝑓𝑟𝑜𝑚</m:t>
                    </m:r>
                    <m:r>
                      <a:rPr lang="en-US" sz="3200" i="1">
                        <a:latin typeface="Cambria Math" panose="02040503050406030204" pitchFamily="18" charset="0"/>
                      </a:rPr>
                      <m:t> </m:t>
                    </m:r>
                    <m:r>
                      <a:rPr lang="en-US" sz="3200" b="0" i="1" smtClean="0">
                        <a:latin typeface="Cambria Math" panose="02040503050406030204" pitchFamily="18" charset="0"/>
                      </a:rPr>
                      <m:t>𝐶</m:t>
                    </m:r>
                    <m:r>
                      <a:rPr lang="en-US" sz="3200" i="1">
                        <a:latin typeface="Cambria Math" panose="02040503050406030204" pitchFamily="18" charset="0"/>
                      </a:rPr>
                      <m:t>→</m:t>
                    </m:r>
                    <m:r>
                      <a:rPr lang="en-US" sz="3200" i="1">
                        <a:latin typeface="Cambria Math" panose="02040503050406030204" pitchFamily="18" charset="0"/>
                      </a:rPr>
                      <m:t>𝐵</m:t>
                    </m:r>
                  </m:oMath>
                </a14:m>
                <a:r>
                  <a:rPr lang="en-US" sz="3200" dirty="0"/>
                  <a:t>.</a:t>
                </a:r>
              </a:p>
              <a:p>
                <a:pPr>
                  <a:lnSpc>
                    <a:spcPct val="120000"/>
                  </a:lnSpc>
                  <a:buFont typeface="Wingdings" panose="05000000000000000000" pitchFamily="2" charset="2"/>
                  <a:buChar char="§"/>
                </a:pPr>
                <a:r>
                  <a:rPr lang="en-US" sz="3200" dirty="0"/>
                  <a:t>If we generalize this, we moved top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cylinders from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𝐵</m:t>
                    </m:r>
                  </m:oMath>
                </a14:m>
                <a:r>
                  <a:rPr lang="en-US" sz="3200" dirty="0"/>
                  <a:t>, then moved top cylinder from </a:t>
                </a:r>
                <a14:m>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r>
                      <a:rPr lang="en-US" sz="3200" b="0" i="1" smtClean="0">
                        <a:latin typeface="Cambria Math" panose="02040503050406030204" pitchFamily="18" charset="0"/>
                      </a:rPr>
                      <m:t>𝐶</m:t>
                    </m:r>
                  </m:oMath>
                </a14:m>
                <a:r>
                  <a:rPr lang="en-US" sz="3200" dirty="0"/>
                  <a:t> and moved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−1</m:t>
                    </m:r>
                  </m:oMath>
                </a14:m>
                <a:r>
                  <a:rPr lang="en-US" sz="3200" dirty="0"/>
                  <a:t> cylinders from </a:t>
                </a:r>
                <a14:m>
                  <m:oMath xmlns:m="http://schemas.openxmlformats.org/officeDocument/2006/math">
                    <m:r>
                      <a:rPr lang="en-US" sz="3200" b="0" i="1" smtClean="0">
                        <a:latin typeface="Cambria Math" panose="02040503050406030204" pitchFamily="18" charset="0"/>
                      </a:rPr>
                      <m:t>𝐵</m:t>
                    </m:r>
                    <m:r>
                      <a:rPr lang="en-US" sz="3200" b="0" i="1" smtClean="0">
                        <a:latin typeface="Cambria Math" panose="02040503050406030204" pitchFamily="18" charset="0"/>
                      </a:rPr>
                      <m:t>→</m:t>
                    </m:r>
                    <m:r>
                      <a:rPr lang="en-US" sz="3200" b="0" i="1" smtClean="0">
                        <a:latin typeface="Cambria Math" panose="02040503050406030204" pitchFamily="18" charset="0"/>
                      </a:rPr>
                      <m:t>𝐶</m:t>
                    </m:r>
                  </m:oMath>
                </a14:m>
                <a:r>
                  <a:rPr lang="en-US" sz="3200" dirty="0"/>
                  <a:t>.</a:t>
                </a:r>
              </a:p>
              <a:p>
                <a:pPr>
                  <a:lnSpc>
                    <a:spcPct val="120000"/>
                  </a:lnSpc>
                  <a:buFont typeface="Wingdings" panose="05000000000000000000" pitchFamily="2" charset="2"/>
                  <a:buChar char="§"/>
                </a:pPr>
                <a:r>
                  <a:rPr lang="en-US" sz="3200" dirty="0"/>
                  <a:t>This looks like a recursion, which can be broken down into 3 steps.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496" r="-675" b="-374"/>
                </a:stretch>
              </a:blipFill>
            </p:spPr>
            <p:txBody>
              <a:bodyPr/>
              <a:lstStyle/>
              <a:p>
                <a:r>
                  <a:rPr lang="en-US">
                    <a:noFill/>
                  </a:rPr>
                  <a:t> </a:t>
                </a:r>
              </a:p>
            </p:txBody>
          </p:sp>
        </mc:Fallback>
      </mc:AlternateContent>
    </p:spTree>
    <p:extLst>
      <p:ext uri="{BB962C8B-B14F-4D97-AF65-F5344CB8AC3E}">
        <p14:creationId xmlns:p14="http://schemas.microsoft.com/office/powerpoint/2010/main" val="270518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Step 1: </a:t>
                </a:r>
                <a14:m>
                  <m:oMath xmlns:m="http://schemas.openxmlformats.org/officeDocument/2006/math">
                    <m:r>
                      <a:rPr lang="en-US" sz="3200" b="0" i="1" smtClean="0">
                        <a:latin typeface="Cambria Math" panose="02040503050406030204" pitchFamily="18" charset="0"/>
                      </a:rPr>
                      <m:t>𝑆𝑜𝑙𝑣𝑒𝑇𝑜𝑤𝑒𝑟</m:t>
                    </m:r>
                    <m:r>
                      <a:rPr lang="en-US" sz="3200" b="0" i="1" smtClean="0">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−1, </m:t>
                    </m:r>
                    <m:r>
                      <a:rPr lang="en-US" sz="3200" b="0" i="1" smtClean="0">
                        <a:latin typeface="Cambria Math" panose="02040503050406030204" pitchFamily="18" charset="0"/>
                      </a:rPr>
                      <m:t>𝐴</m:t>
                    </m:r>
                    <m:r>
                      <a:rPr lang="en-US" sz="3200" b="0" i="1" smtClean="0">
                        <a:latin typeface="Cambria Math" panose="02040503050406030204" pitchFamily="18" charset="0"/>
                      </a:rPr>
                      <m:t>, </m:t>
                    </m:r>
                    <m:r>
                      <a:rPr lang="en-US" sz="3200" b="0" i="1" smtClean="0">
                        <a:latin typeface="Cambria Math" panose="02040503050406030204" pitchFamily="18" charset="0"/>
                      </a:rPr>
                      <m:t>𝐶</m:t>
                    </m:r>
                    <m:r>
                      <a:rPr lang="en-US" sz="3200" b="0" i="1" smtClean="0">
                        <a:latin typeface="Cambria Math" panose="02040503050406030204" pitchFamily="18" charset="0"/>
                      </a:rPr>
                      <m:t>, </m:t>
                    </m:r>
                    <m:r>
                      <a:rPr lang="en-US" sz="3200" b="0" i="1" smtClean="0">
                        <a:latin typeface="Cambria Math" panose="02040503050406030204" pitchFamily="18" charset="0"/>
                      </a:rPr>
                      <m:t>𝐵</m:t>
                    </m:r>
                    <m:r>
                      <a:rPr lang="en-US" sz="3200" b="0" i="1" smtClean="0">
                        <a:latin typeface="Cambria Math" panose="02040503050406030204" pitchFamily="18" charset="0"/>
                      </a:rPr>
                      <m:t>)</m:t>
                    </m:r>
                  </m:oMath>
                </a14:m>
                <a:endParaRPr lang="en-US" sz="3200" dirty="0"/>
              </a:p>
              <a:p>
                <a:pPr lvl="1">
                  <a:lnSpc>
                    <a:spcPct val="120000"/>
                  </a:lnSpc>
                  <a:buFont typeface="Wingdings" panose="05000000000000000000" pitchFamily="2" charset="2"/>
                  <a:buChar char="§"/>
                </a:pPr>
                <a:r>
                  <a:rPr lang="en-US" sz="3000" dirty="0"/>
                  <a:t>Total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r>
                  <a:rPr lang="en-US" sz="3000" dirty="0"/>
                  <a:t> cylinders will be moved from </a:t>
                </a:r>
                <a14:m>
                  <m:oMath xmlns:m="http://schemas.openxmlformats.org/officeDocument/2006/math">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𝐵</m:t>
                    </m:r>
                  </m:oMath>
                </a14:m>
                <a:endParaRPr lang="en-US" sz="3000" dirty="0"/>
              </a:p>
              <a:p>
                <a:pPr>
                  <a:lnSpc>
                    <a:spcPct val="120000"/>
                  </a:lnSpc>
                  <a:buFont typeface="Wingdings" panose="05000000000000000000" pitchFamily="2" charset="2"/>
                  <a:buChar char="§"/>
                </a:pPr>
                <a:r>
                  <a:rPr lang="en-US" sz="3200" dirty="0"/>
                  <a:t>Step 2: </a:t>
                </a:r>
                <a14:m>
                  <m:oMath xmlns:m="http://schemas.openxmlformats.org/officeDocument/2006/math">
                    <m:r>
                      <a:rPr lang="en-US" sz="3200" i="1">
                        <a:latin typeface="Cambria Math" panose="02040503050406030204" pitchFamily="18" charset="0"/>
                      </a:rPr>
                      <m:t>𝑆𝑜𝑙𝑣𝑒𝑇𝑜𝑤𝑒𝑟</m:t>
                    </m:r>
                    <m:r>
                      <a:rPr lang="en-US" sz="3200" i="1">
                        <a:latin typeface="Cambria Math" panose="02040503050406030204" pitchFamily="18" charset="0"/>
                      </a:rPr>
                      <m:t>(1, </m:t>
                    </m:r>
                    <m:r>
                      <a:rPr lang="en-US" sz="3200" i="1">
                        <a:latin typeface="Cambria Math" panose="02040503050406030204" pitchFamily="18" charset="0"/>
                      </a:rPr>
                      <m:t>𝑠𝑜𝑢𝑟𝑐𝑒</m:t>
                    </m:r>
                    <m:r>
                      <a:rPr lang="en-US" sz="3200" b="0" i="1" smtClean="0">
                        <a:latin typeface="Cambria Math" panose="02040503050406030204" pitchFamily="18" charset="0"/>
                      </a:rPr>
                      <m:t>,</m:t>
                    </m:r>
                    <m:r>
                      <a:rPr lang="en-US" sz="3200" i="1">
                        <a:latin typeface="Cambria Math" panose="02040503050406030204" pitchFamily="18" charset="0"/>
                      </a:rPr>
                      <m:t>𝑎𝑢𝑥𝑖𝑙𝑖𝑎𝑟𝑦</m:t>
                    </m:r>
                    <m:r>
                      <a:rPr lang="en-US" sz="3200" i="1">
                        <a:latin typeface="Cambria Math" panose="02040503050406030204" pitchFamily="18" charset="0"/>
                      </a:rPr>
                      <m:t>, </m:t>
                    </m:r>
                    <m:r>
                      <a:rPr lang="en-US" sz="3200" i="1">
                        <a:latin typeface="Cambria Math" panose="02040503050406030204" pitchFamily="18" charset="0"/>
                      </a:rPr>
                      <m:t>𝑡𝑎𝑟𝑔𝑒𝑡</m:t>
                    </m:r>
                    <m:r>
                      <a:rPr lang="en-US" sz="3200" i="1">
                        <a:latin typeface="Cambria Math" panose="02040503050406030204" pitchFamily="18" charset="0"/>
                      </a:rPr>
                      <m:t>)</m:t>
                    </m:r>
                  </m:oMath>
                </a14:m>
                <a:endParaRPr lang="en-US" sz="3200" dirty="0"/>
              </a:p>
              <a:p>
                <a:pPr lvl="1">
                  <a:lnSpc>
                    <a:spcPct val="120000"/>
                  </a:lnSpc>
                  <a:buFont typeface="Wingdings" panose="05000000000000000000" pitchFamily="2" charset="2"/>
                  <a:buChar char="§"/>
                </a:pPr>
                <a:r>
                  <a:rPr lang="en-US" sz="3000" dirty="0"/>
                  <a:t>Only one cylinder will be moved from </a:t>
                </a:r>
                <a14:m>
                  <m:oMath xmlns:m="http://schemas.openxmlformats.org/officeDocument/2006/math">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𝐶</m:t>
                    </m:r>
                  </m:oMath>
                </a14:m>
                <a:endParaRPr lang="en-US" sz="3000" dirty="0"/>
              </a:p>
              <a:p>
                <a:pPr>
                  <a:lnSpc>
                    <a:spcPct val="120000"/>
                  </a:lnSpc>
                  <a:buFont typeface="Wingdings" panose="05000000000000000000" pitchFamily="2" charset="2"/>
                  <a:buChar char="§"/>
                </a:pPr>
                <a:r>
                  <a:rPr lang="en-US" sz="3200" dirty="0"/>
                  <a:t>Step 3: </a:t>
                </a:r>
                <a14:m>
                  <m:oMath xmlns:m="http://schemas.openxmlformats.org/officeDocument/2006/math">
                    <m:r>
                      <a:rPr lang="en-US" sz="3200" i="1">
                        <a:latin typeface="Cambria Math" panose="02040503050406030204" pitchFamily="18" charset="0"/>
                      </a:rPr>
                      <m:t>𝑆𝑜𝑙𝑣𝑒𝑇𝑜𝑤𝑒𝑟</m:t>
                    </m:r>
                    <m:r>
                      <a:rPr lang="en-US" sz="3200" i="1">
                        <a:latin typeface="Cambria Math" panose="02040503050406030204" pitchFamily="18" charset="0"/>
                      </a:rPr>
                      <m:t>(</m:t>
                    </m:r>
                    <m:r>
                      <a:rPr lang="en-US" sz="3200" b="0" i="1" smtClean="0">
                        <a:latin typeface="Cambria Math" panose="02040503050406030204" pitchFamily="18" charset="0"/>
                      </a:rPr>
                      <m:t>𝑛</m:t>
                    </m:r>
                    <m:r>
                      <a:rPr lang="en-US" sz="3200" b="0" i="1" smtClean="0">
                        <a:latin typeface="Cambria Math" panose="02040503050406030204" pitchFamily="18" charset="0"/>
                      </a:rPr>
                      <m:t>−1, </m:t>
                    </m:r>
                    <m:r>
                      <a:rPr lang="en-US" sz="3200" b="0" i="1" smtClean="0">
                        <a:latin typeface="Cambria Math" panose="02040503050406030204" pitchFamily="18" charset="0"/>
                      </a:rPr>
                      <m:t>𝑎𝑢𝑥𝑖𝑙𝑖𝑎𝑟𝑦</m:t>
                    </m:r>
                    <m:r>
                      <a:rPr lang="en-US" sz="3200" i="1">
                        <a:latin typeface="Cambria Math" panose="02040503050406030204" pitchFamily="18" charset="0"/>
                      </a:rPr>
                      <m:t>,</m:t>
                    </m:r>
                    <m:r>
                      <a:rPr lang="en-US" sz="3200" b="0" i="1" smtClean="0">
                        <a:latin typeface="Cambria Math" panose="02040503050406030204" pitchFamily="18" charset="0"/>
                      </a:rPr>
                      <m:t>𝑠𝑜𝑢𝑟𝑐𝑒</m:t>
                    </m:r>
                    <m:r>
                      <a:rPr lang="en-US" sz="3200" i="1">
                        <a:latin typeface="Cambria Math" panose="02040503050406030204" pitchFamily="18" charset="0"/>
                      </a:rPr>
                      <m:t>, </m:t>
                    </m:r>
                    <m:r>
                      <a:rPr lang="en-US" sz="3200" i="1">
                        <a:latin typeface="Cambria Math" panose="02040503050406030204" pitchFamily="18" charset="0"/>
                      </a:rPr>
                      <m:t>𝑡𝑎𝑟𝑔𝑒𝑡</m:t>
                    </m:r>
                    <m:r>
                      <a:rPr lang="en-US" sz="3200" i="1">
                        <a:latin typeface="Cambria Math" panose="02040503050406030204" pitchFamily="18" charset="0"/>
                      </a:rPr>
                      <m:t>)</m:t>
                    </m:r>
                  </m:oMath>
                </a14:m>
                <a:endParaRPr lang="en-US" sz="3200" dirty="0"/>
              </a:p>
              <a:p>
                <a:pPr lvl="1">
                  <a:lnSpc>
                    <a:spcPct val="120000"/>
                  </a:lnSpc>
                  <a:buFont typeface="Wingdings" panose="05000000000000000000" pitchFamily="2" charset="2"/>
                  <a:buChar char="§"/>
                </a:pPr>
                <a:r>
                  <a:rPr lang="en-US" sz="3000" dirty="0"/>
                  <a:t>Total </a:t>
                </a: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−1</m:t>
                    </m:r>
                  </m:oMath>
                </a14:m>
                <a:r>
                  <a:rPr lang="en-US" sz="3000" dirty="0"/>
                  <a:t> cylinders will be moved from </a:t>
                </a:r>
                <a14:m>
                  <m:oMath xmlns:m="http://schemas.openxmlformats.org/officeDocument/2006/math">
                    <m:r>
                      <a:rPr lang="en-US" sz="3000" b="0" i="1" smtClean="0">
                        <a:latin typeface="Cambria Math" panose="02040503050406030204" pitchFamily="18" charset="0"/>
                      </a:rPr>
                      <m:t>𝐵</m:t>
                    </m:r>
                    <m:r>
                      <a:rPr lang="en-US" sz="3000" i="1">
                        <a:latin typeface="Cambria Math" panose="02040503050406030204" pitchFamily="18" charset="0"/>
                      </a:rPr>
                      <m:t>→</m:t>
                    </m:r>
                    <m:r>
                      <a:rPr lang="en-US" sz="3000" b="0" i="1" smtClean="0">
                        <a:latin typeface="Cambria Math" panose="02040503050406030204" pitchFamily="18" charset="0"/>
                      </a:rPr>
                      <m:t>𝐶</m:t>
                    </m:r>
                  </m:oMath>
                </a14:m>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374"/>
                </a:stretch>
              </a:blipFill>
            </p:spPr>
            <p:txBody>
              <a:bodyPr/>
              <a:lstStyle/>
              <a:p>
                <a:r>
                  <a:rPr lang="en-US">
                    <a:noFill/>
                  </a:rPr>
                  <a:t> </a:t>
                </a:r>
              </a:p>
            </p:txBody>
          </p:sp>
        </mc:Fallback>
      </mc:AlternateContent>
    </p:spTree>
    <p:extLst>
      <p:ext uri="{BB962C8B-B14F-4D97-AF65-F5344CB8AC3E}">
        <p14:creationId xmlns:p14="http://schemas.microsoft.com/office/powerpoint/2010/main" val="19598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 can now break the problem into subproblems until we only have a single cylinder to move.</a:t>
                </a:r>
              </a:p>
              <a:p>
                <a:pPr>
                  <a:lnSpc>
                    <a:spcPct val="120000"/>
                  </a:lnSpc>
                  <a:buFont typeface="Wingdings" panose="05000000000000000000" pitchFamily="2" charset="2"/>
                  <a:buChar char="§"/>
                </a:pPr>
                <a:r>
                  <a:rPr lang="en-US" sz="3200" dirty="0"/>
                  <a:t>When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=2</m:t>
                    </m:r>
                  </m:oMath>
                </a14:m>
                <a:r>
                  <a:rPr lang="en-US" sz="3000" dirty="0"/>
                  <a:t>, then the problem will be partitioned into 3 subproblems as given.</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2282" t="-374"/>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C81BC664-E37E-13F8-234B-D249AAD10D5C}"/>
              </a:ext>
            </a:extLst>
          </p:cNvPr>
          <p:cNvGraphicFramePr/>
          <p:nvPr>
            <p:extLst>
              <p:ext uri="{D42A27DB-BD31-4B8C-83A1-F6EECF244321}">
                <p14:modId xmlns:p14="http://schemas.microsoft.com/office/powerpoint/2010/main" val="2209612950"/>
              </p:ext>
            </p:extLst>
          </p:nvPr>
        </p:nvGraphicFramePr>
        <p:xfrm>
          <a:off x="6096000" y="1532587"/>
          <a:ext cx="5875615" cy="488787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5018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51231" cy="166278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When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=3</m:t>
                    </m:r>
                  </m:oMath>
                </a14:m>
                <a:r>
                  <a:rPr lang="en-US" sz="3000" dirty="0"/>
                  <a:t>, the problem will be partitioned into 3 subproblems of 3 subproblems each.</a:t>
                </a:r>
              </a:p>
              <a:p>
                <a:pPr>
                  <a:lnSpc>
                    <a:spcPct val="120000"/>
                  </a:lnSpc>
                  <a:buFont typeface="Wingdings" panose="05000000000000000000" pitchFamily="2" charset="2"/>
                  <a:buChar char="§"/>
                </a:pPr>
                <a:r>
                  <a:rPr lang="en-US" sz="3000" dirty="0"/>
                  <a:t>The Pseudocode is now fairly straightforward.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7"/>
                <a:ext cx="11751231" cy="1662788"/>
              </a:xfrm>
              <a:prstGeom prst="rect">
                <a:avLst/>
              </a:prstGeom>
              <a:blipFill>
                <a:blip r:embed="rId3"/>
                <a:stretch>
                  <a:fillRect l="-1037" t="-3297" b="-8791"/>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C81BC664-E37E-13F8-234B-D249AAD10D5C}"/>
              </a:ext>
            </a:extLst>
          </p:cNvPr>
          <p:cNvGraphicFramePr/>
          <p:nvPr>
            <p:extLst>
              <p:ext uri="{D42A27DB-BD31-4B8C-83A1-F6EECF244321}">
                <p14:modId xmlns:p14="http://schemas.microsoft.com/office/powerpoint/2010/main" val="4289489104"/>
              </p:ext>
            </p:extLst>
          </p:nvPr>
        </p:nvGraphicFramePr>
        <p:xfrm>
          <a:off x="220384" y="3195375"/>
          <a:ext cx="11751232" cy="32250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5169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Tower of Hanoi Problem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SOLVE_TOWER</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n, A, B, C) moves ‘n’ cylinders from post A to C using B as auxiliary post.</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m:t>
                    </m:r>
                    <m:r>
                      <a:rPr lang="en-US" sz="2400" i="1">
                        <a:latin typeface="Cambria Math" panose="02040503050406030204" pitchFamily="18" charset="0"/>
                        <a:ea typeface="Cascadia Code" panose="020B0609020000020004" pitchFamily="49" charset="0"/>
                        <a:cs typeface="Cascadia Code" panose="020B0609020000020004" pitchFamily="49" charset="0"/>
                      </a:rPr>
                      <m:t>=1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r>
                  <a:rPr lang="en-US" sz="2400" dirty="0">
                    <a:latin typeface="Cambria Math" panose="02040503050406030204" pitchFamily="18" charset="0"/>
                    <a:ea typeface="Cascadia Code" panose="020B0609020000020004" pitchFamily="49" charset="0"/>
                    <a:cs typeface="Cascadia Code" panose="020B0609020000020004" pitchFamily="49" charset="0"/>
                  </a:rPr>
                  <a:t>	(The first number in series is 0)</a:t>
                </a:r>
              </a:p>
              <a:p>
                <a:pPr marL="914400" lvl="1" indent="-457200">
                  <a:lnSpc>
                    <a:spcPct val="100000"/>
                  </a:lnSpc>
                  <a:buAutoNum type="arabi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𝑡𝑜</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𝐶</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𝑆𝑂𝐿𝑉𝐸</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_</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𝑇𝑂𝑊𝐸𝑅</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−1,</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𝐵</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rabi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𝐴</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𝑡𝑜</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𝐶</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rabi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𝑆𝑂𝐿𝑉𝐸</m:t>
                    </m:r>
                    <m:r>
                      <a:rPr lang="en-US" sz="2200" i="1" dirty="0">
                        <a:latin typeface="Cambria Math" panose="02040503050406030204" pitchFamily="18" charset="0"/>
                        <a:ea typeface="Cascadia Code" panose="020B0609020000020004" pitchFamily="49" charset="0"/>
                        <a:cs typeface="Cascadia Code" panose="020B0609020000020004" pitchFamily="49" charset="0"/>
                      </a:rPr>
                      <m:t>_</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𝑇𝑂𝑊𝐸𝑅</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𝑛</m:t>
                    </m:r>
                    <m:r>
                      <a:rPr lang="en-US" sz="2200" i="1" dirty="0">
                        <a:latin typeface="Cambria Math" panose="02040503050406030204" pitchFamily="18" charset="0"/>
                        <a:ea typeface="Cascadia Code" panose="020B0609020000020004" pitchFamily="49" charset="0"/>
                        <a:cs typeface="Cascadia Code" panose="020B0609020000020004" pitchFamily="49" charset="0"/>
                      </a:rPr>
                      <m:t>−1,</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𝐵</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𝐶</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a:stretch>
              </a:blipFill>
            </p:spPr>
            <p:txBody>
              <a:bodyPr/>
              <a:lstStyle/>
              <a:p>
                <a:r>
                  <a:rPr lang="LID4096">
                    <a:noFill/>
                  </a:rPr>
                  <a:t> </a:t>
                </a:r>
              </a:p>
            </p:txBody>
          </p:sp>
        </mc:Fallback>
      </mc:AlternateContent>
    </p:spTree>
    <p:extLst>
      <p:ext uri="{BB962C8B-B14F-4D97-AF65-F5344CB8AC3E}">
        <p14:creationId xmlns:p14="http://schemas.microsoft.com/office/powerpoint/2010/main" val="163866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2a</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139258E0-5641-0C6F-945C-B23D44BC5D3E}"/>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You’ve learned about Fibonacci series and how it is reflected in the nature around us. In this assignment, you’ll observe how our own bodies follow the same phenomenon.</a:t>
            </a:r>
          </a:p>
          <a:p>
            <a:pPr>
              <a:lnSpc>
                <a:spcPct val="120000"/>
              </a:lnSpc>
              <a:buFont typeface="Wingdings" panose="05000000000000000000" pitchFamily="2" charset="2"/>
              <a:buChar char="§"/>
            </a:pPr>
            <a:r>
              <a:rPr lang="en-US" sz="3200" dirty="0"/>
              <a:t>Your task is to measure the lengths of different organs and note them down in a series. Start with the mid finger. Measure the length from tip to the first joint, then measure from tip to second joint, then from tip to knuckle bone, then to the wrist, to elbow and all the way down to toes.</a:t>
            </a:r>
          </a:p>
          <a:p>
            <a:pPr>
              <a:lnSpc>
                <a:spcPct val="120000"/>
              </a:lnSpc>
              <a:buFont typeface="Wingdings" panose="05000000000000000000" pitchFamily="2" charset="2"/>
              <a:buChar char="§"/>
            </a:pPr>
            <a:r>
              <a:rPr lang="en-US" sz="3200" dirty="0"/>
              <a:t>This series should be an approximate representation of Fibonacci numbers.</a:t>
            </a:r>
          </a:p>
          <a:p>
            <a:pPr>
              <a:lnSpc>
                <a:spcPct val="120000"/>
              </a:lnSpc>
              <a:buFont typeface="Wingdings" panose="05000000000000000000" pitchFamily="2" charset="2"/>
              <a:buChar char="§"/>
            </a:pPr>
            <a:r>
              <a:rPr lang="en-US" sz="3200" dirty="0"/>
              <a:t>Calculate the average golden ratio for this series.</a:t>
            </a:r>
          </a:p>
        </p:txBody>
      </p:sp>
    </p:spTree>
    <p:extLst>
      <p:ext uri="{BB962C8B-B14F-4D97-AF65-F5344CB8AC3E}">
        <p14:creationId xmlns:p14="http://schemas.microsoft.com/office/powerpoint/2010/main" val="108212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2b</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39258E0-5641-0C6F-945C-B23D44BC5D3E}"/>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Dry run the Tower of Hanoi algorithm for </a:t>
                </a:r>
                <a14:m>
                  <m:oMath xmlns:m="http://schemas.openxmlformats.org/officeDocument/2006/math">
                    <m:r>
                      <a:rPr lang="en-US" sz="3200" b="0" i="1" smtClean="0">
                        <a:latin typeface="Cambria Math" panose="02040503050406030204" pitchFamily="18" charset="0"/>
                      </a:rPr>
                      <m:t>𝐻</m:t>
                    </m:r>
                    <m:r>
                      <a:rPr lang="en-US" sz="3200" b="0" i="1" smtClean="0">
                        <a:latin typeface="Cambria Math" panose="02040503050406030204" pitchFamily="18" charset="0"/>
                      </a:rPr>
                      <m:t>(4)</m:t>
                    </m:r>
                  </m:oMath>
                </a14:m>
                <a:r>
                  <a:rPr lang="en-US" sz="3200" dirty="0"/>
                  <a:t> using any standard method.</a:t>
                </a:r>
              </a:p>
              <a:p>
                <a:pPr>
                  <a:lnSpc>
                    <a:spcPct val="120000"/>
                  </a:lnSpc>
                  <a:buFont typeface="Wingdings" panose="05000000000000000000" pitchFamily="2" charset="2"/>
                  <a:buChar char="§"/>
                </a:pPr>
                <a:r>
                  <a:rPr lang="en-US" sz="3200" dirty="0"/>
                  <a:t>Find out the Time complexity and upper bound of the algorithm SOLVE_TOWER given in Slide # 31.</a:t>
                </a:r>
              </a:p>
            </p:txBody>
          </p:sp>
        </mc:Choice>
        <mc:Fallback xmlns="">
          <p:sp>
            <p:nvSpPr>
              <p:cNvPr id="4" name="Content Placeholder 2">
                <a:extLst>
                  <a:ext uri="{FF2B5EF4-FFF2-40B4-BE49-F238E27FC236}">
                    <a16:creationId xmlns:a16="http://schemas.microsoft.com/office/drawing/2014/main" id="{139258E0-5641-0C6F-945C-B23D44BC5D3E}"/>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374"/>
                </a:stretch>
              </a:blipFill>
            </p:spPr>
            <p:txBody>
              <a:bodyPr/>
              <a:lstStyle/>
              <a:p>
                <a:r>
                  <a:rPr lang="en-US">
                    <a:noFill/>
                  </a:rPr>
                  <a:t> </a:t>
                </a:r>
              </a:p>
            </p:txBody>
          </p:sp>
        </mc:Fallback>
      </mc:AlternateContent>
    </p:spTree>
    <p:extLst>
      <p:ext uri="{BB962C8B-B14F-4D97-AF65-F5344CB8AC3E}">
        <p14:creationId xmlns:p14="http://schemas.microsoft.com/office/powerpoint/2010/main" val="2417891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2b</a:t>
            </a:r>
          </a:p>
        </p:txBody>
      </p:sp>
      <p:graphicFrame>
        <p:nvGraphicFramePr>
          <p:cNvPr id="5" name="Diagram 4">
            <a:extLst>
              <a:ext uri="{FF2B5EF4-FFF2-40B4-BE49-F238E27FC236}">
                <a16:creationId xmlns:a16="http://schemas.microsoft.com/office/drawing/2014/main" id="{AD9398BB-6895-3CF2-1715-C26530213ED8}"/>
              </a:ext>
            </a:extLst>
          </p:cNvPr>
          <p:cNvGraphicFramePr/>
          <p:nvPr>
            <p:extLst>
              <p:ext uri="{D42A27DB-BD31-4B8C-83A1-F6EECF244321}">
                <p14:modId xmlns:p14="http://schemas.microsoft.com/office/powerpoint/2010/main" val="3275673989"/>
              </p:ext>
            </p:extLst>
          </p:nvPr>
        </p:nvGraphicFramePr>
        <p:xfrm>
          <a:off x="227012" y="1293817"/>
          <a:ext cx="5868988" cy="5564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reeform: Shape 7">
            <a:extLst>
              <a:ext uri="{FF2B5EF4-FFF2-40B4-BE49-F238E27FC236}">
                <a16:creationId xmlns:a16="http://schemas.microsoft.com/office/drawing/2014/main" id="{AA007D27-374B-6D91-9CB5-E7FD2CB2F958}"/>
              </a:ext>
            </a:extLst>
          </p:cNvPr>
          <p:cNvSpPr/>
          <p:nvPr/>
        </p:nvSpPr>
        <p:spPr>
          <a:xfrm>
            <a:off x="8216630" y="2014121"/>
            <a:ext cx="1627727" cy="1085151"/>
          </a:xfrm>
          <a:custGeom>
            <a:avLst/>
            <a:gdLst>
              <a:gd name="connsiteX0" fmla="*/ 0 w 1627727"/>
              <a:gd name="connsiteY0" fmla="*/ 108515 h 1085151"/>
              <a:gd name="connsiteX1" fmla="*/ 108515 w 1627727"/>
              <a:gd name="connsiteY1" fmla="*/ 0 h 1085151"/>
              <a:gd name="connsiteX2" fmla="*/ 1519212 w 1627727"/>
              <a:gd name="connsiteY2" fmla="*/ 0 h 1085151"/>
              <a:gd name="connsiteX3" fmla="*/ 1627727 w 1627727"/>
              <a:gd name="connsiteY3" fmla="*/ 108515 h 1085151"/>
              <a:gd name="connsiteX4" fmla="*/ 1627727 w 1627727"/>
              <a:gd name="connsiteY4" fmla="*/ 976636 h 1085151"/>
              <a:gd name="connsiteX5" fmla="*/ 1519212 w 1627727"/>
              <a:gd name="connsiteY5" fmla="*/ 1085151 h 1085151"/>
              <a:gd name="connsiteX6" fmla="*/ 108515 w 1627727"/>
              <a:gd name="connsiteY6" fmla="*/ 1085151 h 1085151"/>
              <a:gd name="connsiteX7" fmla="*/ 0 w 1627727"/>
              <a:gd name="connsiteY7" fmla="*/ 976636 h 1085151"/>
              <a:gd name="connsiteX8" fmla="*/ 0 w 1627727"/>
              <a:gd name="connsiteY8" fmla="*/ 108515 h 108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7727" h="1085151">
                <a:moveTo>
                  <a:pt x="0" y="108515"/>
                </a:moveTo>
                <a:cubicBezTo>
                  <a:pt x="0" y="48584"/>
                  <a:pt x="48584" y="0"/>
                  <a:pt x="108515" y="0"/>
                </a:cubicBezTo>
                <a:lnTo>
                  <a:pt x="1519212" y="0"/>
                </a:lnTo>
                <a:cubicBezTo>
                  <a:pt x="1579143" y="0"/>
                  <a:pt x="1627727" y="48584"/>
                  <a:pt x="1627727" y="108515"/>
                </a:cubicBezTo>
                <a:lnTo>
                  <a:pt x="1627727" y="976636"/>
                </a:lnTo>
                <a:cubicBezTo>
                  <a:pt x="1627727" y="1036567"/>
                  <a:pt x="1579143" y="1085151"/>
                  <a:pt x="1519212" y="1085151"/>
                </a:cubicBezTo>
                <a:lnTo>
                  <a:pt x="108515" y="1085151"/>
                </a:lnTo>
                <a:cubicBezTo>
                  <a:pt x="48584" y="1085151"/>
                  <a:pt x="0" y="1036567"/>
                  <a:pt x="0" y="976636"/>
                </a:cubicBezTo>
                <a:lnTo>
                  <a:pt x="0" y="108515"/>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0853" tIns="210853" rIns="210853" bIns="210853" numCol="1" spcCol="1270" anchor="ctr" anchorCtr="0">
            <a:noAutofit/>
          </a:bodyPr>
          <a:lstStyle/>
          <a:p>
            <a:pPr marL="0" lvl="0" indent="0" algn="ctr" defTabSz="2089150">
              <a:lnSpc>
                <a:spcPct val="90000"/>
              </a:lnSpc>
              <a:spcBef>
                <a:spcPct val="0"/>
              </a:spcBef>
              <a:spcAft>
                <a:spcPct val="35000"/>
              </a:spcAft>
              <a:buNone/>
            </a:pPr>
            <a:r>
              <a:rPr lang="en-US" sz="4700" kern="1200" dirty="0"/>
              <a:t>H(2)</a:t>
            </a:r>
            <a:endParaRPr lang="LID4096" sz="4700" kern="1200" dirty="0"/>
          </a:p>
        </p:txBody>
      </p:sp>
      <p:sp>
        <p:nvSpPr>
          <p:cNvPr id="9" name="Freeform: Shape 8">
            <a:extLst>
              <a:ext uri="{FF2B5EF4-FFF2-40B4-BE49-F238E27FC236}">
                <a16:creationId xmlns:a16="http://schemas.microsoft.com/office/drawing/2014/main" id="{2F5A9067-6AA5-9F35-0CA6-68EB3FA1595E}"/>
              </a:ext>
            </a:extLst>
          </p:cNvPr>
          <p:cNvSpPr/>
          <p:nvPr/>
        </p:nvSpPr>
        <p:spPr>
          <a:xfrm>
            <a:off x="6914448" y="3099272"/>
            <a:ext cx="2116045" cy="434060"/>
          </a:xfrm>
          <a:custGeom>
            <a:avLst/>
            <a:gdLst/>
            <a:ahLst/>
            <a:cxnLst/>
            <a:rect l="0" t="0" r="0" b="0"/>
            <a:pathLst>
              <a:path>
                <a:moveTo>
                  <a:pt x="2116045" y="0"/>
                </a:moveTo>
                <a:lnTo>
                  <a:pt x="2116045" y="217030"/>
                </a:lnTo>
                <a:lnTo>
                  <a:pt x="0" y="217030"/>
                </a:lnTo>
                <a:lnTo>
                  <a:pt x="0" y="43406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0" name="Freeform: Shape 9">
            <a:extLst>
              <a:ext uri="{FF2B5EF4-FFF2-40B4-BE49-F238E27FC236}">
                <a16:creationId xmlns:a16="http://schemas.microsoft.com/office/drawing/2014/main" id="{A7C3898C-1DDC-7AED-87CC-520ADE8CE95A}"/>
              </a:ext>
            </a:extLst>
          </p:cNvPr>
          <p:cNvSpPr/>
          <p:nvPr/>
        </p:nvSpPr>
        <p:spPr>
          <a:xfrm>
            <a:off x="6100585" y="3533333"/>
            <a:ext cx="1627727" cy="1085151"/>
          </a:xfrm>
          <a:custGeom>
            <a:avLst/>
            <a:gdLst>
              <a:gd name="connsiteX0" fmla="*/ 0 w 1627727"/>
              <a:gd name="connsiteY0" fmla="*/ 108515 h 1085151"/>
              <a:gd name="connsiteX1" fmla="*/ 108515 w 1627727"/>
              <a:gd name="connsiteY1" fmla="*/ 0 h 1085151"/>
              <a:gd name="connsiteX2" fmla="*/ 1519212 w 1627727"/>
              <a:gd name="connsiteY2" fmla="*/ 0 h 1085151"/>
              <a:gd name="connsiteX3" fmla="*/ 1627727 w 1627727"/>
              <a:gd name="connsiteY3" fmla="*/ 108515 h 1085151"/>
              <a:gd name="connsiteX4" fmla="*/ 1627727 w 1627727"/>
              <a:gd name="connsiteY4" fmla="*/ 976636 h 1085151"/>
              <a:gd name="connsiteX5" fmla="*/ 1519212 w 1627727"/>
              <a:gd name="connsiteY5" fmla="*/ 1085151 h 1085151"/>
              <a:gd name="connsiteX6" fmla="*/ 108515 w 1627727"/>
              <a:gd name="connsiteY6" fmla="*/ 1085151 h 1085151"/>
              <a:gd name="connsiteX7" fmla="*/ 0 w 1627727"/>
              <a:gd name="connsiteY7" fmla="*/ 976636 h 1085151"/>
              <a:gd name="connsiteX8" fmla="*/ 0 w 1627727"/>
              <a:gd name="connsiteY8" fmla="*/ 108515 h 108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7727" h="1085151">
                <a:moveTo>
                  <a:pt x="0" y="108515"/>
                </a:moveTo>
                <a:cubicBezTo>
                  <a:pt x="0" y="48584"/>
                  <a:pt x="48584" y="0"/>
                  <a:pt x="108515" y="0"/>
                </a:cubicBezTo>
                <a:lnTo>
                  <a:pt x="1519212" y="0"/>
                </a:lnTo>
                <a:cubicBezTo>
                  <a:pt x="1579143" y="0"/>
                  <a:pt x="1627727" y="48584"/>
                  <a:pt x="1627727" y="108515"/>
                </a:cubicBezTo>
                <a:lnTo>
                  <a:pt x="1627727" y="976636"/>
                </a:lnTo>
                <a:cubicBezTo>
                  <a:pt x="1627727" y="1036567"/>
                  <a:pt x="1579143" y="1085151"/>
                  <a:pt x="1519212" y="1085151"/>
                </a:cubicBezTo>
                <a:lnTo>
                  <a:pt x="108515" y="1085151"/>
                </a:lnTo>
                <a:cubicBezTo>
                  <a:pt x="48584" y="1085151"/>
                  <a:pt x="0" y="1036567"/>
                  <a:pt x="0" y="976636"/>
                </a:cubicBezTo>
                <a:lnTo>
                  <a:pt x="0" y="108515"/>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0853" tIns="210853" rIns="210853" bIns="210853" numCol="1" spcCol="1270" anchor="ctr" anchorCtr="0">
            <a:noAutofit/>
          </a:bodyPr>
          <a:lstStyle/>
          <a:p>
            <a:pPr marL="0" lvl="0" indent="0" algn="ctr" defTabSz="2089150">
              <a:lnSpc>
                <a:spcPct val="90000"/>
              </a:lnSpc>
              <a:spcBef>
                <a:spcPct val="0"/>
              </a:spcBef>
              <a:spcAft>
                <a:spcPct val="35000"/>
              </a:spcAft>
              <a:buNone/>
            </a:pPr>
            <a:r>
              <a:rPr lang="en-US" sz="4700" kern="1200" dirty="0"/>
              <a:t>H(1)</a:t>
            </a:r>
            <a:endParaRPr lang="LID4096" sz="4700" kern="1200" dirty="0"/>
          </a:p>
        </p:txBody>
      </p:sp>
      <p:sp>
        <p:nvSpPr>
          <p:cNvPr id="11" name="Freeform: Shape 10">
            <a:extLst>
              <a:ext uri="{FF2B5EF4-FFF2-40B4-BE49-F238E27FC236}">
                <a16:creationId xmlns:a16="http://schemas.microsoft.com/office/drawing/2014/main" id="{04A30E97-4238-BFA2-A1A8-FEB756CB62AE}"/>
              </a:ext>
            </a:extLst>
          </p:cNvPr>
          <p:cNvSpPr/>
          <p:nvPr/>
        </p:nvSpPr>
        <p:spPr>
          <a:xfrm>
            <a:off x="6868728" y="4618484"/>
            <a:ext cx="91440" cy="434060"/>
          </a:xfrm>
          <a:custGeom>
            <a:avLst/>
            <a:gdLst/>
            <a:ahLst/>
            <a:cxnLst/>
            <a:rect l="0" t="0" r="0" b="0"/>
            <a:pathLst>
              <a:path>
                <a:moveTo>
                  <a:pt x="45720" y="0"/>
                </a:moveTo>
                <a:lnTo>
                  <a:pt x="45720" y="434060"/>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2" name="Freeform: Shape 11">
            <a:extLst>
              <a:ext uri="{FF2B5EF4-FFF2-40B4-BE49-F238E27FC236}">
                <a16:creationId xmlns:a16="http://schemas.microsoft.com/office/drawing/2014/main" id="{9A8A5D69-0DEB-1D30-9C23-690CFBA58EFE}"/>
              </a:ext>
            </a:extLst>
          </p:cNvPr>
          <p:cNvSpPr/>
          <p:nvPr/>
        </p:nvSpPr>
        <p:spPr>
          <a:xfrm>
            <a:off x="6100585" y="5052545"/>
            <a:ext cx="1627727" cy="1085151"/>
          </a:xfrm>
          <a:custGeom>
            <a:avLst/>
            <a:gdLst>
              <a:gd name="connsiteX0" fmla="*/ 0 w 1627727"/>
              <a:gd name="connsiteY0" fmla="*/ 108515 h 1085151"/>
              <a:gd name="connsiteX1" fmla="*/ 108515 w 1627727"/>
              <a:gd name="connsiteY1" fmla="*/ 0 h 1085151"/>
              <a:gd name="connsiteX2" fmla="*/ 1519212 w 1627727"/>
              <a:gd name="connsiteY2" fmla="*/ 0 h 1085151"/>
              <a:gd name="connsiteX3" fmla="*/ 1627727 w 1627727"/>
              <a:gd name="connsiteY3" fmla="*/ 108515 h 1085151"/>
              <a:gd name="connsiteX4" fmla="*/ 1627727 w 1627727"/>
              <a:gd name="connsiteY4" fmla="*/ 976636 h 1085151"/>
              <a:gd name="connsiteX5" fmla="*/ 1519212 w 1627727"/>
              <a:gd name="connsiteY5" fmla="*/ 1085151 h 1085151"/>
              <a:gd name="connsiteX6" fmla="*/ 108515 w 1627727"/>
              <a:gd name="connsiteY6" fmla="*/ 1085151 h 1085151"/>
              <a:gd name="connsiteX7" fmla="*/ 0 w 1627727"/>
              <a:gd name="connsiteY7" fmla="*/ 976636 h 1085151"/>
              <a:gd name="connsiteX8" fmla="*/ 0 w 1627727"/>
              <a:gd name="connsiteY8" fmla="*/ 108515 h 108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7727" h="1085151">
                <a:moveTo>
                  <a:pt x="0" y="108515"/>
                </a:moveTo>
                <a:cubicBezTo>
                  <a:pt x="0" y="48584"/>
                  <a:pt x="48584" y="0"/>
                  <a:pt x="108515" y="0"/>
                </a:cubicBezTo>
                <a:lnTo>
                  <a:pt x="1519212" y="0"/>
                </a:lnTo>
                <a:cubicBezTo>
                  <a:pt x="1579143" y="0"/>
                  <a:pt x="1627727" y="48584"/>
                  <a:pt x="1627727" y="108515"/>
                </a:cubicBezTo>
                <a:lnTo>
                  <a:pt x="1627727" y="976636"/>
                </a:lnTo>
                <a:cubicBezTo>
                  <a:pt x="1627727" y="1036567"/>
                  <a:pt x="1579143" y="1085151"/>
                  <a:pt x="1519212" y="1085151"/>
                </a:cubicBezTo>
                <a:lnTo>
                  <a:pt x="108515" y="1085151"/>
                </a:lnTo>
                <a:cubicBezTo>
                  <a:pt x="48584" y="1085151"/>
                  <a:pt x="0" y="1036567"/>
                  <a:pt x="0" y="976636"/>
                </a:cubicBezTo>
                <a:lnTo>
                  <a:pt x="0" y="108515"/>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0853" tIns="210853" rIns="210853" bIns="210853" numCol="1" spcCol="1270" anchor="ctr" anchorCtr="0">
            <a:noAutofit/>
          </a:bodyPr>
          <a:lstStyle/>
          <a:p>
            <a:pPr marL="0" lvl="0" indent="0" algn="ctr" defTabSz="2089150">
              <a:lnSpc>
                <a:spcPct val="90000"/>
              </a:lnSpc>
              <a:spcBef>
                <a:spcPct val="0"/>
              </a:spcBef>
              <a:spcAft>
                <a:spcPct val="35000"/>
              </a:spcAft>
              <a:buNone/>
            </a:pPr>
            <a:r>
              <a:rPr lang="en-US" sz="4700" kern="1200" dirty="0"/>
              <a:t>A-B</a:t>
            </a:r>
            <a:endParaRPr lang="LID4096" sz="4700" kern="1200" dirty="0"/>
          </a:p>
        </p:txBody>
      </p:sp>
      <p:sp>
        <p:nvSpPr>
          <p:cNvPr id="13" name="Freeform: Shape 12">
            <a:extLst>
              <a:ext uri="{FF2B5EF4-FFF2-40B4-BE49-F238E27FC236}">
                <a16:creationId xmlns:a16="http://schemas.microsoft.com/office/drawing/2014/main" id="{1E131D81-D26A-5685-C971-5579E5CE01CF}"/>
              </a:ext>
            </a:extLst>
          </p:cNvPr>
          <p:cNvSpPr/>
          <p:nvPr/>
        </p:nvSpPr>
        <p:spPr>
          <a:xfrm>
            <a:off x="8984774" y="3099272"/>
            <a:ext cx="91440" cy="434060"/>
          </a:xfrm>
          <a:custGeom>
            <a:avLst/>
            <a:gdLst/>
            <a:ahLst/>
            <a:cxnLst/>
            <a:rect l="0" t="0" r="0" b="0"/>
            <a:pathLst>
              <a:path>
                <a:moveTo>
                  <a:pt x="45720" y="0"/>
                </a:moveTo>
                <a:lnTo>
                  <a:pt x="45720" y="43406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4" name="Freeform: Shape 13">
            <a:extLst>
              <a:ext uri="{FF2B5EF4-FFF2-40B4-BE49-F238E27FC236}">
                <a16:creationId xmlns:a16="http://schemas.microsoft.com/office/drawing/2014/main" id="{036C6186-69E7-2B2F-D917-5C2F61EA03AE}"/>
              </a:ext>
            </a:extLst>
          </p:cNvPr>
          <p:cNvSpPr/>
          <p:nvPr/>
        </p:nvSpPr>
        <p:spPr>
          <a:xfrm>
            <a:off x="8216630" y="3533333"/>
            <a:ext cx="1627727" cy="1085151"/>
          </a:xfrm>
          <a:custGeom>
            <a:avLst/>
            <a:gdLst>
              <a:gd name="connsiteX0" fmla="*/ 0 w 1627727"/>
              <a:gd name="connsiteY0" fmla="*/ 108515 h 1085151"/>
              <a:gd name="connsiteX1" fmla="*/ 108515 w 1627727"/>
              <a:gd name="connsiteY1" fmla="*/ 0 h 1085151"/>
              <a:gd name="connsiteX2" fmla="*/ 1519212 w 1627727"/>
              <a:gd name="connsiteY2" fmla="*/ 0 h 1085151"/>
              <a:gd name="connsiteX3" fmla="*/ 1627727 w 1627727"/>
              <a:gd name="connsiteY3" fmla="*/ 108515 h 1085151"/>
              <a:gd name="connsiteX4" fmla="*/ 1627727 w 1627727"/>
              <a:gd name="connsiteY4" fmla="*/ 976636 h 1085151"/>
              <a:gd name="connsiteX5" fmla="*/ 1519212 w 1627727"/>
              <a:gd name="connsiteY5" fmla="*/ 1085151 h 1085151"/>
              <a:gd name="connsiteX6" fmla="*/ 108515 w 1627727"/>
              <a:gd name="connsiteY6" fmla="*/ 1085151 h 1085151"/>
              <a:gd name="connsiteX7" fmla="*/ 0 w 1627727"/>
              <a:gd name="connsiteY7" fmla="*/ 976636 h 1085151"/>
              <a:gd name="connsiteX8" fmla="*/ 0 w 1627727"/>
              <a:gd name="connsiteY8" fmla="*/ 108515 h 108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7727" h="1085151">
                <a:moveTo>
                  <a:pt x="0" y="108515"/>
                </a:moveTo>
                <a:cubicBezTo>
                  <a:pt x="0" y="48584"/>
                  <a:pt x="48584" y="0"/>
                  <a:pt x="108515" y="0"/>
                </a:cubicBezTo>
                <a:lnTo>
                  <a:pt x="1519212" y="0"/>
                </a:lnTo>
                <a:cubicBezTo>
                  <a:pt x="1579143" y="0"/>
                  <a:pt x="1627727" y="48584"/>
                  <a:pt x="1627727" y="108515"/>
                </a:cubicBezTo>
                <a:lnTo>
                  <a:pt x="1627727" y="976636"/>
                </a:lnTo>
                <a:cubicBezTo>
                  <a:pt x="1627727" y="1036567"/>
                  <a:pt x="1579143" y="1085151"/>
                  <a:pt x="1519212" y="1085151"/>
                </a:cubicBezTo>
                <a:lnTo>
                  <a:pt x="108515" y="1085151"/>
                </a:lnTo>
                <a:cubicBezTo>
                  <a:pt x="48584" y="1085151"/>
                  <a:pt x="0" y="1036567"/>
                  <a:pt x="0" y="976636"/>
                </a:cubicBezTo>
                <a:lnTo>
                  <a:pt x="0" y="108515"/>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0853" tIns="210853" rIns="210853" bIns="210853" numCol="1" spcCol="1270" anchor="ctr" anchorCtr="0">
            <a:noAutofit/>
          </a:bodyPr>
          <a:lstStyle/>
          <a:p>
            <a:pPr marL="0" lvl="0" indent="0" algn="ctr" defTabSz="2089150">
              <a:lnSpc>
                <a:spcPct val="90000"/>
              </a:lnSpc>
              <a:spcBef>
                <a:spcPct val="0"/>
              </a:spcBef>
              <a:spcAft>
                <a:spcPct val="35000"/>
              </a:spcAft>
              <a:buNone/>
            </a:pPr>
            <a:r>
              <a:rPr lang="en-US" sz="4700" kern="1200" dirty="0"/>
              <a:t>A-C</a:t>
            </a:r>
            <a:endParaRPr lang="LID4096" sz="4700" kern="1200" dirty="0"/>
          </a:p>
        </p:txBody>
      </p:sp>
      <p:sp>
        <p:nvSpPr>
          <p:cNvPr id="15" name="Freeform: Shape 14">
            <a:extLst>
              <a:ext uri="{FF2B5EF4-FFF2-40B4-BE49-F238E27FC236}">
                <a16:creationId xmlns:a16="http://schemas.microsoft.com/office/drawing/2014/main" id="{5ADA3DAE-07B8-8FA9-BA09-7E0F43216D6F}"/>
              </a:ext>
            </a:extLst>
          </p:cNvPr>
          <p:cNvSpPr/>
          <p:nvPr/>
        </p:nvSpPr>
        <p:spPr>
          <a:xfrm>
            <a:off x="9030494" y="3099272"/>
            <a:ext cx="2116045" cy="434060"/>
          </a:xfrm>
          <a:custGeom>
            <a:avLst/>
            <a:gdLst/>
            <a:ahLst/>
            <a:cxnLst/>
            <a:rect l="0" t="0" r="0" b="0"/>
            <a:pathLst>
              <a:path>
                <a:moveTo>
                  <a:pt x="0" y="0"/>
                </a:moveTo>
                <a:lnTo>
                  <a:pt x="0" y="217030"/>
                </a:lnTo>
                <a:lnTo>
                  <a:pt x="2116045" y="217030"/>
                </a:lnTo>
                <a:lnTo>
                  <a:pt x="2116045" y="43406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6" name="Freeform: Shape 15">
            <a:extLst>
              <a:ext uri="{FF2B5EF4-FFF2-40B4-BE49-F238E27FC236}">
                <a16:creationId xmlns:a16="http://schemas.microsoft.com/office/drawing/2014/main" id="{63A0EE4D-269F-9FBC-BA72-B2AAAC474103}"/>
              </a:ext>
            </a:extLst>
          </p:cNvPr>
          <p:cNvSpPr/>
          <p:nvPr/>
        </p:nvSpPr>
        <p:spPr>
          <a:xfrm>
            <a:off x="10332675" y="3533333"/>
            <a:ext cx="1627727" cy="1085151"/>
          </a:xfrm>
          <a:custGeom>
            <a:avLst/>
            <a:gdLst>
              <a:gd name="connsiteX0" fmla="*/ 0 w 1627727"/>
              <a:gd name="connsiteY0" fmla="*/ 108515 h 1085151"/>
              <a:gd name="connsiteX1" fmla="*/ 108515 w 1627727"/>
              <a:gd name="connsiteY1" fmla="*/ 0 h 1085151"/>
              <a:gd name="connsiteX2" fmla="*/ 1519212 w 1627727"/>
              <a:gd name="connsiteY2" fmla="*/ 0 h 1085151"/>
              <a:gd name="connsiteX3" fmla="*/ 1627727 w 1627727"/>
              <a:gd name="connsiteY3" fmla="*/ 108515 h 1085151"/>
              <a:gd name="connsiteX4" fmla="*/ 1627727 w 1627727"/>
              <a:gd name="connsiteY4" fmla="*/ 976636 h 1085151"/>
              <a:gd name="connsiteX5" fmla="*/ 1519212 w 1627727"/>
              <a:gd name="connsiteY5" fmla="*/ 1085151 h 1085151"/>
              <a:gd name="connsiteX6" fmla="*/ 108515 w 1627727"/>
              <a:gd name="connsiteY6" fmla="*/ 1085151 h 1085151"/>
              <a:gd name="connsiteX7" fmla="*/ 0 w 1627727"/>
              <a:gd name="connsiteY7" fmla="*/ 976636 h 1085151"/>
              <a:gd name="connsiteX8" fmla="*/ 0 w 1627727"/>
              <a:gd name="connsiteY8" fmla="*/ 108515 h 108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7727" h="1085151">
                <a:moveTo>
                  <a:pt x="0" y="108515"/>
                </a:moveTo>
                <a:cubicBezTo>
                  <a:pt x="0" y="48584"/>
                  <a:pt x="48584" y="0"/>
                  <a:pt x="108515" y="0"/>
                </a:cubicBezTo>
                <a:lnTo>
                  <a:pt x="1519212" y="0"/>
                </a:lnTo>
                <a:cubicBezTo>
                  <a:pt x="1579143" y="0"/>
                  <a:pt x="1627727" y="48584"/>
                  <a:pt x="1627727" y="108515"/>
                </a:cubicBezTo>
                <a:lnTo>
                  <a:pt x="1627727" y="976636"/>
                </a:lnTo>
                <a:cubicBezTo>
                  <a:pt x="1627727" y="1036567"/>
                  <a:pt x="1579143" y="1085151"/>
                  <a:pt x="1519212" y="1085151"/>
                </a:cubicBezTo>
                <a:lnTo>
                  <a:pt x="108515" y="1085151"/>
                </a:lnTo>
                <a:cubicBezTo>
                  <a:pt x="48584" y="1085151"/>
                  <a:pt x="0" y="1036567"/>
                  <a:pt x="0" y="976636"/>
                </a:cubicBezTo>
                <a:lnTo>
                  <a:pt x="0" y="108515"/>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0853" tIns="210853" rIns="210853" bIns="210853" numCol="1" spcCol="1270" anchor="ctr" anchorCtr="0">
            <a:noAutofit/>
          </a:bodyPr>
          <a:lstStyle/>
          <a:p>
            <a:pPr marL="0" lvl="0" indent="0" algn="ctr" defTabSz="2089150">
              <a:lnSpc>
                <a:spcPct val="90000"/>
              </a:lnSpc>
              <a:spcBef>
                <a:spcPct val="0"/>
              </a:spcBef>
              <a:spcAft>
                <a:spcPct val="35000"/>
              </a:spcAft>
              <a:buNone/>
            </a:pPr>
            <a:r>
              <a:rPr lang="en-US" sz="4700" kern="1200" dirty="0"/>
              <a:t>H(1)</a:t>
            </a:r>
            <a:endParaRPr lang="LID4096" sz="4700" kern="1200" dirty="0"/>
          </a:p>
        </p:txBody>
      </p:sp>
      <p:sp>
        <p:nvSpPr>
          <p:cNvPr id="17" name="Freeform: Shape 16">
            <a:extLst>
              <a:ext uri="{FF2B5EF4-FFF2-40B4-BE49-F238E27FC236}">
                <a16:creationId xmlns:a16="http://schemas.microsoft.com/office/drawing/2014/main" id="{0CCA1703-174F-51CC-F652-113CADD15687}"/>
              </a:ext>
            </a:extLst>
          </p:cNvPr>
          <p:cNvSpPr/>
          <p:nvPr/>
        </p:nvSpPr>
        <p:spPr>
          <a:xfrm>
            <a:off x="11100819" y="4618484"/>
            <a:ext cx="91440" cy="434060"/>
          </a:xfrm>
          <a:custGeom>
            <a:avLst/>
            <a:gdLst/>
            <a:ahLst/>
            <a:cxnLst/>
            <a:rect l="0" t="0" r="0" b="0"/>
            <a:pathLst>
              <a:path>
                <a:moveTo>
                  <a:pt x="45720" y="0"/>
                </a:moveTo>
                <a:lnTo>
                  <a:pt x="45720" y="434060"/>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8" name="Freeform: Shape 17">
            <a:extLst>
              <a:ext uri="{FF2B5EF4-FFF2-40B4-BE49-F238E27FC236}">
                <a16:creationId xmlns:a16="http://schemas.microsoft.com/office/drawing/2014/main" id="{E736F338-CEBC-4A10-B0F5-A3A61E41FC9C}"/>
              </a:ext>
            </a:extLst>
          </p:cNvPr>
          <p:cNvSpPr/>
          <p:nvPr/>
        </p:nvSpPr>
        <p:spPr>
          <a:xfrm>
            <a:off x="10332675" y="5052545"/>
            <a:ext cx="1627727" cy="1085151"/>
          </a:xfrm>
          <a:custGeom>
            <a:avLst/>
            <a:gdLst>
              <a:gd name="connsiteX0" fmla="*/ 0 w 1627727"/>
              <a:gd name="connsiteY0" fmla="*/ 108515 h 1085151"/>
              <a:gd name="connsiteX1" fmla="*/ 108515 w 1627727"/>
              <a:gd name="connsiteY1" fmla="*/ 0 h 1085151"/>
              <a:gd name="connsiteX2" fmla="*/ 1519212 w 1627727"/>
              <a:gd name="connsiteY2" fmla="*/ 0 h 1085151"/>
              <a:gd name="connsiteX3" fmla="*/ 1627727 w 1627727"/>
              <a:gd name="connsiteY3" fmla="*/ 108515 h 1085151"/>
              <a:gd name="connsiteX4" fmla="*/ 1627727 w 1627727"/>
              <a:gd name="connsiteY4" fmla="*/ 976636 h 1085151"/>
              <a:gd name="connsiteX5" fmla="*/ 1519212 w 1627727"/>
              <a:gd name="connsiteY5" fmla="*/ 1085151 h 1085151"/>
              <a:gd name="connsiteX6" fmla="*/ 108515 w 1627727"/>
              <a:gd name="connsiteY6" fmla="*/ 1085151 h 1085151"/>
              <a:gd name="connsiteX7" fmla="*/ 0 w 1627727"/>
              <a:gd name="connsiteY7" fmla="*/ 976636 h 1085151"/>
              <a:gd name="connsiteX8" fmla="*/ 0 w 1627727"/>
              <a:gd name="connsiteY8" fmla="*/ 108515 h 108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7727" h="1085151">
                <a:moveTo>
                  <a:pt x="0" y="108515"/>
                </a:moveTo>
                <a:cubicBezTo>
                  <a:pt x="0" y="48584"/>
                  <a:pt x="48584" y="0"/>
                  <a:pt x="108515" y="0"/>
                </a:cubicBezTo>
                <a:lnTo>
                  <a:pt x="1519212" y="0"/>
                </a:lnTo>
                <a:cubicBezTo>
                  <a:pt x="1579143" y="0"/>
                  <a:pt x="1627727" y="48584"/>
                  <a:pt x="1627727" y="108515"/>
                </a:cubicBezTo>
                <a:lnTo>
                  <a:pt x="1627727" y="976636"/>
                </a:lnTo>
                <a:cubicBezTo>
                  <a:pt x="1627727" y="1036567"/>
                  <a:pt x="1579143" y="1085151"/>
                  <a:pt x="1519212" y="1085151"/>
                </a:cubicBezTo>
                <a:lnTo>
                  <a:pt x="108515" y="1085151"/>
                </a:lnTo>
                <a:cubicBezTo>
                  <a:pt x="48584" y="1085151"/>
                  <a:pt x="0" y="1036567"/>
                  <a:pt x="0" y="976636"/>
                </a:cubicBezTo>
                <a:lnTo>
                  <a:pt x="0" y="108515"/>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10853" tIns="210853" rIns="210853" bIns="210853" numCol="1" spcCol="1270" anchor="ctr" anchorCtr="0">
            <a:noAutofit/>
          </a:bodyPr>
          <a:lstStyle/>
          <a:p>
            <a:pPr marL="0" lvl="0" indent="0" algn="ctr" defTabSz="2089150">
              <a:lnSpc>
                <a:spcPct val="90000"/>
              </a:lnSpc>
              <a:spcBef>
                <a:spcPct val="0"/>
              </a:spcBef>
              <a:spcAft>
                <a:spcPct val="35000"/>
              </a:spcAft>
              <a:buNone/>
            </a:pPr>
            <a:r>
              <a:rPr lang="en-US" sz="4700" kern="1200" dirty="0"/>
              <a:t>B-C</a:t>
            </a:r>
            <a:endParaRPr lang="LID4096" sz="4700" kern="1200" dirty="0"/>
          </a:p>
        </p:txBody>
      </p:sp>
    </p:spTree>
    <p:extLst>
      <p:ext uri="{BB962C8B-B14F-4D97-AF65-F5344CB8AC3E}">
        <p14:creationId xmlns:p14="http://schemas.microsoft.com/office/powerpoint/2010/main" val="415094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2b</a:t>
            </a:r>
          </a:p>
        </p:txBody>
      </p:sp>
      <p:sp>
        <p:nvSpPr>
          <p:cNvPr id="6" name="Freeform: Shape 5">
            <a:extLst>
              <a:ext uri="{FF2B5EF4-FFF2-40B4-BE49-F238E27FC236}">
                <a16:creationId xmlns:a16="http://schemas.microsoft.com/office/drawing/2014/main" id="{1714AED6-747E-C7A8-AB0A-EA34778E055C}"/>
              </a:ext>
            </a:extLst>
          </p:cNvPr>
          <p:cNvSpPr/>
          <p:nvPr/>
        </p:nvSpPr>
        <p:spPr>
          <a:xfrm>
            <a:off x="5388186" y="1295822"/>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H(3)</a:t>
            </a:r>
            <a:endParaRPr lang="LID4096" sz="4100" kern="1200" dirty="0"/>
          </a:p>
        </p:txBody>
      </p:sp>
      <p:sp>
        <p:nvSpPr>
          <p:cNvPr id="7" name="Freeform: Shape 6">
            <a:extLst>
              <a:ext uri="{FF2B5EF4-FFF2-40B4-BE49-F238E27FC236}">
                <a16:creationId xmlns:a16="http://schemas.microsoft.com/office/drawing/2014/main" id="{A3DF3EAE-A02B-EF8C-8B20-C3E82C6F5BB2}"/>
              </a:ext>
            </a:extLst>
          </p:cNvPr>
          <p:cNvSpPr/>
          <p:nvPr/>
        </p:nvSpPr>
        <p:spPr>
          <a:xfrm>
            <a:off x="3337828" y="2238515"/>
            <a:ext cx="2757377" cy="377077"/>
          </a:xfrm>
          <a:custGeom>
            <a:avLst/>
            <a:gdLst/>
            <a:ahLst/>
            <a:cxnLst/>
            <a:rect l="0" t="0" r="0" b="0"/>
            <a:pathLst>
              <a:path>
                <a:moveTo>
                  <a:pt x="2757377" y="0"/>
                </a:moveTo>
                <a:lnTo>
                  <a:pt x="2757377" y="188538"/>
                </a:lnTo>
                <a:lnTo>
                  <a:pt x="0" y="188538"/>
                </a:lnTo>
                <a:lnTo>
                  <a:pt x="0" y="377077"/>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8" name="Freeform: Shape 7">
            <a:extLst>
              <a:ext uri="{FF2B5EF4-FFF2-40B4-BE49-F238E27FC236}">
                <a16:creationId xmlns:a16="http://schemas.microsoft.com/office/drawing/2014/main" id="{C8B6A812-7F76-06A5-1BC5-D61C33308F14}"/>
              </a:ext>
            </a:extLst>
          </p:cNvPr>
          <p:cNvSpPr/>
          <p:nvPr/>
        </p:nvSpPr>
        <p:spPr>
          <a:xfrm>
            <a:off x="2630808" y="261559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H(2)</a:t>
            </a:r>
            <a:endParaRPr lang="LID4096" sz="4100" kern="1200" dirty="0"/>
          </a:p>
        </p:txBody>
      </p:sp>
      <p:sp>
        <p:nvSpPr>
          <p:cNvPr id="9" name="Freeform: Shape 8">
            <a:extLst>
              <a:ext uri="{FF2B5EF4-FFF2-40B4-BE49-F238E27FC236}">
                <a16:creationId xmlns:a16="http://schemas.microsoft.com/office/drawing/2014/main" id="{F9FEF6F9-4418-9AA7-B7BB-A934874353FB}"/>
              </a:ext>
            </a:extLst>
          </p:cNvPr>
          <p:cNvSpPr/>
          <p:nvPr/>
        </p:nvSpPr>
        <p:spPr>
          <a:xfrm>
            <a:off x="1499576" y="3558286"/>
            <a:ext cx="1838251" cy="377077"/>
          </a:xfrm>
          <a:custGeom>
            <a:avLst/>
            <a:gdLst/>
            <a:ahLst/>
            <a:cxnLst/>
            <a:rect l="0" t="0" r="0" b="0"/>
            <a:pathLst>
              <a:path>
                <a:moveTo>
                  <a:pt x="1838251" y="0"/>
                </a:moveTo>
                <a:lnTo>
                  <a:pt x="1838251" y="188538"/>
                </a:lnTo>
                <a:lnTo>
                  <a:pt x="0" y="188538"/>
                </a:lnTo>
                <a:lnTo>
                  <a:pt x="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0" name="Freeform: Shape 9">
            <a:extLst>
              <a:ext uri="{FF2B5EF4-FFF2-40B4-BE49-F238E27FC236}">
                <a16:creationId xmlns:a16="http://schemas.microsoft.com/office/drawing/2014/main" id="{EA26163E-DBFC-4266-681E-A5E3820DCAE8}"/>
              </a:ext>
            </a:extLst>
          </p:cNvPr>
          <p:cNvSpPr/>
          <p:nvPr/>
        </p:nvSpPr>
        <p:spPr>
          <a:xfrm>
            <a:off x="792556" y="393536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H(1)</a:t>
            </a:r>
            <a:endParaRPr lang="LID4096" sz="4100" kern="1200" dirty="0"/>
          </a:p>
        </p:txBody>
      </p:sp>
      <p:sp>
        <p:nvSpPr>
          <p:cNvPr id="11" name="Freeform: Shape 10">
            <a:extLst>
              <a:ext uri="{FF2B5EF4-FFF2-40B4-BE49-F238E27FC236}">
                <a16:creationId xmlns:a16="http://schemas.microsoft.com/office/drawing/2014/main" id="{D65B3032-0E7E-E4B1-C5FD-A37DB4E44261}"/>
              </a:ext>
            </a:extLst>
          </p:cNvPr>
          <p:cNvSpPr/>
          <p:nvPr/>
        </p:nvSpPr>
        <p:spPr>
          <a:xfrm>
            <a:off x="1453856" y="4878056"/>
            <a:ext cx="91440" cy="377077"/>
          </a:xfrm>
          <a:custGeom>
            <a:avLst/>
            <a:gdLst/>
            <a:ahLst/>
            <a:cxnLst/>
            <a:rect l="0" t="0" r="0" b="0"/>
            <a:pathLst>
              <a:path>
                <a:moveTo>
                  <a:pt x="45720" y="0"/>
                </a:moveTo>
                <a:lnTo>
                  <a:pt x="4572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2" name="Freeform: Shape 11">
            <a:extLst>
              <a:ext uri="{FF2B5EF4-FFF2-40B4-BE49-F238E27FC236}">
                <a16:creationId xmlns:a16="http://schemas.microsoft.com/office/drawing/2014/main" id="{E4CB0191-B961-CA51-4CC1-E131E9304814}"/>
              </a:ext>
            </a:extLst>
          </p:cNvPr>
          <p:cNvSpPr/>
          <p:nvPr/>
        </p:nvSpPr>
        <p:spPr>
          <a:xfrm>
            <a:off x="792556" y="5255134"/>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A-C</a:t>
            </a:r>
            <a:endParaRPr lang="LID4096" sz="4100" kern="1200" dirty="0"/>
          </a:p>
        </p:txBody>
      </p:sp>
      <p:sp>
        <p:nvSpPr>
          <p:cNvPr id="13" name="Freeform: Shape 12">
            <a:extLst>
              <a:ext uri="{FF2B5EF4-FFF2-40B4-BE49-F238E27FC236}">
                <a16:creationId xmlns:a16="http://schemas.microsoft.com/office/drawing/2014/main" id="{70939AFB-A0C2-C1B1-EC90-490A72A9C580}"/>
              </a:ext>
            </a:extLst>
          </p:cNvPr>
          <p:cNvSpPr/>
          <p:nvPr/>
        </p:nvSpPr>
        <p:spPr>
          <a:xfrm>
            <a:off x="3292108" y="3558286"/>
            <a:ext cx="91440" cy="377077"/>
          </a:xfrm>
          <a:custGeom>
            <a:avLst/>
            <a:gdLst/>
            <a:ahLst/>
            <a:cxnLst/>
            <a:rect l="0" t="0" r="0" b="0"/>
            <a:pathLst>
              <a:path>
                <a:moveTo>
                  <a:pt x="45720" y="0"/>
                </a:moveTo>
                <a:lnTo>
                  <a:pt x="4572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4" name="Freeform: Shape 13">
            <a:extLst>
              <a:ext uri="{FF2B5EF4-FFF2-40B4-BE49-F238E27FC236}">
                <a16:creationId xmlns:a16="http://schemas.microsoft.com/office/drawing/2014/main" id="{732E8690-FBE3-9A92-8B51-680CD678DEE8}"/>
              </a:ext>
            </a:extLst>
          </p:cNvPr>
          <p:cNvSpPr/>
          <p:nvPr/>
        </p:nvSpPr>
        <p:spPr>
          <a:xfrm>
            <a:off x="2630808" y="393536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A-B</a:t>
            </a:r>
            <a:endParaRPr lang="LID4096" sz="4100" kern="1200" dirty="0"/>
          </a:p>
        </p:txBody>
      </p:sp>
      <p:sp>
        <p:nvSpPr>
          <p:cNvPr id="15" name="Freeform: Shape 14">
            <a:extLst>
              <a:ext uri="{FF2B5EF4-FFF2-40B4-BE49-F238E27FC236}">
                <a16:creationId xmlns:a16="http://schemas.microsoft.com/office/drawing/2014/main" id="{4405B726-1A68-6E67-C08D-E8A3CEC75BD2}"/>
              </a:ext>
            </a:extLst>
          </p:cNvPr>
          <p:cNvSpPr/>
          <p:nvPr/>
        </p:nvSpPr>
        <p:spPr>
          <a:xfrm>
            <a:off x="3337828" y="3558286"/>
            <a:ext cx="1838251" cy="377077"/>
          </a:xfrm>
          <a:custGeom>
            <a:avLst/>
            <a:gdLst/>
            <a:ahLst/>
            <a:cxnLst/>
            <a:rect l="0" t="0" r="0" b="0"/>
            <a:pathLst>
              <a:path>
                <a:moveTo>
                  <a:pt x="0" y="0"/>
                </a:moveTo>
                <a:lnTo>
                  <a:pt x="0" y="188538"/>
                </a:lnTo>
                <a:lnTo>
                  <a:pt x="1838251" y="188538"/>
                </a:lnTo>
                <a:lnTo>
                  <a:pt x="1838251"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6" name="Freeform: Shape 15">
            <a:extLst>
              <a:ext uri="{FF2B5EF4-FFF2-40B4-BE49-F238E27FC236}">
                <a16:creationId xmlns:a16="http://schemas.microsoft.com/office/drawing/2014/main" id="{14D16709-F19B-12E8-58B4-30B0E2A59CC9}"/>
              </a:ext>
            </a:extLst>
          </p:cNvPr>
          <p:cNvSpPr/>
          <p:nvPr/>
        </p:nvSpPr>
        <p:spPr>
          <a:xfrm>
            <a:off x="4469060" y="393536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H(1)</a:t>
            </a:r>
            <a:endParaRPr lang="LID4096" sz="4100" kern="1200" dirty="0"/>
          </a:p>
        </p:txBody>
      </p:sp>
      <p:sp>
        <p:nvSpPr>
          <p:cNvPr id="17" name="Freeform: Shape 16">
            <a:extLst>
              <a:ext uri="{FF2B5EF4-FFF2-40B4-BE49-F238E27FC236}">
                <a16:creationId xmlns:a16="http://schemas.microsoft.com/office/drawing/2014/main" id="{9F133142-158A-9674-5803-6DE9D5F74D14}"/>
              </a:ext>
            </a:extLst>
          </p:cNvPr>
          <p:cNvSpPr/>
          <p:nvPr/>
        </p:nvSpPr>
        <p:spPr>
          <a:xfrm>
            <a:off x="5130360" y="4878056"/>
            <a:ext cx="91440" cy="377077"/>
          </a:xfrm>
          <a:custGeom>
            <a:avLst/>
            <a:gdLst/>
            <a:ahLst/>
            <a:cxnLst/>
            <a:rect l="0" t="0" r="0" b="0"/>
            <a:pathLst>
              <a:path>
                <a:moveTo>
                  <a:pt x="45720" y="0"/>
                </a:moveTo>
                <a:lnTo>
                  <a:pt x="4572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18" name="Freeform: Shape 17">
            <a:extLst>
              <a:ext uri="{FF2B5EF4-FFF2-40B4-BE49-F238E27FC236}">
                <a16:creationId xmlns:a16="http://schemas.microsoft.com/office/drawing/2014/main" id="{419F7429-7FA7-52F3-F905-52EA5B66CCF0}"/>
              </a:ext>
            </a:extLst>
          </p:cNvPr>
          <p:cNvSpPr/>
          <p:nvPr/>
        </p:nvSpPr>
        <p:spPr>
          <a:xfrm>
            <a:off x="4469060" y="5255134"/>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C-B</a:t>
            </a:r>
            <a:endParaRPr lang="LID4096" sz="4100" kern="1200" dirty="0"/>
          </a:p>
        </p:txBody>
      </p:sp>
      <p:sp>
        <p:nvSpPr>
          <p:cNvPr id="19" name="Freeform: Shape 18">
            <a:extLst>
              <a:ext uri="{FF2B5EF4-FFF2-40B4-BE49-F238E27FC236}">
                <a16:creationId xmlns:a16="http://schemas.microsoft.com/office/drawing/2014/main" id="{8E699D9B-0835-4A14-A154-081C6009BAEC}"/>
              </a:ext>
            </a:extLst>
          </p:cNvPr>
          <p:cNvSpPr/>
          <p:nvPr/>
        </p:nvSpPr>
        <p:spPr>
          <a:xfrm>
            <a:off x="5176080" y="2238515"/>
            <a:ext cx="919125" cy="377077"/>
          </a:xfrm>
          <a:custGeom>
            <a:avLst/>
            <a:gdLst/>
            <a:ahLst/>
            <a:cxnLst/>
            <a:rect l="0" t="0" r="0" b="0"/>
            <a:pathLst>
              <a:path>
                <a:moveTo>
                  <a:pt x="919125" y="0"/>
                </a:moveTo>
                <a:lnTo>
                  <a:pt x="919125" y="188538"/>
                </a:lnTo>
                <a:lnTo>
                  <a:pt x="0" y="188538"/>
                </a:lnTo>
                <a:lnTo>
                  <a:pt x="0" y="377077"/>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20" name="Freeform: Shape 19">
            <a:extLst>
              <a:ext uri="{FF2B5EF4-FFF2-40B4-BE49-F238E27FC236}">
                <a16:creationId xmlns:a16="http://schemas.microsoft.com/office/drawing/2014/main" id="{DFC94233-742C-EE1C-8EA4-ACA20123C5D3}"/>
              </a:ext>
            </a:extLst>
          </p:cNvPr>
          <p:cNvSpPr/>
          <p:nvPr/>
        </p:nvSpPr>
        <p:spPr>
          <a:xfrm>
            <a:off x="4469060" y="261559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A-C</a:t>
            </a:r>
            <a:endParaRPr lang="LID4096" sz="4100" kern="1200" dirty="0"/>
          </a:p>
        </p:txBody>
      </p:sp>
      <p:sp>
        <p:nvSpPr>
          <p:cNvPr id="21" name="Freeform: Shape 20">
            <a:extLst>
              <a:ext uri="{FF2B5EF4-FFF2-40B4-BE49-F238E27FC236}">
                <a16:creationId xmlns:a16="http://schemas.microsoft.com/office/drawing/2014/main" id="{C84FB02F-9066-60B6-5BAF-3F1E80F68544}"/>
              </a:ext>
            </a:extLst>
          </p:cNvPr>
          <p:cNvSpPr/>
          <p:nvPr/>
        </p:nvSpPr>
        <p:spPr>
          <a:xfrm>
            <a:off x="6095206" y="2238515"/>
            <a:ext cx="2757377" cy="377077"/>
          </a:xfrm>
          <a:custGeom>
            <a:avLst/>
            <a:gdLst/>
            <a:ahLst/>
            <a:cxnLst/>
            <a:rect l="0" t="0" r="0" b="0"/>
            <a:pathLst>
              <a:path>
                <a:moveTo>
                  <a:pt x="0" y="0"/>
                </a:moveTo>
                <a:lnTo>
                  <a:pt x="0" y="188538"/>
                </a:lnTo>
                <a:lnTo>
                  <a:pt x="2757377" y="188538"/>
                </a:lnTo>
                <a:lnTo>
                  <a:pt x="2757377" y="377077"/>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22" name="Freeform: Shape 21">
            <a:extLst>
              <a:ext uri="{FF2B5EF4-FFF2-40B4-BE49-F238E27FC236}">
                <a16:creationId xmlns:a16="http://schemas.microsoft.com/office/drawing/2014/main" id="{AC11739F-1D20-B5ED-AD3E-1390FFE938E8}"/>
              </a:ext>
            </a:extLst>
          </p:cNvPr>
          <p:cNvSpPr/>
          <p:nvPr/>
        </p:nvSpPr>
        <p:spPr>
          <a:xfrm>
            <a:off x="8145563" y="261559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H(2)</a:t>
            </a:r>
            <a:endParaRPr lang="LID4096" sz="4100" kern="1200" dirty="0"/>
          </a:p>
        </p:txBody>
      </p:sp>
      <p:sp>
        <p:nvSpPr>
          <p:cNvPr id="23" name="Freeform: Shape 22">
            <a:extLst>
              <a:ext uri="{FF2B5EF4-FFF2-40B4-BE49-F238E27FC236}">
                <a16:creationId xmlns:a16="http://schemas.microsoft.com/office/drawing/2014/main" id="{4ACE9C0B-6E86-5EF0-2B6F-58C38858C3A6}"/>
              </a:ext>
            </a:extLst>
          </p:cNvPr>
          <p:cNvSpPr/>
          <p:nvPr/>
        </p:nvSpPr>
        <p:spPr>
          <a:xfrm>
            <a:off x="7014331" y="3558286"/>
            <a:ext cx="1838251" cy="377077"/>
          </a:xfrm>
          <a:custGeom>
            <a:avLst/>
            <a:gdLst/>
            <a:ahLst/>
            <a:cxnLst/>
            <a:rect l="0" t="0" r="0" b="0"/>
            <a:pathLst>
              <a:path>
                <a:moveTo>
                  <a:pt x="1838251" y="0"/>
                </a:moveTo>
                <a:lnTo>
                  <a:pt x="1838251" y="188538"/>
                </a:lnTo>
                <a:lnTo>
                  <a:pt x="0" y="188538"/>
                </a:lnTo>
                <a:lnTo>
                  <a:pt x="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24" name="Freeform: Shape 23">
            <a:extLst>
              <a:ext uri="{FF2B5EF4-FFF2-40B4-BE49-F238E27FC236}">
                <a16:creationId xmlns:a16="http://schemas.microsoft.com/office/drawing/2014/main" id="{5C750CAF-306A-A5CB-3501-34B07D43E761}"/>
              </a:ext>
            </a:extLst>
          </p:cNvPr>
          <p:cNvSpPr/>
          <p:nvPr/>
        </p:nvSpPr>
        <p:spPr>
          <a:xfrm>
            <a:off x="6307311" y="393536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H(1)</a:t>
            </a:r>
            <a:endParaRPr lang="LID4096" sz="4100" kern="1200" dirty="0"/>
          </a:p>
        </p:txBody>
      </p:sp>
      <p:sp>
        <p:nvSpPr>
          <p:cNvPr id="25" name="Freeform: Shape 24">
            <a:extLst>
              <a:ext uri="{FF2B5EF4-FFF2-40B4-BE49-F238E27FC236}">
                <a16:creationId xmlns:a16="http://schemas.microsoft.com/office/drawing/2014/main" id="{89315316-5D72-A7B3-3BE3-9E0DD3B5615C}"/>
              </a:ext>
            </a:extLst>
          </p:cNvPr>
          <p:cNvSpPr/>
          <p:nvPr/>
        </p:nvSpPr>
        <p:spPr>
          <a:xfrm>
            <a:off x="6968611" y="4878056"/>
            <a:ext cx="91440" cy="377077"/>
          </a:xfrm>
          <a:custGeom>
            <a:avLst/>
            <a:gdLst/>
            <a:ahLst/>
            <a:cxnLst/>
            <a:rect l="0" t="0" r="0" b="0"/>
            <a:pathLst>
              <a:path>
                <a:moveTo>
                  <a:pt x="45720" y="0"/>
                </a:moveTo>
                <a:lnTo>
                  <a:pt x="4572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26" name="Freeform: Shape 25">
            <a:extLst>
              <a:ext uri="{FF2B5EF4-FFF2-40B4-BE49-F238E27FC236}">
                <a16:creationId xmlns:a16="http://schemas.microsoft.com/office/drawing/2014/main" id="{D1FEBA5C-C0AE-BB01-5D8D-08615C2336F9}"/>
              </a:ext>
            </a:extLst>
          </p:cNvPr>
          <p:cNvSpPr/>
          <p:nvPr/>
        </p:nvSpPr>
        <p:spPr>
          <a:xfrm>
            <a:off x="6307311" y="5255134"/>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B-A</a:t>
            </a:r>
            <a:endParaRPr lang="LID4096" sz="4100" kern="1200" dirty="0"/>
          </a:p>
        </p:txBody>
      </p:sp>
      <p:sp>
        <p:nvSpPr>
          <p:cNvPr id="27" name="Freeform: Shape 26">
            <a:extLst>
              <a:ext uri="{FF2B5EF4-FFF2-40B4-BE49-F238E27FC236}">
                <a16:creationId xmlns:a16="http://schemas.microsoft.com/office/drawing/2014/main" id="{1D3F4F19-ED42-1C4C-4513-72C16272163C}"/>
              </a:ext>
            </a:extLst>
          </p:cNvPr>
          <p:cNvSpPr/>
          <p:nvPr/>
        </p:nvSpPr>
        <p:spPr>
          <a:xfrm>
            <a:off x="8806863" y="3558286"/>
            <a:ext cx="91440" cy="377077"/>
          </a:xfrm>
          <a:custGeom>
            <a:avLst/>
            <a:gdLst/>
            <a:ahLst/>
            <a:cxnLst/>
            <a:rect l="0" t="0" r="0" b="0"/>
            <a:pathLst>
              <a:path>
                <a:moveTo>
                  <a:pt x="45720" y="0"/>
                </a:moveTo>
                <a:lnTo>
                  <a:pt x="4572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28" name="Freeform: Shape 27">
            <a:extLst>
              <a:ext uri="{FF2B5EF4-FFF2-40B4-BE49-F238E27FC236}">
                <a16:creationId xmlns:a16="http://schemas.microsoft.com/office/drawing/2014/main" id="{AE63BCBF-FB35-1F1A-BD0D-F08BD8743F2F}"/>
              </a:ext>
            </a:extLst>
          </p:cNvPr>
          <p:cNvSpPr/>
          <p:nvPr/>
        </p:nvSpPr>
        <p:spPr>
          <a:xfrm>
            <a:off x="8145563" y="393536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B-C</a:t>
            </a:r>
            <a:endParaRPr lang="LID4096" sz="4100" kern="1200" dirty="0"/>
          </a:p>
        </p:txBody>
      </p:sp>
      <p:sp>
        <p:nvSpPr>
          <p:cNvPr id="29" name="Freeform: Shape 28">
            <a:extLst>
              <a:ext uri="{FF2B5EF4-FFF2-40B4-BE49-F238E27FC236}">
                <a16:creationId xmlns:a16="http://schemas.microsoft.com/office/drawing/2014/main" id="{25BF505D-1E48-7E5D-E9C7-D080D5BB38BE}"/>
              </a:ext>
            </a:extLst>
          </p:cNvPr>
          <p:cNvSpPr/>
          <p:nvPr/>
        </p:nvSpPr>
        <p:spPr>
          <a:xfrm>
            <a:off x="8852583" y="3558286"/>
            <a:ext cx="1838251" cy="377077"/>
          </a:xfrm>
          <a:custGeom>
            <a:avLst/>
            <a:gdLst/>
            <a:ahLst/>
            <a:cxnLst/>
            <a:rect l="0" t="0" r="0" b="0"/>
            <a:pathLst>
              <a:path>
                <a:moveTo>
                  <a:pt x="0" y="0"/>
                </a:moveTo>
                <a:lnTo>
                  <a:pt x="0" y="188538"/>
                </a:lnTo>
                <a:lnTo>
                  <a:pt x="1838251" y="188538"/>
                </a:lnTo>
                <a:lnTo>
                  <a:pt x="1838251"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30" name="Freeform: Shape 29">
            <a:extLst>
              <a:ext uri="{FF2B5EF4-FFF2-40B4-BE49-F238E27FC236}">
                <a16:creationId xmlns:a16="http://schemas.microsoft.com/office/drawing/2014/main" id="{036D4931-C104-549E-E53D-64926E923A44}"/>
              </a:ext>
            </a:extLst>
          </p:cNvPr>
          <p:cNvSpPr/>
          <p:nvPr/>
        </p:nvSpPr>
        <p:spPr>
          <a:xfrm>
            <a:off x="9983815" y="3935363"/>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H(1)</a:t>
            </a:r>
            <a:endParaRPr lang="LID4096" sz="4100" kern="1200" dirty="0"/>
          </a:p>
        </p:txBody>
      </p:sp>
      <p:sp>
        <p:nvSpPr>
          <p:cNvPr id="31" name="Freeform: Shape 30">
            <a:extLst>
              <a:ext uri="{FF2B5EF4-FFF2-40B4-BE49-F238E27FC236}">
                <a16:creationId xmlns:a16="http://schemas.microsoft.com/office/drawing/2014/main" id="{019DA766-62E0-B678-7BC3-3BA4D4C04AA3}"/>
              </a:ext>
            </a:extLst>
          </p:cNvPr>
          <p:cNvSpPr/>
          <p:nvPr/>
        </p:nvSpPr>
        <p:spPr>
          <a:xfrm>
            <a:off x="10645115" y="4878056"/>
            <a:ext cx="91440" cy="377077"/>
          </a:xfrm>
          <a:custGeom>
            <a:avLst/>
            <a:gdLst/>
            <a:ahLst/>
            <a:cxnLst/>
            <a:rect l="0" t="0" r="0" b="0"/>
            <a:pathLst>
              <a:path>
                <a:moveTo>
                  <a:pt x="45720" y="0"/>
                </a:moveTo>
                <a:lnTo>
                  <a:pt x="45720" y="377077"/>
                </a:lnTo>
              </a:path>
            </a:pathLst>
          </a:custGeom>
          <a:noFill/>
        </p:spPr>
        <p:style>
          <a:lnRef idx="2">
            <a:schemeClr val="dk1">
              <a:shade val="8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LID4096"/>
          </a:p>
        </p:txBody>
      </p:sp>
      <p:sp>
        <p:nvSpPr>
          <p:cNvPr id="32" name="Freeform: Shape 31">
            <a:extLst>
              <a:ext uri="{FF2B5EF4-FFF2-40B4-BE49-F238E27FC236}">
                <a16:creationId xmlns:a16="http://schemas.microsoft.com/office/drawing/2014/main" id="{53753425-CB2C-BDA5-353D-6C3273F82800}"/>
              </a:ext>
            </a:extLst>
          </p:cNvPr>
          <p:cNvSpPr/>
          <p:nvPr/>
        </p:nvSpPr>
        <p:spPr>
          <a:xfrm>
            <a:off x="9983815" y="5255134"/>
            <a:ext cx="1414039" cy="942693"/>
          </a:xfrm>
          <a:custGeom>
            <a:avLst/>
            <a:gdLst>
              <a:gd name="connsiteX0" fmla="*/ 0 w 1414039"/>
              <a:gd name="connsiteY0" fmla="*/ 94269 h 942693"/>
              <a:gd name="connsiteX1" fmla="*/ 94269 w 1414039"/>
              <a:gd name="connsiteY1" fmla="*/ 0 h 942693"/>
              <a:gd name="connsiteX2" fmla="*/ 1319770 w 1414039"/>
              <a:gd name="connsiteY2" fmla="*/ 0 h 942693"/>
              <a:gd name="connsiteX3" fmla="*/ 1414039 w 1414039"/>
              <a:gd name="connsiteY3" fmla="*/ 94269 h 942693"/>
              <a:gd name="connsiteX4" fmla="*/ 1414039 w 1414039"/>
              <a:gd name="connsiteY4" fmla="*/ 848424 h 942693"/>
              <a:gd name="connsiteX5" fmla="*/ 1319770 w 1414039"/>
              <a:gd name="connsiteY5" fmla="*/ 942693 h 942693"/>
              <a:gd name="connsiteX6" fmla="*/ 94269 w 1414039"/>
              <a:gd name="connsiteY6" fmla="*/ 942693 h 942693"/>
              <a:gd name="connsiteX7" fmla="*/ 0 w 1414039"/>
              <a:gd name="connsiteY7" fmla="*/ 848424 h 942693"/>
              <a:gd name="connsiteX8" fmla="*/ 0 w 1414039"/>
              <a:gd name="connsiteY8" fmla="*/ 94269 h 94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039" h="942693">
                <a:moveTo>
                  <a:pt x="0" y="94269"/>
                </a:moveTo>
                <a:cubicBezTo>
                  <a:pt x="0" y="42206"/>
                  <a:pt x="42206" y="0"/>
                  <a:pt x="94269" y="0"/>
                </a:cubicBezTo>
                <a:lnTo>
                  <a:pt x="1319770" y="0"/>
                </a:lnTo>
                <a:cubicBezTo>
                  <a:pt x="1371833" y="0"/>
                  <a:pt x="1414039" y="42206"/>
                  <a:pt x="1414039" y="94269"/>
                </a:cubicBezTo>
                <a:lnTo>
                  <a:pt x="1414039" y="848424"/>
                </a:lnTo>
                <a:cubicBezTo>
                  <a:pt x="1414039" y="900487"/>
                  <a:pt x="1371833" y="942693"/>
                  <a:pt x="1319770" y="942693"/>
                </a:cubicBezTo>
                <a:lnTo>
                  <a:pt x="94269" y="942693"/>
                </a:lnTo>
                <a:cubicBezTo>
                  <a:pt x="42206" y="942693"/>
                  <a:pt x="0" y="900487"/>
                  <a:pt x="0" y="848424"/>
                </a:cubicBezTo>
                <a:lnTo>
                  <a:pt x="0" y="9426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83821" tIns="183821" rIns="183821" bIns="183821" numCol="1" spcCol="1270" anchor="ctr" anchorCtr="0">
            <a:noAutofit/>
          </a:bodyPr>
          <a:lstStyle/>
          <a:p>
            <a:pPr marL="0" lvl="0" indent="0" algn="ctr" defTabSz="1822450">
              <a:lnSpc>
                <a:spcPct val="90000"/>
              </a:lnSpc>
              <a:spcBef>
                <a:spcPct val="0"/>
              </a:spcBef>
              <a:spcAft>
                <a:spcPct val="35000"/>
              </a:spcAft>
              <a:buNone/>
            </a:pPr>
            <a:r>
              <a:rPr lang="en-US" sz="4100" kern="1200" dirty="0"/>
              <a:t>A-C</a:t>
            </a:r>
            <a:endParaRPr lang="LID4096" sz="4100" kern="1200" dirty="0"/>
          </a:p>
        </p:txBody>
      </p:sp>
      <p:sp>
        <p:nvSpPr>
          <p:cNvPr id="3" name="Content Placeholder 2">
            <a:extLst>
              <a:ext uri="{FF2B5EF4-FFF2-40B4-BE49-F238E27FC236}">
                <a16:creationId xmlns:a16="http://schemas.microsoft.com/office/drawing/2014/main" id="{DD022F59-9B4F-D644-85CB-09F067DAB76E}"/>
              </a:ext>
            </a:extLst>
          </p:cNvPr>
          <p:cNvSpPr txBox="1">
            <a:spLocks/>
          </p:cNvSpPr>
          <p:nvPr/>
        </p:nvSpPr>
        <p:spPr>
          <a:xfrm>
            <a:off x="220384" y="6280219"/>
            <a:ext cx="11743016" cy="577779"/>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Note! When H3 calls H2 on left, it swaps B and C. Similarly, A and B are swapped on right side.</a:t>
            </a:r>
          </a:p>
        </p:txBody>
      </p:sp>
    </p:spTree>
    <p:extLst>
      <p:ext uri="{BB962C8B-B14F-4D97-AF65-F5344CB8AC3E}">
        <p14:creationId xmlns:p14="http://schemas.microsoft.com/office/powerpoint/2010/main" val="404681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2b</a:t>
            </a:r>
          </a:p>
        </p:txBody>
      </p:sp>
      <p:graphicFrame>
        <p:nvGraphicFramePr>
          <p:cNvPr id="5" name="Diagram 4">
            <a:extLst>
              <a:ext uri="{FF2B5EF4-FFF2-40B4-BE49-F238E27FC236}">
                <a16:creationId xmlns:a16="http://schemas.microsoft.com/office/drawing/2014/main" id="{AD9398BB-6895-3CF2-1715-C26530213ED8}"/>
              </a:ext>
            </a:extLst>
          </p:cNvPr>
          <p:cNvGraphicFramePr/>
          <p:nvPr/>
        </p:nvGraphicFramePr>
        <p:xfrm>
          <a:off x="227012" y="1293817"/>
          <a:ext cx="11736388" cy="5564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1216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2b</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139258E0-5641-0C6F-945C-B23D44BC5D3E}"/>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Time complexity:</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e>
                    </m:d>
                    <m:r>
                      <a:rPr lang="en-US" sz="3000" b="0" i="1" smtClean="0">
                        <a:latin typeface="Cambria Math" panose="02040503050406030204" pitchFamily="18" charset="0"/>
                      </a:rPr>
                      <m:t>=1, </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2</m:t>
                        </m:r>
                      </m:e>
                    </m:d>
                    <m:r>
                      <a:rPr lang="en-US" sz="3000" b="0" i="1" smtClean="0">
                        <a:latin typeface="Cambria Math" panose="02040503050406030204" pitchFamily="18" charset="0"/>
                      </a:rPr>
                      <m:t>=3, </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3</m:t>
                        </m:r>
                      </m:e>
                    </m:d>
                    <m:r>
                      <a:rPr lang="en-US" sz="3000" b="0" i="1" smtClean="0">
                        <a:latin typeface="Cambria Math" panose="02040503050406030204" pitchFamily="18" charset="0"/>
                      </a:rPr>
                      <m:t>=7, </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4</m:t>
                        </m:r>
                      </m:e>
                    </m:d>
                    <m:r>
                      <a:rPr lang="en-US" sz="3000" b="0" i="1" smtClean="0">
                        <a:latin typeface="Cambria Math" panose="02040503050406030204" pitchFamily="18" charset="0"/>
                      </a:rPr>
                      <m:t>=15,…</m:t>
                    </m:r>
                  </m:oMath>
                </a14:m>
                <a:endParaRPr lang="en-US" sz="3000" b="0" dirty="0"/>
              </a:p>
              <a:p>
                <a:pPr lvl="1">
                  <a:lnSpc>
                    <a:spcPct val="120000"/>
                  </a:lnSpc>
                  <a:buFont typeface="Wingdings" panose="05000000000000000000" pitchFamily="2" charset="2"/>
                  <a:buChar char="§"/>
                </a:pPr>
                <a14:m>
                  <m:oMath xmlns:m="http://schemas.openxmlformats.org/officeDocument/2006/math">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2</m:t>
                        </m:r>
                      </m:e>
                      <m:sup>
                        <m:r>
                          <a:rPr lang="en-US" sz="3000" b="0" i="1" smtClean="0">
                            <a:latin typeface="Cambria Math" panose="02040503050406030204" pitchFamily="18" charset="0"/>
                          </a:rPr>
                          <m:t>0</m:t>
                        </m:r>
                      </m:sup>
                    </m:sSup>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2</m:t>
                        </m:r>
                      </m:e>
                      <m:sup>
                        <m:r>
                          <a:rPr lang="en-US" sz="3000" b="0" i="1" smtClean="0">
                            <a:latin typeface="Cambria Math" panose="02040503050406030204" pitchFamily="18" charset="0"/>
                          </a:rPr>
                          <m:t>1</m:t>
                        </m:r>
                      </m:sup>
                    </m:sSup>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2</m:t>
                        </m:r>
                      </m:e>
                      <m:sup>
                        <m:r>
                          <a:rPr lang="en-US" sz="3000" b="0" i="1" smtClean="0">
                            <a:latin typeface="Cambria Math" panose="02040503050406030204" pitchFamily="18" charset="0"/>
                          </a:rPr>
                          <m:t>2</m:t>
                        </m:r>
                      </m:sup>
                    </m:sSup>
                    <m:r>
                      <a:rPr lang="en-US" sz="3000" b="0" i="1" smtClean="0">
                        <a:latin typeface="Cambria Math" panose="02040503050406030204" pitchFamily="18" charset="0"/>
                      </a:rPr>
                      <m:t>+…</m:t>
                    </m:r>
                  </m:oMath>
                </a14:m>
                <a:endParaRPr lang="en-US" sz="3000" b="0" dirty="0"/>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2</m:t>
                        </m:r>
                      </m:e>
                      <m:sup>
                        <m:r>
                          <a:rPr lang="en-US" sz="3000" b="0" i="1" smtClean="0">
                            <a:latin typeface="Cambria Math" panose="02040503050406030204" pitchFamily="18" charset="0"/>
                          </a:rPr>
                          <m:t>𝑛</m:t>
                        </m:r>
                      </m:sup>
                    </m:sSup>
                    <m:r>
                      <a:rPr lang="en-US" sz="3000" b="0" i="1" smtClean="0">
                        <a:latin typeface="Cambria Math" panose="02040503050406030204" pitchFamily="18" charset="0"/>
                      </a:rPr>
                      <m:t>−1</m:t>
                    </m:r>
                  </m:oMath>
                </a14:m>
                <a:endParaRPr lang="en-US" sz="3000" dirty="0"/>
              </a:p>
              <a:p>
                <a:pPr>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2</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+1+</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=2</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e>
                    </m:d>
                    <m:r>
                      <a:rPr lang="en-US" sz="3200" b="0" i="1" smtClean="0">
                        <a:latin typeface="Cambria Math" panose="02040503050406030204" pitchFamily="18" charset="0"/>
                      </a:rPr>
                      <m:t>+1=2</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+1=3</m:t>
                    </m:r>
                  </m:oMath>
                </a14:m>
                <a:endParaRPr lang="en-US" sz="3200" b="0" dirty="0"/>
              </a:p>
              <a:p>
                <a:pPr>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3</m:t>
                        </m:r>
                      </m:e>
                    </m:d>
                    <m:r>
                      <a:rPr lang="en-US" sz="3200" b="0" i="1" smtClean="0">
                        <a:latin typeface="Cambria Math" panose="02040503050406030204" pitchFamily="18" charset="0"/>
                      </a:rPr>
                      <m:t>=2</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3</m:t>
                        </m:r>
                      </m:e>
                    </m:d>
                    <m:r>
                      <a:rPr lang="en-US" sz="3200" i="1">
                        <a:latin typeface="Cambria Math" panose="02040503050406030204" pitchFamily="18" charset="0"/>
                      </a:rPr>
                      <m:t>+1=</m:t>
                    </m:r>
                    <m:r>
                      <a:rPr lang="en-US" sz="3200" i="1" smtClean="0">
                        <a:latin typeface="Cambria Math" panose="02040503050406030204" pitchFamily="18" charset="0"/>
                      </a:rPr>
                      <m:t>7</m:t>
                    </m:r>
                  </m:oMath>
                </a14:m>
                <a:endParaRPr lang="en-US" sz="3200" dirty="0"/>
              </a:p>
              <a:p>
                <a:pPr>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4</m:t>
                        </m:r>
                      </m:e>
                    </m:d>
                    <m:r>
                      <a:rPr lang="en-US" sz="3200" b="0" i="1" smtClean="0">
                        <a:latin typeface="Cambria Math" panose="02040503050406030204" pitchFamily="18" charset="0"/>
                      </a:rPr>
                      <m:t>=2</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7</m:t>
                        </m:r>
                      </m:e>
                    </m:d>
                    <m:r>
                      <a:rPr lang="en-US" sz="3200" b="0" i="1" smtClean="0">
                        <a:latin typeface="Cambria Math" panose="02040503050406030204" pitchFamily="18" charset="0"/>
                      </a:rPr>
                      <m:t>+1=15</m:t>
                    </m:r>
                  </m:oMath>
                </a14:m>
                <a:endParaRPr lang="en-US" sz="3200" dirty="0"/>
              </a:p>
              <a:p>
                <a:pPr>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r>
                          <a:rPr lang="en-US" sz="3200" b="0" i="1" smtClean="0">
                            <a:latin typeface="Cambria Math" panose="02040503050406030204" pitchFamily="18" charset="0"/>
                          </a:rPr>
                          <m:t>−1</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1</m:t>
                        </m:r>
                      </m:sup>
                    </m:sSup>
                    <m:r>
                      <a:rPr lang="en-US" sz="3200" b="0" i="1" smtClean="0">
                        <a:latin typeface="Cambria Math" panose="02040503050406030204" pitchFamily="18" charset="0"/>
                      </a:rPr>
                      <m:t>+1=</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sup>
                    </m:sSup>
                    <m:r>
                      <a:rPr lang="en-US" sz="3200" b="0" i="1" smtClean="0">
                        <a:latin typeface="Cambria Math" panose="02040503050406030204" pitchFamily="18" charset="0"/>
                      </a:rPr>
                      <m:t>−1</m:t>
                    </m:r>
                  </m:oMath>
                </a14:m>
                <a:endParaRPr lang="en-US" sz="3200" dirty="0"/>
              </a:p>
              <a:p>
                <a:pPr>
                  <a:lnSpc>
                    <a:spcPct val="120000"/>
                  </a:lnSpc>
                  <a:buFont typeface="Wingdings" panose="05000000000000000000" pitchFamily="2" charset="2"/>
                  <a:buChar char="§"/>
                </a:pPr>
                <a14:m>
                  <m:oMath xmlns:m="http://schemas.openxmlformats.org/officeDocument/2006/math">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2</m:t>
                            </m:r>
                          </m:e>
                          <m:sup>
                            <m:r>
                              <a:rPr lang="en-US" sz="3200" i="1">
                                <a:latin typeface="Cambria Math" panose="02040503050406030204" pitchFamily="18" charset="0"/>
                              </a:rPr>
                              <m:t>𝑛</m:t>
                            </m:r>
                          </m:sup>
                        </m:sSup>
                        <m:r>
                          <a:rPr lang="en-US" sz="3200" i="1">
                            <a:latin typeface="Cambria Math" panose="02040503050406030204" pitchFamily="18" charset="0"/>
                          </a:rPr>
                          <m:t>−1</m:t>
                        </m:r>
                      </m:e>
                    </m:d>
                    <m:r>
                      <a:rPr lang="en-US" sz="3200" b="0" i="1" smtClean="0">
                        <a:latin typeface="Cambria Math" panose="02040503050406030204" pitchFamily="18" charset="0"/>
                      </a:rPr>
                      <m:t>=</m:t>
                    </m:r>
                    <m:r>
                      <a:rPr lang="en-US" sz="3200" b="0" i="1" smtClean="0">
                        <a:latin typeface="Cambria Math" panose="02040503050406030204" pitchFamily="18" charset="0"/>
                      </a:rPr>
                      <m:t>𝑂</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sup>
                    </m:sSup>
                    <m:r>
                      <a:rPr lang="en-US" sz="3200" b="0" i="1" smtClean="0">
                        <a:latin typeface="Cambria Math" panose="02040503050406030204" pitchFamily="18" charset="0"/>
                      </a:rPr>
                      <m:t>)</m:t>
                    </m:r>
                  </m:oMath>
                </a14:m>
                <a:r>
                  <a:rPr lang="en-US" sz="3200" dirty="0"/>
                  <a:t> -- Exponential</a:t>
                </a:r>
              </a:p>
            </p:txBody>
          </p:sp>
        </mc:Choice>
        <mc:Fallback xmlns="">
          <p:sp>
            <p:nvSpPr>
              <p:cNvPr id="4" name="Content Placeholder 2">
                <a:extLst>
                  <a:ext uri="{FF2B5EF4-FFF2-40B4-BE49-F238E27FC236}">
                    <a16:creationId xmlns:a16="http://schemas.microsoft.com/office/drawing/2014/main" id="{139258E0-5641-0C6F-945C-B23D44BC5D3E}"/>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998"/>
                </a:stretch>
              </a:blipFill>
            </p:spPr>
            <p:txBody>
              <a:bodyPr/>
              <a:lstStyle/>
              <a:p>
                <a:r>
                  <a:rPr lang="LID4096">
                    <a:noFill/>
                  </a:rPr>
                  <a:t> </a:t>
                </a:r>
              </a:p>
            </p:txBody>
          </p:sp>
        </mc:Fallback>
      </mc:AlternateContent>
    </p:spTree>
    <p:extLst>
      <p:ext uri="{BB962C8B-B14F-4D97-AF65-F5344CB8AC3E}">
        <p14:creationId xmlns:p14="http://schemas.microsoft.com/office/powerpoint/2010/main" val="142752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6426</TotalTime>
  <Words>3934</Words>
  <Application>Microsoft Office PowerPoint</Application>
  <PresentationFormat>Widescreen</PresentationFormat>
  <Paragraphs>581</Paragraphs>
  <Slides>38</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Cambria Math</vt:lpstr>
      <vt:lpstr>Cascadia Code</vt:lpstr>
      <vt:lpstr>Wingdings</vt:lpstr>
      <vt:lpstr>Office Theme</vt:lpstr>
      <vt:lpstr>DESIGN AND ANALYSIS OF ALGORITHMS (113939)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178</cp:revision>
  <dcterms:created xsi:type="dcterms:W3CDTF">2022-11-22T20:08:03Z</dcterms:created>
  <dcterms:modified xsi:type="dcterms:W3CDTF">2023-12-06T11:03:31Z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