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03" r:id="rId5"/>
    <p:sldId id="2462" r:id="rId6"/>
    <p:sldId id="2644" r:id="rId7"/>
    <p:sldId id="2557" r:id="rId8"/>
    <p:sldId id="2628" r:id="rId9"/>
    <p:sldId id="2631" r:id="rId10"/>
    <p:sldId id="2632" r:id="rId11"/>
    <p:sldId id="2634" r:id="rId12"/>
    <p:sldId id="2630" r:id="rId13"/>
    <p:sldId id="2635" r:id="rId14"/>
    <p:sldId id="2636" r:id="rId15"/>
    <p:sldId id="2629" r:id="rId16"/>
    <p:sldId id="2637" r:id="rId17"/>
    <p:sldId id="2638" r:id="rId18"/>
    <p:sldId id="2639" r:id="rId19"/>
    <p:sldId id="2640" r:id="rId20"/>
    <p:sldId id="2641" r:id="rId21"/>
    <p:sldId id="2642" r:id="rId22"/>
    <p:sldId id="2643" r:id="rId23"/>
    <p:sldId id="243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D4F5E81-22EF-4282-811E-FE68E67F028A}" v="2911" dt="2024-01-04T07:11:29.42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6" autoAdjust="0"/>
    <p:restoredTop sz="92941" autoAdjust="0"/>
  </p:normalViewPr>
  <p:slideViewPr>
    <p:cSldViewPr snapToGrid="0">
      <p:cViewPr varScale="1">
        <p:scale>
          <a:sx n="76" d="100"/>
          <a:sy n="76" d="100"/>
        </p:scale>
        <p:origin x="696" y="67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wais Ahmed" userId="6abc7d4556b3b071" providerId="LiveId" clId="{37B963A1-BBDE-46C5-80F9-50AE1D86A8AA}"/>
    <pc:docChg chg="undo redo custSel addSld delSld modSld">
      <pc:chgData name="Owais Ahmed" userId="6abc7d4556b3b071" providerId="LiveId" clId="{37B963A1-BBDE-46C5-80F9-50AE1D86A8AA}" dt="2023-07-31T10:38:14.595" v="1196" actId="47"/>
      <pc:docMkLst>
        <pc:docMk/>
      </pc:docMkLst>
      <pc:sldChg chg="addSp modSp">
        <pc:chgData name="Owais Ahmed" userId="6abc7d4556b3b071" providerId="LiveId" clId="{37B963A1-BBDE-46C5-80F9-50AE1D86A8AA}" dt="2023-07-31T09:44:01.953" v="1034" actId="14100"/>
        <pc:sldMkLst>
          <pc:docMk/>
          <pc:sldMk cId="641030253" sldId="2479"/>
        </pc:sldMkLst>
        <pc:picChg chg="add mod">
          <ac:chgData name="Owais Ahmed" userId="6abc7d4556b3b071" providerId="LiveId" clId="{37B963A1-BBDE-46C5-80F9-50AE1D86A8AA}" dt="2023-07-31T09:44:01.953" v="1034" actId="14100"/>
          <ac:picMkLst>
            <pc:docMk/>
            <pc:sldMk cId="641030253" sldId="2479"/>
            <ac:picMk id="1026" creationId="{CFAF1355-DBB8-B5EE-C2A4-C2452A1CA5CA}"/>
          </ac:picMkLst>
        </pc:picChg>
      </pc:sldChg>
      <pc:sldChg chg="modSp del">
        <pc:chgData name="Owais Ahmed" userId="6abc7d4556b3b071" providerId="LiveId" clId="{37B963A1-BBDE-46C5-80F9-50AE1D86A8AA}" dt="2023-07-31T09:17:14.576" v="748" actId="47"/>
        <pc:sldMkLst>
          <pc:docMk/>
          <pc:sldMk cId="3876657833" sldId="2504"/>
        </pc:sldMkLst>
        <pc:spChg chg="mod">
          <ac:chgData name="Owais Ahmed" userId="6abc7d4556b3b071" providerId="LiveId" clId="{37B963A1-BBDE-46C5-80F9-50AE1D86A8AA}" dt="2023-07-31T07:54:21.860" v="8" actId="20577"/>
          <ac:spMkLst>
            <pc:docMk/>
            <pc:sldMk cId="3876657833" sldId="2504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37B963A1-BBDE-46C5-80F9-50AE1D86A8AA}" dt="2023-07-31T10:37:44.414" v="1189" actId="20577"/>
        <pc:sldMkLst>
          <pc:docMk/>
          <pc:sldMk cId="3265271046" sldId="2505"/>
        </pc:sldMkLst>
        <pc:spChg chg="mod">
          <ac:chgData name="Owais Ahmed" userId="6abc7d4556b3b071" providerId="LiveId" clId="{37B963A1-BBDE-46C5-80F9-50AE1D86A8AA}" dt="2023-07-31T10:37:44.414" v="1189" actId="20577"/>
          <ac:spMkLst>
            <pc:docMk/>
            <pc:sldMk cId="3265271046" sldId="2505"/>
            <ac:spMk id="3" creationId="{4A1C0383-58FE-E486-295E-B33B8683B938}"/>
          </ac:spMkLst>
        </pc:spChg>
        <pc:spChg chg="mod">
          <ac:chgData name="Owais Ahmed" userId="6abc7d4556b3b071" providerId="LiveId" clId="{37B963A1-BBDE-46C5-80F9-50AE1D86A8AA}" dt="2023-07-31T09:22:53.971" v="972" actId="20577"/>
          <ac:spMkLst>
            <pc:docMk/>
            <pc:sldMk cId="3265271046" sldId="2505"/>
            <ac:spMk id="215" creationId="{00000000-0000-0000-0000-000000000000}"/>
          </ac:spMkLst>
        </pc:spChg>
      </pc:sldChg>
      <pc:sldChg chg="del">
        <pc:chgData name="Owais Ahmed" userId="6abc7d4556b3b071" providerId="LiveId" clId="{37B963A1-BBDE-46C5-80F9-50AE1D86A8AA}" dt="2023-07-31T09:21:45.459" v="783" actId="47"/>
        <pc:sldMkLst>
          <pc:docMk/>
          <pc:sldMk cId="1739639881" sldId="2506"/>
        </pc:sldMkLst>
      </pc:sldChg>
      <pc:sldChg chg="del">
        <pc:chgData name="Owais Ahmed" userId="6abc7d4556b3b071" providerId="LiveId" clId="{37B963A1-BBDE-46C5-80F9-50AE1D86A8AA}" dt="2023-07-31T10:38:06.068" v="1190" actId="47"/>
        <pc:sldMkLst>
          <pc:docMk/>
          <pc:sldMk cId="1552213775" sldId="2508"/>
        </pc:sldMkLst>
      </pc:sldChg>
      <pc:sldChg chg="del">
        <pc:chgData name="Owais Ahmed" userId="6abc7d4556b3b071" providerId="LiveId" clId="{37B963A1-BBDE-46C5-80F9-50AE1D86A8AA}" dt="2023-07-31T10:38:06.999" v="1191" actId="47"/>
        <pc:sldMkLst>
          <pc:docMk/>
          <pc:sldMk cId="3768378318" sldId="2509"/>
        </pc:sldMkLst>
      </pc:sldChg>
      <pc:sldChg chg="del">
        <pc:chgData name="Owais Ahmed" userId="6abc7d4556b3b071" providerId="LiveId" clId="{37B963A1-BBDE-46C5-80F9-50AE1D86A8AA}" dt="2023-07-31T10:38:11.466" v="1192" actId="47"/>
        <pc:sldMkLst>
          <pc:docMk/>
          <pc:sldMk cId="64818802" sldId="2511"/>
        </pc:sldMkLst>
      </pc:sldChg>
      <pc:sldChg chg="del">
        <pc:chgData name="Owais Ahmed" userId="6abc7d4556b3b071" providerId="LiveId" clId="{37B963A1-BBDE-46C5-80F9-50AE1D86A8AA}" dt="2023-07-31T10:38:12.003" v="1193" actId="47"/>
        <pc:sldMkLst>
          <pc:docMk/>
          <pc:sldMk cId="2129317129" sldId="2512"/>
        </pc:sldMkLst>
      </pc:sldChg>
      <pc:sldChg chg="del">
        <pc:chgData name="Owais Ahmed" userId="6abc7d4556b3b071" providerId="LiveId" clId="{37B963A1-BBDE-46C5-80F9-50AE1D86A8AA}" dt="2023-07-31T10:38:13.201" v="1194" actId="47"/>
        <pc:sldMkLst>
          <pc:docMk/>
          <pc:sldMk cId="2427359866" sldId="2513"/>
        </pc:sldMkLst>
      </pc:sldChg>
      <pc:sldChg chg="del">
        <pc:chgData name="Owais Ahmed" userId="6abc7d4556b3b071" providerId="LiveId" clId="{37B963A1-BBDE-46C5-80F9-50AE1D86A8AA}" dt="2023-07-31T10:38:13.688" v="1195" actId="47"/>
        <pc:sldMkLst>
          <pc:docMk/>
          <pc:sldMk cId="3068889018" sldId="2514"/>
        </pc:sldMkLst>
      </pc:sldChg>
      <pc:sldChg chg="del">
        <pc:chgData name="Owais Ahmed" userId="6abc7d4556b3b071" providerId="LiveId" clId="{37B963A1-BBDE-46C5-80F9-50AE1D86A8AA}" dt="2023-07-31T10:38:14.595" v="1196" actId="47"/>
        <pc:sldMkLst>
          <pc:docMk/>
          <pc:sldMk cId="1205181684" sldId="2515"/>
        </pc:sldMkLst>
      </pc:sldChg>
      <pc:sldChg chg="addSp delSp modSp add mod delAnim modAnim modNotesTx">
        <pc:chgData name="Owais Ahmed" userId="6abc7d4556b3b071" providerId="LiveId" clId="{37B963A1-BBDE-46C5-80F9-50AE1D86A8AA}" dt="2023-07-31T09:22:46.783" v="967" actId="403"/>
        <pc:sldMkLst>
          <pc:docMk/>
          <pc:sldMk cId="2990752692" sldId="2547"/>
        </pc:sldMkLst>
        <pc:spChg chg="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15" creationId="{DC6F760B-B39C-5030-E5E4-86E3BAA89B86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6" creationId="{4D64877C-85F6-9B39-1678-973D20FB416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7" creationId="{44C1438B-BC38-00D5-EEB2-1F3CC04A3BC5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8" creationId="{80ECA507-EC6B-37A3-DBE4-A82F10397D42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19" creationId="{209A12DE-3FC7-4C93-C10F-E3E7B487CB04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0" creationId="{E628DB0C-884C-523B-770A-FE29A86777A0}"/>
          </ac:spMkLst>
        </pc:spChg>
        <pc:spChg chg="mod">
          <ac:chgData name="Owais Ahmed" userId="6abc7d4556b3b071" providerId="LiveId" clId="{37B963A1-BBDE-46C5-80F9-50AE1D86A8AA}" dt="2023-07-31T08:55:07.954" v="87" actId="165"/>
          <ac:spMkLst>
            <pc:docMk/>
            <pc:sldMk cId="2990752692" sldId="2547"/>
            <ac:spMk id="21" creationId="{984C53CB-E500-546B-DAE2-8AF058E1456A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2" creationId="{9BE88246-7287-BC44-53EF-4449075DC5BE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3" creationId="{FF497BF7-184D-AE69-79FD-2DE9102160C2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4" creationId="{F37097D9-0CF3-F099-EF6F-82A85882EA0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5" creationId="{7ACC3884-9A28-F258-79A5-B9997578653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6" creationId="{41974825-FD22-6AE1-DD38-EEB7C995FD2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27" creationId="{FF99B84C-AD39-025D-1AD7-398BA21321E2}"/>
          </ac:spMkLst>
        </pc:spChg>
        <pc:spChg chg="add mod">
          <ac:chgData name="Owais Ahmed" userId="6abc7d4556b3b071" providerId="LiveId" clId="{37B963A1-BBDE-46C5-80F9-50AE1D86A8AA}" dt="2023-07-31T09:09:14.811" v="334" actId="20577"/>
          <ac:spMkLst>
            <pc:docMk/>
            <pc:sldMk cId="2990752692" sldId="2547"/>
            <ac:spMk id="28" creationId="{3CF5A4AF-4C9B-6C47-774C-B86A9D88CB45}"/>
          </ac:spMkLst>
        </pc:spChg>
        <pc:spChg chg="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41" creationId="{65A13C73-0C8F-27B4-E786-64718770BEAE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2" creationId="{FAD223D6-B000-D11B-4311-9D22E58DD05B}"/>
          </ac:spMkLst>
        </pc:spChg>
        <pc:spChg chg="mod">
          <ac:chgData name="Owais Ahmed" userId="6abc7d4556b3b071" providerId="LiveId" clId="{37B963A1-BBDE-46C5-80F9-50AE1D86A8AA}" dt="2023-07-31T08:57:10.217" v="124" actId="165"/>
          <ac:spMkLst>
            <pc:docMk/>
            <pc:sldMk cId="2990752692" sldId="2547"/>
            <ac:spMk id="43" creationId="{737E9D41-5F4D-5970-E45A-7E773F4A923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4" creationId="{816F4A88-298B-8E58-D5D2-A2A5E8D99466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5" creationId="{0EA41C65-4FF2-E3EF-7074-CED8002578F8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6" creationId="{3C04EA08-2F73-6132-D0D5-677D1950D5B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7" creationId="{BDA10306-57CB-4BA0-9EC3-A496E294E95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8" creationId="{C1100074-A548-2509-ED52-EB7C38593BC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49" creationId="{CAD70082-5D12-C389-1250-2B501F7083E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0" creationId="{0AE7C3E5-5A63-B98D-5393-99A5BD716A1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1" creationId="{BFDE44AD-225D-0228-1B4F-AD622A3F3D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2" creationId="{17B4C07E-F879-E532-325D-6FF08D8505F5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53" creationId="{DBACB512-33CF-F8B0-F274-8E68DEEA6F61}"/>
          </ac:spMkLst>
        </pc:spChg>
        <pc:spChg chg="add mod topLvl">
          <ac:chgData name="Owais Ahmed" userId="6abc7d4556b3b071" providerId="LiveId" clId="{37B963A1-BBDE-46C5-80F9-50AE1D86A8AA}" dt="2023-07-31T09:20:36.919" v="776" actId="164"/>
          <ac:spMkLst>
            <pc:docMk/>
            <pc:sldMk cId="2990752692" sldId="2547"/>
            <ac:spMk id="54" creationId="{99338666-DEB8-F6EC-51E5-745FCFA2E885}"/>
          </ac:spMkLst>
        </pc:spChg>
        <pc:spChg chg="add mod topLvl">
          <ac:chgData name="Owais Ahmed" userId="6abc7d4556b3b071" providerId="LiveId" clId="{37B963A1-BBDE-46C5-80F9-50AE1D86A8AA}" dt="2023-07-31T09:20:49.945" v="777" actId="164"/>
          <ac:spMkLst>
            <pc:docMk/>
            <pc:sldMk cId="2990752692" sldId="2547"/>
            <ac:spMk id="55" creationId="{30288481-E2CE-CAE2-718C-4835D8DD75DC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59" creationId="{AEBA77B2-6B0E-289B-7846-D44A6069D647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0" creationId="{EFC90799-BF57-EE8B-DF49-5414F3CF27C9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61" creationId="{88132603-AC6B-83B7-25E0-6DF149BFC222}"/>
          </ac:spMkLst>
        </pc:spChg>
        <pc:spChg chg="add del mod">
          <ac:chgData name="Owais Ahmed" userId="6abc7d4556b3b071" providerId="LiveId" clId="{37B963A1-BBDE-46C5-80F9-50AE1D86A8AA}" dt="2023-07-31T09:12:52.925" v="650" actId="478"/>
          <ac:spMkLst>
            <pc:docMk/>
            <pc:sldMk cId="2990752692" sldId="2547"/>
            <ac:spMk id="62" creationId="{160F6A0F-14C0-D289-3FA8-8B642113998A}"/>
          </ac:spMkLst>
        </pc:spChg>
        <pc:spChg chg="add mod">
          <ac:chgData name="Owais Ahmed" userId="6abc7d4556b3b071" providerId="LiveId" clId="{37B963A1-BBDE-46C5-80F9-50AE1D86A8AA}" dt="2023-07-31T09:11:03.076" v="428"/>
          <ac:spMkLst>
            <pc:docMk/>
            <pc:sldMk cId="2990752692" sldId="2547"/>
            <ac:spMk id="63" creationId="{17FDEC2C-8828-23D7-6FE5-B3BA1A6B574A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4" creationId="{054B95CB-9A51-3048-2AAA-192413CAEA37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5" creationId="{AFE9CA9E-E9CD-B864-B428-15F9F133750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6" creationId="{51288A97-1F21-E43E-415E-B6D252BC28BB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7" creationId="{7498511B-4AAA-3BA2-C7F2-62B8E45AE402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8" creationId="{237D90D8-4CC0-D47B-4942-0F53F202BA1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79" creationId="{4016E780-3ABC-EE2C-C6F6-D87FB4ECC018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0" creationId="{15E31881-E118-5136-F65C-C5B20360AB1F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1" creationId="{5FDBC11E-AE4C-3A31-FE83-8475CA853C44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2" creationId="{DB2AC896-002B-3199-5EF5-7B030B2C49D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3" creationId="{56A86C1C-8240-E041-F883-9D23A4696CBE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4" creationId="{4E3590E7-5AFF-1105-07E2-B3D2C3CDFDCD}"/>
          </ac:spMkLst>
        </pc:spChg>
        <pc:spChg chg="mod">
          <ac:chgData name="Owais Ahmed" userId="6abc7d4556b3b071" providerId="LiveId" clId="{37B963A1-BBDE-46C5-80F9-50AE1D86A8AA}" dt="2023-07-31T09:14:12.764" v="658"/>
          <ac:spMkLst>
            <pc:docMk/>
            <pc:sldMk cId="2990752692" sldId="2547"/>
            <ac:spMk id="85" creationId="{8E1A532B-218C-2D90-CA75-17A455384A69}"/>
          </ac:spMkLst>
        </pc:spChg>
        <pc:spChg chg="add del mod">
          <ac:chgData name="Owais Ahmed" userId="6abc7d4556b3b071" providerId="LiveId" clId="{37B963A1-BBDE-46C5-80F9-50AE1D86A8AA}" dt="2023-07-31T09:14:18.628" v="661"/>
          <ac:spMkLst>
            <pc:docMk/>
            <pc:sldMk cId="2990752692" sldId="2547"/>
            <ac:spMk id="86" creationId="{524622F4-397C-F654-14E9-70C0987CC37C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8" creationId="{41A8297C-ABA5-9274-136D-4E111480AD79}"/>
          </ac:spMkLst>
        </pc:spChg>
        <pc:spChg chg="mod topLvl">
          <ac:chgData name="Owais Ahmed" userId="6abc7d4556b3b071" providerId="LiveId" clId="{37B963A1-BBDE-46C5-80F9-50AE1D86A8AA}" dt="2023-07-31T09:21:01.400" v="778" actId="164"/>
          <ac:spMkLst>
            <pc:docMk/>
            <pc:sldMk cId="2990752692" sldId="2547"/>
            <ac:spMk id="99" creationId="{9584D462-E423-388D-2266-47477C49C31C}"/>
          </ac:spMkLst>
        </pc:spChg>
        <pc:spChg chg="del mod">
          <ac:chgData name="Owais Ahmed" userId="6abc7d4556b3b071" providerId="LiveId" clId="{37B963A1-BBDE-46C5-80F9-50AE1D86A8AA}" dt="2023-07-31T09:15:11.007" v="723" actId="478"/>
          <ac:spMkLst>
            <pc:docMk/>
            <pc:sldMk cId="2990752692" sldId="2547"/>
            <ac:spMk id="100" creationId="{79F34ECD-37F8-E73F-69C3-A735E6B1FA95}"/>
          </ac:spMkLst>
        </pc:spChg>
        <pc:spChg chg="del mod">
          <ac:chgData name="Owais Ahmed" userId="6abc7d4556b3b071" providerId="LiveId" clId="{37B963A1-BBDE-46C5-80F9-50AE1D86A8AA}" dt="2023-07-31T09:15:13.387" v="724" actId="478"/>
          <ac:spMkLst>
            <pc:docMk/>
            <pc:sldMk cId="2990752692" sldId="2547"/>
            <ac:spMk id="101" creationId="{51A59373-AAE3-3C8A-1697-4A1D330D8960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2" creationId="{0BCCD3B4-01D0-57D5-D52B-40832A8C8689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3" creationId="{C6C495E4-99CE-CB65-1420-9DB3F247FAAC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4" creationId="{E11B8839-4A1F-FB0D-AA32-3C5372CE22A1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5" creationId="{64083CC9-ED12-5FC8-A52B-538E0A11B19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6" creationId="{D75BF01A-643E-8360-A035-6FA5364E8697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7" creationId="{1C2C9ECC-518F-6D02-D63E-8AB8D76A5873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8" creationId="{9F7DFCFF-A102-C552-2CF8-FE071673ABA4}"/>
          </ac:spMkLst>
        </pc:spChg>
        <pc:spChg chg="mod">
          <ac:chgData name="Owais Ahmed" userId="6abc7d4556b3b071" providerId="LiveId" clId="{37B963A1-BBDE-46C5-80F9-50AE1D86A8AA}" dt="2023-07-31T09:18:02.201" v="750" actId="165"/>
          <ac:spMkLst>
            <pc:docMk/>
            <pc:sldMk cId="2990752692" sldId="2547"/>
            <ac:spMk id="109" creationId="{26FD8ED5-0C54-2EFE-D452-97FE056785F4}"/>
          </ac:spMkLst>
        </pc:spChg>
        <pc:spChg chg="add mod">
          <ac:chgData name="Owais Ahmed" userId="6abc7d4556b3b071" providerId="LiveId" clId="{37B963A1-BBDE-46C5-80F9-50AE1D86A8AA}" dt="2023-07-31T09:22:46.783" v="967" actId="403"/>
          <ac:spMkLst>
            <pc:docMk/>
            <pc:sldMk cId="2990752692" sldId="2547"/>
            <ac:spMk id="110" creationId="{994AD577-6239-2F68-872C-AA6C8C208077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08" creationId="{A8900986-A791-5508-527D-C578EE5A78C8}"/>
          </ac:spMkLst>
        </pc:spChg>
        <pc:spChg chg="mod">
          <ac:chgData name="Owais Ahmed" userId="6abc7d4556b3b071" providerId="LiveId" clId="{37B963A1-BBDE-46C5-80F9-50AE1D86A8AA}" dt="2023-07-31T09:07:57.614" v="302" actId="20577"/>
          <ac:spMkLst>
            <pc:docMk/>
            <pc:sldMk cId="2990752692" sldId="2547"/>
            <ac:spMk id="209" creationId="{AAA43F44-647B-CB8D-BCAC-E299685A40F4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1" creationId="{52539592-0EE2-2D23-2ABA-F7517973BB8B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2" creationId="{DD1F2B0A-F119-5E75-2FFB-9356CD556EC2}"/>
          </ac:spMkLst>
        </pc:spChg>
        <pc:spChg chg="mod">
          <ac:chgData name="Owais Ahmed" userId="6abc7d4556b3b071" providerId="LiveId" clId="{37B963A1-BBDE-46C5-80F9-50AE1D86A8AA}" dt="2023-07-31T09:21:51.886" v="801" actId="20577"/>
          <ac:spMkLst>
            <pc:docMk/>
            <pc:sldMk cId="2990752692" sldId="2547"/>
            <ac:spMk id="215" creationId="{00000000-0000-0000-0000-000000000000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8" creationId="{BBD9C430-4629-F148-2C37-17C2EDE09C33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19" creationId="{53460AF4-0032-6555-57DC-BA2EEEAA131D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2" creationId="{48C0295F-C14C-A447-3B45-BF5524FF2B06}"/>
          </ac:spMkLst>
        </pc:spChg>
        <pc:spChg chg="mod">
          <ac:chgData name="Owais Ahmed" userId="6abc7d4556b3b071" providerId="LiveId" clId="{37B963A1-BBDE-46C5-80F9-50AE1D86A8AA}" dt="2023-07-31T08:53:08.545" v="50" actId="165"/>
          <ac:spMkLst>
            <pc:docMk/>
            <pc:sldMk cId="2990752692" sldId="2547"/>
            <ac:spMk id="223" creationId="{22BB3F06-A225-A578-EDD8-E0F56E540DC4}"/>
          </ac:spMkLst>
        </pc:spChg>
        <pc:spChg chg="del">
          <ac:chgData name="Owais Ahmed" userId="6abc7d4556b3b071" providerId="LiveId" clId="{37B963A1-BBDE-46C5-80F9-50AE1D86A8AA}" dt="2023-07-31T08:52:59.720" v="47" actId="478"/>
          <ac:spMkLst>
            <pc:docMk/>
            <pc:sldMk cId="2990752692" sldId="2547"/>
            <ac:spMk id="226" creationId="{B8468FD2-3C33-1896-5CFD-8300B56B7B2C}"/>
          </ac:spMkLst>
        </pc:spChg>
        <pc:spChg chg="del">
          <ac:chgData name="Owais Ahmed" userId="6abc7d4556b3b071" providerId="LiveId" clId="{37B963A1-BBDE-46C5-80F9-50AE1D86A8AA}" dt="2023-07-31T08:53:01.734" v="48" actId="478"/>
          <ac:spMkLst>
            <pc:docMk/>
            <pc:sldMk cId="2990752692" sldId="2547"/>
            <ac:spMk id="227" creationId="{46DB5FFD-5E7C-35A5-6E4A-0E828F199716}"/>
          </ac:spMkLst>
        </pc:spChg>
        <pc:spChg chg="del">
          <ac:chgData name="Owais Ahmed" userId="6abc7d4556b3b071" providerId="LiveId" clId="{37B963A1-BBDE-46C5-80F9-50AE1D86A8AA}" dt="2023-07-31T08:52:58.331" v="46" actId="478"/>
          <ac:spMkLst>
            <pc:docMk/>
            <pc:sldMk cId="2990752692" sldId="2547"/>
            <ac:spMk id="230" creationId="{C8C215B8-9C7C-9FC3-9055-9E8E1FA346BD}"/>
          </ac:spMkLst>
        </pc:spChg>
        <pc:spChg chg="del">
          <ac:chgData name="Owais Ahmed" userId="6abc7d4556b3b071" providerId="LiveId" clId="{37B963A1-BBDE-46C5-80F9-50AE1D86A8AA}" dt="2023-07-31T08:52:56.848" v="45" actId="478"/>
          <ac:spMkLst>
            <pc:docMk/>
            <pc:sldMk cId="2990752692" sldId="2547"/>
            <ac:spMk id="231" creationId="{8F173504-B851-0ABC-91A8-3CE2CF41B0FB}"/>
          </ac:spMkLst>
        </pc:spChg>
        <pc:spChg chg="mod topLvl">
          <ac:chgData name="Owais Ahmed" userId="6abc7d4556b3b071" providerId="LiveId" clId="{37B963A1-BBDE-46C5-80F9-50AE1D86A8AA}" dt="2023-07-31T09:09:16.961" v="335" actId="20577"/>
          <ac:spMkLst>
            <pc:docMk/>
            <pc:sldMk cId="2990752692" sldId="2547"/>
            <ac:spMk id="233" creationId="{238000E0-F9ED-18FE-FC50-1877EC95625B}"/>
          </ac:spMkLst>
        </pc:spChg>
        <pc:spChg chg="del">
          <ac:chgData name="Owais Ahmed" userId="6abc7d4556b3b071" providerId="LiveId" clId="{37B963A1-BBDE-46C5-80F9-50AE1D86A8AA}" dt="2023-07-31T07:55:32.504" v="38" actId="478"/>
          <ac:spMkLst>
            <pc:docMk/>
            <pc:sldMk cId="2990752692" sldId="2547"/>
            <ac:spMk id="314" creationId="{9BB302EC-15E9-A29A-0919-1062103F1032}"/>
          </ac:spMkLst>
        </pc:spChg>
        <pc:grpChg chg="add del mod">
          <ac:chgData name="Owais Ahmed" userId="6abc7d4556b3b071" providerId="LiveId" clId="{37B963A1-BBDE-46C5-80F9-50AE1D86A8AA}" dt="2023-07-31T08:55:07.954" v="87" actId="165"/>
          <ac:grpSpMkLst>
            <pc:docMk/>
            <pc:sldMk cId="2990752692" sldId="2547"/>
            <ac:grpSpMk id="3" creationId="{7B2A10F0-8013-1FA7-5EC5-6D21EAB73F33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4" creationId="{E81A933C-98F7-2A42-C896-F07B92C7F05C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5" creationId="{3D923357-38A9-ECD1-2C03-EF2C54EF7CF6}"/>
          </ac:grpSpMkLst>
        </pc:grpChg>
        <pc:grpChg chg="mod topLvl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7" creationId="{BD9B4F33-48C8-2F48-4A5A-81E40EEE4F40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9" creationId="{2303C201-652E-D5F7-79E3-C352D4056B3F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1" creationId="{44AB4ABF-D347-0C21-5F3F-E2038D6AD90B}"/>
          </ac:grpSpMkLst>
        </pc:grpChg>
        <pc:grpChg chg="del mod topLvl">
          <ac:chgData name="Owais Ahmed" userId="6abc7d4556b3b071" providerId="LiveId" clId="{37B963A1-BBDE-46C5-80F9-50AE1D86A8AA}" dt="2023-07-31T08:55:11.083" v="88" actId="478"/>
          <ac:grpSpMkLst>
            <pc:docMk/>
            <pc:sldMk cId="2990752692" sldId="2547"/>
            <ac:grpSpMk id="13" creationId="{CDC90592-69D5-6B24-8E90-DF3117DF3743}"/>
          </ac:grpSpMkLst>
        </pc:grpChg>
        <pc:grpChg chg="add del mod">
          <ac:chgData name="Owais Ahmed" userId="6abc7d4556b3b071" providerId="LiveId" clId="{37B963A1-BBDE-46C5-80F9-50AE1D86A8AA}" dt="2023-07-31T08:57:10.217" v="124" actId="165"/>
          <ac:grpSpMkLst>
            <pc:docMk/>
            <pc:sldMk cId="2990752692" sldId="2547"/>
            <ac:grpSpMk id="29" creationId="{E687D9E2-5EB0-2E3F-311A-F7A39D039B9F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0" creationId="{1D1F280D-4E06-5BE3-C9D1-D42E8F14FEB0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1" creationId="{0233585E-248E-BAC7-5D76-4B87DEE9DA98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3" creationId="{9702CA21-43CF-1017-90F3-A36C21792BA9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5" creationId="{C9B4A097-0158-D77D-0DDE-C2F613EF2D1E}"/>
          </ac:grpSpMkLst>
        </pc:grpChg>
        <pc:grpChg chg="mod topLvl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37" creationId="{239BCE71-8669-F2F3-D266-D06E27C0DB39}"/>
          </ac:grpSpMkLst>
        </pc:grpChg>
        <pc:grpChg chg="del mod topLvl">
          <ac:chgData name="Owais Ahmed" userId="6abc7d4556b3b071" providerId="LiveId" clId="{37B963A1-BBDE-46C5-80F9-50AE1D86A8AA}" dt="2023-07-31T08:57:31.506" v="126" actId="478"/>
          <ac:grpSpMkLst>
            <pc:docMk/>
            <pc:sldMk cId="2990752692" sldId="2547"/>
            <ac:grpSpMk id="39" creationId="{9A416855-C33C-B3AA-4742-F4742B90FBEB}"/>
          </ac:grpSpMkLst>
        </pc:grpChg>
        <pc:grpChg chg="add mod">
          <ac:chgData name="Owais Ahmed" userId="6abc7d4556b3b071" providerId="LiveId" clId="{37B963A1-BBDE-46C5-80F9-50AE1D86A8AA}" dt="2023-07-31T09:15:31.968" v="729" actId="1035"/>
          <ac:grpSpMkLst>
            <pc:docMk/>
            <pc:sldMk cId="2990752692" sldId="2547"/>
            <ac:grpSpMk id="56" creationId="{F0203D04-1462-550A-C604-80EB19F7561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7" creationId="{E161C98F-0F3A-F658-890D-36F7602741E0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58" creationId="{66600042-499A-3156-095D-6E3612ED8532}"/>
          </ac:grpSpMkLst>
        </pc:grpChg>
        <pc:grpChg chg="add del mod">
          <ac:chgData name="Owais Ahmed" userId="6abc7d4556b3b071" providerId="LiveId" clId="{37B963A1-BBDE-46C5-80F9-50AE1D86A8AA}" dt="2023-07-31T09:14:18.628" v="661"/>
          <ac:grpSpMkLst>
            <pc:docMk/>
            <pc:sldMk cId="2990752692" sldId="2547"/>
            <ac:grpSpMk id="64" creationId="{69EE64DF-AFD7-4E95-CCC5-DAA3494E77A9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5" creationId="{439C76F0-44DD-2226-495F-AFB5F6DAAFB4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6" creationId="{2A9398AE-4FA7-EB88-0852-CBB19D6252A7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68" creationId="{494BFB47-F586-DC26-85FA-17FCDEDA3598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0" creationId="{2BB74D27-4A19-0DE7-6F0D-B17A737F65B6}"/>
          </ac:grpSpMkLst>
        </pc:grpChg>
        <pc:grpChg chg="mod">
          <ac:chgData name="Owais Ahmed" userId="6abc7d4556b3b071" providerId="LiveId" clId="{37B963A1-BBDE-46C5-80F9-50AE1D86A8AA}" dt="2023-07-31T09:14:12.764" v="658"/>
          <ac:grpSpMkLst>
            <pc:docMk/>
            <pc:sldMk cId="2990752692" sldId="2547"/>
            <ac:grpSpMk id="72" creationId="{EB9DA357-E0A1-484E-7B15-150AA36EFA3C}"/>
          </ac:grpSpMkLst>
        </pc:grpChg>
        <pc:grpChg chg="add del mod">
          <ac:chgData name="Owais Ahmed" userId="6abc7d4556b3b071" providerId="LiveId" clId="{37B963A1-BBDE-46C5-80F9-50AE1D86A8AA}" dt="2023-07-31T09:18:02.201" v="750" actId="165"/>
          <ac:grpSpMkLst>
            <pc:docMk/>
            <pc:sldMk cId="2990752692" sldId="2547"/>
            <ac:grpSpMk id="87" creationId="{D557FDCA-E63D-23AF-5847-10AFCEFA140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88" creationId="{F8D6FFE5-C5C3-1988-B75C-506B64E10FDB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0" creationId="{3CA238CB-86B5-3A15-14A5-AE5579A24DDF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2" creationId="{6572C053-9668-1A92-2938-C3A7DAD851D3}"/>
          </ac:grpSpMkLst>
        </pc:grpChg>
        <pc:grpChg chg="mod topLvl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94" creationId="{622BCBB7-F767-DD0C-E6DA-8E1101ACC27B}"/>
          </ac:grpSpMkLst>
        </pc:grpChg>
        <pc:grpChg chg="del mod">
          <ac:chgData name="Owais Ahmed" userId="6abc7d4556b3b071" providerId="LiveId" clId="{37B963A1-BBDE-46C5-80F9-50AE1D86A8AA}" dt="2023-07-31T09:15:11.007" v="723" actId="478"/>
          <ac:grpSpMkLst>
            <pc:docMk/>
            <pc:sldMk cId="2990752692" sldId="2547"/>
            <ac:grpSpMk id="96" creationId="{647BF5A4-D7A8-C47F-66DC-7FFBC6B607BE}"/>
          </ac:grpSpMkLst>
        </pc:grpChg>
        <pc:grpChg chg="mod topLvl">
          <ac:chgData name="Owais Ahmed" userId="6abc7d4556b3b071" providerId="LiveId" clId="{37B963A1-BBDE-46C5-80F9-50AE1D86A8AA}" dt="2023-07-31T09:00:49.777" v="187" actId="164"/>
          <ac:grpSpMkLst>
            <pc:docMk/>
            <pc:sldMk cId="2990752692" sldId="2547"/>
            <ac:grpSpMk id="207" creationId="{C0B042EC-7478-2A14-BCB2-0494F9D92BB2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0" creationId="{2AF9402C-3845-9A8A-08E4-70C036A829E9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17" creationId="{A475E6F9-CC33-4780-D862-A00EC1943F55}"/>
          </ac:grpSpMkLst>
        </pc:grpChg>
        <pc:grpChg chg="del mod topLvl">
          <ac:chgData name="Owais Ahmed" userId="6abc7d4556b3b071" providerId="LiveId" clId="{37B963A1-BBDE-46C5-80F9-50AE1D86A8AA}" dt="2023-07-31T08:53:14.069" v="51" actId="478"/>
          <ac:grpSpMkLst>
            <pc:docMk/>
            <pc:sldMk cId="2990752692" sldId="2547"/>
            <ac:grpSpMk id="221" creationId="{4AFD0DB0-9313-65B2-322F-8AE0874C9735}"/>
          </ac:grpSpMkLst>
        </pc:grpChg>
        <pc:grpChg chg="del">
          <ac:chgData name="Owais Ahmed" userId="6abc7d4556b3b071" providerId="LiveId" clId="{37B963A1-BBDE-46C5-80F9-50AE1D86A8AA}" dt="2023-07-31T08:52:59.720" v="47" actId="478"/>
          <ac:grpSpMkLst>
            <pc:docMk/>
            <pc:sldMk cId="2990752692" sldId="2547"/>
            <ac:grpSpMk id="225" creationId="{5048507D-83AB-39B2-C47B-7E684012F553}"/>
          </ac:grpSpMkLst>
        </pc:grpChg>
        <pc:grpChg chg="del">
          <ac:chgData name="Owais Ahmed" userId="6abc7d4556b3b071" providerId="LiveId" clId="{37B963A1-BBDE-46C5-80F9-50AE1D86A8AA}" dt="2023-07-31T08:52:56.848" v="45" actId="478"/>
          <ac:grpSpMkLst>
            <pc:docMk/>
            <pc:sldMk cId="2990752692" sldId="2547"/>
            <ac:grpSpMk id="229" creationId="{C8C75C70-766E-FBB9-4F22-B03E115A61EB}"/>
          </ac:grpSpMkLst>
        </pc:grpChg>
        <pc:grpChg chg="del mod">
          <ac:chgData name="Owais Ahmed" userId="6abc7d4556b3b071" providerId="LiveId" clId="{37B963A1-BBDE-46C5-80F9-50AE1D86A8AA}" dt="2023-07-31T08:53:08.545" v="50" actId="165"/>
          <ac:grpSpMkLst>
            <pc:docMk/>
            <pc:sldMk cId="2990752692" sldId="2547"/>
            <ac:grpSpMk id="319" creationId="{67144A40-1597-F420-76A1-2F7010E10A74}"/>
          </ac:grpSpMkLst>
        </pc:grpChg>
        <pc:grpChg chg="del">
          <ac:chgData name="Owais Ahmed" userId="6abc7d4556b3b071" providerId="LiveId" clId="{37B963A1-BBDE-46C5-80F9-50AE1D86A8AA}" dt="2023-07-31T07:55:25.191" v="35" actId="478"/>
          <ac:grpSpMkLst>
            <pc:docMk/>
            <pc:sldMk cId="2990752692" sldId="2547"/>
            <ac:grpSpMk id="1024" creationId="{70252386-2C39-B244-D784-76582291C3AB}"/>
          </ac:grpSpMkLst>
        </pc:grpChg>
        <pc:grpChg chg="del">
          <ac:chgData name="Owais Ahmed" userId="6abc7d4556b3b071" providerId="LiveId" clId="{37B963A1-BBDE-46C5-80F9-50AE1D86A8AA}" dt="2023-07-31T07:55:28.815" v="36" actId="478"/>
          <ac:grpSpMkLst>
            <pc:docMk/>
            <pc:sldMk cId="2990752692" sldId="2547"/>
            <ac:grpSpMk id="1027" creationId="{352CBB22-3FE7-2C43-D131-BD504C128AF8}"/>
          </ac:grpSpMkLst>
        </pc:grpChg>
        <pc:grpChg chg="del">
          <ac:chgData name="Owais Ahmed" userId="6abc7d4556b3b071" providerId="LiveId" clId="{37B963A1-BBDE-46C5-80F9-50AE1D86A8AA}" dt="2023-07-31T07:55:29.545" v="37" actId="478"/>
          <ac:grpSpMkLst>
            <pc:docMk/>
            <pc:sldMk cId="2990752692" sldId="2547"/>
            <ac:grpSpMk id="1028" creationId="{477BDD31-A06A-7586-5D52-AE394391CF98}"/>
          </ac:grpSpMkLst>
        </pc:grpChg>
        <pc:grpChg chg="add mod">
          <ac:chgData name="Owais Ahmed" userId="6abc7d4556b3b071" providerId="LiveId" clId="{37B963A1-BBDE-46C5-80F9-50AE1D86A8AA}" dt="2023-07-31T09:20:36.919" v="776" actId="164"/>
          <ac:grpSpMkLst>
            <pc:docMk/>
            <pc:sldMk cId="2990752692" sldId="2547"/>
            <ac:grpSpMk id="1030" creationId="{7F6AC300-8B21-F6BC-872C-CE2FAB97D072}"/>
          </ac:grpSpMkLst>
        </pc:grpChg>
        <pc:grpChg chg="add mod">
          <ac:chgData name="Owais Ahmed" userId="6abc7d4556b3b071" providerId="LiveId" clId="{37B963A1-BBDE-46C5-80F9-50AE1D86A8AA}" dt="2023-07-31T09:20:49.945" v="777" actId="164"/>
          <ac:grpSpMkLst>
            <pc:docMk/>
            <pc:sldMk cId="2990752692" sldId="2547"/>
            <ac:grpSpMk id="1031" creationId="{A657890D-3A39-789E-CA49-4B807C5A96E3}"/>
          </ac:grpSpMkLst>
        </pc:grpChg>
        <pc:grpChg chg="add mod">
          <ac:chgData name="Owais Ahmed" userId="6abc7d4556b3b071" providerId="LiveId" clId="{37B963A1-BBDE-46C5-80F9-50AE1D86A8AA}" dt="2023-07-31T09:21:01.400" v="778" actId="164"/>
          <ac:grpSpMkLst>
            <pc:docMk/>
            <pc:sldMk cId="2990752692" sldId="2547"/>
            <ac:grpSpMk id="1032" creationId="{DE109485-B462-A804-D635-0468C685F9A6}"/>
          </ac:grpSpMkLst>
        </pc:grpChg>
        <pc:cxnChg chg="del mod topLvl">
          <ac:chgData name="Owais Ahmed" userId="6abc7d4556b3b071" providerId="LiveId" clId="{37B963A1-BBDE-46C5-80F9-50AE1D86A8AA}" dt="2023-07-31T09:18:08.681" v="752" actId="478"/>
          <ac:cxnSpMkLst>
            <pc:docMk/>
            <pc:sldMk cId="2990752692" sldId="2547"/>
            <ac:cxnSpMk id="6" creationId="{F5BE4AA2-3B87-6746-4854-9C02D88B2A88}"/>
          </ac:cxnSpMkLst>
        </pc:cxnChg>
        <pc:cxnChg chg="del mod topLvl">
          <ac:chgData name="Owais Ahmed" userId="6abc7d4556b3b071" providerId="LiveId" clId="{37B963A1-BBDE-46C5-80F9-50AE1D86A8AA}" dt="2023-07-31T09:18:09.613" v="753" actId="478"/>
          <ac:cxnSpMkLst>
            <pc:docMk/>
            <pc:sldMk cId="2990752692" sldId="2547"/>
            <ac:cxnSpMk id="8" creationId="{FD1F7B2C-654C-69F3-9A64-12FD5F538EA6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0" creationId="{7B6ED8F4-51FE-CD18-AD1A-883DDCF3262A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2" creationId="{01DB1ED1-BCD3-F3D1-EC73-46CF6C6F9D52}"/>
          </ac:cxnSpMkLst>
        </pc:cxnChg>
        <pc:cxnChg chg="del mod topLvl">
          <ac:chgData name="Owais Ahmed" userId="6abc7d4556b3b071" providerId="LiveId" clId="{37B963A1-BBDE-46C5-80F9-50AE1D86A8AA}" dt="2023-07-31T08:55:11.083" v="88" actId="478"/>
          <ac:cxnSpMkLst>
            <pc:docMk/>
            <pc:sldMk cId="2990752692" sldId="2547"/>
            <ac:cxnSpMk id="14" creationId="{ECEA1649-DC11-4FCF-725A-2CD4DC62C23B}"/>
          </ac:cxnSpMkLst>
        </pc:cxnChg>
        <pc:cxnChg chg="del mod topLvl">
          <ac:chgData name="Owais Ahmed" userId="6abc7d4556b3b071" providerId="LiveId" clId="{37B963A1-BBDE-46C5-80F9-50AE1D86A8AA}" dt="2023-07-31T09:18:08.028" v="751" actId="478"/>
          <ac:cxnSpMkLst>
            <pc:docMk/>
            <pc:sldMk cId="2990752692" sldId="2547"/>
            <ac:cxnSpMk id="32" creationId="{975FF23F-69FF-9A2C-3D0A-8D9B9B79E92B}"/>
          </ac:cxnSpMkLst>
        </pc:cxnChg>
        <pc:cxnChg chg="del mod topLvl">
          <ac:chgData name="Owais Ahmed" userId="6abc7d4556b3b071" providerId="LiveId" clId="{37B963A1-BBDE-46C5-80F9-50AE1D86A8AA}" dt="2023-07-31T09:18:10.375" v="754" actId="478"/>
          <ac:cxnSpMkLst>
            <pc:docMk/>
            <pc:sldMk cId="2990752692" sldId="2547"/>
            <ac:cxnSpMk id="34" creationId="{1FF619DC-5DEB-17C2-F6AB-F5E47A2D03A8}"/>
          </ac:cxnSpMkLst>
        </pc:cxnChg>
        <pc:cxnChg chg="del mod topLvl">
          <ac:chgData name="Owais Ahmed" userId="6abc7d4556b3b071" providerId="LiveId" clId="{37B963A1-BBDE-46C5-80F9-50AE1D86A8AA}" dt="2023-07-31T09:18:11.075" v="755" actId="478"/>
          <ac:cxnSpMkLst>
            <pc:docMk/>
            <pc:sldMk cId="2990752692" sldId="2547"/>
            <ac:cxnSpMk id="36" creationId="{A0886EEC-0F49-627C-404C-1F65651C3759}"/>
          </ac:cxnSpMkLst>
        </pc:cxnChg>
        <pc:cxnChg chg="del mod topLvl">
          <ac:chgData name="Owais Ahmed" userId="6abc7d4556b3b071" providerId="LiveId" clId="{37B963A1-BBDE-46C5-80F9-50AE1D86A8AA}" dt="2023-07-31T09:18:11.888" v="756" actId="478"/>
          <ac:cxnSpMkLst>
            <pc:docMk/>
            <pc:sldMk cId="2990752692" sldId="2547"/>
            <ac:cxnSpMk id="38" creationId="{3C0DE5EB-5BCB-91CB-27D3-A97D8D9E2003}"/>
          </ac:cxnSpMkLst>
        </pc:cxnChg>
        <pc:cxnChg chg="del mod topLvl">
          <ac:chgData name="Owais Ahmed" userId="6abc7d4556b3b071" providerId="LiveId" clId="{37B963A1-BBDE-46C5-80F9-50AE1D86A8AA}" dt="2023-07-31T08:57:31.506" v="126" actId="478"/>
          <ac:cxnSpMkLst>
            <pc:docMk/>
            <pc:sldMk cId="2990752692" sldId="2547"/>
            <ac:cxnSpMk id="40" creationId="{68D93A2C-013F-59C4-2F7D-E302670FD9E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7" creationId="{EE4DEF9E-97FB-0AE3-8870-CBDA22FA38B2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69" creationId="{DA1A13DB-12BC-8167-C5F3-7A43CCA521C3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1" creationId="{01A6A5A2-6B00-68BC-9A90-0F680F5268CD}"/>
          </ac:cxnSpMkLst>
        </pc:cxnChg>
        <pc:cxnChg chg="mod">
          <ac:chgData name="Owais Ahmed" userId="6abc7d4556b3b071" providerId="LiveId" clId="{37B963A1-BBDE-46C5-80F9-50AE1D86A8AA}" dt="2023-07-31T09:14:12.764" v="658"/>
          <ac:cxnSpMkLst>
            <pc:docMk/>
            <pc:sldMk cId="2990752692" sldId="2547"/>
            <ac:cxnSpMk id="73" creationId="{430219A4-8AC9-CA8E-DA84-A7121E578DEC}"/>
          </ac:cxnSpMkLst>
        </pc:cxnChg>
        <pc:cxnChg chg="add del mod topLvl">
          <ac:chgData name="Owais Ahmed" userId="6abc7d4556b3b071" providerId="LiveId" clId="{37B963A1-BBDE-46C5-80F9-50AE1D86A8AA}" dt="2023-07-31T09:19:02.016" v="771" actId="478"/>
          <ac:cxnSpMkLst>
            <pc:docMk/>
            <pc:sldMk cId="2990752692" sldId="2547"/>
            <ac:cxnSpMk id="91" creationId="{CC9D26DB-184B-946C-59FA-CD1CC56D8D2B}"/>
          </ac:cxnSpMkLst>
        </pc:cxnChg>
        <pc:cxnChg chg="del mod topLvl">
          <ac:chgData name="Owais Ahmed" userId="6abc7d4556b3b071" providerId="LiveId" clId="{37B963A1-BBDE-46C5-80F9-50AE1D86A8AA}" dt="2023-07-31T09:18:13.798" v="758" actId="478"/>
          <ac:cxnSpMkLst>
            <pc:docMk/>
            <pc:sldMk cId="2990752692" sldId="2547"/>
            <ac:cxnSpMk id="93" creationId="{5E937128-413A-5EAB-0C40-6758539C45A2}"/>
          </ac:cxnSpMkLst>
        </pc:cxnChg>
        <pc:cxnChg chg="del mod topLvl">
          <ac:chgData name="Owais Ahmed" userId="6abc7d4556b3b071" providerId="LiveId" clId="{37B963A1-BBDE-46C5-80F9-50AE1D86A8AA}" dt="2023-07-31T09:18:12.634" v="757" actId="478"/>
          <ac:cxnSpMkLst>
            <pc:docMk/>
            <pc:sldMk cId="2990752692" sldId="2547"/>
            <ac:cxnSpMk id="95" creationId="{DC53BF8B-D6B8-D42C-BCF8-FAE02D2211AF}"/>
          </ac:cxnSpMkLst>
        </pc:cxnChg>
        <pc:cxnChg chg="del mod">
          <ac:chgData name="Owais Ahmed" userId="6abc7d4556b3b071" providerId="LiveId" clId="{37B963A1-BBDE-46C5-80F9-50AE1D86A8AA}" dt="2023-07-31T09:15:15.851" v="725" actId="478"/>
          <ac:cxnSpMkLst>
            <pc:docMk/>
            <pc:sldMk cId="2990752692" sldId="2547"/>
            <ac:cxnSpMk id="97" creationId="{08429E82-AF16-E636-859E-002B35691C73}"/>
          </ac:cxnSpMkLst>
        </pc:cxnChg>
        <pc:cxnChg chg="add del mod">
          <ac:chgData name="Owais Ahmed" userId="6abc7d4556b3b071" providerId="LiveId" clId="{37B963A1-BBDE-46C5-80F9-50AE1D86A8AA}" dt="2023-07-31T09:18:22.926" v="762" actId="11529"/>
          <ac:cxnSpMkLst>
            <pc:docMk/>
            <pc:sldMk cId="2990752692" sldId="2547"/>
            <ac:cxnSpMk id="112" creationId="{2F11B00F-D0CE-CEC1-F2D3-518F4A1C0C86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4" creationId="{EAB36859-E5BD-DACB-F008-D53C1FB52938}"/>
          </ac:cxnSpMkLst>
        </pc:cxnChg>
        <pc:cxnChg chg="add mod">
          <ac:chgData name="Owais Ahmed" userId="6abc7d4556b3b071" providerId="LiveId" clId="{37B963A1-BBDE-46C5-80F9-50AE1D86A8AA}" dt="2023-07-31T09:20:36.919" v="776" actId="164"/>
          <ac:cxnSpMkLst>
            <pc:docMk/>
            <pc:sldMk cId="2990752692" sldId="2547"/>
            <ac:cxnSpMk id="116" creationId="{D77FC880-6C95-361E-00A0-59E24EBDA4E4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18" creationId="{B16C2EF2-AE8D-275C-5323-4D2014DE077E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0" creationId="{4A79240C-A032-EB17-41E0-52386AB60888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2" creationId="{4AFB9E76-0EA7-153B-7E1E-05A0E4C97456}"/>
          </ac:cxnSpMkLst>
        </pc:cxnChg>
        <pc:cxnChg chg="add mod">
          <ac:chgData name="Owais Ahmed" userId="6abc7d4556b3b071" providerId="LiveId" clId="{37B963A1-BBDE-46C5-80F9-50AE1D86A8AA}" dt="2023-07-31T09:20:49.945" v="777" actId="164"/>
          <ac:cxnSpMkLst>
            <pc:docMk/>
            <pc:sldMk cId="2990752692" sldId="2547"/>
            <ac:cxnSpMk id="124" creationId="{4CC2FB86-E07E-4B09-2A94-5C61DF69A735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26" creationId="{8363E0F2-10CE-03C0-6C14-BE8802F9921A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13" creationId="{20DC458F-65D1-43A6-AD4D-D629C78B59E7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0" creationId="{28F6F686-00F5-6015-997C-1C4CF1E4068B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4" creationId="{4012E97B-BC47-B062-6D50-EAE8D79C698D}"/>
          </ac:cxnSpMkLst>
        </pc:cxnChg>
        <pc:cxnChg chg="del mod topLvl">
          <ac:chgData name="Owais Ahmed" userId="6abc7d4556b3b071" providerId="LiveId" clId="{37B963A1-BBDE-46C5-80F9-50AE1D86A8AA}" dt="2023-07-31T08:53:14.069" v="51" actId="478"/>
          <ac:cxnSpMkLst>
            <pc:docMk/>
            <pc:sldMk cId="2990752692" sldId="2547"/>
            <ac:cxnSpMk id="228" creationId="{69E4D838-7DB3-6200-DAB9-4580B505DEEA}"/>
          </ac:cxnSpMkLst>
        </pc:cxnChg>
        <pc:cxnChg chg="del mod">
          <ac:chgData name="Owais Ahmed" userId="6abc7d4556b3b071" providerId="LiveId" clId="{37B963A1-BBDE-46C5-80F9-50AE1D86A8AA}" dt="2023-07-31T08:53:03.880" v="49" actId="478"/>
          <ac:cxnSpMkLst>
            <pc:docMk/>
            <pc:sldMk cId="2990752692" sldId="2547"/>
            <ac:cxnSpMk id="232" creationId="{F3EE973A-C53F-79CD-35AE-8E27B1A37F1D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0" creationId="{B7098FFA-5991-5B86-5313-DBB8E6ACD2D1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4" creationId="{26C9C688-E9A1-AD73-B7ED-FA900183865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48" creationId="{322F526B-D2BC-E613-65D0-FE89D4620B7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2" creationId="{4F1485D7-04A2-E361-5995-72B9663EF71A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56" creationId="{8D34D431-6C53-42A2-C0D9-E20C69418F24}"/>
          </ac:cxnSpMkLst>
        </pc:cxnChg>
        <pc:cxnChg chg="mod">
          <ac:chgData name="Owais Ahmed" userId="6abc7d4556b3b071" providerId="LiveId" clId="{37B963A1-BBDE-46C5-80F9-50AE1D86A8AA}" dt="2023-07-31T07:55:25.191" v="35" actId="478"/>
          <ac:cxnSpMkLst>
            <pc:docMk/>
            <pc:sldMk cId="2990752692" sldId="2547"/>
            <ac:cxnSpMk id="261" creationId="{DC6C7DE2-69DF-BFDD-C2EF-8B3E01A3CCEB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68" creationId="{E7F052F5-7CBD-2F05-E655-773FA145624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0" creationId="{D6B5FB28-E472-E3AC-6D4F-7D7D5F911674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4" creationId="{233DEFD1-9501-6CAE-9C63-3AE11A33EC76}"/>
          </ac:cxnSpMkLst>
        </pc:cxnChg>
        <pc:cxnChg chg="mod">
          <ac:chgData name="Owais Ahmed" userId="6abc7d4556b3b071" providerId="LiveId" clId="{37B963A1-BBDE-46C5-80F9-50AE1D86A8AA}" dt="2023-07-31T07:55:28.815" v="36" actId="478"/>
          <ac:cxnSpMkLst>
            <pc:docMk/>
            <pc:sldMk cId="2990752692" sldId="2547"/>
            <ac:cxnSpMk id="288" creationId="{F11FB287-BC39-190A-43B9-A5B34B82B977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5" creationId="{33E52E20-8B3F-3C42-7176-F4BE107E4E5C}"/>
          </ac:cxnSpMkLst>
        </pc:cxnChg>
        <pc:cxnChg chg="add mod">
          <ac:chgData name="Owais Ahmed" userId="6abc7d4556b3b071" providerId="LiveId" clId="{37B963A1-BBDE-46C5-80F9-50AE1D86A8AA}" dt="2023-07-31T09:21:01.400" v="778" actId="164"/>
          <ac:cxnSpMkLst>
            <pc:docMk/>
            <pc:sldMk cId="2990752692" sldId="2547"/>
            <ac:cxnSpMk id="1029" creationId="{F17F1DB9-9026-97D8-7854-3DD4E9D477CF}"/>
          </ac:cxnSpMkLst>
        </pc:cxnChg>
      </pc:sldChg>
      <pc:sldChg chg="add del">
        <pc:chgData name="Owais Ahmed" userId="6abc7d4556b3b071" providerId="LiveId" clId="{37B963A1-BBDE-46C5-80F9-50AE1D86A8AA}" dt="2023-07-31T09:17:48.628" v="749" actId="47"/>
        <pc:sldMkLst>
          <pc:docMk/>
          <pc:sldMk cId="1225631326" sldId="2548"/>
        </pc:sldMkLst>
      </pc:sldChg>
    </pc:docChg>
  </pc:docChgLst>
  <pc:docChgLst>
    <pc:chgData name="Owais Ahmed" userId="6abc7d4556b3b071" providerId="LiveId" clId="{CD4F5E81-22EF-4282-811E-FE68E67F028A}"/>
    <pc:docChg chg="undo custSel addSld delSld modSld sldOrd">
      <pc:chgData name="Owais Ahmed" userId="6abc7d4556b3b071" providerId="LiveId" clId="{CD4F5E81-22EF-4282-811E-FE68E67F028A}" dt="2024-01-04T07:12:01.232" v="3086"/>
      <pc:docMkLst>
        <pc:docMk/>
      </pc:docMkLst>
      <pc:sldChg chg="modSp mod">
        <pc:chgData name="Owais Ahmed" userId="6abc7d4556b3b071" providerId="LiveId" clId="{CD4F5E81-22EF-4282-811E-FE68E67F028A}" dt="2024-01-04T07:12:01.232" v="3086"/>
        <pc:sldMkLst>
          <pc:docMk/>
          <pc:sldMk cId="1649098948" sldId="2462"/>
        </pc:sldMkLst>
        <pc:spChg chg="mod">
          <ac:chgData name="Owais Ahmed" userId="6abc7d4556b3b071" providerId="LiveId" clId="{CD4F5E81-22EF-4282-811E-FE68E67F028A}" dt="2024-01-04T07:12:01.232" v="3086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Anim">
        <pc:chgData name="Owais Ahmed" userId="6abc7d4556b3b071" providerId="LiveId" clId="{CD4F5E81-22EF-4282-811E-FE68E67F028A}" dt="2024-01-04T04:33:15.395" v="1447" actId="20577"/>
        <pc:sldMkLst>
          <pc:docMk/>
          <pc:sldMk cId="296501705" sldId="2557"/>
        </pc:sldMkLst>
        <pc:spChg chg="mod">
          <ac:chgData name="Owais Ahmed" userId="6abc7d4556b3b071" providerId="LiveId" clId="{CD4F5E81-22EF-4282-811E-FE68E67F028A}" dt="2024-01-04T04:33:15.395" v="1447" actId="20577"/>
          <ac:spMkLst>
            <pc:docMk/>
            <pc:sldMk cId="296501705" sldId="2557"/>
            <ac:spMk id="3" creationId="{4A1C0383-58FE-E486-295E-B33B8683B938}"/>
          </ac:spMkLst>
        </pc:spChg>
      </pc:sldChg>
      <pc:sldChg chg="modSp">
        <pc:chgData name="Owais Ahmed" userId="6abc7d4556b3b071" providerId="LiveId" clId="{CD4F5E81-22EF-4282-811E-FE68E67F028A}" dt="2023-12-28T04:38:29.505" v="29" actId="20577"/>
        <pc:sldMkLst>
          <pc:docMk/>
          <pc:sldMk cId="752439605" sldId="2628"/>
        </pc:sldMkLst>
        <pc:spChg chg="mod">
          <ac:chgData name="Owais Ahmed" userId="6abc7d4556b3b071" providerId="LiveId" clId="{CD4F5E81-22EF-4282-811E-FE68E67F028A}" dt="2023-12-28T04:38:29.505" v="29" actId="20577"/>
          <ac:spMkLst>
            <pc:docMk/>
            <pc:sldMk cId="752439605" sldId="2628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CD4F5E81-22EF-4282-811E-FE68E67F028A}" dt="2024-01-04T04:41:18.566" v="1492" actId="20577"/>
        <pc:sldMkLst>
          <pc:docMk/>
          <pc:sldMk cId="399433902" sldId="2634"/>
        </pc:sldMkLst>
        <pc:spChg chg="mod">
          <ac:chgData name="Owais Ahmed" userId="6abc7d4556b3b071" providerId="LiveId" clId="{CD4F5E81-22EF-4282-811E-FE68E67F028A}" dt="2024-01-04T04:41:18.566" v="1492" actId="20577"/>
          <ac:spMkLst>
            <pc:docMk/>
            <pc:sldMk cId="399433902" sldId="2634"/>
            <ac:spMk id="3" creationId="{4A1C0383-58FE-E486-295E-B33B8683B938}"/>
          </ac:spMkLst>
        </pc:spChg>
      </pc:sldChg>
      <pc:sldChg chg="modSp modAnim">
        <pc:chgData name="Owais Ahmed" userId="6abc7d4556b3b071" providerId="LiveId" clId="{CD4F5E81-22EF-4282-811E-FE68E67F028A}" dt="2024-01-04T04:43:06.428" v="1494" actId="6549"/>
        <pc:sldMkLst>
          <pc:docMk/>
          <pc:sldMk cId="360628243" sldId="2636"/>
        </pc:sldMkLst>
        <pc:spChg chg="mod">
          <ac:chgData name="Owais Ahmed" userId="6abc7d4556b3b071" providerId="LiveId" clId="{CD4F5E81-22EF-4282-811E-FE68E67F028A}" dt="2024-01-04T04:43:06.428" v="1494" actId="6549"/>
          <ac:spMkLst>
            <pc:docMk/>
            <pc:sldMk cId="360628243" sldId="2636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CD4F5E81-22EF-4282-811E-FE68E67F028A}" dt="2024-01-03T10:46:09.993" v="1438" actId="27636"/>
        <pc:sldMkLst>
          <pc:docMk/>
          <pc:sldMk cId="3356953712" sldId="2640"/>
        </pc:sldMkLst>
        <pc:spChg chg="mod">
          <ac:chgData name="Owais Ahmed" userId="6abc7d4556b3b071" providerId="LiveId" clId="{CD4F5E81-22EF-4282-811E-FE68E67F028A}" dt="2024-01-03T10:46:09.993" v="1438" actId="27636"/>
          <ac:spMkLst>
            <pc:docMk/>
            <pc:sldMk cId="3356953712" sldId="2640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D4F5E81-22EF-4282-811E-FE68E67F028A}" dt="2024-01-03T10:27:14.997" v="139" actId="20577"/>
        <pc:sldMkLst>
          <pc:docMk/>
          <pc:sldMk cId="2580306514" sldId="2641"/>
        </pc:sldMkLst>
        <pc:spChg chg="mod">
          <ac:chgData name="Owais Ahmed" userId="6abc7d4556b3b071" providerId="LiveId" clId="{CD4F5E81-22EF-4282-811E-FE68E67F028A}" dt="2024-01-03T10:27:14.997" v="139" actId="20577"/>
          <ac:spMkLst>
            <pc:docMk/>
            <pc:sldMk cId="2580306514" sldId="264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D4F5E81-22EF-4282-811E-FE68E67F028A}" dt="2024-01-03T10:35:38.837" v="909" actId="207"/>
        <pc:sldMkLst>
          <pc:docMk/>
          <pc:sldMk cId="3122047571" sldId="2642"/>
        </pc:sldMkLst>
        <pc:spChg chg="mod">
          <ac:chgData name="Owais Ahmed" userId="6abc7d4556b3b071" providerId="LiveId" clId="{CD4F5E81-22EF-4282-811E-FE68E67F028A}" dt="2024-01-03T10:35:38.837" v="909" actId="207"/>
          <ac:spMkLst>
            <pc:docMk/>
            <pc:sldMk cId="3122047571" sldId="2642"/>
            <ac:spMk id="3" creationId="{4A1C0383-58FE-E486-295E-B33B8683B938}"/>
          </ac:spMkLst>
        </pc:spChg>
        <pc:spChg chg="mod">
          <ac:chgData name="Owais Ahmed" userId="6abc7d4556b3b071" providerId="LiveId" clId="{CD4F5E81-22EF-4282-811E-FE68E67F028A}" dt="2024-01-03T10:27:34.439" v="155" actId="20577"/>
          <ac:spMkLst>
            <pc:docMk/>
            <pc:sldMk cId="3122047571" sldId="2642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D4F5E81-22EF-4282-811E-FE68E67F028A}" dt="2024-01-03T10:34:34.453" v="813" actId="20577"/>
        <pc:sldMkLst>
          <pc:docMk/>
          <pc:sldMk cId="2611405039" sldId="2643"/>
        </pc:sldMkLst>
        <pc:spChg chg="mod">
          <ac:chgData name="Owais Ahmed" userId="6abc7d4556b3b071" providerId="LiveId" clId="{CD4F5E81-22EF-4282-811E-FE68E67F028A}" dt="2024-01-03T10:34:34.453" v="813" actId="20577"/>
          <ac:spMkLst>
            <pc:docMk/>
            <pc:sldMk cId="2611405039" sldId="2643"/>
            <ac:spMk id="3" creationId="{4A1C0383-58FE-E486-295E-B33B8683B938}"/>
          </ac:spMkLst>
        </pc:spChg>
        <pc:spChg chg="mod">
          <ac:chgData name="Owais Ahmed" userId="6abc7d4556b3b071" providerId="LiveId" clId="{CD4F5E81-22EF-4282-811E-FE68E67F028A}" dt="2024-01-03T10:32:00.241" v="519" actId="313"/>
          <ac:spMkLst>
            <pc:docMk/>
            <pc:sldMk cId="2611405039" sldId="2643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CD4F5E81-22EF-4282-811E-FE68E67F028A}" dt="2024-01-04T07:11:56.925" v="3084"/>
        <pc:sldMkLst>
          <pc:docMk/>
          <pc:sldMk cId="4165177053" sldId="2644"/>
        </pc:sldMkLst>
        <pc:spChg chg="mod">
          <ac:chgData name="Owais Ahmed" userId="6abc7d4556b3b071" providerId="LiveId" clId="{CD4F5E81-22EF-4282-811E-FE68E67F028A}" dt="2024-01-04T07:11:29.426" v="3082" actId="20577"/>
          <ac:spMkLst>
            <pc:docMk/>
            <pc:sldMk cId="4165177053" sldId="2644"/>
            <ac:spMk id="3" creationId="{4A1C0383-58FE-E486-295E-B33B8683B938}"/>
          </ac:spMkLst>
        </pc:spChg>
        <pc:spChg chg="mod">
          <ac:chgData name="Owais Ahmed" userId="6abc7d4556b3b071" providerId="LiveId" clId="{CD4F5E81-22EF-4282-811E-FE68E67F028A}" dt="2024-01-04T05:15:17.572" v="1554" actId="20577"/>
          <ac:spMkLst>
            <pc:docMk/>
            <pc:sldMk cId="4165177053" sldId="2644"/>
            <ac:spMk id="215" creationId="{00000000-0000-0000-0000-000000000000}"/>
          </ac:spMkLst>
        </pc:spChg>
      </pc:sldChg>
      <pc:sldChg chg="modSp add del mod modAnim">
        <pc:chgData name="Owais Ahmed" userId="6abc7d4556b3b071" providerId="LiveId" clId="{CD4F5E81-22EF-4282-811E-FE68E67F028A}" dt="2024-01-04T07:03:36.888" v="2514" actId="47"/>
        <pc:sldMkLst>
          <pc:docMk/>
          <pc:sldMk cId="3262042389" sldId="2645"/>
        </pc:sldMkLst>
        <pc:spChg chg="mod">
          <ac:chgData name="Owais Ahmed" userId="6abc7d4556b3b071" providerId="LiveId" clId="{CD4F5E81-22EF-4282-811E-FE68E67F028A}" dt="2024-01-04T06:10:40.607" v="2496" actId="27636"/>
          <ac:spMkLst>
            <pc:docMk/>
            <pc:sldMk cId="3262042389" sldId="2645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CD4F5E81-22EF-4282-811E-FE68E67F028A}" dt="2024-01-04T07:03:36.888" v="2514" actId="47"/>
        <pc:sldMkLst>
          <pc:docMk/>
          <pc:sldMk cId="466478293" sldId="2646"/>
        </pc:sldMkLst>
        <pc:spChg chg="mod">
          <ac:chgData name="Owais Ahmed" userId="6abc7d4556b3b071" providerId="LiveId" clId="{CD4F5E81-22EF-4282-811E-FE68E67F028A}" dt="2024-01-04T06:24:20.335" v="2503" actId="2710"/>
          <ac:spMkLst>
            <pc:docMk/>
            <pc:sldMk cId="466478293" sldId="2646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69A6FD51-02D8-45A5-972C-CEF9253318D0}"/>
    <pc:docChg chg="undo redo custSel addSld delSld modSld sldOrd">
      <pc:chgData name="Owais Ahmed" userId="6abc7d4556b3b071" providerId="LiveId" clId="{69A6FD51-02D8-45A5-972C-CEF9253318D0}" dt="2023-12-14T09:50:10.201" v="10680"/>
      <pc:docMkLst>
        <pc:docMk/>
      </pc:docMkLst>
      <pc:sldChg chg="modSp mod">
        <pc:chgData name="Owais Ahmed" userId="6abc7d4556b3b071" providerId="LiveId" clId="{69A6FD51-02D8-45A5-972C-CEF9253318D0}" dt="2023-12-13T15:01:23.963" v="9515" actId="20577"/>
        <pc:sldMkLst>
          <pc:docMk/>
          <pc:sldMk cId="1649098948" sldId="2462"/>
        </pc:sldMkLst>
        <pc:spChg chg="mod">
          <ac:chgData name="Owais Ahmed" userId="6abc7d4556b3b071" providerId="LiveId" clId="{69A6FD51-02D8-45A5-972C-CEF9253318D0}" dt="2023-12-13T15:01:23.963" v="9515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">
        <pc:chgData name="Owais Ahmed" userId="6abc7d4556b3b071" providerId="LiveId" clId="{69A6FD51-02D8-45A5-972C-CEF9253318D0}" dt="2023-12-13T10:37:25.365" v="5867" actId="115"/>
        <pc:sldMkLst>
          <pc:docMk/>
          <pc:sldMk cId="296501705" sldId="2557"/>
        </pc:sldMkLst>
        <pc:spChg chg="mod">
          <ac:chgData name="Owais Ahmed" userId="6abc7d4556b3b071" providerId="LiveId" clId="{69A6FD51-02D8-45A5-972C-CEF9253318D0}" dt="2023-12-13T10:37:25.365" v="5867" actId="115"/>
          <ac:spMkLst>
            <pc:docMk/>
            <pc:sldMk cId="296501705" sldId="2557"/>
            <ac:spMk id="3" creationId="{4A1C0383-58FE-E486-295E-B33B8683B938}"/>
          </ac:spMkLst>
        </pc:spChg>
      </pc:sldChg>
      <pc:sldChg chg="addSp delSp modSp mod">
        <pc:chgData name="Owais Ahmed" userId="6abc7d4556b3b071" providerId="LiveId" clId="{69A6FD51-02D8-45A5-972C-CEF9253318D0}" dt="2023-12-07T05:34:37.150" v="51" actId="20577"/>
        <pc:sldMkLst>
          <pc:docMk/>
          <pc:sldMk cId="1466069214" sldId="2558"/>
        </pc:sldMkLst>
        <pc:spChg chg="mod">
          <ac:chgData name="Owais Ahmed" userId="6abc7d4556b3b071" providerId="LiveId" clId="{69A6FD51-02D8-45A5-972C-CEF9253318D0}" dt="2023-12-07T05:34:37.150" v="51" actId="20577"/>
          <ac:spMkLst>
            <pc:docMk/>
            <pc:sldMk cId="1466069214" sldId="2558"/>
            <ac:spMk id="3" creationId="{4A1C0383-58FE-E486-295E-B33B8683B938}"/>
          </ac:spMkLst>
        </pc:spChg>
        <pc:graphicFrameChg chg="add del mod">
          <ac:chgData name="Owais Ahmed" userId="6abc7d4556b3b071" providerId="LiveId" clId="{69A6FD51-02D8-45A5-972C-CEF9253318D0}" dt="2023-12-07T05:31:13.315" v="4"/>
          <ac:graphicFrameMkLst>
            <pc:docMk/>
            <pc:sldMk cId="1466069214" sldId="2558"/>
            <ac:graphicFrameMk id="4" creationId="{D4B6EC4A-58A7-0226-D177-80806A2674E9}"/>
          </ac:graphicFrameMkLst>
        </pc:graphicFrameChg>
        <pc:graphicFrameChg chg="add del mod">
          <ac:chgData name="Owais Ahmed" userId="6abc7d4556b3b071" providerId="LiveId" clId="{69A6FD51-02D8-45A5-972C-CEF9253318D0}" dt="2023-12-07T05:32:08.612" v="10"/>
          <ac:graphicFrameMkLst>
            <pc:docMk/>
            <pc:sldMk cId="1466069214" sldId="2558"/>
            <ac:graphicFrameMk id="7" creationId="{82BB582C-FA39-7905-2A92-B9363B40714F}"/>
          </ac:graphicFrameMkLst>
        </pc:graphicFrameChg>
        <pc:picChg chg="del">
          <ac:chgData name="Owais Ahmed" userId="6abc7d4556b3b071" providerId="LiveId" clId="{69A6FD51-02D8-45A5-972C-CEF9253318D0}" dt="2023-12-07T05:31:21.430" v="5"/>
          <ac:picMkLst>
            <pc:docMk/>
            <pc:sldMk cId="1466069214" sldId="2558"/>
            <ac:picMk id="5" creationId="{D9FE8C76-4EC1-CE7E-3069-EB43DA9AD199}"/>
          </ac:picMkLst>
        </pc:picChg>
        <pc:picChg chg="del">
          <ac:chgData name="Owais Ahmed" userId="6abc7d4556b3b071" providerId="LiveId" clId="{69A6FD51-02D8-45A5-972C-CEF9253318D0}" dt="2023-12-07T05:31:25.262" v="6"/>
          <ac:picMkLst>
            <pc:docMk/>
            <pc:sldMk cId="1466069214" sldId="2558"/>
            <ac:picMk id="6" creationId="{53A0C4F4-CD7B-69A0-1D46-11BFAEAA156D}"/>
          </ac:picMkLst>
        </pc:picChg>
        <pc:picChg chg="del mod">
          <ac:chgData name="Owais Ahmed" userId="6abc7d4556b3b071" providerId="LiveId" clId="{69A6FD51-02D8-45A5-972C-CEF9253318D0}" dt="2023-12-07T05:32:33.324" v="15"/>
          <ac:picMkLst>
            <pc:docMk/>
            <pc:sldMk cId="1466069214" sldId="2558"/>
            <ac:picMk id="8" creationId="{A3036178-7945-33C6-B583-CD9DAEC250AB}"/>
          </ac:picMkLst>
        </pc:picChg>
        <pc:picChg chg="add mod">
          <ac:chgData name="Owais Ahmed" userId="6abc7d4556b3b071" providerId="LiveId" clId="{69A6FD51-02D8-45A5-972C-CEF9253318D0}" dt="2023-12-07T05:34:15.950" v="18" actId="1076"/>
          <ac:picMkLst>
            <pc:docMk/>
            <pc:sldMk cId="1466069214" sldId="2558"/>
            <ac:picMk id="10" creationId="{31F6E7E2-9051-5EE1-71CA-860F5AA0EE9F}"/>
          </ac:picMkLst>
        </pc:picChg>
        <pc:picChg chg="add del">
          <ac:chgData name="Owais Ahmed" userId="6abc7d4556b3b071" providerId="LiveId" clId="{69A6FD51-02D8-45A5-972C-CEF9253318D0}" dt="2023-12-07T05:32:05.195" v="8" actId="478"/>
          <ac:picMkLst>
            <pc:docMk/>
            <pc:sldMk cId="1466069214" sldId="2558"/>
            <ac:picMk id="1028" creationId="{A9BAED3D-52DA-71E5-DE89-364D5D8EB2B1}"/>
          </ac:picMkLst>
        </pc:picChg>
      </pc:sldChg>
      <pc:sldChg chg="addSp modSp mod modAnim">
        <pc:chgData name="Owais Ahmed" userId="6abc7d4556b3b071" providerId="LiveId" clId="{69A6FD51-02D8-45A5-972C-CEF9253318D0}" dt="2023-12-07T06:14:24.098" v="2064" actId="20577"/>
        <pc:sldMkLst>
          <pc:docMk/>
          <pc:sldMk cId="3962249788" sldId="2559"/>
        </pc:sldMkLst>
        <pc:spChg chg="mod">
          <ac:chgData name="Owais Ahmed" userId="6abc7d4556b3b071" providerId="LiveId" clId="{69A6FD51-02D8-45A5-972C-CEF9253318D0}" dt="2023-12-07T06:14:24.098" v="2064" actId="20577"/>
          <ac:spMkLst>
            <pc:docMk/>
            <pc:sldMk cId="3962249788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69A6FD51-02D8-45A5-972C-CEF9253318D0}" dt="2023-12-07T06:12:40.161" v="1879" actId="14100"/>
          <ac:graphicFrameMkLst>
            <pc:docMk/>
            <pc:sldMk cId="3962249788" sldId="2559"/>
            <ac:graphicFrameMk id="4" creationId="{DEEB0BB9-18E0-C28E-DD06-9225E84BA934}"/>
          </ac:graphicFrameMkLst>
        </pc:graphicFrameChg>
      </pc:sldChg>
      <pc:sldChg chg="del">
        <pc:chgData name="Owais Ahmed" userId="6abc7d4556b3b071" providerId="LiveId" clId="{69A6FD51-02D8-45A5-972C-CEF9253318D0}" dt="2023-12-07T06:14:36.806" v="2066" actId="47"/>
        <pc:sldMkLst>
          <pc:docMk/>
          <pc:sldMk cId="2599850084" sldId="2560"/>
        </pc:sldMkLst>
      </pc:sldChg>
      <pc:sldChg chg="del">
        <pc:chgData name="Owais Ahmed" userId="6abc7d4556b3b071" providerId="LiveId" clId="{69A6FD51-02D8-45A5-972C-CEF9253318D0}" dt="2023-12-07T06:14:34.892" v="2065" actId="47"/>
        <pc:sldMkLst>
          <pc:docMk/>
          <pc:sldMk cId="1963263386" sldId="2561"/>
        </pc:sldMkLst>
      </pc:sldChg>
      <pc:sldChg chg="addSp modSp mod ord modAnim">
        <pc:chgData name="Owais Ahmed" userId="6abc7d4556b3b071" providerId="LiveId" clId="{69A6FD51-02D8-45A5-972C-CEF9253318D0}" dt="2023-12-13T10:12:41.397" v="5064"/>
        <pc:sldMkLst>
          <pc:docMk/>
          <pc:sldMk cId="3931964295" sldId="2562"/>
        </pc:sldMkLst>
        <pc:spChg chg="mod">
          <ac:chgData name="Owais Ahmed" userId="6abc7d4556b3b071" providerId="LiveId" clId="{69A6FD51-02D8-45A5-972C-CEF9253318D0}" dt="2023-12-07T06:43:46.823" v="2638" actId="20577"/>
          <ac:spMkLst>
            <pc:docMk/>
            <pc:sldMk cId="3931964295" sldId="2562"/>
            <ac:spMk id="3" creationId="{4A1C0383-58FE-E486-295E-B33B8683B938}"/>
          </ac:spMkLst>
        </pc:spChg>
        <pc:picChg chg="add mod">
          <ac:chgData name="Owais Ahmed" userId="6abc7d4556b3b071" providerId="LiveId" clId="{69A6FD51-02D8-45A5-972C-CEF9253318D0}" dt="2023-12-07T06:40:36.889" v="2391" actId="1076"/>
          <ac:picMkLst>
            <pc:docMk/>
            <pc:sldMk cId="3931964295" sldId="2562"/>
            <ac:picMk id="5" creationId="{557D8AC8-BBE1-DDA9-CBA5-F15350B658D3}"/>
          </ac:picMkLst>
        </pc:picChg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389114497" sldId="2563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353402870" sldId="2564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503313006" sldId="2565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854100598" sldId="2566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011284567" sldId="2567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3163091979" sldId="2568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1491632328" sldId="2569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792038537" sldId="2570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1305108838" sldId="2571"/>
        </pc:sldMkLst>
      </pc:sldChg>
      <pc:sldChg chg="del">
        <pc:chgData name="Owais Ahmed" userId="6abc7d4556b3b071" providerId="LiveId" clId="{69A6FD51-02D8-45A5-972C-CEF9253318D0}" dt="2023-12-07T06:50:57.663" v="2939" actId="47"/>
        <pc:sldMkLst>
          <pc:docMk/>
          <pc:sldMk cId="2248356840" sldId="2572"/>
        </pc:sldMkLst>
      </pc:sldChg>
      <pc:sldChg chg="addSp delSp modSp mod modAnim">
        <pc:chgData name="Owais Ahmed" userId="6abc7d4556b3b071" providerId="LiveId" clId="{69A6FD51-02D8-45A5-972C-CEF9253318D0}" dt="2023-12-07T05:39:02.102" v="251" actId="1076"/>
        <pc:sldMkLst>
          <pc:docMk/>
          <pc:sldMk cId="3128610596" sldId="2573"/>
        </pc:sldMkLst>
        <pc:spChg chg="add mod">
          <ac:chgData name="Owais Ahmed" userId="6abc7d4556b3b071" providerId="LiveId" clId="{69A6FD51-02D8-45A5-972C-CEF9253318D0}" dt="2023-12-07T05:38:46.579" v="246" actId="27636"/>
          <ac:spMkLst>
            <pc:docMk/>
            <pc:sldMk cId="3128610596" sldId="2573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35:24.123" v="53"/>
          <ac:graphicFrameMkLst>
            <pc:docMk/>
            <pc:sldMk cId="3128610596" sldId="2573"/>
            <ac:graphicFrameMk id="3" creationId="{2588A930-6BCF-6F59-5E01-BEFBF0AD7B36}"/>
          </ac:graphicFrameMkLst>
        </pc:graphicFrameChg>
        <pc:picChg chg="del">
          <ac:chgData name="Owais Ahmed" userId="6abc7d4556b3b071" providerId="LiveId" clId="{69A6FD51-02D8-45A5-972C-CEF9253318D0}" dt="2023-12-07T05:31:05.115" v="0" actId="478"/>
          <ac:picMkLst>
            <pc:docMk/>
            <pc:sldMk cId="3128610596" sldId="2573"/>
            <ac:picMk id="4" creationId="{0036E5AC-22BC-5688-1C64-C772BA1131FF}"/>
          </ac:picMkLst>
        </pc:picChg>
        <pc:picChg chg="del">
          <ac:chgData name="Owais Ahmed" userId="6abc7d4556b3b071" providerId="LiveId" clId="{69A6FD51-02D8-45A5-972C-CEF9253318D0}" dt="2023-12-07T05:35:29.448" v="54"/>
          <ac:picMkLst>
            <pc:docMk/>
            <pc:sldMk cId="3128610596" sldId="2573"/>
            <ac:picMk id="5" creationId="{53C64B63-BD8A-FACF-C36D-F7E7E68ADF80}"/>
          </ac:picMkLst>
        </pc:picChg>
        <pc:picChg chg="add mod">
          <ac:chgData name="Owais Ahmed" userId="6abc7d4556b3b071" providerId="LiveId" clId="{69A6FD51-02D8-45A5-972C-CEF9253318D0}" dt="2023-12-07T05:39:02.102" v="251" actId="1076"/>
          <ac:picMkLst>
            <pc:docMk/>
            <pc:sldMk cId="3128610596" sldId="2573"/>
            <ac:picMk id="7" creationId="{7EFA5F50-8596-CBEC-D3E3-0EF26EF12EF1}"/>
          </ac:picMkLst>
        </pc:picChg>
        <pc:picChg chg="del">
          <ac:chgData name="Owais Ahmed" userId="6abc7d4556b3b071" providerId="LiveId" clId="{69A6FD51-02D8-45A5-972C-CEF9253318D0}" dt="2023-12-07T05:31:05.782" v="1" actId="478"/>
          <ac:picMkLst>
            <pc:docMk/>
            <pc:sldMk cId="3128610596" sldId="2573"/>
            <ac:picMk id="10" creationId="{E0E9F8CD-10F3-03D2-8E86-7940961D62D4}"/>
          </ac:picMkLst>
        </pc:picChg>
        <pc:picChg chg="add mod">
          <ac:chgData name="Owais Ahmed" userId="6abc7d4556b3b071" providerId="LiveId" clId="{69A6FD51-02D8-45A5-972C-CEF9253318D0}" dt="2023-12-07T05:38:57.816" v="250" actId="1076"/>
          <ac:picMkLst>
            <pc:docMk/>
            <pc:sldMk cId="3128610596" sldId="2573"/>
            <ac:picMk id="11" creationId="{868D31FF-5C39-3856-31A4-288B621B6600}"/>
          </ac:picMkLst>
        </pc:picChg>
      </pc:sldChg>
      <pc:sldChg chg="addSp delSp modSp add del mod">
        <pc:chgData name="Owais Ahmed" userId="6abc7d4556b3b071" providerId="LiveId" clId="{69A6FD51-02D8-45A5-972C-CEF9253318D0}" dt="2023-12-07T05:39:12.878" v="252" actId="47"/>
        <pc:sldMkLst>
          <pc:docMk/>
          <pc:sldMk cId="1198226644" sldId="2574"/>
        </pc:sldMkLst>
        <pc:picChg chg="add mod">
          <ac:chgData name="Owais Ahmed" userId="6abc7d4556b3b071" providerId="LiveId" clId="{69A6FD51-02D8-45A5-972C-CEF9253318D0}" dt="2023-12-07T05:37:46.762" v="220" actId="1076"/>
          <ac:picMkLst>
            <pc:docMk/>
            <pc:sldMk cId="1198226644" sldId="2574"/>
            <ac:picMk id="4" creationId="{9E630CE6-DAA6-943B-71C4-8D9B7DC7C41D}"/>
          </ac:picMkLst>
        </pc:picChg>
        <pc:picChg chg="del">
          <ac:chgData name="Owais Ahmed" userId="6abc7d4556b3b071" providerId="LiveId" clId="{69A6FD51-02D8-45A5-972C-CEF9253318D0}" dt="2023-12-07T05:37:37.352" v="218" actId="478"/>
          <ac:picMkLst>
            <pc:docMk/>
            <pc:sldMk cId="1198226644" sldId="2574"/>
            <ac:picMk id="7" creationId="{7EFA5F50-8596-CBEC-D3E3-0EF26EF12EF1}"/>
          </ac:picMkLst>
        </pc:picChg>
      </pc:sldChg>
      <pc:sldChg chg="addSp delSp modSp add mod">
        <pc:chgData name="Owais Ahmed" userId="6abc7d4556b3b071" providerId="LiveId" clId="{69A6FD51-02D8-45A5-972C-CEF9253318D0}" dt="2023-12-07T05:42:26.058" v="432" actId="1076"/>
        <pc:sldMkLst>
          <pc:docMk/>
          <pc:sldMk cId="2021931584" sldId="2574"/>
        </pc:sldMkLst>
        <pc:spChg chg="mod">
          <ac:chgData name="Owais Ahmed" userId="6abc7d4556b3b071" providerId="LiveId" clId="{69A6FD51-02D8-45A5-972C-CEF9253318D0}" dt="2023-12-07T05:40:45.068" v="422" actId="20577"/>
          <ac:spMkLst>
            <pc:docMk/>
            <pc:sldMk cId="2021931584" sldId="2574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41:32.683" v="425"/>
          <ac:graphicFrameMkLst>
            <pc:docMk/>
            <pc:sldMk cId="2021931584" sldId="2574"/>
            <ac:graphicFrameMk id="3" creationId="{06BA9100-8A8D-C158-F476-A0AB4A9304D7}"/>
          </ac:graphicFrameMkLst>
        </pc:graphicFrameChg>
        <pc:picChg chg="add mod">
          <ac:chgData name="Owais Ahmed" userId="6abc7d4556b3b071" providerId="LiveId" clId="{69A6FD51-02D8-45A5-972C-CEF9253318D0}" dt="2023-12-07T05:42:23.244" v="431" actId="1076"/>
          <ac:picMkLst>
            <pc:docMk/>
            <pc:sldMk cId="2021931584" sldId="2574"/>
            <ac:picMk id="5" creationId="{DA4579CE-CACB-564B-35DE-A75F2311478E}"/>
          </ac:picMkLst>
        </pc:picChg>
        <pc:picChg chg="add mod">
          <ac:chgData name="Owais Ahmed" userId="6abc7d4556b3b071" providerId="LiveId" clId="{69A6FD51-02D8-45A5-972C-CEF9253318D0}" dt="2023-12-07T05:42:26.058" v="432" actId="1076"/>
          <ac:picMkLst>
            <pc:docMk/>
            <pc:sldMk cId="2021931584" sldId="2574"/>
            <ac:picMk id="6" creationId="{389158BF-0047-3CAB-71B5-92C97E2518CA}"/>
          </ac:picMkLst>
        </pc:picChg>
        <pc:picChg chg="del">
          <ac:chgData name="Owais Ahmed" userId="6abc7d4556b3b071" providerId="LiveId" clId="{69A6FD51-02D8-45A5-972C-CEF9253318D0}" dt="2023-12-07T05:41:29.850" v="423" actId="478"/>
          <ac:picMkLst>
            <pc:docMk/>
            <pc:sldMk cId="2021931584" sldId="2574"/>
            <ac:picMk id="7" creationId="{7EFA5F50-8596-CBEC-D3E3-0EF26EF12EF1}"/>
          </ac:picMkLst>
        </pc:picChg>
        <pc:picChg chg="del">
          <ac:chgData name="Owais Ahmed" userId="6abc7d4556b3b071" providerId="LiveId" clId="{69A6FD51-02D8-45A5-972C-CEF9253318D0}" dt="2023-12-07T05:42:18.537" v="430" actId="478"/>
          <ac:picMkLst>
            <pc:docMk/>
            <pc:sldMk cId="2021931584" sldId="2574"/>
            <ac:picMk id="11" creationId="{868D31FF-5C39-3856-31A4-288B621B6600}"/>
          </ac:picMkLst>
        </pc:picChg>
      </pc:sldChg>
      <pc:sldChg chg="addSp delSp modSp add mod">
        <pc:chgData name="Owais Ahmed" userId="6abc7d4556b3b071" providerId="LiveId" clId="{69A6FD51-02D8-45A5-972C-CEF9253318D0}" dt="2023-12-07T05:44:42.187" v="559" actId="1076"/>
        <pc:sldMkLst>
          <pc:docMk/>
          <pc:sldMk cId="1754660575" sldId="2575"/>
        </pc:sldMkLst>
        <pc:spChg chg="mod">
          <ac:chgData name="Owais Ahmed" userId="6abc7d4556b3b071" providerId="LiveId" clId="{69A6FD51-02D8-45A5-972C-CEF9253318D0}" dt="2023-12-07T05:43:26.473" v="557" actId="20577"/>
          <ac:spMkLst>
            <pc:docMk/>
            <pc:sldMk cId="1754660575" sldId="2575"/>
            <ac:spMk id="8" creationId="{80F9FA8D-D3E9-85D9-7650-497AC6ECFAEE}"/>
          </ac:spMkLst>
        </pc:spChg>
        <pc:picChg chg="add mod">
          <ac:chgData name="Owais Ahmed" userId="6abc7d4556b3b071" providerId="LiveId" clId="{69A6FD51-02D8-45A5-972C-CEF9253318D0}" dt="2023-12-07T05:44:42.187" v="559" actId="1076"/>
          <ac:picMkLst>
            <pc:docMk/>
            <pc:sldMk cId="1754660575" sldId="2575"/>
            <ac:picMk id="4" creationId="{770C1951-113C-4326-459F-E17537D675C9}"/>
          </ac:picMkLst>
        </pc:picChg>
        <pc:picChg chg="mod">
          <ac:chgData name="Owais Ahmed" userId="6abc7d4556b3b071" providerId="LiveId" clId="{69A6FD51-02D8-45A5-972C-CEF9253318D0}" dt="2023-12-07T05:42:48.857" v="438" actId="1076"/>
          <ac:picMkLst>
            <pc:docMk/>
            <pc:sldMk cId="1754660575" sldId="2575"/>
            <ac:picMk id="5" creationId="{DA4579CE-CACB-564B-35DE-A75F2311478E}"/>
          </ac:picMkLst>
        </pc:picChg>
        <pc:picChg chg="add del">
          <ac:chgData name="Owais Ahmed" userId="6abc7d4556b3b071" providerId="LiveId" clId="{69A6FD51-02D8-45A5-972C-CEF9253318D0}" dt="2023-12-07T05:42:51.770" v="439" actId="478"/>
          <ac:picMkLst>
            <pc:docMk/>
            <pc:sldMk cId="1754660575" sldId="2575"/>
            <ac:picMk id="6" creationId="{389158BF-0047-3CAB-71B5-92C97E2518CA}"/>
          </ac:picMkLst>
        </pc:picChg>
      </pc:sldChg>
      <pc:sldChg chg="addSp delSp modSp add mod modAnim">
        <pc:chgData name="Owais Ahmed" userId="6abc7d4556b3b071" providerId="LiveId" clId="{69A6FD51-02D8-45A5-972C-CEF9253318D0}" dt="2023-12-07T05:50:28.868" v="748" actId="20577"/>
        <pc:sldMkLst>
          <pc:docMk/>
          <pc:sldMk cId="2633584551" sldId="2576"/>
        </pc:sldMkLst>
        <pc:spChg chg="mod">
          <ac:chgData name="Owais Ahmed" userId="6abc7d4556b3b071" providerId="LiveId" clId="{69A6FD51-02D8-45A5-972C-CEF9253318D0}" dt="2023-12-07T05:50:28.868" v="748" actId="20577"/>
          <ac:spMkLst>
            <pc:docMk/>
            <pc:sldMk cId="2633584551" sldId="2576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48:44.582" v="697"/>
          <ac:graphicFrameMkLst>
            <pc:docMk/>
            <pc:sldMk cId="2633584551" sldId="2576"/>
            <ac:graphicFrameMk id="3" creationId="{0AAF4CDB-326E-B580-8D24-9F949CDD3C02}"/>
          </ac:graphicFrameMkLst>
        </pc:graphicFrameChg>
        <pc:picChg chg="add del mod ord">
          <ac:chgData name="Owais Ahmed" userId="6abc7d4556b3b071" providerId="LiveId" clId="{69A6FD51-02D8-45A5-972C-CEF9253318D0}" dt="2023-12-07T05:50:14.812" v="734" actId="1076"/>
          <ac:picMkLst>
            <pc:docMk/>
            <pc:sldMk cId="2633584551" sldId="2576"/>
            <ac:picMk id="4" creationId="{770C1951-113C-4326-459F-E17537D675C9}"/>
          </ac:picMkLst>
        </pc:picChg>
        <pc:picChg chg="del">
          <ac:chgData name="Owais Ahmed" userId="6abc7d4556b3b071" providerId="LiveId" clId="{69A6FD51-02D8-45A5-972C-CEF9253318D0}" dt="2023-12-07T05:46:14.649" v="665" actId="478"/>
          <ac:picMkLst>
            <pc:docMk/>
            <pc:sldMk cId="2633584551" sldId="2576"/>
            <ac:picMk id="5" creationId="{DA4579CE-CACB-564B-35DE-A75F2311478E}"/>
          </ac:picMkLst>
        </pc:picChg>
        <pc:picChg chg="add del mod">
          <ac:chgData name="Owais Ahmed" userId="6abc7d4556b3b071" providerId="LiveId" clId="{69A6FD51-02D8-45A5-972C-CEF9253318D0}" dt="2023-12-07T05:50:21.034" v="735" actId="1076"/>
          <ac:picMkLst>
            <pc:docMk/>
            <pc:sldMk cId="2633584551" sldId="2576"/>
            <ac:picMk id="7" creationId="{9310FCFE-17EE-A5DD-B9DB-20911B5E7F0C}"/>
          </ac:picMkLst>
        </pc:picChg>
        <pc:picChg chg="add del mod">
          <ac:chgData name="Owais Ahmed" userId="6abc7d4556b3b071" providerId="LiveId" clId="{69A6FD51-02D8-45A5-972C-CEF9253318D0}" dt="2023-12-07T05:50:08.398" v="727" actId="22"/>
          <ac:picMkLst>
            <pc:docMk/>
            <pc:sldMk cId="2633584551" sldId="2576"/>
            <ac:picMk id="10" creationId="{75FAD296-0ADF-14D6-9EA4-7C251706B760}"/>
          </ac:picMkLst>
        </pc:picChg>
      </pc:sldChg>
      <pc:sldChg chg="addSp delSp modSp add mod">
        <pc:chgData name="Owais Ahmed" userId="6abc7d4556b3b071" providerId="LiveId" clId="{69A6FD51-02D8-45A5-972C-CEF9253318D0}" dt="2023-12-07T05:52:37.458" v="894" actId="1076"/>
        <pc:sldMkLst>
          <pc:docMk/>
          <pc:sldMk cId="2430398858" sldId="2577"/>
        </pc:sldMkLst>
        <pc:spChg chg="mod">
          <ac:chgData name="Owais Ahmed" userId="6abc7d4556b3b071" providerId="LiveId" clId="{69A6FD51-02D8-45A5-972C-CEF9253318D0}" dt="2023-12-07T05:51:10.100" v="888" actId="20577"/>
          <ac:spMkLst>
            <pc:docMk/>
            <pc:sldMk cId="2430398858" sldId="2577"/>
            <ac:spMk id="8" creationId="{80F9FA8D-D3E9-85D9-7650-497AC6ECFAEE}"/>
          </ac:spMkLst>
        </pc:spChg>
        <pc:picChg chg="del">
          <ac:chgData name="Owais Ahmed" userId="6abc7d4556b3b071" providerId="LiveId" clId="{69A6FD51-02D8-45A5-972C-CEF9253318D0}" dt="2023-12-07T05:51:26.079" v="889" actId="478"/>
          <ac:picMkLst>
            <pc:docMk/>
            <pc:sldMk cId="2430398858" sldId="2577"/>
            <ac:picMk id="4" creationId="{770C1951-113C-4326-459F-E17537D675C9}"/>
          </ac:picMkLst>
        </pc:picChg>
        <pc:picChg chg="add mod">
          <ac:chgData name="Owais Ahmed" userId="6abc7d4556b3b071" providerId="LiveId" clId="{69A6FD51-02D8-45A5-972C-CEF9253318D0}" dt="2023-12-07T05:51:30.765" v="891" actId="1076"/>
          <ac:picMkLst>
            <pc:docMk/>
            <pc:sldMk cId="2430398858" sldId="2577"/>
            <ac:picMk id="5" creationId="{712E8780-3FC7-0C7D-A1D2-3EDCCAB5421A}"/>
          </ac:picMkLst>
        </pc:picChg>
        <pc:picChg chg="del">
          <ac:chgData name="Owais Ahmed" userId="6abc7d4556b3b071" providerId="LiveId" clId="{69A6FD51-02D8-45A5-972C-CEF9253318D0}" dt="2023-12-07T05:51:43.529" v="892" actId="478"/>
          <ac:picMkLst>
            <pc:docMk/>
            <pc:sldMk cId="2430398858" sldId="2577"/>
            <ac:picMk id="7" creationId="{9310FCFE-17EE-A5DD-B9DB-20911B5E7F0C}"/>
          </ac:picMkLst>
        </pc:picChg>
        <pc:picChg chg="add mod">
          <ac:chgData name="Owais Ahmed" userId="6abc7d4556b3b071" providerId="LiveId" clId="{69A6FD51-02D8-45A5-972C-CEF9253318D0}" dt="2023-12-07T05:52:37.458" v="894" actId="1076"/>
          <ac:picMkLst>
            <pc:docMk/>
            <pc:sldMk cId="2430398858" sldId="2577"/>
            <ac:picMk id="9" creationId="{134C81A3-B788-7D1F-0051-D579B7265924}"/>
          </ac:picMkLst>
        </pc:picChg>
      </pc:sldChg>
      <pc:sldChg chg="addSp delSp modSp add mod modAnim">
        <pc:chgData name="Owais Ahmed" userId="6abc7d4556b3b071" providerId="LiveId" clId="{69A6FD51-02D8-45A5-972C-CEF9253318D0}" dt="2023-12-07T05:54:42.435" v="1120" actId="1076"/>
        <pc:sldMkLst>
          <pc:docMk/>
          <pc:sldMk cId="2637187332" sldId="2578"/>
        </pc:sldMkLst>
        <pc:spChg chg="mod">
          <ac:chgData name="Owais Ahmed" userId="6abc7d4556b3b071" providerId="LiveId" clId="{69A6FD51-02D8-45A5-972C-CEF9253318D0}" dt="2023-12-07T05:54:08.305" v="1118" actId="20577"/>
          <ac:spMkLst>
            <pc:docMk/>
            <pc:sldMk cId="2637187332" sldId="2578"/>
            <ac:spMk id="8" creationId="{80F9FA8D-D3E9-85D9-7650-497AC6ECFAEE}"/>
          </ac:spMkLst>
        </pc:spChg>
        <pc:picChg chg="add mod">
          <ac:chgData name="Owais Ahmed" userId="6abc7d4556b3b071" providerId="LiveId" clId="{69A6FD51-02D8-45A5-972C-CEF9253318D0}" dt="2023-12-07T05:54:42.435" v="1120" actId="1076"/>
          <ac:picMkLst>
            <pc:docMk/>
            <pc:sldMk cId="2637187332" sldId="2578"/>
            <ac:picMk id="4" creationId="{8073E023-4CD4-2D5F-A9E2-6D76C67C5A89}"/>
          </ac:picMkLst>
        </pc:picChg>
        <pc:picChg chg="del">
          <ac:chgData name="Owais Ahmed" userId="6abc7d4556b3b071" providerId="LiveId" clId="{69A6FD51-02D8-45A5-972C-CEF9253318D0}" dt="2023-12-07T05:52:57.802" v="898" actId="478"/>
          <ac:picMkLst>
            <pc:docMk/>
            <pc:sldMk cId="2637187332" sldId="2578"/>
            <ac:picMk id="5" creationId="{712E8780-3FC7-0C7D-A1D2-3EDCCAB5421A}"/>
          </ac:picMkLst>
        </pc:picChg>
        <pc:picChg chg="mod ord">
          <ac:chgData name="Owais Ahmed" userId="6abc7d4556b3b071" providerId="LiveId" clId="{69A6FD51-02D8-45A5-972C-CEF9253318D0}" dt="2023-12-07T05:52:56.112" v="897" actId="1076"/>
          <ac:picMkLst>
            <pc:docMk/>
            <pc:sldMk cId="2637187332" sldId="2578"/>
            <ac:picMk id="9" creationId="{134C81A3-B788-7D1F-0051-D579B7265924}"/>
          </ac:picMkLst>
        </pc:picChg>
      </pc:sldChg>
      <pc:sldChg chg="addSp delSp modSp add mod modAnim">
        <pc:chgData name="Owais Ahmed" userId="6abc7d4556b3b071" providerId="LiveId" clId="{69A6FD51-02D8-45A5-972C-CEF9253318D0}" dt="2023-12-07T05:56:17.697" v="1278" actId="1076"/>
        <pc:sldMkLst>
          <pc:docMk/>
          <pc:sldMk cId="3037872955" sldId="2579"/>
        </pc:sldMkLst>
        <pc:spChg chg="mod">
          <ac:chgData name="Owais Ahmed" userId="6abc7d4556b3b071" providerId="LiveId" clId="{69A6FD51-02D8-45A5-972C-CEF9253318D0}" dt="2023-12-07T05:55:49.828" v="1274" actId="20577"/>
          <ac:spMkLst>
            <pc:docMk/>
            <pc:sldMk cId="3037872955" sldId="2579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5:56:06.914" v="1276"/>
          <ac:graphicFrameMkLst>
            <pc:docMk/>
            <pc:sldMk cId="3037872955" sldId="2579"/>
            <ac:graphicFrameMk id="3" creationId="{3BCC459E-07C9-24E1-2144-72E27B9E7D84}"/>
          </ac:graphicFrameMkLst>
        </pc:graphicFrameChg>
        <pc:picChg chg="mod ord">
          <ac:chgData name="Owais Ahmed" userId="6abc7d4556b3b071" providerId="LiveId" clId="{69A6FD51-02D8-45A5-972C-CEF9253318D0}" dt="2023-12-07T05:54:58.128" v="1123" actId="1076"/>
          <ac:picMkLst>
            <pc:docMk/>
            <pc:sldMk cId="3037872955" sldId="2579"/>
            <ac:picMk id="4" creationId="{8073E023-4CD4-2D5F-A9E2-6D76C67C5A89}"/>
          </ac:picMkLst>
        </pc:picChg>
        <pc:picChg chg="add mod">
          <ac:chgData name="Owais Ahmed" userId="6abc7d4556b3b071" providerId="LiveId" clId="{69A6FD51-02D8-45A5-972C-CEF9253318D0}" dt="2023-12-07T05:56:17.697" v="1278" actId="1076"/>
          <ac:picMkLst>
            <pc:docMk/>
            <pc:sldMk cId="3037872955" sldId="2579"/>
            <ac:picMk id="6" creationId="{D96B364E-E9D6-B692-0E53-B8848A4F99EB}"/>
          </ac:picMkLst>
        </pc:picChg>
        <pc:picChg chg="del">
          <ac:chgData name="Owais Ahmed" userId="6abc7d4556b3b071" providerId="LiveId" clId="{69A6FD51-02D8-45A5-972C-CEF9253318D0}" dt="2023-12-07T05:54:59.970" v="1124" actId="478"/>
          <ac:picMkLst>
            <pc:docMk/>
            <pc:sldMk cId="3037872955" sldId="2579"/>
            <ac:picMk id="9" creationId="{134C81A3-B788-7D1F-0051-D579B7265924}"/>
          </ac:picMkLst>
        </pc:picChg>
      </pc:sldChg>
      <pc:sldChg chg="addSp delSp modSp add mod">
        <pc:chgData name="Owais Ahmed" userId="6abc7d4556b3b071" providerId="LiveId" clId="{69A6FD51-02D8-45A5-972C-CEF9253318D0}" dt="2023-12-07T05:58:46.248" v="1438" actId="1076"/>
        <pc:sldMkLst>
          <pc:docMk/>
          <pc:sldMk cId="3749350364" sldId="2580"/>
        </pc:sldMkLst>
        <pc:spChg chg="mod">
          <ac:chgData name="Owais Ahmed" userId="6abc7d4556b3b071" providerId="LiveId" clId="{69A6FD51-02D8-45A5-972C-CEF9253318D0}" dt="2023-12-07T05:58:16.703" v="1436" actId="20577"/>
          <ac:spMkLst>
            <pc:docMk/>
            <pc:sldMk cId="3749350364" sldId="2580"/>
            <ac:spMk id="8" creationId="{80F9FA8D-D3E9-85D9-7650-497AC6ECFAEE}"/>
          </ac:spMkLst>
        </pc:spChg>
        <pc:picChg chg="del">
          <ac:chgData name="Owais Ahmed" userId="6abc7d4556b3b071" providerId="LiveId" clId="{69A6FD51-02D8-45A5-972C-CEF9253318D0}" dt="2023-12-07T05:57:25.565" v="1282" actId="478"/>
          <ac:picMkLst>
            <pc:docMk/>
            <pc:sldMk cId="3749350364" sldId="2580"/>
            <ac:picMk id="4" creationId="{8073E023-4CD4-2D5F-A9E2-6D76C67C5A89}"/>
          </ac:picMkLst>
        </pc:picChg>
        <pc:picChg chg="add mod">
          <ac:chgData name="Owais Ahmed" userId="6abc7d4556b3b071" providerId="LiveId" clId="{69A6FD51-02D8-45A5-972C-CEF9253318D0}" dt="2023-12-07T05:58:46.248" v="1438" actId="1076"/>
          <ac:picMkLst>
            <pc:docMk/>
            <pc:sldMk cId="3749350364" sldId="2580"/>
            <ac:picMk id="5" creationId="{98622035-67E0-C70B-361F-544F49F19B03}"/>
          </ac:picMkLst>
        </pc:picChg>
        <pc:picChg chg="mod ord">
          <ac:chgData name="Owais Ahmed" userId="6abc7d4556b3b071" providerId="LiveId" clId="{69A6FD51-02D8-45A5-972C-CEF9253318D0}" dt="2023-12-07T05:57:23.490" v="1281" actId="1076"/>
          <ac:picMkLst>
            <pc:docMk/>
            <pc:sldMk cId="3749350364" sldId="2580"/>
            <ac:picMk id="6" creationId="{D96B364E-E9D6-B692-0E53-B8848A4F99EB}"/>
          </ac:picMkLst>
        </pc:picChg>
      </pc:sldChg>
      <pc:sldChg chg="addSp delSp modSp add mod">
        <pc:chgData name="Owais Ahmed" userId="6abc7d4556b3b071" providerId="LiveId" clId="{69A6FD51-02D8-45A5-972C-CEF9253318D0}" dt="2023-12-07T06:00:24.449" v="1526" actId="20577"/>
        <pc:sldMkLst>
          <pc:docMk/>
          <pc:sldMk cId="2050723358" sldId="2581"/>
        </pc:sldMkLst>
        <pc:spChg chg="mod">
          <ac:chgData name="Owais Ahmed" userId="6abc7d4556b3b071" providerId="LiveId" clId="{69A6FD51-02D8-45A5-972C-CEF9253318D0}" dt="2023-12-07T06:00:24.449" v="1526" actId="20577"/>
          <ac:spMkLst>
            <pc:docMk/>
            <pc:sldMk cId="2050723358" sldId="2581"/>
            <ac:spMk id="8" creationId="{80F9FA8D-D3E9-85D9-7650-497AC6ECFAEE}"/>
          </ac:spMkLst>
        </pc:spChg>
        <pc:graphicFrameChg chg="add del mod">
          <ac:chgData name="Owais Ahmed" userId="6abc7d4556b3b071" providerId="LiveId" clId="{69A6FD51-02D8-45A5-972C-CEF9253318D0}" dt="2023-12-07T06:00:00.235" v="1476"/>
          <ac:graphicFrameMkLst>
            <pc:docMk/>
            <pc:sldMk cId="2050723358" sldId="2581"/>
            <ac:graphicFrameMk id="3" creationId="{9333D4EC-2C94-C9D6-38CE-FADFE6DAB56F}"/>
          </ac:graphicFrameMkLst>
        </pc:graphicFrameChg>
        <pc:picChg chg="mod ord">
          <ac:chgData name="Owais Ahmed" userId="6abc7d4556b3b071" providerId="LiveId" clId="{69A6FD51-02D8-45A5-972C-CEF9253318D0}" dt="2023-12-07T05:59:07.451" v="1441" actId="1076"/>
          <ac:picMkLst>
            <pc:docMk/>
            <pc:sldMk cId="2050723358" sldId="2581"/>
            <ac:picMk id="5" creationId="{98622035-67E0-C70B-361F-544F49F19B03}"/>
          </ac:picMkLst>
        </pc:picChg>
        <pc:picChg chg="del">
          <ac:chgData name="Owais Ahmed" userId="6abc7d4556b3b071" providerId="LiveId" clId="{69A6FD51-02D8-45A5-972C-CEF9253318D0}" dt="2023-12-07T05:59:09.142" v="1442" actId="478"/>
          <ac:picMkLst>
            <pc:docMk/>
            <pc:sldMk cId="2050723358" sldId="2581"/>
            <ac:picMk id="6" creationId="{D96B364E-E9D6-B692-0E53-B8848A4F99EB}"/>
          </ac:picMkLst>
        </pc:picChg>
        <pc:picChg chg="add mod">
          <ac:chgData name="Owais Ahmed" userId="6abc7d4556b3b071" providerId="LiveId" clId="{69A6FD51-02D8-45A5-972C-CEF9253318D0}" dt="2023-12-07T06:00:11.451" v="1478" actId="1076"/>
          <ac:picMkLst>
            <pc:docMk/>
            <pc:sldMk cId="2050723358" sldId="2581"/>
            <ac:picMk id="7" creationId="{3CF1299B-3E48-BCA1-52F6-71327E4A8A84}"/>
          </ac:picMkLst>
        </pc:picChg>
      </pc:sldChg>
      <pc:sldChg chg="modSp add mod">
        <pc:chgData name="Owais Ahmed" userId="6abc7d4556b3b071" providerId="LiveId" clId="{69A6FD51-02D8-45A5-972C-CEF9253318D0}" dt="2023-12-13T10:38:02.688" v="5899" actId="20577"/>
        <pc:sldMkLst>
          <pc:docMk/>
          <pc:sldMk cId="2398146419" sldId="2582"/>
        </pc:sldMkLst>
        <pc:spChg chg="mod">
          <ac:chgData name="Owais Ahmed" userId="6abc7d4556b3b071" providerId="LiveId" clId="{69A6FD51-02D8-45A5-972C-CEF9253318D0}" dt="2023-12-13T10:38:02.688" v="5899" actId="20577"/>
          <ac:spMkLst>
            <pc:docMk/>
            <pc:sldMk cId="2398146419" sldId="2582"/>
            <ac:spMk id="3" creationId="{4A1C0383-58FE-E486-295E-B33B8683B938}"/>
          </ac:spMkLst>
        </pc:spChg>
        <pc:graphicFrameChg chg="mod">
          <ac:chgData name="Owais Ahmed" userId="6abc7d4556b3b071" providerId="LiveId" clId="{69A6FD51-02D8-45A5-972C-CEF9253318D0}" dt="2023-12-07T06:35:06.568" v="2223" actId="207"/>
          <ac:graphicFrameMkLst>
            <pc:docMk/>
            <pc:sldMk cId="2398146419" sldId="2582"/>
            <ac:graphicFrameMk id="4" creationId="{DEEB0BB9-18E0-C28E-DD06-9225E84BA934}"/>
          </ac:graphicFrameMkLst>
        </pc:graphicFrameChg>
      </pc:sldChg>
      <pc:sldChg chg="addSp delSp modSp add mod ord modAnim">
        <pc:chgData name="Owais Ahmed" userId="6abc7d4556b3b071" providerId="LiveId" clId="{69A6FD51-02D8-45A5-972C-CEF9253318D0}" dt="2023-12-13T10:12:41.397" v="5064"/>
        <pc:sldMkLst>
          <pc:docMk/>
          <pc:sldMk cId="238849399" sldId="2583"/>
        </pc:sldMkLst>
        <pc:spChg chg="mod">
          <ac:chgData name="Owais Ahmed" userId="6abc7d4556b3b071" providerId="LiveId" clId="{69A6FD51-02D8-45A5-972C-CEF9253318D0}" dt="2023-12-07T06:50:51.838" v="2938" actId="20577"/>
          <ac:spMkLst>
            <pc:docMk/>
            <pc:sldMk cId="238849399" sldId="2583"/>
            <ac:spMk id="3" creationId="{4A1C0383-58FE-E486-295E-B33B8683B938}"/>
          </ac:spMkLst>
        </pc:spChg>
        <pc:spChg chg="del">
          <ac:chgData name="Owais Ahmed" userId="6abc7d4556b3b071" providerId="LiveId" clId="{69A6FD51-02D8-45A5-972C-CEF9253318D0}" dt="2023-12-07T06:49:28.851" v="2647" actId="478"/>
          <ac:spMkLst>
            <pc:docMk/>
            <pc:sldMk cId="238849399" sldId="2583"/>
            <ac:spMk id="89" creationId="{00000000-0000-0000-0000-000000000000}"/>
          </ac:spMkLst>
        </pc:spChg>
        <pc:spChg chg="del">
          <ac:chgData name="Owais Ahmed" userId="6abc7d4556b3b071" providerId="LiveId" clId="{69A6FD51-02D8-45A5-972C-CEF9253318D0}" dt="2023-12-07T06:49:29.861" v="2648" actId="478"/>
          <ac:spMkLst>
            <pc:docMk/>
            <pc:sldMk cId="238849399" sldId="2583"/>
            <ac:spMk id="215" creationId="{00000000-0000-0000-0000-000000000000}"/>
          </ac:spMkLst>
        </pc:spChg>
        <pc:spChg chg="del">
          <ac:chgData name="Owais Ahmed" userId="6abc7d4556b3b071" providerId="LiveId" clId="{69A6FD51-02D8-45A5-972C-CEF9253318D0}" dt="2023-12-07T06:49:30.853" v="2649" actId="478"/>
          <ac:spMkLst>
            <pc:docMk/>
            <pc:sldMk cId="238849399" sldId="2583"/>
            <ac:spMk id="216" creationId="{00000000-0000-0000-0000-000000000000}"/>
          </ac:spMkLst>
        </pc:spChg>
        <pc:picChg chg="del">
          <ac:chgData name="Owais Ahmed" userId="6abc7d4556b3b071" providerId="LiveId" clId="{69A6FD51-02D8-45A5-972C-CEF9253318D0}" dt="2023-12-07T06:49:04.174" v="2642" actId="478"/>
          <ac:picMkLst>
            <pc:docMk/>
            <pc:sldMk cId="238849399" sldId="2583"/>
            <ac:picMk id="5" creationId="{557D8AC8-BBE1-DDA9-CBA5-F15350B658D3}"/>
          </ac:picMkLst>
        </pc:picChg>
        <pc:picChg chg="add mod">
          <ac:chgData name="Owais Ahmed" userId="6abc7d4556b3b071" providerId="LiveId" clId="{69A6FD51-02D8-45A5-972C-CEF9253318D0}" dt="2023-12-07T06:49:36.076" v="2651" actId="14100"/>
          <ac:picMkLst>
            <pc:docMk/>
            <pc:sldMk cId="238849399" sldId="2583"/>
            <ac:picMk id="6" creationId="{5C1ABEE7-5F78-8E9F-7DA3-7EDBB9CF7669}"/>
          </ac:picMkLst>
        </pc:picChg>
      </pc:sldChg>
      <pc:sldChg chg="new del">
        <pc:chgData name="Owais Ahmed" userId="6abc7d4556b3b071" providerId="LiveId" clId="{69A6FD51-02D8-45A5-972C-CEF9253318D0}" dt="2023-12-07T06:48:56.330" v="2640" actId="680"/>
        <pc:sldMkLst>
          <pc:docMk/>
          <pc:sldMk cId="3656799702" sldId="2583"/>
        </pc:sldMkLst>
      </pc:sldChg>
      <pc:sldChg chg="addSp delSp modSp add mod ord delAnim modAnim">
        <pc:chgData name="Owais Ahmed" userId="6abc7d4556b3b071" providerId="LiveId" clId="{69A6FD51-02D8-45A5-972C-CEF9253318D0}" dt="2023-12-13T10:40:15.871" v="6302" actId="20577"/>
        <pc:sldMkLst>
          <pc:docMk/>
          <pc:sldMk cId="210802253" sldId="2584"/>
        </pc:sldMkLst>
        <pc:spChg chg="mod">
          <ac:chgData name="Owais Ahmed" userId="6abc7d4556b3b071" providerId="LiveId" clId="{69A6FD51-02D8-45A5-972C-CEF9253318D0}" dt="2023-12-13T10:40:15.871" v="6302" actId="20577"/>
          <ac:spMkLst>
            <pc:docMk/>
            <pc:sldMk cId="210802253" sldId="2584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38:23.582" v="5906" actId="20577"/>
          <ac:spMkLst>
            <pc:docMk/>
            <pc:sldMk cId="210802253" sldId="2584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69A6FD51-02D8-45A5-972C-CEF9253318D0}" dt="2023-12-13T10:38:26.378" v="5907" actId="478"/>
          <ac:graphicFrameMkLst>
            <pc:docMk/>
            <pc:sldMk cId="210802253" sldId="2584"/>
            <ac:graphicFrameMk id="4" creationId="{D80B78C4-B288-25B8-B66D-92DACFE8F475}"/>
          </ac:graphicFrameMkLst>
        </pc:graphicFrameChg>
        <pc:graphicFrameChg chg="add del mod">
          <ac:chgData name="Owais Ahmed" userId="6abc7d4556b3b071" providerId="LiveId" clId="{69A6FD51-02D8-45A5-972C-CEF9253318D0}" dt="2023-12-13T09:23:20.880" v="3421"/>
          <ac:graphicFrameMkLst>
            <pc:docMk/>
            <pc:sldMk cId="210802253" sldId="2584"/>
            <ac:graphicFrameMk id="5" creationId="{A5B5F4FC-E9AF-4637-96B8-66569F2F07BE}"/>
          </ac:graphicFrameMkLst>
        </pc:graphicFrameChg>
      </pc:sldChg>
      <pc:sldChg chg="addSp delSp modSp add del mod delAnim modAnim">
        <pc:chgData name="Owais Ahmed" userId="6abc7d4556b3b071" providerId="LiveId" clId="{69A6FD51-02D8-45A5-972C-CEF9253318D0}" dt="2023-12-13T10:10:49.400" v="5008" actId="20577"/>
        <pc:sldMkLst>
          <pc:docMk/>
          <pc:sldMk cId="942234132" sldId="2585"/>
        </pc:sldMkLst>
        <pc:spChg chg="mod">
          <ac:chgData name="Owais Ahmed" userId="6abc7d4556b3b071" providerId="LiveId" clId="{69A6FD51-02D8-45A5-972C-CEF9253318D0}" dt="2023-12-13T10:10:49.400" v="5008" actId="20577"/>
          <ac:spMkLst>
            <pc:docMk/>
            <pc:sldMk cId="942234132" sldId="2585"/>
            <ac:spMk id="3" creationId="{4A1C0383-58FE-E486-295E-B33B8683B938}"/>
          </ac:spMkLst>
        </pc:spChg>
        <pc:spChg chg="add del">
          <ac:chgData name="Owais Ahmed" userId="6abc7d4556b3b071" providerId="LiveId" clId="{69A6FD51-02D8-45A5-972C-CEF9253318D0}" dt="2023-12-13T09:35:05.307" v="3769"/>
          <ac:spMkLst>
            <pc:docMk/>
            <pc:sldMk cId="942234132" sldId="2585"/>
            <ac:spMk id="5" creationId="{6E1C6180-A0AA-3452-E76D-9C69849A8F8A}"/>
          </ac:spMkLst>
        </pc:spChg>
        <pc:spChg chg="add mod">
          <ac:chgData name="Owais Ahmed" userId="6abc7d4556b3b071" providerId="LiveId" clId="{69A6FD51-02D8-45A5-972C-CEF9253318D0}" dt="2023-12-13T10:04:07.330" v="4659" actId="20577"/>
          <ac:spMkLst>
            <pc:docMk/>
            <pc:sldMk cId="942234132" sldId="2585"/>
            <ac:spMk id="6" creationId="{308CFE83-61A5-66B0-2255-AEC9311FF83A}"/>
          </ac:spMkLst>
        </pc:spChg>
        <pc:graphicFrameChg chg="del">
          <ac:chgData name="Owais Ahmed" userId="6abc7d4556b3b071" providerId="LiveId" clId="{69A6FD51-02D8-45A5-972C-CEF9253318D0}" dt="2023-12-13T09:25:29.775" v="3657" actId="478"/>
          <ac:graphicFrameMkLst>
            <pc:docMk/>
            <pc:sldMk cId="942234132" sldId="2585"/>
            <ac:graphicFrameMk id="4" creationId="{D80B78C4-B288-25B8-B66D-92DACFE8F475}"/>
          </ac:graphicFrameMkLst>
        </pc:graphicFrameChg>
      </pc:sldChg>
      <pc:sldChg chg="delSp modSp add mod">
        <pc:chgData name="Owais Ahmed" userId="6abc7d4556b3b071" providerId="LiveId" clId="{69A6FD51-02D8-45A5-972C-CEF9253318D0}" dt="2023-12-13T10:36:14.263" v="5718" actId="20577"/>
        <pc:sldMkLst>
          <pc:docMk/>
          <pc:sldMk cId="3841703636" sldId="2586"/>
        </pc:sldMkLst>
        <pc:spChg chg="del">
          <ac:chgData name="Owais Ahmed" userId="6abc7d4556b3b071" providerId="LiveId" clId="{69A6FD51-02D8-45A5-972C-CEF9253318D0}" dt="2023-12-13T10:04:30.872" v="4661" actId="478"/>
          <ac:spMkLst>
            <pc:docMk/>
            <pc:sldMk cId="3841703636" sldId="2586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36:14.263" v="5718" actId="20577"/>
          <ac:spMkLst>
            <pc:docMk/>
            <pc:sldMk cId="3841703636" sldId="2586"/>
            <ac:spMk id="6" creationId="{308CFE83-61A5-66B0-2255-AEC9311FF83A}"/>
          </ac:spMkLst>
        </pc:spChg>
      </pc:sldChg>
      <pc:sldChg chg="modSp add del mod ord addAnim delAnim modAnim">
        <pc:chgData name="Owais Ahmed" userId="6abc7d4556b3b071" providerId="LiveId" clId="{69A6FD51-02D8-45A5-972C-CEF9253318D0}" dt="2023-12-13T15:01:11.093" v="9511" actId="2696"/>
        <pc:sldMkLst>
          <pc:docMk/>
          <pc:sldMk cId="929486763" sldId="2587"/>
        </pc:sldMkLst>
        <pc:spChg chg="mod">
          <ac:chgData name="Owais Ahmed" userId="6abc7d4556b3b071" providerId="LiveId" clId="{69A6FD51-02D8-45A5-972C-CEF9253318D0}" dt="2023-12-13T10:54:39.770" v="6703" actId="20577"/>
          <ac:spMkLst>
            <pc:docMk/>
            <pc:sldMk cId="929486763" sldId="2587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0:13:54.286" v="5091" actId="20577"/>
          <ac:spMkLst>
            <pc:docMk/>
            <pc:sldMk cId="929486763" sldId="2587"/>
            <ac:spMk id="215" creationId="{00000000-0000-0000-0000-000000000000}"/>
          </ac:spMkLst>
        </pc:spChg>
        <pc:graphicFrameChg chg="mod modGraphic">
          <ac:chgData name="Owais Ahmed" userId="6abc7d4556b3b071" providerId="LiveId" clId="{69A6FD51-02D8-45A5-972C-CEF9253318D0}" dt="2023-12-13T10:31:45.970" v="5232" actId="6549"/>
          <ac:graphicFrameMkLst>
            <pc:docMk/>
            <pc:sldMk cId="929486763" sldId="2587"/>
            <ac:graphicFrameMk id="4" creationId="{D80B78C4-B288-25B8-B66D-92DACFE8F475}"/>
          </ac:graphicFrameMkLst>
        </pc:graphicFrameChg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3378497321" sldId="2587"/>
        </pc:sldMkLst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2002841446" sldId="2588"/>
        </pc:sldMkLst>
      </pc:sldChg>
      <pc:sldChg chg="addSp delSp modSp add del mod delAnim modAnim">
        <pc:chgData name="Owais Ahmed" userId="6abc7d4556b3b071" providerId="LiveId" clId="{69A6FD51-02D8-45A5-972C-CEF9253318D0}" dt="2023-12-13T15:01:11.093" v="9511" actId="2696"/>
        <pc:sldMkLst>
          <pc:docMk/>
          <pc:sldMk cId="3620919296" sldId="2588"/>
        </pc:sldMkLst>
        <pc:spChg chg="del mod">
          <ac:chgData name="Owais Ahmed" userId="6abc7d4556b3b071" providerId="LiveId" clId="{69A6FD51-02D8-45A5-972C-CEF9253318D0}" dt="2023-12-13T10:41:46.608" v="6334" actId="478"/>
          <ac:spMkLst>
            <pc:docMk/>
            <pc:sldMk cId="3620919296" sldId="2588"/>
            <ac:spMk id="3" creationId="{4A1C0383-58FE-E486-295E-B33B8683B938}"/>
          </ac:spMkLst>
        </pc:spChg>
        <pc:spChg chg="add mod">
          <ac:chgData name="Owais Ahmed" userId="6abc7d4556b3b071" providerId="LiveId" clId="{69A6FD51-02D8-45A5-972C-CEF9253318D0}" dt="2023-12-13T11:19:25.918" v="7508" actId="20577"/>
          <ac:spMkLst>
            <pc:docMk/>
            <pc:sldMk cId="3620919296" sldId="2588"/>
            <ac:spMk id="8" creationId="{81EF7EEF-D65F-9AFD-6D36-741AEEAC8AC9}"/>
          </ac:spMkLst>
        </pc:spChg>
        <pc:spChg chg="mod">
          <ac:chgData name="Owais Ahmed" userId="6abc7d4556b3b071" providerId="LiveId" clId="{69A6FD51-02D8-45A5-972C-CEF9253318D0}" dt="2023-12-13T10:41:38.972" v="6331" actId="1076"/>
          <ac:spMkLst>
            <pc:docMk/>
            <pc:sldMk cId="3620919296" sldId="2588"/>
            <ac:spMk id="215" creationId="{00000000-0000-0000-0000-000000000000}"/>
          </ac:spMkLst>
        </pc:spChg>
        <pc:graphicFrameChg chg="del">
          <ac:chgData name="Owais Ahmed" userId="6abc7d4556b3b071" providerId="LiveId" clId="{69A6FD51-02D8-45A5-972C-CEF9253318D0}" dt="2023-12-13T11:18:21.457" v="7437" actId="478"/>
          <ac:graphicFrameMkLst>
            <pc:docMk/>
            <pc:sldMk cId="3620919296" sldId="2588"/>
            <ac:graphicFrameMk id="4" creationId="{D80B78C4-B288-25B8-B66D-92DACFE8F475}"/>
          </ac:graphicFrameMkLst>
        </pc:graphicFrameChg>
        <pc:graphicFrameChg chg="add mod modGraphic">
          <ac:chgData name="Owais Ahmed" userId="6abc7d4556b3b071" providerId="LiveId" clId="{69A6FD51-02D8-45A5-972C-CEF9253318D0}" dt="2023-12-13T11:19:43.286" v="7530" actId="5793"/>
          <ac:graphicFrameMkLst>
            <pc:docMk/>
            <pc:sldMk cId="3620919296" sldId="2588"/>
            <ac:graphicFrameMk id="7" creationId="{177A2DCF-B95A-C5ED-54B7-1F967D56E7A8}"/>
          </ac:graphicFrameMkLst>
        </pc:graphicFrameChg>
      </pc:sldChg>
      <pc:sldChg chg="add">
        <pc:chgData name="Owais Ahmed" userId="6abc7d4556b3b071" providerId="LiveId" clId="{69A6FD51-02D8-45A5-972C-CEF9253318D0}" dt="2023-12-13T10:38:13.508" v="5900" actId="2890"/>
        <pc:sldMkLst>
          <pc:docMk/>
          <pc:sldMk cId="2560828611" sldId="2589"/>
        </pc:sldMkLst>
      </pc:sldChg>
      <pc:sldChg chg="add">
        <pc:chgData name="Owais Ahmed" userId="6abc7d4556b3b071" providerId="LiveId" clId="{69A6FD51-02D8-45A5-972C-CEF9253318D0}" dt="2023-12-13T15:01:15.965" v="9512"/>
        <pc:sldMkLst>
          <pc:docMk/>
          <pc:sldMk cId="784379583" sldId="2590"/>
        </pc:sldMkLst>
      </pc:sldChg>
      <pc:sldChg chg="delSp modSp add del mod delAnim modAnim">
        <pc:chgData name="Owais Ahmed" userId="6abc7d4556b3b071" providerId="LiveId" clId="{69A6FD51-02D8-45A5-972C-CEF9253318D0}" dt="2023-12-13T15:01:11.093" v="9511" actId="2696"/>
        <pc:sldMkLst>
          <pc:docMk/>
          <pc:sldMk cId="2621982120" sldId="2590"/>
        </pc:sldMkLst>
        <pc:spChg chg="mod">
          <ac:chgData name="Owais Ahmed" userId="6abc7d4556b3b071" providerId="LiveId" clId="{69A6FD51-02D8-45A5-972C-CEF9253318D0}" dt="2023-12-13T11:20:59.584" v="7707" actId="20577"/>
          <ac:spMkLst>
            <pc:docMk/>
            <pc:sldMk cId="2621982120" sldId="2590"/>
            <ac:spMk id="8" creationId="{81EF7EEF-D65F-9AFD-6D36-741AEEAC8AC9}"/>
          </ac:spMkLst>
        </pc:spChg>
        <pc:graphicFrameChg chg="del mod">
          <ac:chgData name="Owais Ahmed" userId="6abc7d4556b3b071" providerId="LiveId" clId="{69A6FD51-02D8-45A5-972C-CEF9253318D0}" dt="2023-12-13T11:19:59.962" v="7534" actId="478"/>
          <ac:graphicFrameMkLst>
            <pc:docMk/>
            <pc:sldMk cId="2621982120" sldId="2590"/>
            <ac:graphicFrameMk id="4" creationId="{D80B78C4-B288-25B8-B66D-92DACFE8F475}"/>
          </ac:graphicFrameMkLst>
        </pc:graphicFrameChg>
        <pc:graphicFrameChg chg="del">
          <ac:chgData name="Owais Ahmed" userId="6abc7d4556b3b071" providerId="LiveId" clId="{69A6FD51-02D8-45A5-972C-CEF9253318D0}" dt="2023-12-13T10:59:51.042" v="6927" actId="478"/>
          <ac:graphicFrameMkLst>
            <pc:docMk/>
            <pc:sldMk cId="2621982120" sldId="2590"/>
            <ac:graphicFrameMk id="7" creationId="{177A2DCF-B95A-C5ED-54B7-1F967D56E7A8}"/>
          </ac:graphicFrameMkLst>
        </pc:graphicFrameChg>
      </pc:sldChg>
      <pc:sldChg chg="modSp add mod modAnim">
        <pc:chgData name="Owais Ahmed" userId="6abc7d4556b3b071" providerId="LiveId" clId="{69A6FD51-02D8-45A5-972C-CEF9253318D0}" dt="2023-12-13T15:04:51.637" v="9596" actId="20577"/>
        <pc:sldMkLst>
          <pc:docMk/>
          <pc:sldMk cId="1731761612" sldId="2591"/>
        </pc:sldMkLst>
        <pc:spChg chg="mod">
          <ac:chgData name="Owais Ahmed" userId="6abc7d4556b3b071" providerId="LiveId" clId="{69A6FD51-02D8-45A5-972C-CEF9253318D0}" dt="2023-12-13T15:04:51.637" v="9596" actId="20577"/>
          <ac:spMkLst>
            <pc:docMk/>
            <pc:sldMk cId="1731761612" sldId="2591"/>
            <ac:spMk id="8" creationId="{81EF7EEF-D65F-9AFD-6D36-741AEEAC8AC9}"/>
          </ac:spMkLst>
        </pc:spChg>
        <pc:graphicFrameChg chg="mod modGraphic">
          <ac:chgData name="Owais Ahmed" userId="6abc7d4556b3b071" providerId="LiveId" clId="{69A6FD51-02D8-45A5-972C-CEF9253318D0}" dt="2023-12-13T15:04:13.436" v="9547" actId="1076"/>
          <ac:graphicFrameMkLst>
            <pc:docMk/>
            <pc:sldMk cId="1731761612" sldId="2591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5:03:47.772" v="9541" actId="14100"/>
          <ac:graphicFrameMkLst>
            <pc:docMk/>
            <pc:sldMk cId="1731761612" sldId="2591"/>
            <ac:graphicFrameMk id="7" creationId="{177A2DCF-B95A-C5ED-54B7-1F967D56E7A8}"/>
          </ac:graphicFrameMkLst>
        </pc:graphicFrameChg>
      </pc:sldChg>
      <pc:sldChg chg="addSp modSp add del mod ord modAnim">
        <pc:chgData name="Owais Ahmed" userId="6abc7d4556b3b071" providerId="LiveId" clId="{69A6FD51-02D8-45A5-972C-CEF9253318D0}" dt="2023-12-13T15:01:11.093" v="9511" actId="2696"/>
        <pc:sldMkLst>
          <pc:docMk/>
          <pc:sldMk cId="3361293322" sldId="2591"/>
        </pc:sldMkLst>
        <pc:spChg chg="mod">
          <ac:chgData name="Owais Ahmed" userId="6abc7d4556b3b071" providerId="LiveId" clId="{69A6FD51-02D8-45A5-972C-CEF9253318D0}" dt="2023-12-13T11:28:20.223" v="8017" actId="27636"/>
          <ac:spMkLst>
            <pc:docMk/>
            <pc:sldMk cId="3361293322" sldId="2591"/>
            <ac:spMk id="8" creationId="{81EF7EEF-D65F-9AFD-6D36-741AEEAC8AC9}"/>
          </ac:spMkLst>
        </pc:spChg>
        <pc:graphicFrameChg chg="add mod modGraphic">
          <ac:chgData name="Owais Ahmed" userId="6abc7d4556b3b071" providerId="LiveId" clId="{69A6FD51-02D8-45A5-972C-CEF9253318D0}" dt="2023-12-13T11:28:30.411" v="8021" actId="20577"/>
          <ac:graphicFrameMkLst>
            <pc:docMk/>
            <pc:sldMk cId="3361293322" sldId="2591"/>
            <ac:graphicFrameMk id="3" creationId="{DC2D88F0-F313-4C1E-F298-FF203093E9C0}"/>
          </ac:graphicFrameMkLst>
        </pc:graphicFrameChg>
        <pc:graphicFrameChg chg="mod modGraphic">
          <ac:chgData name="Owais Ahmed" userId="6abc7d4556b3b071" providerId="LiveId" clId="{69A6FD51-02D8-45A5-972C-CEF9253318D0}" dt="2023-12-13T11:27:33.776" v="7932" actId="207"/>
          <ac:graphicFrameMkLst>
            <pc:docMk/>
            <pc:sldMk cId="3361293322" sldId="2591"/>
            <ac:graphicFrameMk id="7" creationId="{177A2DCF-B95A-C5ED-54B7-1F967D56E7A8}"/>
          </ac:graphicFrameMkLst>
        </pc:graphicFrameChg>
      </pc:sldChg>
      <pc:sldChg chg="modSp add del mod">
        <pc:chgData name="Owais Ahmed" userId="6abc7d4556b3b071" providerId="LiveId" clId="{69A6FD51-02D8-45A5-972C-CEF9253318D0}" dt="2023-12-13T15:01:11.093" v="9511" actId="2696"/>
        <pc:sldMkLst>
          <pc:docMk/>
          <pc:sldMk cId="289149646" sldId="2592"/>
        </pc:sldMkLst>
        <pc:spChg chg="mod">
          <ac:chgData name="Owais Ahmed" userId="6abc7d4556b3b071" providerId="LiveId" clId="{69A6FD51-02D8-45A5-972C-CEF9253318D0}" dt="2023-12-13T11:33:39.467" v="8146" actId="20577"/>
          <ac:spMkLst>
            <pc:docMk/>
            <pc:sldMk cId="289149646" sldId="2592"/>
            <ac:spMk id="8" creationId="{81EF7EEF-D65F-9AFD-6D36-741AEEAC8AC9}"/>
          </ac:spMkLst>
        </pc:spChg>
        <pc:graphicFrameChg chg="mod modGraphic">
          <ac:chgData name="Owais Ahmed" userId="6abc7d4556b3b071" providerId="LiveId" clId="{69A6FD51-02D8-45A5-972C-CEF9253318D0}" dt="2023-12-13T11:32:03.470" v="8126"/>
          <ac:graphicFrameMkLst>
            <pc:docMk/>
            <pc:sldMk cId="289149646" sldId="2592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1:33:21.398" v="8138" actId="207"/>
          <ac:graphicFrameMkLst>
            <pc:docMk/>
            <pc:sldMk cId="289149646" sldId="2592"/>
            <ac:graphicFrameMk id="7" creationId="{177A2DCF-B95A-C5ED-54B7-1F967D56E7A8}"/>
          </ac:graphicFrameMkLst>
        </pc:graphicFrameChg>
      </pc:sldChg>
      <pc:sldChg chg="delSp add del mod delAnim">
        <pc:chgData name="Owais Ahmed" userId="6abc7d4556b3b071" providerId="LiveId" clId="{69A6FD51-02D8-45A5-972C-CEF9253318D0}" dt="2023-12-13T15:05:25.772" v="9600" actId="47"/>
        <pc:sldMkLst>
          <pc:docMk/>
          <pc:sldMk cId="2153717059" sldId="2592"/>
        </pc:sldMkLst>
        <pc:graphicFrameChg chg="del">
          <ac:chgData name="Owais Ahmed" userId="6abc7d4556b3b071" providerId="LiveId" clId="{69A6FD51-02D8-45A5-972C-CEF9253318D0}" dt="2023-12-13T15:05:06.232" v="9597" actId="478"/>
          <ac:graphicFrameMkLst>
            <pc:docMk/>
            <pc:sldMk cId="2153717059" sldId="2592"/>
            <ac:graphicFrameMk id="7" creationId="{177A2DCF-B95A-C5ED-54B7-1F967D56E7A8}"/>
          </ac:graphicFrameMkLst>
        </pc:graphicFrameChg>
      </pc:sldChg>
      <pc:sldChg chg="add">
        <pc:chgData name="Owais Ahmed" userId="6abc7d4556b3b071" providerId="LiveId" clId="{69A6FD51-02D8-45A5-972C-CEF9253318D0}" dt="2023-12-13T11:35:15.593" v="8165"/>
        <pc:sldMkLst>
          <pc:docMk/>
          <pc:sldMk cId="818247331" sldId="2593"/>
        </pc:sldMkLst>
      </pc:sldChg>
      <pc:sldChg chg="add">
        <pc:chgData name="Owais Ahmed" userId="6abc7d4556b3b071" providerId="LiveId" clId="{69A6FD51-02D8-45A5-972C-CEF9253318D0}" dt="2023-12-13T11:35:36.582" v="8166"/>
        <pc:sldMkLst>
          <pc:docMk/>
          <pc:sldMk cId="3204197998" sldId="2594"/>
        </pc:sldMkLst>
      </pc:sldChg>
      <pc:sldChg chg="add">
        <pc:chgData name="Owais Ahmed" userId="6abc7d4556b3b071" providerId="LiveId" clId="{69A6FD51-02D8-45A5-972C-CEF9253318D0}" dt="2023-12-13T11:35:36.582" v="8166"/>
        <pc:sldMkLst>
          <pc:docMk/>
          <pc:sldMk cId="1748941122" sldId="2595"/>
        </pc:sldMkLst>
      </pc:sldChg>
      <pc:sldChg chg="modSp add mod">
        <pc:chgData name="Owais Ahmed" userId="6abc7d4556b3b071" providerId="LiveId" clId="{69A6FD51-02D8-45A5-972C-CEF9253318D0}" dt="2023-12-13T15:16:08.304" v="9728" actId="20577"/>
        <pc:sldMkLst>
          <pc:docMk/>
          <pc:sldMk cId="3872441387" sldId="2600"/>
        </pc:sldMkLst>
        <pc:spChg chg="mod">
          <ac:chgData name="Owais Ahmed" userId="6abc7d4556b3b071" providerId="LiveId" clId="{69A6FD51-02D8-45A5-972C-CEF9253318D0}" dt="2023-12-13T15:16:08.304" v="9728" actId="20577"/>
          <ac:spMkLst>
            <pc:docMk/>
            <pc:sldMk cId="3872441387" sldId="2600"/>
            <ac:spMk id="6" creationId="{36332C98-C5E5-CF55-0295-E21FCA3141F5}"/>
          </ac:spMkLst>
        </pc:spChg>
        <pc:spChg chg="mod">
          <ac:chgData name="Owais Ahmed" userId="6abc7d4556b3b071" providerId="LiveId" clId="{69A6FD51-02D8-45A5-972C-CEF9253318D0}" dt="2023-12-13T11:39:27.119" v="8211"/>
          <ac:spMkLst>
            <pc:docMk/>
            <pc:sldMk cId="3872441387" sldId="2600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69A6FD51-02D8-45A5-972C-CEF9253318D0}" dt="2023-12-13T14:40:48.440" v="9056"/>
        <pc:sldMkLst>
          <pc:docMk/>
          <pc:sldMk cId="1970709770" sldId="2601"/>
        </pc:sldMkLst>
        <pc:spChg chg="mod">
          <ac:chgData name="Owais Ahmed" userId="6abc7d4556b3b071" providerId="LiveId" clId="{69A6FD51-02D8-45A5-972C-CEF9253318D0}" dt="2023-12-13T11:38:46.976" v="8209" actId="27636"/>
          <ac:spMkLst>
            <pc:docMk/>
            <pc:sldMk cId="1970709770" sldId="2601"/>
            <ac:spMk id="3" creationId="{4A1C0383-58FE-E486-295E-B33B8683B938}"/>
          </ac:spMkLst>
        </pc:spChg>
        <pc:spChg chg="mod">
          <ac:chgData name="Owais Ahmed" userId="6abc7d4556b3b071" providerId="LiveId" clId="{69A6FD51-02D8-45A5-972C-CEF9253318D0}" dt="2023-12-13T11:37:22.622" v="8189" actId="20577"/>
          <ac:spMkLst>
            <pc:docMk/>
            <pc:sldMk cId="1970709770" sldId="2601"/>
            <ac:spMk id="215" creationId="{00000000-0000-0000-0000-000000000000}"/>
          </ac:spMkLst>
        </pc:spChg>
      </pc:sldChg>
      <pc:sldChg chg="add del">
        <pc:chgData name="Owais Ahmed" userId="6abc7d4556b3b071" providerId="LiveId" clId="{69A6FD51-02D8-45A5-972C-CEF9253318D0}" dt="2023-12-13T11:39:29.677" v="8212" actId="47"/>
        <pc:sldMkLst>
          <pc:docMk/>
          <pc:sldMk cId="3063644903" sldId="2602"/>
        </pc:sldMkLst>
      </pc:sldChg>
      <pc:sldChg chg="addSp delSp modSp add mod ord delAnim modAnim">
        <pc:chgData name="Owais Ahmed" userId="6abc7d4556b3b071" providerId="LiveId" clId="{69A6FD51-02D8-45A5-972C-CEF9253318D0}" dt="2023-12-13T15:15:43.010" v="9720" actId="20577"/>
        <pc:sldMkLst>
          <pc:docMk/>
          <pc:sldMk cId="4026886309" sldId="2602"/>
        </pc:sldMkLst>
        <pc:spChg chg="add mod">
          <ac:chgData name="Owais Ahmed" userId="6abc7d4556b3b071" providerId="LiveId" clId="{69A6FD51-02D8-45A5-972C-CEF9253318D0}" dt="2023-12-13T15:15:43.010" v="9720" actId="20577"/>
          <ac:spMkLst>
            <pc:docMk/>
            <pc:sldMk cId="4026886309" sldId="2602"/>
            <ac:spMk id="6" creationId="{CAA9EC9E-522E-AFED-40BB-B84BCCEC5B0F}"/>
          </ac:spMkLst>
        </pc:spChg>
        <pc:spChg chg="del mod">
          <ac:chgData name="Owais Ahmed" userId="6abc7d4556b3b071" providerId="LiveId" clId="{69A6FD51-02D8-45A5-972C-CEF9253318D0}" dt="2023-12-13T14:53:34.319" v="9332" actId="478"/>
          <ac:spMkLst>
            <pc:docMk/>
            <pc:sldMk cId="4026886309" sldId="2602"/>
            <ac:spMk id="8" creationId="{81EF7EEF-D65F-9AFD-6D36-741AEEAC8AC9}"/>
          </ac:spMkLst>
        </pc:spChg>
        <pc:spChg chg="del">
          <ac:chgData name="Owais Ahmed" userId="6abc7d4556b3b071" providerId="LiveId" clId="{69A6FD51-02D8-45A5-972C-CEF9253318D0}" dt="2023-12-13T14:53:41.269" v="9334" actId="478"/>
          <ac:spMkLst>
            <pc:docMk/>
            <pc:sldMk cId="4026886309" sldId="2602"/>
            <ac:spMk id="89" creationId="{00000000-0000-0000-0000-000000000000}"/>
          </ac:spMkLst>
        </pc:spChg>
        <pc:spChg chg="del">
          <ac:chgData name="Owais Ahmed" userId="6abc7d4556b3b071" providerId="LiveId" clId="{69A6FD51-02D8-45A5-972C-CEF9253318D0}" dt="2023-12-13T14:53:44.686" v="9336" actId="478"/>
          <ac:spMkLst>
            <pc:docMk/>
            <pc:sldMk cId="4026886309" sldId="2602"/>
            <ac:spMk id="214" creationId="{00000000-0000-0000-0000-000000000000}"/>
          </ac:spMkLst>
        </pc:spChg>
        <pc:spChg chg="mod">
          <ac:chgData name="Owais Ahmed" userId="6abc7d4556b3b071" providerId="LiveId" clId="{69A6FD51-02D8-45A5-972C-CEF9253318D0}" dt="2023-12-13T14:40:45.272" v="9054" actId="20577"/>
          <ac:spMkLst>
            <pc:docMk/>
            <pc:sldMk cId="4026886309" sldId="2602"/>
            <ac:spMk id="215" creationId="{00000000-0000-0000-0000-000000000000}"/>
          </ac:spMkLst>
        </pc:spChg>
        <pc:spChg chg="del">
          <ac:chgData name="Owais Ahmed" userId="6abc7d4556b3b071" providerId="LiveId" clId="{69A6FD51-02D8-45A5-972C-CEF9253318D0}" dt="2023-12-13T14:53:43.290" v="9335" actId="478"/>
          <ac:spMkLst>
            <pc:docMk/>
            <pc:sldMk cId="4026886309" sldId="2602"/>
            <ac:spMk id="216" creationId="{00000000-0000-0000-0000-000000000000}"/>
          </ac:spMkLst>
        </pc:spChg>
        <pc:graphicFrameChg chg="del">
          <ac:chgData name="Owais Ahmed" userId="6abc7d4556b3b071" providerId="LiveId" clId="{69A6FD51-02D8-45A5-972C-CEF9253318D0}" dt="2023-12-13T14:29:12.043" v="8215" actId="478"/>
          <ac:graphicFrameMkLst>
            <pc:docMk/>
            <pc:sldMk cId="4026886309" sldId="2602"/>
            <ac:graphicFrameMk id="3" creationId="{DC2D88F0-F313-4C1E-F298-FF203093E9C0}"/>
          </ac:graphicFrameMkLst>
        </pc:graphicFrameChg>
        <pc:graphicFrameChg chg="del mod">
          <ac:chgData name="Owais Ahmed" userId="6abc7d4556b3b071" providerId="LiveId" clId="{69A6FD51-02D8-45A5-972C-CEF9253318D0}" dt="2023-12-13T14:53:10.640" v="9327" actId="478"/>
          <ac:graphicFrameMkLst>
            <pc:docMk/>
            <pc:sldMk cId="4026886309" sldId="2602"/>
            <ac:graphicFrameMk id="7" creationId="{177A2DCF-B95A-C5ED-54B7-1F967D56E7A8}"/>
          </ac:graphicFrameMkLst>
        </pc:graphicFrameChg>
        <pc:picChg chg="add del mod">
          <ac:chgData name="Owais Ahmed" userId="6abc7d4556b3b071" providerId="LiveId" clId="{69A6FD51-02D8-45A5-972C-CEF9253318D0}" dt="2023-12-13T14:57:33.212" v="9343" actId="478"/>
          <ac:picMkLst>
            <pc:docMk/>
            <pc:sldMk cId="4026886309" sldId="2602"/>
            <ac:picMk id="4" creationId="{4922AAE8-AA2E-6A9F-7DAF-326733C6A874}"/>
          </ac:picMkLst>
        </pc:picChg>
        <pc:picChg chg="add mod">
          <ac:chgData name="Owais Ahmed" userId="6abc7d4556b3b071" providerId="LiveId" clId="{69A6FD51-02D8-45A5-972C-CEF9253318D0}" dt="2023-12-13T14:57:30.870" v="9342" actId="571"/>
          <ac:picMkLst>
            <pc:docMk/>
            <pc:sldMk cId="4026886309" sldId="2602"/>
            <ac:picMk id="5" creationId="{9158C062-3074-58AE-77F2-FD8016C38323}"/>
          </ac:picMkLst>
        </pc:picChg>
        <pc:picChg chg="add del mod">
          <ac:chgData name="Owais Ahmed" userId="6abc7d4556b3b071" providerId="LiveId" clId="{69A6FD51-02D8-45A5-972C-CEF9253318D0}" dt="2023-12-13T14:57:37.100" v="9344" actId="478"/>
          <ac:picMkLst>
            <pc:docMk/>
            <pc:sldMk cId="4026886309" sldId="2602"/>
            <ac:picMk id="1026" creationId="{A3D42A3D-C6A0-8D99-22F6-407ACAEAD833}"/>
          </ac:picMkLst>
        </pc:picChg>
      </pc:sldChg>
      <pc:sldChg chg="delSp modSp add mod ord delAnim modAnim">
        <pc:chgData name="Owais Ahmed" userId="6abc7d4556b3b071" providerId="LiveId" clId="{69A6FD51-02D8-45A5-972C-CEF9253318D0}" dt="2023-12-14T09:50:10.201" v="10680"/>
        <pc:sldMkLst>
          <pc:docMk/>
          <pc:sldMk cId="212115703" sldId="2603"/>
        </pc:sldMkLst>
        <pc:spChg chg="mod">
          <ac:chgData name="Owais Ahmed" userId="6abc7d4556b3b071" providerId="LiveId" clId="{69A6FD51-02D8-45A5-972C-CEF9253318D0}" dt="2023-12-13T15:38:08.371" v="10428" actId="20577"/>
          <ac:spMkLst>
            <pc:docMk/>
            <pc:sldMk cId="212115703" sldId="2603"/>
            <ac:spMk id="8" creationId="{81EF7EEF-D65F-9AFD-6D36-741AEEAC8AC9}"/>
          </ac:spMkLst>
        </pc:spChg>
        <pc:graphicFrameChg chg="del">
          <ac:chgData name="Owais Ahmed" userId="6abc7d4556b3b071" providerId="LiveId" clId="{69A6FD51-02D8-45A5-972C-CEF9253318D0}" dt="2023-12-13T15:17:03.202" v="9732" actId="478"/>
          <ac:graphicFrameMkLst>
            <pc:docMk/>
            <pc:sldMk cId="212115703" sldId="2603"/>
            <ac:graphicFrameMk id="3" creationId="{DC2D88F0-F313-4C1E-F298-FF203093E9C0}"/>
          </ac:graphicFrameMkLst>
        </pc:graphicFrameChg>
        <pc:graphicFrameChg chg="mod">
          <ac:chgData name="Owais Ahmed" userId="6abc7d4556b3b071" providerId="LiveId" clId="{69A6FD51-02D8-45A5-972C-CEF9253318D0}" dt="2023-12-13T15:33:30.611" v="10158" actId="14100"/>
          <ac:graphicFrameMkLst>
            <pc:docMk/>
            <pc:sldMk cId="212115703" sldId="2603"/>
            <ac:graphicFrameMk id="7" creationId="{177A2DCF-B95A-C5ED-54B7-1F967D56E7A8}"/>
          </ac:graphicFrameMkLst>
        </pc:graphicFrameChg>
      </pc:sldChg>
      <pc:sldChg chg="addSp modSp add mod ord modAnim">
        <pc:chgData name="Owais Ahmed" userId="6abc7d4556b3b071" providerId="LiveId" clId="{69A6FD51-02D8-45A5-972C-CEF9253318D0}" dt="2023-12-13T15:47:23.042" v="10679"/>
        <pc:sldMkLst>
          <pc:docMk/>
          <pc:sldMk cId="2626432937" sldId="2604"/>
        </pc:sldMkLst>
        <pc:spChg chg="mod">
          <ac:chgData name="Owais Ahmed" userId="6abc7d4556b3b071" providerId="LiveId" clId="{69A6FD51-02D8-45A5-972C-CEF9253318D0}" dt="2023-12-13T15:47:05.619" v="10678" actId="20577"/>
          <ac:spMkLst>
            <pc:docMk/>
            <pc:sldMk cId="2626432937" sldId="2604"/>
            <ac:spMk id="8" creationId="{81EF7EEF-D65F-9AFD-6D36-741AEEAC8AC9}"/>
          </ac:spMkLst>
        </pc:spChg>
        <pc:spChg chg="mod">
          <ac:chgData name="Owais Ahmed" userId="6abc7d4556b3b071" providerId="LiveId" clId="{69A6FD51-02D8-45A5-972C-CEF9253318D0}" dt="2023-12-13T15:40:01.998" v="10449" actId="20577"/>
          <ac:spMkLst>
            <pc:docMk/>
            <pc:sldMk cId="2626432937" sldId="2604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69A6FD51-02D8-45A5-972C-CEF9253318D0}" dt="2023-12-13T15:45:35.070" v="10517" actId="1076"/>
          <ac:graphicFrameMkLst>
            <pc:docMk/>
            <pc:sldMk cId="2626432937" sldId="2604"/>
            <ac:graphicFrameMk id="3" creationId="{58DDD372-08FB-EC2D-25C9-24C4AE371F55}"/>
          </ac:graphicFrameMkLst>
        </pc:graphicFrameChg>
      </pc:sldChg>
    </pc:docChg>
  </pc:docChgLst>
  <pc:docChgLst>
    <pc:chgData name="Owais Ahmed" userId="6abc7d4556b3b071" providerId="LiveId" clId="{53383B45-B17A-4806-BA45-0D31F109C868}"/>
    <pc:docChg chg="undo custSel addSld delSld modSld sldOrd">
      <pc:chgData name="Owais Ahmed" userId="6abc7d4556b3b071" providerId="LiveId" clId="{53383B45-B17A-4806-BA45-0D31F109C868}" dt="2023-09-27T09:56:42.272" v="2584" actId="20577"/>
      <pc:docMkLst>
        <pc:docMk/>
      </pc:docMkLst>
      <pc:sldChg chg="modSp mod">
        <pc:chgData name="Owais Ahmed" userId="6abc7d4556b3b071" providerId="LiveId" clId="{53383B45-B17A-4806-BA45-0D31F109C868}" dt="2023-09-27T05:07:46.636" v="32"/>
        <pc:sldMkLst>
          <pc:docMk/>
          <pc:sldMk cId="1649098948" sldId="2462"/>
        </pc:sldMkLst>
        <pc:spChg chg="mod">
          <ac:chgData name="Owais Ahmed" userId="6abc7d4556b3b071" providerId="LiveId" clId="{53383B45-B17A-4806-BA45-0D31F109C868}" dt="2023-09-27T05:07:46.636" v="32"/>
          <ac:spMkLst>
            <pc:docMk/>
            <pc:sldMk cId="1649098948" sldId="2462"/>
            <ac:spMk id="6" creationId="{F3C89A40-EEAA-43AB-9A3A-B2CFDE450F1B}"/>
          </ac:spMkLst>
        </pc:spChg>
      </pc:sldChg>
      <pc:sldChg chg="addSp delSp modSp">
        <pc:chgData name="Owais Ahmed" userId="6abc7d4556b3b071" providerId="LiveId" clId="{53383B45-B17A-4806-BA45-0D31F109C868}" dt="2023-09-27T05:06:36.031" v="1"/>
        <pc:sldMkLst>
          <pc:docMk/>
          <pc:sldMk cId="2136095335" sldId="2565"/>
        </pc:sldMkLst>
        <pc:graphicFrameChg chg="add del mod">
          <ac:chgData name="Owais Ahmed" userId="6abc7d4556b3b071" providerId="LiveId" clId="{53383B45-B17A-4806-BA45-0D31F109C868}" dt="2023-09-27T05:06:36.031" v="1"/>
          <ac:graphicFrameMkLst>
            <pc:docMk/>
            <pc:sldMk cId="2136095335" sldId="2565"/>
            <ac:graphicFrameMk id="4" creationId="{0343B9A1-D7FE-33A9-FC1E-D43F1EB7F87D}"/>
          </ac:graphicFrameMkLst>
        </pc:graphicFrameChg>
      </pc:sldChg>
      <pc:sldChg chg="modSp mod">
        <pc:chgData name="Owais Ahmed" userId="6abc7d4556b3b071" providerId="LiveId" clId="{53383B45-B17A-4806-BA45-0D31F109C868}" dt="2023-09-27T05:22:45.827" v="124" actId="20577"/>
        <pc:sldMkLst>
          <pc:docMk/>
          <pc:sldMk cId="786819306" sldId="2566"/>
        </pc:sldMkLst>
        <pc:spChg chg="mod">
          <ac:chgData name="Owais Ahmed" userId="6abc7d4556b3b071" providerId="LiveId" clId="{53383B45-B17A-4806-BA45-0D31F109C868}" dt="2023-09-27T05:22:45.827" v="124" actId="20577"/>
          <ac:spMkLst>
            <pc:docMk/>
            <pc:sldMk cId="786819306" sldId="2566"/>
            <ac:spMk id="215" creationId="{00000000-0000-0000-0000-000000000000}"/>
          </ac:spMkLst>
        </pc:spChg>
      </pc:sldChg>
      <pc:sldChg chg="add del">
        <pc:chgData name="Owais Ahmed" userId="6abc7d4556b3b071" providerId="LiveId" clId="{53383B45-B17A-4806-BA45-0D31F109C868}" dt="2023-09-27T05:23:15.731" v="125" actId="47"/>
        <pc:sldMkLst>
          <pc:docMk/>
          <pc:sldMk cId="138900574" sldId="2567"/>
        </pc:sldMkLst>
      </pc:sldChg>
      <pc:sldChg chg="modSp modAnim">
        <pc:chgData name="Owais Ahmed" userId="6abc7d4556b3b071" providerId="LiveId" clId="{53383B45-B17A-4806-BA45-0D31F109C868}" dt="2023-09-27T05:49:40.333" v="1297" actId="20577"/>
        <pc:sldMkLst>
          <pc:docMk/>
          <pc:sldMk cId="1120982729" sldId="2568"/>
        </pc:sldMkLst>
        <pc:spChg chg="mod">
          <ac:chgData name="Owais Ahmed" userId="6abc7d4556b3b071" providerId="LiveId" clId="{53383B45-B17A-4806-BA45-0D31F109C868}" dt="2023-09-27T05:49:40.333" v="1297" actId="20577"/>
          <ac:spMkLst>
            <pc:docMk/>
            <pc:sldMk cId="1120982729" sldId="2568"/>
            <ac:spMk id="3" creationId="{4A1C0383-58FE-E486-295E-B33B8683B938}"/>
          </ac:spMkLst>
        </pc:spChg>
      </pc:sldChg>
      <pc:sldChg chg="del">
        <pc:chgData name="Owais Ahmed" userId="6abc7d4556b3b071" providerId="LiveId" clId="{53383B45-B17A-4806-BA45-0D31F109C868}" dt="2023-09-27T09:20:42.985" v="1298" actId="47"/>
        <pc:sldMkLst>
          <pc:docMk/>
          <pc:sldMk cId="3849819283" sldId="2576"/>
        </pc:sldMkLst>
      </pc:sldChg>
      <pc:sldChg chg="del">
        <pc:chgData name="Owais Ahmed" userId="6abc7d4556b3b071" providerId="LiveId" clId="{53383B45-B17A-4806-BA45-0D31F109C868}" dt="2023-09-27T09:20:43.749" v="1299" actId="47"/>
        <pc:sldMkLst>
          <pc:docMk/>
          <pc:sldMk cId="2362627110" sldId="2577"/>
        </pc:sldMkLst>
      </pc:sldChg>
      <pc:sldChg chg="modSp add mod modAnim">
        <pc:chgData name="Owais Ahmed" userId="6abc7d4556b3b071" providerId="LiveId" clId="{53383B45-B17A-4806-BA45-0D31F109C868}" dt="2023-09-27T05:10:11.070" v="79" actId="27636"/>
        <pc:sldMkLst>
          <pc:docMk/>
          <pc:sldMk cId="1835063850" sldId="2578"/>
        </pc:sldMkLst>
        <pc:spChg chg="mod">
          <ac:chgData name="Owais Ahmed" userId="6abc7d4556b3b071" providerId="LiveId" clId="{53383B45-B17A-4806-BA45-0D31F109C868}" dt="2023-09-27T05:10:11.070" v="79" actId="27636"/>
          <ac:spMkLst>
            <pc:docMk/>
            <pc:sldMk cId="1835063850" sldId="2578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08:03.843" v="45" actId="20577"/>
          <ac:spMkLst>
            <pc:docMk/>
            <pc:sldMk cId="1835063850" sldId="2578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27.514" v="95" actId="20577"/>
        <pc:sldMkLst>
          <pc:docMk/>
          <pc:sldMk cId="150925741" sldId="2579"/>
        </pc:sldMkLst>
        <pc:spChg chg="mod">
          <ac:chgData name="Owais Ahmed" userId="6abc7d4556b3b071" providerId="LiveId" clId="{53383B45-B17A-4806-BA45-0D31F109C868}" dt="2023-09-27T05:20:27.514" v="95" actId="20577"/>
          <ac:spMkLst>
            <pc:docMk/>
            <pc:sldMk cId="150925741" sldId="2579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0:45.634" v="97"/>
        <pc:sldMkLst>
          <pc:docMk/>
          <pc:sldMk cId="3164841762" sldId="2580"/>
        </pc:sldMkLst>
        <pc:spChg chg="mod">
          <ac:chgData name="Owais Ahmed" userId="6abc7d4556b3b071" providerId="LiveId" clId="{53383B45-B17A-4806-BA45-0D31F109C868}" dt="2023-09-27T05:20:45.634" v="97"/>
          <ac:spMkLst>
            <pc:docMk/>
            <pc:sldMk cId="3164841762" sldId="2580"/>
            <ac:spMk id="215" creationId="{00000000-0000-0000-0000-000000000000}"/>
          </ac:spMkLst>
        </pc:spChg>
      </pc:sldChg>
      <pc:sldChg chg="modSp add mod">
        <pc:chgData name="Owais Ahmed" userId="6abc7d4556b3b071" providerId="LiveId" clId="{53383B45-B17A-4806-BA45-0D31F109C868}" dt="2023-09-27T05:21:33.310" v="99" actId="20577"/>
        <pc:sldMkLst>
          <pc:docMk/>
          <pc:sldMk cId="4253636147" sldId="2581"/>
        </pc:sldMkLst>
        <pc:spChg chg="mod">
          <ac:chgData name="Owais Ahmed" userId="6abc7d4556b3b071" providerId="LiveId" clId="{53383B45-B17A-4806-BA45-0D31F109C868}" dt="2023-09-27T05:21:33.310" v="99" actId="20577"/>
          <ac:spMkLst>
            <pc:docMk/>
            <pc:sldMk cId="4253636147" sldId="2581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0:50.696" v="98"/>
          <ac:spMkLst>
            <pc:docMk/>
            <pc:sldMk cId="4253636147" sldId="2581"/>
            <ac:spMk id="215" creationId="{00000000-0000-0000-0000-000000000000}"/>
          </ac:spMkLst>
        </pc:spChg>
      </pc:sldChg>
      <pc:sldChg chg="modSp add">
        <pc:chgData name="Owais Ahmed" userId="6abc7d4556b3b071" providerId="LiveId" clId="{53383B45-B17A-4806-BA45-0D31F109C868}" dt="2023-09-27T05:21:40.553" v="102" actId="20577"/>
        <pc:sldMkLst>
          <pc:docMk/>
          <pc:sldMk cId="2684752333" sldId="2582"/>
        </pc:sldMkLst>
        <pc:spChg chg="mod">
          <ac:chgData name="Owais Ahmed" userId="6abc7d4556b3b071" providerId="LiveId" clId="{53383B45-B17A-4806-BA45-0D31F109C868}" dt="2023-09-27T05:21:40.553" v="102" actId="20577"/>
          <ac:spMkLst>
            <pc:docMk/>
            <pc:sldMk cId="2684752333" sldId="2582"/>
            <ac:spMk id="3" creationId="{4A1C0383-58FE-E486-295E-B33B8683B938}"/>
          </ac:spMkLst>
        </pc:spChg>
      </pc:sldChg>
      <pc:sldChg chg="add del">
        <pc:chgData name="Owais Ahmed" userId="6abc7d4556b3b071" providerId="LiveId" clId="{53383B45-B17A-4806-BA45-0D31F109C868}" dt="2023-09-27T05:23:17.819" v="126" actId="47"/>
        <pc:sldMkLst>
          <pc:docMk/>
          <pc:sldMk cId="1329531230" sldId="2583"/>
        </pc:sldMkLst>
      </pc:sldChg>
      <pc:sldChg chg="modSp add mod">
        <pc:chgData name="Owais Ahmed" userId="6abc7d4556b3b071" providerId="LiveId" clId="{53383B45-B17A-4806-BA45-0D31F109C868}" dt="2023-09-27T05:25:24.412" v="165" actId="20577"/>
        <pc:sldMkLst>
          <pc:docMk/>
          <pc:sldMk cId="213204764" sldId="2584"/>
        </pc:sldMkLst>
        <pc:spChg chg="mod">
          <ac:chgData name="Owais Ahmed" userId="6abc7d4556b3b071" providerId="LiveId" clId="{53383B45-B17A-4806-BA45-0D31F109C868}" dt="2023-09-27T05:25:24.412" v="165" actId="20577"/>
          <ac:spMkLst>
            <pc:docMk/>
            <pc:sldMk cId="213204764" sldId="2584"/>
            <ac:spMk id="215" creationId="{00000000-0000-0000-0000-000000000000}"/>
          </ac:spMkLst>
        </pc:spChg>
      </pc:sldChg>
      <pc:sldChg chg="add">
        <pc:chgData name="Owais Ahmed" userId="6abc7d4556b3b071" providerId="LiveId" clId="{53383B45-B17A-4806-BA45-0D31F109C868}" dt="2023-09-27T05:06:44.656" v="2"/>
        <pc:sldMkLst>
          <pc:docMk/>
          <pc:sldMk cId="3970414602" sldId="2585"/>
        </pc:sldMkLst>
      </pc:sldChg>
      <pc:sldChg chg="modSp add mod modAnim">
        <pc:chgData name="Owais Ahmed" userId="6abc7d4556b3b071" providerId="LiveId" clId="{53383B45-B17A-4806-BA45-0D31F109C868}" dt="2023-09-27T05:36:05.275" v="1295" actId="20577"/>
        <pc:sldMkLst>
          <pc:docMk/>
          <pc:sldMk cId="2285914733" sldId="2586"/>
        </pc:sldMkLst>
        <pc:spChg chg="mod">
          <ac:chgData name="Owais Ahmed" userId="6abc7d4556b3b071" providerId="LiveId" clId="{53383B45-B17A-4806-BA45-0D31F109C868}" dt="2023-09-27T05:36:05.275" v="1295" actId="20577"/>
          <ac:spMkLst>
            <pc:docMk/>
            <pc:sldMk cId="2285914733" sldId="2586"/>
            <ac:spMk id="3" creationId="{4A1C0383-58FE-E486-295E-B33B8683B938}"/>
          </ac:spMkLst>
        </pc:spChg>
        <pc:spChg chg="mod">
          <ac:chgData name="Owais Ahmed" userId="6abc7d4556b3b071" providerId="LiveId" clId="{53383B45-B17A-4806-BA45-0D31F109C868}" dt="2023-09-27T05:27:15.262" v="304" actId="20577"/>
          <ac:spMkLst>
            <pc:docMk/>
            <pc:sldMk cId="2285914733" sldId="2586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53383B45-B17A-4806-BA45-0D31F109C868}" dt="2023-09-27T09:21:26.814" v="1301" actId="14"/>
        <pc:sldMkLst>
          <pc:docMk/>
          <pc:sldMk cId="1201433262" sldId="2587"/>
        </pc:sldMkLst>
        <pc:spChg chg="mod">
          <ac:chgData name="Owais Ahmed" userId="6abc7d4556b3b071" providerId="LiveId" clId="{53383B45-B17A-4806-BA45-0D31F109C868}" dt="2023-09-27T09:21:26.814" v="1301" actId="14"/>
          <ac:spMkLst>
            <pc:docMk/>
            <pc:sldMk cId="1201433262" sldId="2587"/>
            <ac:spMk id="3" creationId="{4A1C0383-58FE-E486-295E-B33B8683B938}"/>
          </ac:spMkLst>
        </pc:spChg>
      </pc:sldChg>
      <pc:sldChg chg="addSp modSp add mod ord modAnim modNotesTx">
        <pc:chgData name="Owais Ahmed" userId="6abc7d4556b3b071" providerId="LiveId" clId="{53383B45-B17A-4806-BA45-0D31F109C868}" dt="2023-09-27T09:56:42.272" v="2584" actId="20577"/>
        <pc:sldMkLst>
          <pc:docMk/>
          <pc:sldMk cId="2208228190" sldId="2588"/>
        </pc:sldMkLst>
        <pc:spChg chg="mod">
          <ac:chgData name="Owais Ahmed" userId="6abc7d4556b3b071" providerId="LiveId" clId="{53383B45-B17A-4806-BA45-0D31F109C868}" dt="2023-09-27T09:34:45.843" v="1447" actId="27636"/>
          <ac:spMkLst>
            <pc:docMk/>
            <pc:sldMk cId="2208228190" sldId="2588"/>
            <ac:spMk id="3" creationId="{4A1C0383-58FE-E486-295E-B33B8683B938}"/>
          </ac:spMkLst>
        </pc:spChg>
        <pc:spChg chg="add mod">
          <ac:chgData name="Owais Ahmed" userId="6abc7d4556b3b071" providerId="LiveId" clId="{53383B45-B17A-4806-BA45-0D31F109C868}" dt="2023-09-27T09:56:42.272" v="2584" actId="20577"/>
          <ac:spMkLst>
            <pc:docMk/>
            <pc:sldMk cId="2208228190" sldId="2588"/>
            <ac:spMk id="4" creationId="{94726610-A2E3-1316-07F6-F3E15154A6A9}"/>
          </ac:spMkLst>
        </pc:spChg>
        <pc:spChg chg="mod">
          <ac:chgData name="Owais Ahmed" userId="6abc7d4556b3b071" providerId="LiveId" clId="{53383B45-B17A-4806-BA45-0D31F109C868}" dt="2023-09-27T09:23:20.702" v="1328" actId="20577"/>
          <ac:spMkLst>
            <pc:docMk/>
            <pc:sldMk cId="2208228190" sldId="258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A73E0D9C-676C-43B7-9A99-875A4AA67F46}"/>
    <pc:docChg chg="undo redo custSel addSld delSld modSld sldOrd">
      <pc:chgData name="Owais Ahmed" userId="6abc7d4556b3b071" providerId="LiveId" clId="{A73E0D9C-676C-43B7-9A99-875A4AA67F46}" dt="2023-11-27T08:53:32.175" v="8787" actId="20577"/>
      <pc:docMkLst>
        <pc:docMk/>
      </pc:docMkLst>
      <pc:sldChg chg="modSp mod">
        <pc:chgData name="Owais Ahmed" userId="6abc7d4556b3b071" providerId="LiveId" clId="{A73E0D9C-676C-43B7-9A99-875A4AA67F46}" dt="2023-11-01T10:36:41.330" v="6107" actId="20577"/>
        <pc:sldMkLst>
          <pc:docMk/>
          <pc:sldMk cId="1649098948" sldId="2462"/>
        </pc:sldMkLst>
        <pc:spChg chg="mod">
          <ac:chgData name="Owais Ahmed" userId="6abc7d4556b3b071" providerId="LiveId" clId="{A73E0D9C-676C-43B7-9A99-875A4AA67F46}" dt="2023-11-01T10:36:41.330" v="6107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A73E0D9C-676C-43B7-9A99-875A4AA67F46}" dt="2023-10-31T11:00:49.625" v="219" actId="20577"/>
        <pc:sldMkLst>
          <pc:docMk/>
          <pc:sldMk cId="296501705" sldId="2557"/>
        </pc:sldMkLst>
        <pc:spChg chg="mod">
          <ac:chgData name="Owais Ahmed" userId="6abc7d4556b3b071" providerId="LiveId" clId="{A73E0D9C-676C-43B7-9A99-875A4AA67F46}" dt="2023-10-31T11:00:49.625" v="21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0-31T10:59:48.407" v="5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mod modAnim">
        <pc:chgData name="Owais Ahmed" userId="6abc7d4556b3b071" providerId="LiveId" clId="{A73E0D9C-676C-43B7-9A99-875A4AA67F46}" dt="2023-11-02T07:32:13.823" v="6109" actId="20577"/>
        <pc:sldMkLst>
          <pc:docMk/>
          <pc:sldMk cId="1466069214" sldId="2558"/>
        </pc:sldMkLst>
        <pc:spChg chg="mod">
          <ac:chgData name="Owais Ahmed" userId="6abc7d4556b3b071" providerId="LiveId" clId="{A73E0D9C-676C-43B7-9A99-875A4AA67F46}" dt="2023-11-02T07:32:13.823" v="6109" actId="20577"/>
          <ac:spMkLst>
            <pc:docMk/>
            <pc:sldMk cId="1466069214" sldId="2558"/>
            <ac:spMk id="3" creationId="{4A1C0383-58FE-E486-295E-B33B8683B938}"/>
          </ac:spMkLst>
        </pc:spChg>
      </pc:sldChg>
      <pc:sldChg chg="modSp">
        <pc:chgData name="Owais Ahmed" userId="6abc7d4556b3b071" providerId="LiveId" clId="{A73E0D9C-676C-43B7-9A99-875A4AA67F46}" dt="2023-11-02T07:32:22.396" v="6110" actId="20577"/>
        <pc:sldMkLst>
          <pc:docMk/>
          <pc:sldMk cId="3962249788" sldId="2559"/>
        </pc:sldMkLst>
        <pc:spChg chg="mod">
          <ac:chgData name="Owais Ahmed" userId="6abc7d4556b3b071" providerId="LiveId" clId="{A73E0D9C-676C-43B7-9A99-875A4AA67F46}" dt="2023-11-02T07:32:22.396" v="6110" actId="20577"/>
          <ac:spMkLst>
            <pc:docMk/>
            <pc:sldMk cId="3962249788" sldId="2559"/>
            <ac:spMk id="3" creationId="{4A1C0383-58FE-E486-295E-B33B8683B938}"/>
          </ac:spMkLst>
        </pc:spChg>
      </pc:sldChg>
      <pc:sldChg chg="modSp">
        <pc:chgData name="Owais Ahmed" userId="6abc7d4556b3b071" providerId="LiveId" clId="{A73E0D9C-676C-43B7-9A99-875A4AA67F46}" dt="2023-11-02T07:32:54.228" v="6131" actId="20577"/>
        <pc:sldMkLst>
          <pc:docMk/>
          <pc:sldMk cId="2599850084" sldId="2560"/>
        </pc:sldMkLst>
        <pc:spChg chg="mod">
          <ac:chgData name="Owais Ahmed" userId="6abc7d4556b3b071" providerId="LiveId" clId="{A73E0D9C-676C-43B7-9A99-875A4AA67F46}" dt="2023-11-02T07:32:54.228" v="6131" actId="20577"/>
          <ac:spMkLst>
            <pc:docMk/>
            <pc:sldMk cId="2599850084" sldId="2560"/>
            <ac:spMk id="3" creationId="{4A1C0383-58FE-E486-295E-B33B8683B938}"/>
          </ac:spMkLst>
        </pc:spChg>
      </pc:sldChg>
      <pc:sldChg chg="modSp mod modAnim">
        <pc:chgData name="Owais Ahmed" userId="6abc7d4556b3b071" providerId="LiveId" clId="{A73E0D9C-676C-43B7-9A99-875A4AA67F46}" dt="2023-11-01T08:44:23.401" v="1903"/>
        <pc:sldMkLst>
          <pc:docMk/>
          <pc:sldMk cId="1963263386" sldId="2561"/>
        </pc:sldMkLst>
        <pc:spChg chg="mod">
          <ac:chgData name="Owais Ahmed" userId="6abc7d4556b3b071" providerId="LiveId" clId="{A73E0D9C-676C-43B7-9A99-875A4AA67F46}" dt="2023-11-01T06:59:20.319" v="373" actId="27636"/>
          <ac:spMkLst>
            <pc:docMk/>
            <pc:sldMk cId="1963263386" sldId="2561"/>
            <ac:spMk id="3" creationId="{4A1C0383-58FE-E486-295E-B33B8683B938}"/>
          </ac:spMkLst>
        </pc:spChg>
      </pc:sldChg>
      <pc:sldChg chg="modSp modAnim">
        <pc:chgData name="Owais Ahmed" userId="6abc7d4556b3b071" providerId="LiveId" clId="{A73E0D9C-676C-43B7-9A99-875A4AA67F46}" dt="2023-11-01T07:00:22.101" v="546" actId="20577"/>
        <pc:sldMkLst>
          <pc:docMk/>
          <pc:sldMk cId="3931964295" sldId="2562"/>
        </pc:sldMkLst>
        <pc:spChg chg="mod">
          <ac:chgData name="Owais Ahmed" userId="6abc7d4556b3b071" providerId="LiveId" clId="{A73E0D9C-676C-43B7-9A99-875A4AA67F46}" dt="2023-11-01T07:00:22.101" v="546" actId="20577"/>
          <ac:spMkLst>
            <pc:docMk/>
            <pc:sldMk cId="3931964295" sldId="2562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A73E0D9C-676C-43B7-9A99-875A4AA67F46}" dt="2023-11-08T10:51:21.154" v="7329"/>
        <pc:sldMkLst>
          <pc:docMk/>
          <pc:sldMk cId="2389114497" sldId="2563"/>
        </pc:sldMkLst>
        <pc:spChg chg="mod">
          <ac:chgData name="Owais Ahmed" userId="6abc7d4556b3b071" providerId="LiveId" clId="{A73E0D9C-676C-43B7-9A99-875A4AA67F46}" dt="2023-11-08T10:51:21.154" v="7329"/>
          <ac:spMkLst>
            <pc:docMk/>
            <pc:sldMk cId="2389114497" sldId="2563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1-01T07:06:40.851" v="566" actId="20577"/>
          <ac:spMkLst>
            <pc:docMk/>
            <pc:sldMk cId="2389114497" sldId="2563"/>
            <ac:spMk id="215" creationId="{00000000-0000-0000-0000-000000000000}"/>
          </ac:spMkLst>
        </pc:spChg>
      </pc:sldChg>
      <pc:sldChg chg="addSp modSp add mod modAnim modNotesTx">
        <pc:chgData name="Owais Ahmed" userId="6abc7d4556b3b071" providerId="LiveId" clId="{A73E0D9C-676C-43B7-9A99-875A4AA67F46}" dt="2023-11-01T09:11:25.859" v="3616" actId="20577"/>
        <pc:sldMkLst>
          <pc:docMk/>
          <pc:sldMk cId="3353402870" sldId="2564"/>
        </pc:sldMkLst>
        <pc:spChg chg="mod">
          <ac:chgData name="Owais Ahmed" userId="6abc7d4556b3b071" providerId="LiveId" clId="{A73E0D9C-676C-43B7-9A99-875A4AA67F46}" dt="2023-11-01T09:10:29.513" v="3594" actId="20577"/>
          <ac:spMkLst>
            <pc:docMk/>
            <pc:sldMk cId="3353402870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A73E0D9C-676C-43B7-9A99-875A4AA67F46}" dt="2023-11-01T09:11:25.859" v="3616" actId="20577"/>
          <ac:graphicFrameMkLst>
            <pc:docMk/>
            <pc:sldMk cId="3353402870" sldId="2564"/>
            <ac:graphicFrameMk id="4" creationId="{90A278D2-EC83-AE47-5102-39FCC71464CE}"/>
          </ac:graphicFrameMkLst>
        </pc:graphicFrameChg>
      </pc:sldChg>
      <pc:sldChg chg="delSp modSp add mod delAnim modAnim modNotesTx">
        <pc:chgData name="Owais Ahmed" userId="6abc7d4556b3b071" providerId="LiveId" clId="{A73E0D9C-676C-43B7-9A99-875A4AA67F46}" dt="2023-11-01T10:35:10.811" v="6003" actId="20577"/>
        <pc:sldMkLst>
          <pc:docMk/>
          <pc:sldMk cId="503313006" sldId="2565"/>
        </pc:sldMkLst>
        <pc:spChg chg="mod">
          <ac:chgData name="Owais Ahmed" userId="6abc7d4556b3b071" providerId="LiveId" clId="{A73E0D9C-676C-43B7-9A99-875A4AA67F46}" dt="2023-11-01T10:35:10.811" v="6003" actId="20577"/>
          <ac:spMkLst>
            <pc:docMk/>
            <pc:sldMk cId="503313006" sldId="2565"/>
            <ac:spMk id="3" creationId="{4A1C0383-58FE-E486-295E-B33B8683B938}"/>
          </ac:spMkLst>
        </pc:spChg>
        <pc:graphicFrameChg chg="del">
          <ac:chgData name="Owais Ahmed" userId="6abc7d4556b3b071" providerId="LiveId" clId="{A73E0D9C-676C-43B7-9A99-875A4AA67F46}" dt="2023-11-01T08:47:14.182" v="2190" actId="478"/>
          <ac:graphicFrameMkLst>
            <pc:docMk/>
            <pc:sldMk cId="503313006" sldId="2565"/>
            <ac:graphicFrameMk id="4" creationId="{90A278D2-EC83-AE47-5102-39FCC71464CE}"/>
          </ac:graphicFrameMkLst>
        </pc:graphicFrameChg>
      </pc:sldChg>
      <pc:sldChg chg="modSp add mod modAnim">
        <pc:chgData name="Owais Ahmed" userId="6abc7d4556b3b071" providerId="LiveId" clId="{A73E0D9C-676C-43B7-9A99-875A4AA67F46}" dt="2023-11-01T09:03:45.256" v="3321" actId="20577"/>
        <pc:sldMkLst>
          <pc:docMk/>
          <pc:sldMk cId="3854100598" sldId="2566"/>
        </pc:sldMkLst>
        <pc:spChg chg="mod">
          <ac:chgData name="Owais Ahmed" userId="6abc7d4556b3b071" providerId="LiveId" clId="{A73E0D9C-676C-43B7-9A99-875A4AA67F46}" dt="2023-11-01T09:03:45.256" v="3321" actId="20577"/>
          <ac:spMkLst>
            <pc:docMk/>
            <pc:sldMk cId="3854100598" sldId="2566"/>
            <ac:spMk id="3" creationId="{4A1C0383-58FE-E486-295E-B33B8683B938}"/>
          </ac:spMkLst>
        </pc:spChg>
      </pc:sldChg>
      <pc:sldChg chg="add del">
        <pc:chgData name="Owais Ahmed" userId="6abc7d4556b3b071" providerId="LiveId" clId="{A73E0D9C-676C-43B7-9A99-875A4AA67F46}" dt="2023-11-01T09:04:06.567" v="3325" actId="2890"/>
        <pc:sldMkLst>
          <pc:docMk/>
          <pc:sldMk cId="1315436998" sldId="2567"/>
        </pc:sldMkLst>
      </pc:sldChg>
      <pc:sldChg chg="addSp delSp modSp add mod ord addAnim delAnim modAnim">
        <pc:chgData name="Owais Ahmed" userId="6abc7d4556b3b071" providerId="LiveId" clId="{A73E0D9C-676C-43B7-9A99-875A4AA67F46}" dt="2023-11-01T10:18:27.425" v="4674" actId="1076"/>
        <pc:sldMkLst>
          <pc:docMk/>
          <pc:sldMk cId="3011284567" sldId="2567"/>
        </pc:sldMkLst>
        <pc:spChg chg="add del mod">
          <ac:chgData name="Owais Ahmed" userId="6abc7d4556b3b071" providerId="LiveId" clId="{A73E0D9C-676C-43B7-9A99-875A4AA67F46}" dt="2023-11-01T10:18:16.532" v="4670" actId="20577"/>
          <ac:spMkLst>
            <pc:docMk/>
            <pc:sldMk cId="3011284567" sldId="2567"/>
            <ac:spMk id="3" creationId="{4A1C0383-58FE-E486-295E-B33B8683B938}"/>
          </ac:spMkLst>
        </pc:spChg>
        <pc:spChg chg="add del mod">
          <ac:chgData name="Owais Ahmed" userId="6abc7d4556b3b071" providerId="LiveId" clId="{A73E0D9C-676C-43B7-9A99-875A4AA67F46}" dt="2023-11-01T10:17:53.841" v="4637" actId="478"/>
          <ac:spMkLst>
            <pc:docMk/>
            <pc:sldMk cId="3011284567" sldId="2567"/>
            <ac:spMk id="6" creationId="{A37A02BB-2A7C-4A7A-CF92-D4F9A758A1C5}"/>
          </ac:spMkLst>
        </pc:spChg>
        <pc:spChg chg="add del mod">
          <ac:chgData name="Owais Ahmed" userId="6abc7d4556b3b071" providerId="LiveId" clId="{A73E0D9C-676C-43B7-9A99-875A4AA67F46}" dt="2023-11-01T09:29:37.079" v="3956" actId="478"/>
          <ac:spMkLst>
            <pc:docMk/>
            <pc:sldMk cId="3011284567" sldId="2567"/>
            <ac:spMk id="8" creationId="{B51B7434-9668-112D-1DBA-DC27B6C9B120}"/>
          </ac:spMkLst>
        </pc:spChg>
        <pc:spChg chg="add del mod">
          <ac:chgData name="Owais Ahmed" userId="6abc7d4556b3b071" providerId="LiveId" clId="{A73E0D9C-676C-43B7-9A99-875A4AA67F46}" dt="2023-11-01T09:28:52.165" v="3949"/>
          <ac:spMkLst>
            <pc:docMk/>
            <pc:sldMk cId="3011284567" sldId="2567"/>
            <ac:spMk id="9" creationId="{FC85F41C-FB33-6F53-25E4-6F1937BDBDB1}"/>
          </ac:spMkLst>
        </pc:spChg>
        <pc:spChg chg="add del mod">
          <ac:chgData name="Owais Ahmed" userId="6abc7d4556b3b071" providerId="LiveId" clId="{A73E0D9C-676C-43B7-9A99-875A4AA67F46}" dt="2023-11-01T09:31:05.127" v="3978" actId="478"/>
          <ac:spMkLst>
            <pc:docMk/>
            <pc:sldMk cId="3011284567" sldId="2567"/>
            <ac:spMk id="10" creationId="{FCAAA679-2BFE-794F-86E4-5F42736037F2}"/>
          </ac:spMkLst>
        </pc:spChg>
        <pc:spChg chg="add del mod">
          <ac:chgData name="Owais Ahmed" userId="6abc7d4556b3b071" providerId="LiveId" clId="{A73E0D9C-676C-43B7-9A99-875A4AA67F46}" dt="2023-11-01T09:31:05.984" v="3979" actId="478"/>
          <ac:spMkLst>
            <pc:docMk/>
            <pc:sldMk cId="3011284567" sldId="2567"/>
            <ac:spMk id="11" creationId="{B1D57B42-80E4-622B-2163-9D52DD746A94}"/>
          </ac:spMkLst>
        </pc:spChg>
        <pc:spChg chg="add del mod">
          <ac:chgData name="Owais Ahmed" userId="6abc7d4556b3b071" providerId="LiveId" clId="{A73E0D9C-676C-43B7-9A99-875A4AA67F46}" dt="2023-11-01T09:31:03.614" v="3977" actId="478"/>
          <ac:spMkLst>
            <pc:docMk/>
            <pc:sldMk cId="3011284567" sldId="2567"/>
            <ac:spMk id="12" creationId="{2987EBF9-9B25-B8D1-4405-09CC5FB4F4DB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3" creationId="{137EB1FE-81B3-B9CB-0EDF-B81887C87AB1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4" creationId="{A851962C-E198-12CF-C030-35A8920BB83A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5" creationId="{3CAC2DE7-AE19-4C41-4744-4C92B36D78B7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6" creationId="{B0467C12-FEBA-CBB6-A141-AC141960F894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7" creationId="{829BB52B-B7FB-EC35-0AED-E8948B88797B}"/>
          </ac:spMkLst>
        </pc:spChg>
        <pc:spChg chg="add del mod">
          <ac:chgData name="Owais Ahmed" userId="6abc7d4556b3b071" providerId="LiveId" clId="{A73E0D9C-676C-43B7-9A99-875A4AA67F46}" dt="2023-11-01T09:34:57.400" v="4020" actId="478"/>
          <ac:spMkLst>
            <pc:docMk/>
            <pc:sldMk cId="3011284567" sldId="2567"/>
            <ac:spMk id="18" creationId="{BF2F2498-EC66-DEB4-AD83-3D7A194AC3E3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19" creationId="{32B5B6CB-4566-30EA-D922-EDA937D3CB8E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0" creationId="{E1DA110E-59CC-B618-5595-EC4E1FDF2E87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1" creationId="{CB27C5A1-3498-EEAF-66D5-3B5B54E2F595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2" creationId="{2BD4B54D-4E71-AA43-BC4E-E7A106A9D8D9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3" creationId="{ED8DB914-6F6A-39DB-ACA3-3D474ADBA281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4" creationId="{52BF3C11-7E24-E15A-B99B-EA6F162D68C6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29" creationId="{47D5EB1E-707A-E268-1525-8A3E1BDBB262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39" creationId="{35379958-F3C8-D09C-7CA8-CD06F6879574}"/>
          </ac:spMkLst>
        </pc:spChg>
        <pc:spChg chg="add del mod">
          <ac:chgData name="Owais Ahmed" userId="6abc7d4556b3b071" providerId="LiveId" clId="{A73E0D9C-676C-43B7-9A99-875A4AA67F46}" dt="2023-11-01T10:17:13.205" v="4633" actId="478"/>
          <ac:spMkLst>
            <pc:docMk/>
            <pc:sldMk cId="3011284567" sldId="2567"/>
            <ac:spMk id="44" creationId="{E98ECAE0-2231-5E90-E53D-4F5CE6C43A89}"/>
          </ac:spMkLst>
        </pc:spChg>
        <pc:grpChg chg="add mod">
          <ac:chgData name="Owais Ahmed" userId="6abc7d4556b3b071" providerId="LiveId" clId="{A73E0D9C-676C-43B7-9A99-875A4AA67F46}" dt="2023-11-01T10:16:11.187" v="4626" actId="164"/>
          <ac:grpSpMkLst>
            <pc:docMk/>
            <pc:sldMk cId="3011284567" sldId="2567"/>
            <ac:grpSpMk id="60" creationId="{44CA4005-5562-A4A9-4E94-005126EB286A}"/>
          </ac:grpSpMkLst>
        </pc:grpChg>
        <pc:graphicFrameChg chg="add mod modGraphic">
          <ac:chgData name="Owais Ahmed" userId="6abc7d4556b3b071" providerId="LiveId" clId="{A73E0D9C-676C-43B7-9A99-875A4AA67F46}" dt="2023-11-01T10:18:27.425" v="4674" actId="1076"/>
          <ac:graphicFrameMkLst>
            <pc:docMk/>
            <pc:sldMk cId="3011284567" sldId="2567"/>
            <ac:graphicFrameMk id="4" creationId="{57C6CE5B-28E6-3601-53E7-C7DDF4BF5C4B}"/>
          </ac:graphicFrameMkLst>
        </pc:graphicFrameChg>
        <pc:graphicFrameChg chg="add del modGraphic">
          <ac:chgData name="Owais Ahmed" userId="6abc7d4556b3b071" providerId="LiveId" clId="{A73E0D9C-676C-43B7-9A99-875A4AA67F46}" dt="2023-11-01T09:16:28.383" v="3712" actId="1032"/>
          <ac:graphicFrameMkLst>
            <pc:docMk/>
            <pc:sldMk cId="3011284567" sldId="2567"/>
            <ac:graphicFrameMk id="5" creationId="{6552F4A7-3117-563A-3BF1-0F2B35E30783}"/>
          </ac:graphicFrameMkLst>
        </pc:graphicFrameChg>
        <pc:graphicFrameChg chg="add del mod modGraphic">
          <ac:chgData name="Owais Ahmed" userId="6abc7d4556b3b071" providerId="LiveId" clId="{A73E0D9C-676C-43B7-9A99-875A4AA67F46}" dt="2023-11-01T09:28:30.536" v="3945" actId="478"/>
          <ac:graphicFrameMkLst>
            <pc:docMk/>
            <pc:sldMk cId="3011284567" sldId="2567"/>
            <ac:graphicFrameMk id="7" creationId="{D5B5FCF0-57AA-1DA6-160B-46B5CF2C8A43}"/>
          </ac:graphicFrameMkLst>
        </pc:graphicFrame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26" creationId="{E4EFFF76-B83C-B0E8-CEBD-F75402658650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28" creationId="{A07F829E-F840-E581-2363-267280976922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31" creationId="{14F9AB7C-7C99-E7DA-BD3E-85892AC0B164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33" creationId="{4AEC6057-6FB8-DD8D-5F96-F9E8BBD7D56E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1" creationId="{64D76290-5388-F145-C2A8-C4AB58433F6E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3" creationId="{AF6C53BF-EA22-CE93-0D5C-84F080B231B4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6" creationId="{57475851-EAEE-8B03-DCB3-673357A57A8D}"/>
          </ac:cxnSpMkLst>
        </pc:cxnChg>
        <pc:cxnChg chg="add del mod">
          <ac:chgData name="Owais Ahmed" userId="6abc7d4556b3b071" providerId="LiveId" clId="{A73E0D9C-676C-43B7-9A99-875A4AA67F46}" dt="2023-11-01T10:17:13.205" v="4633" actId="478"/>
          <ac:cxnSpMkLst>
            <pc:docMk/>
            <pc:sldMk cId="3011284567" sldId="2567"/>
            <ac:cxnSpMk id="48" creationId="{796894D6-8A92-56E0-5DDB-6FAB0BD9E8A9}"/>
          </ac:cxnSpMkLst>
        </pc:cxnChg>
      </pc:sldChg>
      <pc:sldChg chg="add del">
        <pc:chgData name="Owais Ahmed" userId="6abc7d4556b3b071" providerId="LiveId" clId="{A73E0D9C-676C-43B7-9A99-875A4AA67F46}" dt="2023-11-01T09:04:05.455" v="3324" actId="2890"/>
        <pc:sldMkLst>
          <pc:docMk/>
          <pc:sldMk cId="926835550" sldId="2568"/>
        </pc:sldMkLst>
      </pc:sldChg>
      <pc:sldChg chg="addSp delSp modSp add mod delAnim modAnim">
        <pc:chgData name="Owais Ahmed" userId="6abc7d4556b3b071" providerId="LiveId" clId="{A73E0D9C-676C-43B7-9A99-875A4AA67F46}" dt="2023-11-01T10:20:13.808" v="4763"/>
        <pc:sldMkLst>
          <pc:docMk/>
          <pc:sldMk cId="3163091979" sldId="2568"/>
        </pc:sldMkLst>
        <pc:spChg chg="mod">
          <ac:chgData name="Owais Ahmed" userId="6abc7d4556b3b071" providerId="LiveId" clId="{A73E0D9C-676C-43B7-9A99-875A4AA67F46}" dt="2023-11-01T10:20:05.337" v="4762" actId="20577"/>
          <ac:spMkLst>
            <pc:docMk/>
            <pc:sldMk cId="3163091979" sldId="2568"/>
            <ac:spMk id="3" creationId="{4A1C0383-58FE-E486-295E-B33B8683B938}"/>
          </ac:spMkLst>
        </pc:spChg>
        <pc:spChg chg="del">
          <ac:chgData name="Owais Ahmed" userId="6abc7d4556b3b071" providerId="LiveId" clId="{A73E0D9C-676C-43B7-9A99-875A4AA67F46}" dt="2023-11-01T09:44:55.100" v="4244" actId="478"/>
          <ac:spMkLst>
            <pc:docMk/>
            <pc:sldMk cId="3163091979" sldId="2568"/>
            <ac:spMk id="6" creationId="{A37A02BB-2A7C-4A7A-CF92-D4F9A758A1C5}"/>
          </ac:spMkLst>
        </pc:spChg>
        <pc:spChg chg="add del mod">
          <ac:chgData name="Owais Ahmed" userId="6abc7d4556b3b071" providerId="LiveId" clId="{A73E0D9C-676C-43B7-9A99-875A4AA67F46}" dt="2023-11-01T09:51:23.355" v="4359" actId="767"/>
          <ac:spMkLst>
            <pc:docMk/>
            <pc:sldMk cId="3163091979" sldId="2568"/>
            <ac:spMk id="7" creationId="{6BAF7E7F-9F12-00A7-0566-9F93051CB771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9" creationId="{87CAE9EC-6C1A-D1F3-40FD-89E3C3353256}"/>
          </ac:spMkLst>
        </pc:spChg>
        <pc:spChg chg="del mod topLvl">
          <ac:chgData name="Owais Ahmed" userId="6abc7d4556b3b071" providerId="LiveId" clId="{A73E0D9C-676C-43B7-9A99-875A4AA67F46}" dt="2023-11-01T09:52:22.233" v="4377" actId="478"/>
          <ac:spMkLst>
            <pc:docMk/>
            <pc:sldMk cId="3163091979" sldId="2568"/>
            <ac:spMk id="10" creationId="{C5DD003F-7768-4FB9-13C8-46D7A0BFED8F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11" creationId="{BBD71F52-67AF-87E8-BBDF-3B5551EB24EF}"/>
          </ac:spMkLst>
        </pc:spChg>
        <pc:spChg chg="del mod topLvl">
          <ac:chgData name="Owais Ahmed" userId="6abc7d4556b3b071" providerId="LiveId" clId="{A73E0D9C-676C-43B7-9A99-875A4AA67F46}" dt="2023-11-01T09:52:20.793" v="4375" actId="478"/>
          <ac:spMkLst>
            <pc:docMk/>
            <pc:sldMk cId="3163091979" sldId="2568"/>
            <ac:spMk id="12" creationId="{D3FCCAD0-385A-EDDB-D99C-B66E71554225}"/>
          </ac:spMkLst>
        </pc:spChg>
        <pc:spChg chg="del">
          <ac:chgData name="Owais Ahmed" userId="6abc7d4556b3b071" providerId="LiveId" clId="{A73E0D9C-676C-43B7-9A99-875A4AA67F46}" dt="2023-11-01T09:49:21.490" v="4354" actId="478"/>
          <ac:spMkLst>
            <pc:docMk/>
            <pc:sldMk cId="3163091979" sldId="2568"/>
            <ac:spMk id="13" creationId="{137EB1FE-81B3-B9CB-0EDF-B81887C87AB1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4" creationId="{A851962C-E198-12CF-C030-35A8920BB83A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5" creationId="{3CAC2DE7-AE19-4C41-4744-4C92B36D78B7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6" creationId="{B0467C12-FEBA-CBB6-A141-AC141960F894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17" creationId="{829BB52B-B7FB-EC35-0AED-E8948B88797B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18" creationId="{1380ECEA-7D3C-DA64-EAB9-147EB50354F3}"/>
          </ac:spMkLst>
        </pc:spChg>
        <pc:spChg chg="del">
          <ac:chgData name="Owais Ahmed" userId="6abc7d4556b3b071" providerId="LiveId" clId="{A73E0D9C-676C-43B7-9A99-875A4AA67F46}" dt="2023-11-01T09:49:21.490" v="4354" actId="478"/>
          <ac:spMkLst>
            <pc:docMk/>
            <pc:sldMk cId="3163091979" sldId="2568"/>
            <ac:spMk id="19" creationId="{32B5B6CB-4566-30EA-D922-EDA937D3CB8E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0" creationId="{E1DA110E-59CC-B618-5595-EC4E1FDF2E87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1" creationId="{CB27C5A1-3498-EEAF-66D5-3B5B54E2F595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2" creationId="{2BD4B54D-4E71-AA43-BC4E-E7A106A9D8D9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3" creationId="{ED8DB914-6F6A-39DB-ACA3-3D474ADBA281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4" creationId="{52BF3C11-7E24-E15A-B99B-EA6F162D68C6}"/>
          </ac:spMkLst>
        </pc:spChg>
        <pc:spChg chg="del mod topLvl">
          <ac:chgData name="Owais Ahmed" userId="6abc7d4556b3b071" providerId="LiveId" clId="{A73E0D9C-676C-43B7-9A99-875A4AA67F46}" dt="2023-11-01T09:52:15.237" v="4371" actId="478"/>
          <ac:spMkLst>
            <pc:docMk/>
            <pc:sldMk cId="3163091979" sldId="2568"/>
            <ac:spMk id="25" creationId="{902C7B29-244A-1926-4AE3-99D852760D95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27" creationId="{B6D5F59A-6EF9-60EE-8D1F-1A870FC8E930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29" creationId="{47D5EB1E-707A-E268-1525-8A3E1BDBB262}"/>
          </ac:spMkLst>
        </pc:spChg>
        <pc:spChg chg="del mod topLvl">
          <ac:chgData name="Owais Ahmed" userId="6abc7d4556b3b071" providerId="LiveId" clId="{A73E0D9C-676C-43B7-9A99-875A4AA67F46}" dt="2023-11-01T09:52:19.725" v="4374" actId="478"/>
          <ac:spMkLst>
            <pc:docMk/>
            <pc:sldMk cId="3163091979" sldId="2568"/>
            <ac:spMk id="30" creationId="{D89544BF-6ADE-DE22-032D-8874055F2747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2" creationId="{863D9BA3-98E8-4801-8459-2FFAEE4BBDEB}"/>
          </ac:spMkLst>
        </pc:spChg>
        <pc:spChg chg="del mod topLvl">
          <ac:chgData name="Owais Ahmed" userId="6abc7d4556b3b071" providerId="LiveId" clId="{A73E0D9C-676C-43B7-9A99-875A4AA67F46}" dt="2023-11-01T09:52:21.367" v="4376" actId="478"/>
          <ac:spMkLst>
            <pc:docMk/>
            <pc:sldMk cId="3163091979" sldId="2568"/>
            <ac:spMk id="34" creationId="{58ABC0E3-7ED0-9387-36F6-62C325D6DBB0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5" creationId="{9558D0F8-C623-9775-3149-124817711849}"/>
          </ac:spMkLst>
        </pc:spChg>
        <pc:spChg chg="add del mod topLvl">
          <ac:chgData name="Owais Ahmed" userId="6abc7d4556b3b071" providerId="LiveId" clId="{A73E0D9C-676C-43B7-9A99-875A4AA67F46}" dt="2023-11-01T09:52:44.303" v="4386" actId="478"/>
          <ac:spMkLst>
            <pc:docMk/>
            <pc:sldMk cId="3163091979" sldId="2568"/>
            <ac:spMk id="36" creationId="{EAFAA709-51C6-F350-4C43-5C87DBCB2670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37" creationId="{7CAD3275-A006-C65D-440A-1F69825CC4CF}"/>
          </ac:spMkLst>
        </pc:spChg>
        <pc:spChg chg="del mod">
          <ac:chgData name="Owais Ahmed" userId="6abc7d4556b3b071" providerId="LiveId" clId="{A73E0D9C-676C-43B7-9A99-875A4AA67F46}" dt="2023-11-01T09:52:03.672" v="4366" actId="478"/>
          <ac:spMkLst>
            <pc:docMk/>
            <pc:sldMk cId="3163091979" sldId="2568"/>
            <ac:spMk id="38" creationId="{6C2BFD66-7299-338D-BB99-286852850E98}"/>
          </ac:spMkLst>
        </pc:spChg>
        <pc:spChg chg="del">
          <ac:chgData name="Owais Ahmed" userId="6abc7d4556b3b071" providerId="LiveId" clId="{A73E0D9C-676C-43B7-9A99-875A4AA67F46}" dt="2023-11-01T09:49:19.802" v="4353" actId="478"/>
          <ac:spMkLst>
            <pc:docMk/>
            <pc:sldMk cId="3163091979" sldId="2568"/>
            <ac:spMk id="39" creationId="{35379958-F3C8-D09C-7CA8-CD06F6879574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40" creationId="{EA6305AC-E134-43C9-0803-DDD95B8516D0}"/>
          </ac:spMkLst>
        </pc:spChg>
        <pc:spChg chg="del mod">
          <ac:chgData name="Owais Ahmed" userId="6abc7d4556b3b071" providerId="LiveId" clId="{A73E0D9C-676C-43B7-9A99-875A4AA67F46}" dt="2023-11-01T09:52:07.930" v="4369" actId="478"/>
          <ac:spMkLst>
            <pc:docMk/>
            <pc:sldMk cId="3163091979" sldId="2568"/>
            <ac:spMk id="42" creationId="{F7F4FA1A-475B-925D-2303-B5BA76AA275E}"/>
          </ac:spMkLst>
        </pc:spChg>
        <pc:spChg chg="del">
          <ac:chgData name="Owais Ahmed" userId="6abc7d4556b3b071" providerId="LiveId" clId="{A73E0D9C-676C-43B7-9A99-875A4AA67F46}" dt="2023-11-01T09:49:17.914" v="4352" actId="478"/>
          <ac:spMkLst>
            <pc:docMk/>
            <pc:sldMk cId="3163091979" sldId="2568"/>
            <ac:spMk id="44" creationId="{E98ECAE0-2231-5E90-E53D-4F5CE6C43A89}"/>
          </ac:spMkLst>
        </pc:spChg>
        <pc:spChg chg="add del mod topLvl">
          <ac:chgData name="Owais Ahmed" userId="6abc7d4556b3b071" providerId="LiveId" clId="{A73E0D9C-676C-43B7-9A99-875A4AA67F46}" dt="2023-11-01T09:57:02.488" v="4451" actId="478"/>
          <ac:spMkLst>
            <pc:docMk/>
            <pc:sldMk cId="3163091979" sldId="2568"/>
            <ac:spMk id="45" creationId="{8EC3416F-7BFE-C6D2-9CDF-673B134BA6EF}"/>
          </ac:spMkLst>
        </pc:spChg>
        <pc:spChg chg="add mod">
          <ac:chgData name="Owais Ahmed" userId="6abc7d4556b3b071" providerId="LiveId" clId="{A73E0D9C-676C-43B7-9A99-875A4AA67F46}" dt="2023-11-01T10:14:45.259" v="4595" actId="164"/>
          <ac:spMkLst>
            <pc:docMk/>
            <pc:sldMk cId="3163091979" sldId="2568"/>
            <ac:spMk id="68" creationId="{BCD82606-ECE5-EFDE-02A5-F6766E95ACDD}"/>
          </ac:spMkLst>
        </pc:spChg>
        <pc:spChg chg="add mod">
          <ac:chgData name="Owais Ahmed" userId="6abc7d4556b3b071" providerId="LiveId" clId="{A73E0D9C-676C-43B7-9A99-875A4AA67F46}" dt="2023-11-01T10:14:29.996" v="4593" actId="164"/>
          <ac:spMkLst>
            <pc:docMk/>
            <pc:sldMk cId="3163091979" sldId="2568"/>
            <ac:spMk id="69" creationId="{006E418D-CBBE-9656-C77B-FE2234F9E2BC}"/>
          </ac:spMkLst>
        </pc:spChg>
        <pc:spChg chg="add mod">
          <ac:chgData name="Owais Ahmed" userId="6abc7d4556b3b071" providerId="LiveId" clId="{A73E0D9C-676C-43B7-9A99-875A4AA67F46}" dt="2023-11-01T10:14:39.786" v="4594" actId="164"/>
          <ac:spMkLst>
            <pc:docMk/>
            <pc:sldMk cId="3163091979" sldId="2568"/>
            <ac:spMk id="70" creationId="{097B7B8A-3E1F-B963-1A2E-C394FCEB0831}"/>
          </ac:spMkLst>
        </pc:spChg>
        <pc:spChg chg="add mod">
          <ac:chgData name="Owais Ahmed" userId="6abc7d4556b3b071" providerId="LiveId" clId="{A73E0D9C-676C-43B7-9A99-875A4AA67F46}" dt="2023-11-01T10:14:21.171" v="4592" actId="164"/>
          <ac:spMkLst>
            <pc:docMk/>
            <pc:sldMk cId="3163091979" sldId="2568"/>
            <ac:spMk id="71" creationId="{564BFC14-DAFC-3D7F-6BD6-F6A61EF7474E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2" creationId="{0450214B-5641-3F69-E7F3-664B2EE61DA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3" creationId="{232D2AB6-A896-1FAA-8B06-596DF79EDDB2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4" creationId="{E2533949-D559-6B96-BBD7-C8B0FFAF6741}"/>
          </ac:spMkLst>
        </pc:spChg>
        <pc:spChg chg="add del mod">
          <ac:chgData name="Owais Ahmed" userId="6abc7d4556b3b071" providerId="LiveId" clId="{A73E0D9C-676C-43B7-9A99-875A4AA67F46}" dt="2023-11-01T10:04:57.502" v="4491"/>
          <ac:spMkLst>
            <pc:docMk/>
            <pc:sldMk cId="3163091979" sldId="2568"/>
            <ac:spMk id="75" creationId="{721C2D42-AEC3-E0BF-79A6-CF0CBFC4044B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6" creationId="{0D71E067-E299-F0C6-8A2E-365720722D3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77" creationId="{BAA59CA3-D273-8243-1736-ACA71A37E052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99" creationId="{09E7CDE6-D415-97EB-D160-B302547EDCB7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0" creationId="{34946177-4449-B88F-B241-697695198134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1" creationId="{AB1E37C9-8259-83CB-9D62-9AC29C2B905F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2" creationId="{C3E77A41-CCC1-4715-164F-D651A76EE221}"/>
          </ac:spMkLst>
        </pc:spChg>
        <pc:spChg chg="add mod">
          <ac:chgData name="Owais Ahmed" userId="6abc7d4556b3b071" providerId="LiveId" clId="{A73E0D9C-676C-43B7-9A99-875A4AA67F46}" dt="2023-11-01T10:14:10.422" v="4591" actId="164"/>
          <ac:spMkLst>
            <pc:docMk/>
            <pc:sldMk cId="3163091979" sldId="2568"/>
            <ac:spMk id="103" creationId="{B07F6A2C-1510-5454-662F-EA28688C4A79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4" creationId="{65CDD666-5E68-4964-3563-72737121A75F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5" creationId="{5F79D34A-8321-0B1C-0D26-3FD9DA4A6D90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06" creationId="{404BED28-A5FE-C775-38A2-448BEE7B8966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1" creationId="{E301F274-F8CE-6C89-BA98-176181D567B2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6" creationId="{D335BC02-001B-A57A-2CF8-78F76C0A93DB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7" creationId="{933B5C2B-E23D-F965-53D0-E37FCF477F3A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8" creationId="{C38D4138-FC0B-206E-7C92-A4AFC92E8317}"/>
          </ac:spMkLst>
        </pc:spChg>
        <pc:spChg chg="add mod">
          <ac:chgData name="Owais Ahmed" userId="6abc7d4556b3b071" providerId="LiveId" clId="{A73E0D9C-676C-43B7-9A99-875A4AA67F46}" dt="2023-11-01T10:14:56.499" v="4596" actId="164"/>
          <ac:spMkLst>
            <pc:docMk/>
            <pc:sldMk cId="3163091979" sldId="2568"/>
            <ac:spMk id="119" creationId="{86242F01-5493-0B4F-3AC3-A6A075845959}"/>
          </ac:spMkLst>
        </pc:spChg>
        <pc:spChg chg="mod">
          <ac:chgData name="Owais Ahmed" userId="6abc7d4556b3b071" providerId="LiveId" clId="{A73E0D9C-676C-43B7-9A99-875A4AA67F46}" dt="2023-11-01T09:46:57.084" v="4315" actId="1076"/>
          <ac:spMkLst>
            <pc:docMk/>
            <pc:sldMk cId="3163091979" sldId="2568"/>
            <ac:spMk id="215" creationId="{00000000-0000-0000-0000-000000000000}"/>
          </ac:spMkLst>
        </pc:spChg>
        <pc:grpChg chg="add del mod">
          <ac:chgData name="Owais Ahmed" userId="6abc7d4556b3b071" providerId="LiveId" clId="{A73E0D9C-676C-43B7-9A99-875A4AA67F46}" dt="2023-11-01T09:52:11.774" v="4370" actId="165"/>
          <ac:grpSpMkLst>
            <pc:docMk/>
            <pc:sldMk cId="3163091979" sldId="2568"/>
            <ac:grpSpMk id="8" creationId="{4D35D4D0-B236-074F-B271-5AA5D0751536}"/>
          </ac:grpSpMkLst>
        </pc:grpChg>
        <pc:grpChg chg="add mod">
          <ac:chgData name="Owais Ahmed" userId="6abc7d4556b3b071" providerId="LiveId" clId="{A73E0D9C-676C-43B7-9A99-875A4AA67F46}" dt="2023-11-01T10:14:10.422" v="4591" actId="164"/>
          <ac:grpSpMkLst>
            <pc:docMk/>
            <pc:sldMk cId="3163091979" sldId="2568"/>
            <ac:grpSpMk id="120" creationId="{37E7F3B0-33CA-A21C-D653-44CADF0A2329}"/>
          </ac:grpSpMkLst>
        </pc:grpChg>
        <pc:grpChg chg="add mod">
          <ac:chgData name="Owais Ahmed" userId="6abc7d4556b3b071" providerId="LiveId" clId="{A73E0D9C-676C-43B7-9A99-875A4AA67F46}" dt="2023-11-01T10:14:10.422" v="4591" actId="164"/>
          <ac:grpSpMkLst>
            <pc:docMk/>
            <pc:sldMk cId="3163091979" sldId="2568"/>
            <ac:grpSpMk id="121" creationId="{F22D7D7D-AC04-0807-250A-ACD8EFC42426}"/>
          </ac:grpSpMkLst>
        </pc:grpChg>
        <pc:grpChg chg="add mod">
          <ac:chgData name="Owais Ahmed" userId="6abc7d4556b3b071" providerId="LiveId" clId="{A73E0D9C-676C-43B7-9A99-875A4AA67F46}" dt="2023-11-01T10:14:21.171" v="4592" actId="164"/>
          <ac:grpSpMkLst>
            <pc:docMk/>
            <pc:sldMk cId="3163091979" sldId="2568"/>
            <ac:grpSpMk id="122" creationId="{776EA610-3B34-8EE3-7CB3-44A6F9407CB8}"/>
          </ac:grpSpMkLst>
        </pc:grpChg>
        <pc:grpChg chg="add mod">
          <ac:chgData name="Owais Ahmed" userId="6abc7d4556b3b071" providerId="LiveId" clId="{A73E0D9C-676C-43B7-9A99-875A4AA67F46}" dt="2023-11-01T10:14:29.996" v="4593" actId="164"/>
          <ac:grpSpMkLst>
            <pc:docMk/>
            <pc:sldMk cId="3163091979" sldId="2568"/>
            <ac:grpSpMk id="123" creationId="{D83AEC27-D780-F55B-1E06-9326615E754A}"/>
          </ac:grpSpMkLst>
        </pc:grpChg>
        <pc:grpChg chg="add mod">
          <ac:chgData name="Owais Ahmed" userId="6abc7d4556b3b071" providerId="LiveId" clId="{A73E0D9C-676C-43B7-9A99-875A4AA67F46}" dt="2023-11-01T10:14:39.786" v="4594" actId="164"/>
          <ac:grpSpMkLst>
            <pc:docMk/>
            <pc:sldMk cId="3163091979" sldId="2568"/>
            <ac:grpSpMk id="124" creationId="{6A886EC0-5493-92D1-5C9B-572DBC1224EA}"/>
          </ac:grpSpMkLst>
        </pc:grpChg>
        <pc:grpChg chg="add mod">
          <ac:chgData name="Owais Ahmed" userId="6abc7d4556b3b071" providerId="LiveId" clId="{A73E0D9C-676C-43B7-9A99-875A4AA67F46}" dt="2023-11-01T10:14:45.259" v="4595" actId="164"/>
          <ac:grpSpMkLst>
            <pc:docMk/>
            <pc:sldMk cId="3163091979" sldId="2568"/>
            <ac:grpSpMk id="125" creationId="{372B1379-3BE9-FB40-629B-44B184F96767}"/>
          </ac:grpSpMkLst>
        </pc:grpChg>
        <pc:grpChg chg="add mod">
          <ac:chgData name="Owais Ahmed" userId="6abc7d4556b3b071" providerId="LiveId" clId="{A73E0D9C-676C-43B7-9A99-875A4AA67F46}" dt="2023-11-01T10:14:56.499" v="4596" actId="164"/>
          <ac:grpSpMkLst>
            <pc:docMk/>
            <pc:sldMk cId="3163091979" sldId="2568"/>
            <ac:grpSpMk id="126" creationId="{DFC75BE8-F648-3FB3-4530-394D2258BC2B}"/>
          </ac:grpSpMkLst>
        </pc:grpChg>
        <pc:graphicFrameChg chg="del">
          <ac:chgData name="Owais Ahmed" userId="6abc7d4556b3b071" providerId="LiveId" clId="{A73E0D9C-676C-43B7-9A99-875A4AA67F46}" dt="2023-11-01T09:44:53.122" v="4243" actId="478"/>
          <ac:graphicFrameMkLst>
            <pc:docMk/>
            <pc:sldMk cId="3163091979" sldId="2568"/>
            <ac:graphicFrameMk id="4" creationId="{57C6CE5B-28E6-3601-53E7-C7DDF4BF5C4B}"/>
          </ac:graphicFrameMkLst>
        </pc:graphicFrameChg>
        <pc:graphicFrameChg chg="add del mod modGraphic">
          <ac:chgData name="Owais Ahmed" userId="6abc7d4556b3b071" providerId="LiveId" clId="{A73E0D9C-676C-43B7-9A99-875A4AA67F46}" dt="2023-11-01T09:51:32.184" v="4360" actId="18245"/>
          <ac:graphicFrameMkLst>
            <pc:docMk/>
            <pc:sldMk cId="3163091979" sldId="2568"/>
            <ac:graphicFrameMk id="5" creationId="{C84D9F91-9B47-8231-AA28-8236118A09DB}"/>
          </ac:graphicFrameMkLst>
        </pc:graphicFrameChg>
        <pc:cxnChg chg="del mod">
          <ac:chgData name="Owais Ahmed" userId="6abc7d4556b3b071" providerId="LiveId" clId="{A73E0D9C-676C-43B7-9A99-875A4AA67F46}" dt="2023-11-01T09:49:21.490" v="4354" actId="478"/>
          <ac:cxnSpMkLst>
            <pc:docMk/>
            <pc:sldMk cId="3163091979" sldId="2568"/>
            <ac:cxnSpMk id="26" creationId="{E4EFFF76-B83C-B0E8-CEBD-F75402658650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28" creationId="{A07F829E-F840-E581-2363-267280976922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31" creationId="{14F9AB7C-7C99-E7DA-BD3E-85892AC0B164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33" creationId="{4AEC6057-6FB8-DD8D-5F96-F9E8BBD7D56E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1" creationId="{64D76290-5388-F145-C2A8-C4AB58433F6E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3" creationId="{AF6C53BF-EA22-CE93-0D5C-84F080B231B4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6" creationId="{57475851-EAEE-8B03-DCB3-673357A57A8D}"/>
          </ac:cxnSpMkLst>
        </pc:cxnChg>
        <pc:cxnChg chg="del mod">
          <ac:chgData name="Owais Ahmed" userId="6abc7d4556b3b071" providerId="LiveId" clId="{A73E0D9C-676C-43B7-9A99-875A4AA67F46}" dt="2023-11-01T09:49:19.802" v="4353" actId="478"/>
          <ac:cxnSpMkLst>
            <pc:docMk/>
            <pc:sldMk cId="3163091979" sldId="2568"/>
            <ac:cxnSpMk id="48" creationId="{796894D6-8A92-56E0-5DDB-6FAB0BD9E8A9}"/>
          </ac:cxnSpMkLst>
        </pc:cxnChg>
        <pc:cxnChg chg="add del mod">
          <ac:chgData name="Owais Ahmed" userId="6abc7d4556b3b071" providerId="LiveId" clId="{A73E0D9C-676C-43B7-9A99-875A4AA67F46}" dt="2023-11-01T09:54:57.883" v="4411" actId="11529"/>
          <ac:cxnSpMkLst>
            <pc:docMk/>
            <pc:sldMk cId="3163091979" sldId="2568"/>
            <ac:cxnSpMk id="49" creationId="{2AE9B71E-5BC5-2702-337B-F89918FDC76D}"/>
          </ac:cxnSpMkLst>
        </pc:cxnChg>
        <pc:cxnChg chg="add del mod">
          <ac:chgData name="Owais Ahmed" userId="6abc7d4556b3b071" providerId="LiveId" clId="{A73E0D9C-676C-43B7-9A99-875A4AA67F46}" dt="2023-11-01T09:55:09.816" v="4413" actId="11529"/>
          <ac:cxnSpMkLst>
            <pc:docMk/>
            <pc:sldMk cId="3163091979" sldId="2568"/>
            <ac:cxnSpMk id="51" creationId="{8DA44400-5B13-6482-0AD9-67256D595B8D}"/>
          </ac:cxnSpMkLst>
        </pc:cxnChg>
        <pc:cxnChg chg="add del mod">
          <ac:chgData name="Owais Ahmed" userId="6abc7d4556b3b071" providerId="LiveId" clId="{A73E0D9C-676C-43B7-9A99-875A4AA67F46}" dt="2023-11-01T09:56:56.526" v="4441" actId="11529"/>
          <ac:cxnSpMkLst>
            <pc:docMk/>
            <pc:sldMk cId="3163091979" sldId="2568"/>
            <ac:cxnSpMk id="53" creationId="{E0A70951-9894-ABFE-611A-36D1AA0C0641}"/>
          </ac:cxnSpMkLst>
        </pc:cxnChg>
        <pc:cxnChg chg="add del">
          <ac:chgData name="Owais Ahmed" userId="6abc7d4556b3b071" providerId="LiveId" clId="{A73E0D9C-676C-43B7-9A99-875A4AA67F46}" dt="2023-11-01T09:55:28.125" v="4418" actId="11529"/>
          <ac:cxnSpMkLst>
            <pc:docMk/>
            <pc:sldMk cId="3163091979" sldId="2568"/>
            <ac:cxnSpMk id="55" creationId="{CD790572-9650-3E1F-3C02-B6EA6316B9BF}"/>
          </ac:cxnSpMkLst>
        </pc:cxnChg>
        <pc:cxnChg chg="add del mod">
          <ac:chgData name="Owais Ahmed" userId="6abc7d4556b3b071" providerId="LiveId" clId="{A73E0D9C-676C-43B7-9A99-875A4AA67F46}" dt="2023-11-01T09:56:41.332" v="4435" actId="11529"/>
          <ac:cxnSpMkLst>
            <pc:docMk/>
            <pc:sldMk cId="3163091979" sldId="2568"/>
            <ac:cxnSpMk id="57" creationId="{6C3C515F-32C2-AB26-89FF-396A75270133}"/>
          </ac:cxnSpMkLst>
        </pc:cxnChg>
        <pc:cxnChg chg="add del mod">
          <ac:chgData name="Owais Ahmed" userId="6abc7d4556b3b071" providerId="LiveId" clId="{A73E0D9C-676C-43B7-9A99-875A4AA67F46}" dt="2023-11-01T09:56:40.557" v="4433" actId="11529"/>
          <ac:cxnSpMkLst>
            <pc:docMk/>
            <pc:sldMk cId="3163091979" sldId="2568"/>
            <ac:cxnSpMk id="59" creationId="{3AB39198-5A04-7350-0AF6-905DB82D7A1A}"/>
          </ac:cxnSpMkLst>
        </pc:cxnChg>
        <pc:cxnChg chg="add del mod">
          <ac:chgData name="Owais Ahmed" userId="6abc7d4556b3b071" providerId="LiveId" clId="{A73E0D9C-676C-43B7-9A99-875A4AA67F46}" dt="2023-11-01T09:56:12.639" v="4425" actId="11529"/>
          <ac:cxnSpMkLst>
            <pc:docMk/>
            <pc:sldMk cId="3163091979" sldId="2568"/>
            <ac:cxnSpMk id="61" creationId="{C61F4320-A3DC-0BCB-057A-A054C1AC4B09}"/>
          </ac:cxnSpMkLst>
        </pc:cxnChg>
        <pc:cxnChg chg="add del mod">
          <ac:chgData name="Owais Ahmed" userId="6abc7d4556b3b071" providerId="LiveId" clId="{A73E0D9C-676C-43B7-9A99-875A4AA67F46}" dt="2023-11-01T09:56:39.890" v="4431" actId="11529"/>
          <ac:cxnSpMkLst>
            <pc:docMk/>
            <pc:sldMk cId="3163091979" sldId="2568"/>
            <ac:cxnSpMk id="63" creationId="{3156C520-6D18-0664-BA19-A08C106665B1}"/>
          </ac:cxnSpMkLst>
        </pc:cxnChg>
        <pc:cxnChg chg="add del mod">
          <ac:chgData name="Owais Ahmed" userId="6abc7d4556b3b071" providerId="LiveId" clId="{A73E0D9C-676C-43B7-9A99-875A4AA67F46}" dt="2023-11-01T09:56:39.640" v="4430" actId="11529"/>
          <ac:cxnSpMkLst>
            <pc:docMk/>
            <pc:sldMk cId="3163091979" sldId="2568"/>
            <ac:cxnSpMk id="65" creationId="{610A26BE-BFB1-A8BE-388B-C112D04EC202}"/>
          </ac:cxnSpMkLst>
        </pc:cxnChg>
        <pc:cxnChg chg="add del mod">
          <ac:chgData name="Owais Ahmed" userId="6abc7d4556b3b071" providerId="LiveId" clId="{A73E0D9C-676C-43B7-9A99-875A4AA67F46}" dt="2023-11-01T09:56:38.526" v="4429" actId="11529"/>
          <ac:cxnSpMkLst>
            <pc:docMk/>
            <pc:sldMk cId="3163091979" sldId="2568"/>
            <ac:cxnSpMk id="67" creationId="{46298143-CD07-D218-6ABA-AC10389577B5}"/>
          </ac:cxnSpMkLst>
        </pc:cxnChg>
        <pc:cxnChg chg="add mod">
          <ac:chgData name="Owais Ahmed" userId="6abc7d4556b3b071" providerId="LiveId" clId="{A73E0D9C-676C-43B7-9A99-875A4AA67F46}" dt="2023-11-01T10:14:21.171" v="4592" actId="164"/>
          <ac:cxnSpMkLst>
            <pc:docMk/>
            <pc:sldMk cId="3163091979" sldId="2568"/>
            <ac:cxnSpMk id="79" creationId="{FD88976C-AF76-30AA-F419-B7BAAA1F03CA}"/>
          </ac:cxnSpMkLst>
        </pc:cxnChg>
        <pc:cxnChg chg="add mod">
          <ac:chgData name="Owais Ahmed" userId="6abc7d4556b3b071" providerId="LiveId" clId="{A73E0D9C-676C-43B7-9A99-875A4AA67F46}" dt="2023-11-01T10:14:21.171" v="4592" actId="164"/>
          <ac:cxnSpMkLst>
            <pc:docMk/>
            <pc:sldMk cId="3163091979" sldId="2568"/>
            <ac:cxnSpMk id="81" creationId="{6B677DD5-DFA8-63C0-3933-3ED2694F0B52}"/>
          </ac:cxnSpMkLst>
        </pc:cxnChg>
        <pc:cxnChg chg="add mod">
          <ac:chgData name="Owais Ahmed" userId="6abc7d4556b3b071" providerId="LiveId" clId="{A73E0D9C-676C-43B7-9A99-875A4AA67F46}" dt="2023-11-01T10:14:29.996" v="4593" actId="164"/>
          <ac:cxnSpMkLst>
            <pc:docMk/>
            <pc:sldMk cId="3163091979" sldId="2568"/>
            <ac:cxnSpMk id="83" creationId="{F2E6B8DA-238F-15A1-A935-2E319B8FA3D1}"/>
          </ac:cxnSpMkLst>
        </pc:cxnChg>
        <pc:cxnChg chg="add mod">
          <ac:chgData name="Owais Ahmed" userId="6abc7d4556b3b071" providerId="LiveId" clId="{A73E0D9C-676C-43B7-9A99-875A4AA67F46}" dt="2023-11-01T10:14:29.996" v="4593" actId="164"/>
          <ac:cxnSpMkLst>
            <pc:docMk/>
            <pc:sldMk cId="3163091979" sldId="2568"/>
            <ac:cxnSpMk id="85" creationId="{6339F942-E619-2B63-EE71-19656A337D64}"/>
          </ac:cxnSpMkLst>
        </pc:cxnChg>
        <pc:cxnChg chg="add mod">
          <ac:chgData name="Owais Ahmed" userId="6abc7d4556b3b071" providerId="LiveId" clId="{A73E0D9C-676C-43B7-9A99-875A4AA67F46}" dt="2023-11-01T10:14:45.259" v="4595" actId="164"/>
          <ac:cxnSpMkLst>
            <pc:docMk/>
            <pc:sldMk cId="3163091979" sldId="2568"/>
            <ac:cxnSpMk id="87" creationId="{0DB551ED-E558-32EE-2D48-239E2734B3D4}"/>
          </ac:cxnSpMkLst>
        </pc:cxnChg>
        <pc:cxnChg chg="add mod">
          <ac:chgData name="Owais Ahmed" userId="6abc7d4556b3b071" providerId="LiveId" clId="{A73E0D9C-676C-43B7-9A99-875A4AA67F46}" dt="2023-11-01T10:14:39.786" v="4594" actId="164"/>
          <ac:cxnSpMkLst>
            <pc:docMk/>
            <pc:sldMk cId="3163091979" sldId="2568"/>
            <ac:cxnSpMk id="90" creationId="{9E9C9FA7-CD7C-DB3B-651F-D17F714E58A5}"/>
          </ac:cxnSpMkLst>
        </pc:cxnChg>
        <pc:cxnChg chg="add mod">
          <ac:chgData name="Owais Ahmed" userId="6abc7d4556b3b071" providerId="LiveId" clId="{A73E0D9C-676C-43B7-9A99-875A4AA67F46}" dt="2023-11-01T10:14:39.786" v="4594" actId="164"/>
          <ac:cxnSpMkLst>
            <pc:docMk/>
            <pc:sldMk cId="3163091979" sldId="2568"/>
            <ac:cxnSpMk id="92" creationId="{E21F82FB-9C82-2B6D-799A-2D6856424F93}"/>
          </ac:cxnSpMkLst>
        </pc:cxnChg>
        <pc:cxnChg chg="add mod">
          <ac:chgData name="Owais Ahmed" userId="6abc7d4556b3b071" providerId="LiveId" clId="{A73E0D9C-676C-43B7-9A99-875A4AA67F46}" dt="2023-11-01T10:14:45.259" v="4595" actId="164"/>
          <ac:cxnSpMkLst>
            <pc:docMk/>
            <pc:sldMk cId="3163091979" sldId="2568"/>
            <ac:cxnSpMk id="94" creationId="{891FC1A9-51B5-063A-3320-8DED74EDC89D}"/>
          </ac:cxnSpMkLst>
        </pc:cxnChg>
      </pc:sldChg>
      <pc:sldChg chg="addSp modSp add mod ord modAnim">
        <pc:chgData name="Owais Ahmed" userId="6abc7d4556b3b071" providerId="LiveId" clId="{A73E0D9C-676C-43B7-9A99-875A4AA67F46}" dt="2023-11-01T10:27:57.830" v="5186" actId="20577"/>
        <pc:sldMkLst>
          <pc:docMk/>
          <pc:sldMk cId="1491632328" sldId="2569"/>
        </pc:sldMkLst>
        <pc:spChg chg="mod">
          <ac:chgData name="Owais Ahmed" userId="6abc7d4556b3b071" providerId="LiveId" clId="{A73E0D9C-676C-43B7-9A99-875A4AA67F46}" dt="2023-11-01T10:27:57.830" v="5186" actId="20577"/>
          <ac:spMkLst>
            <pc:docMk/>
            <pc:sldMk cId="1491632328" sldId="2569"/>
            <ac:spMk id="3" creationId="{4A1C0383-58FE-E486-295E-B33B8683B938}"/>
          </ac:spMkLst>
        </pc:spChg>
        <pc:graphicFrameChg chg="add mod modGraphic">
          <ac:chgData name="Owais Ahmed" userId="6abc7d4556b3b071" providerId="LiveId" clId="{A73E0D9C-676C-43B7-9A99-875A4AA67F46}" dt="2023-11-01T10:24:27.016" v="4931" actId="1076"/>
          <ac:graphicFrameMkLst>
            <pc:docMk/>
            <pc:sldMk cId="1491632328" sldId="2569"/>
            <ac:graphicFrameMk id="4" creationId="{1886179F-B192-0DC6-38FB-8E73C6ECFA83}"/>
          </ac:graphicFrameMkLst>
        </pc:graphicFrame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631501028" sldId="2569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38675736" sldId="2570"/>
        </pc:sldMkLst>
      </pc:sldChg>
      <pc:sldChg chg="modSp add mod ord modAnim">
        <pc:chgData name="Owais Ahmed" userId="6abc7d4556b3b071" providerId="LiveId" clId="{A73E0D9C-676C-43B7-9A99-875A4AA67F46}" dt="2023-11-01T10:35:40.948" v="6025" actId="20577"/>
        <pc:sldMkLst>
          <pc:docMk/>
          <pc:sldMk cId="2792038537" sldId="2570"/>
        </pc:sldMkLst>
        <pc:spChg chg="mod">
          <ac:chgData name="Owais Ahmed" userId="6abc7d4556b3b071" providerId="LiveId" clId="{A73E0D9C-676C-43B7-9A99-875A4AA67F46}" dt="2023-11-01T10:35:40.948" v="6025" actId="20577"/>
          <ac:spMkLst>
            <pc:docMk/>
            <pc:sldMk cId="2792038537" sldId="2570"/>
            <ac:spMk id="3" creationId="{4A1C0383-58FE-E486-295E-B33B8683B938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374809449" sldId="2571"/>
        </pc:sldMkLst>
      </pc:sldChg>
      <pc:sldChg chg="modSp add mod modAnim">
        <pc:chgData name="Owais Ahmed" userId="6abc7d4556b3b071" providerId="LiveId" clId="{A73E0D9C-676C-43B7-9A99-875A4AA67F46}" dt="2023-11-08T08:21:51.690" v="7312" actId="20577"/>
        <pc:sldMkLst>
          <pc:docMk/>
          <pc:sldMk cId="1305108838" sldId="2571"/>
        </pc:sldMkLst>
        <pc:spChg chg="mod">
          <ac:chgData name="Owais Ahmed" userId="6abc7d4556b3b071" providerId="LiveId" clId="{A73E0D9C-676C-43B7-9A99-875A4AA67F46}" dt="2023-11-08T08:21:51.690" v="7312" actId="20577"/>
          <ac:spMkLst>
            <pc:docMk/>
            <pc:sldMk cId="1305108838" sldId="2571"/>
            <ac:spMk id="3" creationId="{4A1C0383-58FE-E486-295E-B33B8683B938}"/>
          </ac:spMkLst>
        </pc:spChg>
        <pc:spChg chg="mod">
          <ac:chgData name="Owais Ahmed" userId="6abc7d4556b3b071" providerId="LiveId" clId="{A73E0D9C-676C-43B7-9A99-875A4AA67F46}" dt="2023-11-08T08:01:48.371" v="6156" actId="20577"/>
          <ac:spMkLst>
            <pc:docMk/>
            <pc:sldMk cId="1305108838" sldId="2571"/>
            <ac:spMk id="215" creationId="{00000000-0000-0000-0000-000000000000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771613767" sldId="2572"/>
        </pc:sldMkLst>
      </pc:sldChg>
      <pc:sldChg chg="addSp modSp add mod modAnim">
        <pc:chgData name="Owais Ahmed" userId="6abc7d4556b3b071" providerId="LiveId" clId="{A73E0D9C-676C-43B7-9A99-875A4AA67F46}" dt="2023-11-27T08:53:32.175" v="8787" actId="20577"/>
        <pc:sldMkLst>
          <pc:docMk/>
          <pc:sldMk cId="2248356840" sldId="2572"/>
        </pc:sldMkLst>
        <pc:spChg chg="mod">
          <ac:chgData name="Owais Ahmed" userId="6abc7d4556b3b071" providerId="LiveId" clId="{A73E0D9C-676C-43B7-9A99-875A4AA67F46}" dt="2023-11-27T08:53:32.175" v="8787" actId="20577"/>
          <ac:spMkLst>
            <pc:docMk/>
            <pc:sldMk cId="2248356840" sldId="2572"/>
            <ac:spMk id="3" creationId="{4A1C0383-58FE-E486-295E-B33B8683B938}"/>
          </ac:spMkLst>
        </pc:spChg>
        <pc:spChg chg="add mod">
          <ac:chgData name="Owais Ahmed" userId="6abc7d4556b3b071" providerId="LiveId" clId="{A73E0D9C-676C-43B7-9A99-875A4AA67F46}" dt="2023-11-27T08:52:00.874" v="8651" actId="27636"/>
          <ac:spMkLst>
            <pc:docMk/>
            <pc:sldMk cId="2248356840" sldId="2572"/>
            <ac:spMk id="4" creationId="{0C092F88-C68E-5338-85F5-48DB7C3F018D}"/>
          </ac:spMkLst>
        </pc:spChg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3391492129" sldId="2573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860775333" sldId="2574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100516667" sldId="2575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334425768" sldId="2576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987271229" sldId="2577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529958825" sldId="2578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566144150" sldId="2579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1265411487" sldId="2580"/>
        </pc:sldMkLst>
      </pc:sldChg>
      <pc:sldChg chg="add del replId">
        <pc:chgData name="Owais Ahmed" userId="6abc7d4556b3b071" providerId="LiveId" clId="{A73E0D9C-676C-43B7-9A99-875A4AA67F46}" dt="2023-11-01T09:04:05.455" v="3324" actId="2890"/>
        <pc:sldMkLst>
          <pc:docMk/>
          <pc:sldMk cId="2063931830" sldId="2581"/>
        </pc:sldMkLst>
      </pc:sldChg>
    </pc:docChg>
  </pc:docChgLst>
  <pc:docChgLst>
    <pc:chgData name="Owais Ahmed" userId="6abc7d4556b3b071" providerId="LiveId" clId="{4CD71B15-CCD9-4CBF-BC84-B4C52C1D305A}"/>
    <pc:docChg chg="addSld delSld modSld sldOrd">
      <pc:chgData name="Owais Ahmed" userId="6abc7d4556b3b071" providerId="LiveId" clId="{4CD71B15-CCD9-4CBF-BC84-B4C52C1D305A}" dt="2023-07-30T18:54:53.214" v="647" actId="47"/>
      <pc:docMkLst>
        <pc:docMk/>
      </pc:docMkLst>
      <pc:sldChg chg="modSp add del mod ord modAnim">
        <pc:chgData name="Owais Ahmed" userId="6abc7d4556b3b071" providerId="LiveId" clId="{4CD71B15-CCD9-4CBF-BC84-B4C52C1D305A}" dt="2023-07-30T18:54:53.214" v="647" actId="47"/>
        <pc:sldMkLst>
          <pc:docMk/>
          <pc:sldMk cId="4041671842" sldId="2516"/>
        </pc:sldMkLst>
        <pc:spChg chg="mod">
          <ac:chgData name="Owais Ahmed" userId="6abc7d4556b3b071" providerId="LiveId" clId="{4CD71B15-CCD9-4CBF-BC84-B4C52C1D305A}" dt="2023-07-30T18:54:43.518" v="646" actId="20577"/>
          <ac:spMkLst>
            <pc:docMk/>
            <pc:sldMk cId="4041671842" sldId="2516"/>
            <ac:spMk id="3" creationId="{4A1C0383-58FE-E486-295E-B33B8683B938}"/>
          </ac:spMkLst>
        </pc:spChg>
        <pc:spChg chg="mod">
          <ac:chgData name="Owais Ahmed" userId="6abc7d4556b3b071" providerId="LiveId" clId="{4CD71B15-CCD9-4CBF-BC84-B4C52C1D305A}" dt="2023-07-30T17:45:07.195" v="18" actId="20577"/>
          <ac:spMkLst>
            <pc:docMk/>
            <pc:sldMk cId="4041671842" sldId="2516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C968DFF7-75EA-425C-B744-BCB0C5DAAF5B}"/>
    <pc:docChg chg="undo custSel addSld delSld modSld sldOrd">
      <pc:chgData name="Owais Ahmed" userId="6abc7d4556b3b071" providerId="LiveId" clId="{C968DFF7-75EA-425C-B744-BCB0C5DAAF5B}" dt="2023-08-22T05:24:27.373" v="14616" actId="20577"/>
      <pc:docMkLst>
        <pc:docMk/>
      </pc:docMkLst>
      <pc:sldChg chg="modSp mod">
        <pc:chgData name="Owais Ahmed" userId="6abc7d4556b3b071" providerId="LiveId" clId="{C968DFF7-75EA-425C-B744-BCB0C5DAAF5B}" dt="2023-08-17T09:37:48.385" v="12743" actId="20577"/>
        <pc:sldMkLst>
          <pc:docMk/>
          <pc:sldMk cId="1649098948" sldId="2462"/>
        </pc:sldMkLst>
        <pc:spChg chg="mod">
          <ac:chgData name="Owais Ahmed" userId="6abc7d4556b3b071" providerId="LiveId" clId="{C968DFF7-75EA-425C-B744-BCB0C5DAAF5B}" dt="2023-08-17T09:37:48.385" v="12743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C968DFF7-75EA-425C-B744-BCB0C5DAAF5B}" dt="2023-08-10T07:32:45.723" v="812" actId="20577"/>
        <pc:sldMkLst>
          <pc:docMk/>
          <pc:sldMk cId="296501705" sldId="2557"/>
        </pc:sldMkLst>
        <pc:spChg chg="mod">
          <ac:chgData name="Owais Ahmed" userId="6abc7d4556b3b071" providerId="LiveId" clId="{C968DFF7-75EA-425C-B744-BCB0C5DAAF5B}" dt="2023-08-10T07:32:45.723" v="812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0T07:12:31.050" v="57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53512322" sldId="2558"/>
        </pc:sldMkLst>
      </pc:sldChg>
      <pc:sldChg chg="modSp add mod modAnim">
        <pc:chgData name="Owais Ahmed" userId="6abc7d4556b3b071" providerId="LiveId" clId="{C968DFF7-75EA-425C-B744-BCB0C5DAAF5B}" dt="2023-08-12T09:10:33.738" v="9777" actId="20577"/>
        <pc:sldMkLst>
          <pc:docMk/>
          <pc:sldMk cId="434899577" sldId="2558"/>
        </pc:sldMkLst>
        <pc:spChg chg="mod">
          <ac:chgData name="Owais Ahmed" userId="6abc7d4556b3b071" providerId="LiveId" clId="{C968DFF7-75EA-425C-B744-BCB0C5DAAF5B}" dt="2023-08-12T09:10:33.738" v="9777" actId="20577"/>
          <ac:spMkLst>
            <pc:docMk/>
            <pc:sldMk cId="434899577" sldId="255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4:27:59.021" v="1912" actId="20577"/>
          <ac:spMkLst>
            <pc:docMk/>
            <pc:sldMk cId="434899577" sldId="2558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566808580" sldId="2559"/>
        </pc:sldMkLst>
      </pc:sldChg>
      <pc:sldChg chg="modSp add mod modAnim">
        <pc:chgData name="Owais Ahmed" userId="6abc7d4556b3b071" providerId="LiveId" clId="{C968DFF7-75EA-425C-B744-BCB0C5DAAF5B}" dt="2023-08-12T09:11:03.452" v="9792" actId="403"/>
        <pc:sldMkLst>
          <pc:docMk/>
          <pc:sldMk cId="3699905756" sldId="2559"/>
        </pc:sldMkLst>
        <pc:spChg chg="mod">
          <ac:chgData name="Owais Ahmed" userId="6abc7d4556b3b071" providerId="LiveId" clId="{C968DFF7-75EA-425C-B744-BCB0C5DAAF5B}" dt="2023-08-12T09:11:03.452" v="9792" actId="403"/>
          <ac:spMkLst>
            <pc:docMk/>
            <pc:sldMk cId="3699905756" sldId="255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06.543" v="4752"/>
          <ac:spMkLst>
            <pc:docMk/>
            <pc:sldMk cId="3699905756" sldId="2559"/>
            <ac:spMk id="215" creationId="{00000000-0000-0000-0000-000000000000}"/>
          </ac:spMkLst>
        </pc:spChg>
      </pc:sldChg>
      <pc:sldChg chg="addSp modSp add mod modAnim">
        <pc:chgData name="Owais Ahmed" userId="6abc7d4556b3b071" providerId="LiveId" clId="{C968DFF7-75EA-425C-B744-BCB0C5DAAF5B}" dt="2023-08-12T09:11:28.593" v="9798" actId="20577"/>
        <pc:sldMkLst>
          <pc:docMk/>
          <pc:sldMk cId="2653031371" sldId="2560"/>
        </pc:sldMkLst>
        <pc:spChg chg="mod">
          <ac:chgData name="Owais Ahmed" userId="6abc7d4556b3b071" providerId="LiveId" clId="{C968DFF7-75EA-425C-B744-BCB0C5DAAF5B}" dt="2023-08-12T06:35:10.722" v="4732" actId="20577"/>
          <ac:spMkLst>
            <pc:docMk/>
            <pc:sldMk cId="2653031371" sldId="2560"/>
            <ac:spMk id="3" creationId="{4A1C0383-58FE-E486-295E-B33B8683B938}"/>
          </ac:spMkLst>
        </pc:spChg>
        <pc:spChg chg="add mod">
          <ac:chgData name="Owais Ahmed" userId="6abc7d4556b3b071" providerId="LiveId" clId="{C968DFF7-75EA-425C-B744-BCB0C5DAAF5B}" dt="2023-08-12T09:11:28.593" v="9798" actId="20577"/>
          <ac:spMkLst>
            <pc:docMk/>
            <pc:sldMk cId="2653031371" sldId="2560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09.588" v="4753"/>
          <ac:spMkLst>
            <pc:docMk/>
            <pc:sldMk cId="2653031371" sldId="2560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3737636412" sldId="2560"/>
        </pc:sldMkLst>
      </pc:sldChg>
      <pc:sldChg chg="modSp add mod modAnim">
        <pc:chgData name="Owais Ahmed" userId="6abc7d4556b3b071" providerId="LiveId" clId="{C968DFF7-75EA-425C-B744-BCB0C5DAAF5B}" dt="2023-08-12T06:36:12.503" v="4754"/>
        <pc:sldMkLst>
          <pc:docMk/>
          <pc:sldMk cId="224988690" sldId="2561"/>
        </pc:sldMkLst>
        <pc:spChg chg="mod">
          <ac:chgData name="Owais Ahmed" userId="6abc7d4556b3b071" providerId="LiveId" clId="{C968DFF7-75EA-425C-B744-BCB0C5DAAF5B}" dt="2023-08-12T06:35:37.622" v="4734" actId="20577"/>
          <ac:spMkLst>
            <pc:docMk/>
            <pc:sldMk cId="224988690" sldId="2561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09:00.084" v="4657" actId="20577"/>
          <ac:spMkLst>
            <pc:docMk/>
            <pc:sldMk cId="224988690" sldId="2561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6:36:12.503" v="4754"/>
          <ac:spMkLst>
            <pc:docMk/>
            <pc:sldMk cId="224988690" sldId="2561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476977656" sldId="2561"/>
        </pc:sldMkLst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305422422" sldId="2562"/>
        </pc:sldMkLst>
      </pc:sldChg>
      <pc:sldChg chg="modSp add mod ord modAnim">
        <pc:chgData name="Owais Ahmed" userId="6abc7d4556b3b071" providerId="LiveId" clId="{C968DFF7-75EA-425C-B744-BCB0C5DAAF5B}" dt="2023-08-12T09:11:47.294" v="9808" actId="20577"/>
        <pc:sldMkLst>
          <pc:docMk/>
          <pc:sldMk cId="3132273384" sldId="2562"/>
        </pc:sldMkLst>
        <pc:spChg chg="mod">
          <ac:chgData name="Owais Ahmed" userId="6abc7d4556b3b071" providerId="LiveId" clId="{C968DFF7-75EA-425C-B744-BCB0C5DAAF5B}" dt="2023-08-12T09:11:47.294" v="9808" actId="20577"/>
          <ac:spMkLst>
            <pc:docMk/>
            <pc:sldMk cId="3132273384" sldId="2562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6:36:56.583" v="4776" actId="20577"/>
          <ac:spMkLst>
            <pc:docMk/>
            <pc:sldMk cId="3132273384" sldId="2562"/>
            <ac:spMk id="215" creationId="{00000000-0000-0000-0000-000000000000}"/>
          </ac:spMkLst>
        </pc:spChg>
      </pc:sldChg>
      <pc:sldChg chg="add del">
        <pc:chgData name="Owais Ahmed" userId="6abc7d4556b3b071" providerId="LiveId" clId="{C968DFF7-75EA-425C-B744-BCB0C5DAAF5B}" dt="2023-08-12T07:06:03.737" v="5850" actId="2890"/>
        <pc:sldMkLst>
          <pc:docMk/>
          <pc:sldMk cId="1002625637" sldId="2563"/>
        </pc:sldMkLst>
      </pc:sldChg>
      <pc:sldChg chg="delSp modSp add mod ord delAnim modAnim">
        <pc:chgData name="Owais Ahmed" userId="6abc7d4556b3b071" providerId="LiveId" clId="{C968DFF7-75EA-425C-B744-BCB0C5DAAF5B}" dt="2023-08-12T07:11:02.119" v="6177" actId="20577"/>
        <pc:sldMkLst>
          <pc:docMk/>
          <pc:sldMk cId="3330436801" sldId="2563"/>
        </pc:sldMkLst>
        <pc:spChg chg="mod">
          <ac:chgData name="Owais Ahmed" userId="6abc7d4556b3b071" providerId="LiveId" clId="{C968DFF7-75EA-425C-B744-BCB0C5DAAF5B}" dt="2023-08-12T07:11:02.119" v="6177" actId="20577"/>
          <ac:spMkLst>
            <pc:docMk/>
            <pc:sldMk cId="3330436801" sldId="2563"/>
            <ac:spMk id="3" creationId="{4A1C0383-58FE-E486-295E-B33B8683B938}"/>
          </ac:spMkLst>
        </pc:spChg>
        <pc:spChg chg="del">
          <ac:chgData name="Owais Ahmed" userId="6abc7d4556b3b071" providerId="LiveId" clId="{C968DFF7-75EA-425C-B744-BCB0C5DAAF5B}" dt="2023-08-12T07:08:41.884" v="6053" actId="478"/>
          <ac:spMkLst>
            <pc:docMk/>
            <pc:sldMk cId="3330436801" sldId="2563"/>
            <ac:spMk id="4" creationId="{B7B67BB1-5AC3-71FA-0F19-C2981501A864}"/>
          </ac:spMkLst>
        </pc:spChg>
        <pc:spChg chg="mod">
          <ac:chgData name="Owais Ahmed" userId="6abc7d4556b3b071" providerId="LiveId" clId="{C968DFF7-75EA-425C-B744-BCB0C5DAAF5B}" dt="2023-08-12T07:06:11.255" v="5854"/>
          <ac:spMkLst>
            <pc:docMk/>
            <pc:sldMk cId="3330436801" sldId="2563"/>
            <ac:spMk id="215" creationId="{00000000-0000-0000-0000-000000000000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4071666753" sldId="2563"/>
        </pc:sldMkLst>
      </pc:sldChg>
      <pc:sldChg chg="addSp modSp add mod ord modAnim">
        <pc:chgData name="Owais Ahmed" userId="6abc7d4556b3b071" providerId="LiveId" clId="{C968DFF7-75EA-425C-B744-BCB0C5DAAF5B}" dt="2023-08-12T07:24:48.262" v="6978"/>
        <pc:sldMkLst>
          <pc:docMk/>
          <pc:sldMk cId="1325755899" sldId="2564"/>
        </pc:sldMkLst>
        <pc:spChg chg="mod">
          <ac:chgData name="Owais Ahmed" userId="6abc7d4556b3b071" providerId="LiveId" clId="{C968DFF7-75EA-425C-B744-BCB0C5DAAF5B}" dt="2023-08-12T07:23:57.929" v="6972" actId="27636"/>
          <ac:spMkLst>
            <pc:docMk/>
            <pc:sldMk cId="1325755899" sldId="2564"/>
            <ac:spMk id="3" creationId="{4A1C0383-58FE-E486-295E-B33B8683B938}"/>
          </ac:spMkLst>
        </pc:spChg>
        <pc:graphicFrameChg chg="add mod modGraphic">
          <ac:chgData name="Owais Ahmed" userId="6abc7d4556b3b071" providerId="LiveId" clId="{C968DFF7-75EA-425C-B744-BCB0C5DAAF5B}" dt="2023-08-12T07:22:24.582" v="6820" actId="20577"/>
          <ac:graphicFrameMkLst>
            <pc:docMk/>
            <pc:sldMk cId="1325755899" sldId="2564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526141006" sldId="2564"/>
        </pc:sldMkLst>
      </pc:sldChg>
      <pc:sldChg chg="modSp add mod ord modAnim">
        <pc:chgData name="Owais Ahmed" userId="6abc7d4556b3b071" providerId="LiveId" clId="{C968DFF7-75EA-425C-B744-BCB0C5DAAF5B}" dt="2023-08-12T09:14:41.906" v="10182" actId="20577"/>
        <pc:sldMkLst>
          <pc:docMk/>
          <pc:sldMk cId="2136095335" sldId="2565"/>
        </pc:sldMkLst>
        <pc:spChg chg="mod">
          <ac:chgData name="Owais Ahmed" userId="6abc7d4556b3b071" providerId="LiveId" clId="{C968DFF7-75EA-425C-B744-BCB0C5DAAF5B}" dt="2023-08-12T09:14:41.906" v="10182" actId="20577"/>
          <ac:spMkLst>
            <pc:docMk/>
            <pc:sldMk cId="2136095335" sldId="2565"/>
            <ac:spMk id="3" creationId="{4A1C0383-58FE-E486-295E-B33B8683B938}"/>
          </ac:spMkLst>
        </pc:sp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2724244378" sldId="2565"/>
        </pc:sldMkLst>
      </pc:sldChg>
      <pc:sldChg chg="modSp add mod modAnim">
        <pc:chgData name="Owais Ahmed" userId="6abc7d4556b3b071" providerId="LiveId" clId="{C968DFF7-75EA-425C-B744-BCB0C5DAAF5B}" dt="2023-08-22T05:24:27.373" v="14616" actId="20577"/>
        <pc:sldMkLst>
          <pc:docMk/>
          <pc:sldMk cId="786819306" sldId="2566"/>
        </pc:sldMkLst>
        <pc:spChg chg="mod">
          <ac:chgData name="Owais Ahmed" userId="6abc7d4556b3b071" providerId="LiveId" clId="{C968DFF7-75EA-425C-B744-BCB0C5DAAF5B}" dt="2023-08-22T05:24:27.373" v="14616" actId="20577"/>
          <ac:spMkLst>
            <pc:docMk/>
            <pc:sldMk cId="786819306" sldId="256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7:46:30.069" v="7642"/>
          <ac:spMkLst>
            <pc:docMk/>
            <pc:sldMk cId="786819306" sldId="2566"/>
            <ac:spMk id="215" creationId="{00000000-0000-0000-0000-000000000000}"/>
          </ac:spMkLst>
        </pc:spChg>
        <pc:graphicFrameChg chg="mod">
          <ac:chgData name="Owais Ahmed" userId="6abc7d4556b3b071" providerId="LiveId" clId="{C968DFF7-75EA-425C-B744-BCB0C5DAAF5B}" dt="2023-08-12T08:59:04.793" v="9284" actId="14100"/>
          <ac:graphicFrameMkLst>
            <pc:docMk/>
            <pc:sldMk cId="786819306" sldId="2566"/>
            <ac:graphicFrameMk id="4" creationId="{470FE530-96B6-F32D-DB03-8A3AD4A9FC11}"/>
          </ac:graphicFrameMkLst>
        </pc:graphicFrameChg>
      </pc:sldChg>
      <pc:sldChg chg="del">
        <pc:chgData name="Owais Ahmed" userId="6abc7d4556b3b071" providerId="LiveId" clId="{C968DFF7-75EA-425C-B744-BCB0C5DAAF5B}" dt="2023-08-10T07:32:53.252" v="813" actId="47"/>
        <pc:sldMkLst>
          <pc:docMk/>
          <pc:sldMk cId="1651103511" sldId="2566"/>
        </pc:sldMkLst>
      </pc:sldChg>
      <pc:sldChg chg="addSp delSp modSp add del mod delAnim modAnim">
        <pc:chgData name="Owais Ahmed" userId="6abc7d4556b3b071" providerId="LiveId" clId="{C968DFF7-75EA-425C-B744-BCB0C5DAAF5B}" dt="2023-08-12T09:14:27.406" v="10159" actId="47"/>
        <pc:sldMkLst>
          <pc:docMk/>
          <pc:sldMk cId="3245370810" sldId="2567"/>
        </pc:sldMkLst>
        <pc:spChg chg="del mod">
          <ac:chgData name="Owais Ahmed" userId="6abc7d4556b3b071" providerId="LiveId" clId="{C968DFF7-75EA-425C-B744-BCB0C5DAAF5B}" dt="2023-08-12T08:20:05.309" v="8839" actId="478"/>
          <ac:spMkLst>
            <pc:docMk/>
            <pc:sldMk cId="3245370810" sldId="2567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8:08:55.843" v="8402" actId="478"/>
          <ac:graphicFrameMkLst>
            <pc:docMk/>
            <pc:sldMk cId="3245370810" sldId="2567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12T08:35:22.659" v="8994" actId="20577"/>
          <ac:graphicFrameMkLst>
            <pc:docMk/>
            <pc:sldMk cId="3245370810" sldId="2567"/>
            <ac:graphicFrameMk id="5" creationId="{36965A2B-CEE7-7D30-D082-EC333F06B3C1}"/>
          </ac:graphicFrameMkLst>
        </pc:graphicFrameChg>
      </pc:sldChg>
      <pc:sldChg chg="addSp delSp modSp add mod ord delAnim modAnim">
        <pc:chgData name="Owais Ahmed" userId="6abc7d4556b3b071" providerId="LiveId" clId="{C968DFF7-75EA-425C-B744-BCB0C5DAAF5B}" dt="2023-08-22T05:20:01.020" v="14599" actId="20577"/>
        <pc:sldMkLst>
          <pc:docMk/>
          <pc:sldMk cId="1120982729" sldId="2568"/>
        </pc:sldMkLst>
        <pc:spChg chg="mod">
          <ac:chgData name="Owais Ahmed" userId="6abc7d4556b3b071" providerId="LiveId" clId="{C968DFF7-75EA-425C-B744-BCB0C5DAAF5B}" dt="2023-08-22T05:20:01.020" v="14599" actId="20577"/>
          <ac:spMkLst>
            <pc:docMk/>
            <pc:sldMk cId="1120982729" sldId="2568"/>
            <ac:spMk id="3" creationId="{4A1C0383-58FE-E486-295E-B33B8683B938}"/>
          </ac:spMkLst>
        </pc:spChg>
        <pc:graphicFrameChg chg="del">
          <ac:chgData name="Owais Ahmed" userId="6abc7d4556b3b071" providerId="LiveId" clId="{C968DFF7-75EA-425C-B744-BCB0C5DAAF5B}" dt="2023-08-12T09:00:31.696" v="9379" actId="478"/>
          <ac:graphicFrameMkLst>
            <pc:docMk/>
            <pc:sldMk cId="1120982729" sldId="2568"/>
            <ac:graphicFrameMk id="4" creationId="{470FE530-96B6-F32D-DB03-8A3AD4A9FC11}"/>
          </ac:graphicFrameMkLst>
        </pc:graphicFrameChg>
        <pc:graphicFrameChg chg="add mod modGraphic">
          <ac:chgData name="Owais Ahmed" userId="6abc7d4556b3b071" providerId="LiveId" clId="{C968DFF7-75EA-425C-B744-BCB0C5DAAF5B}" dt="2023-08-22T05:19:14.829" v="14584" actId="20577"/>
          <ac:graphicFrameMkLst>
            <pc:docMk/>
            <pc:sldMk cId="1120982729" sldId="2568"/>
            <ac:graphicFrameMk id="5" creationId="{BFA60DA0-D07A-C618-2EA1-A0FF7834D862}"/>
          </ac:graphicFrameMkLst>
        </pc:graphicFrameChg>
      </pc:sldChg>
      <pc:sldChg chg="addSp modSp add mod modAnim">
        <pc:chgData name="Owais Ahmed" userId="6abc7d4556b3b071" providerId="LiveId" clId="{C968DFF7-75EA-425C-B744-BCB0C5DAAF5B}" dt="2023-08-12T09:45:33.135" v="10763"/>
        <pc:sldMkLst>
          <pc:docMk/>
          <pc:sldMk cId="3259772413" sldId="2569"/>
        </pc:sldMkLst>
        <pc:spChg chg="mod">
          <ac:chgData name="Owais Ahmed" userId="6abc7d4556b3b071" providerId="LiveId" clId="{C968DFF7-75EA-425C-B744-BCB0C5DAAF5B}" dt="2023-08-12T09:44:03.586" v="10762" actId="20577"/>
          <ac:spMkLst>
            <pc:docMk/>
            <pc:sldMk cId="3259772413" sldId="2569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2T09:34:38.280" v="10372" actId="20577"/>
          <ac:spMkLst>
            <pc:docMk/>
            <pc:sldMk cId="3259772413" sldId="2569"/>
            <ac:spMk id="215" creationId="{00000000-0000-0000-0000-000000000000}"/>
          </ac:spMkLst>
        </pc:spChg>
        <pc:picChg chg="add mod">
          <ac:chgData name="Owais Ahmed" userId="6abc7d4556b3b071" providerId="LiveId" clId="{C968DFF7-75EA-425C-B744-BCB0C5DAAF5B}" dt="2023-08-12T09:40:39.156" v="10383" actId="1076"/>
          <ac:picMkLst>
            <pc:docMk/>
            <pc:sldMk cId="3259772413" sldId="2569"/>
            <ac:picMk id="1026" creationId="{42AF2C7F-91B5-0078-348B-344199808F7C}"/>
          </ac:picMkLst>
        </pc:picChg>
      </pc:sldChg>
      <pc:sldChg chg="modSp add mod ord modAnim">
        <pc:chgData name="Owais Ahmed" userId="6abc7d4556b3b071" providerId="LiveId" clId="{C968DFF7-75EA-425C-B744-BCB0C5DAAF5B}" dt="2023-08-15T09:51:48.117" v="11063" actId="14"/>
        <pc:sldMkLst>
          <pc:docMk/>
          <pc:sldMk cId="345547534" sldId="2570"/>
        </pc:sldMkLst>
        <pc:spChg chg="mod">
          <ac:chgData name="Owais Ahmed" userId="6abc7d4556b3b071" providerId="LiveId" clId="{C968DFF7-75EA-425C-B744-BCB0C5DAAF5B}" dt="2023-08-15T09:51:48.117" v="11063" actId="14"/>
          <ac:spMkLst>
            <pc:docMk/>
            <pc:sldMk cId="345547534" sldId="2570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5T09:44:34.348" v="10767"/>
          <ac:spMkLst>
            <pc:docMk/>
            <pc:sldMk cId="345547534" sldId="257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C968DFF7-75EA-425C-B744-BCB0C5DAAF5B}" dt="2023-08-15T10:00:46.572" v="11700" actId="20577"/>
        <pc:sldMkLst>
          <pc:docMk/>
          <pc:sldMk cId="2705189823" sldId="2571"/>
        </pc:sldMkLst>
        <pc:spChg chg="mod">
          <ac:chgData name="Owais Ahmed" userId="6abc7d4556b3b071" providerId="LiveId" clId="{C968DFF7-75EA-425C-B744-BCB0C5DAAF5B}" dt="2023-08-15T10:00:46.572" v="11700" actId="20577"/>
          <ac:spMkLst>
            <pc:docMk/>
            <pc:sldMk cId="2705189823" sldId="257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C968DFF7-75EA-425C-B744-BCB0C5DAAF5B}" dt="2023-08-15T10:05:01.351" v="11970" actId="20577"/>
        <pc:sldMkLst>
          <pc:docMk/>
          <pc:sldMk cId="195981011" sldId="2572"/>
        </pc:sldMkLst>
        <pc:spChg chg="mod">
          <ac:chgData name="Owais Ahmed" userId="6abc7d4556b3b071" providerId="LiveId" clId="{C968DFF7-75EA-425C-B744-BCB0C5DAAF5B}" dt="2023-08-15T10:05:01.351" v="11970" actId="20577"/>
          <ac:spMkLst>
            <pc:docMk/>
            <pc:sldMk cId="195981011" sldId="2572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C968DFF7-75EA-425C-B744-BCB0C5DAAF5B}" dt="2023-08-15T10:13:04.845" v="12283" actId="20577"/>
        <pc:sldMkLst>
          <pc:docMk/>
          <pc:sldMk cId="3050182891" sldId="2573"/>
        </pc:sldMkLst>
        <pc:spChg chg="mod">
          <ac:chgData name="Owais Ahmed" userId="6abc7d4556b3b071" providerId="LiveId" clId="{C968DFF7-75EA-425C-B744-BCB0C5DAAF5B}" dt="2023-08-15T10:13:04.845" v="12283" actId="20577"/>
          <ac:spMkLst>
            <pc:docMk/>
            <pc:sldMk cId="3050182891" sldId="2573"/>
            <ac:spMk id="3" creationId="{4A1C0383-58FE-E486-295E-B33B8683B938}"/>
          </ac:spMkLst>
        </pc:spChg>
        <pc:graphicFrameChg chg="add mod">
          <ac:chgData name="Owais Ahmed" userId="6abc7d4556b3b071" providerId="LiveId" clId="{C968DFF7-75EA-425C-B744-BCB0C5DAAF5B}" dt="2023-08-15T10:11:55.153" v="12136" actId="20577"/>
          <ac:graphicFrameMkLst>
            <pc:docMk/>
            <pc:sldMk cId="3050182891" sldId="2573"/>
            <ac:graphicFrameMk id="4" creationId="{C81BC664-E37E-13F8-234B-D249AAD10D5C}"/>
          </ac:graphicFrameMkLst>
        </pc:graphicFrameChg>
      </pc:sldChg>
      <pc:sldChg chg="modSp add mod modAnim">
        <pc:chgData name="Owais Ahmed" userId="6abc7d4556b3b071" providerId="LiveId" clId="{C968DFF7-75EA-425C-B744-BCB0C5DAAF5B}" dt="2023-08-15T10:17:13.250" v="12496" actId="20577"/>
        <pc:sldMkLst>
          <pc:docMk/>
          <pc:sldMk cId="1651692435" sldId="2574"/>
        </pc:sldMkLst>
        <pc:spChg chg="mod">
          <ac:chgData name="Owais Ahmed" userId="6abc7d4556b3b071" providerId="LiveId" clId="{C968DFF7-75EA-425C-B744-BCB0C5DAAF5B}" dt="2023-08-15T10:17:13.250" v="12496" actId="20577"/>
          <ac:spMkLst>
            <pc:docMk/>
            <pc:sldMk cId="1651692435" sldId="2574"/>
            <ac:spMk id="3" creationId="{4A1C0383-58FE-E486-295E-B33B8683B938}"/>
          </ac:spMkLst>
        </pc:spChg>
        <pc:graphicFrameChg chg="mod">
          <ac:chgData name="Owais Ahmed" userId="6abc7d4556b3b071" providerId="LiveId" clId="{C968DFF7-75EA-425C-B744-BCB0C5DAAF5B}" dt="2023-08-15T10:16:56.236" v="12441" actId="14100"/>
          <ac:graphicFrameMkLst>
            <pc:docMk/>
            <pc:sldMk cId="1651692435" sldId="2574"/>
            <ac:graphicFrameMk id="4" creationId="{C81BC664-E37E-13F8-234B-D249AAD10D5C}"/>
          </ac:graphicFrameMkLst>
        </pc:graphicFrameChg>
      </pc:sldChg>
      <pc:sldChg chg="modSp add ord modAnim">
        <pc:chgData name="Owais Ahmed" userId="6abc7d4556b3b071" providerId="LiveId" clId="{C968DFF7-75EA-425C-B744-BCB0C5DAAF5B}" dt="2023-08-15T10:32:26.894" v="12723" actId="20577"/>
        <pc:sldMkLst>
          <pc:docMk/>
          <pc:sldMk cId="1638662693" sldId="2575"/>
        </pc:sldMkLst>
        <pc:spChg chg="mod">
          <ac:chgData name="Owais Ahmed" userId="6abc7d4556b3b071" providerId="LiveId" clId="{C968DFF7-75EA-425C-B744-BCB0C5DAAF5B}" dt="2023-08-15T10:32:26.894" v="12723" actId="20577"/>
          <ac:spMkLst>
            <pc:docMk/>
            <pc:sldMk cId="1638662693" sldId="2575"/>
            <ac:spMk id="3" creationId="{4A1C0383-58FE-E486-295E-B33B8683B938}"/>
          </ac:spMkLst>
        </pc:spChg>
      </pc:sldChg>
      <pc:sldChg chg="modSp add mod ord modAnim">
        <pc:chgData name="Owais Ahmed" userId="6abc7d4556b3b071" providerId="LiveId" clId="{C968DFF7-75EA-425C-B744-BCB0C5DAAF5B}" dt="2023-08-17T09:45:10.401" v="13371" actId="20577"/>
        <pc:sldMkLst>
          <pc:docMk/>
          <pc:sldMk cId="3849819283" sldId="2576"/>
        </pc:sldMkLst>
        <pc:spChg chg="mod">
          <ac:chgData name="Owais Ahmed" userId="6abc7d4556b3b071" providerId="LiveId" clId="{C968DFF7-75EA-425C-B744-BCB0C5DAAF5B}" dt="2023-08-17T09:45:10.401" v="13371" actId="20577"/>
          <ac:spMkLst>
            <pc:docMk/>
            <pc:sldMk cId="3849819283" sldId="2576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09:38:10.288" v="12765" actId="20577"/>
          <ac:spMkLst>
            <pc:docMk/>
            <pc:sldMk cId="3849819283" sldId="2576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C968DFF7-75EA-425C-B744-BCB0C5DAAF5B}" dt="2023-08-17T10:37:47.631" v="14482" actId="20577"/>
        <pc:sldMkLst>
          <pc:docMk/>
          <pc:sldMk cId="2362627110" sldId="2577"/>
        </pc:sldMkLst>
        <pc:spChg chg="mod">
          <ac:chgData name="Owais Ahmed" userId="6abc7d4556b3b071" providerId="LiveId" clId="{C968DFF7-75EA-425C-B744-BCB0C5DAAF5B}" dt="2023-08-17T10:37:10.830" v="14373" actId="20577"/>
          <ac:spMkLst>
            <pc:docMk/>
            <pc:sldMk cId="2362627110" sldId="2577"/>
            <ac:spMk id="3" creationId="{4A1C0383-58FE-E486-295E-B33B8683B938}"/>
          </ac:spMkLst>
        </pc:spChg>
      </pc:sldChg>
      <pc:sldChg chg="modSp add del mod ord modAnim">
        <pc:chgData name="Owais Ahmed" userId="6abc7d4556b3b071" providerId="LiveId" clId="{C968DFF7-75EA-425C-B744-BCB0C5DAAF5B}" dt="2023-08-17T10:52:29.991" v="14501" actId="47"/>
        <pc:sldMkLst>
          <pc:docMk/>
          <pc:sldMk cId="4012157935" sldId="2578"/>
        </pc:sldMkLst>
        <pc:spChg chg="mod">
          <ac:chgData name="Owais Ahmed" userId="6abc7d4556b3b071" providerId="LiveId" clId="{C968DFF7-75EA-425C-B744-BCB0C5DAAF5B}" dt="2023-08-17T10:38:24.602" v="14500" actId="20577"/>
          <ac:spMkLst>
            <pc:docMk/>
            <pc:sldMk cId="4012157935" sldId="2578"/>
            <ac:spMk id="3" creationId="{4A1C0383-58FE-E486-295E-B33B8683B938}"/>
          </ac:spMkLst>
        </pc:spChg>
        <pc:spChg chg="mod">
          <ac:chgData name="Owais Ahmed" userId="6abc7d4556b3b071" providerId="LiveId" clId="{C968DFF7-75EA-425C-B744-BCB0C5DAAF5B}" dt="2023-08-17T10:38:20.557" v="14497" actId="20577"/>
          <ac:spMkLst>
            <pc:docMk/>
            <pc:sldMk cId="4012157935" sldId="2578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FC71800D-6C77-4311-91CC-2C226E46ADC8}"/>
    <pc:docChg chg="undo custSel addSld delSld modSld">
      <pc:chgData name="Owais Ahmed" userId="6abc7d4556b3b071" providerId="LiveId" clId="{FC71800D-6C77-4311-91CC-2C226E46ADC8}" dt="2023-08-04T14:26:40.459" v="1001" actId="20577"/>
      <pc:docMkLst>
        <pc:docMk/>
      </pc:docMkLst>
      <pc:sldChg chg="modSp">
        <pc:chgData name="Owais Ahmed" userId="6abc7d4556b3b071" providerId="LiveId" clId="{FC71800D-6C77-4311-91CC-2C226E46ADC8}" dt="2023-08-04T14:20:09.761" v="145" actId="20577"/>
        <pc:sldMkLst>
          <pc:docMk/>
          <pc:sldMk cId="3909667495" sldId="2558"/>
        </pc:sldMkLst>
        <pc:spChg chg="mod">
          <ac:chgData name="Owais Ahmed" userId="6abc7d4556b3b071" providerId="LiveId" clId="{FC71800D-6C77-4311-91CC-2C226E46ADC8}" dt="2023-08-04T14:20:09.761" v="145" actId="20577"/>
          <ac:spMkLst>
            <pc:docMk/>
            <pc:sldMk cId="3909667495" sldId="255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FC71800D-6C77-4311-91CC-2C226E46ADC8}" dt="2023-08-04T14:18:33.439" v="28" actId="47"/>
        <pc:sldMkLst>
          <pc:docMk/>
          <pc:sldMk cId="1343035549" sldId="2561"/>
        </pc:sldMkLst>
        <pc:spChg chg="mod">
          <ac:chgData name="Owais Ahmed" userId="6abc7d4556b3b071" providerId="LiveId" clId="{FC71800D-6C77-4311-91CC-2C226E46ADC8}" dt="2023-08-04T14:18:12.783" v="26" actId="20577"/>
          <ac:spMkLst>
            <pc:docMk/>
            <pc:sldMk cId="1343035549" sldId="2561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7:25.517" v="2" actId="20577"/>
          <ac:spMkLst>
            <pc:docMk/>
            <pc:sldMk cId="1343035549" sldId="2561"/>
            <ac:spMk id="215" creationId="{00000000-0000-0000-0000-000000000000}"/>
          </ac:spMkLst>
        </pc:spChg>
      </pc:sldChg>
      <pc:sldChg chg="modSp add mod addAnim delAnim modAnim">
        <pc:chgData name="Owais Ahmed" userId="6abc7d4556b3b071" providerId="LiveId" clId="{FC71800D-6C77-4311-91CC-2C226E46ADC8}" dt="2023-08-04T14:23:09.607" v="525" actId="14100"/>
        <pc:sldMkLst>
          <pc:docMk/>
          <pc:sldMk cId="1835063850" sldId="2562"/>
        </pc:sldMkLst>
        <pc:spChg chg="mod">
          <ac:chgData name="Owais Ahmed" userId="6abc7d4556b3b071" providerId="LiveId" clId="{FC71800D-6C77-4311-91CC-2C226E46ADC8}" dt="2023-08-04T14:23:09.607" v="525" actId="14100"/>
          <ac:spMkLst>
            <pc:docMk/>
            <pc:sldMk cId="1835063850" sldId="2562"/>
            <ac:spMk id="3" creationId="{4A1C0383-58FE-E486-295E-B33B8683B938}"/>
          </ac:spMkLst>
        </pc:spChg>
        <pc:spChg chg="mod">
          <ac:chgData name="Owais Ahmed" userId="6abc7d4556b3b071" providerId="LiveId" clId="{FC71800D-6C77-4311-91CC-2C226E46ADC8}" dt="2023-08-04T14:18:37.746" v="29" actId="20577"/>
          <ac:spMkLst>
            <pc:docMk/>
            <pc:sldMk cId="1835063850" sldId="2562"/>
            <ac:spMk id="215" creationId="{00000000-0000-0000-0000-000000000000}"/>
          </ac:spMkLst>
        </pc:spChg>
        <pc:graphicFrameChg chg="mod modGraphic">
          <ac:chgData name="Owais Ahmed" userId="6abc7d4556b3b071" providerId="LiveId" clId="{FC71800D-6C77-4311-91CC-2C226E46ADC8}" dt="2023-08-04T14:19:42.253" v="124"/>
          <ac:graphicFrameMkLst>
            <pc:docMk/>
            <pc:sldMk cId="1835063850" sldId="2562"/>
            <ac:graphicFrameMk id="5" creationId="{C244DA9B-A3BA-1738-3D3E-32FF339EF18B}"/>
          </ac:graphicFrameMkLst>
        </pc:graphicFrameChg>
      </pc:sldChg>
      <pc:sldChg chg="modSp add mod modAnim">
        <pc:chgData name="Owais Ahmed" userId="6abc7d4556b3b071" providerId="LiveId" clId="{FC71800D-6C77-4311-91CC-2C226E46ADC8}" dt="2023-08-04T14:26:40.459" v="1001" actId="20577"/>
        <pc:sldMkLst>
          <pc:docMk/>
          <pc:sldMk cId="150925741" sldId="2563"/>
        </pc:sldMkLst>
        <pc:spChg chg="mod">
          <ac:chgData name="Owais Ahmed" userId="6abc7d4556b3b071" providerId="LiveId" clId="{FC71800D-6C77-4311-91CC-2C226E46ADC8}" dt="2023-08-04T14:26:40.459" v="1001" actId="20577"/>
          <ac:spMkLst>
            <pc:docMk/>
            <pc:sldMk cId="150925741" sldId="2563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81CA97F3-07D4-40E2-83B8-88E50E57682F}"/>
    <pc:docChg chg="undo custSel addSld modSld">
      <pc:chgData name="Owais Ahmed" userId="6abc7d4556b3b071" providerId="LiveId" clId="{81CA97F3-07D4-40E2-83B8-88E50E57682F}" dt="2023-12-06T12:06:57.685" v="951" actId="1076"/>
      <pc:docMkLst>
        <pc:docMk/>
      </pc:docMkLst>
      <pc:sldChg chg="modSp mod">
        <pc:chgData name="Owais Ahmed" userId="6abc7d4556b3b071" providerId="LiveId" clId="{81CA97F3-07D4-40E2-83B8-88E50E57682F}" dt="2023-12-06T11:06:14.589" v="82" actId="20577"/>
        <pc:sldMkLst>
          <pc:docMk/>
          <pc:sldMk cId="1649098948" sldId="2462"/>
        </pc:sldMkLst>
        <pc:spChg chg="mod">
          <ac:chgData name="Owais Ahmed" userId="6abc7d4556b3b071" providerId="LiveId" clId="{81CA97F3-07D4-40E2-83B8-88E50E57682F}" dt="2023-12-06T11:06:14.589" v="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">
        <pc:chgData name="Owais Ahmed" userId="6abc7d4556b3b071" providerId="LiveId" clId="{81CA97F3-07D4-40E2-83B8-88E50E57682F}" dt="2023-12-06T11:03:52.377" v="0"/>
        <pc:sldMkLst>
          <pc:docMk/>
          <pc:sldMk cId="146856052" sldId="2503"/>
        </pc:sldMkLst>
        <pc:spChg chg="mod">
          <ac:chgData name="Owais Ahmed" userId="6abc7d4556b3b071" providerId="LiveId" clId="{81CA97F3-07D4-40E2-83B8-88E50E57682F}" dt="2023-12-06T11:03:52.377" v="0"/>
          <ac:spMkLst>
            <pc:docMk/>
            <pc:sldMk cId="146856052" sldId="2503"/>
            <ac:spMk id="9" creationId="{79DC1498-E692-42BA-B69F-6D37E6CFACA0}"/>
          </ac:spMkLst>
        </pc:spChg>
      </pc:sldChg>
      <pc:sldChg chg="modSp mod modAnim">
        <pc:chgData name="Owais Ahmed" userId="6abc7d4556b3b071" providerId="LiveId" clId="{81CA97F3-07D4-40E2-83B8-88E50E57682F}" dt="2023-12-06T11:12:21.775" v="500" actId="20577"/>
        <pc:sldMkLst>
          <pc:docMk/>
          <pc:sldMk cId="296501705" sldId="2557"/>
        </pc:sldMkLst>
        <pc:spChg chg="mod">
          <ac:chgData name="Owais Ahmed" userId="6abc7d4556b3b071" providerId="LiveId" clId="{81CA97F3-07D4-40E2-83B8-88E50E57682F}" dt="2023-12-06T11:12:21.775" v="50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1CA97F3-07D4-40E2-83B8-88E50E57682F}" dt="2023-12-06T11:07:21.277" v="94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mod modAnim">
        <pc:chgData name="Owais Ahmed" userId="6abc7d4556b3b071" providerId="LiveId" clId="{81CA97F3-07D4-40E2-83B8-88E50E57682F}" dt="2023-12-06T11:58:37.385" v="850" actId="208"/>
        <pc:sldMkLst>
          <pc:docMk/>
          <pc:sldMk cId="1466069214" sldId="2558"/>
        </pc:sldMkLst>
        <pc:spChg chg="mod">
          <ac:chgData name="Owais Ahmed" userId="6abc7d4556b3b071" providerId="LiveId" clId="{81CA97F3-07D4-40E2-83B8-88E50E57682F}" dt="2023-12-06T11:58:19.285" v="848" actId="20577"/>
          <ac:spMkLst>
            <pc:docMk/>
            <pc:sldMk cId="1466069214" sldId="2558"/>
            <ac:spMk id="3" creationId="{4A1C0383-58FE-E486-295E-B33B8683B938}"/>
          </ac:spMkLst>
        </pc:spChg>
        <pc:picChg chg="add del">
          <ac:chgData name="Owais Ahmed" userId="6abc7d4556b3b071" providerId="LiveId" clId="{81CA97F3-07D4-40E2-83B8-88E50E57682F}" dt="2023-12-06T11:57:47.515" v="798"/>
          <ac:picMkLst>
            <pc:docMk/>
            <pc:sldMk cId="1466069214" sldId="2558"/>
            <ac:picMk id="1026" creationId="{378DF756-400E-2765-321C-97D6B5DD6C16}"/>
          </ac:picMkLst>
        </pc:picChg>
        <pc:picChg chg="add mod">
          <ac:chgData name="Owais Ahmed" userId="6abc7d4556b3b071" providerId="LiveId" clId="{81CA97F3-07D4-40E2-83B8-88E50E57682F}" dt="2023-12-06T11:58:37.385" v="850" actId="208"/>
          <ac:picMkLst>
            <pc:docMk/>
            <pc:sldMk cId="1466069214" sldId="2558"/>
            <ac:picMk id="1028" creationId="{A9BAED3D-52DA-71E5-DE89-364D5D8EB2B1}"/>
          </ac:picMkLst>
        </pc:picChg>
      </pc:sldChg>
      <pc:sldChg chg="addSp delSp modSp add mod delAnim modAnim">
        <pc:chgData name="Owais Ahmed" userId="6abc7d4556b3b071" providerId="LiveId" clId="{81CA97F3-07D4-40E2-83B8-88E50E57682F}" dt="2023-12-06T12:06:57.685" v="951" actId="1076"/>
        <pc:sldMkLst>
          <pc:docMk/>
          <pc:sldMk cId="3128610596" sldId="2573"/>
        </pc:sldMkLst>
        <pc:spChg chg="del mod">
          <ac:chgData name="Owais Ahmed" userId="6abc7d4556b3b071" providerId="LiveId" clId="{81CA97F3-07D4-40E2-83B8-88E50E57682F}" dt="2023-12-06T11:59:20.206" v="935" actId="478"/>
          <ac:spMkLst>
            <pc:docMk/>
            <pc:sldMk cId="3128610596" sldId="2573"/>
            <ac:spMk id="3" creationId="{4A1C0383-58FE-E486-295E-B33B8683B938}"/>
          </ac:spMkLst>
        </pc:spChg>
        <pc:picChg chg="add del mod">
          <ac:chgData name="Owais Ahmed" userId="6abc7d4556b3b071" providerId="LiveId" clId="{81CA97F3-07D4-40E2-83B8-88E50E57682F}" dt="2023-12-06T12:06:53.613" v="950" actId="14100"/>
          <ac:picMkLst>
            <pc:docMk/>
            <pc:sldMk cId="3128610596" sldId="2573"/>
            <ac:picMk id="4" creationId="{0036E5AC-22BC-5688-1C64-C772BA1131FF}"/>
          </ac:picMkLst>
        </pc:picChg>
        <pc:picChg chg="add del">
          <ac:chgData name="Owais Ahmed" userId="6abc7d4556b3b071" providerId="LiveId" clId="{81CA97F3-07D4-40E2-83B8-88E50E57682F}" dt="2023-12-06T12:06:19.965" v="942" actId="22"/>
          <ac:picMkLst>
            <pc:docMk/>
            <pc:sldMk cId="3128610596" sldId="2573"/>
            <ac:picMk id="6" creationId="{4FBDB016-35EE-ECD4-73D0-C52C9FBB61E5}"/>
          </ac:picMkLst>
        </pc:picChg>
        <pc:picChg chg="add del mod">
          <ac:chgData name="Owais Ahmed" userId="6abc7d4556b3b071" providerId="LiveId" clId="{81CA97F3-07D4-40E2-83B8-88E50E57682F}" dt="2023-12-06T12:06:19.692" v="941"/>
          <ac:picMkLst>
            <pc:docMk/>
            <pc:sldMk cId="3128610596" sldId="2573"/>
            <ac:picMk id="7" creationId="{69417AB3-7B8E-C1EA-AEA9-4C94185ACBE3}"/>
          </ac:picMkLst>
        </pc:picChg>
        <pc:picChg chg="add del mod">
          <ac:chgData name="Owais Ahmed" userId="6abc7d4556b3b071" providerId="LiveId" clId="{81CA97F3-07D4-40E2-83B8-88E50E57682F}" dt="2023-12-06T12:06:22.448" v="945"/>
          <ac:picMkLst>
            <pc:docMk/>
            <pc:sldMk cId="3128610596" sldId="2573"/>
            <ac:picMk id="8" creationId="{E505A230-BCFD-2762-41C1-FA72F043F03F}"/>
          </ac:picMkLst>
        </pc:picChg>
        <pc:picChg chg="add mod">
          <ac:chgData name="Owais Ahmed" userId="6abc7d4556b3b071" providerId="LiveId" clId="{81CA97F3-07D4-40E2-83B8-88E50E57682F}" dt="2023-12-06T12:06:57.685" v="951" actId="1076"/>
          <ac:picMkLst>
            <pc:docMk/>
            <pc:sldMk cId="3128610596" sldId="2573"/>
            <ac:picMk id="10" creationId="{E0E9F8CD-10F3-03D2-8E86-7940961D62D4}"/>
          </ac:picMkLst>
        </pc:picChg>
        <pc:picChg chg="del">
          <ac:chgData name="Owais Ahmed" userId="6abc7d4556b3b071" providerId="LiveId" clId="{81CA97F3-07D4-40E2-83B8-88E50E57682F}" dt="2023-12-06T11:58:41.457" v="851" actId="478"/>
          <ac:picMkLst>
            <pc:docMk/>
            <pc:sldMk cId="3128610596" sldId="2573"/>
            <ac:picMk id="1028" creationId="{A9BAED3D-52DA-71E5-DE89-364D5D8EB2B1}"/>
          </ac:picMkLst>
        </pc:picChg>
      </pc:sldChg>
    </pc:docChg>
  </pc:docChgLst>
  <pc:docChgLst>
    <pc:chgData name="Owais Ahmed" userId="6abc7d4556b3b071" providerId="LiveId" clId="{3F06DB97-3AEE-4F7C-A79E-A7936B34F82A}"/>
    <pc:docChg chg="undo redo custSel addSld delSld modSld">
      <pc:chgData name="Owais Ahmed" userId="6abc7d4556b3b071" providerId="LiveId" clId="{3F06DB97-3AEE-4F7C-A79E-A7936B34F82A}" dt="2023-07-31T19:00:13.581" v="6207" actId="20577"/>
      <pc:docMkLst>
        <pc:docMk/>
      </pc:docMkLst>
      <pc:sldChg chg="modSp mod">
        <pc:chgData name="Owais Ahmed" userId="6abc7d4556b3b071" providerId="LiveId" clId="{3F06DB97-3AEE-4F7C-A79E-A7936B34F82A}" dt="2023-07-31T16:16:19.681" v="795" actId="5793"/>
        <pc:sldMkLst>
          <pc:docMk/>
          <pc:sldMk cId="1649098948" sldId="2462"/>
        </pc:sldMkLst>
        <pc:spChg chg="mod">
          <ac:chgData name="Owais Ahmed" userId="6abc7d4556b3b071" providerId="LiveId" clId="{3F06DB97-3AEE-4F7C-A79E-A7936B34F82A}" dt="2023-07-31T16:16:19.681" v="795" actId="5793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3F06DB97-3AEE-4F7C-A79E-A7936B34F82A}" dt="2023-07-30T19:38:46.332" v="178" actId="20577"/>
        <pc:sldMkLst>
          <pc:docMk/>
          <pc:sldMk cId="641030253" sldId="2479"/>
        </pc:sldMkLst>
        <pc:spChg chg="mod">
          <ac:chgData name="Owais Ahmed" userId="6abc7d4556b3b071" providerId="LiveId" clId="{3F06DB97-3AEE-4F7C-A79E-A7936B34F82A}" dt="2023-07-30T19:38:46.332" v="178" actId="20577"/>
          <ac:spMkLst>
            <pc:docMk/>
            <pc:sldMk cId="641030253" sldId="2479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0T19:21:54.092" v="17" actId="20577"/>
          <ac:spMkLst>
            <pc:docMk/>
            <pc:sldMk cId="641030253" sldId="2479"/>
            <ac:spMk id="215" creationId="{00000000-0000-0000-0000-000000000000}"/>
          </ac:spMkLst>
        </pc:spChg>
      </pc:sldChg>
      <pc:sldChg chg="modSp">
        <pc:chgData name="Owais Ahmed" userId="6abc7d4556b3b071" providerId="LiveId" clId="{3F06DB97-3AEE-4F7C-A79E-A7936B34F82A}" dt="2023-07-31T15:38:54.378" v="198" actId="20577"/>
        <pc:sldMkLst>
          <pc:docMk/>
          <pc:sldMk cId="3265271046" sldId="2505"/>
        </pc:sldMkLst>
        <pc:spChg chg="mod">
          <ac:chgData name="Owais Ahmed" userId="6abc7d4556b3b071" providerId="LiveId" clId="{3F06DB97-3AEE-4F7C-A79E-A7936B34F82A}" dt="2023-07-31T15:38:54.378" v="198" actId="20577"/>
          <ac:spMkLst>
            <pc:docMk/>
            <pc:sldMk cId="3265271046" sldId="2505"/>
            <ac:spMk id="3" creationId="{4A1C0383-58FE-E486-295E-B33B8683B938}"/>
          </ac:spMkLst>
        </pc:spChg>
      </pc:sldChg>
      <pc:sldChg chg="addSp delSp modSp mod delAnim modAnim">
        <pc:chgData name="Owais Ahmed" userId="6abc7d4556b3b071" providerId="LiveId" clId="{3F06DB97-3AEE-4F7C-A79E-A7936B34F82A}" dt="2023-07-31T17:09:11.997" v="3624"/>
        <pc:sldMkLst>
          <pc:docMk/>
          <pc:sldMk cId="2519732872" sldId="2507"/>
        </pc:sldMkLst>
        <pc:spChg chg="mod">
          <ac:chgData name="Owais Ahmed" userId="6abc7d4556b3b071" providerId="LiveId" clId="{3F06DB97-3AEE-4F7C-A79E-A7936B34F82A}" dt="2023-07-31T17:08:40.341" v="3621" actId="20577"/>
          <ac:spMkLst>
            <pc:docMk/>
            <pc:sldMk cId="2519732872" sldId="2507"/>
            <ac:spMk id="3" creationId="{4A1C0383-58FE-E486-295E-B33B8683B938}"/>
          </ac:spMkLst>
        </pc:spChg>
        <pc:spChg chg="del mod">
          <ac:chgData name="Owais Ahmed" userId="6abc7d4556b3b071" providerId="LiveId" clId="{3F06DB97-3AEE-4F7C-A79E-A7936B34F82A}" dt="2023-07-31T16:29:51.326" v="1053" actId="478"/>
          <ac:spMkLst>
            <pc:docMk/>
            <pc:sldMk cId="2519732872" sldId="2507"/>
            <ac:spMk id="8" creationId="{9AB7C1F2-3EB6-DA77-8B3B-65D08B85883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9" creationId="{E5AC993B-76BA-F654-B56B-E5FD7D83FAF7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2" creationId="{B38BB637-7CE6-23B3-1F98-7FAB61174179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3" creationId="{A8ED9DCF-25D0-6588-1E53-441A5CD14DC1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4" creationId="{11CD3E41-253F-795A-3CCF-97593D9A7ACC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5" creationId="{F2303079-B932-8839-CD10-B5F3170D384B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6" creationId="{1C1AEA30-0846-62E5-0652-1F8AE3A06456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17" creationId="{F0BBF5CA-3758-1B1E-4267-01BF15F77BE6}"/>
          </ac:spMkLst>
        </pc:spChg>
        <pc:spChg chg="del mod">
          <ac:chgData name="Owais Ahmed" userId="6abc7d4556b3b071" providerId="LiveId" clId="{3F06DB97-3AEE-4F7C-A79E-A7936B34F82A}" dt="2023-07-31T16:29:53.650" v="1054" actId="478"/>
          <ac:spMkLst>
            <pc:docMk/>
            <pc:sldMk cId="2519732872" sldId="2507"/>
            <ac:spMk id="24" creationId="{EE6B6A39-DD51-7E27-3292-E8C6CB7A286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25" creationId="{E31EADB7-0E35-1933-E64C-CB81CADFB1A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0" creationId="{55F1B4C1-5F1C-1B07-F368-C151A0BBFF7A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1" creationId="{F254E49C-FE38-2D8C-0E6D-9575BE82575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2" creationId="{CFC3003E-0DDC-BA36-176E-6D671706AE32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3" creationId="{58685C0D-12DC-8D8F-7618-4C26C7A95BB5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4" creationId="{C7ACFDE5-7047-0E56-1E2E-2B50C10B3BDF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5" creationId="{430EAD92-DB0F-51D7-9F31-BB20A328DD24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6" creationId="{340488C2-8C52-D84F-6549-4DB3CC6C4A58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7" creationId="{E243D26A-1F6B-B25D-D0AC-3EAC4D85DE1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8" creationId="{4FDF2889-A194-E22E-19A0-60E13AF736B0}"/>
          </ac:spMkLst>
        </pc:spChg>
        <pc:spChg chg="mod">
          <ac:chgData name="Owais Ahmed" userId="6abc7d4556b3b071" providerId="LiveId" clId="{3F06DB97-3AEE-4F7C-A79E-A7936B34F82A}" dt="2023-07-31T16:29:42.328" v="1051"/>
          <ac:spMkLst>
            <pc:docMk/>
            <pc:sldMk cId="2519732872" sldId="2507"/>
            <ac:spMk id="39" creationId="{4D8B0B4A-4260-651D-E759-251A0C2B486A}"/>
          </ac:spMkLst>
        </pc:spChg>
        <pc:spChg chg="del mod">
          <ac:chgData name="Owais Ahmed" userId="6abc7d4556b3b071" providerId="LiveId" clId="{3F06DB97-3AEE-4F7C-A79E-A7936B34F82A}" dt="2023-07-31T16:32:06.488" v="1060" actId="478"/>
          <ac:spMkLst>
            <pc:docMk/>
            <pc:sldMk cId="2519732872" sldId="2507"/>
            <ac:spMk id="52" creationId="{6077A936-757D-6859-1D2D-D9238CDB7452}"/>
          </ac:spMkLst>
        </pc:spChg>
        <pc:spChg chg="del mod">
          <ac:chgData name="Owais Ahmed" userId="6abc7d4556b3b071" providerId="LiveId" clId="{3F06DB97-3AEE-4F7C-A79E-A7936B34F82A}" dt="2023-07-31T16:32:04.946" v="1059" actId="478"/>
          <ac:spMkLst>
            <pc:docMk/>
            <pc:sldMk cId="2519732872" sldId="2507"/>
            <ac:spMk id="53" creationId="{CD128CA7-C9B2-0E48-AB2C-83361F37D11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4" creationId="{A9669151-6E8A-28A2-BD3B-E871949F5695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5" creationId="{274A505B-739B-D7E1-C42B-16B9225A147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6" creationId="{B7736C27-97DD-0668-D0F7-FD527C00D85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57" creationId="{6E3CA4F5-A864-65C5-419B-4EDB79314AE4}"/>
          </ac:spMkLst>
        </pc:spChg>
        <pc:spChg chg="mod">
          <ac:chgData name="Owais Ahmed" userId="6abc7d4556b3b071" providerId="LiveId" clId="{3F06DB97-3AEE-4F7C-A79E-A7936B34F82A}" dt="2023-07-31T16:33:38.959" v="1093" actId="20577"/>
          <ac:spMkLst>
            <pc:docMk/>
            <pc:sldMk cId="2519732872" sldId="2507"/>
            <ac:spMk id="58" creationId="{5C3FA14E-BC4B-E3B3-8F00-764331AD752D}"/>
          </ac:spMkLst>
        </pc:spChg>
        <pc:spChg chg="mod">
          <ac:chgData name="Owais Ahmed" userId="6abc7d4556b3b071" providerId="LiveId" clId="{3F06DB97-3AEE-4F7C-A79E-A7936B34F82A}" dt="2023-07-31T16:33:12.874" v="1083" actId="20577"/>
          <ac:spMkLst>
            <pc:docMk/>
            <pc:sldMk cId="2519732872" sldId="2507"/>
            <ac:spMk id="59" creationId="{BC8B03B0-63FE-2C51-A23A-8B052B3D6B98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0" creationId="{2C743A88-FD48-DE9B-D2AB-391728C36AAA}"/>
          </ac:spMkLst>
        </pc:spChg>
        <pc:spChg chg="mod">
          <ac:chgData name="Owais Ahmed" userId="6abc7d4556b3b071" providerId="LiveId" clId="{3F06DB97-3AEE-4F7C-A79E-A7936B34F82A}" dt="2023-07-31T16:33:11.410" v="1082" actId="20577"/>
          <ac:spMkLst>
            <pc:docMk/>
            <pc:sldMk cId="2519732872" sldId="2507"/>
            <ac:spMk id="61" creationId="{9D7738F3-A3F6-3E4E-9227-7EC57AA10E6B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62" creationId="{2F7AE3C0-48E2-ACA4-7769-51DCF905B7F9}"/>
          </ac:spMkLst>
        </pc:spChg>
        <pc:spChg chg="mod">
          <ac:chgData name="Owais Ahmed" userId="6abc7d4556b3b071" providerId="LiveId" clId="{3F06DB97-3AEE-4F7C-A79E-A7936B34F82A}" dt="2023-07-31T16:33:04.210" v="1081" actId="20577"/>
          <ac:spMkLst>
            <pc:docMk/>
            <pc:sldMk cId="2519732872" sldId="2507"/>
            <ac:spMk id="63" creationId="{B5E2493F-C156-319A-5047-19EAC0C27B96}"/>
          </ac:spMkLst>
        </pc:spChg>
        <pc:spChg chg="del mod">
          <ac:chgData name="Owais Ahmed" userId="6abc7d4556b3b071" providerId="LiveId" clId="{3F06DB97-3AEE-4F7C-A79E-A7936B34F82A}" dt="2023-07-31T16:32:10.846" v="1063" actId="478"/>
          <ac:spMkLst>
            <pc:docMk/>
            <pc:sldMk cId="2519732872" sldId="2507"/>
            <ac:spMk id="76" creationId="{0C59E90F-ED03-8781-F34D-F5E49ECAD588}"/>
          </ac:spMkLst>
        </pc:spChg>
        <pc:spChg chg="del mod">
          <ac:chgData name="Owais Ahmed" userId="6abc7d4556b3b071" providerId="LiveId" clId="{3F06DB97-3AEE-4F7C-A79E-A7936B34F82A}" dt="2023-07-31T16:32:12.191" v="1064" actId="478"/>
          <ac:spMkLst>
            <pc:docMk/>
            <pc:sldMk cId="2519732872" sldId="2507"/>
            <ac:spMk id="77" creationId="{42AC8510-A1DF-03B2-F7FF-0B165A4771B9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8" creationId="{42A95E86-0E84-988A-6224-97D58A1AAB0F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79" creationId="{20304F60-9C85-B029-FB74-618C6A042A84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0" creationId="{6FBCDDE6-3EAB-0185-D616-ABE065D45C92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1" creationId="{D475062B-BA9F-0445-E94B-58131CEBA34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2" creationId="{D00C45F0-9257-F070-6329-9B7E6898FA6C}"/>
          </ac:spMkLst>
        </pc:spChg>
        <pc:spChg chg="mod">
          <ac:chgData name="Owais Ahmed" userId="6abc7d4556b3b071" providerId="LiveId" clId="{3F06DB97-3AEE-4F7C-A79E-A7936B34F82A}" dt="2023-07-31T16:33:22.026" v="1086" actId="20577"/>
          <ac:spMkLst>
            <pc:docMk/>
            <pc:sldMk cId="2519732872" sldId="2507"/>
            <ac:spMk id="83" creationId="{2E659818-3944-211E-B668-2B0785B7DCB6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4" creationId="{C3DD49EF-0F53-CFBA-F1C1-D0B1D2537EC8}"/>
          </ac:spMkLst>
        </pc:spChg>
        <pc:spChg chg="mod">
          <ac:chgData name="Owais Ahmed" userId="6abc7d4556b3b071" providerId="LiveId" clId="{3F06DB97-3AEE-4F7C-A79E-A7936B34F82A}" dt="2023-07-31T16:33:20.201" v="1085" actId="20577"/>
          <ac:spMkLst>
            <pc:docMk/>
            <pc:sldMk cId="2519732872" sldId="2507"/>
            <ac:spMk id="85" creationId="{1731F7BA-7AB6-493D-5273-13C3588DF720}"/>
          </ac:spMkLst>
        </pc:spChg>
        <pc:spChg chg="mod">
          <ac:chgData name="Owais Ahmed" userId="6abc7d4556b3b071" providerId="LiveId" clId="{3F06DB97-3AEE-4F7C-A79E-A7936B34F82A}" dt="2023-07-31T16:31:47.109" v="1057"/>
          <ac:spMkLst>
            <pc:docMk/>
            <pc:sldMk cId="2519732872" sldId="2507"/>
            <ac:spMk id="86" creationId="{DD9A93E7-3B94-449C-E38F-C1C3F66D3A9C}"/>
          </ac:spMkLst>
        </pc:spChg>
        <pc:spChg chg="mod">
          <ac:chgData name="Owais Ahmed" userId="6abc7d4556b3b071" providerId="LiveId" clId="{3F06DB97-3AEE-4F7C-A79E-A7936B34F82A}" dt="2023-07-31T16:33:17.386" v="1084" actId="20577"/>
          <ac:spMkLst>
            <pc:docMk/>
            <pc:sldMk cId="2519732872" sldId="2507"/>
            <ac:spMk id="87" creationId="{DA497E0B-E98C-45AC-3C1D-414C2356B7BF}"/>
          </ac:spMkLst>
        </pc:spChg>
        <pc:spChg chg="add del mod">
          <ac:chgData name="Owais Ahmed" userId="6abc7d4556b3b071" providerId="LiveId" clId="{3F06DB97-3AEE-4F7C-A79E-A7936B34F82A}" dt="2023-07-31T16:32:25.012" v="1069"/>
          <ac:spMkLst>
            <pc:docMk/>
            <pc:sldMk cId="2519732872" sldId="2507"/>
            <ac:spMk id="88" creationId="{0507528A-FDE3-DD22-2160-43169E09145D}"/>
          </ac:spMkLst>
        </pc:spChg>
        <pc:spChg chg="add del mod">
          <ac:chgData name="Owais Ahmed" userId="6abc7d4556b3b071" providerId="LiveId" clId="{3F06DB97-3AEE-4F7C-A79E-A7936B34F82A}" dt="2023-07-31T16:32:57.757" v="1080" actId="478"/>
          <ac:spMkLst>
            <pc:docMk/>
            <pc:sldMk cId="2519732872" sldId="2507"/>
            <ac:spMk id="90" creationId="{B770DB89-4D9F-9A67-405A-E3B0FDC781BB}"/>
          </ac:spMkLst>
        </pc:spChg>
        <pc:spChg chg="del mod">
          <ac:chgData name="Owais Ahmed" userId="6abc7d4556b3b071" providerId="LiveId" clId="{3F06DB97-3AEE-4F7C-A79E-A7936B34F82A}" dt="2023-07-31T16:33:54.928" v="1098" actId="478"/>
          <ac:spMkLst>
            <pc:docMk/>
            <pc:sldMk cId="2519732872" sldId="2507"/>
            <ac:spMk id="93" creationId="{7B3F0C0F-E0A3-39A7-DF3B-9FCC9115854C}"/>
          </ac:spMkLst>
        </pc:spChg>
        <pc:spChg chg="mod">
          <ac:chgData name="Owais Ahmed" userId="6abc7d4556b3b071" providerId="LiveId" clId="{3F06DB97-3AEE-4F7C-A79E-A7936B34F82A}" dt="2023-07-31T16:41:37.608" v="1754" actId="1076"/>
          <ac:spMkLst>
            <pc:docMk/>
            <pc:sldMk cId="2519732872" sldId="2507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33:50.265" v="1096"/>
          <ac:spMkLst>
            <pc:docMk/>
            <pc:sldMk cId="2519732872" sldId="2507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33:56.998" v="1099" actId="20577"/>
          <ac:spMkLst>
            <pc:docMk/>
            <pc:sldMk cId="2519732872" sldId="2507"/>
            <ac:spMk id="96" creationId="{BFC68987-1291-80DB-C814-55C51ADCA72F}"/>
          </ac:spMkLst>
        </pc:spChg>
        <pc:spChg chg="del mod">
          <ac:chgData name="Owais Ahmed" userId="6abc7d4556b3b071" providerId="LiveId" clId="{3F06DB97-3AEE-4F7C-A79E-A7936B34F82A}" dt="2023-07-31T16:34:26.431" v="1105" actId="478"/>
          <ac:spMkLst>
            <pc:docMk/>
            <pc:sldMk cId="2519732872" sldId="2507"/>
            <ac:spMk id="101" creationId="{1A33F4FE-CD88-9D70-2DA7-2B530BC06AE7}"/>
          </ac:spMkLst>
        </pc:spChg>
        <pc:spChg chg="mod">
          <ac:chgData name="Owais Ahmed" userId="6abc7d4556b3b071" providerId="LiveId" clId="{3F06DB97-3AEE-4F7C-A79E-A7936B34F82A}" dt="2023-07-31T16:41:41.641" v="1755" actId="1076"/>
          <ac:spMkLst>
            <pc:docMk/>
            <pc:sldMk cId="2519732872" sldId="2507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40:44.048" v="1738" actId="1076"/>
          <ac:spMkLst>
            <pc:docMk/>
            <pc:sldMk cId="2519732872" sldId="2507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40:38.471" v="1737" actId="1076"/>
          <ac:spMkLst>
            <pc:docMk/>
            <pc:sldMk cId="2519732872" sldId="2507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34:21.405" v="1103"/>
          <ac:spMkLst>
            <pc:docMk/>
            <pc:sldMk cId="2519732872" sldId="2507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34:36.087" v="1107" actId="20577"/>
          <ac:spMkLst>
            <pc:docMk/>
            <pc:sldMk cId="2519732872" sldId="2507"/>
            <ac:spMk id="110" creationId="{AB36B28D-39A8-55B6-60B3-85B767EC94FB}"/>
          </ac:spMkLst>
        </pc:spChg>
        <pc:spChg chg="mod">
          <ac:chgData name="Owais Ahmed" userId="6abc7d4556b3b071" providerId="LiveId" clId="{3F06DB97-3AEE-4F7C-A79E-A7936B34F82A}" dt="2023-07-31T16:16:36.036" v="802" actId="20577"/>
          <ac:spMkLst>
            <pc:docMk/>
            <pc:sldMk cId="2519732872" sldId="2507"/>
            <ac:spMk id="215" creationId="{00000000-0000-0000-0000-000000000000}"/>
          </ac:spMkLst>
        </pc:spChg>
        <pc:grpChg chg="add del mod">
          <ac:chgData name="Owais Ahmed" userId="6abc7d4556b3b071" providerId="LiveId" clId="{3F06DB97-3AEE-4F7C-A79E-A7936B34F82A}" dt="2023-07-31T16:31:46.557" v="1056" actId="478"/>
          <ac:grpSpMkLst>
            <pc:docMk/>
            <pc:sldMk cId="2519732872" sldId="2507"/>
            <ac:grpSpMk id="4" creationId="{80F3902B-AF10-7FCA-CA0F-D4E0AF6EE360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5" creationId="{3F3D1300-3848-78A6-5668-2B59EE7A1466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6" creationId="{19EA61CA-9134-94BB-7685-316986734FE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7" creationId="{779F887A-C94F-8AE2-F652-C4F7D2ADBBE6}"/>
          </ac:grpSpMkLst>
        </pc:grpChg>
        <pc:grpChg chg="add del mod">
          <ac:chgData name="Owais Ahmed" userId="6abc7d4556b3b071" providerId="LiveId" clId="{3F06DB97-3AEE-4F7C-A79E-A7936B34F82A}" dt="2023-07-31T16:31:44.295" v="1055" actId="478"/>
          <ac:grpSpMkLst>
            <pc:docMk/>
            <pc:sldMk cId="2519732872" sldId="2507"/>
            <ac:grpSpMk id="18" creationId="{9DD2EB6D-4DA7-D7C5-CCA9-7628998FA6F1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19" creationId="{9ED71EAC-7C08-D9FB-8AF7-9E13D169337B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0" creationId="{DB06F88D-3D2B-14D5-C41A-BA8EF4666F8C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1" creationId="{84A4729D-5E34-25D7-FE29-E0CED4C21267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2" creationId="{7F6781FD-1CC8-A5C5-5E12-09D372E42475}"/>
          </ac:grpSpMkLst>
        </pc:grpChg>
        <pc:grpChg chg="mod">
          <ac:chgData name="Owais Ahmed" userId="6abc7d4556b3b071" providerId="LiveId" clId="{3F06DB97-3AEE-4F7C-A79E-A7936B34F82A}" dt="2023-07-31T16:29:42.328" v="1051"/>
          <ac:grpSpMkLst>
            <pc:docMk/>
            <pc:sldMk cId="2519732872" sldId="2507"/>
            <ac:grpSpMk id="23" creationId="{79E1F9C7-FC90-902A-7FDA-7FD9680B5538}"/>
          </ac:grpSpMkLst>
        </pc:grpChg>
        <pc:grpChg chg="add del mod">
          <ac:chgData name="Owais Ahmed" userId="6abc7d4556b3b071" providerId="LiveId" clId="{3F06DB97-3AEE-4F7C-A79E-A7936B34F82A}" dt="2023-07-31T16:33:42.728" v="1094" actId="478"/>
          <ac:grpSpMkLst>
            <pc:docMk/>
            <pc:sldMk cId="2519732872" sldId="2507"/>
            <ac:grpSpMk id="40" creationId="{376FE4AC-EADF-0572-2228-C142CF1889CD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1" creationId="{293FFF2F-8276-E554-CD30-253F44FE8F4B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2" creationId="{A9DB336F-B4E8-9FCE-BE96-448A570AD834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4" creationId="{FAC5B053-0BA1-26DD-4E5D-213B9C8056D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6" creationId="{2841E817-017F-3A09-E5BD-E019E36D9862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48" creationId="{BF3428B0-CAD5-2955-03CB-8C5B8DE1D43C}"/>
          </ac:grpSpMkLst>
        </pc:grpChg>
        <pc:grpChg chg="del mod">
          <ac:chgData name="Owais Ahmed" userId="6abc7d4556b3b071" providerId="LiveId" clId="{3F06DB97-3AEE-4F7C-A79E-A7936B34F82A}" dt="2023-07-31T16:32:04.946" v="1059" actId="478"/>
          <ac:grpSpMkLst>
            <pc:docMk/>
            <pc:sldMk cId="2519732872" sldId="2507"/>
            <ac:grpSpMk id="50" creationId="{88C149BB-9451-A728-EF78-5232FC7D6D59}"/>
          </ac:grpSpMkLst>
        </pc:grpChg>
        <pc:grpChg chg="add del mod">
          <ac:chgData name="Owais Ahmed" userId="6abc7d4556b3b071" providerId="LiveId" clId="{3F06DB97-3AEE-4F7C-A79E-A7936B34F82A}" dt="2023-07-31T16:33:43.420" v="1095" actId="478"/>
          <ac:grpSpMkLst>
            <pc:docMk/>
            <pc:sldMk cId="2519732872" sldId="2507"/>
            <ac:grpSpMk id="64" creationId="{4CEC23E2-DE3E-BE27-A2B3-3B9B30CE8EF1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5" creationId="{DAA3F6B3-C7A7-9891-E19F-F97BD9BBDFCF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6" creationId="{6079BA3E-9580-6AE9-627E-4A2B118616BC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68" creationId="{3C881F13-1D2A-E47F-727A-8F2471B606E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0" creationId="{A5CF5B66-02DF-175F-45A9-4816A6813283}"/>
          </ac:grpSpMkLst>
        </pc:grpChg>
        <pc:grpChg chg="mod">
          <ac:chgData name="Owais Ahmed" userId="6abc7d4556b3b071" providerId="LiveId" clId="{3F06DB97-3AEE-4F7C-A79E-A7936B34F82A}" dt="2023-07-31T16:31:47.109" v="1057"/>
          <ac:grpSpMkLst>
            <pc:docMk/>
            <pc:sldMk cId="2519732872" sldId="2507"/>
            <ac:grpSpMk id="72" creationId="{7B65A48A-3AC1-F611-FEE6-6146746FB1CD}"/>
          </ac:grpSpMkLst>
        </pc:grpChg>
        <pc:grpChg chg="del mod">
          <ac:chgData name="Owais Ahmed" userId="6abc7d4556b3b071" providerId="LiveId" clId="{3F06DB97-3AEE-4F7C-A79E-A7936B34F82A}" dt="2023-07-31T16:32:10.846" v="1063" actId="478"/>
          <ac:grpSpMkLst>
            <pc:docMk/>
            <pc:sldMk cId="2519732872" sldId="2507"/>
            <ac:grpSpMk id="74" creationId="{DFC86F24-E9C8-CFDB-7559-5A4382609785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1" creationId="{8AFDD5EB-D614-C03D-504E-9A8E747F8716}"/>
          </ac:grpSpMkLst>
        </pc:grpChg>
        <pc:grpChg chg="mod">
          <ac:chgData name="Owais Ahmed" userId="6abc7d4556b3b071" providerId="LiveId" clId="{3F06DB97-3AEE-4F7C-A79E-A7936B34F82A}" dt="2023-07-31T16:33:50.265" v="1096"/>
          <ac:grpSpMkLst>
            <pc:docMk/>
            <pc:sldMk cId="2519732872" sldId="2507"/>
            <ac:grpSpMk id="92" creationId="{6284FF4B-3FD2-6925-02BF-7428100ED55A}"/>
          </ac:grpSpMkLst>
        </pc:grpChg>
        <pc:grpChg chg="add mod">
          <ac:chgData name="Owais Ahmed" userId="6abc7d4556b3b071" providerId="LiveId" clId="{3F06DB97-3AEE-4F7C-A79E-A7936B34F82A}" dt="2023-07-31T16:59:04.211" v="2981" actId="1076"/>
          <ac:grpSpMkLst>
            <pc:docMk/>
            <pc:sldMk cId="2519732872" sldId="2507"/>
            <ac:grpSpMk id="97" creationId="{CFF475BE-EFBC-0DBA-F90F-67FFD315D42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8" creationId="{A0382DBE-F9FC-2531-34AD-F3E7EACF5F1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99" creationId="{68C80BCA-12DB-C5D9-6600-C4CDDB76037E}"/>
          </ac:grpSpMkLst>
        </pc:grpChg>
        <pc:grpChg chg="mod">
          <ac:chgData name="Owais Ahmed" userId="6abc7d4556b3b071" providerId="LiveId" clId="{3F06DB97-3AEE-4F7C-A79E-A7936B34F82A}" dt="2023-07-31T16:34:21.405" v="1103"/>
          <ac:grpSpMkLst>
            <pc:docMk/>
            <pc:sldMk cId="2519732872" sldId="2507"/>
            <ac:grpSpMk id="100" creationId="{FA821C4E-B9F1-21C3-458F-B7B324C1F817}"/>
          </ac:grpSpMkLst>
        </pc:grp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0" creationId="{82C773A4-2145-BBAE-7D13-74D9B4DA679C}"/>
          </ac:cxnSpMkLst>
        </pc:cxnChg>
        <pc:cxnChg chg="mod">
          <ac:chgData name="Owais Ahmed" userId="6abc7d4556b3b071" providerId="LiveId" clId="{3F06DB97-3AEE-4F7C-A79E-A7936B34F82A}" dt="2023-07-31T16:31:46.557" v="1056" actId="478"/>
          <ac:cxnSpMkLst>
            <pc:docMk/>
            <pc:sldMk cId="2519732872" sldId="2507"/>
            <ac:cxnSpMk id="11" creationId="{E158892D-4518-2120-75D3-EAA4B3FA9C4B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6" creationId="{D604D966-75E3-BA16-5391-46157D72CEF1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7" creationId="{87DC377B-B1EC-39E4-187F-DE027449FC73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8" creationId="{7A4CD16F-78B6-E2F4-B942-4A8409730B1A}"/>
          </ac:cxnSpMkLst>
        </pc:cxnChg>
        <pc:cxnChg chg="mod">
          <ac:chgData name="Owais Ahmed" userId="6abc7d4556b3b071" providerId="LiveId" clId="{3F06DB97-3AEE-4F7C-A79E-A7936B34F82A}" dt="2023-07-31T16:31:44.295" v="1055" actId="478"/>
          <ac:cxnSpMkLst>
            <pc:docMk/>
            <pc:sldMk cId="2519732872" sldId="2507"/>
            <ac:cxnSpMk id="29" creationId="{CF5EE089-4F06-0D67-00EF-2AFD6D2247C9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3" creationId="{271BE7A5-87C0-0263-6C7A-CF56C294762A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5" creationId="{9E51842E-B100-F9C8-2F0B-CA8DE7F2119C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7" creationId="{4FF0A792-689B-64FC-F43D-981553CAC588}"/>
          </ac:cxnSpMkLst>
        </pc:cxnChg>
        <pc:cxnChg chg="mod">
          <ac:chgData name="Owais Ahmed" userId="6abc7d4556b3b071" providerId="LiveId" clId="{3F06DB97-3AEE-4F7C-A79E-A7936B34F82A}" dt="2023-07-31T16:33:42.728" v="1094" actId="478"/>
          <ac:cxnSpMkLst>
            <pc:docMk/>
            <pc:sldMk cId="2519732872" sldId="2507"/>
            <ac:cxnSpMk id="49" creationId="{43D59970-F861-42DC-F682-D3402F4CE406}"/>
          </ac:cxnSpMkLst>
        </pc:cxnChg>
        <pc:cxnChg chg="del mod">
          <ac:chgData name="Owais Ahmed" userId="6abc7d4556b3b071" providerId="LiveId" clId="{3F06DB97-3AEE-4F7C-A79E-A7936B34F82A}" dt="2023-07-31T16:32:08.052" v="1061" actId="478"/>
          <ac:cxnSpMkLst>
            <pc:docMk/>
            <pc:sldMk cId="2519732872" sldId="2507"/>
            <ac:cxnSpMk id="51" creationId="{BFD349A0-1174-E2E5-7063-F4401045FBF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7" creationId="{A33C4EA7-42EE-2F09-4A3D-599460D7B8B2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69" creationId="{E282191E-48CC-08E0-615B-14E8942C86B0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1" creationId="{06512AD5-E4B2-3F64-0989-A24A6F47325E}"/>
          </ac:cxnSpMkLst>
        </pc:cxnChg>
        <pc:cxnChg chg="mod">
          <ac:chgData name="Owais Ahmed" userId="6abc7d4556b3b071" providerId="LiveId" clId="{3F06DB97-3AEE-4F7C-A79E-A7936B34F82A}" dt="2023-07-31T16:33:43.420" v="1095" actId="478"/>
          <ac:cxnSpMkLst>
            <pc:docMk/>
            <pc:sldMk cId="2519732872" sldId="2507"/>
            <ac:cxnSpMk id="73" creationId="{83DF7B69-FDE0-99D5-CFC4-0CD360949A96}"/>
          </ac:cxnSpMkLst>
        </pc:cxnChg>
        <pc:cxnChg chg="del mod">
          <ac:chgData name="Owais Ahmed" userId="6abc7d4556b3b071" providerId="LiveId" clId="{3F06DB97-3AEE-4F7C-A79E-A7936B34F82A}" dt="2023-07-31T16:32:09.642" v="1062" actId="478"/>
          <ac:cxnSpMkLst>
            <pc:docMk/>
            <pc:sldMk cId="2519732872" sldId="2507"/>
            <ac:cxnSpMk id="75" creationId="{F9B0DB8F-B931-2CAA-D911-CE6A0EDE56A1}"/>
          </ac:cxnSpMkLst>
        </pc:cxnChg>
        <pc:cxnChg chg="del mod">
          <ac:chgData name="Owais Ahmed" userId="6abc7d4556b3b071" providerId="LiveId" clId="{3F06DB97-3AEE-4F7C-A79E-A7936B34F82A}" dt="2023-07-31T16:40:28.648" v="1735" actId="478"/>
          <ac:cxnSpMkLst>
            <pc:docMk/>
            <pc:sldMk cId="2519732872" sldId="2507"/>
            <ac:cxnSpMk id="103" creationId="{8A3868D9-9A18-E432-AB97-47DD5DCA5EFA}"/>
          </ac:cxnSpMkLst>
        </pc:cxnChg>
        <pc:cxnChg chg="del mod">
          <ac:chgData name="Owais Ahmed" userId="6abc7d4556b3b071" providerId="LiveId" clId="{3F06DB97-3AEE-4F7C-A79E-A7936B34F82A}" dt="2023-07-31T16:40:30.175" v="1736" actId="478"/>
          <ac:cxnSpMkLst>
            <pc:docMk/>
            <pc:sldMk cId="2519732872" sldId="2507"/>
            <ac:cxnSpMk id="104" creationId="{EFBC33C1-E8E0-32F2-2105-7E20EE54AB7F}"/>
          </ac:cxnSpMkLst>
        </pc:cxnChg>
        <pc:cxnChg chg="add del mod">
          <ac:chgData name="Owais Ahmed" userId="6abc7d4556b3b071" providerId="LiveId" clId="{3F06DB97-3AEE-4F7C-A79E-A7936B34F82A}" dt="2023-07-31T16:41:28.470" v="1753" actId="11529"/>
          <ac:cxnSpMkLst>
            <pc:docMk/>
            <pc:sldMk cId="2519732872" sldId="2507"/>
            <ac:cxnSpMk id="114" creationId="{06295CDD-B5A7-6846-9ACC-FE5D23722D43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6" creationId="{D83E971B-0F3D-4E00-B4A4-C9E6CBDBA5FB}"/>
          </ac:cxnSpMkLst>
        </pc:cxnChg>
        <pc:cxnChg chg="add mod">
          <ac:chgData name="Owais Ahmed" userId="6abc7d4556b3b071" providerId="LiveId" clId="{3F06DB97-3AEE-4F7C-A79E-A7936B34F82A}" dt="2023-07-31T16:59:04.211" v="2981" actId="1076"/>
          <ac:cxnSpMkLst>
            <pc:docMk/>
            <pc:sldMk cId="2519732872" sldId="2507"/>
            <ac:cxnSpMk id="118" creationId="{E218D9EB-E58D-166C-8764-794115FE12E4}"/>
          </ac:cxnSpMkLst>
        </pc:cxnChg>
      </pc:sldChg>
      <pc:sldChg chg="modSp del">
        <pc:chgData name="Owais Ahmed" userId="6abc7d4556b3b071" providerId="LiveId" clId="{3F06DB97-3AEE-4F7C-A79E-A7936B34F82A}" dt="2023-07-31T16:29:32.429" v="1049" actId="47"/>
        <pc:sldMkLst>
          <pc:docMk/>
          <pc:sldMk cId="2596096578" sldId="2510"/>
        </pc:sldMkLst>
        <pc:spChg chg="mod">
          <ac:chgData name="Owais Ahmed" userId="6abc7d4556b3b071" providerId="LiveId" clId="{3F06DB97-3AEE-4F7C-A79E-A7936B34F82A}" dt="2023-07-31T16:29:23.140" v="1048" actId="948"/>
          <ac:spMkLst>
            <pc:docMk/>
            <pc:sldMk cId="2596096578" sldId="2510"/>
            <ac:spMk id="3" creationId="{4A1C0383-58FE-E486-295E-B33B8683B938}"/>
          </ac:spMkLst>
        </pc:spChg>
      </pc:sldChg>
      <pc:sldChg chg="delSp modSp add mod modAnim">
        <pc:chgData name="Owais Ahmed" userId="6abc7d4556b3b071" providerId="LiveId" clId="{3F06DB97-3AEE-4F7C-A79E-A7936B34F82A}" dt="2023-07-31T18:29:50.706" v="6096" actId="20577"/>
        <pc:sldMkLst>
          <pc:docMk/>
          <pc:sldMk cId="64818802" sldId="2511"/>
        </pc:sldMkLst>
        <pc:spChg chg="mod">
          <ac:chgData name="Owais Ahmed" userId="6abc7d4556b3b071" providerId="LiveId" clId="{3F06DB97-3AEE-4F7C-A79E-A7936B34F82A}" dt="2023-07-31T18:29:50.706" v="6096" actId="20577"/>
          <ac:spMkLst>
            <pc:docMk/>
            <pc:sldMk cId="64818802" sldId="2511"/>
            <ac:spMk id="3" creationId="{4A1C0383-58FE-E486-295E-B33B8683B938}"/>
          </ac:spMkLst>
        </pc:spChg>
        <pc:picChg chg="del">
          <ac:chgData name="Owais Ahmed" userId="6abc7d4556b3b071" providerId="LiveId" clId="{3F06DB97-3AEE-4F7C-A79E-A7936B34F82A}" dt="2023-07-31T18:25:06.604" v="5477" actId="478"/>
          <ac:picMkLst>
            <pc:docMk/>
            <pc:sldMk cId="64818802" sldId="2511"/>
            <ac:picMk id="1026" creationId="{46F87B91-E9D1-F266-4E5C-9787E7840B14}"/>
          </ac:picMkLst>
        </pc:picChg>
      </pc:sldChg>
      <pc:sldChg chg="modSp add modAnim">
        <pc:chgData name="Owais Ahmed" userId="6abc7d4556b3b071" providerId="LiveId" clId="{3F06DB97-3AEE-4F7C-A79E-A7936B34F82A}" dt="2023-07-31T15:42:45.823" v="481" actId="20577"/>
        <pc:sldMkLst>
          <pc:docMk/>
          <pc:sldMk cId="3485698213" sldId="2548"/>
        </pc:sldMkLst>
        <pc:spChg chg="mod">
          <ac:chgData name="Owais Ahmed" userId="6abc7d4556b3b071" providerId="LiveId" clId="{3F06DB97-3AEE-4F7C-A79E-A7936B34F82A}" dt="2023-07-31T15:42:45.823" v="481" actId="20577"/>
          <ac:spMkLst>
            <pc:docMk/>
            <pc:sldMk cId="3485698213" sldId="2548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8:24:31.740" v="5475" actId="20577"/>
        <pc:sldMkLst>
          <pc:docMk/>
          <pc:sldMk cId="3738101922" sldId="2549"/>
        </pc:sldMkLst>
        <pc:spChg chg="mod">
          <ac:chgData name="Owais Ahmed" userId="6abc7d4556b3b071" providerId="LiveId" clId="{3F06DB97-3AEE-4F7C-A79E-A7936B34F82A}" dt="2023-07-31T18:24:31.740" v="5475" actId="20577"/>
          <ac:spMkLst>
            <pc:docMk/>
            <pc:sldMk cId="3738101922" sldId="2549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3F06DB97-3AEE-4F7C-A79E-A7936B34F82A}" dt="2023-07-31T16:22:17.974" v="936" actId="20577"/>
        <pc:sldMkLst>
          <pc:docMk/>
          <pc:sldMk cId="821949743" sldId="2550"/>
        </pc:sldMkLst>
        <pc:spChg chg="mod">
          <ac:chgData name="Owais Ahmed" userId="6abc7d4556b3b071" providerId="LiveId" clId="{3F06DB97-3AEE-4F7C-A79E-A7936B34F82A}" dt="2023-07-31T16:22:17.974" v="936" actId="20577"/>
          <ac:spMkLst>
            <pc:docMk/>
            <pc:sldMk cId="821949743" sldId="2550"/>
            <ac:spMk id="3" creationId="{4A1C0383-58FE-E486-295E-B33B8683B938}"/>
          </ac:spMkLst>
        </pc:spChg>
      </pc:sldChg>
      <pc:sldChg chg="addSp delSp modSp add del mod modAnim">
        <pc:chgData name="Owais Ahmed" userId="6abc7d4556b3b071" providerId="LiveId" clId="{3F06DB97-3AEE-4F7C-A79E-A7936B34F82A}" dt="2023-07-31T16:58:42.242" v="2979" actId="47"/>
        <pc:sldMkLst>
          <pc:docMk/>
          <pc:sldMk cId="1777299149" sldId="2551"/>
        </pc:sldMkLst>
        <pc:spChg chg="mod">
          <ac:chgData name="Owais Ahmed" userId="6abc7d4556b3b071" providerId="LiveId" clId="{3F06DB97-3AEE-4F7C-A79E-A7936B34F82A}" dt="2023-07-31T16:57:56.131" v="2917" actId="27636"/>
          <ac:spMkLst>
            <pc:docMk/>
            <pc:sldMk cId="1777299149" sldId="2551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4" creationId="{089080C3-2B25-ABB4-F99B-442D3BFE6A50}"/>
          </ac:spMkLst>
        </pc:spChg>
        <pc:spChg chg="add 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6" creationId="{C2DAB1C7-1E85-9A11-AF4F-BA89CE87BA18}"/>
          </ac:spMkLst>
        </pc:spChg>
        <pc:spChg chg="del mod topLvl">
          <ac:chgData name="Owais Ahmed" userId="6abc7d4556b3b071" providerId="LiveId" clId="{3F06DB97-3AEE-4F7C-A79E-A7936B34F82A}" dt="2023-07-31T16:48:00.018" v="2143" actId="478"/>
          <ac:spMkLst>
            <pc:docMk/>
            <pc:sldMk cId="1777299149" sldId="2551"/>
            <ac:spMk id="94" creationId="{7C3C9CB2-114E-D07B-25BB-DF7B18E03EC1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5" creationId="{E8017A49-474D-FF4D-8BE3-EDA29CB73762}"/>
          </ac:spMkLst>
        </pc:spChg>
        <pc:spChg chg="mod">
          <ac:chgData name="Owais Ahmed" userId="6abc7d4556b3b071" providerId="LiveId" clId="{3F06DB97-3AEE-4F7C-A79E-A7936B34F82A}" dt="2023-07-31T16:47:42.991" v="2141" actId="165"/>
          <ac:spMkLst>
            <pc:docMk/>
            <pc:sldMk cId="1777299149" sldId="2551"/>
            <ac:spMk id="96" creationId="{BFC68987-1291-80DB-C814-55C51ADCA72F}"/>
          </ac:spMkLst>
        </pc:spChg>
        <pc:spChg chg="mod topLvl">
          <ac:chgData name="Owais Ahmed" userId="6abc7d4556b3b071" providerId="LiveId" clId="{3F06DB97-3AEE-4F7C-A79E-A7936B34F82A}" dt="2023-07-31T16:52:16.971" v="2467" actId="164"/>
          <ac:spMkLst>
            <pc:docMk/>
            <pc:sldMk cId="1777299149" sldId="2551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6:52:02.546" v="2465" actId="165"/>
          <ac:spMkLst>
            <pc:docMk/>
            <pc:sldMk cId="1777299149" sldId="2551"/>
            <ac:spMk id="110" creationId="{AB36B28D-39A8-55B6-60B3-85B767EC94FB}"/>
          </ac:spMkLst>
        </pc:spChg>
        <pc:grpChg chg="add del mod">
          <ac:chgData name="Owais Ahmed" userId="6abc7d4556b3b071" providerId="LiveId" clId="{3F06DB97-3AEE-4F7C-A79E-A7936B34F82A}" dt="2023-07-31T16:52:02.546" v="2465" actId="165"/>
          <ac:grpSpMkLst>
            <pc:docMk/>
            <pc:sldMk cId="1777299149" sldId="2551"/>
            <ac:grpSpMk id="12" creationId="{B62B7723-6235-0D18-D946-5560E7FF3427}"/>
          </ac:grpSpMkLst>
        </pc:grpChg>
        <pc:grpChg chg="add mod">
          <ac:chgData name="Owais Ahmed" userId="6abc7d4556b3b071" providerId="LiveId" clId="{3F06DB97-3AEE-4F7C-A79E-A7936B34F82A}" dt="2023-07-31T16:52:59.545" v="2475" actId="1037"/>
          <ac:grpSpMkLst>
            <pc:docMk/>
            <pc:sldMk cId="1777299149" sldId="2551"/>
            <ac:grpSpMk id="14" creationId="{6D373018-1D02-897E-145C-1A033D391303}"/>
          </ac:grpSpMkLst>
        </pc:grpChg>
        <pc:grpChg chg="del mod">
          <ac:chgData name="Owais Ahmed" userId="6abc7d4556b3b071" providerId="LiveId" clId="{3F06DB97-3AEE-4F7C-A79E-A7936B34F82A}" dt="2023-07-31T16:47:42.991" v="2141" actId="165"/>
          <ac:grpSpMkLst>
            <pc:docMk/>
            <pc:sldMk cId="1777299149" sldId="2551"/>
            <ac:grpSpMk id="91" creationId="{8AFDD5EB-D614-C03D-504E-9A8E747F8716}"/>
          </ac:grpSpMkLst>
        </pc:grpChg>
        <pc:grpChg chg="del mod topLvl">
          <ac:chgData name="Owais Ahmed" userId="6abc7d4556b3b071" providerId="LiveId" clId="{3F06DB97-3AEE-4F7C-A79E-A7936B34F82A}" dt="2023-07-31T16:48:00.018" v="2143" actId="478"/>
          <ac:grpSpMkLst>
            <pc:docMk/>
            <pc:sldMk cId="1777299149" sldId="2551"/>
            <ac:grpSpMk id="92" creationId="{6284FF4B-3FD2-6925-02BF-7428100ED55A}"/>
          </ac:grpSpMkLst>
        </pc:grpChg>
        <pc:grpChg chg="del">
          <ac:chgData name="Owais Ahmed" userId="6abc7d4556b3b071" providerId="LiveId" clId="{3F06DB97-3AEE-4F7C-A79E-A7936B34F82A}" dt="2023-07-31T16:48:02.702" v="2144" actId="165"/>
          <ac:grpSpMkLst>
            <pc:docMk/>
            <pc:sldMk cId="1777299149" sldId="2551"/>
            <ac:grpSpMk id="97" creationId="{CFF475BE-EFBC-0DBA-F90F-67FFD315D42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6:52:16.971" v="2467" actId="164"/>
          <ac:grpSpMkLst>
            <pc:docMk/>
            <pc:sldMk cId="1777299149" sldId="2551"/>
            <ac:grpSpMk id="100" creationId="{FA821C4E-B9F1-21C3-458F-B7B324C1F817}"/>
          </ac:grpSpMkLst>
        </pc:grpChg>
        <pc:cxnChg chg="add 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7" creationId="{657C45F0-67F1-A7FA-02BD-786D3D970CCC}"/>
          </ac:cxnSpMkLst>
        </pc:cxnChg>
        <pc:cxnChg chg="del mod">
          <ac:chgData name="Owais Ahmed" userId="6abc7d4556b3b071" providerId="LiveId" clId="{3F06DB97-3AEE-4F7C-A79E-A7936B34F82A}" dt="2023-07-31T16:48:00.018" v="2143" actId="478"/>
          <ac:cxnSpMkLst>
            <pc:docMk/>
            <pc:sldMk cId="1777299149" sldId="2551"/>
            <ac:cxnSpMk id="116" creationId="{D83E971B-0F3D-4E00-B4A4-C9E6CBDBA5FB}"/>
          </ac:cxnSpMkLst>
        </pc:cxnChg>
        <pc:cxnChg chg="mod topLvl">
          <ac:chgData name="Owais Ahmed" userId="6abc7d4556b3b071" providerId="LiveId" clId="{3F06DB97-3AEE-4F7C-A79E-A7936B34F82A}" dt="2023-07-31T16:52:16.971" v="2467" actId="164"/>
          <ac:cxnSpMkLst>
            <pc:docMk/>
            <pc:sldMk cId="1777299149" sldId="2551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7:09:26.976" v="3626"/>
        <pc:sldMkLst>
          <pc:docMk/>
          <pc:sldMk cId="2619033452" sldId="2552"/>
        </pc:sldMkLst>
        <pc:spChg chg="mod">
          <ac:chgData name="Owais Ahmed" userId="6abc7d4556b3b071" providerId="LiveId" clId="{3F06DB97-3AEE-4F7C-A79E-A7936B34F82A}" dt="2023-07-31T16:58:25.230" v="2977" actId="27636"/>
          <ac:spMkLst>
            <pc:docMk/>
            <pc:sldMk cId="2619033452" sldId="2552"/>
            <ac:spMk id="3" creationId="{4A1C0383-58FE-E486-295E-B33B8683B938}"/>
          </ac:spMkLst>
        </pc:spChg>
        <pc:grpChg chg="mod">
          <ac:chgData name="Owais Ahmed" userId="6abc7d4556b3b071" providerId="LiveId" clId="{3F06DB97-3AEE-4F7C-A79E-A7936B34F82A}" dt="2023-07-31T16:58:30.908" v="2978" actId="1076"/>
          <ac:grpSpMkLst>
            <pc:docMk/>
            <pc:sldMk cId="2619033452" sldId="2552"/>
            <ac:grpSpMk id="14" creationId="{6D373018-1D02-897E-145C-1A033D391303}"/>
          </ac:grpSpMkLst>
        </pc:grpChg>
      </pc:sldChg>
      <pc:sldChg chg="addSp delSp modSp add mod modAnim">
        <pc:chgData name="Owais Ahmed" userId="6abc7d4556b3b071" providerId="LiveId" clId="{3F06DB97-3AEE-4F7C-A79E-A7936B34F82A}" dt="2023-07-31T17:24:54.053" v="3852" actId="20577"/>
        <pc:sldMkLst>
          <pc:docMk/>
          <pc:sldMk cId="2942372078" sldId="2553"/>
        </pc:sldMkLst>
        <pc:spChg chg="mod">
          <ac:chgData name="Owais Ahmed" userId="6abc7d4556b3b071" providerId="LiveId" clId="{3F06DB97-3AEE-4F7C-A79E-A7936B34F82A}" dt="2023-07-31T17:24:54.053" v="3852" actId="20577"/>
          <ac:spMkLst>
            <pc:docMk/>
            <pc:sldMk cId="2942372078" sldId="2553"/>
            <ac:spMk id="3" creationId="{4A1C0383-58FE-E486-295E-B33B8683B93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4" creationId="{4125800C-749F-5C35-1E17-34384FF8CA58}"/>
          </ac:spMkLst>
        </pc:spChg>
        <pc:spChg chg="add del mod">
          <ac:chgData name="Owais Ahmed" userId="6abc7d4556b3b071" providerId="LiveId" clId="{3F06DB97-3AEE-4F7C-A79E-A7936B34F82A}" dt="2023-07-31T17:10:12.481" v="3636"/>
          <ac:spMkLst>
            <pc:docMk/>
            <pc:sldMk cId="2942372078" sldId="2553"/>
            <ac:spMk id="5" creationId="{9FB6687A-C0B4-CC0D-A706-7D5C7B98D716}"/>
          </ac:spMkLst>
        </pc:spChg>
        <pc:spChg chg="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6" creationId="{C2DAB1C7-1E85-9A11-AF4F-BA89CE87BA18}"/>
          </ac:spMkLst>
        </pc:spChg>
        <pc:spChg chg="mod">
          <ac:chgData name="Owais Ahmed" userId="6abc7d4556b3b071" providerId="LiveId" clId="{3F06DB97-3AEE-4F7C-A79E-A7936B34F82A}" dt="2023-07-31T17:11:07.485" v="3644"/>
          <ac:spMkLst>
            <pc:docMk/>
            <pc:sldMk cId="2942372078" sldId="2553"/>
            <ac:spMk id="9" creationId="{6EFD39D5-1A6E-731C-EF8E-E8CA08E68C57}"/>
          </ac:spMkLst>
        </pc:spChg>
        <pc:spChg chg="mod">
          <ac:chgData name="Owais Ahmed" userId="6abc7d4556b3b071" providerId="LiveId" clId="{3F06DB97-3AEE-4F7C-A79E-A7936B34F82A}" dt="2023-07-31T17:11:09.492" v="3645" actId="20577"/>
          <ac:spMkLst>
            <pc:docMk/>
            <pc:sldMk cId="2942372078" sldId="2553"/>
            <ac:spMk id="10" creationId="{44E0EE0A-A1B3-D78F-82B1-2D6F97E4122B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8" creationId="{B55210BC-8CD4-0B1D-89E2-BC2BDCC8A125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19" creationId="{C4ECDF7F-D26F-A833-0D20-91948EAF7C2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1" creationId="{0EDD981D-31F6-DFF1-3179-509A63BF25C7}"/>
          </ac:spMkLst>
        </pc:spChg>
        <pc:spChg chg="del mod">
          <ac:chgData name="Owais Ahmed" userId="6abc7d4556b3b071" providerId="LiveId" clId="{3F06DB97-3AEE-4F7C-A79E-A7936B34F82A}" dt="2023-07-31T17:20:48.524" v="3680" actId="478"/>
          <ac:spMkLst>
            <pc:docMk/>
            <pc:sldMk cId="2942372078" sldId="2553"/>
            <ac:spMk id="22" creationId="{6A4308EC-A091-15BA-1B2B-499227EB2506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4" creationId="{381108F9-26C0-205B-CB81-70D8BD560394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25" creationId="{7F679E1B-6251-E108-0D61-EDF94E7E22A9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6" creationId="{C3E6AD68-46F0-B484-B3C4-AED030A36BB6}"/>
          </ac:spMkLst>
        </pc:spChg>
        <pc:spChg chg="add mod">
          <ac:chgData name="Owais Ahmed" userId="6abc7d4556b3b071" providerId="LiveId" clId="{3F06DB97-3AEE-4F7C-A79E-A7936B34F82A}" dt="2023-07-31T17:20:11.445" v="3677" actId="164"/>
          <ac:spMkLst>
            <pc:docMk/>
            <pc:sldMk cId="2942372078" sldId="2553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0:06.335" v="3676" actId="164"/>
          <ac:spMkLst>
            <pc:docMk/>
            <pc:sldMk cId="2942372078" sldId="2553"/>
            <ac:spMk id="31" creationId="{6ADCB6F9-796A-6F07-8C51-E82BAEB801F9}"/>
          </ac:spMkLst>
        </pc:spChg>
        <pc:spChg chg="add del mod topLvl">
          <ac:chgData name="Owais Ahmed" userId="6abc7d4556b3b071" providerId="LiveId" clId="{3F06DB97-3AEE-4F7C-A79E-A7936B34F82A}" dt="2023-07-31T17:19:41.868" v="3672" actId="164"/>
          <ac:spMkLst>
            <pc:docMk/>
            <pc:sldMk cId="2942372078" sldId="2553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10:15.960" v="3637" actId="165"/>
          <ac:spMkLst>
            <pc:docMk/>
            <pc:sldMk cId="2942372078" sldId="2553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8" creationId="{C8918E3B-5B82-5C66-6245-963A8C240349}"/>
          </ac:grpSpMkLst>
        </pc:grpChg>
        <pc:grpChg chg="add del mod">
          <ac:chgData name="Owais Ahmed" userId="6abc7d4556b3b071" providerId="LiveId" clId="{3F06DB97-3AEE-4F7C-A79E-A7936B34F82A}" dt="2023-07-31T17:10:15.960" v="3637" actId="165"/>
          <ac:grpSpMkLst>
            <pc:docMk/>
            <pc:sldMk cId="2942372078" sldId="2553"/>
            <ac:grpSpMk id="14" creationId="{6D373018-1D02-897E-145C-1A033D391303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17" creationId="{DF91BE5D-4A90-7453-5A7C-869D410BD796}"/>
          </ac:grpSpMkLst>
        </pc:grpChg>
        <pc:grpChg chg="add del mod">
          <ac:chgData name="Owais Ahmed" userId="6abc7d4556b3b071" providerId="LiveId" clId="{3F06DB97-3AEE-4F7C-A79E-A7936B34F82A}" dt="2023-07-31T17:20:48.524" v="3680" actId="478"/>
          <ac:grpSpMkLst>
            <pc:docMk/>
            <pc:sldMk cId="2942372078" sldId="2553"/>
            <ac:grpSpMk id="20" creationId="{645A562A-E40D-D4F4-6F54-4C865E43ED02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3" creationId="{36250A50-760D-1FA0-A8EA-65D27405BDC9}"/>
          </ac:grpSpMkLst>
        </pc:grpChg>
        <pc:grpChg chg="add mod">
          <ac:chgData name="Owais Ahmed" userId="6abc7d4556b3b071" providerId="LiveId" clId="{3F06DB97-3AEE-4F7C-A79E-A7936B34F82A}" dt="2023-07-31T17:20:11.445" v="3677" actId="164"/>
          <ac:grpSpMkLst>
            <pc:docMk/>
            <pc:sldMk cId="2942372078" sldId="2553"/>
            <ac:grpSpMk id="29" creationId="{34AAF957-E0E0-C211-D98D-A222794E545F}"/>
          </ac:grpSpMkLst>
        </pc:grpChg>
        <pc:grpChg chg="add del mod">
          <ac:chgData name="Owais Ahmed" userId="6abc7d4556b3b071" providerId="LiveId" clId="{3F06DB97-3AEE-4F7C-A79E-A7936B34F82A}" dt="2023-07-31T17:20:50.802" v="3682" actId="478"/>
          <ac:grpSpMkLst>
            <pc:docMk/>
            <pc:sldMk cId="2942372078" sldId="2553"/>
            <ac:grpSpMk id="34" creationId="{AD73DCB8-173C-413D-F76C-212E811DAAF1}"/>
          </ac:grpSpMkLst>
        </pc:grpChg>
        <pc:grpChg chg="add mod">
          <ac:chgData name="Owais Ahmed" userId="6abc7d4556b3b071" providerId="LiveId" clId="{3F06DB97-3AEE-4F7C-A79E-A7936B34F82A}" dt="2023-07-31T17:20:06.335" v="3676" actId="164"/>
          <ac:grpSpMkLst>
            <pc:docMk/>
            <pc:sldMk cId="2942372078" sldId="2553"/>
            <ac:grpSpMk id="35" creationId="{6267D449-530A-C077-2809-C44B4BD17796}"/>
          </ac:grpSpMkLst>
        </pc:grpChg>
        <pc:grpChg chg="add del mod">
          <ac:chgData name="Owais Ahmed" userId="6abc7d4556b3b071" providerId="LiveId" clId="{3F06DB97-3AEE-4F7C-A79E-A7936B34F82A}" dt="2023-07-31T17:20:49.634" v="3681" actId="478"/>
          <ac:grpSpMkLst>
            <pc:docMk/>
            <pc:sldMk cId="2942372078" sldId="2553"/>
            <ac:grpSpMk id="36" creationId="{7AB201C6-2D82-4ED0-9104-F7FFA453EED6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8" creationId="{A0382DBE-F9FC-2531-34AD-F3E7EACF5F1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99" creationId="{68C80BCA-12DB-C5D9-6600-C4CDDB76037E}"/>
          </ac:grpSpMkLst>
        </pc:grpChg>
        <pc:grpChg chg="mod topLvl">
          <ac:chgData name="Owais Ahmed" userId="6abc7d4556b3b071" providerId="LiveId" clId="{3F06DB97-3AEE-4F7C-A79E-A7936B34F82A}" dt="2023-07-31T17:19:41.868" v="3672" actId="164"/>
          <ac:grpSpMkLst>
            <pc:docMk/>
            <pc:sldMk cId="2942372078" sldId="2553"/>
            <ac:grpSpMk id="100" creationId="{FA821C4E-B9F1-21C3-458F-B7B324C1F817}"/>
          </ac:grpSpMkLst>
        </pc:grpChg>
        <pc:cxnChg chg="mod topLvl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7" creationId="{657C45F0-67F1-A7FA-02BD-786D3D970CCC}"/>
          </ac:cxnSpMkLst>
        </pc:cxnChg>
        <pc:cxnChg chg="add mod">
          <ac:chgData name="Owais Ahmed" userId="6abc7d4556b3b071" providerId="LiveId" clId="{3F06DB97-3AEE-4F7C-A79E-A7936B34F82A}" dt="2023-07-31T17:20:50.802" v="3682" actId="478"/>
          <ac:cxnSpMkLst>
            <pc:docMk/>
            <pc:sldMk cId="2942372078" sldId="2553"/>
            <ac:cxnSpMk id="11" creationId="{607ECEBC-A1CA-3D16-2BF7-4B5EB584B7D5}"/>
          </ac:cxnSpMkLst>
        </pc:cxnChg>
        <pc:cxnChg chg="add del mod">
          <ac:chgData name="Owais Ahmed" userId="6abc7d4556b3b071" providerId="LiveId" clId="{3F06DB97-3AEE-4F7C-A79E-A7936B34F82A}" dt="2023-07-31T17:18:59.132" v="3668" actId="478"/>
          <ac:cxnSpMkLst>
            <pc:docMk/>
            <pc:sldMk cId="2942372078" sldId="2553"/>
            <ac:cxnSpMk id="28" creationId="{1F647D90-CF61-EE95-5710-6DF2CA5E7A4B}"/>
          </ac:cxnSpMkLst>
        </pc:cxnChg>
        <pc:cxnChg chg="add mod">
          <ac:chgData name="Owais Ahmed" userId="6abc7d4556b3b071" providerId="LiveId" clId="{3F06DB97-3AEE-4F7C-A79E-A7936B34F82A}" dt="2023-07-31T17:20:49.634" v="3681" actId="478"/>
          <ac:cxnSpMkLst>
            <pc:docMk/>
            <pc:sldMk cId="2942372078" sldId="2553"/>
            <ac:cxnSpMk id="32" creationId="{D70EC980-4E28-A408-E33F-C1B2B14A6591}"/>
          </ac:cxnSpMkLst>
        </pc:cxnChg>
        <pc:cxnChg chg="del mod">
          <ac:chgData name="Owais Ahmed" userId="6abc7d4556b3b071" providerId="LiveId" clId="{3F06DB97-3AEE-4F7C-A79E-A7936B34F82A}" dt="2023-07-31T17:09:54.845" v="3627" actId="478"/>
          <ac:cxnSpMkLst>
            <pc:docMk/>
            <pc:sldMk cId="2942372078" sldId="2553"/>
            <ac:cxnSpMk id="118" creationId="{E218D9EB-E58D-166C-8764-794115FE12E4}"/>
          </ac:cxnSpMkLst>
        </pc:cxnChg>
      </pc:sldChg>
      <pc:sldChg chg="addSp delSp modSp add mod delAnim modAnim">
        <pc:chgData name="Owais Ahmed" userId="6abc7d4556b3b071" providerId="LiveId" clId="{3F06DB97-3AEE-4F7C-A79E-A7936B34F82A}" dt="2023-07-31T17:33:09.243" v="4119"/>
        <pc:sldMkLst>
          <pc:docMk/>
          <pc:sldMk cId="2825207532" sldId="2554"/>
        </pc:sldMkLst>
        <pc:spChg chg="del">
          <ac:chgData name="Owais Ahmed" userId="6abc7d4556b3b071" providerId="LiveId" clId="{3F06DB97-3AEE-4F7C-A79E-A7936B34F82A}" dt="2023-07-31T17:20:42.520" v="3679" actId="478"/>
          <ac:spMkLst>
            <pc:docMk/>
            <pc:sldMk cId="2825207532" sldId="2554"/>
            <ac:spMk id="3" creationId="{4A1C0383-58FE-E486-295E-B33B8683B938}"/>
          </ac:spMkLst>
        </pc:spChg>
        <pc:spChg chg="mod topLvl">
          <ac:chgData name="Owais Ahmed" userId="6abc7d4556b3b071" providerId="LiveId" clId="{3F06DB97-3AEE-4F7C-A79E-A7936B34F82A}" dt="2023-07-31T17:26:37.322" v="3870"/>
          <ac:spMkLst>
            <pc:docMk/>
            <pc:sldMk cId="2825207532" sldId="2554"/>
            <ac:spMk id="5" creationId="{A7E680FD-D0E4-8260-DA90-A45204BCDDDB}"/>
          </ac:spMkLst>
        </pc:spChg>
        <pc:spChg chg="mod topLvl">
          <ac:chgData name="Owais Ahmed" userId="6abc7d4556b3b071" providerId="LiveId" clId="{3F06DB97-3AEE-4F7C-A79E-A7936B34F82A}" dt="2023-07-31T17:26:55.086" v="3874" actId="20577"/>
          <ac:spMkLst>
            <pc:docMk/>
            <pc:sldMk cId="2825207532" sldId="2554"/>
            <ac:spMk id="12" creationId="{14375345-CB2C-C090-8F3F-7127034BAC95}"/>
          </ac:spMkLst>
        </pc:spChg>
        <pc:spChg chg="mod">
          <ac:chgData name="Owais Ahmed" userId="6abc7d4556b3b071" providerId="LiveId" clId="{3F06DB97-3AEE-4F7C-A79E-A7936B34F82A}" dt="2023-07-31T17:23:06.190" v="3701" actId="6549"/>
          <ac:spMkLst>
            <pc:docMk/>
            <pc:sldMk cId="2825207532" sldId="2554"/>
            <ac:spMk id="15" creationId="{9D62E291-01A8-771B-16ED-457613EE1A8E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16" creationId="{8F5396F0-85F0-121C-6470-1880B2F7FA6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8" creationId="{B55210BC-8CD4-0B1D-89E2-BC2BDCC8A125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19" creationId="{C4ECDF7F-D26F-A833-0D20-91948EAF7C2A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1" creationId="{0EDD981D-31F6-DFF1-3179-509A63BF25C7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2" creationId="{6A4308EC-A091-15BA-1B2B-499227EB250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4" creationId="{381108F9-26C0-205B-CB81-70D8BD560394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5" creationId="{7F679E1B-6251-E108-0D61-EDF94E7E22A9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6" creationId="{C3E6AD68-46F0-B484-B3C4-AED030A36BB6}"/>
          </ac:spMkLst>
        </pc:spChg>
        <pc:spChg chg="mod topLvl">
          <ac:chgData name="Owais Ahmed" userId="6abc7d4556b3b071" providerId="LiveId" clId="{3F06DB97-3AEE-4F7C-A79E-A7936B34F82A}" dt="2023-07-31T17:22:40.444" v="3698" actId="164"/>
          <ac:spMkLst>
            <pc:docMk/>
            <pc:sldMk cId="2825207532" sldId="2554"/>
            <ac:spMk id="27" creationId="{CFAF22A7-D2A1-D61F-03EC-31F283A31C0A}"/>
          </ac:spMkLst>
        </pc:spChg>
        <pc:spChg chg="mod">
          <ac:chgData name="Owais Ahmed" userId="6abc7d4556b3b071" providerId="LiveId" clId="{3F06DB97-3AEE-4F7C-A79E-A7936B34F82A}" dt="2023-07-31T17:25:02.316" v="3853" actId="6549"/>
          <ac:spMkLst>
            <pc:docMk/>
            <pc:sldMk cId="2825207532" sldId="2554"/>
            <ac:spMk id="28" creationId="{7A46CAE8-8A97-0FC8-63B3-A33CFE089100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0" creationId="{6D32612D-C7EC-3E18-D550-E17D32150FE8}"/>
          </ac:spMkLst>
        </pc:spChg>
        <pc:spChg chg="mod">
          <ac:chgData name="Owais Ahmed" userId="6abc7d4556b3b071" providerId="LiveId" clId="{3F06DB97-3AEE-4F7C-A79E-A7936B34F82A}" dt="2023-07-31T17:21:54.469" v="3693" actId="165"/>
          <ac:spMkLst>
            <pc:docMk/>
            <pc:sldMk cId="2825207532" sldId="2554"/>
            <ac:spMk id="31" creationId="{6ADCB6F9-796A-6F07-8C51-E82BAEB801F9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3" creationId="{BB3D294E-7E36-A812-7001-1E0A8DCEBF54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5" creationId="{861C5037-77BC-B340-9CCE-BBC47170DBAC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7" creationId="{9D808123-AD8C-4415-F0CA-FB968A780E93}"/>
          </ac:spMkLst>
        </pc:spChg>
        <pc:spChg chg="mod">
          <ac:chgData name="Owais Ahmed" userId="6abc7d4556b3b071" providerId="LiveId" clId="{3F06DB97-3AEE-4F7C-A79E-A7936B34F82A}" dt="2023-07-31T17:22:44.711" v="3699"/>
          <ac:spMkLst>
            <pc:docMk/>
            <pc:sldMk cId="2825207532" sldId="2554"/>
            <ac:spMk id="38" creationId="{3CCC21C1-A11B-E6DE-7150-6A40FDBAD999}"/>
          </ac:spMkLst>
        </pc:spChg>
        <pc:spChg chg="mod">
          <ac:chgData name="Owais Ahmed" userId="6abc7d4556b3b071" providerId="LiveId" clId="{3F06DB97-3AEE-4F7C-A79E-A7936B34F82A}" dt="2023-07-31T17:25:17.091" v="3854" actId="1076"/>
          <ac:spMkLst>
            <pc:docMk/>
            <pc:sldMk cId="2825207532" sldId="2554"/>
            <ac:spMk id="39" creationId="{E5DD74A2-D9BF-1EBC-F6F0-24AB1D85BF92}"/>
          </ac:spMkLst>
        </pc:spChg>
        <pc:spChg chg="mod">
          <ac:chgData name="Owais Ahmed" userId="6abc7d4556b3b071" providerId="LiveId" clId="{3F06DB97-3AEE-4F7C-A79E-A7936B34F82A}" dt="2023-07-31T17:26:38.175" v="3871"/>
          <ac:spMkLst>
            <pc:docMk/>
            <pc:sldMk cId="2825207532" sldId="2554"/>
            <ac:spMk id="40" creationId="{673CC4C9-6366-80C0-4269-0734F52A6503}"/>
          </ac:spMkLst>
        </pc:spChg>
        <pc:spChg chg="mod">
          <ac:chgData name="Owais Ahmed" userId="6abc7d4556b3b071" providerId="LiveId" clId="{3F06DB97-3AEE-4F7C-A79E-A7936B34F82A}" dt="2023-07-31T17:26:56.695" v="3875" actId="20577"/>
          <ac:spMkLst>
            <pc:docMk/>
            <pc:sldMk cId="2825207532" sldId="2554"/>
            <ac:spMk id="41" creationId="{05A5125C-D4D4-FDAD-9D75-D929640B095E}"/>
          </ac:spMkLst>
        </pc:spChg>
        <pc:spChg chg="mod">
          <ac:chgData name="Owais Ahmed" userId="6abc7d4556b3b071" providerId="LiveId" clId="{3F06DB97-3AEE-4F7C-A79E-A7936B34F82A}" dt="2023-07-31T17:26:25.253" v="3867"/>
          <ac:spMkLst>
            <pc:docMk/>
            <pc:sldMk cId="2825207532" sldId="2554"/>
            <ac:spMk id="43" creationId="{2D767220-4206-ABD3-A1C3-8FE3C63C707E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4" creationId="{B7372231-3BD5-1AD6-8F70-FB8240378604}"/>
          </ac:spMkLst>
        </pc:spChg>
        <pc:spChg chg="mod">
          <ac:chgData name="Owais Ahmed" userId="6abc7d4556b3b071" providerId="LiveId" clId="{3F06DB97-3AEE-4F7C-A79E-A7936B34F82A}" dt="2023-07-31T17:26:40.507" v="3872"/>
          <ac:spMkLst>
            <pc:docMk/>
            <pc:sldMk cId="2825207532" sldId="2554"/>
            <ac:spMk id="45" creationId="{0AAEB2F6-CC29-0381-B00A-CBE71D31A77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6" creationId="{FE9EFDF4-C13A-BA0F-FAA6-E85D855C6D4F}"/>
          </ac:spMkLst>
        </pc:spChg>
        <pc:spChg chg="mod">
          <ac:chgData name="Owais Ahmed" userId="6abc7d4556b3b071" providerId="LiveId" clId="{3F06DB97-3AEE-4F7C-A79E-A7936B34F82A}" dt="2023-07-31T17:26:22.220" v="3864" actId="21"/>
          <ac:spMkLst>
            <pc:docMk/>
            <pc:sldMk cId="2825207532" sldId="2554"/>
            <ac:spMk id="47" creationId="{DA34900F-A6DF-D67C-70C4-CAEBCB7AA3E9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48" creationId="{6EB90A3F-FC6E-DDF9-CD8B-A233611C8556}"/>
          </ac:spMkLst>
        </pc:spChg>
        <pc:spChg chg="mod">
          <ac:chgData name="Owais Ahmed" userId="6abc7d4556b3b071" providerId="LiveId" clId="{3F06DB97-3AEE-4F7C-A79E-A7936B34F82A}" dt="2023-07-31T17:27:16.418" v="3878" actId="1076"/>
          <ac:spMkLst>
            <pc:docMk/>
            <pc:sldMk cId="2825207532" sldId="2554"/>
            <ac:spMk id="49" creationId="{B3B5DB6C-DAE4-CD71-8672-DAF2CABA0FBF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0" creationId="{62ED77BA-3CBE-6880-FB54-9D7793E8B435}"/>
          </ac:spMkLst>
        </pc:spChg>
        <pc:spChg chg="mod">
          <ac:chgData name="Owais Ahmed" userId="6abc7d4556b3b071" providerId="LiveId" clId="{3F06DB97-3AEE-4F7C-A79E-A7936B34F82A}" dt="2023-07-31T17:26:29.079" v="3868" actId="21"/>
          <ac:spMkLst>
            <pc:docMk/>
            <pc:sldMk cId="2825207532" sldId="2554"/>
            <ac:spMk id="51" creationId="{2359C8FF-C504-1DB5-7995-0214E32502D4}"/>
          </ac:spMkLst>
        </pc:spChg>
        <pc:spChg chg="mod">
          <ac:chgData name="Owais Ahmed" userId="6abc7d4556b3b071" providerId="LiveId" clId="{3F06DB97-3AEE-4F7C-A79E-A7936B34F82A}" dt="2023-07-31T17:26:57.740" v="3876" actId="20577"/>
          <ac:spMkLst>
            <pc:docMk/>
            <pc:sldMk cId="2825207532" sldId="2554"/>
            <ac:spMk id="52" creationId="{8601F0A8-EB1D-CA2D-55EA-4DC800A0EE4B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4" creationId="{3A7CAAE0-7EFD-30D3-EB1E-99761A88A84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5" creationId="{724B8B2C-5132-2810-D7F3-1A7A4CD23462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6" creationId="{55B99CA7-5366-205A-E60F-FCD89434C4E7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7" creationId="{3091033D-89B1-B3EE-958D-28E9A2246AA5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8" creationId="{E006DDDE-2533-91FD-8806-1913F799CC78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59" creationId="{2BFA2AD2-7873-BC0D-F611-E4DBD169AF9C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0" creationId="{05DCC750-9442-85F2-F153-6EFC09550A80}"/>
          </ac:spMkLst>
        </pc:spChg>
        <pc:spChg chg="mod">
          <ac:chgData name="Owais Ahmed" userId="6abc7d4556b3b071" providerId="LiveId" clId="{3F06DB97-3AEE-4F7C-A79E-A7936B34F82A}" dt="2023-07-31T17:25:57.946" v="3858"/>
          <ac:spMkLst>
            <pc:docMk/>
            <pc:sldMk cId="2825207532" sldId="2554"/>
            <ac:spMk id="61" creationId="{CA70657B-D13B-61DD-8E56-CD9F8FF69E12}"/>
          </ac:spMkLst>
        </pc:spChg>
        <pc:spChg chg="mod">
          <ac:chgData name="Owais Ahmed" userId="6abc7d4556b3b071" providerId="LiveId" clId="{3F06DB97-3AEE-4F7C-A79E-A7936B34F82A}" dt="2023-07-31T17:26:42.176" v="3873"/>
          <ac:spMkLst>
            <pc:docMk/>
            <pc:sldMk cId="2825207532" sldId="2554"/>
            <ac:spMk id="62" creationId="{8A76D13C-4D21-6E17-E324-C592C616AEF6}"/>
          </ac:spMkLst>
        </pc:spChg>
        <pc:spChg chg="mod">
          <ac:chgData name="Owais Ahmed" userId="6abc7d4556b3b071" providerId="LiveId" clId="{3F06DB97-3AEE-4F7C-A79E-A7936B34F82A}" dt="2023-07-31T17:26:58.916" v="3877" actId="20577"/>
          <ac:spMkLst>
            <pc:docMk/>
            <pc:sldMk cId="2825207532" sldId="2554"/>
            <ac:spMk id="63" creationId="{5F09522A-8983-C22F-8796-E1AD8233D10E}"/>
          </ac:spMkLst>
        </pc:spChg>
        <pc:spChg chg="add del">
          <ac:chgData name="Owais Ahmed" userId="6abc7d4556b3b071" providerId="LiveId" clId="{3F06DB97-3AEE-4F7C-A79E-A7936B34F82A}" dt="2023-07-31T17:26:24.117" v="3866" actId="22"/>
          <ac:spMkLst>
            <pc:docMk/>
            <pc:sldMk cId="2825207532" sldId="2554"/>
            <ac:spMk id="65" creationId="{D6D6FA50-3D82-04CA-4964-3E1681EC8495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7" creationId="{E64A3044-BFD1-B0CA-9757-EAC75D0932EA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8" creationId="{C2316821-45BB-9A62-5BE4-BFCE2E091D3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69" creationId="{3486CDB8-4A0A-97E7-3BBB-75CF75161EDC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0" creationId="{0C6FD250-B917-6155-6E9A-40F64B846CCA}"/>
          </ac:spMkLst>
        </pc:spChg>
        <pc:spChg chg="mod">
          <ac:chgData name="Owais Ahmed" userId="6abc7d4556b3b071" providerId="LiveId" clId="{3F06DB97-3AEE-4F7C-A79E-A7936B34F82A}" dt="2023-07-31T17:28:10.995" v="3891" actId="20577"/>
          <ac:spMkLst>
            <pc:docMk/>
            <pc:sldMk cId="2825207532" sldId="2554"/>
            <ac:spMk id="71" creationId="{EE4F9ECD-E95F-E303-F2E4-CFA66B3F2CF9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2" creationId="{C2F7FE57-4DDC-BECF-4B16-EA06ADF7847B}"/>
          </ac:spMkLst>
        </pc:spChg>
        <pc:spChg chg="mod">
          <ac:chgData name="Owais Ahmed" userId="6abc7d4556b3b071" providerId="LiveId" clId="{3F06DB97-3AEE-4F7C-A79E-A7936B34F82A}" dt="2023-07-31T17:28:03.242" v="3882" actId="1076"/>
          <ac:spMkLst>
            <pc:docMk/>
            <pc:sldMk cId="2825207532" sldId="2554"/>
            <ac:spMk id="73" creationId="{E31DDB8C-6510-4D6A-204D-6139F0F8EA1B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4" creationId="{54DE3D10-9D99-CD2A-5312-F0D3582108FE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5" creationId="{77D5961E-9810-B1B5-BD0B-A5FDB34B6726}"/>
          </ac:spMkLst>
        </pc:spChg>
        <pc:spChg chg="mod">
          <ac:chgData name="Owais Ahmed" userId="6abc7d4556b3b071" providerId="LiveId" clId="{3F06DB97-3AEE-4F7C-A79E-A7936B34F82A}" dt="2023-07-31T17:27:40.607" v="3880"/>
          <ac:spMkLst>
            <pc:docMk/>
            <pc:sldMk cId="2825207532" sldId="2554"/>
            <ac:spMk id="76" creationId="{AAB9F71D-35DC-2242-D53D-87B8DE1529DA}"/>
          </ac:spMkLst>
        </pc:spChg>
        <pc:spChg chg="add mod">
          <ac:chgData name="Owais Ahmed" userId="6abc7d4556b3b071" providerId="LiveId" clId="{3F06DB97-3AEE-4F7C-A79E-A7936B34F82A}" dt="2023-07-31T17:32:42.404" v="4112" actId="164"/>
          <ac:spMkLst>
            <pc:docMk/>
            <pc:sldMk cId="2825207532" sldId="2554"/>
            <ac:spMk id="77" creationId="{0F91D4EB-AB25-E435-0FBB-09A1E9A881AD}"/>
          </ac:spMkLst>
        </pc:spChg>
        <pc:spChg chg="add mod">
          <ac:chgData name="Owais Ahmed" userId="6abc7d4556b3b071" providerId="LiveId" clId="{3F06DB97-3AEE-4F7C-A79E-A7936B34F82A}" dt="2023-07-31T17:32:46.266" v="4113" actId="164"/>
          <ac:spMkLst>
            <pc:docMk/>
            <pc:sldMk cId="2825207532" sldId="2554"/>
            <ac:spMk id="78" creationId="{804F467B-93F3-12EE-F084-26455E228FFC}"/>
          </ac:spMkLst>
        </pc:spChg>
        <pc:spChg chg="add mod">
          <ac:chgData name="Owais Ahmed" userId="6abc7d4556b3b071" providerId="LiveId" clId="{3F06DB97-3AEE-4F7C-A79E-A7936B34F82A}" dt="2023-07-31T17:32:50.491" v="4114" actId="164"/>
          <ac:spMkLst>
            <pc:docMk/>
            <pc:sldMk cId="2825207532" sldId="2554"/>
            <ac:spMk id="79" creationId="{3C2387C9-F771-506F-9E2E-CCBEEF4BA503}"/>
          </ac:spMkLst>
        </pc:spChg>
        <pc:spChg chg="add mod">
          <ac:chgData name="Owais Ahmed" userId="6abc7d4556b3b071" providerId="LiveId" clId="{3F06DB97-3AEE-4F7C-A79E-A7936B34F82A}" dt="2023-07-31T17:32:54.946" v="4115" actId="164"/>
          <ac:spMkLst>
            <pc:docMk/>
            <pc:sldMk cId="2825207532" sldId="2554"/>
            <ac:spMk id="80" creationId="{5C587C7D-B09D-9D8F-89CC-50A0DEDA1FBF}"/>
          </ac:spMkLst>
        </pc:spChg>
        <pc:grpChg chg="add del mod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4" creationId="{6AB9D502-BD4B-886A-20B9-727281934883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13" creationId="{0F418315-9F02-C6E4-D682-54610C2951EA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14" creationId="{F63CEC76-2FDC-23B7-4BA5-D600BFCE0D28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17" creationId="{DF91BE5D-4A90-7453-5A7C-869D410BD796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0" creationId="{645A562A-E40D-D4F4-6F54-4C865E43ED02}"/>
          </ac:grpSpMkLst>
        </pc:grpChg>
        <pc:grpChg chg="del mod topLvl">
          <ac:chgData name="Owais Ahmed" userId="6abc7d4556b3b071" providerId="LiveId" clId="{3F06DB97-3AEE-4F7C-A79E-A7936B34F82A}" dt="2023-07-31T17:22:34.245" v="3697" actId="165"/>
          <ac:grpSpMkLst>
            <pc:docMk/>
            <pc:sldMk cId="2825207532" sldId="2554"/>
            <ac:grpSpMk id="23" creationId="{36250A50-760D-1FA0-A8EA-65D27405BDC9}"/>
          </ac:grpSpMkLst>
        </pc:grpChg>
        <pc:grpChg chg="del mod topLvl">
          <ac:chgData name="Owais Ahmed" userId="6abc7d4556b3b071" providerId="LiveId" clId="{3F06DB97-3AEE-4F7C-A79E-A7936B34F82A}" dt="2023-07-31T17:22:09.548" v="3694" actId="478"/>
          <ac:grpSpMkLst>
            <pc:docMk/>
            <pc:sldMk cId="2825207532" sldId="2554"/>
            <ac:grpSpMk id="29" creationId="{34AAF957-E0E0-C211-D98D-A222794E545F}"/>
          </ac:grpSpMkLst>
        </pc:grpChg>
        <pc:grpChg chg="del">
          <ac:chgData name="Owais Ahmed" userId="6abc7d4556b3b071" providerId="LiveId" clId="{3F06DB97-3AEE-4F7C-A79E-A7936B34F82A}" dt="2023-07-31T17:20:58.116" v="3683" actId="478"/>
          <ac:grpSpMkLst>
            <pc:docMk/>
            <pc:sldMk cId="2825207532" sldId="2554"/>
            <ac:grpSpMk id="34" creationId="{AD73DCB8-173C-413D-F76C-212E811DAAF1}"/>
          </ac:grpSpMkLst>
        </pc:grpChg>
        <pc:grpChg chg="del mod">
          <ac:chgData name="Owais Ahmed" userId="6abc7d4556b3b071" providerId="LiveId" clId="{3F06DB97-3AEE-4F7C-A79E-A7936B34F82A}" dt="2023-07-31T17:21:54.469" v="3693" actId="165"/>
          <ac:grpSpMkLst>
            <pc:docMk/>
            <pc:sldMk cId="2825207532" sldId="2554"/>
            <ac:grpSpMk id="36" creationId="{7AB201C6-2D82-4ED0-9104-F7FFA453EED6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42" creationId="{B53A9A78-5032-4C91-F36D-FC661EA4E330}"/>
          </ac:grpSpMkLst>
        </pc:grpChg>
        <pc:grpChg chg="add del mod">
          <ac:chgData name="Owais Ahmed" userId="6abc7d4556b3b071" providerId="LiveId" clId="{3F06DB97-3AEE-4F7C-A79E-A7936B34F82A}" dt="2023-07-31T17:27:37.167" v="3879" actId="478"/>
          <ac:grpSpMkLst>
            <pc:docMk/>
            <pc:sldMk cId="2825207532" sldId="2554"/>
            <ac:grpSpMk id="53" creationId="{1751A494-2636-C533-F4A9-D65D0EEB52D6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66" creationId="{AFE328ED-CF99-6348-B56A-27B46BEAFE28}"/>
          </ac:grpSpMkLst>
        </pc:grpChg>
        <pc:grpChg chg="add mod">
          <ac:chgData name="Owais Ahmed" userId="6abc7d4556b3b071" providerId="LiveId" clId="{3F06DB97-3AEE-4F7C-A79E-A7936B34F82A}" dt="2023-07-31T17:32:42.404" v="4112" actId="164"/>
          <ac:grpSpMkLst>
            <pc:docMk/>
            <pc:sldMk cId="2825207532" sldId="2554"/>
            <ac:grpSpMk id="81" creationId="{F263E04B-9D9C-CD25-BFC6-DB08A2ABB0D1}"/>
          </ac:grpSpMkLst>
        </pc:grpChg>
        <pc:grpChg chg="add mod">
          <ac:chgData name="Owais Ahmed" userId="6abc7d4556b3b071" providerId="LiveId" clId="{3F06DB97-3AEE-4F7C-A79E-A7936B34F82A}" dt="2023-07-31T17:32:46.266" v="4113" actId="164"/>
          <ac:grpSpMkLst>
            <pc:docMk/>
            <pc:sldMk cId="2825207532" sldId="2554"/>
            <ac:grpSpMk id="82" creationId="{F54C775F-C841-881E-2224-C24567C33621}"/>
          </ac:grpSpMkLst>
        </pc:grpChg>
        <pc:grpChg chg="add mod">
          <ac:chgData name="Owais Ahmed" userId="6abc7d4556b3b071" providerId="LiveId" clId="{3F06DB97-3AEE-4F7C-A79E-A7936B34F82A}" dt="2023-07-31T17:32:50.491" v="4114" actId="164"/>
          <ac:grpSpMkLst>
            <pc:docMk/>
            <pc:sldMk cId="2825207532" sldId="2554"/>
            <ac:grpSpMk id="83" creationId="{926BD650-D5E7-6961-F0E9-27F6B7E05DCF}"/>
          </ac:grpSpMkLst>
        </pc:grpChg>
        <pc:grpChg chg="add mod">
          <ac:chgData name="Owais Ahmed" userId="6abc7d4556b3b071" providerId="LiveId" clId="{3F06DB97-3AEE-4F7C-A79E-A7936B34F82A}" dt="2023-07-31T17:32:54.946" v="4115" actId="164"/>
          <ac:grpSpMkLst>
            <pc:docMk/>
            <pc:sldMk cId="2825207532" sldId="2554"/>
            <ac:grpSpMk id="84" creationId="{51E1D58F-B8D7-B598-0421-CCDBA5F774FA}"/>
          </ac:grpSpMkLst>
        </pc:grp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7:20:58.116" v="3683" actId="478"/>
          <ac:cxnSpMkLst>
            <pc:docMk/>
            <pc:sldMk cId="2825207532" sldId="2554"/>
            <ac:cxnSpMk id="11" creationId="{607ECEBC-A1CA-3D16-2BF7-4B5EB584B7D5}"/>
          </ac:cxnSpMkLst>
        </pc:cxnChg>
        <pc:cxnChg chg="del mod">
          <ac:chgData name="Owais Ahmed" userId="6abc7d4556b3b071" providerId="LiveId" clId="{3F06DB97-3AEE-4F7C-A79E-A7936B34F82A}" dt="2023-07-31T17:21:08.219" v="3689" actId="478"/>
          <ac:cxnSpMkLst>
            <pc:docMk/>
            <pc:sldMk cId="2825207532" sldId="2554"/>
            <ac:cxnSpMk id="32" creationId="{D70EC980-4E28-A408-E33F-C1B2B14A6591}"/>
          </ac:cxnSpMkLst>
        </pc:cxnChg>
      </pc:sldChg>
      <pc:sldChg chg="addSp delSp modSp add mod modAnim">
        <pc:chgData name="Owais Ahmed" userId="6abc7d4556b3b071" providerId="LiveId" clId="{3F06DB97-3AEE-4F7C-A79E-A7936B34F82A}" dt="2023-07-31T17:43:37.145" v="4669"/>
        <pc:sldMkLst>
          <pc:docMk/>
          <pc:sldMk cId="624121127" sldId="2555"/>
        </pc:sldMkLst>
        <pc:spChg chg="mod">
          <ac:chgData name="Owais Ahmed" userId="6abc7d4556b3b071" providerId="LiveId" clId="{3F06DB97-3AEE-4F7C-A79E-A7936B34F82A}" dt="2023-07-31T17:40:57.155" v="4626" actId="27636"/>
          <ac:spMkLst>
            <pc:docMk/>
            <pc:sldMk cId="624121127" sldId="2555"/>
            <ac:spMk id="3" creationId="{4A1C0383-58FE-E486-295E-B33B8683B938}"/>
          </ac:spMkLst>
        </pc:spChg>
        <pc:spChg chg="add mod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5" creationId="{B363AC71-9ED9-E66C-37A9-2D00263E3FF0}"/>
          </ac:spMkLst>
        </pc:spChg>
        <pc:spChg chg="del mod topLvl">
          <ac:chgData name="Owais Ahmed" userId="6abc7d4556b3b071" providerId="LiveId" clId="{3F06DB97-3AEE-4F7C-A79E-A7936B34F82A}" dt="2023-07-31T17:40:12.948" v="4614" actId="478"/>
          <ac:spMkLst>
            <pc:docMk/>
            <pc:sldMk cId="624121127" sldId="2555"/>
            <ac:spMk id="6" creationId="{C2DAB1C7-1E85-9A11-AF4F-BA89CE87BA18}"/>
          </ac:spMkLst>
        </pc:spChg>
        <pc:spChg chg="mod topLvl">
          <ac:chgData name="Owais Ahmed" userId="6abc7d4556b3b071" providerId="LiveId" clId="{3F06DB97-3AEE-4F7C-A79E-A7936B34F82A}" dt="2023-07-31T17:43:30.760" v="4668" actId="164"/>
          <ac:spMkLst>
            <pc:docMk/>
            <pc:sldMk cId="624121127" sldId="2555"/>
            <ac:spMk id="102" creationId="{23801FBC-8A21-DAA2-95F5-A8E7D6FBF15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5" creationId="{99BDCAF8-DC93-D572-DA16-2806C9F7C9AA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6" creationId="{B546095E-991E-3289-F2C0-8A1D76A45A21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7" creationId="{6B2686BC-A613-FF11-6A9D-EB36234DC16C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8" creationId="{53D4C431-E0BC-789B-88D3-F5D796F20A12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09" creationId="{3F6084E0-54E9-C827-0F8B-8E96A7C761DD}"/>
          </ac:spMkLst>
        </pc:spChg>
        <pc:spChg chg="mod">
          <ac:chgData name="Owais Ahmed" userId="6abc7d4556b3b071" providerId="LiveId" clId="{3F06DB97-3AEE-4F7C-A79E-A7936B34F82A}" dt="2023-07-31T17:40:00.602" v="4608" actId="165"/>
          <ac:spMkLst>
            <pc:docMk/>
            <pc:sldMk cId="624121127" sldId="2555"/>
            <ac:spMk id="110" creationId="{AB36B28D-39A8-55B6-60B3-85B767EC94FB}"/>
          </ac:spMkLst>
        </pc:spChg>
        <pc:grpChg chg="add mod">
          <ac:chgData name="Owais Ahmed" userId="6abc7d4556b3b071" providerId="LiveId" clId="{3F06DB97-3AEE-4F7C-A79E-A7936B34F82A}" dt="2023-07-31T17:43:30.760" v="4668" actId="164"/>
          <ac:grpSpMkLst>
            <pc:docMk/>
            <pc:sldMk cId="624121127" sldId="2555"/>
            <ac:grpSpMk id="13" creationId="{4C6AAE8F-5E6F-EA60-244D-FFB6278715AD}"/>
          </ac:grpSpMkLst>
        </pc:grpChg>
        <pc:grpChg chg="del mod">
          <ac:chgData name="Owais Ahmed" userId="6abc7d4556b3b071" providerId="LiveId" clId="{3F06DB97-3AEE-4F7C-A79E-A7936B34F82A}" dt="2023-07-31T17:40:00.602" v="4608" actId="165"/>
          <ac:grpSpMkLst>
            <pc:docMk/>
            <pc:sldMk cId="624121127" sldId="2555"/>
            <ac:grpSpMk id="14" creationId="{6D373018-1D02-897E-145C-1A033D391303}"/>
          </ac:grpSpMkLst>
        </pc:grpChg>
        <pc:grpChg chg="del mod topLvl">
          <ac:chgData name="Owais Ahmed" userId="6abc7d4556b3b071" providerId="LiveId" clId="{3F06DB97-3AEE-4F7C-A79E-A7936B34F82A}" dt="2023-07-31T17:40:06.341" v="4611" actId="478"/>
          <ac:grpSpMkLst>
            <pc:docMk/>
            <pc:sldMk cId="624121127" sldId="2555"/>
            <ac:grpSpMk id="98" creationId="{A0382DBE-F9FC-2531-34AD-F3E7EACF5F1E}"/>
          </ac:grpSpMkLst>
        </pc:grpChg>
        <pc:grpChg chg="del mod topLvl">
          <ac:chgData name="Owais Ahmed" userId="6abc7d4556b3b071" providerId="LiveId" clId="{3F06DB97-3AEE-4F7C-A79E-A7936B34F82A}" dt="2023-07-31T17:40:05.415" v="4610" actId="478"/>
          <ac:grpSpMkLst>
            <pc:docMk/>
            <pc:sldMk cId="624121127" sldId="2555"/>
            <ac:grpSpMk id="99" creationId="{68C80BCA-12DB-C5D9-6600-C4CDDB76037E}"/>
          </ac:grpSpMkLst>
        </pc:grpChg>
        <pc:grpChg chg="del mod topLvl">
          <ac:chgData name="Owais Ahmed" userId="6abc7d4556b3b071" providerId="LiveId" clId="{3F06DB97-3AEE-4F7C-A79E-A7936B34F82A}" dt="2023-07-31T17:40:04.550" v="4609" actId="478"/>
          <ac:grpSpMkLst>
            <pc:docMk/>
            <pc:sldMk cId="624121127" sldId="2555"/>
            <ac:grpSpMk id="100" creationId="{FA821C4E-B9F1-21C3-458F-B7B324C1F817}"/>
          </ac:grpSpMkLst>
        </pc:grpChg>
        <pc:graphicFrameChg chg="add mod modGraphic">
          <ac:chgData name="Owais Ahmed" userId="6abc7d4556b3b071" providerId="LiveId" clId="{3F06DB97-3AEE-4F7C-A79E-A7936B34F82A}" dt="2023-07-31T17:43:30.760" v="4668" actId="164"/>
          <ac:graphicFrameMkLst>
            <pc:docMk/>
            <pc:sldMk cId="624121127" sldId="2555"/>
            <ac:graphicFrameMk id="4" creationId="{7F589E16-899F-75A2-8538-EFFBE216C9C1}"/>
          </ac:graphicFrameMkLst>
        </pc:graphicFrameChg>
        <pc:cxnChg chg="del mod topLvl">
          <ac:chgData name="Owais Ahmed" userId="6abc7d4556b3b071" providerId="LiveId" clId="{3F06DB97-3AEE-4F7C-A79E-A7936B34F82A}" dt="2023-07-31T17:40:10.841" v="4612" actId="478"/>
          <ac:cxnSpMkLst>
            <pc:docMk/>
            <pc:sldMk cId="624121127" sldId="2555"/>
            <ac:cxnSpMk id="7" creationId="{657C45F0-67F1-A7FA-02BD-786D3D970CCC}"/>
          </ac:cxnSpMkLst>
        </pc:cxnChg>
        <pc:cxnChg chg="add del mod">
          <ac:chgData name="Owais Ahmed" userId="6abc7d4556b3b071" providerId="LiveId" clId="{3F06DB97-3AEE-4F7C-A79E-A7936B34F82A}" dt="2023-07-31T17:42:44.742" v="4656" actId="478"/>
          <ac:cxnSpMkLst>
            <pc:docMk/>
            <pc:sldMk cId="624121127" sldId="2555"/>
            <ac:cxnSpMk id="9" creationId="{7C16B72A-508D-524C-2E88-876A803CCFAC}"/>
          </ac:cxnSpMkLst>
        </pc:cxnChg>
        <pc:cxnChg chg="add del">
          <ac:chgData name="Owais Ahmed" userId="6abc7d4556b3b071" providerId="LiveId" clId="{3F06DB97-3AEE-4F7C-A79E-A7936B34F82A}" dt="2023-07-31T17:42:31.945" v="4652" actId="478"/>
          <ac:cxnSpMkLst>
            <pc:docMk/>
            <pc:sldMk cId="624121127" sldId="2555"/>
            <ac:cxnSpMk id="12" creationId="{9E42FA83-69BA-3448-F9D6-36A92ACF2085}"/>
          </ac:cxnSpMkLst>
        </pc:cxnChg>
        <pc:cxnChg chg="del mod topLvl">
          <ac:chgData name="Owais Ahmed" userId="6abc7d4556b3b071" providerId="LiveId" clId="{3F06DB97-3AEE-4F7C-A79E-A7936B34F82A}" dt="2023-07-31T17:40:45.902" v="4621" actId="478"/>
          <ac:cxnSpMkLst>
            <pc:docMk/>
            <pc:sldMk cId="624121127" sldId="2555"/>
            <ac:cxnSpMk id="118" creationId="{E218D9EB-E58D-166C-8764-794115FE12E4}"/>
          </ac:cxnSpMkLst>
        </pc:cxnChg>
      </pc:sldChg>
      <pc:sldChg chg="delSp modSp add mod delAnim modAnim">
        <pc:chgData name="Owais Ahmed" userId="6abc7d4556b3b071" providerId="LiveId" clId="{3F06DB97-3AEE-4F7C-A79E-A7936B34F82A}" dt="2023-07-31T18:22:29.974" v="5359" actId="20577"/>
        <pc:sldMkLst>
          <pc:docMk/>
          <pc:sldMk cId="2558064682" sldId="2556"/>
        </pc:sldMkLst>
        <pc:spChg chg="mod">
          <ac:chgData name="Owais Ahmed" userId="6abc7d4556b3b071" providerId="LiveId" clId="{3F06DB97-3AEE-4F7C-A79E-A7936B34F82A}" dt="2023-07-31T18:22:29.974" v="5359" actId="20577"/>
          <ac:spMkLst>
            <pc:docMk/>
            <pc:sldMk cId="2558064682" sldId="2556"/>
            <ac:spMk id="3" creationId="{4A1C0383-58FE-E486-295E-B33B8683B938}"/>
          </ac:spMkLst>
        </pc:spChg>
        <pc:spChg chg="mod">
          <ac:chgData name="Owais Ahmed" userId="6abc7d4556b3b071" providerId="LiveId" clId="{3F06DB97-3AEE-4F7C-A79E-A7936B34F82A}" dt="2023-07-31T17:44:23.559" v="4681" actId="20577"/>
          <ac:spMkLst>
            <pc:docMk/>
            <pc:sldMk cId="2558064682" sldId="2556"/>
            <ac:spMk id="215" creationId="{00000000-0000-0000-0000-000000000000}"/>
          </ac:spMkLst>
        </pc:spChg>
        <pc:grpChg chg="del">
          <ac:chgData name="Owais Ahmed" userId="6abc7d4556b3b071" providerId="LiveId" clId="{3F06DB97-3AEE-4F7C-A79E-A7936B34F82A}" dt="2023-07-31T18:00:34.463" v="4815" actId="478"/>
          <ac:grpSpMkLst>
            <pc:docMk/>
            <pc:sldMk cId="2558064682" sldId="2556"/>
            <ac:grpSpMk id="14" creationId="{6D373018-1D02-897E-145C-1A033D391303}"/>
          </ac:grpSpMkLst>
        </pc:grp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7" creationId="{657C45F0-67F1-A7FA-02BD-786D3D970CCC}"/>
          </ac:cxnSpMkLst>
        </pc:cxnChg>
        <pc:cxnChg chg="mod">
          <ac:chgData name="Owais Ahmed" userId="6abc7d4556b3b071" providerId="LiveId" clId="{3F06DB97-3AEE-4F7C-A79E-A7936B34F82A}" dt="2023-07-31T18:00:34.463" v="4815" actId="478"/>
          <ac:cxnSpMkLst>
            <pc:docMk/>
            <pc:sldMk cId="2558064682" sldId="2556"/>
            <ac:cxnSpMk id="118" creationId="{E218D9EB-E58D-166C-8764-794115FE12E4}"/>
          </ac:cxnSpMkLst>
        </pc:cxnChg>
      </pc:sldChg>
      <pc:sldChg chg="modSp add mod modAnim">
        <pc:chgData name="Owais Ahmed" userId="6abc7d4556b3b071" providerId="LiveId" clId="{3F06DB97-3AEE-4F7C-A79E-A7936B34F82A}" dt="2023-07-31T19:00:13.581" v="6207" actId="20577"/>
        <pc:sldMkLst>
          <pc:docMk/>
          <pc:sldMk cId="296501705" sldId="2557"/>
        </pc:sldMkLst>
        <pc:spChg chg="mod">
          <ac:chgData name="Owais Ahmed" userId="6abc7d4556b3b071" providerId="LiveId" clId="{3F06DB97-3AEE-4F7C-A79E-A7936B34F82A}" dt="2023-07-31T19:00:13.581" v="6207" actId="20577"/>
          <ac:spMkLst>
            <pc:docMk/>
            <pc:sldMk cId="296501705" sldId="2557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121F522D-F26C-4013-A2DF-2A6E836927F8}"/>
    <pc:docChg chg="custSel delSld modSld">
      <pc:chgData name="Owais Ahmed" userId="6abc7d4556b3b071" providerId="LiveId" clId="{121F522D-F26C-4013-A2DF-2A6E836927F8}" dt="2023-10-04T10:40:48.401" v="895" actId="47"/>
      <pc:docMkLst>
        <pc:docMk/>
      </pc:docMkLst>
      <pc:sldChg chg="modSp mod">
        <pc:chgData name="Owais Ahmed" userId="6abc7d4556b3b071" providerId="LiveId" clId="{121F522D-F26C-4013-A2DF-2A6E836927F8}" dt="2023-10-04T10:22:52.379" v="31" actId="20577"/>
        <pc:sldMkLst>
          <pc:docMk/>
          <pc:sldMk cId="1649098948" sldId="2462"/>
        </pc:sldMkLst>
        <pc:spChg chg="mod">
          <ac:chgData name="Owais Ahmed" userId="6abc7d4556b3b071" providerId="LiveId" clId="{121F522D-F26C-4013-A2DF-2A6E836927F8}" dt="2023-10-04T10:22:52.379" v="3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121F522D-F26C-4013-A2DF-2A6E836927F8}" dt="2023-10-04T10:31:43.246" v="889" actId="20577"/>
        <pc:sldMkLst>
          <pc:docMk/>
          <pc:sldMk cId="296501705" sldId="2557"/>
        </pc:sldMkLst>
        <pc:spChg chg="mod">
          <ac:chgData name="Owais Ahmed" userId="6abc7d4556b3b071" providerId="LiveId" clId="{121F522D-F26C-4013-A2DF-2A6E836927F8}" dt="2023-10-04T10:31:43.246" v="889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121F522D-F26C-4013-A2DF-2A6E836927F8}" dt="2023-10-04T10:24:28.472" v="5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434899577" sldId="2558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699905756" sldId="2559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653031371" sldId="2560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224988690" sldId="2561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132273384" sldId="2562"/>
        </pc:sldMkLst>
      </pc:sldChg>
      <pc:sldChg chg="del">
        <pc:chgData name="Owais Ahmed" userId="6abc7d4556b3b071" providerId="LiveId" clId="{121F522D-F26C-4013-A2DF-2A6E836927F8}" dt="2023-10-04T10:40:26.628" v="890" actId="47"/>
        <pc:sldMkLst>
          <pc:docMk/>
          <pc:sldMk cId="3330436801" sldId="256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325755899" sldId="2564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2136095335" sldId="2565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786819306" sldId="2566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120982729" sldId="2568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259772413" sldId="2569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45547534" sldId="2570"/>
        </pc:sldMkLst>
      </pc:sldChg>
      <pc:sldChg chg="del">
        <pc:chgData name="Owais Ahmed" userId="6abc7d4556b3b071" providerId="LiveId" clId="{121F522D-F26C-4013-A2DF-2A6E836927F8}" dt="2023-10-04T10:40:48.401" v="895" actId="47"/>
        <pc:sldMkLst>
          <pc:docMk/>
          <pc:sldMk cId="2705189823" sldId="2571"/>
        </pc:sldMkLst>
      </pc:sldChg>
      <pc:sldChg chg="del">
        <pc:chgData name="Owais Ahmed" userId="6abc7d4556b3b071" providerId="LiveId" clId="{121F522D-F26C-4013-A2DF-2A6E836927F8}" dt="2023-10-04T10:40:45.936" v="894" actId="47"/>
        <pc:sldMkLst>
          <pc:docMk/>
          <pc:sldMk cId="195981011" sldId="2572"/>
        </pc:sldMkLst>
      </pc:sldChg>
      <pc:sldChg chg="del">
        <pc:chgData name="Owais Ahmed" userId="6abc7d4556b3b071" providerId="LiveId" clId="{121F522D-F26C-4013-A2DF-2A6E836927F8}" dt="2023-10-04T10:40:44.784" v="893" actId="47"/>
        <pc:sldMkLst>
          <pc:docMk/>
          <pc:sldMk cId="3050182891" sldId="2573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835063850" sldId="2578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150925741" sldId="2579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3164841762" sldId="2580"/>
        </pc:sldMkLst>
      </pc:sldChg>
      <pc:sldChg chg="del">
        <pc:chgData name="Owais Ahmed" userId="6abc7d4556b3b071" providerId="LiveId" clId="{121F522D-F26C-4013-A2DF-2A6E836927F8}" dt="2023-10-04T10:40:30.474" v="891" actId="47"/>
        <pc:sldMkLst>
          <pc:docMk/>
          <pc:sldMk cId="4253636147" sldId="2581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684752333" sldId="2582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13204764" sldId="2584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3970414602" sldId="2585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85914733" sldId="2586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1201433262" sldId="2587"/>
        </pc:sldMkLst>
      </pc:sldChg>
      <pc:sldChg chg="del">
        <pc:chgData name="Owais Ahmed" userId="6abc7d4556b3b071" providerId="LiveId" clId="{121F522D-F26C-4013-A2DF-2A6E836927F8}" dt="2023-10-04T10:40:34.565" v="892" actId="47"/>
        <pc:sldMkLst>
          <pc:docMk/>
          <pc:sldMk cId="2208228190" sldId="2588"/>
        </pc:sldMkLst>
      </pc:sldChg>
    </pc:docChg>
  </pc:docChgLst>
  <pc:docChgLst>
    <pc:chgData name="Owais Ahmed" userId="6abc7d4556b3b071" providerId="LiveId" clId="{8CBEAB62-A728-450D-B4C0-9368924550F8}"/>
    <pc:docChg chg="undo redo custSel addSld delSld modSld sldOrd">
      <pc:chgData name="Owais Ahmed" userId="6abc7d4556b3b071" providerId="LiveId" clId="{8CBEAB62-A728-450D-B4C0-9368924550F8}" dt="2023-08-07T07:34:47.032" v="13823" actId="20577"/>
      <pc:docMkLst>
        <pc:docMk/>
      </pc:docMkLst>
      <pc:sldChg chg="modSp mod">
        <pc:chgData name="Owais Ahmed" userId="6abc7d4556b3b071" providerId="LiveId" clId="{8CBEAB62-A728-450D-B4C0-9368924550F8}" dt="2023-08-07T05:38:45.243" v="9660" actId="20577"/>
        <pc:sldMkLst>
          <pc:docMk/>
          <pc:sldMk cId="1649098948" sldId="2462"/>
        </pc:sldMkLst>
        <pc:spChg chg="mod">
          <ac:chgData name="Owais Ahmed" userId="6abc7d4556b3b071" providerId="LiveId" clId="{8CBEAB62-A728-450D-B4C0-9368924550F8}" dt="2023-08-07T05:38:45.243" v="9660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del">
        <pc:chgData name="Owais Ahmed" userId="6abc7d4556b3b071" providerId="LiveId" clId="{8CBEAB62-A728-450D-B4C0-9368924550F8}" dt="2023-08-03T10:08:48.107" v="0" actId="47"/>
        <pc:sldMkLst>
          <pc:docMk/>
          <pc:sldMk cId="641030253" sldId="2479"/>
        </pc:sldMkLst>
      </pc:sldChg>
      <pc:sldChg chg="del">
        <pc:chgData name="Owais Ahmed" userId="6abc7d4556b3b071" providerId="LiveId" clId="{8CBEAB62-A728-450D-B4C0-9368924550F8}" dt="2023-08-03T10:08:49.896" v="2" actId="47"/>
        <pc:sldMkLst>
          <pc:docMk/>
          <pc:sldMk cId="3265271046" sldId="2505"/>
        </pc:sldMkLst>
      </pc:sldChg>
      <pc:sldChg chg="del">
        <pc:chgData name="Owais Ahmed" userId="6abc7d4556b3b071" providerId="LiveId" clId="{8CBEAB62-A728-450D-B4C0-9368924550F8}" dt="2023-08-03T10:08:54.099" v="5" actId="47"/>
        <pc:sldMkLst>
          <pc:docMk/>
          <pc:sldMk cId="2519732872" sldId="2507"/>
        </pc:sldMkLst>
      </pc:sldChg>
      <pc:sldChg chg="del">
        <pc:chgData name="Owais Ahmed" userId="6abc7d4556b3b071" providerId="LiveId" clId="{8CBEAB62-A728-450D-B4C0-9368924550F8}" dt="2023-08-03T10:08:58.705" v="11" actId="47"/>
        <pc:sldMkLst>
          <pc:docMk/>
          <pc:sldMk cId="64818802" sldId="2511"/>
        </pc:sldMkLst>
      </pc:sldChg>
      <pc:sldChg chg="del">
        <pc:chgData name="Owais Ahmed" userId="6abc7d4556b3b071" providerId="LiveId" clId="{8CBEAB62-A728-450D-B4C0-9368924550F8}" dt="2023-08-03T10:08:48.871" v="1" actId="47"/>
        <pc:sldMkLst>
          <pc:docMk/>
          <pc:sldMk cId="2990752692" sldId="2547"/>
        </pc:sldMkLst>
      </pc:sldChg>
      <pc:sldChg chg="del">
        <pc:chgData name="Owais Ahmed" userId="6abc7d4556b3b071" providerId="LiveId" clId="{8CBEAB62-A728-450D-B4C0-9368924550F8}" dt="2023-08-03T10:08:51.118" v="3" actId="47"/>
        <pc:sldMkLst>
          <pc:docMk/>
          <pc:sldMk cId="3485698213" sldId="2548"/>
        </pc:sldMkLst>
      </pc:sldChg>
      <pc:sldChg chg="del">
        <pc:chgData name="Owais Ahmed" userId="6abc7d4556b3b071" providerId="LiveId" clId="{8CBEAB62-A728-450D-B4C0-9368924550F8}" dt="2023-08-03T10:08:58.442" v="10" actId="47"/>
        <pc:sldMkLst>
          <pc:docMk/>
          <pc:sldMk cId="3738101922" sldId="2549"/>
        </pc:sldMkLst>
      </pc:sldChg>
      <pc:sldChg chg="del">
        <pc:chgData name="Owais Ahmed" userId="6abc7d4556b3b071" providerId="LiveId" clId="{8CBEAB62-A728-450D-B4C0-9368924550F8}" dt="2023-08-03T10:08:51.709" v="4" actId="47"/>
        <pc:sldMkLst>
          <pc:docMk/>
          <pc:sldMk cId="821949743" sldId="2550"/>
        </pc:sldMkLst>
      </pc:sldChg>
      <pc:sldChg chg="del">
        <pc:chgData name="Owais Ahmed" userId="6abc7d4556b3b071" providerId="LiveId" clId="{8CBEAB62-A728-450D-B4C0-9368924550F8}" dt="2023-08-03T10:08:54.738" v="6" actId="47"/>
        <pc:sldMkLst>
          <pc:docMk/>
          <pc:sldMk cId="2619033452" sldId="2552"/>
        </pc:sldMkLst>
      </pc:sldChg>
      <pc:sldChg chg="del">
        <pc:chgData name="Owais Ahmed" userId="6abc7d4556b3b071" providerId="LiveId" clId="{8CBEAB62-A728-450D-B4C0-9368924550F8}" dt="2023-08-03T10:09:01.546" v="12" actId="47"/>
        <pc:sldMkLst>
          <pc:docMk/>
          <pc:sldMk cId="2942372078" sldId="2553"/>
        </pc:sldMkLst>
      </pc:sldChg>
      <pc:sldChg chg="del">
        <pc:chgData name="Owais Ahmed" userId="6abc7d4556b3b071" providerId="LiveId" clId="{8CBEAB62-A728-450D-B4C0-9368924550F8}" dt="2023-08-03T10:08:56.553" v="7" actId="47"/>
        <pc:sldMkLst>
          <pc:docMk/>
          <pc:sldMk cId="2825207532" sldId="2554"/>
        </pc:sldMkLst>
      </pc:sldChg>
      <pc:sldChg chg="del">
        <pc:chgData name="Owais Ahmed" userId="6abc7d4556b3b071" providerId="LiveId" clId="{8CBEAB62-A728-450D-B4C0-9368924550F8}" dt="2023-08-03T10:08:57.053" v="8" actId="47"/>
        <pc:sldMkLst>
          <pc:docMk/>
          <pc:sldMk cId="624121127" sldId="2555"/>
        </pc:sldMkLst>
      </pc:sldChg>
      <pc:sldChg chg="del">
        <pc:chgData name="Owais Ahmed" userId="6abc7d4556b3b071" providerId="LiveId" clId="{8CBEAB62-A728-450D-B4C0-9368924550F8}" dt="2023-08-03T10:08:57.362" v="9" actId="47"/>
        <pc:sldMkLst>
          <pc:docMk/>
          <pc:sldMk cId="2558064682" sldId="2556"/>
        </pc:sldMkLst>
      </pc:sldChg>
      <pc:sldChg chg="modSp mod modAnim">
        <pc:chgData name="Owais Ahmed" userId="6abc7d4556b3b071" providerId="LiveId" clId="{8CBEAB62-A728-450D-B4C0-9368924550F8}" dt="2023-08-03T10:14:28.598" v="650" actId="20577"/>
        <pc:sldMkLst>
          <pc:docMk/>
          <pc:sldMk cId="296501705" sldId="2557"/>
        </pc:sldMkLst>
        <pc:spChg chg="mod">
          <ac:chgData name="Owais Ahmed" userId="6abc7d4556b3b071" providerId="LiveId" clId="{8CBEAB62-A728-450D-B4C0-9368924550F8}" dt="2023-08-03T10:14:28.598" v="650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0:23.107" v="133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addSp delSp modSp add mod modAnim">
        <pc:chgData name="Owais Ahmed" userId="6abc7d4556b3b071" providerId="LiveId" clId="{8CBEAB62-A728-450D-B4C0-9368924550F8}" dt="2023-08-03T10:23:19.045" v="1515" actId="20577"/>
        <pc:sldMkLst>
          <pc:docMk/>
          <pc:sldMk cId="3909667495" sldId="2558"/>
        </pc:sldMkLst>
        <pc:spChg chg="mod">
          <ac:chgData name="Owais Ahmed" userId="6abc7d4556b3b071" providerId="LiveId" clId="{8CBEAB62-A728-450D-B4C0-9368924550F8}" dt="2023-08-03T10:23:19.045" v="1515" actId="20577"/>
          <ac:spMkLst>
            <pc:docMk/>
            <pc:sldMk cId="3909667495" sldId="2558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14:53.205" v="670" actId="20577"/>
          <ac:spMkLst>
            <pc:docMk/>
            <pc:sldMk cId="3909667495" sldId="2558"/>
            <ac:spMk id="215" creationId="{00000000-0000-0000-0000-000000000000}"/>
          </ac:spMkLst>
        </pc:spChg>
        <pc:graphicFrameChg chg="add del mod modGraphic">
          <ac:chgData name="Owais Ahmed" userId="6abc7d4556b3b071" providerId="LiveId" clId="{8CBEAB62-A728-450D-B4C0-9368924550F8}" dt="2023-08-03T10:16:24.880" v="714"/>
          <ac:graphicFrameMkLst>
            <pc:docMk/>
            <pc:sldMk cId="3909667495" sldId="2558"/>
            <ac:graphicFrameMk id="4" creationId="{BE0AA433-9378-AF9E-782E-620452E3190F}"/>
          </ac:graphicFrameMkLst>
        </pc:graphicFrameChg>
        <pc:graphicFrameChg chg="add mod modGraphic">
          <ac:chgData name="Owais Ahmed" userId="6abc7d4556b3b071" providerId="LiveId" clId="{8CBEAB62-A728-450D-B4C0-9368924550F8}" dt="2023-08-03T10:20:03.477" v="1049" actId="20577"/>
          <ac:graphicFrameMkLst>
            <pc:docMk/>
            <pc:sldMk cId="3909667495" sldId="2558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0:36.991" v="1910" actId="20577"/>
        <pc:sldMkLst>
          <pc:docMk/>
          <pc:sldMk cId="3856755703" sldId="2559"/>
        </pc:sldMkLst>
        <pc:spChg chg="mod">
          <ac:chgData name="Owais Ahmed" userId="6abc7d4556b3b071" providerId="LiveId" clId="{8CBEAB62-A728-450D-B4C0-9368924550F8}" dt="2023-08-03T10:30:36.991" v="1910" actId="20577"/>
          <ac:spMkLst>
            <pc:docMk/>
            <pc:sldMk cId="3856755703" sldId="2559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3T10:27:31.609" v="1654" actId="20577"/>
          <ac:spMkLst>
            <pc:docMk/>
            <pc:sldMk cId="3856755703" sldId="2559"/>
            <ac:spMk id="215" creationId="{00000000-0000-0000-0000-000000000000}"/>
          </ac:spMkLst>
        </pc:spChg>
        <pc:graphicFrameChg chg="del">
          <ac:chgData name="Owais Ahmed" userId="6abc7d4556b3b071" providerId="LiveId" clId="{8CBEAB62-A728-450D-B4C0-9368924550F8}" dt="2023-08-03T10:23:56.017" v="1543" actId="478"/>
          <ac:graphicFrameMkLst>
            <pc:docMk/>
            <pc:sldMk cId="3856755703" sldId="2559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3T10:32:58.944" v="2352" actId="20577"/>
        <pc:sldMkLst>
          <pc:docMk/>
          <pc:sldMk cId="3846338403" sldId="2560"/>
        </pc:sldMkLst>
        <pc:spChg chg="mod">
          <ac:chgData name="Owais Ahmed" userId="6abc7d4556b3b071" providerId="LiveId" clId="{8CBEAB62-A728-450D-B4C0-9368924550F8}" dt="2023-08-03T10:32:58.944" v="2352" actId="20577"/>
          <ac:spMkLst>
            <pc:docMk/>
            <pc:sldMk cId="3846338403" sldId="2560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3T10:27:58.711" v="1656" actId="478"/>
          <ac:graphicFrameMkLst>
            <pc:docMk/>
            <pc:sldMk cId="3846338403" sldId="2560"/>
            <ac:graphicFrameMk id="5" creationId="{C244DA9B-A3BA-1738-3D3E-32FF339EF18B}"/>
          </ac:graphicFrameMkLst>
        </pc:graphicFrameChg>
      </pc:sldChg>
      <pc:sldChg chg="addSp modSp mod modAnim">
        <pc:chgData name="Owais Ahmed" userId="6abc7d4556b3b071" providerId="LiveId" clId="{8CBEAB62-A728-450D-B4C0-9368924550F8}" dt="2023-08-05T09:03:13.436" v="3610" actId="13926"/>
        <pc:sldMkLst>
          <pc:docMk/>
          <pc:sldMk cId="150925741" sldId="2563"/>
        </pc:sldMkLst>
        <pc:spChg chg="mod">
          <ac:chgData name="Owais Ahmed" userId="6abc7d4556b3b071" providerId="LiveId" clId="{8CBEAB62-A728-450D-B4C0-9368924550F8}" dt="2023-08-05T08:28:34.610" v="3322" actId="20577"/>
          <ac:spMkLst>
            <pc:docMk/>
            <pc:sldMk cId="150925741" sldId="2563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03:13.436" v="3610" actId="13926"/>
          <ac:graphicFrameMkLst>
            <pc:docMk/>
            <pc:sldMk cId="150925741" sldId="2563"/>
            <ac:graphicFrameMk id="4" creationId="{DE8A4CD6-FF35-8C96-FE48-73CE2E1F1C2C}"/>
          </ac:graphicFrameMkLst>
        </pc:graphicFrameChg>
        <pc:graphicFrameChg chg="mod modGraphic">
          <ac:chgData name="Owais Ahmed" userId="6abc7d4556b3b071" providerId="LiveId" clId="{8CBEAB62-A728-450D-B4C0-9368924550F8}" dt="2023-08-05T04:53:32.312" v="2388" actId="1076"/>
          <ac:graphicFrameMkLst>
            <pc:docMk/>
            <pc:sldMk cId="150925741" sldId="2563"/>
            <ac:graphicFrameMk id="5" creationId="{C244DA9B-A3BA-1738-3D3E-32FF339EF18B}"/>
          </ac:graphicFrameMkLst>
        </pc:graphicFrameChg>
      </pc:sldChg>
      <pc:sldChg chg="delSp modSp add mod delAnim modAnim">
        <pc:chgData name="Owais Ahmed" userId="6abc7d4556b3b071" providerId="LiveId" clId="{8CBEAB62-A728-450D-B4C0-9368924550F8}" dt="2023-08-05T08:59:22.071" v="3553" actId="14100"/>
        <pc:sldMkLst>
          <pc:docMk/>
          <pc:sldMk cId="3164841762" sldId="2564"/>
        </pc:sldMkLst>
        <pc:spChg chg="mod">
          <ac:chgData name="Owais Ahmed" userId="6abc7d4556b3b071" providerId="LiveId" clId="{8CBEAB62-A728-450D-B4C0-9368924550F8}" dt="2023-08-05T08:59:22.071" v="3553" actId="14100"/>
          <ac:spMkLst>
            <pc:docMk/>
            <pc:sldMk cId="3164841762" sldId="2564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5T07:45:06.498" v="2880" actId="478"/>
          <ac:graphicFrameMkLst>
            <pc:docMk/>
            <pc:sldMk cId="3164841762" sldId="2564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7:45:08.070" v="2881" actId="478"/>
          <ac:graphicFrameMkLst>
            <pc:docMk/>
            <pc:sldMk cId="3164841762" sldId="2564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7T05:01:57.294" v="8002" actId="14734"/>
        <pc:sldMkLst>
          <pc:docMk/>
          <pc:sldMk cId="4253636147" sldId="2565"/>
        </pc:sldMkLst>
        <pc:spChg chg="mod">
          <ac:chgData name="Owais Ahmed" userId="6abc7d4556b3b071" providerId="LiveId" clId="{8CBEAB62-A728-450D-B4C0-9368924550F8}" dt="2023-08-05T09:14:44.195" v="4442" actId="20577"/>
          <ac:spMkLst>
            <pc:docMk/>
            <pc:sldMk cId="4253636147" sldId="2565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5T09:11:11.405" v="4126" actId="1076"/>
          <ac:graphicFrameMkLst>
            <pc:docMk/>
            <pc:sldMk cId="4253636147" sldId="2565"/>
            <ac:graphicFrameMk id="4" creationId="{25FA11BA-519C-B8E9-CDB3-AA9CD3B98FEF}"/>
          </ac:graphicFrameMkLst>
        </pc:graphicFrameChg>
        <pc:graphicFrameChg chg="add mod modGraphic">
          <ac:chgData name="Owais Ahmed" userId="6abc7d4556b3b071" providerId="LiveId" clId="{8CBEAB62-A728-450D-B4C0-9368924550F8}" dt="2023-08-05T09:11:06.877" v="4125" actId="1076"/>
          <ac:graphicFrameMkLst>
            <pc:docMk/>
            <pc:sldMk cId="4253636147" sldId="2565"/>
            <ac:graphicFrameMk id="5" creationId="{15E67BFA-3F71-083A-67AB-20A715EDDA93}"/>
          </ac:graphicFrameMkLst>
        </pc:graphicFrameChg>
        <pc:graphicFrameChg chg="add mod modGraphic">
          <ac:chgData name="Owais Ahmed" userId="6abc7d4556b3b071" providerId="LiveId" clId="{8CBEAB62-A728-450D-B4C0-9368924550F8}" dt="2023-08-07T05:01:57.294" v="8002" actId="14734"/>
          <ac:graphicFrameMkLst>
            <pc:docMk/>
            <pc:sldMk cId="4253636147" sldId="2565"/>
            <ac:graphicFrameMk id="6" creationId="{A72532E0-504C-C01E-B6E3-3694F19349C0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7" creationId="{66AA3F57-762F-68A5-0A34-CD66595BB821}"/>
          </ac:graphicFrameMkLst>
        </pc:graphicFrameChg>
        <pc:graphicFrameChg chg="add mod modGraphic">
          <ac:chgData name="Owais Ahmed" userId="6abc7d4556b3b071" providerId="LiveId" clId="{8CBEAB62-A728-450D-B4C0-9368924550F8}" dt="2023-08-05T09:06:59.310" v="3828" actId="1076"/>
          <ac:graphicFrameMkLst>
            <pc:docMk/>
            <pc:sldMk cId="4253636147" sldId="2565"/>
            <ac:graphicFrameMk id="8" creationId="{ECBF95C7-FB59-5ADC-4F88-3702DC89CB47}"/>
          </ac:graphicFrameMkLst>
        </pc:graphicFrameChg>
      </pc:sldChg>
      <pc:sldChg chg="delSp modSp add mod ord delAnim modAnim">
        <pc:chgData name="Owais Ahmed" userId="6abc7d4556b3b071" providerId="LiveId" clId="{8CBEAB62-A728-450D-B4C0-9368924550F8}" dt="2023-08-05T09:43:07.618" v="5690" actId="20577"/>
        <pc:sldMkLst>
          <pc:docMk/>
          <pc:sldMk cId="2684752333" sldId="2566"/>
        </pc:sldMkLst>
        <pc:spChg chg="mod">
          <ac:chgData name="Owais Ahmed" userId="6abc7d4556b3b071" providerId="LiveId" clId="{8CBEAB62-A728-450D-B4C0-9368924550F8}" dt="2023-08-05T09:43:07.618" v="5690" actId="20577"/>
          <ac:spMkLst>
            <pc:docMk/>
            <pc:sldMk cId="2684752333" sldId="2566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5T09:13:42.819" v="4352" actId="20577"/>
          <ac:spMkLst>
            <pc:docMk/>
            <pc:sldMk cId="2684752333" sldId="2566"/>
            <ac:spMk id="215" creationId="{00000000-0000-0000-0000-000000000000}"/>
          </ac:spMkLst>
        </pc:spChg>
        <pc:graphicFrameChg chg="del modGraphic">
          <ac:chgData name="Owais Ahmed" userId="6abc7d4556b3b071" providerId="LiveId" clId="{8CBEAB62-A728-450D-B4C0-9368924550F8}" dt="2023-08-05T09:13:47.360" v="4355" actId="478"/>
          <ac:graphicFrameMkLst>
            <pc:docMk/>
            <pc:sldMk cId="2684752333" sldId="2566"/>
            <ac:graphicFrameMk id="4" creationId="{DE8A4CD6-FF35-8C96-FE48-73CE2E1F1C2C}"/>
          </ac:graphicFrameMkLst>
        </pc:graphicFrameChg>
        <pc:graphicFrameChg chg="del">
          <ac:chgData name="Owais Ahmed" userId="6abc7d4556b3b071" providerId="LiveId" clId="{8CBEAB62-A728-450D-B4C0-9368924550F8}" dt="2023-08-05T09:13:45.246" v="4353" actId="478"/>
          <ac:graphicFrameMkLst>
            <pc:docMk/>
            <pc:sldMk cId="2684752333" sldId="2566"/>
            <ac:graphicFrameMk id="5" creationId="{C244DA9B-A3BA-1738-3D3E-32FF339EF18B}"/>
          </ac:graphicFrameMkLst>
        </pc:graphicFrameChg>
      </pc:sldChg>
      <pc:sldChg chg="addSp modSp add mod modAnim">
        <pc:chgData name="Owais Ahmed" userId="6abc7d4556b3b071" providerId="LiveId" clId="{8CBEAB62-A728-450D-B4C0-9368924550F8}" dt="2023-08-05T09:40:07.234" v="5654" actId="120"/>
        <pc:sldMkLst>
          <pc:docMk/>
          <pc:sldMk cId="138900574" sldId="2567"/>
        </pc:sldMkLst>
        <pc:spChg chg="mod">
          <ac:chgData name="Owais Ahmed" userId="6abc7d4556b3b071" providerId="LiveId" clId="{8CBEAB62-A728-450D-B4C0-9368924550F8}" dt="2023-08-05T09:40:05.036" v="5653" actId="120"/>
          <ac:spMkLst>
            <pc:docMk/>
            <pc:sldMk cId="138900574" sldId="2567"/>
            <ac:spMk id="3" creationId="{4A1C0383-58FE-E486-295E-B33B8683B938}"/>
          </ac:spMkLst>
        </pc:spChg>
        <pc:spChg chg="add mod">
          <ac:chgData name="Owais Ahmed" userId="6abc7d4556b3b071" providerId="LiveId" clId="{8CBEAB62-A728-450D-B4C0-9368924550F8}" dt="2023-08-05T09:40:07.234" v="5654" actId="120"/>
          <ac:spMkLst>
            <pc:docMk/>
            <pc:sldMk cId="138900574" sldId="2567"/>
            <ac:spMk id="4" creationId="{8D6224BA-2D09-E23F-7F3D-886C357CD0A9}"/>
          </ac:spMkLst>
        </pc:spChg>
        <pc:spChg chg="add mod">
          <ac:chgData name="Owais Ahmed" userId="6abc7d4556b3b071" providerId="LiveId" clId="{8CBEAB62-A728-450D-B4C0-9368924550F8}" dt="2023-08-05T09:39:12.371" v="5642" actId="20577"/>
          <ac:spMkLst>
            <pc:docMk/>
            <pc:sldMk cId="138900574" sldId="2567"/>
            <ac:spMk id="5" creationId="{D8A133B4-136A-66C5-A226-B4498C790255}"/>
          </ac:spMkLst>
        </pc:spChg>
      </pc:sldChg>
      <pc:sldChg chg="addSp delSp modSp add mod ord delAnim modAnim">
        <pc:chgData name="Owais Ahmed" userId="6abc7d4556b3b071" providerId="LiveId" clId="{8CBEAB62-A728-450D-B4C0-9368924550F8}" dt="2023-08-05T09:53:52.921" v="6349" actId="20577"/>
        <pc:sldMkLst>
          <pc:docMk/>
          <pc:sldMk cId="1329531230" sldId="2568"/>
        </pc:sldMkLst>
        <pc:spChg chg="mod">
          <ac:chgData name="Owais Ahmed" userId="6abc7d4556b3b071" providerId="LiveId" clId="{8CBEAB62-A728-450D-B4C0-9368924550F8}" dt="2023-08-05T09:53:52.921" v="6349" actId="20577"/>
          <ac:spMkLst>
            <pc:docMk/>
            <pc:sldMk cId="1329531230" sldId="2568"/>
            <ac:spMk id="3" creationId="{4A1C0383-58FE-E486-295E-B33B8683B938}"/>
          </ac:spMkLst>
        </pc:spChg>
        <pc:graphicFrameChg chg="add del mod">
          <ac:chgData name="Owais Ahmed" userId="6abc7d4556b3b071" providerId="LiveId" clId="{8CBEAB62-A728-450D-B4C0-9368924550F8}" dt="2023-08-05T09:44:04.472" v="5708" actId="478"/>
          <ac:graphicFrameMkLst>
            <pc:docMk/>
            <pc:sldMk cId="1329531230" sldId="2568"/>
            <ac:graphicFrameMk id="4" creationId="{CC68BD49-AE07-8B56-BDD7-30FFF47EAA86}"/>
          </ac:graphicFrameMkLst>
        </pc:graphicFrameChg>
      </pc:sldChg>
      <pc:sldChg chg="modSp add mod ord addAnim delAnim modAnim modNotesTx">
        <pc:chgData name="Owais Ahmed" userId="6abc7d4556b3b071" providerId="LiveId" clId="{8CBEAB62-A728-450D-B4C0-9368924550F8}" dt="2023-08-07T05:06:50.015" v="8280" actId="20577"/>
        <pc:sldMkLst>
          <pc:docMk/>
          <pc:sldMk cId="213204764" sldId="2569"/>
        </pc:sldMkLst>
        <pc:spChg chg="mod">
          <ac:chgData name="Owais Ahmed" userId="6abc7d4556b3b071" providerId="LiveId" clId="{8CBEAB62-A728-450D-B4C0-9368924550F8}" dt="2023-08-07T05:06:50.015" v="8280" actId="20577"/>
          <ac:spMkLst>
            <pc:docMk/>
            <pc:sldMk cId="213204764" sldId="2569"/>
            <ac:spMk id="3" creationId="{4A1C0383-58FE-E486-295E-B33B8683B938}"/>
          </ac:spMkLst>
        </pc:spChg>
      </pc:sldChg>
      <pc:sldChg chg="add del">
        <pc:chgData name="Owais Ahmed" userId="6abc7d4556b3b071" providerId="LiveId" clId="{8CBEAB62-A728-450D-B4C0-9368924550F8}" dt="2023-08-07T05:00:03.094" v="7877" actId="2890"/>
        <pc:sldMkLst>
          <pc:docMk/>
          <pc:sldMk cId="590678646" sldId="2570"/>
        </pc:sldMkLst>
      </pc:sldChg>
      <pc:sldChg chg="modSp add mod ord modAnim">
        <pc:chgData name="Owais Ahmed" userId="6abc7d4556b3b071" providerId="LiveId" clId="{8CBEAB62-A728-450D-B4C0-9368924550F8}" dt="2023-08-07T06:03:08.934" v="10384" actId="20577"/>
        <pc:sldMkLst>
          <pc:docMk/>
          <pc:sldMk cId="3970414602" sldId="2570"/>
        </pc:sldMkLst>
        <pc:spChg chg="mod">
          <ac:chgData name="Owais Ahmed" userId="6abc7d4556b3b071" providerId="LiveId" clId="{8CBEAB62-A728-450D-B4C0-9368924550F8}" dt="2023-08-07T06:03:08.934" v="10384" actId="20577"/>
          <ac:spMkLst>
            <pc:docMk/>
            <pc:sldMk cId="3970414602" sldId="2570"/>
            <ac:spMk id="3" creationId="{4A1C0383-58FE-E486-295E-B33B8683B938}"/>
          </ac:spMkLst>
        </pc:spChg>
      </pc:sldChg>
      <pc:sldChg chg="addSp modSp add mod ord modAnim">
        <pc:chgData name="Owais Ahmed" userId="6abc7d4556b3b071" providerId="LiveId" clId="{8CBEAB62-A728-450D-B4C0-9368924550F8}" dt="2023-08-07T06:02:45.761" v="10378" actId="20577"/>
        <pc:sldMkLst>
          <pc:docMk/>
          <pc:sldMk cId="1201433262" sldId="2571"/>
        </pc:sldMkLst>
        <pc:spChg chg="mod">
          <ac:chgData name="Owais Ahmed" userId="6abc7d4556b3b071" providerId="LiveId" clId="{8CBEAB62-A728-450D-B4C0-9368924550F8}" dt="2023-08-07T06:02:45.761" v="10378" actId="20577"/>
          <ac:spMkLst>
            <pc:docMk/>
            <pc:sldMk cId="1201433262" sldId="2571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12:33.727" v="8787" actId="20577"/>
          <ac:spMkLst>
            <pc:docMk/>
            <pc:sldMk cId="1201433262" sldId="2571"/>
            <ac:spMk id="215" creationId="{00000000-0000-0000-0000-000000000000}"/>
          </ac:spMkLst>
        </pc:spChg>
        <pc:graphicFrameChg chg="add mod modGraphic">
          <ac:chgData name="Owais Ahmed" userId="6abc7d4556b3b071" providerId="LiveId" clId="{8CBEAB62-A728-450D-B4C0-9368924550F8}" dt="2023-08-07T05:33:19.320" v="8987" actId="1076"/>
          <ac:graphicFrameMkLst>
            <pc:docMk/>
            <pc:sldMk cId="1201433262" sldId="2571"/>
            <ac:graphicFrameMk id="4" creationId="{34918803-EC30-5A49-49FD-1A59C4328C53}"/>
          </ac:graphicFrameMkLst>
        </pc:graphicFrameChg>
      </pc:sldChg>
      <pc:sldChg chg="delSp modSp add del mod modAnim">
        <pc:chgData name="Owais Ahmed" userId="6abc7d4556b3b071" providerId="LiveId" clId="{8CBEAB62-A728-450D-B4C0-9368924550F8}" dt="2023-08-07T06:01:39.402" v="10337" actId="47"/>
        <pc:sldMkLst>
          <pc:docMk/>
          <pc:sldMk cId="3209427558" sldId="2572"/>
        </pc:sldMkLst>
        <pc:spChg chg="mod">
          <ac:chgData name="Owais Ahmed" userId="6abc7d4556b3b071" providerId="LiveId" clId="{8CBEAB62-A728-450D-B4C0-9368924550F8}" dt="2023-08-07T06:00:43.311" v="10313" actId="20577"/>
          <ac:spMkLst>
            <pc:docMk/>
            <pc:sldMk cId="3209427558" sldId="2572"/>
            <ac:spMk id="3" creationId="{4A1C0383-58FE-E486-295E-B33B8683B938}"/>
          </ac:spMkLst>
        </pc:spChg>
        <pc:graphicFrameChg chg="del">
          <ac:chgData name="Owais Ahmed" userId="6abc7d4556b3b071" providerId="LiveId" clId="{8CBEAB62-A728-450D-B4C0-9368924550F8}" dt="2023-08-07T05:35:58.764" v="9438" actId="478"/>
          <ac:graphicFrameMkLst>
            <pc:docMk/>
            <pc:sldMk cId="3209427558" sldId="2572"/>
            <ac:graphicFrameMk id="4" creationId="{34918803-EC30-5A49-49FD-1A59C4328C53}"/>
          </ac:graphicFrameMkLst>
        </pc:graphicFrameChg>
      </pc:sldChg>
      <pc:sldChg chg="modSp add mod ord modAnim">
        <pc:chgData name="Owais Ahmed" userId="6abc7d4556b3b071" providerId="LiveId" clId="{8CBEAB62-A728-450D-B4C0-9368924550F8}" dt="2023-08-07T06:07:14.440" v="10621" actId="20577"/>
        <pc:sldMkLst>
          <pc:docMk/>
          <pc:sldMk cId="2285914733" sldId="2573"/>
        </pc:sldMkLst>
        <pc:spChg chg="mod">
          <ac:chgData name="Owais Ahmed" userId="6abc7d4556b3b071" providerId="LiveId" clId="{8CBEAB62-A728-450D-B4C0-9368924550F8}" dt="2023-08-07T06:07:14.440" v="10621" actId="20577"/>
          <ac:spMkLst>
            <pc:docMk/>
            <pc:sldMk cId="2285914733" sldId="2573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5:39:00.297" v="9677" actId="20577"/>
          <ac:spMkLst>
            <pc:docMk/>
            <pc:sldMk cId="2285914733" sldId="2573"/>
            <ac:spMk id="215" creationId="{00000000-0000-0000-0000-000000000000}"/>
          </ac:spMkLst>
        </pc:spChg>
      </pc:sldChg>
      <pc:sldChg chg="modSp add mod ord addAnim delAnim modAnim">
        <pc:chgData name="Owais Ahmed" userId="6abc7d4556b3b071" providerId="LiveId" clId="{8CBEAB62-A728-450D-B4C0-9368924550F8}" dt="2023-08-07T07:34:47.032" v="13823" actId="20577"/>
        <pc:sldMkLst>
          <pc:docMk/>
          <pc:sldMk cId="1728240852" sldId="2574"/>
        </pc:sldMkLst>
        <pc:spChg chg="mod">
          <ac:chgData name="Owais Ahmed" userId="6abc7d4556b3b071" providerId="LiveId" clId="{8CBEAB62-A728-450D-B4C0-9368924550F8}" dt="2023-08-07T07:34:47.032" v="13823" actId="20577"/>
          <ac:spMkLst>
            <pc:docMk/>
            <pc:sldMk cId="1728240852" sldId="2574"/>
            <ac:spMk id="3" creationId="{4A1C0383-58FE-E486-295E-B33B8683B938}"/>
          </ac:spMkLst>
        </pc:spChg>
        <pc:spChg chg="mod">
          <ac:chgData name="Owais Ahmed" userId="6abc7d4556b3b071" providerId="LiveId" clId="{8CBEAB62-A728-450D-B4C0-9368924550F8}" dt="2023-08-07T06:03:30.120" v="10418" actId="20577"/>
          <ac:spMkLst>
            <pc:docMk/>
            <pc:sldMk cId="1728240852" sldId="2574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8CBEAB62-A728-450D-B4C0-9368924550F8}" dt="2023-08-07T07:06:18.484" v="13104" actId="20577"/>
        <pc:sldMkLst>
          <pc:docMk/>
          <pc:sldMk cId="3271818871" sldId="2575"/>
        </pc:sldMkLst>
        <pc:spChg chg="mod">
          <ac:chgData name="Owais Ahmed" userId="6abc7d4556b3b071" providerId="LiveId" clId="{8CBEAB62-A728-450D-B4C0-9368924550F8}" dt="2023-08-07T07:06:18.484" v="13104" actId="20577"/>
          <ac:spMkLst>
            <pc:docMk/>
            <pc:sldMk cId="3271818871" sldId="257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8CBEAB62-A728-450D-B4C0-9368924550F8}" dt="2023-08-07T07:18:50.265" v="13589" actId="20577"/>
        <pc:sldMkLst>
          <pc:docMk/>
          <pc:sldMk cId="1747158155" sldId="2576"/>
        </pc:sldMkLst>
        <pc:spChg chg="mod">
          <ac:chgData name="Owais Ahmed" userId="6abc7d4556b3b071" providerId="LiveId" clId="{8CBEAB62-A728-450D-B4C0-9368924550F8}" dt="2023-08-07T07:18:50.265" v="13589" actId="20577"/>
          <ac:spMkLst>
            <pc:docMk/>
            <pc:sldMk cId="1747158155" sldId="2576"/>
            <ac:spMk id="3" creationId="{4A1C0383-58FE-E486-295E-B33B8683B938}"/>
          </ac:spMkLst>
        </pc:spChg>
        <pc:graphicFrameChg chg="add mod modGraphic">
          <ac:chgData name="Owais Ahmed" userId="6abc7d4556b3b071" providerId="LiveId" clId="{8CBEAB62-A728-450D-B4C0-9368924550F8}" dt="2023-08-07T07:18:07.551" v="13587" actId="20577"/>
          <ac:graphicFrameMkLst>
            <pc:docMk/>
            <pc:sldMk cId="1747158155" sldId="2576"/>
            <ac:graphicFrameMk id="4" creationId="{E8DC0AA7-B0F5-5582-4340-3D37A53CCE2F}"/>
          </ac:graphicFrameMkLst>
        </pc:graphicFrameChg>
      </pc:sldChg>
    </pc:docChg>
  </pc:docChgLst>
  <pc:docChgLst>
    <pc:chgData name="Owais Ahmed" userId="6abc7d4556b3b071" providerId="LiveId" clId="{0577D98B-C5DD-421E-AB63-1BC2B2B46ADA}"/>
    <pc:docChg chg="undo custSel addSld delSld modSld sldOrd">
      <pc:chgData name="Owais Ahmed" userId="6abc7d4556b3b071" providerId="LiveId" clId="{0577D98B-C5DD-421E-AB63-1BC2B2B46ADA}" dt="2023-08-08T06:57:58.019" v="8482" actId="20577"/>
      <pc:docMkLst>
        <pc:docMk/>
      </pc:docMkLst>
      <pc:sldChg chg="modSp mod">
        <pc:chgData name="Owais Ahmed" userId="6abc7d4556b3b071" providerId="LiveId" clId="{0577D98B-C5DD-421E-AB63-1BC2B2B46ADA}" dt="2023-08-08T06:57:58.019" v="8482" actId="20577"/>
        <pc:sldMkLst>
          <pc:docMk/>
          <pc:sldMk cId="1649098948" sldId="2462"/>
        </pc:sldMkLst>
        <pc:spChg chg="mod">
          <ac:chgData name="Owais Ahmed" userId="6abc7d4556b3b071" providerId="LiveId" clId="{0577D98B-C5DD-421E-AB63-1BC2B2B46ADA}" dt="2023-08-08T06:57:58.019" v="8482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0577D98B-C5DD-421E-AB63-1BC2B2B46ADA}" dt="2023-08-08T04:53:48.719" v="1544" actId="20577"/>
        <pc:sldMkLst>
          <pc:docMk/>
          <pc:sldMk cId="296501705" sldId="2557"/>
        </pc:sldMkLst>
        <pc:spChg chg="mod">
          <ac:chgData name="Owais Ahmed" userId="6abc7d4556b3b071" providerId="LiveId" clId="{0577D98B-C5DD-421E-AB63-1BC2B2B46ADA}" dt="2023-08-08T04:53:48.719" v="154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4:30:12.140" v="248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0577D98B-C5DD-421E-AB63-1BC2B2B46ADA}" dt="2023-08-08T06:09:17.859" v="5437" actId="20577"/>
        <pc:sldMkLst>
          <pc:docMk/>
          <pc:sldMk cId="53512322" sldId="2558"/>
        </pc:sldMkLst>
        <pc:spChg chg="mod">
          <ac:chgData name="Owais Ahmed" userId="6abc7d4556b3b071" providerId="LiveId" clId="{0577D98B-C5DD-421E-AB63-1BC2B2B46ADA}" dt="2023-08-08T06:09:17.859" v="5437" actId="20577"/>
          <ac:spMkLst>
            <pc:docMk/>
            <pc:sldMk cId="53512322" sldId="2558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09667495" sldId="2558"/>
        </pc:sldMkLst>
      </pc:sldChg>
      <pc:sldChg chg="addSp modSp add mod ord modAnim modNotesTx">
        <pc:chgData name="Owais Ahmed" userId="6abc7d4556b3b071" providerId="LiveId" clId="{0577D98B-C5DD-421E-AB63-1BC2B2B46ADA}" dt="2023-08-08T06:04:48.445" v="5079"/>
        <pc:sldMkLst>
          <pc:docMk/>
          <pc:sldMk cId="1566808580" sldId="2559"/>
        </pc:sldMkLst>
        <pc:spChg chg="mod">
          <ac:chgData name="Owais Ahmed" userId="6abc7d4556b3b071" providerId="LiveId" clId="{0577D98B-C5DD-421E-AB63-1BC2B2B46ADA}" dt="2023-08-08T05:48:34.035" v="4439" actId="20577"/>
          <ac:spMkLst>
            <pc:docMk/>
            <pc:sldMk cId="1566808580" sldId="2559"/>
            <ac:spMk id="3" creationId="{4A1C0383-58FE-E486-295E-B33B8683B938}"/>
          </ac:spMkLst>
        </pc:spChg>
        <pc:graphicFrameChg chg="add mod modGraphic">
          <ac:chgData name="Owais Ahmed" userId="6abc7d4556b3b071" providerId="LiveId" clId="{0577D98B-C5DD-421E-AB63-1BC2B2B46ADA}" dt="2023-08-08T05:28:00.811" v="3618" actId="404"/>
          <ac:graphicFrameMkLst>
            <pc:docMk/>
            <pc:sldMk cId="1566808580" sldId="2559"/>
            <ac:graphicFrameMk id="4" creationId="{3BD80CFA-71B3-B1D4-C38D-511EF67DF039}"/>
          </ac:graphicFrameMkLst>
        </pc:graphicFrame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56755703" sldId="2559"/>
        </pc:sldMkLst>
      </pc:sldChg>
      <pc:sldChg chg="modSp add mod ord modAnim">
        <pc:chgData name="Owais Ahmed" userId="6abc7d4556b3b071" providerId="LiveId" clId="{0577D98B-C5DD-421E-AB63-1BC2B2B46ADA}" dt="2023-08-08T06:09:13.417" v="5433" actId="20577"/>
        <pc:sldMkLst>
          <pc:docMk/>
          <pc:sldMk cId="3737636412" sldId="2560"/>
        </pc:sldMkLst>
        <pc:spChg chg="mod">
          <ac:chgData name="Owais Ahmed" userId="6abc7d4556b3b071" providerId="LiveId" clId="{0577D98B-C5DD-421E-AB63-1BC2B2B46ADA}" dt="2023-08-08T06:09:13.417" v="5433" actId="20577"/>
          <ac:spMkLst>
            <pc:docMk/>
            <pc:sldMk cId="3737636412" sldId="2560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846338403" sldId="2560"/>
        </pc:sldMkLst>
      </pc:sldChg>
      <pc:sldChg chg="modSp add mod modAnim">
        <pc:chgData name="Owais Ahmed" userId="6abc7d4556b3b071" providerId="LiveId" clId="{0577D98B-C5DD-421E-AB63-1BC2B2B46ADA}" dt="2023-08-08T06:28:01.622" v="6269" actId="20577"/>
        <pc:sldMkLst>
          <pc:docMk/>
          <pc:sldMk cId="1476977656" sldId="2561"/>
        </pc:sldMkLst>
        <pc:spChg chg="mod">
          <ac:chgData name="Owais Ahmed" userId="6abc7d4556b3b071" providerId="LiveId" clId="{0577D98B-C5DD-421E-AB63-1BC2B2B46ADA}" dt="2023-08-08T06:28:01.622" v="6269" actId="20577"/>
          <ac:spMkLst>
            <pc:docMk/>
            <pc:sldMk cId="1476977656" sldId="256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0577D98B-C5DD-421E-AB63-1BC2B2B46ADA}" dt="2023-08-08T06:19:08.356" v="5786" actId="27636"/>
        <pc:sldMkLst>
          <pc:docMk/>
          <pc:sldMk cId="1305422422" sldId="2562"/>
        </pc:sldMkLst>
        <pc:spChg chg="mod">
          <ac:chgData name="Owais Ahmed" userId="6abc7d4556b3b071" providerId="LiveId" clId="{0577D98B-C5DD-421E-AB63-1BC2B2B46ADA}" dt="2023-08-08T06:19:08.356" v="5786" actId="27636"/>
          <ac:spMkLst>
            <pc:docMk/>
            <pc:sldMk cId="1305422422" sldId="2562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835063850" sldId="2562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50925741" sldId="2563"/>
        </pc:sldMkLst>
      </pc:sldChg>
      <pc:sldChg chg="modSp add mod modAnim">
        <pc:chgData name="Owais Ahmed" userId="6abc7d4556b3b071" providerId="LiveId" clId="{0577D98B-C5DD-421E-AB63-1BC2B2B46ADA}" dt="2023-08-08T06:51:56.531" v="8086" actId="20577"/>
        <pc:sldMkLst>
          <pc:docMk/>
          <pc:sldMk cId="4071666753" sldId="2563"/>
        </pc:sldMkLst>
        <pc:spChg chg="mod">
          <ac:chgData name="Owais Ahmed" userId="6abc7d4556b3b071" providerId="LiveId" clId="{0577D98B-C5DD-421E-AB63-1BC2B2B46ADA}" dt="2023-08-08T06:51:54.049" v="8085" actId="20577"/>
          <ac:spMkLst>
            <pc:docMk/>
            <pc:sldMk cId="4071666753" sldId="2563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42:29.550" v="7538" actId="20577"/>
          <ac:spMkLst>
            <pc:docMk/>
            <pc:sldMk cId="4071666753" sldId="2563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0577D98B-C5DD-421E-AB63-1BC2B2B46ADA}" dt="2023-08-08T06:42:16.212" v="7530"/>
        <pc:sldMkLst>
          <pc:docMk/>
          <pc:sldMk cId="2526141006" sldId="2564"/>
        </pc:sldMkLst>
        <pc:spChg chg="mod">
          <ac:chgData name="Owais Ahmed" userId="6abc7d4556b3b071" providerId="LiveId" clId="{0577D98B-C5DD-421E-AB63-1BC2B2B46ADA}" dt="2023-08-08T06:41:39.010" v="7528" actId="20577"/>
          <ac:spMkLst>
            <pc:docMk/>
            <pc:sldMk cId="2526141006" sldId="2564"/>
            <ac:spMk id="3" creationId="{4A1C0383-58FE-E486-295E-B33B8683B938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164841762" sldId="2564"/>
        </pc:sldMkLst>
      </pc:sldChg>
      <pc:sldChg chg="modSp add mod modAnim">
        <pc:chgData name="Owais Ahmed" userId="6abc7d4556b3b071" providerId="LiveId" clId="{0577D98B-C5DD-421E-AB63-1BC2B2B46ADA}" dt="2023-08-08T06:57:21.686" v="8443" actId="20577"/>
        <pc:sldMkLst>
          <pc:docMk/>
          <pc:sldMk cId="2724244378" sldId="2565"/>
        </pc:sldMkLst>
        <pc:spChg chg="mod">
          <ac:chgData name="Owais Ahmed" userId="6abc7d4556b3b071" providerId="LiveId" clId="{0577D98B-C5DD-421E-AB63-1BC2B2B46ADA}" dt="2023-08-08T06:57:21.686" v="8443" actId="20577"/>
          <ac:spMkLst>
            <pc:docMk/>
            <pc:sldMk cId="2724244378" sldId="2565"/>
            <ac:spMk id="3" creationId="{4A1C0383-58FE-E486-295E-B33B8683B938}"/>
          </ac:spMkLst>
        </pc:spChg>
        <pc:spChg chg="mod">
          <ac:chgData name="Owais Ahmed" userId="6abc7d4556b3b071" providerId="LiveId" clId="{0577D98B-C5DD-421E-AB63-1BC2B2B46ADA}" dt="2023-08-08T06:52:04.193" v="8093" actId="20577"/>
          <ac:spMkLst>
            <pc:docMk/>
            <pc:sldMk cId="2724244378" sldId="2565"/>
            <ac:spMk id="215" creationId="{00000000-0000-0000-0000-000000000000}"/>
          </ac:spMkLst>
        </pc:spChg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4253636147" sldId="2565"/>
        </pc:sldMkLst>
      </pc:sldChg>
      <pc:sldChg chg="add">
        <pc:chgData name="Owais Ahmed" userId="6abc7d4556b3b071" providerId="LiveId" clId="{0577D98B-C5DD-421E-AB63-1BC2B2B46ADA}" dt="2023-08-08T06:57:46.412" v="8444" actId="2890"/>
        <pc:sldMkLst>
          <pc:docMk/>
          <pc:sldMk cId="1651103511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684752333" sldId="2566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8900574" sldId="2567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329531230" sldId="2568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13204764" sldId="2569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970414602" sldId="2570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201433262" sldId="2571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2285914733" sldId="2573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28240852" sldId="2574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3271818871" sldId="2575"/>
        </pc:sldMkLst>
      </pc:sldChg>
      <pc:sldChg chg="del">
        <pc:chgData name="Owais Ahmed" userId="6abc7d4556b3b071" providerId="LiveId" clId="{0577D98B-C5DD-421E-AB63-1BC2B2B46ADA}" dt="2023-08-08T04:30:01.815" v="224" actId="47"/>
        <pc:sldMkLst>
          <pc:docMk/>
          <pc:sldMk cId="1747158155" sldId="2576"/>
        </pc:sldMkLst>
      </pc:sldChg>
    </pc:docChg>
  </pc:docChgLst>
  <pc:docChgLst>
    <pc:chgData name="Owais Ahmed" userId="6abc7d4556b3b071" providerId="LiveId" clId="{6FFEF911-251B-49DA-B0A6-87E57D1363F0}"/>
    <pc:docChg chg="undo redo custSel addSld delSld modSld sldOrd">
      <pc:chgData name="Owais Ahmed" userId="6abc7d4556b3b071" providerId="LiveId" clId="{6FFEF911-251B-49DA-B0A6-87E57D1363F0}" dt="2023-11-15T15:10:23.058" v="4257" actId="20577"/>
      <pc:docMkLst>
        <pc:docMk/>
      </pc:docMkLst>
      <pc:sldChg chg="modSp mod">
        <pc:chgData name="Owais Ahmed" userId="6abc7d4556b3b071" providerId="LiveId" clId="{6FFEF911-251B-49DA-B0A6-87E57D1363F0}" dt="2023-10-31T19:33:52.239" v="3241" actId="20577"/>
        <pc:sldMkLst>
          <pc:docMk/>
          <pc:sldMk cId="1649098948" sldId="2462"/>
        </pc:sldMkLst>
        <pc:spChg chg="mod">
          <ac:chgData name="Owais Ahmed" userId="6abc7d4556b3b071" providerId="LiveId" clId="{6FFEF911-251B-49DA-B0A6-87E57D1363F0}" dt="2023-10-31T19:33:52.239" v="3241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6FFEF911-251B-49DA-B0A6-87E57D1363F0}" dt="2023-10-31T17:44:42.968" v="265" actId="20577"/>
        <pc:sldMkLst>
          <pc:docMk/>
          <pc:sldMk cId="296501705" sldId="2557"/>
        </pc:sldMkLst>
        <pc:spChg chg="mod">
          <ac:chgData name="Owais Ahmed" userId="6abc7d4556b3b071" providerId="LiveId" clId="{6FFEF911-251B-49DA-B0A6-87E57D1363F0}" dt="2023-10-31T17:44:42.968" v="265" actId="20577"/>
          <ac:spMkLst>
            <pc:docMk/>
            <pc:sldMk cId="296501705" sldId="2557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6FFEF911-251B-49DA-B0A6-87E57D1363F0}" dt="2023-10-31T18:31:36.081" v="1303" actId="20577"/>
        <pc:sldMkLst>
          <pc:docMk/>
          <pc:sldMk cId="1466069214" sldId="2558"/>
        </pc:sldMkLst>
        <pc:spChg chg="mod">
          <ac:chgData name="Owais Ahmed" userId="6abc7d4556b3b071" providerId="LiveId" clId="{6FFEF911-251B-49DA-B0A6-87E57D1363F0}" dt="2023-10-31T18:31:36.081" v="1303" actId="20577"/>
          <ac:spMkLst>
            <pc:docMk/>
            <pc:sldMk cId="1466069214" sldId="2558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17:45:49.391" v="292" actId="20577"/>
          <ac:spMkLst>
            <pc:docMk/>
            <pc:sldMk cId="1466069214" sldId="2558"/>
            <ac:spMk id="215" creationId="{00000000-0000-0000-0000-000000000000}"/>
          </ac:spMkLst>
        </pc:spChg>
      </pc:sldChg>
      <pc:sldChg chg="add del">
        <pc:chgData name="Owais Ahmed" userId="6abc7d4556b3b071" providerId="LiveId" clId="{6FFEF911-251B-49DA-B0A6-87E57D1363F0}" dt="2023-10-31T18:14:15.120" v="869" actId="2890"/>
        <pc:sldMkLst>
          <pc:docMk/>
          <pc:sldMk cId="1262923380" sldId="2559"/>
        </pc:sldMkLst>
      </pc:sldChg>
      <pc:sldChg chg="modSp add mod modAnim">
        <pc:chgData name="Owais Ahmed" userId="6abc7d4556b3b071" providerId="LiveId" clId="{6FFEF911-251B-49DA-B0A6-87E57D1363F0}" dt="2023-10-31T19:23:41.358" v="2473" actId="27636"/>
        <pc:sldMkLst>
          <pc:docMk/>
          <pc:sldMk cId="3962249788" sldId="2559"/>
        </pc:sldMkLst>
        <pc:spChg chg="mod">
          <ac:chgData name="Owais Ahmed" userId="6abc7d4556b3b071" providerId="LiveId" clId="{6FFEF911-251B-49DA-B0A6-87E57D1363F0}" dt="2023-10-31T19:23:41.358" v="2473" actId="27636"/>
          <ac:spMkLst>
            <pc:docMk/>
            <pc:sldMk cId="3962249788" sldId="255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6FFEF911-251B-49DA-B0A6-87E57D1363F0}" dt="2023-10-31T19:46:23.719" v="3974" actId="20577"/>
        <pc:sldMkLst>
          <pc:docMk/>
          <pc:sldMk cId="2599850084" sldId="2560"/>
        </pc:sldMkLst>
        <pc:spChg chg="mod">
          <ac:chgData name="Owais Ahmed" userId="6abc7d4556b3b071" providerId="LiveId" clId="{6FFEF911-251B-49DA-B0A6-87E57D1363F0}" dt="2023-10-31T19:46:23.719" v="3974" actId="20577"/>
          <ac:spMkLst>
            <pc:docMk/>
            <pc:sldMk cId="2599850084" sldId="2560"/>
            <ac:spMk id="3" creationId="{4A1C0383-58FE-E486-295E-B33B8683B938}"/>
          </ac:spMkLst>
        </pc:spChg>
      </pc:sldChg>
      <pc:sldChg chg="modSp add del mod modAnim modNotesTx">
        <pc:chgData name="Owais Ahmed" userId="6abc7d4556b3b071" providerId="LiveId" clId="{6FFEF911-251B-49DA-B0A6-87E57D1363F0}" dt="2023-10-31T20:22:00.218" v="4003" actId="20577"/>
        <pc:sldMkLst>
          <pc:docMk/>
          <pc:sldMk cId="1963263386" sldId="2561"/>
        </pc:sldMkLst>
        <pc:spChg chg="mod">
          <ac:chgData name="Owais Ahmed" userId="6abc7d4556b3b071" providerId="LiveId" clId="{6FFEF911-251B-49DA-B0A6-87E57D1363F0}" dt="2023-10-31T20:21:59.418" v="4002" actId="20577"/>
          <ac:spMkLst>
            <pc:docMk/>
            <pc:sldMk cId="1963263386" sldId="2561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19:33:58.599" v="3242"/>
          <ac:spMkLst>
            <pc:docMk/>
            <pc:sldMk cId="1963263386" sldId="2561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6FFEF911-251B-49DA-B0A6-87E57D1363F0}" dt="2023-10-31T20:29:35.599" v="4253" actId="20577"/>
        <pc:sldMkLst>
          <pc:docMk/>
          <pc:sldMk cId="3931964295" sldId="2562"/>
        </pc:sldMkLst>
        <pc:spChg chg="mod">
          <ac:chgData name="Owais Ahmed" userId="6abc7d4556b3b071" providerId="LiveId" clId="{6FFEF911-251B-49DA-B0A6-87E57D1363F0}" dt="2023-10-31T20:29:35.599" v="4253" actId="20577"/>
          <ac:spMkLst>
            <pc:docMk/>
            <pc:sldMk cId="3931964295" sldId="2562"/>
            <ac:spMk id="3" creationId="{4A1C0383-58FE-E486-295E-B33B8683B938}"/>
          </ac:spMkLst>
        </pc:spChg>
        <pc:spChg chg="mod">
          <ac:chgData name="Owais Ahmed" userId="6abc7d4556b3b071" providerId="LiveId" clId="{6FFEF911-251B-49DA-B0A6-87E57D1363F0}" dt="2023-10-31T20:22:13.853" v="4018" actId="20577"/>
          <ac:spMkLst>
            <pc:docMk/>
            <pc:sldMk cId="3931964295" sldId="2562"/>
            <ac:spMk id="215" creationId="{00000000-0000-0000-0000-000000000000}"/>
          </ac:spMkLst>
        </pc:spChg>
      </pc:sldChg>
      <pc:sldChg chg="modSp modAnim">
        <pc:chgData name="Owais Ahmed" userId="6abc7d4556b3b071" providerId="LiveId" clId="{6FFEF911-251B-49DA-B0A6-87E57D1363F0}" dt="2023-11-15T15:10:23.058" v="4257" actId="20577"/>
        <pc:sldMkLst>
          <pc:docMk/>
          <pc:sldMk cId="2248356840" sldId="2572"/>
        </pc:sldMkLst>
        <pc:spChg chg="mod">
          <ac:chgData name="Owais Ahmed" userId="6abc7d4556b3b071" providerId="LiveId" clId="{6FFEF911-251B-49DA-B0A6-87E57D1363F0}" dt="2023-11-15T15:10:23.058" v="4257" actId="20577"/>
          <ac:spMkLst>
            <pc:docMk/>
            <pc:sldMk cId="2248356840" sldId="2572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B7D18388-F2A5-4D8F-B434-DA7A35785E08}"/>
    <pc:docChg chg="undo custSel addSld modSld">
      <pc:chgData name="Owais Ahmed" userId="6abc7d4556b3b071" providerId="LiveId" clId="{B7D18388-F2A5-4D8F-B434-DA7A35785E08}" dt="2023-07-30T17:43:21.164" v="3816" actId="20577"/>
      <pc:docMkLst>
        <pc:docMk/>
      </pc:docMkLst>
      <pc:sldChg chg="modSp add mod modAnim">
        <pc:chgData name="Owais Ahmed" userId="6abc7d4556b3b071" providerId="LiveId" clId="{B7D18388-F2A5-4D8F-B434-DA7A35785E08}" dt="2023-07-30T16:46:09.985" v="670" actId="20577"/>
        <pc:sldMkLst>
          <pc:docMk/>
          <pc:sldMk cId="2596096578" sldId="2510"/>
        </pc:sldMkLst>
        <pc:spChg chg="mod">
          <ac:chgData name="Owais Ahmed" userId="6abc7d4556b3b071" providerId="LiveId" clId="{B7D18388-F2A5-4D8F-B434-DA7A35785E08}" dt="2023-07-30T16:46:09.985" v="670" actId="20577"/>
          <ac:spMkLst>
            <pc:docMk/>
            <pc:sldMk cId="2596096578" sldId="2510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6:38:19.128" v="12" actId="20577"/>
          <ac:spMkLst>
            <pc:docMk/>
            <pc:sldMk cId="2596096578" sldId="2510"/>
            <ac:spMk id="215" creationId="{00000000-0000-0000-0000-000000000000}"/>
          </ac:spMkLst>
        </pc:spChg>
      </pc:sldChg>
      <pc:sldChg chg="modSp add modAnim">
        <pc:chgData name="Owais Ahmed" userId="6abc7d4556b3b071" providerId="LiveId" clId="{B7D18388-F2A5-4D8F-B434-DA7A35785E08}" dt="2023-07-30T16:55:58.525" v="1900" actId="5793"/>
        <pc:sldMkLst>
          <pc:docMk/>
          <pc:sldMk cId="64818802" sldId="2511"/>
        </pc:sldMkLst>
        <pc:spChg chg="mod">
          <ac:chgData name="Owais Ahmed" userId="6abc7d4556b3b071" providerId="LiveId" clId="{B7D18388-F2A5-4D8F-B434-DA7A35785E08}" dt="2023-07-30T16:55:58.525" v="1900" actId="5793"/>
          <ac:spMkLst>
            <pc:docMk/>
            <pc:sldMk cId="64818802" sldId="2511"/>
            <ac:spMk id="3" creationId="{4A1C0383-58FE-E486-295E-B33B8683B938}"/>
          </ac:spMkLst>
        </pc:spChg>
      </pc:sldChg>
      <pc:sldChg chg="modSp add modAnim">
        <pc:chgData name="Owais Ahmed" userId="6abc7d4556b3b071" providerId="LiveId" clId="{B7D18388-F2A5-4D8F-B434-DA7A35785E08}" dt="2023-07-30T17:40:18.058" v="3462" actId="20577"/>
        <pc:sldMkLst>
          <pc:docMk/>
          <pc:sldMk cId="2129317129" sldId="2512"/>
        </pc:sldMkLst>
        <pc:spChg chg="mod">
          <ac:chgData name="Owais Ahmed" userId="6abc7d4556b3b071" providerId="LiveId" clId="{B7D18388-F2A5-4D8F-B434-DA7A35785E08}" dt="2023-07-30T17:40:18.058" v="3462" actId="20577"/>
          <ac:spMkLst>
            <pc:docMk/>
            <pc:sldMk cId="2129317129" sldId="2512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24:08.783" v="3449" actId="27636"/>
        <pc:sldMkLst>
          <pc:docMk/>
          <pc:sldMk cId="2427359866" sldId="2513"/>
        </pc:sldMkLst>
        <pc:spChg chg="mod">
          <ac:chgData name="Owais Ahmed" userId="6abc7d4556b3b071" providerId="LiveId" clId="{B7D18388-F2A5-4D8F-B434-DA7A35785E08}" dt="2023-07-30T17:24:08.783" v="3449" actId="27636"/>
          <ac:spMkLst>
            <pc:docMk/>
            <pc:sldMk cId="2427359866" sldId="2513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39:55.405" v="3451" actId="27636"/>
        <pc:sldMkLst>
          <pc:docMk/>
          <pc:sldMk cId="3068889018" sldId="2514"/>
        </pc:sldMkLst>
        <pc:spChg chg="mod">
          <ac:chgData name="Owais Ahmed" userId="6abc7d4556b3b071" providerId="LiveId" clId="{B7D18388-F2A5-4D8F-B434-DA7A35785E08}" dt="2023-07-30T17:39:55.405" v="3451" actId="27636"/>
          <ac:spMkLst>
            <pc:docMk/>
            <pc:sldMk cId="3068889018" sldId="251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B7D18388-F2A5-4D8F-B434-DA7A35785E08}" dt="2023-07-30T17:43:21.164" v="3816" actId="20577"/>
        <pc:sldMkLst>
          <pc:docMk/>
          <pc:sldMk cId="1205181684" sldId="2515"/>
        </pc:sldMkLst>
        <pc:spChg chg="mod">
          <ac:chgData name="Owais Ahmed" userId="6abc7d4556b3b071" providerId="LiveId" clId="{B7D18388-F2A5-4D8F-B434-DA7A35785E08}" dt="2023-07-30T17:43:21.164" v="3816" actId="20577"/>
          <ac:spMkLst>
            <pc:docMk/>
            <pc:sldMk cId="1205181684" sldId="2515"/>
            <ac:spMk id="3" creationId="{4A1C0383-58FE-E486-295E-B33B8683B938}"/>
          </ac:spMkLst>
        </pc:spChg>
        <pc:spChg chg="mod">
          <ac:chgData name="Owais Ahmed" userId="6abc7d4556b3b071" providerId="LiveId" clId="{B7D18388-F2A5-4D8F-B434-DA7A35785E08}" dt="2023-07-30T17:41:00.269" v="3471" actId="20577"/>
          <ac:spMkLst>
            <pc:docMk/>
            <pc:sldMk cId="1205181684" sldId="2515"/>
            <ac:spMk id="215" creationId="{00000000-0000-0000-0000-000000000000}"/>
          </ac:spMkLst>
        </pc:spChg>
      </pc:sldChg>
    </pc:docChg>
  </pc:docChgLst>
  <pc:docChgLst>
    <pc:chgData name="Owais Ahmed" userId="6abc7d4556b3b071" providerId="LiveId" clId="{49E13F44-C763-4748-BD1A-074551391773}"/>
    <pc:docChg chg="undo custSel addSld delSld modSld sldOrd">
      <pc:chgData name="Owais Ahmed" userId="6abc7d4556b3b071" providerId="LiveId" clId="{49E13F44-C763-4748-BD1A-074551391773}" dt="2023-12-26T12:06:12.280" v="7902" actId="20577"/>
      <pc:docMkLst>
        <pc:docMk/>
      </pc:docMkLst>
      <pc:sldChg chg="modSp mod">
        <pc:chgData name="Owais Ahmed" userId="6abc7d4556b3b071" providerId="LiveId" clId="{49E13F44-C763-4748-BD1A-074551391773}" dt="2023-12-26T11:13:16.972" v="6139" actId="20577"/>
        <pc:sldMkLst>
          <pc:docMk/>
          <pc:sldMk cId="1649098948" sldId="2462"/>
        </pc:sldMkLst>
        <pc:spChg chg="mod">
          <ac:chgData name="Owais Ahmed" userId="6abc7d4556b3b071" providerId="LiveId" clId="{49E13F44-C763-4748-BD1A-074551391773}" dt="2023-12-26T11:13:16.972" v="6139" actId="20577"/>
          <ac:spMkLst>
            <pc:docMk/>
            <pc:sldMk cId="1649098948" sldId="2462"/>
            <ac:spMk id="6" creationId="{F3C89A40-EEAA-43AB-9A3A-B2CFDE450F1B}"/>
          </ac:spMkLst>
        </pc:spChg>
      </pc:sldChg>
      <pc:sldChg chg="modSp mod modAnim">
        <pc:chgData name="Owais Ahmed" userId="6abc7d4556b3b071" providerId="LiveId" clId="{49E13F44-C763-4748-BD1A-074551391773}" dt="2023-12-26T06:50:27.968" v="2924" actId="20577"/>
        <pc:sldMkLst>
          <pc:docMk/>
          <pc:sldMk cId="296501705" sldId="2557"/>
        </pc:sldMkLst>
        <pc:spChg chg="mod">
          <ac:chgData name="Owais Ahmed" userId="6abc7d4556b3b071" providerId="LiveId" clId="{49E13F44-C763-4748-BD1A-074551391773}" dt="2023-12-26T06:50:27.968" v="2924" actId="20577"/>
          <ac:spMkLst>
            <pc:docMk/>
            <pc:sldMk cId="296501705" sldId="2557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6:06:10.024" v="150" actId="20577"/>
          <ac:spMkLst>
            <pc:docMk/>
            <pc:sldMk cId="296501705" sldId="2557"/>
            <ac:spMk id="215" creationId="{00000000-0000-0000-0000-000000000000}"/>
          </ac:spMkLst>
        </pc:spChg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466069214" sldId="255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962249788" sldId="255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931964295" sldId="256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128610596" sldId="257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21931584" sldId="257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54660575" sldId="257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33584551" sldId="2576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430398858" sldId="2577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37187332" sldId="257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037872955" sldId="257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749350364" sldId="258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50723358" sldId="258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398146419" sldId="258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38849399" sldId="258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10802253" sldId="258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942234132" sldId="258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841703636" sldId="2586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378497321" sldId="2587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002841446" sldId="2588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560828611" sldId="2589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784379583" sldId="259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31761612" sldId="259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818247331" sldId="259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204197998" sldId="2594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748941122" sldId="2595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3872441387" sldId="2600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1970709770" sldId="2601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4026886309" sldId="2602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12115703" sldId="2603"/>
        </pc:sldMkLst>
      </pc:sldChg>
      <pc:sldChg chg="del">
        <pc:chgData name="Owais Ahmed" userId="6abc7d4556b3b071" providerId="LiveId" clId="{49E13F44-C763-4748-BD1A-074551391773}" dt="2023-12-26T06:05:22.800" v="127" actId="47"/>
        <pc:sldMkLst>
          <pc:docMk/>
          <pc:sldMk cId="2626432937" sldId="2604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3025855390" sldId="2623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3728738554" sldId="2624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184074489" sldId="2625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239445594" sldId="2626"/>
        </pc:sldMkLst>
      </pc:sldChg>
      <pc:sldChg chg="add del">
        <pc:chgData name="Owais Ahmed" userId="6abc7d4556b3b071" providerId="LiveId" clId="{49E13F44-C763-4748-BD1A-074551391773}" dt="2023-12-26T11:43:14.004" v="6928" actId="47"/>
        <pc:sldMkLst>
          <pc:docMk/>
          <pc:sldMk cId="614677527" sldId="2627"/>
        </pc:sldMkLst>
      </pc:sldChg>
      <pc:sldChg chg="modSp add mod addAnim delAnim modAnim">
        <pc:chgData name="Owais Ahmed" userId="6abc7d4556b3b071" providerId="LiveId" clId="{49E13F44-C763-4748-BD1A-074551391773}" dt="2023-12-26T07:07:22.737" v="3621" actId="114"/>
        <pc:sldMkLst>
          <pc:docMk/>
          <pc:sldMk cId="752439605" sldId="2628"/>
        </pc:sldMkLst>
        <pc:spChg chg="mod">
          <ac:chgData name="Owais Ahmed" userId="6abc7d4556b3b071" providerId="LiveId" clId="{49E13F44-C763-4748-BD1A-074551391773}" dt="2023-12-26T07:07:22.737" v="3621" actId="114"/>
          <ac:spMkLst>
            <pc:docMk/>
            <pc:sldMk cId="752439605" sldId="2628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6:47:50.012" v="2543" actId="20577"/>
          <ac:spMkLst>
            <pc:docMk/>
            <pc:sldMk cId="752439605" sldId="2628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49E13F44-C763-4748-BD1A-074551391773}" dt="2023-12-26T11:46:23.029" v="6962" actId="114"/>
        <pc:sldMkLst>
          <pc:docMk/>
          <pc:sldMk cId="2359723620" sldId="2629"/>
        </pc:sldMkLst>
        <pc:spChg chg="mod">
          <ac:chgData name="Owais Ahmed" userId="6abc7d4556b3b071" providerId="LiveId" clId="{49E13F44-C763-4748-BD1A-074551391773}" dt="2023-12-26T11:46:23.029" v="6962" actId="114"/>
          <ac:spMkLst>
            <pc:docMk/>
            <pc:sldMk cId="2359723620" sldId="2629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11:13:41.220" v="6157" actId="20577"/>
          <ac:spMkLst>
            <pc:docMk/>
            <pc:sldMk cId="2359723620" sldId="2629"/>
            <ac:spMk id="215" creationId="{00000000-0000-0000-0000-000000000000}"/>
          </ac:spMkLst>
        </pc:spChg>
      </pc:sldChg>
      <pc:sldChg chg="modSp add mod ord modAnim">
        <pc:chgData name="Owais Ahmed" userId="6abc7d4556b3b071" providerId="LiveId" clId="{49E13F44-C763-4748-BD1A-074551391773}" dt="2023-12-26T10:55:21.335" v="5284" actId="20577"/>
        <pc:sldMkLst>
          <pc:docMk/>
          <pc:sldMk cId="912857983" sldId="2630"/>
        </pc:sldMkLst>
        <pc:spChg chg="mod">
          <ac:chgData name="Owais Ahmed" userId="6abc7d4556b3b071" providerId="LiveId" clId="{49E13F44-C763-4748-BD1A-074551391773}" dt="2023-12-26T10:55:21.335" v="5284" actId="20577"/>
          <ac:spMkLst>
            <pc:docMk/>
            <pc:sldMk cId="912857983" sldId="2630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07:33:10.026" v="4271" actId="20577"/>
          <ac:spMkLst>
            <pc:docMk/>
            <pc:sldMk cId="912857983" sldId="2630"/>
            <ac:spMk id="215" creationId="{00000000-0000-0000-0000-000000000000}"/>
          </ac:spMkLst>
        </pc:spChg>
      </pc:sldChg>
      <pc:sldChg chg="modSp add mod modAnim">
        <pc:chgData name="Owais Ahmed" userId="6abc7d4556b3b071" providerId="LiveId" clId="{49E13F44-C763-4748-BD1A-074551391773}" dt="2023-12-26T07:33:38.983" v="4272" actId="6549"/>
        <pc:sldMkLst>
          <pc:docMk/>
          <pc:sldMk cId="525208816" sldId="2631"/>
        </pc:sldMkLst>
        <pc:spChg chg="mod">
          <ac:chgData name="Owais Ahmed" userId="6abc7d4556b3b071" providerId="LiveId" clId="{49E13F44-C763-4748-BD1A-074551391773}" dt="2023-12-26T07:33:38.983" v="4272" actId="6549"/>
          <ac:spMkLst>
            <pc:docMk/>
            <pc:sldMk cId="525208816" sldId="2631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9E13F44-C763-4748-BD1A-074551391773}" dt="2023-12-26T07:06:07.617" v="3565" actId="20577"/>
        <pc:sldMkLst>
          <pc:docMk/>
          <pc:sldMk cId="1928092995" sldId="2632"/>
        </pc:sldMkLst>
        <pc:spChg chg="mod">
          <ac:chgData name="Owais Ahmed" userId="6abc7d4556b3b071" providerId="LiveId" clId="{49E13F44-C763-4748-BD1A-074551391773}" dt="2023-12-26T07:06:07.617" v="3565" actId="20577"/>
          <ac:spMkLst>
            <pc:docMk/>
            <pc:sldMk cId="1928092995" sldId="2632"/>
            <ac:spMk id="3" creationId="{4A1C0383-58FE-E486-295E-B33B8683B938}"/>
          </ac:spMkLst>
        </pc:spChg>
      </pc:sldChg>
      <pc:sldChg chg="add del">
        <pc:chgData name="Owais Ahmed" userId="6abc7d4556b3b071" providerId="LiveId" clId="{49E13F44-C763-4748-BD1A-074551391773}" dt="2023-12-26T07:25:48.660" v="4051" actId="47"/>
        <pc:sldMkLst>
          <pc:docMk/>
          <pc:sldMk cId="3559643190" sldId="2633"/>
        </pc:sldMkLst>
      </pc:sldChg>
      <pc:sldChg chg="modSp add mod modAnim">
        <pc:chgData name="Owais Ahmed" userId="6abc7d4556b3b071" providerId="LiveId" clId="{49E13F44-C763-4748-BD1A-074551391773}" dt="2023-12-26T07:32:42.252" v="4250" actId="20577"/>
        <pc:sldMkLst>
          <pc:docMk/>
          <pc:sldMk cId="399433902" sldId="2634"/>
        </pc:sldMkLst>
        <pc:spChg chg="mod">
          <ac:chgData name="Owais Ahmed" userId="6abc7d4556b3b071" providerId="LiveId" clId="{49E13F44-C763-4748-BD1A-074551391773}" dt="2023-12-26T07:32:42.252" v="4250" actId="20577"/>
          <ac:spMkLst>
            <pc:docMk/>
            <pc:sldMk cId="399433902" sldId="2634"/>
            <ac:spMk id="3" creationId="{4A1C0383-58FE-E486-295E-B33B8683B938}"/>
          </ac:spMkLst>
        </pc:spChg>
      </pc:sldChg>
      <pc:sldChg chg="modSp add mod modAnim">
        <pc:chgData name="Owais Ahmed" userId="6abc7d4556b3b071" providerId="LiveId" clId="{49E13F44-C763-4748-BD1A-074551391773}" dt="2023-12-26T07:41:38.839" v="4701" actId="20577"/>
        <pc:sldMkLst>
          <pc:docMk/>
          <pc:sldMk cId="1689536285" sldId="2635"/>
        </pc:sldMkLst>
        <pc:spChg chg="mod">
          <ac:chgData name="Owais Ahmed" userId="6abc7d4556b3b071" providerId="LiveId" clId="{49E13F44-C763-4748-BD1A-074551391773}" dt="2023-12-26T07:41:38.839" v="4701" actId="20577"/>
          <ac:spMkLst>
            <pc:docMk/>
            <pc:sldMk cId="1689536285" sldId="2635"/>
            <ac:spMk id="3" creationId="{4A1C0383-58FE-E486-295E-B33B8683B938}"/>
          </ac:spMkLst>
        </pc:spChg>
      </pc:sldChg>
      <pc:sldChg chg="addSp modSp add mod modAnim">
        <pc:chgData name="Owais Ahmed" userId="6abc7d4556b3b071" providerId="LiveId" clId="{49E13F44-C763-4748-BD1A-074551391773}" dt="2023-12-26T11:11:26.572" v="6114" actId="20577"/>
        <pc:sldMkLst>
          <pc:docMk/>
          <pc:sldMk cId="360628243" sldId="2636"/>
        </pc:sldMkLst>
        <pc:spChg chg="mod">
          <ac:chgData name="Owais Ahmed" userId="6abc7d4556b3b071" providerId="LiveId" clId="{49E13F44-C763-4748-BD1A-074551391773}" dt="2023-12-26T11:11:26.572" v="6114" actId="20577"/>
          <ac:spMkLst>
            <pc:docMk/>
            <pc:sldMk cId="360628243" sldId="2636"/>
            <ac:spMk id="3" creationId="{4A1C0383-58FE-E486-295E-B33B8683B938}"/>
          </ac:spMkLst>
        </pc:spChg>
        <pc:spChg chg="add mod">
          <ac:chgData name="Owais Ahmed" userId="6abc7d4556b3b071" providerId="LiveId" clId="{49E13F44-C763-4748-BD1A-074551391773}" dt="2023-12-26T11:11:12.021" v="6102" actId="27636"/>
          <ac:spMkLst>
            <pc:docMk/>
            <pc:sldMk cId="360628243" sldId="2636"/>
            <ac:spMk id="4" creationId="{20331B87-3792-DE28-B4F0-D8478901506B}"/>
          </ac:spMkLst>
        </pc:spChg>
      </pc:sldChg>
      <pc:sldChg chg="addSp modSp add mod ord modAnim">
        <pc:chgData name="Owais Ahmed" userId="6abc7d4556b3b071" providerId="LiveId" clId="{49E13F44-C763-4748-BD1A-074551391773}" dt="2023-12-26T11:19:15.744" v="6606" actId="20577"/>
        <pc:sldMkLst>
          <pc:docMk/>
          <pc:sldMk cId="871554563" sldId="2637"/>
        </pc:sldMkLst>
        <pc:spChg chg="mod">
          <ac:chgData name="Owais Ahmed" userId="6abc7d4556b3b071" providerId="LiveId" clId="{49E13F44-C763-4748-BD1A-074551391773}" dt="2023-12-26T11:19:15.744" v="6606" actId="20577"/>
          <ac:spMkLst>
            <pc:docMk/>
            <pc:sldMk cId="871554563" sldId="2637"/>
            <ac:spMk id="3" creationId="{4A1C0383-58FE-E486-295E-B33B8683B938}"/>
          </ac:spMkLst>
        </pc:spChg>
        <pc:spChg chg="add mod">
          <ac:chgData name="Owais Ahmed" userId="6abc7d4556b3b071" providerId="LiveId" clId="{49E13F44-C763-4748-BD1A-074551391773}" dt="2023-12-26T11:17:45.866" v="6492" actId="27636"/>
          <ac:spMkLst>
            <pc:docMk/>
            <pc:sldMk cId="871554563" sldId="2637"/>
            <ac:spMk id="4" creationId="{FC3FFCAB-2F0B-9B5F-DA88-A658DFEB07B2}"/>
          </ac:spMkLst>
        </pc:spChg>
        <pc:spChg chg="mod">
          <ac:chgData name="Owais Ahmed" userId="6abc7d4556b3b071" providerId="LiveId" clId="{49E13F44-C763-4748-BD1A-074551391773}" dt="2023-12-26T11:13:44.078" v="6158"/>
          <ac:spMkLst>
            <pc:docMk/>
            <pc:sldMk cId="871554563" sldId="2637"/>
            <ac:spMk id="215" creationId="{00000000-0000-0000-0000-000000000000}"/>
          </ac:spMkLst>
        </pc:spChg>
      </pc:sldChg>
      <pc:sldChg chg="modSp add ord modAnim">
        <pc:chgData name="Owais Ahmed" userId="6abc7d4556b3b071" providerId="LiveId" clId="{49E13F44-C763-4748-BD1A-074551391773}" dt="2023-12-26T11:21:25.160" v="6915" actId="20577"/>
        <pc:sldMkLst>
          <pc:docMk/>
          <pc:sldMk cId="2694563689" sldId="2638"/>
        </pc:sldMkLst>
        <pc:spChg chg="mod">
          <ac:chgData name="Owais Ahmed" userId="6abc7d4556b3b071" providerId="LiveId" clId="{49E13F44-C763-4748-BD1A-074551391773}" dt="2023-12-26T11:21:25.160" v="6915" actId="20577"/>
          <ac:spMkLst>
            <pc:docMk/>
            <pc:sldMk cId="2694563689" sldId="2638"/>
            <ac:spMk id="3" creationId="{4A1C0383-58FE-E486-295E-B33B8683B938}"/>
          </ac:spMkLst>
        </pc:spChg>
      </pc:sldChg>
      <pc:sldChg chg="modSp add del mod modAnim">
        <pc:chgData name="Owais Ahmed" userId="6abc7d4556b3b071" providerId="LiveId" clId="{49E13F44-C763-4748-BD1A-074551391773}" dt="2023-12-26T11:42:51.547" v="6927" actId="47"/>
        <pc:sldMkLst>
          <pc:docMk/>
          <pc:sldMk cId="366119280" sldId="2639"/>
        </pc:sldMkLst>
        <pc:spChg chg="mod">
          <ac:chgData name="Owais Ahmed" userId="6abc7d4556b3b071" providerId="LiveId" clId="{49E13F44-C763-4748-BD1A-074551391773}" dt="2023-12-26T11:40:01.898" v="6926" actId="20577"/>
          <ac:spMkLst>
            <pc:docMk/>
            <pc:sldMk cId="366119280" sldId="2639"/>
            <ac:spMk id="3" creationId="{4A1C0383-58FE-E486-295E-B33B8683B938}"/>
          </ac:spMkLst>
        </pc:spChg>
      </pc:sldChg>
      <pc:sldChg chg="modSp add mod modAnim modNotesTx">
        <pc:chgData name="Owais Ahmed" userId="6abc7d4556b3b071" providerId="LiveId" clId="{49E13F44-C763-4748-BD1A-074551391773}" dt="2023-12-26T11:51:51.485" v="7248"/>
        <pc:sldMkLst>
          <pc:docMk/>
          <pc:sldMk cId="1890703427" sldId="2639"/>
        </pc:sldMkLst>
        <pc:spChg chg="mod">
          <ac:chgData name="Owais Ahmed" userId="6abc7d4556b3b071" providerId="LiveId" clId="{49E13F44-C763-4748-BD1A-074551391773}" dt="2023-12-26T11:51:51.485" v="7248"/>
          <ac:spMkLst>
            <pc:docMk/>
            <pc:sldMk cId="1890703427" sldId="2639"/>
            <ac:spMk id="3" creationId="{4A1C0383-58FE-E486-295E-B33B8683B938}"/>
          </ac:spMkLst>
        </pc:spChg>
        <pc:spChg chg="mod">
          <ac:chgData name="Owais Ahmed" userId="6abc7d4556b3b071" providerId="LiveId" clId="{49E13F44-C763-4748-BD1A-074551391773}" dt="2023-12-26T11:47:10.411" v="6989" actId="20577"/>
          <ac:spMkLst>
            <pc:docMk/>
            <pc:sldMk cId="1890703427" sldId="2639"/>
            <ac:spMk id="215" creationId="{00000000-0000-0000-0000-000000000000}"/>
          </ac:spMkLst>
        </pc:spChg>
      </pc:sldChg>
      <pc:sldChg chg="modSp add mod modAnim modNotesTx">
        <pc:chgData name="Owais Ahmed" userId="6abc7d4556b3b071" providerId="LiveId" clId="{49E13F44-C763-4748-BD1A-074551391773}" dt="2023-12-26T12:06:12.280" v="7902" actId="20577"/>
        <pc:sldMkLst>
          <pc:docMk/>
          <pc:sldMk cId="3356953712" sldId="2640"/>
        </pc:sldMkLst>
        <pc:spChg chg="mod">
          <ac:chgData name="Owais Ahmed" userId="6abc7d4556b3b071" providerId="LiveId" clId="{49E13F44-C763-4748-BD1A-074551391773}" dt="2023-12-26T12:06:12.280" v="7902" actId="20577"/>
          <ac:spMkLst>
            <pc:docMk/>
            <pc:sldMk cId="3356953712" sldId="2640"/>
            <ac:spMk id="3" creationId="{4A1C0383-58FE-E486-295E-B33B8683B938}"/>
          </ac:spMkLst>
        </pc:spChg>
      </pc:sldChg>
    </pc:docChg>
  </pc:docChgLst>
  <pc:docChgLst>
    <pc:chgData name="Owais Ahmed" userId="6abc7d4556b3b071" providerId="LiveId" clId="{75EC58F7-4BFE-47B9-AB78-477B48A064C5}"/>
    <pc:docChg chg="delSld">
      <pc:chgData name="Owais Ahmed" userId="6abc7d4556b3b071" providerId="LiveId" clId="{75EC58F7-4BFE-47B9-AB78-477B48A064C5}" dt="2023-10-31T10:51:29.055" v="1" actId="47"/>
      <pc:docMkLst>
        <pc:docMk/>
      </pc:docMkLst>
      <pc:sldChg chg="del">
        <pc:chgData name="Owais Ahmed" userId="6abc7d4556b3b071" providerId="LiveId" clId="{75EC58F7-4BFE-47B9-AB78-477B48A064C5}" dt="2023-10-31T10:51:28.057" v="0" actId="47"/>
        <pc:sldMkLst>
          <pc:docMk/>
          <pc:sldMk cId="1651692435" sldId="2574"/>
        </pc:sldMkLst>
      </pc:sldChg>
      <pc:sldChg chg="del">
        <pc:chgData name="Owais Ahmed" userId="6abc7d4556b3b071" providerId="LiveId" clId="{75EC58F7-4BFE-47B9-AB78-477B48A064C5}" dt="2023-10-31T10:51:29.055" v="1" actId="47"/>
        <pc:sldMkLst>
          <pc:docMk/>
          <pc:sldMk cId="1638662693" sldId="257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D5B4E-BF3E-3B45-A4BA-D6C3B92870D7}" type="datetimeFigureOut">
              <a:rPr lang="en-US" smtClean="0"/>
              <a:t>04-Jan-24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AE8BC-2AB3-9E4C-9797-2A6F8A74C7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8621B-8C8E-49BA-8772-41D0FE75A082}" type="datetimeFigureOut">
              <a:rPr lang="en-US" smtClean="0"/>
              <a:t>04-Jan-24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8B34ED-4CDD-41C9-90F7-D768D5559A6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6947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9859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6046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355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1768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77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26475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4957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3978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835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283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28510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dirty="0" err="1"/>
              <a:t>Memoization</a:t>
            </a:r>
            <a:r>
              <a:rPr lang="en-US" dirty="0"/>
              <a:t> is the concept of using cache memory to eliminate redundant calculations.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5867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62748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33850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55959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FCC8D5-6D68-A443-97C0-91AE5977134B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19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r>
              <a:rPr lang="en-US" spc="300" dirty="0"/>
              <a:t>ANNUAL REVIEW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/>
            <a:r>
              <a:rPr lang="en-US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anchor="b"/>
          <a:lstStyle>
            <a:lvl1pPr algn="l">
              <a:defRPr sz="6000" spc="3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>
            <a:noAutofit/>
          </a:bodyPr>
          <a:lstStyle>
            <a:lvl1pPr algn="l">
              <a:defRPr sz="3200" spc="300"/>
            </a:lvl1pPr>
          </a:lstStyle>
          <a:p>
            <a:r>
              <a:rPr lang="en-US" dirty="0"/>
              <a:t>SLIDE TITLE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Slide Number Placeholder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767791"/>
            <a:ext cx="11002962" cy="823913"/>
          </a:xfrm>
        </p:spPr>
        <p:txBody>
          <a:bodyPr>
            <a:noAutofit/>
          </a:bodyPr>
          <a:lstStyle>
            <a:lvl1pPr>
              <a:defRPr sz="4800" spc="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>
            <a:no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spc="3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sz="1400">
                <a:solidFill>
                  <a:schemeClr val="tx1"/>
                </a:solidFill>
              </a:rPr>
              <a:t>Click to edit Master text styles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1"/>
            <a:ext cx="11002962" cy="1623218"/>
          </a:xfrm>
        </p:spPr>
        <p:txBody>
          <a:bodyPr anchor="ctr">
            <a:noAutofit/>
          </a:bodyPr>
          <a:lstStyle/>
          <a:p>
            <a:pPr algn="ctr"/>
            <a:r>
              <a:rPr lang="en-US" sz="4800"/>
              <a:t>Click to edit Master title style</a:t>
            </a:r>
            <a:endParaRPr lang="en-US" sz="480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>
            <a:noAutofit/>
          </a:bodyPr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>
            <a:noAutofit/>
          </a:bodyPr>
          <a:lstStyle/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pPr marL="0" indent="0">
              <a:lnSpc>
                <a:spcPct val="100000"/>
              </a:lnSpc>
              <a:buNone/>
            </a:pPr>
            <a:r>
              <a:rPr lang="en-US" sz="1600" dirty="0">
                <a:cs typeface="Biome Light" panose="020B0303030204020804" pitchFamily="34" charset="0"/>
              </a:rPr>
              <a:t>Click to edit master text style.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7" name="Slide Number Placeholder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C2E478F-E849-4A8C-AF1F-CBCC78A7CBF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12037"/>
            <a:ext cx="5897218" cy="884238"/>
          </a:xfrm>
        </p:spPr>
        <p:txBody>
          <a:bodyPr lIns="91440" rIns="9144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Autofit/>
          </a:bodyPr>
          <a:lstStyle/>
          <a:p>
            <a:r>
              <a:rPr lang="en-US" sz="4000" spc="300"/>
              <a:t>Click to edit Master title style</a:t>
            </a:r>
            <a:endParaRPr lang="en-US" sz="4000" spc="30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1" name="Text Placeholder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Online Image Placeholder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5" name="Online Image Placeholder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36" name="Online Image Placeholder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478F-E849-4A8C-AF1F-CBCC78A7CBF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  <p:sldLayoutId id="2147483681" r:id="rId12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.wdp"/><Relationship Id="rId7" Type="http://schemas.openxmlformats.org/officeDocument/2006/relationships/image" Target="../media/image1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bstract image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837" y="1477926"/>
            <a:ext cx="11525730" cy="2307265"/>
          </a:xfrm>
        </p:spPr>
        <p:txBody>
          <a:bodyPr/>
          <a:lstStyle/>
          <a:p>
            <a:r>
              <a:rPr lang="en-US" sz="5400" b="1"/>
              <a:t>DESIGN AND ANALYSIS OF ALGORITHMS (113939)</a:t>
            </a:r>
            <a:endParaRPr lang="en-US" sz="5400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E828D-1E63-455F-949D-0C5454A7F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0837" y="5699050"/>
            <a:ext cx="11525730" cy="1073889"/>
          </a:xfrm>
        </p:spPr>
        <p:txBody>
          <a:bodyPr/>
          <a:lstStyle/>
          <a:p>
            <a:r>
              <a:rPr lang="en-US" sz="2000" dirty="0"/>
              <a:t>Dr. Owais Hussain</a:t>
            </a:r>
          </a:p>
        </p:txBody>
      </p:sp>
    </p:spTree>
    <p:extLst>
      <p:ext uri="{BB962C8B-B14F-4D97-AF65-F5344CB8AC3E}">
        <p14:creationId xmlns:p14="http://schemas.microsoft.com/office/powerpoint/2010/main" val="146856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pic>
        <p:nvPicPr>
          <p:cNvPr id="8" name="Picture Placeholder 7" descr="group of people at a conference table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68819" y="1808703"/>
            <a:ext cx="4480450" cy="4406369"/>
          </a:xfrm>
        </p:spPr>
        <p:txBody>
          <a:bodyPr/>
          <a:lstStyle/>
          <a:p>
            <a:r>
              <a:rPr lang="en-US"/>
              <a:t>Prime Numbers (yet again)</a:t>
            </a:r>
          </a:p>
          <a:p>
            <a:r>
              <a:rPr lang="en-US"/>
              <a:t>Algorithm </a:t>
            </a:r>
            <a:r>
              <a:rPr lang="en-US" dirty="0"/>
              <a:t>Optimization</a:t>
            </a:r>
          </a:p>
          <a:p>
            <a:r>
              <a:rPr lang="en-US" dirty="0"/>
              <a:t>Mathematical Techniques</a:t>
            </a:r>
          </a:p>
          <a:p>
            <a:r>
              <a:rPr lang="en-US" dirty="0"/>
              <a:t>Approximation Methods</a:t>
            </a:r>
          </a:p>
          <a:p>
            <a:r>
              <a:rPr lang="en-US" dirty="0"/>
              <a:t>Data Structures</a:t>
            </a:r>
          </a:p>
          <a:p>
            <a:r>
              <a:rPr lang="en-US" dirty="0"/>
              <a:t>Dynamic Programming Methods</a:t>
            </a:r>
          </a:p>
          <a:p>
            <a:r>
              <a:rPr lang="en-US" dirty="0"/>
              <a:t>Parallelization Methods</a:t>
            </a:r>
          </a:p>
          <a:p>
            <a:r>
              <a:rPr lang="en-US" dirty="0"/>
              <a:t>Edge-case Filtration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E478F-E849-4A8C-AF1F-CBCC78A7CBFA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Prime Numbers (yet again)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942830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Generally, the Prime numbers can be checked by running a loop from 2 to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3200" dirty="0"/>
                  <a:t> which takes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several techniques to mitigate the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Skip if the number is even.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Check the MOD only till square root.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Store pre-generated Prime numbers in storage and search before checking for divisor.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 much time can you save if you implemented all </a:t>
                </a:r>
                <a:r>
                  <a:rPr lang="en-US" sz="3200"/>
                  <a:t>these strategies?</a:t>
                </a: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942830"/>
              </a:xfrm>
              <a:prstGeom prst="rect">
                <a:avLst/>
              </a:prstGeom>
              <a:blipFill>
                <a:blip r:embed="rId3"/>
                <a:stretch>
                  <a:fillRect l="-1038" t="-111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5177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Algorithm Optimization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Algorithm optimization refers to minimizing time or space that an algorithm takes to solve a problem.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There are two pre-requisites to algorithm optimization: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An existing algorithm which correctly solves the problem.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en-US" sz="3000" dirty="0"/>
              <a:t>Time or Space complexity analysis based on the optimization objective.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Remember that we are not referring to code-level optimizations. The examples we will discuss are applicable on all types of computers and programming languages.</a:t>
            </a:r>
          </a:p>
        </p:txBody>
      </p:sp>
    </p:spTree>
    <p:extLst>
      <p:ext uri="{BB962C8B-B14F-4D97-AF65-F5344CB8AC3E}">
        <p14:creationId xmlns:p14="http://schemas.microsoft.com/office/powerpoint/2010/main" val="296501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Mathematical Techniques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925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sz="3200" dirty="0"/>
                  <a:t>Mathematical Techniques involves using logical techniques to shorten the number of steps taken to solve a problem. For example: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Euclidean Algorithm to calculate GCD (</a:t>
                </a:r>
                <a:r>
                  <a:rPr lang="en-US" sz="3200" i="1" dirty="0"/>
                  <a:t>see Lecture 1</a:t>
                </a:r>
                <a:r>
                  <a:rPr lang="en-US" sz="3200" dirty="0"/>
                  <a:t>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Sieve of Eratosthenes (</a:t>
                </a:r>
                <a:r>
                  <a:rPr lang="en-US" sz="3200" i="1" dirty="0"/>
                  <a:t>see Lecture 10</a:t>
                </a:r>
                <a:r>
                  <a:rPr lang="en-US" sz="3200" dirty="0"/>
                  <a:t>).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Doubling or halving a number via binary shifts.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Exponentiation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Karatsuba Algorithm for Multiplication.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Hashing for constant average time lookup of values in a database.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94" t="-1122" b="-3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2439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Mathematical Techniques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1: Doubling or halving a number via binary shifts.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=00101100=44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Shift 1 bit towards left gives us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0101100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0=88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Similarly, shifting 1 bit towards right will be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10110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5208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Mathematical Techniques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2: Exponentiation by Squaring method to calculate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3200" dirty="0"/>
                  <a:t> by recursively squaring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3200" dirty="0"/>
                  <a:t> and halving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straightforward method will be to use a loop and iteratively compute the product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nary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However, using squaring and halving method: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is even,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 to reduce the problem into half.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3200" dirty="0"/>
                  <a:t> is odd, then breakdown as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sup>
                    </m:sSup>
                  </m:oMath>
                </a14:m>
                <a:r>
                  <a:rPr lang="en-US" sz="3200" dirty="0"/>
                  <a:t> and recursively solve it.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sz="3200" dirty="0"/>
                  <a:t> is solved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, broken into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2128" t="-8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8092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Mathematical Techniques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3: Karatsuba multiplication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sz="3200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𝑏𝑑</m:t>
                        </m:r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E.g.: multiply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23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45</m:t>
                    </m:r>
                  </m:oMath>
                </a14:m>
                <a:r>
                  <a:rPr lang="en-US" sz="3200" dirty="0"/>
                  <a:t>. Split into partial terms: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×10+3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4×10+5</m:t>
                    </m:r>
                  </m:oMath>
                </a14:m>
                <a:r>
                  <a:rPr lang="en-US" sz="32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Let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=4,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Calculate partial products</a:t>
                </a:r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=2×4=8</m:t>
                    </m:r>
                  </m:oMath>
                </a14:m>
                <a:endParaRPr lang="en-US" sz="3000" b="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=3×5=15</m:t>
                    </m:r>
                  </m:oMath>
                </a14:m>
                <a:endParaRPr lang="en-US" sz="3000" b="0" dirty="0">
                  <a:ea typeface="Cambria Math" panose="02040503050406030204" pitchFamily="18" charset="0"/>
                </a:endParaRP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=5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×9=45</m:t>
                    </m:r>
                  </m:oMath>
                </a14:m>
                <a:endParaRPr lang="en-US" sz="30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Calculate cross product: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=22</m:t>
                    </m:r>
                  </m:oMath>
                </a14:m>
                <a:endParaRPr lang="en-US" sz="32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200" dirty="0"/>
                  <a:t>Combine using formula: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𝑎𝑑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𝑏𝑐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𝑏𝑑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=1035</m:t>
                    </m:r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technique has time complexity 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20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sz="32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func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, which is better than old way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32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82" t="-873" b="-11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433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Approximation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Approximation means limiting to a solution that is closest to the accurate value.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Approximate value of PI.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Heron’s square root approximation.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Matrix Inverse Approximation.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912857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Approximation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85000"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1: Approximate value of PI.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There are multiple algorithms to calculate the value of PI. A famous one is Bailey–</a:t>
                </a:r>
                <a:r>
                  <a:rPr lang="en-US" sz="3200" dirty="0" err="1"/>
                  <a:t>Borwein</a:t>
                </a:r>
                <a:r>
                  <a:rPr lang="en-US" sz="3200" dirty="0"/>
                  <a:t>–Plouffe (BBP) formula: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3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3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16</m:t>
                                    </m:r>
                                  </m:e>
                                  <m:sup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</m:den>
                            </m:f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d>
                                      <m:d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den>
                                </m:f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+4</m:t>
                                    </m:r>
                                  </m:den>
                                </m:f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+5</m:t>
                                    </m:r>
                                  </m:den>
                                </m:f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+6</m:t>
                                    </m:r>
                                  </m:den>
                                </m:f>
                              </m:e>
                            </m:d>
                          </m:e>
                        </m:d>
                      </m:e>
                    </m:nary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(highly expensive) formula calculates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sz="3200" dirty="0"/>
                  <a:t> to indefinite decimal places like 3.1415926535897932384626433832795028841971693993751058209749445923078164062862089986280348253421170679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Instead, we can use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a:rPr lang="en-US" sz="3200" i="1">
                        <a:latin typeface="Cambria Math" panose="02040503050406030204" pitchFamily="18" charset="0"/>
                      </a:rPr>
                      <m:t>=3.142857</m:t>
                    </m:r>
                  </m:oMath>
                </a14:m>
                <a:r>
                  <a:rPr lang="en-US" sz="3200" dirty="0"/>
                  <a:t> for practical purposes.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830" t="-623" r="-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9536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Approximation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2557304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2: Heron’s square root approximation.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square root is generally calculated via prime factorization. E.g.,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144</m:t>
                        </m:r>
                      </m:e>
                    </m:rad>
                    <m:r>
                      <a:rPr lang="en-US" sz="32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×2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begChr m:val="{"/>
                        <m:endChr m:val="}"/>
                        <m:ctrlP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×2×3</m:t>
                            </m:r>
                          </m:e>
                        </m:d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200" b="0" dirty="0"/>
                  <a:t>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b="0" dirty="0"/>
                  <a:t>Heron’s method assumes the square root to be 1 and iteratively improves it using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sz="3200" b="0" dirty="0"/>
                  <a:t>, until desired accuracy is achieved.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2557304"/>
              </a:xfrm>
              <a:prstGeom prst="rect">
                <a:avLst/>
              </a:prstGeom>
              <a:blipFill>
                <a:blip r:embed="rId3"/>
                <a:stretch>
                  <a:fillRect l="-727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331B87-3792-DE28-B4F0-D847890150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4767" y="4089891"/>
                <a:ext cx="11743016" cy="2235331"/>
              </a:xfrm>
              <a:prstGeom prst="rect">
                <a:avLst/>
              </a:prstGeom>
            </p:spPr>
            <p:txBody>
              <a:bodyPr numCol="2">
                <a:normAutofit fontScale="85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=72.5</m:t>
                    </m:r>
                  </m:oMath>
                </a14:m>
                <a:endParaRPr lang="en-US" sz="3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72.5+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72.5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=37.24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37.24+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37.24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=20.55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20.55+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20.55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=13.78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13.78+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13.78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=12.115</m:t>
                    </m:r>
                  </m:oMath>
                </a14:m>
                <a:endParaRPr lang="en-US" sz="3200" b="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12.115+</m:t>
                        </m:r>
                        <m:f>
                          <m:f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144</m:t>
                            </m:r>
                          </m:num>
                          <m:den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12.115</m:t>
                            </m:r>
                          </m:den>
                        </m:f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=12.001</m:t>
                    </m:r>
                  </m:oMath>
                </a14:m>
                <a:endParaRPr lang="en-US" sz="3200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20331B87-3792-DE28-B4F0-D84789015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767" y="4089891"/>
                <a:ext cx="11743016" cy="2235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62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Data Structures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Selecting right data structure involves learning about the problem thoroughly.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Stack for Prefix (Polish) and Postfix notations.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Linear Array for fixed-sized set of values.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Heaps for sorted record-keeping (</a:t>
            </a:r>
            <a:r>
              <a:rPr lang="en-US" sz="3200" i="1" dirty="0"/>
              <a:t>see lecture 11</a:t>
            </a:r>
            <a:r>
              <a:rPr lang="en-US" sz="3200" dirty="0"/>
              <a:t>).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Doubly Linked-List to implement Undo-Redo and thread scheduling.</a:t>
            </a:r>
          </a:p>
        </p:txBody>
      </p:sp>
    </p:spTree>
    <p:extLst>
      <p:ext uri="{BB962C8B-B14F-4D97-AF65-F5344CB8AC3E}">
        <p14:creationId xmlns:p14="http://schemas.microsoft.com/office/powerpoint/2010/main" val="2359723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Data Structures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1: using Stack for Prefix (Polish) and Postfix notations.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We use these notations to eliminate the need for brackets in equations.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To convert an expression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</m:oMath>
                </a14:m>
                <a:r>
                  <a:rPr lang="en-US" sz="3200" dirty="0"/>
                  <a:t> into Polish notation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𝑦𝑧</m:t>
                    </m:r>
                  </m:oMath>
                </a14:m>
                <a:r>
                  <a:rPr lang="en-US" sz="3200" dirty="0"/>
                  <a:t>, one way is to recursively scan the equation by breaking it into base case.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By simply using a stack, we can convert the expression in linear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algorithm is given as: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5875616" cy="4887878"/>
              </a:xfrm>
              <a:prstGeom prst="rect">
                <a:avLst/>
              </a:prstGeom>
              <a:blipFill>
                <a:blip r:embed="rId3"/>
                <a:stretch>
                  <a:fillRect l="-1452" t="-873" r="-1245" b="-9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C3FFCAB-2F0B-9B5F-DA88-A658DFEB07B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96000" y="1532588"/>
                <a:ext cx="5867400" cy="4887878"/>
              </a:xfrm>
              <a:prstGeom prst="rect">
                <a:avLst/>
              </a:prstGeom>
            </p:spPr>
            <p:txBody>
              <a:bodyPr>
                <a:normAutofit fontScale="700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Input the Postfix equation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000" dirty="0"/>
                  <a:t>.</a:t>
                </a:r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Scan </a:t>
                </a:r>
                <a14:m>
                  <m:oMath xmlns:m="http://schemas.openxmlformats.org/officeDocument/2006/math">
                    <m:r>
                      <a:rPr lang="en-US" sz="3000" i="1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3000" dirty="0"/>
                  <a:t> from left to right and check each element.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If the element is an operand, then Push to Stack.</a:t>
                </a:r>
              </a:p>
              <a:p>
                <a:pPr marL="971550" lvl="1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If the element is an operator, then: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Pop from stack and store in a variable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Pop from stack again and store in another variable </a:t>
                </a:r>
                <a14:m>
                  <m:oMath xmlns:m="http://schemas.openxmlformats.org/officeDocument/2006/math">
                    <m:r>
                      <a:rPr lang="en-US" sz="2800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Calculate the value of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𝑂𝑝𝑒𝑟𝑎𝑡𝑜𝑟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2800" dirty="0"/>
                  <a:t>.</a:t>
                </a:r>
              </a:p>
              <a:p>
                <a:pPr marL="1428750" lvl="2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800" dirty="0"/>
                  <a:t>Push the value to the Stack.</a:t>
                </a:r>
                <a:endParaRPr lang="en-US" sz="3000" dirty="0"/>
              </a:p>
              <a:p>
                <a:pPr marL="514350" indent="-51435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3000" dirty="0"/>
                  <a:t>When the loop ends, the only value in Stack is the output. Pop it and return.</a:t>
                </a: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FC3FFCAB-2F0B-9B5F-DA88-A658DFEB0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532588"/>
                <a:ext cx="5867400" cy="4887878"/>
              </a:xfrm>
              <a:prstGeom prst="rect">
                <a:avLst/>
              </a:prstGeom>
              <a:blipFill>
                <a:blip r:embed="rId4"/>
                <a:stretch>
                  <a:fillRect l="-1246" t="-8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155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Data Structures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2: Static Array for fixed-sized set of values.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This is straightforward case. A static array allows us to fetch and update any value in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sz="3200" dirty="0"/>
                  <a:t> time.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On the other hand, using any other data structure will demand linear or logarithmic time for the same operations in worst case scenario.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1142" t="-3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4563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Dynamic Programming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Dynamic Programming involves </a:t>
            </a:r>
            <a:r>
              <a:rPr lang="en-US" sz="3200" u="sng" dirty="0" err="1"/>
              <a:t>Memoization</a:t>
            </a:r>
            <a:r>
              <a:rPr lang="en-US" sz="3200" dirty="0"/>
              <a:t> of solutions which have already been calculated to avoid re-computation.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Knapsack problem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Shortest Path in a Graph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Matrix Chain Multiplication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Binomial Coefficient</a:t>
            </a:r>
          </a:p>
        </p:txBody>
      </p:sp>
    </p:spTree>
    <p:extLst>
      <p:ext uri="{BB962C8B-B14F-4D97-AF65-F5344CB8AC3E}">
        <p14:creationId xmlns:p14="http://schemas.microsoft.com/office/powerpoint/2010/main" val="189070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Dynamic Programming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>
                <a:lvl1pPr marL="228600" indent="-228600" algn="l" defTabSz="914400" rtl="0" eaLnBrk="1" latinLnBrk="0" hangingPunct="1">
                  <a:lnSpc>
                    <a:spcPct val="15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5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Example 1: If you have 3 matrices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, they can be multiplied in 2 ways: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d>
                  </m:oMath>
                </a14:m>
                <a:endParaRPr lang="en-US" sz="3200" dirty="0"/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The computation time depends on which of these combinations is chosen because it takes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time two multiply two metrices.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If the dimensions of metrices are: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:10×3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:3×5</m:t>
                    </m:r>
                  </m:oMath>
                </a14:m>
                <a:r>
                  <a:rPr lang="en-US" sz="3200" dirty="0"/>
                  <a:t>, and </a:t>
                </a:r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:5×20</m:t>
                    </m:r>
                  </m:oMath>
                </a14:m>
                <a:r>
                  <a:rPr lang="en-US" sz="3200" dirty="0"/>
                  <a:t>, then: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𝐴𝐵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3200" dirty="0"/>
                  <a:t> needs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×3×5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×5×20</m:t>
                        </m:r>
                      </m:e>
                    </m:d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=1150</m:t>
                    </m:r>
                  </m:oMath>
                </a14:m>
                <a:r>
                  <a:rPr lang="en-US" sz="3200" dirty="0"/>
                  <a:t> operations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𝐵𝐶</m:t>
                        </m:r>
                      </m:e>
                    </m:d>
                  </m:oMath>
                </a14:m>
                <a:r>
                  <a:rPr lang="en-US" sz="3200" dirty="0"/>
                  <a:t> needs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3×5×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20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32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i="1" dirty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r>
                          <a:rPr lang="en-US" sz="32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32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sz="32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dirty="0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US" sz="3200" i="1" dirty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r>
                  <a:rPr lang="en-US" sz="3200" dirty="0"/>
                  <a:t> operations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 dirty="0"/>
                  <a:t>Finding number of operations each combination will take is itself an exponential problem. Then how does Dynamic programming </a:t>
                </a:r>
                <a:r>
                  <a:rPr lang="en-US" sz="3200"/>
                  <a:t>help?</a:t>
                </a:r>
              </a:p>
              <a:p>
                <a:pPr>
                  <a:lnSpc>
                    <a:spcPct val="120000"/>
                  </a:lnSpc>
                  <a:buFont typeface="Wingdings" panose="05000000000000000000" pitchFamily="2" charset="2"/>
                  <a:buChar char="§"/>
                </a:pPr>
                <a:r>
                  <a:rPr lang="en-US" sz="3200"/>
                  <a:t>DIY</a:t>
                </a:r>
                <a:r>
                  <a:rPr lang="en-US" sz="3200" dirty="0"/>
                  <a:t>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A1C0383-58FE-E486-295E-B33B8683B9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84" y="1532587"/>
                <a:ext cx="11743016" cy="4887878"/>
              </a:xfrm>
              <a:prstGeom prst="rect">
                <a:avLst/>
              </a:prstGeom>
              <a:blipFill>
                <a:blip r:embed="rId3"/>
                <a:stretch>
                  <a:fillRect l="-727" t="-873" b="-99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953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Dynamic Programming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Example 2: Knapsack problem (see lecture 10)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Example 3: Shortest path in a Graph (see lecture 11, 12)</a:t>
            </a:r>
          </a:p>
        </p:txBody>
      </p:sp>
    </p:spTree>
    <p:extLst>
      <p:ext uri="{BB962C8B-B14F-4D97-AF65-F5344CB8AC3E}">
        <p14:creationId xmlns:p14="http://schemas.microsoft.com/office/powerpoint/2010/main" val="2580306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Parallelization Methods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Partitioning the problem into multiple chunks and using multiple computers to solve them independently.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Word count problem.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Graphics rendering.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Search in a large database.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Machine Learning.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F0000"/>
                </a:solidFill>
              </a:rPr>
              <a:t>CAUTION! </a:t>
            </a:r>
            <a:r>
              <a:rPr lang="en-US" sz="3200" dirty="0"/>
              <a:t>Parallelization does not work on problems that are recursive in nature.</a:t>
            </a:r>
          </a:p>
        </p:txBody>
      </p:sp>
    </p:spTree>
    <p:extLst>
      <p:ext uri="{BB962C8B-B14F-4D97-AF65-F5344CB8AC3E}">
        <p14:creationId xmlns:p14="http://schemas.microsoft.com/office/powerpoint/2010/main" val="3122047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2</a:t>
            </a:r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-12701"/>
            <a:ext cx="12201525" cy="13065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5" name="TextBox 214"/>
          <p:cNvSpPr txBox="1"/>
          <p:nvPr/>
        </p:nvSpPr>
        <p:spPr>
          <a:xfrm>
            <a:off x="220384" y="204892"/>
            <a:ext cx="117430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FFFFFF"/>
                </a:solidFill>
                <a:latin typeface="Arial"/>
                <a:cs typeface="Arial"/>
              </a:rPr>
              <a:t>Edge Case Filtration</a:t>
            </a:r>
          </a:p>
        </p:txBody>
      </p:sp>
      <p:sp>
        <p:nvSpPr>
          <p:cNvPr id="216" name="Rectangle 21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1113" y="1295400"/>
            <a:ext cx="12201525" cy="76200"/>
          </a:xfrm>
          <a:prstGeom prst="rect">
            <a:avLst/>
          </a:prstGeom>
          <a:solidFill>
            <a:srgbClr val="9F9F9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14" name="Rectangle 2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17861" y="6553200"/>
            <a:ext cx="12208273" cy="304800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C0383-58FE-E486-295E-B33B8683B938}"/>
              </a:ext>
            </a:extLst>
          </p:cNvPr>
          <p:cNvSpPr txBox="1">
            <a:spLocks/>
          </p:cNvSpPr>
          <p:nvPr/>
        </p:nvSpPr>
        <p:spPr>
          <a:xfrm>
            <a:off x="220384" y="1532587"/>
            <a:ext cx="11743016" cy="488787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3200" dirty="0"/>
              <a:t>Applying heuristics to identify obvious cases before pre-execution. For example: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Search for largest/smallest value in a sorted array.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Check if the array is already sorted before sorting.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Removing outliers from data.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3200" dirty="0"/>
              <a:t>Avoiding worst-case scenario in Quicksort.</a:t>
            </a:r>
          </a:p>
        </p:txBody>
      </p:sp>
    </p:spTree>
    <p:extLst>
      <p:ext uri="{BB962C8B-B14F-4D97-AF65-F5344CB8AC3E}">
        <p14:creationId xmlns:p14="http://schemas.microsoft.com/office/powerpoint/2010/main" val="2611405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Placeholder 7" descr="abstract image">
            <a:extLst>
              <a:ext uri="{FF2B5EF4-FFF2-40B4-BE49-F238E27FC236}">
                <a16:creationId xmlns:a16="http://schemas.microsoft.com/office/drawing/2014/main" id="{D5C5EA1B-F06D-4AD1-B526-89C2DF7722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2717" r="45642"/>
          <a:stretch/>
        </p:blipFill>
        <p:spPr>
          <a:xfrm rot="16200000">
            <a:off x="2667001" y="-2666999"/>
            <a:ext cx="6858000" cy="12192000"/>
          </a:xfrm>
          <a:prstGeom prst="rect">
            <a:avLst/>
          </a:prstGeom>
          <a:noFill/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4F7706BE-EF2E-459C-8778-01DDD354C63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702365" y="1660810"/>
            <a:ext cx="10787270" cy="830649"/>
          </a:xfrm>
        </p:spPr>
        <p:txBody>
          <a:bodyPr>
            <a:normAutofit/>
          </a:bodyPr>
          <a:lstStyle/>
          <a:p>
            <a:r>
              <a:rPr lang="en-US" sz="4000" spc="300" dirty="0"/>
              <a:t>THANK YOU</a:t>
            </a:r>
          </a:p>
        </p:txBody>
      </p:sp>
      <p:pic>
        <p:nvPicPr>
          <p:cNvPr id="24" name="Online Image Placeholder 23" descr="User">
            <a:extLst>
              <a:ext uri="{FF2B5EF4-FFF2-40B4-BE49-F238E27FC236}">
                <a16:creationId xmlns:a16="http://schemas.microsoft.com/office/drawing/2014/main" id="{E896B487-8C07-495F-95BF-B8F4960E1E8D}"/>
              </a:ext>
            </a:extLst>
          </p:cNvPr>
          <p:cNvPicPr>
            <a:picLocks noGrp="1" noChangeAspect="1"/>
          </p:cNvPicPr>
          <p:nvPr>
            <p:ph type="clipArt" sz="quarter" idx="19"/>
          </p:nvPr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/>
      </p:pic>
      <p:pic>
        <p:nvPicPr>
          <p:cNvPr id="12" name="Online Image Placeholder 11" descr="Smart Phone">
            <a:extLst>
              <a:ext uri="{FF2B5EF4-FFF2-40B4-BE49-F238E27FC236}">
                <a16:creationId xmlns:a16="http://schemas.microsoft.com/office/drawing/2014/main" id="{4E709B75-16EA-4581-AED9-567DEF45A6B2}"/>
              </a:ext>
            </a:extLst>
          </p:cNvPr>
          <p:cNvPicPr>
            <a:picLocks noGrp="1" noChangeAspect="1"/>
          </p:cNvPicPr>
          <p:nvPr>
            <p:ph type="clipArt" sz="quarter" idx="20"/>
          </p:nvPr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30873" y="3118670"/>
            <a:ext cx="730250" cy="730250"/>
          </a:xfrm>
        </p:spPr>
      </p:pic>
      <p:pic>
        <p:nvPicPr>
          <p:cNvPr id="28" name="Online Image Placeholder 27" descr="Envelope">
            <a:extLst>
              <a:ext uri="{FF2B5EF4-FFF2-40B4-BE49-F238E27FC236}">
                <a16:creationId xmlns:a16="http://schemas.microsoft.com/office/drawing/2014/main" id="{D4D09222-33EB-4F99-9A89-51E2E1E97584}"/>
              </a:ext>
            </a:extLst>
          </p:cNvPr>
          <p:cNvPicPr>
            <a:picLocks noGrp="1" noChangeAspect="1"/>
          </p:cNvPicPr>
          <p:nvPr>
            <p:ph type="clipArt" sz="quarter" idx="21"/>
          </p:nvPr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070B25-2BBC-49AC-9CFA-1CD7195DF2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Owais Hussain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2524A0-105C-4170-BB48-CD0756FB3DF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+92 345-3174270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57A531-5B0F-485D-A015-BC78AD089BA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16525" y="3903126"/>
            <a:ext cx="3572351" cy="518795"/>
          </a:xfrm>
        </p:spPr>
        <p:txBody>
          <a:bodyPr>
            <a:normAutofit fontScale="92500"/>
          </a:bodyPr>
          <a:lstStyle/>
          <a:p>
            <a:r>
              <a:rPr lang="en-US" dirty="0"/>
              <a:t>owais.hussain@kiet.edu.pk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C414-85D9-40D6-9BB3-5AF68A84F4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486288" y="5137992"/>
            <a:ext cx="7219423" cy="518795"/>
          </a:xfrm>
        </p:spPr>
        <p:txBody>
          <a:bodyPr/>
          <a:lstStyle/>
          <a:p>
            <a:r>
              <a:rPr lang="en-US" sz="1700" dirty="0"/>
              <a:t>https://www.researchgate.net/profile/Owais-Hussain-3</a:t>
            </a:r>
          </a:p>
        </p:txBody>
      </p:sp>
    </p:spTree>
    <p:extLst>
      <p:ext uri="{BB962C8B-B14F-4D97-AF65-F5344CB8AC3E}">
        <p14:creationId xmlns:p14="http://schemas.microsoft.com/office/powerpoint/2010/main" val="927727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ch presentation_Win32_LW_v2.potx" id="{3AEEB70B-72AA-432B-B699-7833EBF4B1FE}" vid="{14A49A59-25D4-4203-BE02-DE6939C7C5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B9993-D5F9-46FA-B2E5-80E3632E98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7852</TotalTime>
  <Words>1349</Words>
  <Application>Microsoft Office PowerPoint</Application>
  <PresentationFormat>Widescreen</PresentationFormat>
  <Paragraphs>174</Paragraphs>
  <Slides>20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Wingdings</vt:lpstr>
      <vt:lpstr>Office Theme</vt:lpstr>
      <vt:lpstr>DESIGN AND ANALYSIS OF ALGORITHMS (113939)</vt:lpstr>
      <vt:lpstr>Agenda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Sample 2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INFLUENCE MINING IN COMPLEX NETWORKS</dc:title>
  <dc:creator>Owais Ahmed</dc:creator>
  <cp:lastModifiedBy>Owais Ahmed</cp:lastModifiedBy>
  <cp:revision>180</cp:revision>
  <dcterms:created xsi:type="dcterms:W3CDTF">2022-11-22T20:08:03Z</dcterms:created>
  <dcterms:modified xsi:type="dcterms:W3CDTF">2024-01-04T09:31:22Z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