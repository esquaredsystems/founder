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3"/>
  </p:notesMasterIdLst>
  <p:handoutMasterIdLst>
    <p:handoutMasterId r:id="rId34"/>
  </p:handoutMasterIdLst>
  <p:sldIdLst>
    <p:sldId id="2503" r:id="rId5"/>
    <p:sldId id="2462" r:id="rId6"/>
    <p:sldId id="2479" r:id="rId7"/>
    <p:sldId id="2504" r:id="rId8"/>
    <p:sldId id="2520" r:id="rId9"/>
    <p:sldId id="2521" r:id="rId10"/>
    <p:sldId id="2519" r:id="rId11"/>
    <p:sldId id="2522" r:id="rId12"/>
    <p:sldId id="2526" r:id="rId13"/>
    <p:sldId id="2527" r:id="rId14"/>
    <p:sldId id="2528" r:id="rId15"/>
    <p:sldId id="2530" r:id="rId16"/>
    <p:sldId id="2531" r:id="rId17"/>
    <p:sldId id="2529" r:id="rId18"/>
    <p:sldId id="2506" r:id="rId19"/>
    <p:sldId id="2532" r:id="rId20"/>
    <p:sldId id="2534" r:id="rId21"/>
    <p:sldId id="2523" r:id="rId22"/>
    <p:sldId id="2510" r:id="rId23"/>
    <p:sldId id="2524" r:id="rId24"/>
    <p:sldId id="2511" r:id="rId25"/>
    <p:sldId id="2533" r:id="rId26"/>
    <p:sldId id="2507" r:id="rId27"/>
    <p:sldId id="2514" r:id="rId28"/>
    <p:sldId id="2516" r:id="rId29"/>
    <p:sldId id="2509" r:id="rId30"/>
    <p:sldId id="2525" r:id="rId31"/>
    <p:sldId id="2436"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92" userDrawn="1">
          <p15:clr>
            <a:srgbClr val="A4A3A4"/>
          </p15:clr>
        </p15:guide>
        <p15:guide id="2" pos="3840" userDrawn="1">
          <p15:clr>
            <a:srgbClr val="A4A3A4"/>
          </p15:clr>
        </p15:guide>
        <p15:guide id="3" orient="horz" pos="141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023B"/>
    <a:srgbClr val="898989"/>
    <a:srgbClr val="2F3342"/>
    <a:srgbClr val="A53F52"/>
    <a:srgbClr val="2C2153"/>
    <a:srgbClr val="E997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47BE2E-86C1-4A1C-8FD1-DA978231C418}" v="44" dt="2023-09-28T15:06:07.10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048" autoAdjust="0"/>
    <p:restoredTop sz="88366" autoAdjust="0"/>
  </p:normalViewPr>
  <p:slideViewPr>
    <p:cSldViewPr snapToGrid="0">
      <p:cViewPr varScale="1">
        <p:scale>
          <a:sx n="73" d="100"/>
          <a:sy n="73" d="100"/>
        </p:scale>
        <p:origin x="749" y="58"/>
      </p:cViewPr>
      <p:guideLst>
        <p:guide orient="horz" pos="1992"/>
        <p:guide pos="3840"/>
        <p:guide orient="horz" pos="1416"/>
      </p:guideLst>
    </p:cSldViewPr>
  </p:slideViewPr>
  <p:outlineViewPr>
    <p:cViewPr>
      <p:scale>
        <a:sx n="33" d="100"/>
        <a:sy n="33" d="100"/>
      </p:scale>
      <p:origin x="0" y="-5189"/>
    </p:cViewPr>
  </p:outlineViewPr>
  <p:notesTextViewPr>
    <p:cViewPr>
      <p:scale>
        <a:sx n="1" d="1"/>
        <a:sy n="1" d="1"/>
      </p:scale>
      <p:origin x="0" y="0"/>
    </p:cViewPr>
  </p:notesTextViewPr>
  <p:sorterViewPr>
    <p:cViewPr>
      <p:scale>
        <a:sx n="130" d="100"/>
        <a:sy n="130" d="100"/>
      </p:scale>
      <p:origin x="0" y="-8722"/>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6/11/relationships/changesInfo" Target="changesInfos/changesInfo1.xml"/><Relationship Id="rId21" Type="http://schemas.openxmlformats.org/officeDocument/2006/relationships/slide" Target="slides/slide17.xml"/><Relationship Id="rId34"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Owais Ahmed" userId="6abc7d4556b3b071" providerId="LiveId" clId="{0FDD8DE3-F1AE-4516-94DB-A1902CE94C41}"/>
    <pc:docChg chg="undo custSel addSld delSld modSld sldOrd">
      <pc:chgData name="Owais Ahmed" userId="6abc7d4556b3b071" providerId="LiveId" clId="{0FDD8DE3-F1AE-4516-94DB-A1902CE94C41}" dt="2023-03-02T06:18:36.400" v="3919" actId="20577"/>
      <pc:docMkLst>
        <pc:docMk/>
      </pc:docMkLst>
      <pc:sldChg chg="del">
        <pc:chgData name="Owais Ahmed" userId="6abc7d4556b3b071" providerId="LiveId" clId="{0FDD8DE3-F1AE-4516-94DB-A1902CE94C41}" dt="2023-03-02T04:27:58.588" v="0" actId="47"/>
        <pc:sldMkLst>
          <pc:docMk/>
          <pc:sldMk cId="1287457047" sldId="522"/>
        </pc:sldMkLst>
      </pc:sldChg>
      <pc:sldChg chg="modSp mod">
        <pc:chgData name="Owais Ahmed" userId="6abc7d4556b3b071" providerId="LiveId" clId="{0FDD8DE3-F1AE-4516-94DB-A1902CE94C41}" dt="2023-03-02T04:34:37.750" v="253" actId="20577"/>
        <pc:sldMkLst>
          <pc:docMk/>
          <pc:sldMk cId="1649098948" sldId="2462"/>
        </pc:sldMkLst>
        <pc:spChg chg="mod">
          <ac:chgData name="Owais Ahmed" userId="6abc7d4556b3b071" providerId="LiveId" clId="{0FDD8DE3-F1AE-4516-94DB-A1902CE94C41}" dt="2023-03-02T04:34:37.750" v="253" actId="20577"/>
          <ac:spMkLst>
            <pc:docMk/>
            <pc:sldMk cId="1649098948" sldId="2462"/>
            <ac:spMk id="6" creationId="{F3C89A40-EEAA-43AB-9A3A-B2CFDE450F1B}"/>
          </ac:spMkLst>
        </pc:spChg>
      </pc:sldChg>
      <pc:sldChg chg="modSp add del mod modAnim modNotesTx">
        <pc:chgData name="Owais Ahmed" userId="6abc7d4556b3b071" providerId="LiveId" clId="{0FDD8DE3-F1AE-4516-94DB-A1902CE94C41}" dt="2023-03-02T04:56:35.318" v="824" actId="20577"/>
        <pc:sldMkLst>
          <pc:docMk/>
          <pc:sldMk cId="641030253" sldId="2479"/>
        </pc:sldMkLst>
        <pc:spChg chg="mod">
          <ac:chgData name="Owais Ahmed" userId="6abc7d4556b3b071" providerId="LiveId" clId="{0FDD8DE3-F1AE-4516-94DB-A1902CE94C41}" dt="2023-03-02T04:56:35.318" v="824" actId="20577"/>
          <ac:spMkLst>
            <pc:docMk/>
            <pc:sldMk cId="641030253" sldId="2479"/>
            <ac:spMk id="3" creationId="{4A1C0383-58FE-E486-295E-B33B8683B938}"/>
          </ac:spMkLst>
        </pc:spChg>
      </pc:sldChg>
      <pc:sldChg chg="addSp delSp modSp add mod addAnim delAnim modAnim">
        <pc:chgData name="Owais Ahmed" userId="6abc7d4556b3b071" providerId="LiveId" clId="{0FDD8DE3-F1AE-4516-94DB-A1902CE94C41}" dt="2023-03-02T05:02:47.390" v="1015" actId="20577"/>
        <pc:sldMkLst>
          <pc:docMk/>
          <pc:sldMk cId="33298473" sldId="2480"/>
        </pc:sldMkLst>
        <pc:spChg chg="mod">
          <ac:chgData name="Owais Ahmed" userId="6abc7d4556b3b071" providerId="LiveId" clId="{0FDD8DE3-F1AE-4516-94DB-A1902CE94C41}" dt="2023-03-02T05:02:47.390" v="1015" actId="20577"/>
          <ac:spMkLst>
            <pc:docMk/>
            <pc:sldMk cId="33298473" sldId="2480"/>
            <ac:spMk id="3" creationId="{4A1C0383-58FE-E486-295E-B33B8683B938}"/>
          </ac:spMkLst>
        </pc:spChg>
        <pc:spChg chg="add del mod">
          <ac:chgData name="Owais Ahmed" userId="6abc7d4556b3b071" providerId="LiveId" clId="{0FDD8DE3-F1AE-4516-94DB-A1902CE94C41}" dt="2023-03-02T04:59:41.959" v="915" actId="478"/>
          <ac:spMkLst>
            <pc:docMk/>
            <pc:sldMk cId="33298473" sldId="2480"/>
            <ac:spMk id="4" creationId="{68AC28BA-EE78-7111-9C67-B260CC8C0AF1}"/>
          </ac:spMkLst>
        </pc:spChg>
        <pc:spChg chg="add del mod">
          <ac:chgData name="Owais Ahmed" userId="6abc7d4556b3b071" providerId="LiveId" clId="{0FDD8DE3-F1AE-4516-94DB-A1902CE94C41}" dt="2023-03-02T04:59:50.009" v="917"/>
          <ac:spMkLst>
            <pc:docMk/>
            <pc:sldMk cId="33298473" sldId="2480"/>
            <ac:spMk id="5" creationId="{3C596777-B16B-C4E4-DB12-E1F5A73BD828}"/>
          </ac:spMkLst>
        </pc:spChg>
        <pc:spChg chg="mod">
          <ac:chgData name="Owais Ahmed" userId="6abc7d4556b3b071" providerId="LiveId" clId="{0FDD8DE3-F1AE-4516-94DB-A1902CE94C41}" dt="2023-03-02T04:57:10.298" v="868" actId="20577"/>
          <ac:spMkLst>
            <pc:docMk/>
            <pc:sldMk cId="33298473" sldId="2480"/>
            <ac:spMk id="215" creationId="{00000000-0000-0000-0000-000000000000}"/>
          </ac:spMkLst>
        </pc:spChg>
        <pc:grpChg chg="add mod">
          <ac:chgData name="Owais Ahmed" userId="6abc7d4556b3b071" providerId="LiveId" clId="{0FDD8DE3-F1AE-4516-94DB-A1902CE94C41}" dt="2023-03-02T05:01:15.772" v="952" actId="1076"/>
          <ac:grpSpMkLst>
            <pc:docMk/>
            <pc:sldMk cId="33298473" sldId="2480"/>
            <ac:grpSpMk id="6" creationId="{FD589D9F-4290-70D5-647A-B064BD51AD0F}"/>
          </ac:grpSpMkLst>
        </pc:grpChg>
        <pc:graphicFrameChg chg="mod">
          <ac:chgData name="Owais Ahmed" userId="6abc7d4556b3b071" providerId="LiveId" clId="{0FDD8DE3-F1AE-4516-94DB-A1902CE94C41}" dt="2023-03-02T05:01:09.985" v="951" actId="1076"/>
          <ac:graphicFrameMkLst>
            <pc:docMk/>
            <pc:sldMk cId="33298473" sldId="2480"/>
            <ac:graphicFrameMk id="7" creationId="{7FAACA05-2AF8-65B6-3247-494C8D83A2A3}"/>
          </ac:graphicFrameMkLst>
        </pc:graphicFrameChg>
        <pc:graphicFrameChg chg="mod">
          <ac:chgData name="Owais Ahmed" userId="6abc7d4556b3b071" providerId="LiveId" clId="{0FDD8DE3-F1AE-4516-94DB-A1902CE94C41}" dt="2023-03-02T04:59:57.098" v="918"/>
          <ac:graphicFrameMkLst>
            <pc:docMk/>
            <pc:sldMk cId="33298473" sldId="2480"/>
            <ac:graphicFrameMk id="8" creationId="{499CFD65-868C-4833-4C17-404622B9360F}"/>
          </ac:graphicFrameMkLst>
        </pc:graphicFrameChg>
        <pc:graphicFrameChg chg="mod">
          <ac:chgData name="Owais Ahmed" userId="6abc7d4556b3b071" providerId="LiveId" clId="{0FDD8DE3-F1AE-4516-94DB-A1902CE94C41}" dt="2023-03-02T05:01:05.734" v="949" actId="1076"/>
          <ac:graphicFrameMkLst>
            <pc:docMk/>
            <pc:sldMk cId="33298473" sldId="2480"/>
            <ac:graphicFrameMk id="9" creationId="{05B7410C-9230-9514-6EE0-C6BB6D00E65A}"/>
          </ac:graphicFrameMkLst>
        </pc:graphicFrameChg>
      </pc:sldChg>
      <pc:sldChg chg="addSp delSp modSp add mod">
        <pc:chgData name="Owais Ahmed" userId="6abc7d4556b3b071" providerId="LiveId" clId="{0FDD8DE3-F1AE-4516-94DB-A1902CE94C41}" dt="2023-03-02T05:04:45.391" v="1131" actId="20577"/>
        <pc:sldMkLst>
          <pc:docMk/>
          <pc:sldMk cId="2242574499" sldId="2481"/>
        </pc:sldMkLst>
        <pc:spChg chg="mod">
          <ac:chgData name="Owais Ahmed" userId="6abc7d4556b3b071" providerId="LiveId" clId="{0FDD8DE3-F1AE-4516-94DB-A1902CE94C41}" dt="2023-03-02T05:04:45.391" v="1131" actId="20577"/>
          <ac:spMkLst>
            <pc:docMk/>
            <pc:sldMk cId="2242574499" sldId="2481"/>
            <ac:spMk id="3" creationId="{4A1C0383-58FE-E486-295E-B33B8683B938}"/>
          </ac:spMkLst>
        </pc:spChg>
        <pc:grpChg chg="del">
          <ac:chgData name="Owais Ahmed" userId="6abc7d4556b3b071" providerId="LiveId" clId="{0FDD8DE3-F1AE-4516-94DB-A1902CE94C41}" dt="2023-03-02T05:04:04.357" v="1104" actId="478"/>
          <ac:grpSpMkLst>
            <pc:docMk/>
            <pc:sldMk cId="2242574499" sldId="2481"/>
            <ac:grpSpMk id="6" creationId="{FD589D9F-4290-70D5-647A-B064BD51AD0F}"/>
          </ac:grpSpMkLst>
        </pc:grpChg>
        <pc:graphicFrameChg chg="add mod">
          <ac:chgData name="Owais Ahmed" userId="6abc7d4556b3b071" providerId="LiveId" clId="{0FDD8DE3-F1AE-4516-94DB-A1902CE94C41}" dt="2023-03-02T05:04:13.311" v="1107" actId="1076"/>
          <ac:graphicFrameMkLst>
            <pc:docMk/>
            <pc:sldMk cId="2242574499" sldId="2481"/>
            <ac:graphicFrameMk id="4" creationId="{A4BC4EBA-3876-6BF4-89C0-19210A8CD91E}"/>
          </ac:graphicFrameMkLst>
        </pc:graphicFrameChg>
      </pc:sldChg>
      <pc:sldChg chg="addSp delSp modSp add mod modAnim">
        <pc:chgData name="Owais Ahmed" userId="6abc7d4556b3b071" providerId="LiveId" clId="{0FDD8DE3-F1AE-4516-94DB-A1902CE94C41}" dt="2023-03-02T05:07:54.229" v="1274"/>
        <pc:sldMkLst>
          <pc:docMk/>
          <pc:sldMk cId="3554497857" sldId="2482"/>
        </pc:sldMkLst>
        <pc:spChg chg="mod">
          <ac:chgData name="Owais Ahmed" userId="6abc7d4556b3b071" providerId="LiveId" clId="{0FDD8DE3-F1AE-4516-94DB-A1902CE94C41}" dt="2023-03-02T05:07:34.050" v="1267" actId="14100"/>
          <ac:spMkLst>
            <pc:docMk/>
            <pc:sldMk cId="3554497857" sldId="2482"/>
            <ac:spMk id="3" creationId="{4A1C0383-58FE-E486-295E-B33B8683B938}"/>
          </ac:spMkLst>
        </pc:spChg>
        <pc:spChg chg="mod">
          <ac:chgData name="Owais Ahmed" userId="6abc7d4556b3b071" providerId="LiveId" clId="{0FDD8DE3-F1AE-4516-94DB-A1902CE94C41}" dt="2023-03-02T05:07:49.003" v="1273" actId="1076"/>
          <ac:spMkLst>
            <pc:docMk/>
            <pc:sldMk cId="3554497857" sldId="2482"/>
            <ac:spMk id="7" creationId="{C4E1FD69-13E5-3FE3-DBBD-F4EDBD0B4548}"/>
          </ac:spMkLst>
        </pc:spChg>
        <pc:spChg chg="mod">
          <ac:chgData name="Owais Ahmed" userId="6abc7d4556b3b071" providerId="LiveId" clId="{0FDD8DE3-F1AE-4516-94DB-A1902CE94C41}" dt="2023-03-02T05:07:49.003" v="1273" actId="1076"/>
          <ac:spMkLst>
            <pc:docMk/>
            <pc:sldMk cId="3554497857" sldId="2482"/>
            <ac:spMk id="8" creationId="{A3151781-A385-D86F-D674-1B13A34E15FD}"/>
          </ac:spMkLst>
        </pc:spChg>
        <pc:spChg chg="mod">
          <ac:chgData name="Owais Ahmed" userId="6abc7d4556b3b071" providerId="LiveId" clId="{0FDD8DE3-F1AE-4516-94DB-A1902CE94C41}" dt="2023-03-02T05:07:49.003" v="1273" actId="1076"/>
          <ac:spMkLst>
            <pc:docMk/>
            <pc:sldMk cId="3554497857" sldId="2482"/>
            <ac:spMk id="9" creationId="{7FEA710A-3158-0DA2-73B7-9B738D7CB45C}"/>
          </ac:spMkLst>
        </pc:spChg>
        <pc:spChg chg="mod">
          <ac:chgData name="Owais Ahmed" userId="6abc7d4556b3b071" providerId="LiveId" clId="{0FDD8DE3-F1AE-4516-94DB-A1902CE94C41}" dt="2023-03-02T05:07:49.003" v="1273" actId="1076"/>
          <ac:spMkLst>
            <pc:docMk/>
            <pc:sldMk cId="3554497857" sldId="2482"/>
            <ac:spMk id="10" creationId="{4E343397-BF21-8FB1-2BA8-F2FBF2316C97}"/>
          </ac:spMkLst>
        </pc:spChg>
        <pc:spChg chg="mod">
          <ac:chgData name="Owais Ahmed" userId="6abc7d4556b3b071" providerId="LiveId" clId="{0FDD8DE3-F1AE-4516-94DB-A1902CE94C41}" dt="2023-03-02T05:07:49.003" v="1273" actId="1076"/>
          <ac:spMkLst>
            <pc:docMk/>
            <pc:sldMk cId="3554497857" sldId="2482"/>
            <ac:spMk id="11" creationId="{CE1638A0-80E0-117E-C1B2-FD5E695BDC5B}"/>
          </ac:spMkLst>
        </pc:spChg>
        <pc:spChg chg="mod">
          <ac:chgData name="Owais Ahmed" userId="6abc7d4556b3b071" providerId="LiveId" clId="{0FDD8DE3-F1AE-4516-94DB-A1902CE94C41}" dt="2023-03-02T05:07:49.003" v="1273" actId="1076"/>
          <ac:spMkLst>
            <pc:docMk/>
            <pc:sldMk cId="3554497857" sldId="2482"/>
            <ac:spMk id="12" creationId="{B708FF02-D0A1-390F-D4A4-141B061E2351}"/>
          </ac:spMkLst>
        </pc:spChg>
        <pc:spChg chg="mod">
          <ac:chgData name="Owais Ahmed" userId="6abc7d4556b3b071" providerId="LiveId" clId="{0FDD8DE3-F1AE-4516-94DB-A1902CE94C41}" dt="2023-03-02T05:07:49.003" v="1273" actId="1076"/>
          <ac:spMkLst>
            <pc:docMk/>
            <pc:sldMk cId="3554497857" sldId="2482"/>
            <ac:spMk id="13" creationId="{9D5025B5-0745-F2E3-16E8-8CA67BAAD609}"/>
          </ac:spMkLst>
        </pc:spChg>
        <pc:grpChg chg="add del mod">
          <ac:chgData name="Owais Ahmed" userId="6abc7d4556b3b071" providerId="LiveId" clId="{0FDD8DE3-F1AE-4516-94DB-A1902CE94C41}" dt="2023-03-02T05:07:49.003" v="1273" actId="1076"/>
          <ac:grpSpMkLst>
            <pc:docMk/>
            <pc:sldMk cId="3554497857" sldId="2482"/>
            <ac:grpSpMk id="5" creationId="{94258CDA-92B0-B5D6-384D-F2A3E75B7760}"/>
          </ac:grpSpMkLst>
        </pc:grpChg>
        <pc:graphicFrameChg chg="del">
          <ac:chgData name="Owais Ahmed" userId="6abc7d4556b3b071" providerId="LiveId" clId="{0FDD8DE3-F1AE-4516-94DB-A1902CE94C41}" dt="2023-03-02T05:06:19.043" v="1232" actId="478"/>
          <ac:graphicFrameMkLst>
            <pc:docMk/>
            <pc:sldMk cId="3554497857" sldId="2482"/>
            <ac:graphicFrameMk id="4" creationId="{A4BC4EBA-3876-6BF4-89C0-19210A8CD91E}"/>
          </ac:graphicFrameMkLst>
        </pc:graphicFrameChg>
        <pc:graphicFrameChg chg="mod">
          <ac:chgData name="Owais Ahmed" userId="6abc7d4556b3b071" providerId="LiveId" clId="{0FDD8DE3-F1AE-4516-94DB-A1902CE94C41}" dt="2023-03-02T05:07:49.003" v="1273" actId="1076"/>
          <ac:graphicFrameMkLst>
            <pc:docMk/>
            <pc:sldMk cId="3554497857" sldId="2482"/>
            <ac:graphicFrameMk id="6" creationId="{E263AE06-16F9-EA63-2B55-AFAFDFF05400}"/>
          </ac:graphicFrameMkLst>
        </pc:graphicFrameChg>
      </pc:sldChg>
      <pc:sldChg chg="addSp delSp modSp add mod modAnim">
        <pc:chgData name="Owais Ahmed" userId="6abc7d4556b3b071" providerId="LiveId" clId="{0FDD8DE3-F1AE-4516-94DB-A1902CE94C41}" dt="2023-03-02T05:12:04.645" v="1365" actId="20577"/>
        <pc:sldMkLst>
          <pc:docMk/>
          <pc:sldMk cId="677534828" sldId="2483"/>
        </pc:sldMkLst>
        <pc:spChg chg="mod">
          <ac:chgData name="Owais Ahmed" userId="6abc7d4556b3b071" providerId="LiveId" clId="{0FDD8DE3-F1AE-4516-94DB-A1902CE94C41}" dt="2023-03-02T05:12:04.645" v="1365" actId="20577"/>
          <ac:spMkLst>
            <pc:docMk/>
            <pc:sldMk cId="677534828" sldId="2483"/>
            <ac:spMk id="3" creationId="{4A1C0383-58FE-E486-295E-B33B8683B938}"/>
          </ac:spMkLst>
        </pc:spChg>
        <pc:grpChg chg="del">
          <ac:chgData name="Owais Ahmed" userId="6abc7d4556b3b071" providerId="LiveId" clId="{0FDD8DE3-F1AE-4516-94DB-A1902CE94C41}" dt="2023-03-02T05:08:35.450" v="1276" actId="478"/>
          <ac:grpSpMkLst>
            <pc:docMk/>
            <pc:sldMk cId="677534828" sldId="2483"/>
            <ac:grpSpMk id="5" creationId="{94258CDA-92B0-B5D6-384D-F2A3E75B7760}"/>
          </ac:grpSpMkLst>
        </pc:grpChg>
        <pc:graphicFrameChg chg="add mod">
          <ac:chgData name="Owais Ahmed" userId="6abc7d4556b3b071" providerId="LiveId" clId="{0FDD8DE3-F1AE-4516-94DB-A1902CE94C41}" dt="2023-03-02T05:09:36.384" v="1301" actId="1076"/>
          <ac:graphicFrameMkLst>
            <pc:docMk/>
            <pc:sldMk cId="677534828" sldId="2483"/>
            <ac:graphicFrameMk id="4" creationId="{976AB35B-B8A7-3F4B-F4BD-5863694BCC5D}"/>
          </ac:graphicFrameMkLst>
        </pc:graphicFrameChg>
      </pc:sldChg>
      <pc:sldChg chg="addSp delSp modSp add mod">
        <pc:chgData name="Owais Ahmed" userId="6abc7d4556b3b071" providerId="LiveId" clId="{0FDD8DE3-F1AE-4516-94DB-A1902CE94C41}" dt="2023-03-02T05:19:22.243" v="1681" actId="20577"/>
        <pc:sldMkLst>
          <pc:docMk/>
          <pc:sldMk cId="278977406" sldId="2484"/>
        </pc:sldMkLst>
        <pc:spChg chg="mod">
          <ac:chgData name="Owais Ahmed" userId="6abc7d4556b3b071" providerId="LiveId" clId="{0FDD8DE3-F1AE-4516-94DB-A1902CE94C41}" dt="2023-03-02T05:19:22.243" v="1681" actId="20577"/>
          <ac:spMkLst>
            <pc:docMk/>
            <pc:sldMk cId="278977406" sldId="2484"/>
            <ac:spMk id="3" creationId="{4A1C0383-58FE-E486-295E-B33B8683B938}"/>
          </ac:spMkLst>
        </pc:spChg>
        <pc:spChg chg="mod">
          <ac:chgData name="Owais Ahmed" userId="6abc7d4556b3b071" providerId="LiveId" clId="{0FDD8DE3-F1AE-4516-94DB-A1902CE94C41}" dt="2023-03-02T05:16:06.728" v="1373" actId="1076"/>
          <ac:spMkLst>
            <pc:docMk/>
            <pc:sldMk cId="278977406" sldId="2484"/>
            <ac:spMk id="7" creationId="{55BA099A-CF9D-DA01-089D-3FB73BCCDF0D}"/>
          </ac:spMkLst>
        </pc:spChg>
        <pc:spChg chg="mod">
          <ac:chgData name="Owais Ahmed" userId="6abc7d4556b3b071" providerId="LiveId" clId="{0FDD8DE3-F1AE-4516-94DB-A1902CE94C41}" dt="2023-03-02T05:16:06.728" v="1373" actId="1076"/>
          <ac:spMkLst>
            <pc:docMk/>
            <pc:sldMk cId="278977406" sldId="2484"/>
            <ac:spMk id="8" creationId="{8B5CD697-AFB4-87A3-6AE0-3E13DFFBFE9A}"/>
          </ac:spMkLst>
        </pc:spChg>
        <pc:spChg chg="mod">
          <ac:chgData name="Owais Ahmed" userId="6abc7d4556b3b071" providerId="LiveId" clId="{0FDD8DE3-F1AE-4516-94DB-A1902CE94C41}" dt="2023-03-02T05:16:06.728" v="1373" actId="1076"/>
          <ac:spMkLst>
            <pc:docMk/>
            <pc:sldMk cId="278977406" sldId="2484"/>
            <ac:spMk id="9" creationId="{14D7CFE0-500B-EE3E-0916-F312008148CA}"/>
          </ac:spMkLst>
        </pc:spChg>
        <pc:spChg chg="mod">
          <ac:chgData name="Owais Ahmed" userId="6abc7d4556b3b071" providerId="LiveId" clId="{0FDD8DE3-F1AE-4516-94DB-A1902CE94C41}" dt="2023-03-02T05:16:06.728" v="1373" actId="1076"/>
          <ac:spMkLst>
            <pc:docMk/>
            <pc:sldMk cId="278977406" sldId="2484"/>
            <ac:spMk id="11" creationId="{43214471-716B-DD60-6ABE-109DFA27050D}"/>
          </ac:spMkLst>
        </pc:spChg>
        <pc:spChg chg="mod">
          <ac:chgData name="Owais Ahmed" userId="6abc7d4556b3b071" providerId="LiveId" clId="{0FDD8DE3-F1AE-4516-94DB-A1902CE94C41}" dt="2023-03-02T05:16:06.728" v="1373" actId="1076"/>
          <ac:spMkLst>
            <pc:docMk/>
            <pc:sldMk cId="278977406" sldId="2484"/>
            <ac:spMk id="13" creationId="{FAA990E2-2821-A383-E799-8067629CA75C}"/>
          </ac:spMkLst>
        </pc:spChg>
        <pc:spChg chg="mod">
          <ac:chgData name="Owais Ahmed" userId="6abc7d4556b3b071" providerId="LiveId" clId="{0FDD8DE3-F1AE-4516-94DB-A1902CE94C41}" dt="2023-03-02T05:16:06.728" v="1373" actId="1076"/>
          <ac:spMkLst>
            <pc:docMk/>
            <pc:sldMk cId="278977406" sldId="2484"/>
            <ac:spMk id="15" creationId="{7DA1DB7D-B35C-DE61-9AFF-134B326B0FD9}"/>
          </ac:spMkLst>
        </pc:spChg>
        <pc:spChg chg="mod">
          <ac:chgData name="Owais Ahmed" userId="6abc7d4556b3b071" providerId="LiveId" clId="{0FDD8DE3-F1AE-4516-94DB-A1902CE94C41}" dt="2023-03-02T05:16:06.728" v="1373" actId="1076"/>
          <ac:spMkLst>
            <pc:docMk/>
            <pc:sldMk cId="278977406" sldId="2484"/>
            <ac:spMk id="16" creationId="{29E538EA-8887-71D8-6567-6AE1C312A98A}"/>
          </ac:spMkLst>
        </pc:spChg>
        <pc:spChg chg="mod">
          <ac:chgData name="Owais Ahmed" userId="6abc7d4556b3b071" providerId="LiveId" clId="{0FDD8DE3-F1AE-4516-94DB-A1902CE94C41}" dt="2023-03-02T05:16:06.728" v="1373" actId="1076"/>
          <ac:spMkLst>
            <pc:docMk/>
            <pc:sldMk cId="278977406" sldId="2484"/>
            <ac:spMk id="17" creationId="{FCAA705B-E173-3247-BD24-8A5E9844FF2A}"/>
          </ac:spMkLst>
        </pc:spChg>
        <pc:spChg chg="mod">
          <ac:chgData name="Owais Ahmed" userId="6abc7d4556b3b071" providerId="LiveId" clId="{0FDD8DE3-F1AE-4516-94DB-A1902CE94C41}" dt="2023-03-02T05:16:06.728" v="1373" actId="1076"/>
          <ac:spMkLst>
            <pc:docMk/>
            <pc:sldMk cId="278977406" sldId="2484"/>
            <ac:spMk id="18" creationId="{FD1EE0E5-528C-1471-6132-2C95A8FF34DB}"/>
          </ac:spMkLst>
        </pc:spChg>
        <pc:spChg chg="mod">
          <ac:chgData name="Owais Ahmed" userId="6abc7d4556b3b071" providerId="LiveId" clId="{0FDD8DE3-F1AE-4516-94DB-A1902CE94C41}" dt="2023-03-02T05:16:06.728" v="1373" actId="1076"/>
          <ac:spMkLst>
            <pc:docMk/>
            <pc:sldMk cId="278977406" sldId="2484"/>
            <ac:spMk id="19" creationId="{8638A1AB-9E42-C187-D2AC-D9C9A3F3A5D1}"/>
          </ac:spMkLst>
        </pc:spChg>
        <pc:spChg chg="mod">
          <ac:chgData name="Owais Ahmed" userId="6abc7d4556b3b071" providerId="LiveId" clId="{0FDD8DE3-F1AE-4516-94DB-A1902CE94C41}" dt="2023-03-02T05:16:06.728" v="1373" actId="1076"/>
          <ac:spMkLst>
            <pc:docMk/>
            <pc:sldMk cId="278977406" sldId="2484"/>
            <ac:spMk id="20" creationId="{FB75DA1E-A533-0DC9-6375-3B13FE54D5FD}"/>
          </ac:spMkLst>
        </pc:spChg>
        <pc:spChg chg="mod">
          <ac:chgData name="Owais Ahmed" userId="6abc7d4556b3b071" providerId="LiveId" clId="{0FDD8DE3-F1AE-4516-94DB-A1902CE94C41}" dt="2023-03-02T05:16:06.728" v="1373" actId="1076"/>
          <ac:spMkLst>
            <pc:docMk/>
            <pc:sldMk cId="278977406" sldId="2484"/>
            <ac:spMk id="21" creationId="{05D4747D-C55A-27A8-A503-97067BF659CD}"/>
          </ac:spMkLst>
        </pc:spChg>
        <pc:spChg chg="mod">
          <ac:chgData name="Owais Ahmed" userId="6abc7d4556b3b071" providerId="LiveId" clId="{0FDD8DE3-F1AE-4516-94DB-A1902CE94C41}" dt="2023-03-02T05:16:06.728" v="1373" actId="1076"/>
          <ac:spMkLst>
            <pc:docMk/>
            <pc:sldMk cId="278977406" sldId="2484"/>
            <ac:spMk id="22" creationId="{060909E4-FC5A-F3CB-0DCE-7A6B2C8D85FE}"/>
          </ac:spMkLst>
        </pc:spChg>
        <pc:spChg chg="mod">
          <ac:chgData name="Owais Ahmed" userId="6abc7d4556b3b071" providerId="LiveId" clId="{0FDD8DE3-F1AE-4516-94DB-A1902CE94C41}" dt="2023-03-02T05:16:06.728" v="1373" actId="1076"/>
          <ac:spMkLst>
            <pc:docMk/>
            <pc:sldMk cId="278977406" sldId="2484"/>
            <ac:spMk id="23" creationId="{A34C6B58-56E8-825F-57FF-2ED8615E7079}"/>
          </ac:spMkLst>
        </pc:spChg>
        <pc:spChg chg="mod">
          <ac:chgData name="Owais Ahmed" userId="6abc7d4556b3b071" providerId="LiveId" clId="{0FDD8DE3-F1AE-4516-94DB-A1902CE94C41}" dt="2023-03-02T05:16:06.728" v="1373" actId="1076"/>
          <ac:spMkLst>
            <pc:docMk/>
            <pc:sldMk cId="278977406" sldId="2484"/>
            <ac:spMk id="24" creationId="{97FFB713-4A4F-385D-29BA-E73F9F9AF409}"/>
          </ac:spMkLst>
        </pc:spChg>
        <pc:spChg chg="mod">
          <ac:chgData name="Owais Ahmed" userId="6abc7d4556b3b071" providerId="LiveId" clId="{0FDD8DE3-F1AE-4516-94DB-A1902CE94C41}" dt="2023-03-02T05:16:06.728" v="1373" actId="1076"/>
          <ac:spMkLst>
            <pc:docMk/>
            <pc:sldMk cId="278977406" sldId="2484"/>
            <ac:spMk id="25" creationId="{83D4EE20-4465-2F99-20E4-96B41FE72BAA}"/>
          </ac:spMkLst>
        </pc:spChg>
        <pc:spChg chg="mod">
          <ac:chgData name="Owais Ahmed" userId="6abc7d4556b3b071" providerId="LiveId" clId="{0FDD8DE3-F1AE-4516-94DB-A1902CE94C41}" dt="2023-03-02T05:16:06.728" v="1373" actId="1076"/>
          <ac:spMkLst>
            <pc:docMk/>
            <pc:sldMk cId="278977406" sldId="2484"/>
            <ac:spMk id="26" creationId="{CBD0581F-8EAF-DD54-9931-F722097CCF36}"/>
          </ac:spMkLst>
        </pc:spChg>
        <pc:spChg chg="mod">
          <ac:chgData name="Owais Ahmed" userId="6abc7d4556b3b071" providerId="LiveId" clId="{0FDD8DE3-F1AE-4516-94DB-A1902CE94C41}" dt="2023-03-02T05:16:06.728" v="1373" actId="1076"/>
          <ac:spMkLst>
            <pc:docMk/>
            <pc:sldMk cId="278977406" sldId="2484"/>
            <ac:spMk id="27" creationId="{65B31570-2F7D-A625-6849-372E2DEECD85}"/>
          </ac:spMkLst>
        </pc:spChg>
        <pc:spChg chg="mod">
          <ac:chgData name="Owais Ahmed" userId="6abc7d4556b3b071" providerId="LiveId" clId="{0FDD8DE3-F1AE-4516-94DB-A1902CE94C41}" dt="2023-03-02T05:16:06.728" v="1373" actId="1076"/>
          <ac:spMkLst>
            <pc:docMk/>
            <pc:sldMk cId="278977406" sldId="2484"/>
            <ac:spMk id="28" creationId="{EF6A9AF1-BD6E-86CB-85D2-48629D499C36}"/>
          </ac:spMkLst>
        </pc:spChg>
        <pc:spChg chg="mod">
          <ac:chgData name="Owais Ahmed" userId="6abc7d4556b3b071" providerId="LiveId" clId="{0FDD8DE3-F1AE-4516-94DB-A1902CE94C41}" dt="2023-03-02T05:16:06.728" v="1373" actId="1076"/>
          <ac:spMkLst>
            <pc:docMk/>
            <pc:sldMk cId="278977406" sldId="2484"/>
            <ac:spMk id="29" creationId="{598807CE-1E04-5612-F554-B4F4EF64953A}"/>
          </ac:spMkLst>
        </pc:spChg>
        <pc:grpChg chg="add mod">
          <ac:chgData name="Owais Ahmed" userId="6abc7d4556b3b071" providerId="LiveId" clId="{0FDD8DE3-F1AE-4516-94DB-A1902CE94C41}" dt="2023-03-02T05:16:06.728" v="1373" actId="1076"/>
          <ac:grpSpMkLst>
            <pc:docMk/>
            <pc:sldMk cId="278977406" sldId="2484"/>
            <ac:grpSpMk id="5" creationId="{F299F5F0-22E0-D1A1-49CA-0FA87EC7C3F5}"/>
          </ac:grpSpMkLst>
        </pc:grpChg>
        <pc:grpChg chg="mod">
          <ac:chgData name="Owais Ahmed" userId="6abc7d4556b3b071" providerId="LiveId" clId="{0FDD8DE3-F1AE-4516-94DB-A1902CE94C41}" dt="2023-03-02T05:16:06.728" v="1373" actId="1076"/>
          <ac:grpSpMkLst>
            <pc:docMk/>
            <pc:sldMk cId="278977406" sldId="2484"/>
            <ac:grpSpMk id="10" creationId="{5F8B08D4-6C65-A4B4-7200-EEB2C72E35C3}"/>
          </ac:grpSpMkLst>
        </pc:grpChg>
        <pc:grpChg chg="mod">
          <ac:chgData name="Owais Ahmed" userId="6abc7d4556b3b071" providerId="LiveId" clId="{0FDD8DE3-F1AE-4516-94DB-A1902CE94C41}" dt="2023-03-02T05:16:06.728" v="1373" actId="1076"/>
          <ac:grpSpMkLst>
            <pc:docMk/>
            <pc:sldMk cId="278977406" sldId="2484"/>
            <ac:grpSpMk id="12" creationId="{C08FEAF3-94E6-1EEA-45F3-B6619E861383}"/>
          </ac:grpSpMkLst>
        </pc:grpChg>
        <pc:grpChg chg="mod">
          <ac:chgData name="Owais Ahmed" userId="6abc7d4556b3b071" providerId="LiveId" clId="{0FDD8DE3-F1AE-4516-94DB-A1902CE94C41}" dt="2023-03-02T05:16:06.728" v="1373" actId="1076"/>
          <ac:grpSpMkLst>
            <pc:docMk/>
            <pc:sldMk cId="278977406" sldId="2484"/>
            <ac:grpSpMk id="14" creationId="{65F0AE59-9C85-3533-161C-A401EAF2021F}"/>
          </ac:grpSpMkLst>
        </pc:grpChg>
        <pc:graphicFrameChg chg="del">
          <ac:chgData name="Owais Ahmed" userId="6abc7d4556b3b071" providerId="LiveId" clId="{0FDD8DE3-F1AE-4516-94DB-A1902CE94C41}" dt="2023-03-02T05:12:28.584" v="1367" actId="478"/>
          <ac:graphicFrameMkLst>
            <pc:docMk/>
            <pc:sldMk cId="278977406" sldId="2484"/>
            <ac:graphicFrameMk id="4" creationId="{976AB35B-B8A7-3F4B-F4BD-5863694BCC5D}"/>
          </ac:graphicFrameMkLst>
        </pc:graphicFrameChg>
        <pc:graphicFrameChg chg="mod">
          <ac:chgData name="Owais Ahmed" userId="6abc7d4556b3b071" providerId="LiveId" clId="{0FDD8DE3-F1AE-4516-94DB-A1902CE94C41}" dt="2023-03-02T05:16:06.728" v="1373" actId="1076"/>
          <ac:graphicFrameMkLst>
            <pc:docMk/>
            <pc:sldMk cId="278977406" sldId="2484"/>
            <ac:graphicFrameMk id="6" creationId="{D6062A98-8C21-5037-803E-40FA7421CEF0}"/>
          </ac:graphicFrameMkLst>
        </pc:graphicFrameChg>
      </pc:sldChg>
      <pc:sldChg chg="add del">
        <pc:chgData name="Owais Ahmed" userId="6abc7d4556b3b071" providerId="LiveId" clId="{0FDD8DE3-F1AE-4516-94DB-A1902CE94C41}" dt="2023-03-02T04:35:20.256" v="256" actId="47"/>
        <pc:sldMkLst>
          <pc:docMk/>
          <pc:sldMk cId="2426892836" sldId="2485"/>
        </pc:sldMkLst>
      </pc:sldChg>
      <pc:sldChg chg="delSp modSp add mod modAnim">
        <pc:chgData name="Owais Ahmed" userId="6abc7d4556b3b071" providerId="LiveId" clId="{0FDD8DE3-F1AE-4516-94DB-A1902CE94C41}" dt="2023-03-02T05:33:14.169" v="1944" actId="20577"/>
        <pc:sldMkLst>
          <pc:docMk/>
          <pc:sldMk cId="2995985000" sldId="2485"/>
        </pc:sldMkLst>
        <pc:spChg chg="mod">
          <ac:chgData name="Owais Ahmed" userId="6abc7d4556b3b071" providerId="LiveId" clId="{0FDD8DE3-F1AE-4516-94DB-A1902CE94C41}" dt="2023-03-02T05:33:14.169" v="1944" actId="20577"/>
          <ac:spMkLst>
            <pc:docMk/>
            <pc:sldMk cId="2995985000" sldId="2485"/>
            <ac:spMk id="3" creationId="{4A1C0383-58FE-E486-295E-B33B8683B938}"/>
          </ac:spMkLst>
        </pc:spChg>
        <pc:grpChg chg="del">
          <ac:chgData name="Owais Ahmed" userId="6abc7d4556b3b071" providerId="LiveId" clId="{0FDD8DE3-F1AE-4516-94DB-A1902CE94C41}" dt="2023-03-02T05:19:52.045" v="1683" actId="478"/>
          <ac:grpSpMkLst>
            <pc:docMk/>
            <pc:sldMk cId="2995985000" sldId="2485"/>
            <ac:grpSpMk id="5" creationId="{F299F5F0-22E0-D1A1-49CA-0FA87EC7C3F5}"/>
          </ac:grpSpMkLst>
        </pc:grpChg>
      </pc:sldChg>
      <pc:sldChg chg="modSp add mod modAnim">
        <pc:chgData name="Owais Ahmed" userId="6abc7d4556b3b071" providerId="LiveId" clId="{0FDD8DE3-F1AE-4516-94DB-A1902CE94C41}" dt="2023-03-02T05:36:18.701" v="2006" actId="20577"/>
        <pc:sldMkLst>
          <pc:docMk/>
          <pc:sldMk cId="1088870247" sldId="2486"/>
        </pc:sldMkLst>
        <pc:spChg chg="mod">
          <ac:chgData name="Owais Ahmed" userId="6abc7d4556b3b071" providerId="LiveId" clId="{0FDD8DE3-F1AE-4516-94DB-A1902CE94C41}" dt="2023-03-02T05:36:18.701" v="2006" actId="20577"/>
          <ac:spMkLst>
            <pc:docMk/>
            <pc:sldMk cId="1088870247" sldId="2486"/>
            <ac:spMk id="3" creationId="{4A1C0383-58FE-E486-295E-B33B8683B938}"/>
          </ac:spMkLst>
        </pc:spChg>
        <pc:spChg chg="mod">
          <ac:chgData name="Owais Ahmed" userId="6abc7d4556b3b071" providerId="LiveId" clId="{0FDD8DE3-F1AE-4516-94DB-A1902CE94C41}" dt="2023-03-02T05:33:51.460" v="1964" actId="5793"/>
          <ac:spMkLst>
            <pc:docMk/>
            <pc:sldMk cId="1088870247" sldId="2486"/>
            <ac:spMk id="215" creationId="{00000000-0000-0000-0000-000000000000}"/>
          </ac:spMkLst>
        </pc:spChg>
      </pc:sldChg>
      <pc:sldChg chg="del">
        <pc:chgData name="Owais Ahmed" userId="6abc7d4556b3b071" providerId="LiveId" clId="{0FDD8DE3-F1AE-4516-94DB-A1902CE94C41}" dt="2023-03-02T04:35:18.933" v="254" actId="47"/>
        <pc:sldMkLst>
          <pc:docMk/>
          <pc:sldMk cId="3132224988" sldId="2486"/>
        </pc:sldMkLst>
      </pc:sldChg>
      <pc:sldChg chg="addSp modSp add mod ord modAnim modNotesTx">
        <pc:chgData name="Owais Ahmed" userId="6abc7d4556b3b071" providerId="LiveId" clId="{0FDD8DE3-F1AE-4516-94DB-A1902CE94C41}" dt="2023-03-02T05:44:54.853" v="2642" actId="20577"/>
        <pc:sldMkLst>
          <pc:docMk/>
          <pc:sldMk cId="1653736541" sldId="2487"/>
        </pc:sldMkLst>
        <pc:spChg chg="mod">
          <ac:chgData name="Owais Ahmed" userId="6abc7d4556b3b071" providerId="LiveId" clId="{0FDD8DE3-F1AE-4516-94DB-A1902CE94C41}" dt="2023-03-02T05:44:06.203" v="2472" actId="20577"/>
          <ac:spMkLst>
            <pc:docMk/>
            <pc:sldMk cId="1653736541" sldId="2487"/>
            <ac:spMk id="3" creationId="{4A1C0383-58FE-E486-295E-B33B8683B938}"/>
          </ac:spMkLst>
        </pc:spChg>
        <pc:graphicFrameChg chg="add mod">
          <ac:chgData name="Owais Ahmed" userId="6abc7d4556b3b071" providerId="LiveId" clId="{0FDD8DE3-F1AE-4516-94DB-A1902CE94C41}" dt="2023-03-02T05:40:24.446" v="2091" actId="1076"/>
          <ac:graphicFrameMkLst>
            <pc:docMk/>
            <pc:sldMk cId="1653736541" sldId="2487"/>
            <ac:graphicFrameMk id="4" creationId="{B20B5C78-0431-0648-1A9D-66005AC79585}"/>
          </ac:graphicFrameMkLst>
        </pc:graphicFrameChg>
      </pc:sldChg>
      <pc:sldChg chg="add del">
        <pc:chgData name="Owais Ahmed" userId="6abc7d4556b3b071" providerId="LiveId" clId="{0FDD8DE3-F1AE-4516-94DB-A1902CE94C41}" dt="2023-03-02T05:39:42.723" v="2008" actId="2890"/>
        <pc:sldMkLst>
          <pc:docMk/>
          <pc:sldMk cId="1743220608" sldId="2487"/>
        </pc:sldMkLst>
      </pc:sldChg>
      <pc:sldChg chg="addSp modSp add mod ord modAnim">
        <pc:chgData name="Owais Ahmed" userId="6abc7d4556b3b071" providerId="LiveId" clId="{0FDD8DE3-F1AE-4516-94DB-A1902CE94C41}" dt="2023-03-02T05:49:25.027" v="2865"/>
        <pc:sldMkLst>
          <pc:docMk/>
          <pc:sldMk cId="633565940" sldId="2488"/>
        </pc:sldMkLst>
        <pc:spChg chg="mod">
          <ac:chgData name="Owais Ahmed" userId="6abc7d4556b3b071" providerId="LiveId" clId="{0FDD8DE3-F1AE-4516-94DB-A1902CE94C41}" dt="2023-03-02T05:47:02.045" v="2843" actId="14100"/>
          <ac:spMkLst>
            <pc:docMk/>
            <pc:sldMk cId="633565940" sldId="2488"/>
            <ac:spMk id="3" creationId="{4A1C0383-58FE-E486-295E-B33B8683B938}"/>
          </ac:spMkLst>
        </pc:spChg>
        <pc:spChg chg="mod">
          <ac:chgData name="Owais Ahmed" userId="6abc7d4556b3b071" providerId="LiveId" clId="{0FDD8DE3-F1AE-4516-94DB-A1902CE94C41}" dt="2023-03-02T05:45:50.131" v="2672" actId="20577"/>
          <ac:spMkLst>
            <pc:docMk/>
            <pc:sldMk cId="633565940" sldId="2488"/>
            <ac:spMk id="215" creationId="{00000000-0000-0000-0000-000000000000}"/>
          </ac:spMkLst>
        </pc:spChg>
        <pc:picChg chg="add mod">
          <ac:chgData name="Owais Ahmed" userId="6abc7d4556b3b071" providerId="LiveId" clId="{0FDD8DE3-F1AE-4516-94DB-A1902CE94C41}" dt="2023-03-02T05:48:56.135" v="2858" actId="1076"/>
          <ac:picMkLst>
            <pc:docMk/>
            <pc:sldMk cId="633565940" sldId="2488"/>
            <ac:picMk id="4" creationId="{2FB2FA82-BF57-F914-975C-C5DBC8806F68}"/>
          </ac:picMkLst>
        </pc:picChg>
        <pc:picChg chg="add mod">
          <ac:chgData name="Owais Ahmed" userId="6abc7d4556b3b071" providerId="LiveId" clId="{0FDD8DE3-F1AE-4516-94DB-A1902CE94C41}" dt="2023-03-02T05:48:58.691" v="2859" actId="1076"/>
          <ac:picMkLst>
            <pc:docMk/>
            <pc:sldMk cId="633565940" sldId="2488"/>
            <ac:picMk id="5" creationId="{1673933C-07C7-2F84-9017-8484D30A66DF}"/>
          </ac:picMkLst>
        </pc:picChg>
        <pc:picChg chg="add mod">
          <ac:chgData name="Owais Ahmed" userId="6abc7d4556b3b071" providerId="LiveId" clId="{0FDD8DE3-F1AE-4516-94DB-A1902CE94C41}" dt="2023-03-02T05:49:02.148" v="2860" actId="1076"/>
          <ac:picMkLst>
            <pc:docMk/>
            <pc:sldMk cId="633565940" sldId="2488"/>
            <ac:picMk id="6" creationId="{1382AA95-4B26-3C7F-D081-29C805830DC9}"/>
          </ac:picMkLst>
        </pc:picChg>
      </pc:sldChg>
      <pc:sldChg chg="add del">
        <pc:chgData name="Owais Ahmed" userId="6abc7d4556b3b071" providerId="LiveId" clId="{0FDD8DE3-F1AE-4516-94DB-A1902CE94C41}" dt="2023-03-02T04:35:19.865" v="255" actId="47"/>
        <pc:sldMkLst>
          <pc:docMk/>
          <pc:sldMk cId="918376006" sldId="2488"/>
        </pc:sldMkLst>
      </pc:sldChg>
      <pc:sldChg chg="add del">
        <pc:chgData name="Owais Ahmed" userId="6abc7d4556b3b071" providerId="LiveId" clId="{0FDD8DE3-F1AE-4516-94DB-A1902CE94C41}" dt="2023-03-02T05:49:58.669" v="2867" actId="2890"/>
        <pc:sldMkLst>
          <pc:docMk/>
          <pc:sldMk cId="1383689140" sldId="2489"/>
        </pc:sldMkLst>
      </pc:sldChg>
      <pc:sldChg chg="del">
        <pc:chgData name="Owais Ahmed" userId="6abc7d4556b3b071" providerId="LiveId" clId="{0FDD8DE3-F1AE-4516-94DB-A1902CE94C41}" dt="2023-03-02T04:35:21.399" v="257" actId="47"/>
        <pc:sldMkLst>
          <pc:docMk/>
          <pc:sldMk cId="3454217637" sldId="2489"/>
        </pc:sldMkLst>
      </pc:sldChg>
      <pc:sldChg chg="addSp delSp modSp add mod ord delAnim modAnim modNotesTx">
        <pc:chgData name="Owais Ahmed" userId="6abc7d4556b3b071" providerId="LiveId" clId="{0FDD8DE3-F1AE-4516-94DB-A1902CE94C41}" dt="2023-03-02T06:09:59.743" v="3278" actId="20577"/>
        <pc:sldMkLst>
          <pc:docMk/>
          <pc:sldMk cId="4108314565" sldId="2489"/>
        </pc:sldMkLst>
        <pc:spChg chg="mod">
          <ac:chgData name="Owais Ahmed" userId="6abc7d4556b3b071" providerId="LiveId" clId="{0FDD8DE3-F1AE-4516-94DB-A1902CE94C41}" dt="2023-03-02T05:50:58.643" v="2914" actId="20577"/>
          <ac:spMkLst>
            <pc:docMk/>
            <pc:sldMk cId="4108314565" sldId="2489"/>
            <ac:spMk id="3" creationId="{4A1C0383-58FE-E486-295E-B33B8683B938}"/>
          </ac:spMkLst>
        </pc:spChg>
        <pc:spChg chg="mod">
          <ac:chgData name="Owais Ahmed" userId="6abc7d4556b3b071" providerId="LiveId" clId="{0FDD8DE3-F1AE-4516-94DB-A1902CE94C41}" dt="2023-03-02T06:09:59.743" v="3278" actId="20577"/>
          <ac:spMkLst>
            <pc:docMk/>
            <pc:sldMk cId="4108314565" sldId="2489"/>
            <ac:spMk id="215" creationId="{00000000-0000-0000-0000-000000000000}"/>
          </ac:spMkLst>
        </pc:spChg>
        <pc:graphicFrameChg chg="del">
          <ac:chgData name="Owais Ahmed" userId="6abc7d4556b3b071" providerId="LiveId" clId="{0FDD8DE3-F1AE-4516-94DB-A1902CE94C41}" dt="2023-03-02T05:50:05.565" v="2871" actId="478"/>
          <ac:graphicFrameMkLst>
            <pc:docMk/>
            <pc:sldMk cId="4108314565" sldId="2489"/>
            <ac:graphicFrameMk id="4" creationId="{B20B5C78-0431-0648-1A9D-66005AC79585}"/>
          </ac:graphicFrameMkLst>
        </pc:graphicFrameChg>
        <pc:picChg chg="add mod">
          <ac:chgData name="Owais Ahmed" userId="6abc7d4556b3b071" providerId="LiveId" clId="{0FDD8DE3-F1AE-4516-94DB-A1902CE94C41}" dt="2023-03-02T05:51:07.524" v="2916" actId="1076"/>
          <ac:picMkLst>
            <pc:docMk/>
            <pc:sldMk cId="4108314565" sldId="2489"/>
            <ac:picMk id="5" creationId="{5A6BCF36-6817-EFD4-1129-7D5CE1797EBB}"/>
          </ac:picMkLst>
        </pc:picChg>
      </pc:sldChg>
      <pc:sldChg chg="addSp delSp modSp add mod modAnim modNotesTx">
        <pc:chgData name="Owais Ahmed" userId="6abc7d4556b3b071" providerId="LiveId" clId="{0FDD8DE3-F1AE-4516-94DB-A1902CE94C41}" dt="2023-03-02T06:15:51.487" v="3719" actId="20577"/>
        <pc:sldMkLst>
          <pc:docMk/>
          <pc:sldMk cId="768465522" sldId="2490"/>
        </pc:sldMkLst>
        <pc:spChg chg="mod">
          <ac:chgData name="Owais Ahmed" userId="6abc7d4556b3b071" providerId="LiveId" clId="{0FDD8DE3-F1AE-4516-94DB-A1902CE94C41}" dt="2023-03-02T06:15:51.487" v="3719" actId="20577"/>
          <ac:spMkLst>
            <pc:docMk/>
            <pc:sldMk cId="768465522" sldId="2490"/>
            <ac:spMk id="3" creationId="{4A1C0383-58FE-E486-295E-B33B8683B938}"/>
          </ac:spMkLst>
        </pc:spChg>
        <pc:spChg chg="mod">
          <ac:chgData name="Owais Ahmed" userId="6abc7d4556b3b071" providerId="LiveId" clId="{0FDD8DE3-F1AE-4516-94DB-A1902CE94C41}" dt="2023-03-02T06:11:16.290" v="3377" actId="20577"/>
          <ac:spMkLst>
            <pc:docMk/>
            <pc:sldMk cId="768465522" sldId="2490"/>
            <ac:spMk id="215" creationId="{00000000-0000-0000-0000-000000000000}"/>
          </ac:spMkLst>
        </pc:spChg>
        <pc:graphicFrameChg chg="add mod">
          <ac:chgData name="Owais Ahmed" userId="6abc7d4556b3b071" providerId="LiveId" clId="{0FDD8DE3-F1AE-4516-94DB-A1902CE94C41}" dt="2023-03-02T06:15:17.787" v="3695" actId="1076"/>
          <ac:graphicFrameMkLst>
            <pc:docMk/>
            <pc:sldMk cId="768465522" sldId="2490"/>
            <ac:graphicFrameMk id="4" creationId="{31FA3D9A-2BB8-CD33-B422-49DC2DF7C247}"/>
          </ac:graphicFrameMkLst>
        </pc:graphicFrameChg>
        <pc:picChg chg="del">
          <ac:chgData name="Owais Ahmed" userId="6abc7d4556b3b071" providerId="LiveId" clId="{0FDD8DE3-F1AE-4516-94DB-A1902CE94C41}" dt="2023-03-02T06:10:13.529" v="3280" actId="478"/>
          <ac:picMkLst>
            <pc:docMk/>
            <pc:sldMk cId="768465522" sldId="2490"/>
            <ac:picMk id="5" creationId="{5A6BCF36-6817-EFD4-1129-7D5CE1797EBB}"/>
          </ac:picMkLst>
        </pc:picChg>
      </pc:sldChg>
      <pc:sldChg chg="del">
        <pc:chgData name="Owais Ahmed" userId="6abc7d4556b3b071" providerId="LiveId" clId="{0FDD8DE3-F1AE-4516-94DB-A1902CE94C41}" dt="2023-03-02T04:35:21.935" v="258" actId="47"/>
        <pc:sldMkLst>
          <pc:docMk/>
          <pc:sldMk cId="3828703945" sldId="2490"/>
        </pc:sldMkLst>
      </pc:sldChg>
      <pc:sldChg chg="del">
        <pc:chgData name="Owais Ahmed" userId="6abc7d4556b3b071" providerId="LiveId" clId="{0FDD8DE3-F1AE-4516-94DB-A1902CE94C41}" dt="2023-03-02T04:35:23.076" v="259" actId="47"/>
        <pc:sldMkLst>
          <pc:docMk/>
          <pc:sldMk cId="1696537967" sldId="2491"/>
        </pc:sldMkLst>
      </pc:sldChg>
      <pc:sldChg chg="modSp add modAnim">
        <pc:chgData name="Owais Ahmed" userId="6abc7d4556b3b071" providerId="LiveId" clId="{0FDD8DE3-F1AE-4516-94DB-A1902CE94C41}" dt="2023-03-02T06:18:36.400" v="3919" actId="20577"/>
        <pc:sldMkLst>
          <pc:docMk/>
          <pc:sldMk cId="3640078836" sldId="2491"/>
        </pc:sldMkLst>
        <pc:spChg chg="mod">
          <ac:chgData name="Owais Ahmed" userId="6abc7d4556b3b071" providerId="LiveId" clId="{0FDD8DE3-F1AE-4516-94DB-A1902CE94C41}" dt="2023-03-02T06:18:36.400" v="3919" actId="20577"/>
          <ac:spMkLst>
            <pc:docMk/>
            <pc:sldMk cId="3640078836" sldId="2491"/>
            <ac:spMk id="3" creationId="{4A1C0383-58FE-E486-295E-B33B8683B938}"/>
          </ac:spMkLst>
        </pc:spChg>
      </pc:sldChg>
    </pc:docChg>
  </pc:docChgLst>
  <pc:docChgLst>
    <pc:chgData name="Owais Ahmed" userId="6abc7d4556b3b071" providerId="LiveId" clId="{FA4B79B8-39B8-48A6-B393-A63A4E455364}"/>
    <pc:docChg chg="custSel delSld modSld">
      <pc:chgData name="Owais Ahmed" userId="6abc7d4556b3b071" providerId="LiveId" clId="{FA4B79B8-39B8-48A6-B393-A63A4E455364}" dt="2023-09-28T08:59:14.750" v="342" actId="20577"/>
      <pc:docMkLst>
        <pc:docMk/>
      </pc:docMkLst>
      <pc:sldChg chg="modSp mod modAnim">
        <pc:chgData name="Owais Ahmed" userId="6abc7d4556b3b071" providerId="LiveId" clId="{FA4B79B8-39B8-48A6-B393-A63A4E455364}" dt="2023-09-28T03:49:54.690" v="1" actId="27636"/>
        <pc:sldMkLst>
          <pc:docMk/>
          <pc:sldMk cId="1742566059" sldId="2504"/>
        </pc:sldMkLst>
        <pc:spChg chg="mod">
          <ac:chgData name="Owais Ahmed" userId="6abc7d4556b3b071" providerId="LiveId" clId="{FA4B79B8-39B8-48A6-B393-A63A4E455364}" dt="2023-09-28T03:49:54.690" v="1" actId="27636"/>
          <ac:spMkLst>
            <pc:docMk/>
            <pc:sldMk cId="1742566059" sldId="2504"/>
            <ac:spMk id="3" creationId="{4A1C0383-58FE-E486-295E-B33B8683B938}"/>
          </ac:spMkLst>
        </pc:spChg>
      </pc:sldChg>
      <pc:sldChg chg="modSp mod modAnim">
        <pc:chgData name="Owais Ahmed" userId="6abc7d4556b3b071" providerId="LiveId" clId="{FA4B79B8-39B8-48A6-B393-A63A4E455364}" dt="2023-09-28T08:51:57.087" v="241" actId="27636"/>
        <pc:sldMkLst>
          <pc:docMk/>
          <pc:sldMk cId="4221376715" sldId="2506"/>
        </pc:sldMkLst>
        <pc:spChg chg="mod">
          <ac:chgData name="Owais Ahmed" userId="6abc7d4556b3b071" providerId="LiveId" clId="{FA4B79B8-39B8-48A6-B393-A63A4E455364}" dt="2023-09-28T08:51:57.087" v="241" actId="27636"/>
          <ac:spMkLst>
            <pc:docMk/>
            <pc:sldMk cId="4221376715" sldId="2506"/>
            <ac:spMk id="3" creationId="{4A1C0383-58FE-E486-295E-B33B8683B938}"/>
          </ac:spMkLst>
        </pc:spChg>
      </pc:sldChg>
      <pc:sldChg chg="modSp">
        <pc:chgData name="Owais Ahmed" userId="6abc7d4556b3b071" providerId="LiveId" clId="{FA4B79B8-39B8-48A6-B393-A63A4E455364}" dt="2023-09-28T04:06:08.256" v="221" actId="20577"/>
        <pc:sldMkLst>
          <pc:docMk/>
          <pc:sldMk cId="875357634" sldId="2507"/>
        </pc:sldMkLst>
        <pc:spChg chg="mod">
          <ac:chgData name="Owais Ahmed" userId="6abc7d4556b3b071" providerId="LiveId" clId="{FA4B79B8-39B8-48A6-B393-A63A4E455364}" dt="2023-09-28T04:06:08.256" v="221" actId="20577"/>
          <ac:spMkLst>
            <pc:docMk/>
            <pc:sldMk cId="875357634" sldId="2507"/>
            <ac:spMk id="3" creationId="{4A1C0383-58FE-E486-295E-B33B8683B938}"/>
          </ac:spMkLst>
        </pc:spChg>
      </pc:sldChg>
      <pc:sldChg chg="modSp modAnim">
        <pc:chgData name="Owais Ahmed" userId="6abc7d4556b3b071" providerId="LiveId" clId="{FA4B79B8-39B8-48A6-B393-A63A4E455364}" dt="2023-09-28T08:59:14.750" v="342" actId="20577"/>
        <pc:sldMkLst>
          <pc:docMk/>
          <pc:sldMk cId="1223560295" sldId="2511"/>
        </pc:sldMkLst>
        <pc:spChg chg="mod">
          <ac:chgData name="Owais Ahmed" userId="6abc7d4556b3b071" providerId="LiveId" clId="{FA4B79B8-39B8-48A6-B393-A63A4E455364}" dt="2023-09-28T08:59:14.750" v="342" actId="20577"/>
          <ac:spMkLst>
            <pc:docMk/>
            <pc:sldMk cId="1223560295" sldId="2511"/>
            <ac:spMk id="3" creationId="{4A1C0383-58FE-E486-295E-B33B8683B938}"/>
          </ac:spMkLst>
        </pc:spChg>
      </pc:sldChg>
      <pc:sldChg chg="del">
        <pc:chgData name="Owais Ahmed" userId="6abc7d4556b3b071" providerId="LiveId" clId="{FA4B79B8-39B8-48A6-B393-A63A4E455364}" dt="2023-09-28T04:07:27.351" v="227" actId="47"/>
        <pc:sldMkLst>
          <pc:docMk/>
          <pc:sldMk cId="768535535" sldId="2515"/>
        </pc:sldMkLst>
      </pc:sldChg>
      <pc:sldChg chg="modAnim">
        <pc:chgData name="Owais Ahmed" userId="6abc7d4556b3b071" providerId="LiveId" clId="{FA4B79B8-39B8-48A6-B393-A63A4E455364}" dt="2023-09-28T03:59:21.932" v="195"/>
        <pc:sldMkLst>
          <pc:docMk/>
          <pc:sldMk cId="3233670327" sldId="2519"/>
        </pc:sldMkLst>
      </pc:sldChg>
      <pc:sldChg chg="modAnim">
        <pc:chgData name="Owais Ahmed" userId="6abc7d4556b3b071" providerId="LiveId" clId="{FA4B79B8-39B8-48A6-B393-A63A4E455364}" dt="2023-09-28T03:50:15.791" v="5"/>
        <pc:sldMkLst>
          <pc:docMk/>
          <pc:sldMk cId="760180440" sldId="2520"/>
        </pc:sldMkLst>
      </pc:sldChg>
      <pc:sldChg chg="modAnim">
        <pc:chgData name="Owais Ahmed" userId="6abc7d4556b3b071" providerId="LiveId" clId="{FA4B79B8-39B8-48A6-B393-A63A4E455364}" dt="2023-09-28T04:04:28.521" v="207"/>
        <pc:sldMkLst>
          <pc:docMk/>
          <pc:sldMk cId="428669156" sldId="2523"/>
        </pc:sldMkLst>
      </pc:sldChg>
      <pc:sldChg chg="modSp mod modAnim">
        <pc:chgData name="Owais Ahmed" userId="6abc7d4556b3b071" providerId="LiveId" clId="{FA4B79B8-39B8-48A6-B393-A63A4E455364}" dt="2023-09-28T04:07:31.138" v="239" actId="20577"/>
        <pc:sldMkLst>
          <pc:docMk/>
          <pc:sldMk cId="2521120589" sldId="2525"/>
        </pc:sldMkLst>
        <pc:spChg chg="mod">
          <ac:chgData name="Owais Ahmed" userId="6abc7d4556b3b071" providerId="LiveId" clId="{FA4B79B8-39B8-48A6-B393-A63A4E455364}" dt="2023-09-28T04:07:23.042" v="226" actId="20577"/>
          <ac:spMkLst>
            <pc:docMk/>
            <pc:sldMk cId="2521120589" sldId="2525"/>
            <ac:spMk id="3" creationId="{4A1C0383-58FE-E486-295E-B33B8683B938}"/>
          </ac:spMkLst>
        </pc:spChg>
        <pc:spChg chg="mod">
          <ac:chgData name="Owais Ahmed" userId="6abc7d4556b3b071" providerId="LiveId" clId="{FA4B79B8-39B8-48A6-B393-A63A4E455364}" dt="2023-09-28T04:07:31.138" v="239" actId="20577"/>
          <ac:spMkLst>
            <pc:docMk/>
            <pc:sldMk cId="2521120589" sldId="2525"/>
            <ac:spMk id="215" creationId="{00000000-0000-0000-0000-000000000000}"/>
          </ac:spMkLst>
        </pc:spChg>
      </pc:sldChg>
      <pc:sldChg chg="modAnim">
        <pc:chgData name="Owais Ahmed" userId="6abc7d4556b3b071" providerId="LiveId" clId="{FA4B79B8-39B8-48A6-B393-A63A4E455364}" dt="2023-09-28T04:03:09.287" v="196"/>
        <pc:sldMkLst>
          <pc:docMk/>
          <pc:sldMk cId="110326978" sldId="2526"/>
        </pc:sldMkLst>
      </pc:sldChg>
      <pc:sldChg chg="modNotesTx">
        <pc:chgData name="Owais Ahmed" userId="6abc7d4556b3b071" providerId="LiveId" clId="{FA4B79B8-39B8-48A6-B393-A63A4E455364}" dt="2023-09-28T03:53:28.974" v="193" actId="20577"/>
        <pc:sldMkLst>
          <pc:docMk/>
          <pc:sldMk cId="568047908" sldId="2527"/>
        </pc:sldMkLst>
      </pc:sldChg>
      <pc:sldChg chg="modSp">
        <pc:chgData name="Owais Ahmed" userId="6abc7d4556b3b071" providerId="LiveId" clId="{FA4B79B8-39B8-48A6-B393-A63A4E455364}" dt="2023-09-28T08:52:20.357" v="243" actId="6549"/>
        <pc:sldMkLst>
          <pc:docMk/>
          <pc:sldMk cId="548703236" sldId="2532"/>
        </pc:sldMkLst>
        <pc:spChg chg="mod">
          <ac:chgData name="Owais Ahmed" userId="6abc7d4556b3b071" providerId="LiveId" clId="{FA4B79B8-39B8-48A6-B393-A63A4E455364}" dt="2023-09-28T08:52:20.357" v="243" actId="6549"/>
          <ac:spMkLst>
            <pc:docMk/>
            <pc:sldMk cId="548703236" sldId="2532"/>
            <ac:spMk id="3" creationId="{4A1C0383-58FE-E486-295E-B33B8683B938}"/>
          </ac:spMkLst>
        </pc:spChg>
      </pc:sldChg>
    </pc:docChg>
  </pc:docChgLst>
  <pc:docChgLst>
    <pc:chgData name="Owais Ahmed" userId="6abc7d4556b3b071" providerId="LiveId" clId="{B625B757-8EA5-47D7-8626-DA1020D487D0}"/>
    <pc:docChg chg="undo redo custSel addSld delSld modSld sldOrd addSection delSection modSection">
      <pc:chgData name="Owais Ahmed" userId="6abc7d4556b3b071" providerId="LiveId" clId="{B625B757-8EA5-47D7-8626-DA1020D487D0}" dt="2023-02-28T06:44:59.946" v="2629" actId="20577"/>
      <pc:docMkLst>
        <pc:docMk/>
      </pc:docMkLst>
      <pc:sldChg chg="del">
        <pc:chgData name="Owais Ahmed" userId="6abc7d4556b3b071" providerId="LiveId" clId="{B625B757-8EA5-47D7-8626-DA1020D487D0}" dt="2023-02-28T06:04:27.712" v="384" actId="47"/>
        <pc:sldMkLst>
          <pc:docMk/>
          <pc:sldMk cId="1459829511" sldId="278"/>
        </pc:sldMkLst>
      </pc:sldChg>
      <pc:sldChg chg="modSp">
        <pc:chgData name="Owais Ahmed" userId="6abc7d4556b3b071" providerId="LiveId" clId="{B625B757-8EA5-47D7-8626-DA1020D487D0}" dt="2023-02-28T05:39:27.204" v="51" actId="20577"/>
        <pc:sldMkLst>
          <pc:docMk/>
          <pc:sldMk cId="1287457047" sldId="522"/>
        </pc:sldMkLst>
        <pc:spChg chg="mod">
          <ac:chgData name="Owais Ahmed" userId="6abc7d4556b3b071" providerId="LiveId" clId="{B625B757-8EA5-47D7-8626-DA1020D487D0}" dt="2023-02-28T05:39:24.499" v="50" actId="20577"/>
          <ac:spMkLst>
            <pc:docMk/>
            <pc:sldMk cId="1287457047" sldId="522"/>
            <ac:spMk id="210" creationId="{00000000-0000-0000-0000-000000000000}"/>
          </ac:spMkLst>
        </pc:spChg>
        <pc:spChg chg="mod">
          <ac:chgData name="Owais Ahmed" userId="6abc7d4556b3b071" providerId="LiveId" clId="{B625B757-8EA5-47D7-8626-DA1020D487D0}" dt="2023-02-28T05:39:27.204" v="51" actId="20577"/>
          <ac:spMkLst>
            <pc:docMk/>
            <pc:sldMk cId="1287457047" sldId="522"/>
            <ac:spMk id="211" creationId="{00000000-0000-0000-0000-000000000000}"/>
          </ac:spMkLst>
        </pc:spChg>
      </pc:sldChg>
      <pc:sldChg chg="modSp add del mod ord">
        <pc:chgData name="Owais Ahmed" userId="6abc7d4556b3b071" providerId="LiveId" clId="{B625B757-8EA5-47D7-8626-DA1020D487D0}" dt="2023-02-28T06:04:32.575" v="388"/>
        <pc:sldMkLst>
          <pc:docMk/>
          <pc:sldMk cId="927727573" sldId="2436"/>
        </pc:sldMkLst>
        <pc:spChg chg="mod">
          <ac:chgData name="Owais Ahmed" userId="6abc7d4556b3b071" providerId="LiveId" clId="{B625B757-8EA5-47D7-8626-DA1020D487D0}" dt="2023-02-28T06:04:21.019" v="383" actId="20577"/>
          <ac:spMkLst>
            <pc:docMk/>
            <pc:sldMk cId="927727573" sldId="2436"/>
            <ac:spMk id="9" creationId="{9E2524A0-105C-4170-BB48-CD0756FB3DFE}"/>
          </ac:spMkLst>
        </pc:spChg>
        <pc:spChg chg="mod">
          <ac:chgData name="Owais Ahmed" userId="6abc7d4556b3b071" providerId="LiveId" clId="{B625B757-8EA5-47D7-8626-DA1020D487D0}" dt="2023-02-28T06:04:03.887" v="377" actId="27636"/>
          <ac:spMkLst>
            <pc:docMk/>
            <pc:sldMk cId="927727573" sldId="2436"/>
            <ac:spMk id="10" creationId="{6E57A531-5B0F-485D-A015-BC78AD089BA6}"/>
          </ac:spMkLst>
        </pc:spChg>
      </pc:sldChg>
      <pc:sldChg chg="modSp mod">
        <pc:chgData name="Owais Ahmed" userId="6abc7d4556b3b071" providerId="LiveId" clId="{B625B757-8EA5-47D7-8626-DA1020D487D0}" dt="2023-02-28T05:39:19.635" v="49" actId="20577"/>
        <pc:sldMkLst>
          <pc:docMk/>
          <pc:sldMk cId="3927832306" sldId="2448"/>
        </pc:sldMkLst>
        <pc:spChg chg="mod">
          <ac:chgData name="Owais Ahmed" userId="6abc7d4556b3b071" providerId="LiveId" clId="{B625B757-8EA5-47D7-8626-DA1020D487D0}" dt="2023-02-28T05:39:19.635" v="49" actId="20577"/>
          <ac:spMkLst>
            <pc:docMk/>
            <pc:sldMk cId="3927832306" sldId="2448"/>
            <ac:spMk id="3" creationId="{C0AE828D-1E63-455F-949D-0C5454A7FE88}"/>
          </ac:spMkLst>
        </pc:spChg>
        <pc:spChg chg="mod">
          <ac:chgData name="Owais Ahmed" userId="6abc7d4556b3b071" providerId="LiveId" clId="{B625B757-8EA5-47D7-8626-DA1020D487D0}" dt="2023-02-28T05:39:07.271" v="28" actId="20577"/>
          <ac:spMkLst>
            <pc:docMk/>
            <pc:sldMk cId="3927832306" sldId="2448"/>
            <ac:spMk id="9" creationId="{79DC1498-E692-42BA-B69F-6D37E6CFACA0}"/>
          </ac:spMkLst>
        </pc:spChg>
      </pc:sldChg>
      <pc:sldChg chg="modSp mod">
        <pc:chgData name="Owais Ahmed" userId="6abc7d4556b3b071" providerId="LiveId" clId="{B625B757-8EA5-47D7-8626-DA1020D487D0}" dt="2023-02-28T06:35:33.047" v="1909"/>
        <pc:sldMkLst>
          <pc:docMk/>
          <pc:sldMk cId="1649098948" sldId="2462"/>
        </pc:sldMkLst>
        <pc:spChg chg="mod">
          <ac:chgData name="Owais Ahmed" userId="6abc7d4556b3b071" providerId="LiveId" clId="{B625B757-8EA5-47D7-8626-DA1020D487D0}" dt="2023-02-28T06:35:33.047" v="1909"/>
          <ac:spMkLst>
            <pc:docMk/>
            <pc:sldMk cId="1649098948" sldId="2462"/>
            <ac:spMk id="6" creationId="{F3C89A40-EEAA-43AB-9A3A-B2CFDE450F1B}"/>
          </ac:spMkLst>
        </pc:spChg>
      </pc:sldChg>
      <pc:sldChg chg="modSp mod modAnim modNotesTx">
        <pc:chgData name="Owais Ahmed" userId="6abc7d4556b3b071" providerId="LiveId" clId="{B625B757-8EA5-47D7-8626-DA1020D487D0}" dt="2023-02-28T06:09:15.858" v="668"/>
        <pc:sldMkLst>
          <pc:docMk/>
          <pc:sldMk cId="641030253" sldId="2479"/>
        </pc:sldMkLst>
        <pc:spChg chg="mod">
          <ac:chgData name="Owais Ahmed" userId="6abc7d4556b3b071" providerId="LiveId" clId="{B625B757-8EA5-47D7-8626-DA1020D487D0}" dt="2023-02-28T06:08:38.926" v="645" actId="20577"/>
          <ac:spMkLst>
            <pc:docMk/>
            <pc:sldMk cId="641030253" sldId="2479"/>
            <ac:spMk id="3" creationId="{4A1C0383-58FE-E486-295E-B33B8683B938}"/>
          </ac:spMkLst>
        </pc:spChg>
        <pc:spChg chg="mod">
          <ac:chgData name="Owais Ahmed" userId="6abc7d4556b3b071" providerId="LiveId" clId="{B625B757-8EA5-47D7-8626-DA1020D487D0}" dt="2023-02-28T06:04:54.278" v="401" actId="20577"/>
          <ac:spMkLst>
            <pc:docMk/>
            <pc:sldMk cId="641030253" sldId="2479"/>
            <ac:spMk id="215" creationId="{00000000-0000-0000-0000-000000000000}"/>
          </ac:spMkLst>
        </pc:spChg>
      </pc:sldChg>
      <pc:sldChg chg="del">
        <pc:chgData name="Owais Ahmed" userId="6abc7d4556b3b071" providerId="LiveId" clId="{B625B757-8EA5-47D7-8626-DA1020D487D0}" dt="2023-02-28T06:32:48.590" v="1580" actId="47"/>
        <pc:sldMkLst>
          <pc:docMk/>
          <pc:sldMk cId="1476319960" sldId="2480"/>
        </pc:sldMkLst>
      </pc:sldChg>
      <pc:sldChg chg="del">
        <pc:chgData name="Owais Ahmed" userId="6abc7d4556b3b071" providerId="LiveId" clId="{B625B757-8EA5-47D7-8626-DA1020D487D0}" dt="2023-02-28T06:32:49.489" v="1581" actId="47"/>
        <pc:sldMkLst>
          <pc:docMk/>
          <pc:sldMk cId="3336402349" sldId="2481"/>
        </pc:sldMkLst>
      </pc:sldChg>
      <pc:sldChg chg="del">
        <pc:chgData name="Owais Ahmed" userId="6abc7d4556b3b071" providerId="LiveId" clId="{B625B757-8EA5-47D7-8626-DA1020D487D0}" dt="2023-02-28T06:32:50.572" v="1582" actId="47"/>
        <pc:sldMkLst>
          <pc:docMk/>
          <pc:sldMk cId="1810203590" sldId="2482"/>
        </pc:sldMkLst>
      </pc:sldChg>
      <pc:sldChg chg="del">
        <pc:chgData name="Owais Ahmed" userId="6abc7d4556b3b071" providerId="LiveId" clId="{B625B757-8EA5-47D7-8626-DA1020D487D0}" dt="2023-02-28T06:32:52.990" v="1583" actId="47"/>
        <pc:sldMkLst>
          <pc:docMk/>
          <pc:sldMk cId="1304413050" sldId="2483"/>
        </pc:sldMkLst>
      </pc:sldChg>
      <pc:sldChg chg="modSp mod modAnim modNotesTx">
        <pc:chgData name="Owais Ahmed" userId="6abc7d4556b3b071" providerId="LiveId" clId="{B625B757-8EA5-47D7-8626-DA1020D487D0}" dt="2023-02-28T06:40:56.305" v="2388" actId="20577"/>
        <pc:sldMkLst>
          <pc:docMk/>
          <pc:sldMk cId="2426892836" sldId="2485"/>
        </pc:sldMkLst>
        <pc:spChg chg="mod">
          <ac:chgData name="Owais Ahmed" userId="6abc7d4556b3b071" providerId="LiveId" clId="{B625B757-8EA5-47D7-8626-DA1020D487D0}" dt="2023-02-28T06:35:09.643" v="1907" actId="27636"/>
          <ac:spMkLst>
            <pc:docMk/>
            <pc:sldMk cId="2426892836" sldId="2485"/>
            <ac:spMk id="3" creationId="{4A1C0383-58FE-E486-295E-B33B8683B938}"/>
          </ac:spMkLst>
        </pc:spChg>
        <pc:spChg chg="mod">
          <ac:chgData name="Owais Ahmed" userId="6abc7d4556b3b071" providerId="LiveId" clId="{B625B757-8EA5-47D7-8626-DA1020D487D0}" dt="2023-02-28T06:39:26.178" v="2299" actId="20577"/>
          <ac:spMkLst>
            <pc:docMk/>
            <pc:sldMk cId="2426892836" sldId="2485"/>
            <ac:spMk id="215" creationId="{00000000-0000-0000-0000-000000000000}"/>
          </ac:spMkLst>
        </pc:spChg>
      </pc:sldChg>
      <pc:sldChg chg="addSp delSp modSp add mod modClrScheme modAnim chgLayout modNotesTx">
        <pc:chgData name="Owais Ahmed" userId="6abc7d4556b3b071" providerId="LiveId" clId="{B625B757-8EA5-47D7-8626-DA1020D487D0}" dt="2023-02-28T06:14:22.100" v="962" actId="20577"/>
        <pc:sldMkLst>
          <pc:docMk/>
          <pc:sldMk cId="3132224988" sldId="2486"/>
        </pc:sldMkLst>
        <pc:spChg chg="mod ord">
          <ac:chgData name="Owais Ahmed" userId="6abc7d4556b3b071" providerId="LiveId" clId="{B625B757-8EA5-47D7-8626-DA1020D487D0}" dt="2023-02-28T06:12:02.897" v="865" actId="700"/>
          <ac:spMkLst>
            <pc:docMk/>
            <pc:sldMk cId="3132224988" sldId="2486"/>
            <ac:spMk id="2" creationId="{00000000-0000-0000-0000-000000000000}"/>
          </ac:spMkLst>
        </pc:spChg>
        <pc:spChg chg="mod">
          <ac:chgData name="Owais Ahmed" userId="6abc7d4556b3b071" providerId="LiveId" clId="{B625B757-8EA5-47D7-8626-DA1020D487D0}" dt="2023-02-28T06:13:50.755" v="956" actId="14100"/>
          <ac:spMkLst>
            <pc:docMk/>
            <pc:sldMk cId="3132224988" sldId="2486"/>
            <ac:spMk id="3" creationId="{4A1C0383-58FE-E486-295E-B33B8683B938}"/>
          </ac:spMkLst>
        </pc:spChg>
        <pc:spChg chg="add del mod ord">
          <ac:chgData name="Owais Ahmed" userId="6abc7d4556b3b071" providerId="LiveId" clId="{B625B757-8EA5-47D7-8626-DA1020D487D0}" dt="2023-02-28T06:12:02.897" v="865" actId="700"/>
          <ac:spMkLst>
            <pc:docMk/>
            <pc:sldMk cId="3132224988" sldId="2486"/>
            <ac:spMk id="4" creationId="{859AAD20-7314-E559-7D8A-0DC34160522F}"/>
          </ac:spMkLst>
        </pc:spChg>
        <pc:spChg chg="add del mod ord">
          <ac:chgData name="Owais Ahmed" userId="6abc7d4556b3b071" providerId="LiveId" clId="{B625B757-8EA5-47D7-8626-DA1020D487D0}" dt="2023-02-28T06:12:02.897" v="865" actId="700"/>
          <ac:spMkLst>
            <pc:docMk/>
            <pc:sldMk cId="3132224988" sldId="2486"/>
            <ac:spMk id="5" creationId="{8A5BE477-AA8E-D072-D852-46674083989F}"/>
          </ac:spMkLst>
        </pc:spChg>
        <pc:spChg chg="add del mod ord">
          <ac:chgData name="Owais Ahmed" userId="6abc7d4556b3b071" providerId="LiveId" clId="{B625B757-8EA5-47D7-8626-DA1020D487D0}" dt="2023-02-28T06:12:02.897" v="865" actId="700"/>
          <ac:spMkLst>
            <pc:docMk/>
            <pc:sldMk cId="3132224988" sldId="2486"/>
            <ac:spMk id="6" creationId="{035E1E46-D674-BB9A-8DF9-0424EF92AF7D}"/>
          </ac:spMkLst>
        </pc:spChg>
        <pc:spChg chg="add del mod ord">
          <ac:chgData name="Owais Ahmed" userId="6abc7d4556b3b071" providerId="LiveId" clId="{B625B757-8EA5-47D7-8626-DA1020D487D0}" dt="2023-02-28T06:12:02.897" v="865" actId="700"/>
          <ac:spMkLst>
            <pc:docMk/>
            <pc:sldMk cId="3132224988" sldId="2486"/>
            <ac:spMk id="7" creationId="{C2F19D94-40EB-8143-72C2-8C85F8BEEAE5}"/>
          </ac:spMkLst>
        </pc:spChg>
        <pc:spChg chg="add del mod ord">
          <ac:chgData name="Owais Ahmed" userId="6abc7d4556b3b071" providerId="LiveId" clId="{B625B757-8EA5-47D7-8626-DA1020D487D0}" dt="2023-02-28T06:12:02.897" v="865" actId="700"/>
          <ac:spMkLst>
            <pc:docMk/>
            <pc:sldMk cId="3132224988" sldId="2486"/>
            <ac:spMk id="8" creationId="{3D11E90D-CD49-EC3B-6B2E-8C0EA25556E2}"/>
          </ac:spMkLst>
        </pc:spChg>
        <pc:spChg chg="add del mod ord">
          <ac:chgData name="Owais Ahmed" userId="6abc7d4556b3b071" providerId="LiveId" clId="{B625B757-8EA5-47D7-8626-DA1020D487D0}" dt="2023-02-28T06:12:02.897" v="865" actId="700"/>
          <ac:spMkLst>
            <pc:docMk/>
            <pc:sldMk cId="3132224988" sldId="2486"/>
            <ac:spMk id="9" creationId="{CB758099-0357-038B-3804-2B9CC6C5EBD3}"/>
          </ac:spMkLst>
        </pc:spChg>
        <pc:spChg chg="mod">
          <ac:chgData name="Owais Ahmed" userId="6abc7d4556b3b071" providerId="LiveId" clId="{B625B757-8EA5-47D7-8626-DA1020D487D0}" dt="2023-02-28T06:08:54.639" v="667" actId="20577"/>
          <ac:spMkLst>
            <pc:docMk/>
            <pc:sldMk cId="3132224988" sldId="2486"/>
            <ac:spMk id="215" creationId="{00000000-0000-0000-0000-000000000000}"/>
          </ac:spMkLst>
        </pc:spChg>
      </pc:sldChg>
      <pc:sldChg chg="addSp delSp modSp add mod modAnim modNotesTx">
        <pc:chgData name="Owais Ahmed" userId="6abc7d4556b3b071" providerId="LiveId" clId="{B625B757-8EA5-47D7-8626-DA1020D487D0}" dt="2023-02-28T06:36:21.024" v="2026" actId="20577"/>
        <pc:sldMkLst>
          <pc:docMk/>
          <pc:sldMk cId="2805003587" sldId="2487"/>
        </pc:sldMkLst>
        <pc:spChg chg="mod">
          <ac:chgData name="Owais Ahmed" userId="6abc7d4556b3b071" providerId="LiveId" clId="{B625B757-8EA5-47D7-8626-DA1020D487D0}" dt="2023-02-28T06:20:30.704" v="1209" actId="20577"/>
          <ac:spMkLst>
            <pc:docMk/>
            <pc:sldMk cId="2805003587" sldId="2487"/>
            <ac:spMk id="3" creationId="{4A1C0383-58FE-E486-295E-B33B8683B938}"/>
          </ac:spMkLst>
        </pc:spChg>
        <pc:spChg chg="add mod">
          <ac:chgData name="Owais Ahmed" userId="6abc7d4556b3b071" providerId="LiveId" clId="{B625B757-8EA5-47D7-8626-DA1020D487D0}" dt="2023-02-28T06:31:10.700" v="1459" actId="5793"/>
          <ac:spMkLst>
            <pc:docMk/>
            <pc:sldMk cId="2805003587" sldId="2487"/>
            <ac:spMk id="4" creationId="{6BAD1345-C97E-6E2D-586E-9183375409AA}"/>
          </ac:spMkLst>
        </pc:spChg>
        <pc:spChg chg="add mod">
          <ac:chgData name="Owais Ahmed" userId="6abc7d4556b3b071" providerId="LiveId" clId="{B625B757-8EA5-47D7-8626-DA1020D487D0}" dt="2023-02-28T06:25:38.358" v="1241" actId="207"/>
          <ac:spMkLst>
            <pc:docMk/>
            <pc:sldMk cId="2805003587" sldId="2487"/>
            <ac:spMk id="7" creationId="{DDF95A81-328D-B22D-EF9C-0D6CA6F15F2A}"/>
          </ac:spMkLst>
        </pc:spChg>
        <pc:spChg chg="add mod">
          <ac:chgData name="Owais Ahmed" userId="6abc7d4556b3b071" providerId="LiveId" clId="{B625B757-8EA5-47D7-8626-DA1020D487D0}" dt="2023-02-28T06:31:58.545" v="1479" actId="20577"/>
          <ac:spMkLst>
            <pc:docMk/>
            <pc:sldMk cId="2805003587" sldId="2487"/>
            <ac:spMk id="8" creationId="{3FF9B1FB-1044-C275-C723-970AE674B69E}"/>
          </ac:spMkLst>
        </pc:spChg>
        <pc:spChg chg="mod">
          <ac:chgData name="Owais Ahmed" userId="6abc7d4556b3b071" providerId="LiveId" clId="{B625B757-8EA5-47D7-8626-DA1020D487D0}" dt="2023-02-28T06:14:50.738" v="984" actId="20577"/>
          <ac:spMkLst>
            <pc:docMk/>
            <pc:sldMk cId="2805003587" sldId="2487"/>
            <ac:spMk id="215" creationId="{00000000-0000-0000-0000-000000000000}"/>
          </ac:spMkLst>
        </pc:spChg>
        <pc:picChg chg="add del">
          <ac:chgData name="Owais Ahmed" userId="6abc7d4556b3b071" providerId="LiveId" clId="{B625B757-8EA5-47D7-8626-DA1020D487D0}" dt="2023-02-28T06:24:04.666" v="1215"/>
          <ac:picMkLst>
            <pc:docMk/>
            <pc:sldMk cId="2805003587" sldId="2487"/>
            <ac:picMk id="1026" creationId="{DEF79F96-A87A-18B9-64F0-926009C470C0}"/>
          </ac:picMkLst>
        </pc:picChg>
        <pc:inkChg chg="add del">
          <ac:chgData name="Owais Ahmed" userId="6abc7d4556b3b071" providerId="LiveId" clId="{B625B757-8EA5-47D7-8626-DA1020D487D0}" dt="2023-02-28T06:22:55.231" v="1213" actId="9405"/>
          <ac:inkMkLst>
            <pc:docMk/>
            <pc:sldMk cId="2805003587" sldId="2487"/>
            <ac:inkMk id="5" creationId="{FE5E47C1-73F8-2AB0-9A6E-2ED6C4D27FD4}"/>
          </ac:inkMkLst>
        </pc:inkChg>
        <pc:inkChg chg="add del">
          <ac:chgData name="Owais Ahmed" userId="6abc7d4556b3b071" providerId="LiveId" clId="{B625B757-8EA5-47D7-8626-DA1020D487D0}" dt="2023-02-28T06:22:54.933" v="1212" actId="9405"/>
          <ac:inkMkLst>
            <pc:docMk/>
            <pc:sldMk cId="2805003587" sldId="2487"/>
            <ac:inkMk id="6" creationId="{DBB01586-36AC-0D2F-2518-46E376963A01}"/>
          </ac:inkMkLst>
        </pc:inkChg>
      </pc:sldChg>
      <pc:sldChg chg="add del">
        <pc:chgData name="Owais Ahmed" userId="6abc7d4556b3b071" providerId="LiveId" clId="{B625B757-8EA5-47D7-8626-DA1020D487D0}" dt="2023-02-28T06:36:36.836" v="2027" actId="47"/>
        <pc:sldMkLst>
          <pc:docMk/>
          <pc:sldMk cId="50712674" sldId="2488"/>
        </pc:sldMkLst>
      </pc:sldChg>
      <pc:sldChg chg="modSp add modAnim">
        <pc:chgData name="Owais Ahmed" userId="6abc7d4556b3b071" providerId="LiveId" clId="{B625B757-8EA5-47D7-8626-DA1020D487D0}" dt="2023-02-28T06:38:59.463" v="2284" actId="20577"/>
        <pc:sldMkLst>
          <pc:docMk/>
          <pc:sldMk cId="918376006" sldId="2488"/>
        </pc:sldMkLst>
        <pc:spChg chg="mod">
          <ac:chgData name="Owais Ahmed" userId="6abc7d4556b3b071" providerId="LiveId" clId="{B625B757-8EA5-47D7-8626-DA1020D487D0}" dt="2023-02-28T06:38:59.463" v="2284" actId="20577"/>
          <ac:spMkLst>
            <pc:docMk/>
            <pc:sldMk cId="918376006" sldId="2488"/>
            <ac:spMk id="3" creationId="{4A1C0383-58FE-E486-295E-B33B8683B938}"/>
          </ac:spMkLst>
        </pc:spChg>
        <pc:spChg chg="mod">
          <ac:chgData name="Owais Ahmed" userId="6abc7d4556b3b071" providerId="LiveId" clId="{B625B757-8EA5-47D7-8626-DA1020D487D0}" dt="2023-02-28T06:36:59.830" v="2067" actId="20577"/>
          <ac:spMkLst>
            <pc:docMk/>
            <pc:sldMk cId="918376006" sldId="2488"/>
            <ac:spMk id="215" creationId="{00000000-0000-0000-0000-000000000000}"/>
          </ac:spMkLst>
        </pc:spChg>
      </pc:sldChg>
      <pc:sldChg chg="modSp add mod ord modAnim modNotesTx">
        <pc:chgData name="Owais Ahmed" userId="6abc7d4556b3b071" providerId="LiveId" clId="{B625B757-8EA5-47D7-8626-DA1020D487D0}" dt="2023-02-28T06:44:30.393" v="2606" actId="20577"/>
        <pc:sldMkLst>
          <pc:docMk/>
          <pc:sldMk cId="3454217637" sldId="2489"/>
        </pc:sldMkLst>
        <pc:spChg chg="mod">
          <ac:chgData name="Owais Ahmed" userId="6abc7d4556b3b071" providerId="LiveId" clId="{B625B757-8EA5-47D7-8626-DA1020D487D0}" dt="2023-02-28T06:44:18.315" v="2605" actId="20577"/>
          <ac:spMkLst>
            <pc:docMk/>
            <pc:sldMk cId="3454217637" sldId="2489"/>
            <ac:spMk id="3" creationId="{4A1C0383-58FE-E486-295E-B33B8683B938}"/>
          </ac:spMkLst>
        </pc:spChg>
        <pc:spChg chg="mod">
          <ac:chgData name="Owais Ahmed" userId="6abc7d4556b3b071" providerId="LiveId" clId="{B625B757-8EA5-47D7-8626-DA1020D487D0}" dt="2023-02-28T06:41:26.557" v="2410" actId="20577"/>
          <ac:spMkLst>
            <pc:docMk/>
            <pc:sldMk cId="3454217637" sldId="2489"/>
            <ac:spMk id="215" creationId="{00000000-0000-0000-0000-000000000000}"/>
          </ac:spMkLst>
        </pc:spChg>
      </pc:sldChg>
      <pc:sldChg chg="modSp add mod">
        <pc:chgData name="Owais Ahmed" userId="6abc7d4556b3b071" providerId="LiveId" clId="{B625B757-8EA5-47D7-8626-DA1020D487D0}" dt="2023-02-28T06:44:59.946" v="2629" actId="20577"/>
        <pc:sldMkLst>
          <pc:docMk/>
          <pc:sldMk cId="3828703945" sldId="2490"/>
        </pc:sldMkLst>
        <pc:spChg chg="mod">
          <ac:chgData name="Owais Ahmed" userId="6abc7d4556b3b071" providerId="LiveId" clId="{B625B757-8EA5-47D7-8626-DA1020D487D0}" dt="2023-02-28T06:44:59.946" v="2629" actId="20577"/>
          <ac:spMkLst>
            <pc:docMk/>
            <pc:sldMk cId="3828703945" sldId="2490"/>
            <ac:spMk id="215" creationId="{00000000-0000-0000-0000-000000000000}"/>
          </ac:spMkLst>
        </pc:spChg>
      </pc:sldChg>
      <pc:sldMasterChg chg="delSldLayout">
        <pc:chgData name="Owais Ahmed" userId="6abc7d4556b3b071" providerId="LiveId" clId="{B625B757-8EA5-47D7-8626-DA1020D487D0}" dt="2023-02-28T06:04:27.712" v="384" actId="47"/>
        <pc:sldMasterMkLst>
          <pc:docMk/>
          <pc:sldMasterMk cId="692820" sldId="2147483648"/>
        </pc:sldMasterMkLst>
        <pc:sldLayoutChg chg="del">
          <pc:chgData name="Owais Ahmed" userId="6abc7d4556b3b071" providerId="LiveId" clId="{B625B757-8EA5-47D7-8626-DA1020D487D0}" dt="2023-02-28T06:04:27.712" v="384" actId="47"/>
          <pc:sldLayoutMkLst>
            <pc:docMk/>
            <pc:sldMasterMk cId="692820" sldId="2147483648"/>
            <pc:sldLayoutMk cId="1939976995" sldId="2147483682"/>
          </pc:sldLayoutMkLst>
        </pc:sldLayoutChg>
      </pc:sldMasterChg>
    </pc:docChg>
  </pc:docChgLst>
  <pc:docChgLst>
    <pc:chgData name="Owais Ahmed" userId="6abc7d4556b3b071" providerId="LiveId" clId="{E547BE2E-86C1-4A1C-8FD1-DA978231C418}"/>
    <pc:docChg chg="undo custSel addSld delSld modSld sldOrd">
      <pc:chgData name="Owais Ahmed" userId="6abc7d4556b3b071" providerId="LiveId" clId="{E547BE2E-86C1-4A1C-8FD1-DA978231C418}" dt="2023-12-06T11:02:54.418" v="3452" actId="20577"/>
      <pc:docMkLst>
        <pc:docMk/>
      </pc:docMkLst>
      <pc:sldChg chg="modSp mod">
        <pc:chgData name="Owais Ahmed" userId="6abc7d4556b3b071" providerId="LiveId" clId="{E547BE2E-86C1-4A1C-8FD1-DA978231C418}" dt="2023-12-06T11:02:54.418" v="3452" actId="20577"/>
        <pc:sldMkLst>
          <pc:docMk/>
          <pc:sldMk cId="146856052" sldId="2503"/>
        </pc:sldMkLst>
        <pc:spChg chg="mod">
          <ac:chgData name="Owais Ahmed" userId="6abc7d4556b3b071" providerId="LiveId" clId="{E547BE2E-86C1-4A1C-8FD1-DA978231C418}" dt="2023-12-06T11:02:54.418" v="3452" actId="20577"/>
          <ac:spMkLst>
            <pc:docMk/>
            <pc:sldMk cId="146856052" sldId="2503"/>
            <ac:spMk id="9" creationId="{79DC1498-E692-42BA-B69F-6D37E6CFACA0}"/>
          </ac:spMkLst>
        </pc:spChg>
      </pc:sldChg>
      <pc:sldChg chg="modSp">
        <pc:chgData name="Owais Ahmed" userId="6abc7d4556b3b071" providerId="LiveId" clId="{E547BE2E-86C1-4A1C-8FD1-DA978231C418}" dt="2023-09-24T16:40:39.532" v="2617" actId="20577"/>
        <pc:sldMkLst>
          <pc:docMk/>
          <pc:sldMk cId="535421403" sldId="2509"/>
        </pc:sldMkLst>
        <pc:spChg chg="mod">
          <ac:chgData name="Owais Ahmed" userId="6abc7d4556b3b071" providerId="LiveId" clId="{E547BE2E-86C1-4A1C-8FD1-DA978231C418}" dt="2023-09-24T16:40:39.532" v="2617" actId="20577"/>
          <ac:spMkLst>
            <pc:docMk/>
            <pc:sldMk cId="535421403" sldId="2509"/>
            <ac:spMk id="3" creationId="{4A1C0383-58FE-E486-295E-B33B8683B938}"/>
          </ac:spMkLst>
        </pc:spChg>
      </pc:sldChg>
      <pc:sldChg chg="modSp">
        <pc:chgData name="Owais Ahmed" userId="6abc7d4556b3b071" providerId="LiveId" clId="{E547BE2E-86C1-4A1C-8FD1-DA978231C418}" dt="2023-09-24T16:39:51.982" v="2605" actId="20577"/>
        <pc:sldMkLst>
          <pc:docMk/>
          <pc:sldMk cId="1223560295" sldId="2511"/>
        </pc:sldMkLst>
        <pc:spChg chg="mod">
          <ac:chgData name="Owais Ahmed" userId="6abc7d4556b3b071" providerId="LiveId" clId="{E547BE2E-86C1-4A1C-8FD1-DA978231C418}" dt="2023-09-24T16:39:51.982" v="2605" actId="20577"/>
          <ac:spMkLst>
            <pc:docMk/>
            <pc:sldMk cId="1223560295" sldId="2511"/>
            <ac:spMk id="3" creationId="{4A1C0383-58FE-E486-295E-B33B8683B938}"/>
          </ac:spMkLst>
        </pc:spChg>
      </pc:sldChg>
      <pc:sldChg chg="modSp mod">
        <pc:chgData name="Owais Ahmed" userId="6abc7d4556b3b071" providerId="LiveId" clId="{E547BE2E-86C1-4A1C-8FD1-DA978231C418}" dt="2023-09-24T16:06:33.613" v="1111" actId="27636"/>
        <pc:sldMkLst>
          <pc:docMk/>
          <pc:sldMk cId="3233670327" sldId="2519"/>
        </pc:sldMkLst>
        <pc:spChg chg="mod">
          <ac:chgData name="Owais Ahmed" userId="6abc7d4556b3b071" providerId="LiveId" clId="{E547BE2E-86C1-4A1C-8FD1-DA978231C418}" dt="2023-09-24T16:06:33.613" v="1111" actId="27636"/>
          <ac:spMkLst>
            <pc:docMk/>
            <pc:sldMk cId="3233670327" sldId="2519"/>
            <ac:spMk id="3" creationId="{4A1C0383-58FE-E486-295E-B33B8683B938}"/>
          </ac:spMkLst>
        </pc:spChg>
      </pc:sldChg>
      <pc:sldChg chg="modSp">
        <pc:chgData name="Owais Ahmed" userId="6abc7d4556b3b071" providerId="LiveId" clId="{E547BE2E-86C1-4A1C-8FD1-DA978231C418}" dt="2023-09-24T15:14:18.606" v="13" actId="114"/>
        <pc:sldMkLst>
          <pc:docMk/>
          <pc:sldMk cId="3422053575" sldId="2521"/>
        </pc:sldMkLst>
        <pc:spChg chg="mod">
          <ac:chgData name="Owais Ahmed" userId="6abc7d4556b3b071" providerId="LiveId" clId="{E547BE2E-86C1-4A1C-8FD1-DA978231C418}" dt="2023-09-24T15:14:18.606" v="13" actId="114"/>
          <ac:spMkLst>
            <pc:docMk/>
            <pc:sldMk cId="3422053575" sldId="2521"/>
            <ac:spMk id="3" creationId="{4A1C0383-58FE-E486-295E-B33B8683B938}"/>
          </ac:spMkLst>
        </pc:spChg>
      </pc:sldChg>
      <pc:sldChg chg="modSp">
        <pc:chgData name="Owais Ahmed" userId="6abc7d4556b3b071" providerId="LiveId" clId="{E547BE2E-86C1-4A1C-8FD1-DA978231C418}" dt="2023-09-24T15:14:45.457" v="28" actId="20577"/>
        <pc:sldMkLst>
          <pc:docMk/>
          <pc:sldMk cId="2616068738" sldId="2522"/>
        </pc:sldMkLst>
        <pc:spChg chg="mod">
          <ac:chgData name="Owais Ahmed" userId="6abc7d4556b3b071" providerId="LiveId" clId="{E547BE2E-86C1-4A1C-8FD1-DA978231C418}" dt="2023-09-24T15:14:45.457" v="28" actId="20577"/>
          <ac:spMkLst>
            <pc:docMk/>
            <pc:sldMk cId="2616068738" sldId="2522"/>
            <ac:spMk id="3" creationId="{4A1C0383-58FE-E486-295E-B33B8683B938}"/>
          </ac:spMkLst>
        </pc:spChg>
      </pc:sldChg>
      <pc:sldChg chg="modSp mod modAnim">
        <pc:chgData name="Owais Ahmed" userId="6abc7d4556b3b071" providerId="LiveId" clId="{E547BE2E-86C1-4A1C-8FD1-DA978231C418}" dt="2023-09-26T04:35:45.723" v="2718" actId="20577"/>
        <pc:sldMkLst>
          <pc:docMk/>
          <pc:sldMk cId="428669156" sldId="2523"/>
        </pc:sldMkLst>
        <pc:spChg chg="mod">
          <ac:chgData name="Owais Ahmed" userId="6abc7d4556b3b071" providerId="LiveId" clId="{E547BE2E-86C1-4A1C-8FD1-DA978231C418}" dt="2023-09-26T04:35:38.922" v="2689" actId="27636"/>
          <ac:spMkLst>
            <pc:docMk/>
            <pc:sldMk cId="428669156" sldId="2523"/>
            <ac:spMk id="3" creationId="{4A1C0383-58FE-E486-295E-B33B8683B938}"/>
          </ac:spMkLst>
        </pc:spChg>
        <pc:spChg chg="mod">
          <ac:chgData name="Owais Ahmed" userId="6abc7d4556b3b071" providerId="LiveId" clId="{E547BE2E-86C1-4A1C-8FD1-DA978231C418}" dt="2023-09-26T04:35:45.723" v="2718" actId="20577"/>
          <ac:spMkLst>
            <pc:docMk/>
            <pc:sldMk cId="428669156" sldId="2523"/>
            <ac:spMk id="4" creationId="{6E3F6BAD-5D38-273C-6A9F-DF2411C5C955}"/>
          </ac:spMkLst>
        </pc:spChg>
      </pc:sldChg>
      <pc:sldChg chg="modSp">
        <pc:chgData name="Owais Ahmed" userId="6abc7d4556b3b071" providerId="LiveId" clId="{E547BE2E-86C1-4A1C-8FD1-DA978231C418}" dt="2023-09-28T15:06:07.106" v="3433" actId="20577"/>
        <pc:sldMkLst>
          <pc:docMk/>
          <pc:sldMk cId="2521120589" sldId="2525"/>
        </pc:sldMkLst>
        <pc:spChg chg="mod">
          <ac:chgData name="Owais Ahmed" userId="6abc7d4556b3b071" providerId="LiveId" clId="{E547BE2E-86C1-4A1C-8FD1-DA978231C418}" dt="2023-09-28T15:06:07.106" v="3433" actId="20577"/>
          <ac:spMkLst>
            <pc:docMk/>
            <pc:sldMk cId="2521120589" sldId="2525"/>
            <ac:spMk id="3" creationId="{4A1C0383-58FE-E486-295E-B33B8683B938}"/>
          </ac:spMkLst>
        </pc:spChg>
      </pc:sldChg>
      <pc:sldChg chg="addSp delSp modSp add mod modAnim">
        <pc:chgData name="Owais Ahmed" userId="6abc7d4556b3b071" providerId="LiveId" clId="{E547BE2E-86C1-4A1C-8FD1-DA978231C418}" dt="2023-09-24T16:02:50.498" v="650" actId="20577"/>
        <pc:sldMkLst>
          <pc:docMk/>
          <pc:sldMk cId="110326978" sldId="2526"/>
        </pc:sldMkLst>
        <pc:spChg chg="mod">
          <ac:chgData name="Owais Ahmed" userId="6abc7d4556b3b071" providerId="LiveId" clId="{E547BE2E-86C1-4A1C-8FD1-DA978231C418}" dt="2023-09-24T16:02:50.498" v="650" actId="20577"/>
          <ac:spMkLst>
            <pc:docMk/>
            <pc:sldMk cId="110326978" sldId="2526"/>
            <ac:spMk id="3" creationId="{4A1C0383-58FE-E486-295E-B33B8683B938}"/>
          </ac:spMkLst>
        </pc:spChg>
        <pc:picChg chg="add del">
          <ac:chgData name="Owais Ahmed" userId="6abc7d4556b3b071" providerId="LiveId" clId="{E547BE2E-86C1-4A1C-8FD1-DA978231C418}" dt="2023-09-24T15:20:04.836" v="233"/>
          <ac:picMkLst>
            <pc:docMk/>
            <pc:sldMk cId="110326978" sldId="2526"/>
            <ac:picMk id="1026" creationId="{B37E55DB-F576-EF38-A361-83B8BA8FDABC}"/>
          </ac:picMkLst>
        </pc:picChg>
        <pc:picChg chg="add mod">
          <ac:chgData name="Owais Ahmed" userId="6abc7d4556b3b071" providerId="LiveId" clId="{E547BE2E-86C1-4A1C-8FD1-DA978231C418}" dt="2023-09-24T15:23:35.330" v="268" actId="1076"/>
          <ac:picMkLst>
            <pc:docMk/>
            <pc:sldMk cId="110326978" sldId="2526"/>
            <ac:picMk id="1028" creationId="{7CF78785-8B61-50B0-E1F6-E3849686D59A}"/>
          </ac:picMkLst>
        </pc:picChg>
      </pc:sldChg>
      <pc:sldChg chg="addSp delSp modSp add mod modAnim">
        <pc:chgData name="Owais Ahmed" userId="6abc7d4556b3b071" providerId="LiveId" clId="{E547BE2E-86C1-4A1C-8FD1-DA978231C418}" dt="2023-09-24T16:34:18.237" v="2237" actId="27636"/>
        <pc:sldMkLst>
          <pc:docMk/>
          <pc:sldMk cId="568047908" sldId="2527"/>
        </pc:sldMkLst>
        <pc:spChg chg="mod">
          <ac:chgData name="Owais Ahmed" userId="6abc7d4556b3b071" providerId="LiveId" clId="{E547BE2E-86C1-4A1C-8FD1-DA978231C418}" dt="2023-09-24T16:34:18.237" v="2237" actId="27636"/>
          <ac:spMkLst>
            <pc:docMk/>
            <pc:sldMk cId="568047908" sldId="2527"/>
            <ac:spMk id="3" creationId="{4A1C0383-58FE-E486-295E-B33B8683B938}"/>
          </ac:spMkLst>
        </pc:spChg>
        <pc:picChg chg="del">
          <ac:chgData name="Owais Ahmed" userId="6abc7d4556b3b071" providerId="LiveId" clId="{E547BE2E-86C1-4A1C-8FD1-DA978231C418}" dt="2023-09-24T16:03:08.082" v="666" actId="478"/>
          <ac:picMkLst>
            <pc:docMk/>
            <pc:sldMk cId="568047908" sldId="2527"/>
            <ac:picMk id="1028" creationId="{7CF78785-8B61-50B0-E1F6-E3849686D59A}"/>
          </ac:picMkLst>
        </pc:picChg>
        <pc:picChg chg="add del mod">
          <ac:chgData name="Owais Ahmed" userId="6abc7d4556b3b071" providerId="LiveId" clId="{E547BE2E-86C1-4A1C-8FD1-DA978231C418}" dt="2023-09-24T16:11:50.164" v="1411" actId="478"/>
          <ac:picMkLst>
            <pc:docMk/>
            <pc:sldMk cId="568047908" sldId="2527"/>
            <ac:picMk id="2050" creationId="{04D2654C-0F0A-AB72-C8D1-507B7CD90D57}"/>
          </ac:picMkLst>
        </pc:picChg>
      </pc:sldChg>
      <pc:sldChg chg="delSp modSp add mod ord delAnim">
        <pc:chgData name="Owais Ahmed" userId="6abc7d4556b3b071" providerId="LiveId" clId="{E547BE2E-86C1-4A1C-8FD1-DA978231C418}" dt="2023-09-24T16:34:14.673" v="2235"/>
        <pc:sldMkLst>
          <pc:docMk/>
          <pc:sldMk cId="3855651006" sldId="2528"/>
        </pc:sldMkLst>
        <pc:spChg chg="del">
          <ac:chgData name="Owais Ahmed" userId="6abc7d4556b3b071" providerId="LiveId" clId="{E547BE2E-86C1-4A1C-8FD1-DA978231C418}" dt="2023-09-24T16:11:15.035" v="1400" actId="478"/>
          <ac:spMkLst>
            <pc:docMk/>
            <pc:sldMk cId="3855651006" sldId="2528"/>
            <ac:spMk id="3" creationId="{4A1C0383-58FE-E486-295E-B33B8683B938}"/>
          </ac:spMkLst>
        </pc:spChg>
        <pc:spChg chg="del">
          <ac:chgData name="Owais Ahmed" userId="6abc7d4556b3b071" providerId="LiveId" clId="{E547BE2E-86C1-4A1C-8FD1-DA978231C418}" dt="2023-09-24T16:11:16.495" v="1401" actId="478"/>
          <ac:spMkLst>
            <pc:docMk/>
            <pc:sldMk cId="3855651006" sldId="2528"/>
            <ac:spMk id="89" creationId="{00000000-0000-0000-0000-000000000000}"/>
          </ac:spMkLst>
        </pc:spChg>
        <pc:spChg chg="del">
          <ac:chgData name="Owais Ahmed" userId="6abc7d4556b3b071" providerId="LiveId" clId="{E547BE2E-86C1-4A1C-8FD1-DA978231C418}" dt="2023-09-24T16:11:19.940" v="1404" actId="478"/>
          <ac:spMkLst>
            <pc:docMk/>
            <pc:sldMk cId="3855651006" sldId="2528"/>
            <ac:spMk id="214" creationId="{00000000-0000-0000-0000-000000000000}"/>
          </ac:spMkLst>
        </pc:spChg>
        <pc:spChg chg="del">
          <ac:chgData name="Owais Ahmed" userId="6abc7d4556b3b071" providerId="LiveId" clId="{E547BE2E-86C1-4A1C-8FD1-DA978231C418}" dt="2023-09-24T16:11:19.155" v="1403" actId="478"/>
          <ac:spMkLst>
            <pc:docMk/>
            <pc:sldMk cId="3855651006" sldId="2528"/>
            <ac:spMk id="215" creationId="{00000000-0000-0000-0000-000000000000}"/>
          </ac:spMkLst>
        </pc:spChg>
        <pc:spChg chg="del">
          <ac:chgData name="Owais Ahmed" userId="6abc7d4556b3b071" providerId="LiveId" clId="{E547BE2E-86C1-4A1C-8FD1-DA978231C418}" dt="2023-09-24T16:11:17.916" v="1402" actId="478"/>
          <ac:spMkLst>
            <pc:docMk/>
            <pc:sldMk cId="3855651006" sldId="2528"/>
            <ac:spMk id="216" creationId="{00000000-0000-0000-0000-000000000000}"/>
          </ac:spMkLst>
        </pc:spChg>
        <pc:picChg chg="mod">
          <ac:chgData name="Owais Ahmed" userId="6abc7d4556b3b071" providerId="LiveId" clId="{E547BE2E-86C1-4A1C-8FD1-DA978231C418}" dt="2023-09-24T16:11:44.938" v="1410" actId="14100"/>
          <ac:picMkLst>
            <pc:docMk/>
            <pc:sldMk cId="3855651006" sldId="2528"/>
            <ac:picMk id="2050" creationId="{04D2654C-0F0A-AB72-C8D1-507B7CD90D57}"/>
          </ac:picMkLst>
        </pc:picChg>
      </pc:sldChg>
      <pc:sldChg chg="modSp add mod ord modAnim modNotesTx">
        <pc:chgData name="Owais Ahmed" userId="6abc7d4556b3b071" providerId="LiveId" clId="{E547BE2E-86C1-4A1C-8FD1-DA978231C418}" dt="2023-09-24T16:37:03.570" v="2599" actId="27636"/>
        <pc:sldMkLst>
          <pc:docMk/>
          <pc:sldMk cId="1646317805" sldId="2529"/>
        </pc:sldMkLst>
        <pc:spChg chg="mod">
          <ac:chgData name="Owais Ahmed" userId="6abc7d4556b3b071" providerId="LiveId" clId="{E547BE2E-86C1-4A1C-8FD1-DA978231C418}" dt="2023-09-24T16:37:03.570" v="2599" actId="27636"/>
          <ac:spMkLst>
            <pc:docMk/>
            <pc:sldMk cId="1646317805" sldId="2529"/>
            <ac:spMk id="3" creationId="{4A1C0383-58FE-E486-295E-B33B8683B938}"/>
          </ac:spMkLst>
        </pc:spChg>
      </pc:sldChg>
      <pc:sldChg chg="modSp add mod modAnim">
        <pc:chgData name="Owais Ahmed" userId="6abc7d4556b3b071" providerId="LiveId" clId="{E547BE2E-86C1-4A1C-8FD1-DA978231C418}" dt="2023-09-24T16:34:26.379" v="2245" actId="20577"/>
        <pc:sldMkLst>
          <pc:docMk/>
          <pc:sldMk cId="1768471400" sldId="2530"/>
        </pc:sldMkLst>
        <pc:spChg chg="mod">
          <ac:chgData name="Owais Ahmed" userId="6abc7d4556b3b071" providerId="LiveId" clId="{E547BE2E-86C1-4A1C-8FD1-DA978231C418}" dt="2023-09-24T16:34:26.379" v="2245" actId="20577"/>
          <ac:spMkLst>
            <pc:docMk/>
            <pc:sldMk cId="1768471400" sldId="2530"/>
            <ac:spMk id="3" creationId="{4A1C0383-58FE-E486-295E-B33B8683B938}"/>
          </ac:spMkLst>
        </pc:spChg>
      </pc:sldChg>
      <pc:sldChg chg="add del">
        <pc:chgData name="Owais Ahmed" userId="6abc7d4556b3b071" providerId="LiveId" clId="{E547BE2E-86C1-4A1C-8FD1-DA978231C418}" dt="2023-09-24T16:33:51.159" v="2229" actId="2890"/>
        <pc:sldMkLst>
          <pc:docMk/>
          <pc:sldMk cId="2476707819" sldId="2531"/>
        </pc:sldMkLst>
      </pc:sldChg>
      <pc:sldChg chg="addSp delSp modSp add mod">
        <pc:chgData name="Owais Ahmed" userId="6abc7d4556b3b071" providerId="LiveId" clId="{E547BE2E-86C1-4A1C-8FD1-DA978231C418}" dt="2023-09-24T16:34:47.409" v="2246" actId="14100"/>
        <pc:sldMkLst>
          <pc:docMk/>
          <pc:sldMk cId="2888631914" sldId="2531"/>
        </pc:sldMkLst>
        <pc:picChg chg="add">
          <ac:chgData name="Owais Ahmed" userId="6abc7d4556b3b071" providerId="LiveId" clId="{E547BE2E-86C1-4A1C-8FD1-DA978231C418}" dt="2023-09-24T16:33:56.565" v="2232" actId="22"/>
          <ac:picMkLst>
            <pc:docMk/>
            <pc:sldMk cId="2888631914" sldId="2531"/>
            <ac:picMk id="4" creationId="{131BE28E-51CB-3EE2-8C16-711DA73641CB}"/>
          </ac:picMkLst>
        </pc:picChg>
        <pc:picChg chg="add mod">
          <ac:chgData name="Owais Ahmed" userId="6abc7d4556b3b071" providerId="LiveId" clId="{E547BE2E-86C1-4A1C-8FD1-DA978231C418}" dt="2023-09-24T16:34:47.409" v="2246" actId="14100"/>
          <ac:picMkLst>
            <pc:docMk/>
            <pc:sldMk cId="2888631914" sldId="2531"/>
            <ac:picMk id="6" creationId="{CFDA1BA6-440B-F8BA-4DA7-853F2431A506}"/>
          </ac:picMkLst>
        </pc:picChg>
        <pc:picChg chg="del">
          <ac:chgData name="Owais Ahmed" userId="6abc7d4556b3b071" providerId="LiveId" clId="{E547BE2E-86C1-4A1C-8FD1-DA978231C418}" dt="2023-09-24T16:33:54.923" v="2231" actId="478"/>
          <ac:picMkLst>
            <pc:docMk/>
            <pc:sldMk cId="2888631914" sldId="2531"/>
            <ac:picMk id="2050" creationId="{04D2654C-0F0A-AB72-C8D1-507B7CD90D57}"/>
          </ac:picMkLst>
        </pc:picChg>
      </pc:sldChg>
      <pc:sldChg chg="modSp add mod modAnim">
        <pc:chgData name="Owais Ahmed" userId="6abc7d4556b3b071" providerId="LiveId" clId="{E547BE2E-86C1-4A1C-8FD1-DA978231C418}" dt="2023-09-26T05:57:21.589" v="3389" actId="20577"/>
        <pc:sldMkLst>
          <pc:docMk/>
          <pc:sldMk cId="2547052265" sldId="2534"/>
        </pc:sldMkLst>
        <pc:spChg chg="mod">
          <ac:chgData name="Owais Ahmed" userId="6abc7d4556b3b071" providerId="LiveId" clId="{E547BE2E-86C1-4A1C-8FD1-DA978231C418}" dt="2023-09-26T05:57:21.589" v="3389" actId="20577"/>
          <ac:spMkLst>
            <pc:docMk/>
            <pc:sldMk cId="2547052265" sldId="2534"/>
            <ac:spMk id="3" creationId="{4A1C0383-58FE-E486-295E-B33B8683B938}"/>
          </ac:spMkLst>
        </pc:spChg>
      </pc:sldChg>
    </pc:docChg>
  </pc:docChgLst>
  <pc:docChgLst>
    <pc:chgData name="Owais Ahmed" userId="6abc7d4556b3b071" providerId="LiveId" clId="{5035FDB0-07D6-44A8-AB3F-F14A5006133A}"/>
    <pc:docChg chg="modSld">
      <pc:chgData name="Owais Ahmed" userId="6abc7d4556b3b071" providerId="LiveId" clId="{5035FDB0-07D6-44A8-AB3F-F14A5006133A}" dt="2023-06-14T19:03:06.273" v="0" actId="20577"/>
      <pc:docMkLst>
        <pc:docMk/>
      </pc:docMkLst>
      <pc:sldChg chg="modSp">
        <pc:chgData name="Owais Ahmed" userId="6abc7d4556b3b071" providerId="LiveId" clId="{5035FDB0-07D6-44A8-AB3F-F14A5006133A}" dt="2023-06-14T19:03:06.273" v="0" actId="20577"/>
        <pc:sldMkLst>
          <pc:docMk/>
          <pc:sldMk cId="641030253" sldId="2479"/>
        </pc:sldMkLst>
        <pc:spChg chg="mod">
          <ac:chgData name="Owais Ahmed" userId="6abc7d4556b3b071" providerId="LiveId" clId="{5035FDB0-07D6-44A8-AB3F-F14A5006133A}" dt="2023-06-14T19:03:06.273" v="0" actId="20577"/>
          <ac:spMkLst>
            <pc:docMk/>
            <pc:sldMk cId="641030253" sldId="2479"/>
            <ac:spMk id="3" creationId="{4A1C0383-58FE-E486-295E-B33B8683B938}"/>
          </ac:spMkLst>
        </pc:spChg>
      </pc:sldChg>
    </pc:docChg>
  </pc:docChgLst>
  <pc:docChgLst>
    <pc:chgData name="Owais Ahmed" userId="6abc7d4556b3b071" providerId="LiveId" clId="{959CB1E4-7D39-42F6-A5DB-453F49955B70}"/>
    <pc:docChg chg="undo custSel addSld delSld modSld sldOrd">
      <pc:chgData name="Owais Ahmed" userId="6abc7d4556b3b071" providerId="LiveId" clId="{959CB1E4-7D39-42F6-A5DB-453F49955B70}" dt="2023-07-14T08:28:26.770" v="3534" actId="20577"/>
      <pc:docMkLst>
        <pc:docMk/>
      </pc:docMkLst>
      <pc:sldChg chg="del">
        <pc:chgData name="Owais Ahmed" userId="6abc7d4556b3b071" providerId="LiveId" clId="{959CB1E4-7D39-42F6-A5DB-453F49955B70}" dt="2023-07-13T10:27:49.217" v="1" actId="47"/>
        <pc:sldMkLst>
          <pc:docMk/>
          <pc:sldMk cId="3927832306" sldId="2448"/>
        </pc:sldMkLst>
      </pc:sldChg>
      <pc:sldChg chg="modSp mod">
        <pc:chgData name="Owais Ahmed" userId="6abc7d4556b3b071" providerId="LiveId" clId="{959CB1E4-7D39-42F6-A5DB-453F49955B70}" dt="2023-07-14T07:29:02.406" v="226" actId="20577"/>
        <pc:sldMkLst>
          <pc:docMk/>
          <pc:sldMk cId="1649098948" sldId="2462"/>
        </pc:sldMkLst>
        <pc:spChg chg="mod">
          <ac:chgData name="Owais Ahmed" userId="6abc7d4556b3b071" providerId="LiveId" clId="{959CB1E4-7D39-42F6-A5DB-453F49955B70}" dt="2023-07-14T07:29:02.406" v="226" actId="20577"/>
          <ac:spMkLst>
            <pc:docMk/>
            <pc:sldMk cId="1649098948" sldId="2462"/>
            <ac:spMk id="6" creationId="{F3C89A40-EEAA-43AB-9A3A-B2CFDE450F1B}"/>
          </ac:spMkLst>
        </pc:spChg>
      </pc:sldChg>
      <pc:sldChg chg="modSp mod modAnim">
        <pc:chgData name="Owais Ahmed" userId="6abc7d4556b3b071" providerId="LiveId" clId="{959CB1E4-7D39-42F6-A5DB-453F49955B70}" dt="2023-07-14T07:14:24.888" v="95" actId="20577"/>
        <pc:sldMkLst>
          <pc:docMk/>
          <pc:sldMk cId="641030253" sldId="2479"/>
        </pc:sldMkLst>
        <pc:spChg chg="mod">
          <ac:chgData name="Owais Ahmed" userId="6abc7d4556b3b071" providerId="LiveId" clId="{959CB1E4-7D39-42F6-A5DB-453F49955B70}" dt="2023-07-14T07:14:24.888" v="95" actId="20577"/>
          <ac:spMkLst>
            <pc:docMk/>
            <pc:sldMk cId="641030253" sldId="2479"/>
            <ac:spMk id="3" creationId="{4A1C0383-58FE-E486-295E-B33B8683B938}"/>
          </ac:spMkLst>
        </pc:spChg>
      </pc:sldChg>
      <pc:sldChg chg="del">
        <pc:chgData name="Owais Ahmed" userId="6abc7d4556b3b071" providerId="LiveId" clId="{959CB1E4-7D39-42F6-A5DB-453F49955B70}" dt="2023-07-14T04:07:12.824" v="2" actId="47"/>
        <pc:sldMkLst>
          <pc:docMk/>
          <pc:sldMk cId="33298473" sldId="2480"/>
        </pc:sldMkLst>
      </pc:sldChg>
      <pc:sldChg chg="del">
        <pc:chgData name="Owais Ahmed" userId="6abc7d4556b3b071" providerId="LiveId" clId="{959CB1E4-7D39-42F6-A5DB-453F49955B70}" dt="2023-07-14T04:07:13.027" v="3" actId="47"/>
        <pc:sldMkLst>
          <pc:docMk/>
          <pc:sldMk cId="2242574499" sldId="2481"/>
        </pc:sldMkLst>
      </pc:sldChg>
      <pc:sldChg chg="del">
        <pc:chgData name="Owais Ahmed" userId="6abc7d4556b3b071" providerId="LiveId" clId="{959CB1E4-7D39-42F6-A5DB-453F49955B70}" dt="2023-07-14T04:07:13.238" v="4" actId="47"/>
        <pc:sldMkLst>
          <pc:docMk/>
          <pc:sldMk cId="3554497857" sldId="2482"/>
        </pc:sldMkLst>
      </pc:sldChg>
      <pc:sldChg chg="del">
        <pc:chgData name="Owais Ahmed" userId="6abc7d4556b3b071" providerId="LiveId" clId="{959CB1E4-7D39-42F6-A5DB-453F49955B70}" dt="2023-07-14T04:07:13.487" v="5" actId="47"/>
        <pc:sldMkLst>
          <pc:docMk/>
          <pc:sldMk cId="677534828" sldId="2483"/>
        </pc:sldMkLst>
      </pc:sldChg>
      <pc:sldChg chg="del">
        <pc:chgData name="Owais Ahmed" userId="6abc7d4556b3b071" providerId="LiveId" clId="{959CB1E4-7D39-42F6-A5DB-453F49955B70}" dt="2023-07-14T04:07:13.760" v="6" actId="47"/>
        <pc:sldMkLst>
          <pc:docMk/>
          <pc:sldMk cId="278977406" sldId="2484"/>
        </pc:sldMkLst>
      </pc:sldChg>
      <pc:sldChg chg="del">
        <pc:chgData name="Owais Ahmed" userId="6abc7d4556b3b071" providerId="LiveId" clId="{959CB1E4-7D39-42F6-A5DB-453F49955B70}" dt="2023-07-14T04:07:13.958" v="7" actId="47"/>
        <pc:sldMkLst>
          <pc:docMk/>
          <pc:sldMk cId="2995985000" sldId="2485"/>
        </pc:sldMkLst>
      </pc:sldChg>
      <pc:sldChg chg="del">
        <pc:chgData name="Owais Ahmed" userId="6abc7d4556b3b071" providerId="LiveId" clId="{959CB1E4-7D39-42F6-A5DB-453F49955B70}" dt="2023-07-14T04:07:14.073" v="8" actId="47"/>
        <pc:sldMkLst>
          <pc:docMk/>
          <pc:sldMk cId="1088870247" sldId="2486"/>
        </pc:sldMkLst>
      </pc:sldChg>
      <pc:sldChg chg="del">
        <pc:chgData name="Owais Ahmed" userId="6abc7d4556b3b071" providerId="LiveId" clId="{959CB1E4-7D39-42F6-A5DB-453F49955B70}" dt="2023-07-14T04:07:14.304" v="9" actId="47"/>
        <pc:sldMkLst>
          <pc:docMk/>
          <pc:sldMk cId="1653736541" sldId="2487"/>
        </pc:sldMkLst>
      </pc:sldChg>
      <pc:sldChg chg="del">
        <pc:chgData name="Owais Ahmed" userId="6abc7d4556b3b071" providerId="LiveId" clId="{959CB1E4-7D39-42F6-A5DB-453F49955B70}" dt="2023-07-14T04:07:14.440" v="10" actId="47"/>
        <pc:sldMkLst>
          <pc:docMk/>
          <pc:sldMk cId="633565940" sldId="2488"/>
        </pc:sldMkLst>
      </pc:sldChg>
      <pc:sldChg chg="del">
        <pc:chgData name="Owais Ahmed" userId="6abc7d4556b3b071" providerId="LiveId" clId="{959CB1E4-7D39-42F6-A5DB-453F49955B70}" dt="2023-07-14T04:07:14.614" v="11" actId="47"/>
        <pc:sldMkLst>
          <pc:docMk/>
          <pc:sldMk cId="4108314565" sldId="2489"/>
        </pc:sldMkLst>
      </pc:sldChg>
      <pc:sldChg chg="del">
        <pc:chgData name="Owais Ahmed" userId="6abc7d4556b3b071" providerId="LiveId" clId="{959CB1E4-7D39-42F6-A5DB-453F49955B70}" dt="2023-07-14T04:07:14.811" v="12" actId="47"/>
        <pc:sldMkLst>
          <pc:docMk/>
          <pc:sldMk cId="768465522" sldId="2490"/>
        </pc:sldMkLst>
      </pc:sldChg>
      <pc:sldChg chg="del">
        <pc:chgData name="Owais Ahmed" userId="6abc7d4556b3b071" providerId="LiveId" clId="{959CB1E4-7D39-42F6-A5DB-453F49955B70}" dt="2023-07-14T04:07:15.049" v="13" actId="47"/>
        <pc:sldMkLst>
          <pc:docMk/>
          <pc:sldMk cId="3640078836" sldId="2491"/>
        </pc:sldMkLst>
      </pc:sldChg>
      <pc:sldChg chg="del">
        <pc:chgData name="Owais Ahmed" userId="6abc7d4556b3b071" providerId="LiveId" clId="{959CB1E4-7D39-42F6-A5DB-453F49955B70}" dt="2023-07-14T04:07:15.190" v="14" actId="47"/>
        <pc:sldMkLst>
          <pc:docMk/>
          <pc:sldMk cId="1206654014" sldId="2492"/>
        </pc:sldMkLst>
      </pc:sldChg>
      <pc:sldChg chg="del">
        <pc:chgData name="Owais Ahmed" userId="6abc7d4556b3b071" providerId="LiveId" clId="{959CB1E4-7D39-42F6-A5DB-453F49955B70}" dt="2023-07-14T04:07:15.396" v="15" actId="47"/>
        <pc:sldMkLst>
          <pc:docMk/>
          <pc:sldMk cId="2770422083" sldId="2493"/>
        </pc:sldMkLst>
      </pc:sldChg>
      <pc:sldChg chg="del">
        <pc:chgData name="Owais Ahmed" userId="6abc7d4556b3b071" providerId="LiveId" clId="{959CB1E4-7D39-42F6-A5DB-453F49955B70}" dt="2023-07-14T04:07:15.613" v="16" actId="47"/>
        <pc:sldMkLst>
          <pc:docMk/>
          <pc:sldMk cId="1769907705" sldId="2494"/>
        </pc:sldMkLst>
      </pc:sldChg>
      <pc:sldChg chg="del">
        <pc:chgData name="Owais Ahmed" userId="6abc7d4556b3b071" providerId="LiveId" clId="{959CB1E4-7D39-42F6-A5DB-453F49955B70}" dt="2023-07-14T04:07:17.597" v="19" actId="47"/>
        <pc:sldMkLst>
          <pc:docMk/>
          <pc:sldMk cId="502436521" sldId="2495"/>
        </pc:sldMkLst>
      </pc:sldChg>
      <pc:sldChg chg="del">
        <pc:chgData name="Owais Ahmed" userId="6abc7d4556b3b071" providerId="LiveId" clId="{959CB1E4-7D39-42F6-A5DB-453F49955B70}" dt="2023-07-14T04:07:16.431" v="17" actId="47"/>
        <pc:sldMkLst>
          <pc:docMk/>
          <pc:sldMk cId="3658375322" sldId="2496"/>
        </pc:sldMkLst>
      </pc:sldChg>
      <pc:sldChg chg="del">
        <pc:chgData name="Owais Ahmed" userId="6abc7d4556b3b071" providerId="LiveId" clId="{959CB1E4-7D39-42F6-A5DB-453F49955B70}" dt="2023-07-14T04:07:16.723" v="18" actId="47"/>
        <pc:sldMkLst>
          <pc:docMk/>
          <pc:sldMk cId="1001608454" sldId="2497"/>
        </pc:sldMkLst>
      </pc:sldChg>
      <pc:sldChg chg="del">
        <pc:chgData name="Owais Ahmed" userId="6abc7d4556b3b071" providerId="LiveId" clId="{959CB1E4-7D39-42F6-A5DB-453F49955B70}" dt="2023-07-14T04:07:17.889" v="20" actId="47"/>
        <pc:sldMkLst>
          <pc:docMk/>
          <pc:sldMk cId="1881289253" sldId="2498"/>
        </pc:sldMkLst>
      </pc:sldChg>
      <pc:sldChg chg="del">
        <pc:chgData name="Owais Ahmed" userId="6abc7d4556b3b071" providerId="LiveId" clId="{959CB1E4-7D39-42F6-A5DB-453F49955B70}" dt="2023-07-14T04:07:18.534" v="21" actId="47"/>
        <pc:sldMkLst>
          <pc:docMk/>
          <pc:sldMk cId="3955736578" sldId="2499"/>
        </pc:sldMkLst>
      </pc:sldChg>
      <pc:sldChg chg="del">
        <pc:chgData name="Owais Ahmed" userId="6abc7d4556b3b071" providerId="LiveId" clId="{959CB1E4-7D39-42F6-A5DB-453F49955B70}" dt="2023-07-14T04:07:19.255" v="22" actId="47"/>
        <pc:sldMkLst>
          <pc:docMk/>
          <pc:sldMk cId="3647547761" sldId="2500"/>
        </pc:sldMkLst>
      </pc:sldChg>
      <pc:sldChg chg="del">
        <pc:chgData name="Owais Ahmed" userId="6abc7d4556b3b071" providerId="LiveId" clId="{959CB1E4-7D39-42F6-A5DB-453F49955B70}" dt="2023-07-14T04:07:19.494" v="23" actId="47"/>
        <pc:sldMkLst>
          <pc:docMk/>
          <pc:sldMk cId="3769573511" sldId="2501"/>
        </pc:sldMkLst>
      </pc:sldChg>
      <pc:sldChg chg="del">
        <pc:chgData name="Owais Ahmed" userId="6abc7d4556b3b071" providerId="LiveId" clId="{959CB1E4-7D39-42F6-A5DB-453F49955B70}" dt="2023-07-14T04:11:06.255" v="24" actId="47"/>
        <pc:sldMkLst>
          <pc:docMk/>
          <pc:sldMk cId="2150423912" sldId="2502"/>
        </pc:sldMkLst>
      </pc:sldChg>
      <pc:sldChg chg="add setBg">
        <pc:chgData name="Owais Ahmed" userId="6abc7d4556b3b071" providerId="LiveId" clId="{959CB1E4-7D39-42F6-A5DB-453F49955B70}" dt="2023-07-13T10:27:47.831" v="0"/>
        <pc:sldMkLst>
          <pc:docMk/>
          <pc:sldMk cId="146856052" sldId="2503"/>
        </pc:sldMkLst>
      </pc:sldChg>
      <pc:sldChg chg="modSp add mod">
        <pc:chgData name="Owais Ahmed" userId="6abc7d4556b3b071" providerId="LiveId" clId="{959CB1E4-7D39-42F6-A5DB-453F49955B70}" dt="2023-07-14T07:28:02.811" v="117" actId="20577"/>
        <pc:sldMkLst>
          <pc:docMk/>
          <pc:sldMk cId="1742566059" sldId="2504"/>
        </pc:sldMkLst>
        <pc:spChg chg="mod">
          <ac:chgData name="Owais Ahmed" userId="6abc7d4556b3b071" providerId="LiveId" clId="{959CB1E4-7D39-42F6-A5DB-453F49955B70}" dt="2023-07-14T07:28:02.811" v="117" actId="20577"/>
          <ac:spMkLst>
            <pc:docMk/>
            <pc:sldMk cId="1742566059" sldId="2504"/>
            <ac:spMk id="215" creationId="{00000000-0000-0000-0000-000000000000}"/>
          </ac:spMkLst>
        </pc:spChg>
      </pc:sldChg>
      <pc:sldChg chg="modSp add mod">
        <pc:chgData name="Owais Ahmed" userId="6abc7d4556b3b071" providerId="LiveId" clId="{959CB1E4-7D39-42F6-A5DB-453F49955B70}" dt="2023-07-14T07:28:14.022" v="149" actId="20577"/>
        <pc:sldMkLst>
          <pc:docMk/>
          <pc:sldMk cId="3840363020" sldId="2505"/>
        </pc:sldMkLst>
        <pc:spChg chg="mod">
          <ac:chgData name="Owais Ahmed" userId="6abc7d4556b3b071" providerId="LiveId" clId="{959CB1E4-7D39-42F6-A5DB-453F49955B70}" dt="2023-07-14T07:28:14.022" v="149" actId="20577"/>
          <ac:spMkLst>
            <pc:docMk/>
            <pc:sldMk cId="3840363020" sldId="2505"/>
            <ac:spMk id="215" creationId="{00000000-0000-0000-0000-000000000000}"/>
          </ac:spMkLst>
        </pc:spChg>
      </pc:sldChg>
      <pc:sldChg chg="modSp add mod modAnim">
        <pc:chgData name="Owais Ahmed" userId="6abc7d4556b3b071" providerId="LiveId" clId="{959CB1E4-7D39-42F6-A5DB-453F49955B70}" dt="2023-07-14T08:10:40.673" v="2840" actId="27636"/>
        <pc:sldMkLst>
          <pc:docMk/>
          <pc:sldMk cId="4221376715" sldId="2506"/>
        </pc:sldMkLst>
        <pc:spChg chg="mod">
          <ac:chgData name="Owais Ahmed" userId="6abc7d4556b3b071" providerId="LiveId" clId="{959CB1E4-7D39-42F6-A5DB-453F49955B70}" dt="2023-07-14T08:10:40.673" v="2840" actId="27636"/>
          <ac:spMkLst>
            <pc:docMk/>
            <pc:sldMk cId="4221376715" sldId="2506"/>
            <ac:spMk id="3" creationId="{4A1C0383-58FE-E486-295E-B33B8683B938}"/>
          </ac:spMkLst>
        </pc:spChg>
        <pc:spChg chg="mod">
          <ac:chgData name="Owais Ahmed" userId="6abc7d4556b3b071" providerId="LiveId" clId="{959CB1E4-7D39-42F6-A5DB-453F49955B70}" dt="2023-07-14T07:28:23.387" v="160" actId="20577"/>
          <ac:spMkLst>
            <pc:docMk/>
            <pc:sldMk cId="4221376715" sldId="2506"/>
            <ac:spMk id="215" creationId="{00000000-0000-0000-0000-000000000000}"/>
          </ac:spMkLst>
        </pc:spChg>
      </pc:sldChg>
      <pc:sldChg chg="modSp add mod modAnim">
        <pc:chgData name="Owais Ahmed" userId="6abc7d4556b3b071" providerId="LiveId" clId="{959CB1E4-7D39-42F6-A5DB-453F49955B70}" dt="2023-07-14T08:14:00.890" v="3101" actId="20577"/>
        <pc:sldMkLst>
          <pc:docMk/>
          <pc:sldMk cId="875357634" sldId="2507"/>
        </pc:sldMkLst>
        <pc:spChg chg="mod">
          <ac:chgData name="Owais Ahmed" userId="6abc7d4556b3b071" providerId="LiveId" clId="{959CB1E4-7D39-42F6-A5DB-453F49955B70}" dt="2023-07-14T08:14:00.890" v="3101" actId="20577"/>
          <ac:spMkLst>
            <pc:docMk/>
            <pc:sldMk cId="875357634" sldId="2507"/>
            <ac:spMk id="3" creationId="{4A1C0383-58FE-E486-295E-B33B8683B938}"/>
          </ac:spMkLst>
        </pc:spChg>
        <pc:spChg chg="mod">
          <ac:chgData name="Owais Ahmed" userId="6abc7d4556b3b071" providerId="LiveId" clId="{959CB1E4-7D39-42F6-A5DB-453F49955B70}" dt="2023-07-14T07:28:32.176" v="186" actId="20577"/>
          <ac:spMkLst>
            <pc:docMk/>
            <pc:sldMk cId="875357634" sldId="2507"/>
            <ac:spMk id="215" creationId="{00000000-0000-0000-0000-000000000000}"/>
          </ac:spMkLst>
        </pc:spChg>
      </pc:sldChg>
      <pc:sldChg chg="modSp add mod modAnim">
        <pc:chgData name="Owais Ahmed" userId="6abc7d4556b3b071" providerId="LiveId" clId="{959CB1E4-7D39-42F6-A5DB-453F49955B70}" dt="2023-07-14T07:36:40.612" v="1180" actId="20577"/>
        <pc:sldMkLst>
          <pc:docMk/>
          <pc:sldMk cId="1319355793" sldId="2508"/>
        </pc:sldMkLst>
        <pc:spChg chg="mod">
          <ac:chgData name="Owais Ahmed" userId="6abc7d4556b3b071" providerId="LiveId" clId="{959CB1E4-7D39-42F6-A5DB-453F49955B70}" dt="2023-07-14T07:36:39.250" v="1179" actId="20577"/>
          <ac:spMkLst>
            <pc:docMk/>
            <pc:sldMk cId="1319355793" sldId="2508"/>
            <ac:spMk id="3" creationId="{4A1C0383-58FE-E486-295E-B33B8683B938}"/>
          </ac:spMkLst>
        </pc:spChg>
        <pc:spChg chg="mod">
          <ac:chgData name="Owais Ahmed" userId="6abc7d4556b3b071" providerId="LiveId" clId="{959CB1E4-7D39-42F6-A5DB-453F49955B70}" dt="2023-07-14T07:28:43.077" v="207" actId="20577"/>
          <ac:spMkLst>
            <pc:docMk/>
            <pc:sldMk cId="1319355793" sldId="2508"/>
            <ac:spMk id="215" creationId="{00000000-0000-0000-0000-000000000000}"/>
          </ac:spMkLst>
        </pc:spChg>
      </pc:sldChg>
      <pc:sldChg chg="modSp add mod modAnim">
        <pc:chgData name="Owais Ahmed" userId="6abc7d4556b3b071" providerId="LiveId" clId="{959CB1E4-7D39-42F6-A5DB-453F49955B70}" dt="2023-07-14T07:35:48.151" v="1173" actId="114"/>
        <pc:sldMkLst>
          <pc:docMk/>
          <pc:sldMk cId="535421403" sldId="2509"/>
        </pc:sldMkLst>
        <pc:spChg chg="mod">
          <ac:chgData name="Owais Ahmed" userId="6abc7d4556b3b071" providerId="LiveId" clId="{959CB1E4-7D39-42F6-A5DB-453F49955B70}" dt="2023-07-14T07:35:48.151" v="1173" actId="114"/>
          <ac:spMkLst>
            <pc:docMk/>
            <pc:sldMk cId="535421403" sldId="2509"/>
            <ac:spMk id="3" creationId="{4A1C0383-58FE-E486-295E-B33B8683B938}"/>
          </ac:spMkLst>
        </pc:spChg>
        <pc:spChg chg="mod">
          <ac:chgData name="Owais Ahmed" userId="6abc7d4556b3b071" providerId="LiveId" clId="{959CB1E4-7D39-42F6-A5DB-453F49955B70}" dt="2023-07-14T07:28:58.076" v="225" actId="20577"/>
          <ac:spMkLst>
            <pc:docMk/>
            <pc:sldMk cId="535421403" sldId="2509"/>
            <ac:spMk id="215" creationId="{00000000-0000-0000-0000-000000000000}"/>
          </ac:spMkLst>
        </pc:spChg>
      </pc:sldChg>
      <pc:sldChg chg="addSp delSp modSp add mod modClrScheme delAnim modAnim chgLayout">
        <pc:chgData name="Owais Ahmed" userId="6abc7d4556b3b071" providerId="LiveId" clId="{959CB1E4-7D39-42F6-A5DB-453F49955B70}" dt="2023-07-14T08:25:02.360" v="3212" actId="404"/>
        <pc:sldMkLst>
          <pc:docMk/>
          <pc:sldMk cId="828323908" sldId="2510"/>
        </pc:sldMkLst>
        <pc:spChg chg="mod ord">
          <ac:chgData name="Owais Ahmed" userId="6abc7d4556b3b071" providerId="LiveId" clId="{959CB1E4-7D39-42F6-A5DB-453F49955B70}" dt="2023-07-14T07:46:22.296" v="1907" actId="700"/>
          <ac:spMkLst>
            <pc:docMk/>
            <pc:sldMk cId="828323908" sldId="2510"/>
            <ac:spMk id="2" creationId="{00000000-0000-0000-0000-000000000000}"/>
          </ac:spMkLst>
        </pc:spChg>
        <pc:spChg chg="del mod">
          <ac:chgData name="Owais Ahmed" userId="6abc7d4556b3b071" providerId="LiveId" clId="{959CB1E4-7D39-42F6-A5DB-453F49955B70}" dt="2023-07-14T07:46:09.719" v="1904" actId="478"/>
          <ac:spMkLst>
            <pc:docMk/>
            <pc:sldMk cId="828323908" sldId="2510"/>
            <ac:spMk id="3" creationId="{4A1C0383-58FE-E486-295E-B33B8683B938}"/>
          </ac:spMkLst>
        </pc:spChg>
        <pc:spChg chg="add del mod ord">
          <ac:chgData name="Owais Ahmed" userId="6abc7d4556b3b071" providerId="LiveId" clId="{959CB1E4-7D39-42F6-A5DB-453F49955B70}" dt="2023-07-14T07:46:06.987" v="1903" actId="700"/>
          <ac:spMkLst>
            <pc:docMk/>
            <pc:sldMk cId="828323908" sldId="2510"/>
            <ac:spMk id="4" creationId="{5710AE3D-E887-722C-72D0-AA8590335A2F}"/>
          </ac:spMkLst>
        </pc:spChg>
        <pc:spChg chg="add del mod">
          <ac:chgData name="Owais Ahmed" userId="6abc7d4556b3b071" providerId="LiveId" clId="{959CB1E4-7D39-42F6-A5DB-453F49955B70}" dt="2023-07-14T07:54:34.062" v="2259" actId="478"/>
          <ac:spMkLst>
            <pc:docMk/>
            <pc:sldMk cId="828323908" sldId="2510"/>
            <ac:spMk id="4" creationId="{8015C0BD-EDDD-5FF8-EC07-C74D586506FB}"/>
          </ac:spMkLst>
        </pc:spChg>
        <pc:spChg chg="add del mod ord">
          <ac:chgData name="Owais Ahmed" userId="6abc7d4556b3b071" providerId="LiveId" clId="{959CB1E4-7D39-42F6-A5DB-453F49955B70}" dt="2023-07-14T07:46:06.987" v="1903" actId="700"/>
          <ac:spMkLst>
            <pc:docMk/>
            <pc:sldMk cId="828323908" sldId="2510"/>
            <ac:spMk id="5" creationId="{B8B1DB2B-95A7-FE6A-8A11-A4F86AA53710}"/>
          </ac:spMkLst>
        </pc:spChg>
        <pc:spChg chg="add del mod">
          <ac:chgData name="Owais Ahmed" userId="6abc7d4556b3b071" providerId="LiveId" clId="{959CB1E4-7D39-42F6-A5DB-453F49955B70}" dt="2023-07-14T07:54:42.642" v="2262" actId="478"/>
          <ac:spMkLst>
            <pc:docMk/>
            <pc:sldMk cId="828323908" sldId="2510"/>
            <ac:spMk id="6" creationId="{8CA52B88-D03C-5BB6-436D-7BB5D16D3710}"/>
          </ac:spMkLst>
        </pc:spChg>
        <pc:spChg chg="add del mod ord">
          <ac:chgData name="Owais Ahmed" userId="6abc7d4556b3b071" providerId="LiveId" clId="{959CB1E4-7D39-42F6-A5DB-453F49955B70}" dt="2023-07-14T07:46:06.987" v="1903" actId="700"/>
          <ac:spMkLst>
            <pc:docMk/>
            <pc:sldMk cId="828323908" sldId="2510"/>
            <ac:spMk id="6" creationId="{C30A2C5B-4712-3314-A296-11680530FB7E}"/>
          </ac:spMkLst>
        </pc:spChg>
        <pc:spChg chg="add del mod ord">
          <ac:chgData name="Owais Ahmed" userId="6abc7d4556b3b071" providerId="LiveId" clId="{959CB1E4-7D39-42F6-A5DB-453F49955B70}" dt="2023-07-14T07:46:06.987" v="1903" actId="700"/>
          <ac:spMkLst>
            <pc:docMk/>
            <pc:sldMk cId="828323908" sldId="2510"/>
            <ac:spMk id="7" creationId="{281D0436-C823-AD5E-8498-F7318D0CBDDC}"/>
          </ac:spMkLst>
        </pc:spChg>
        <pc:spChg chg="add del mod">
          <ac:chgData name="Owais Ahmed" userId="6abc7d4556b3b071" providerId="LiveId" clId="{959CB1E4-7D39-42F6-A5DB-453F49955B70}" dt="2023-07-14T07:54:52.993" v="2266" actId="478"/>
          <ac:spMkLst>
            <pc:docMk/>
            <pc:sldMk cId="828323908" sldId="2510"/>
            <ac:spMk id="8" creationId="{2EBBBE5B-B84F-0CFD-34C6-2C28F3EA07CE}"/>
          </ac:spMkLst>
        </pc:spChg>
        <pc:spChg chg="add del mod ord">
          <ac:chgData name="Owais Ahmed" userId="6abc7d4556b3b071" providerId="LiveId" clId="{959CB1E4-7D39-42F6-A5DB-453F49955B70}" dt="2023-07-14T07:46:06.987" v="1903" actId="700"/>
          <ac:spMkLst>
            <pc:docMk/>
            <pc:sldMk cId="828323908" sldId="2510"/>
            <ac:spMk id="8" creationId="{6CFF706B-1F7F-2342-D32C-0D84C4232D84}"/>
          </ac:spMkLst>
        </pc:spChg>
        <pc:spChg chg="add del mod ord">
          <ac:chgData name="Owais Ahmed" userId="6abc7d4556b3b071" providerId="LiveId" clId="{959CB1E4-7D39-42F6-A5DB-453F49955B70}" dt="2023-07-14T07:46:06.987" v="1903" actId="700"/>
          <ac:spMkLst>
            <pc:docMk/>
            <pc:sldMk cId="828323908" sldId="2510"/>
            <ac:spMk id="9" creationId="{29EF5571-8BEF-7A9F-F782-BD47161B6628}"/>
          </ac:spMkLst>
        </pc:spChg>
        <pc:spChg chg="add mod">
          <ac:chgData name="Owais Ahmed" userId="6abc7d4556b3b071" providerId="LiveId" clId="{959CB1E4-7D39-42F6-A5DB-453F49955B70}" dt="2023-07-14T08:23:48.740" v="3159" actId="14100"/>
          <ac:spMkLst>
            <pc:docMk/>
            <pc:sldMk cId="828323908" sldId="2510"/>
            <ac:spMk id="9" creationId="{719CD7FA-0A20-A310-F301-0858C16C36AA}"/>
          </ac:spMkLst>
        </pc:spChg>
        <pc:spChg chg="add del mod ord">
          <ac:chgData name="Owais Ahmed" userId="6abc7d4556b3b071" providerId="LiveId" clId="{959CB1E4-7D39-42F6-A5DB-453F49955B70}" dt="2023-07-14T07:46:15.386" v="1906" actId="700"/>
          <ac:spMkLst>
            <pc:docMk/>
            <pc:sldMk cId="828323908" sldId="2510"/>
            <ac:spMk id="10" creationId="{00EDA668-CAB3-294A-6F51-4FD96B8A8B1E}"/>
          </ac:spMkLst>
        </pc:spChg>
        <pc:spChg chg="add mod">
          <ac:chgData name="Owais Ahmed" userId="6abc7d4556b3b071" providerId="LiveId" clId="{959CB1E4-7D39-42F6-A5DB-453F49955B70}" dt="2023-07-14T08:23:55.792" v="3160" actId="1076"/>
          <ac:spMkLst>
            <pc:docMk/>
            <pc:sldMk cId="828323908" sldId="2510"/>
            <ac:spMk id="10" creationId="{0D130943-8996-BB48-9A55-11914B9BF6EE}"/>
          </ac:spMkLst>
        </pc:spChg>
        <pc:spChg chg="add mod">
          <ac:chgData name="Owais Ahmed" userId="6abc7d4556b3b071" providerId="LiveId" clId="{959CB1E4-7D39-42F6-A5DB-453F49955B70}" dt="2023-07-14T08:25:02.360" v="3212" actId="404"/>
          <ac:spMkLst>
            <pc:docMk/>
            <pc:sldMk cId="828323908" sldId="2510"/>
            <ac:spMk id="11" creationId="{3E2BB547-3501-8DDB-6CF9-AD6AF89A1E2F}"/>
          </ac:spMkLst>
        </pc:spChg>
        <pc:spChg chg="add del mod ord">
          <ac:chgData name="Owais Ahmed" userId="6abc7d4556b3b071" providerId="LiveId" clId="{959CB1E4-7D39-42F6-A5DB-453F49955B70}" dt="2023-07-14T07:46:15.386" v="1906" actId="700"/>
          <ac:spMkLst>
            <pc:docMk/>
            <pc:sldMk cId="828323908" sldId="2510"/>
            <ac:spMk id="11" creationId="{C17079E0-15C8-7A56-DD34-81A86526ADFD}"/>
          </ac:spMkLst>
        </pc:spChg>
        <pc:spChg chg="add del mod ord">
          <ac:chgData name="Owais Ahmed" userId="6abc7d4556b3b071" providerId="LiveId" clId="{959CB1E4-7D39-42F6-A5DB-453F49955B70}" dt="2023-07-14T07:46:15.386" v="1906" actId="700"/>
          <ac:spMkLst>
            <pc:docMk/>
            <pc:sldMk cId="828323908" sldId="2510"/>
            <ac:spMk id="12" creationId="{5A41D88F-B14F-9BF4-C5CE-2CAFB37E8244}"/>
          </ac:spMkLst>
        </pc:spChg>
        <pc:spChg chg="add del mod ord">
          <ac:chgData name="Owais Ahmed" userId="6abc7d4556b3b071" providerId="LiveId" clId="{959CB1E4-7D39-42F6-A5DB-453F49955B70}" dt="2023-07-14T07:46:15.386" v="1906" actId="700"/>
          <ac:spMkLst>
            <pc:docMk/>
            <pc:sldMk cId="828323908" sldId="2510"/>
            <ac:spMk id="13" creationId="{3D028BC6-48FD-855E-8025-742D87BB0943}"/>
          </ac:spMkLst>
        </pc:spChg>
        <pc:spChg chg="add del mod ord">
          <ac:chgData name="Owais Ahmed" userId="6abc7d4556b3b071" providerId="LiveId" clId="{959CB1E4-7D39-42F6-A5DB-453F49955B70}" dt="2023-07-14T07:46:15.386" v="1906" actId="700"/>
          <ac:spMkLst>
            <pc:docMk/>
            <pc:sldMk cId="828323908" sldId="2510"/>
            <ac:spMk id="14" creationId="{9775E9D6-4A26-9340-05E9-6D7279A984BC}"/>
          </ac:spMkLst>
        </pc:spChg>
        <pc:spChg chg="add del mod ord">
          <ac:chgData name="Owais Ahmed" userId="6abc7d4556b3b071" providerId="LiveId" clId="{959CB1E4-7D39-42F6-A5DB-453F49955B70}" dt="2023-07-14T07:46:15.386" v="1906" actId="700"/>
          <ac:spMkLst>
            <pc:docMk/>
            <pc:sldMk cId="828323908" sldId="2510"/>
            <ac:spMk id="15" creationId="{21F2F17D-DF84-AF25-76EF-6F60F02E07C5}"/>
          </ac:spMkLst>
        </pc:spChg>
        <pc:spChg chg="add del mod ord">
          <ac:chgData name="Owais Ahmed" userId="6abc7d4556b3b071" providerId="LiveId" clId="{959CB1E4-7D39-42F6-A5DB-453F49955B70}" dt="2023-07-14T07:46:41.896" v="1939" actId="478"/>
          <ac:spMkLst>
            <pc:docMk/>
            <pc:sldMk cId="828323908" sldId="2510"/>
            <ac:spMk id="16" creationId="{669F00B8-43CC-8B9D-7F5B-52F722738807}"/>
          </ac:spMkLst>
        </pc:spChg>
        <pc:spChg chg="add del mod ord">
          <ac:chgData name="Owais Ahmed" userId="6abc7d4556b3b071" providerId="LiveId" clId="{959CB1E4-7D39-42F6-A5DB-453F49955B70}" dt="2023-07-14T07:46:42.862" v="1940" actId="478"/>
          <ac:spMkLst>
            <pc:docMk/>
            <pc:sldMk cId="828323908" sldId="2510"/>
            <ac:spMk id="17" creationId="{24116BB6-8258-873A-4640-AAF9B58AE974}"/>
          </ac:spMkLst>
        </pc:spChg>
        <pc:spChg chg="add del mod ord">
          <ac:chgData name="Owais Ahmed" userId="6abc7d4556b3b071" providerId="LiveId" clId="{959CB1E4-7D39-42F6-A5DB-453F49955B70}" dt="2023-07-14T07:46:56.045" v="1945" actId="478"/>
          <ac:spMkLst>
            <pc:docMk/>
            <pc:sldMk cId="828323908" sldId="2510"/>
            <ac:spMk id="18" creationId="{1117DE94-9329-9524-3D6B-45CBF2FE9EF6}"/>
          </ac:spMkLst>
        </pc:spChg>
        <pc:spChg chg="add del mod ord">
          <ac:chgData name="Owais Ahmed" userId="6abc7d4556b3b071" providerId="LiveId" clId="{959CB1E4-7D39-42F6-A5DB-453F49955B70}" dt="2023-07-14T07:54:30.944" v="2258" actId="478"/>
          <ac:spMkLst>
            <pc:docMk/>
            <pc:sldMk cId="828323908" sldId="2510"/>
            <ac:spMk id="19" creationId="{6996901C-91C4-D3D5-AF99-347B96E9D94B}"/>
          </ac:spMkLst>
        </pc:spChg>
        <pc:spChg chg="add del mod ord">
          <ac:chgData name="Owais Ahmed" userId="6abc7d4556b3b071" providerId="LiveId" clId="{959CB1E4-7D39-42F6-A5DB-453F49955B70}" dt="2023-07-14T07:54:40.369" v="2261" actId="478"/>
          <ac:spMkLst>
            <pc:docMk/>
            <pc:sldMk cId="828323908" sldId="2510"/>
            <ac:spMk id="20" creationId="{B26AD083-EC28-D45C-8E8A-DA03473A7BCA}"/>
          </ac:spMkLst>
        </pc:spChg>
        <pc:spChg chg="add del mod ord">
          <ac:chgData name="Owais Ahmed" userId="6abc7d4556b3b071" providerId="LiveId" clId="{959CB1E4-7D39-42F6-A5DB-453F49955B70}" dt="2023-07-14T07:54:50.785" v="2265" actId="478"/>
          <ac:spMkLst>
            <pc:docMk/>
            <pc:sldMk cId="828323908" sldId="2510"/>
            <ac:spMk id="21" creationId="{EE359D1F-E0D1-9A96-D985-93DE6A16A91D}"/>
          </ac:spMkLst>
        </pc:spChg>
        <pc:spChg chg="add del mod">
          <ac:chgData name="Owais Ahmed" userId="6abc7d4556b3b071" providerId="LiveId" clId="{959CB1E4-7D39-42F6-A5DB-453F49955B70}" dt="2023-07-14T07:46:54.707" v="1944" actId="478"/>
          <ac:spMkLst>
            <pc:docMk/>
            <pc:sldMk cId="828323908" sldId="2510"/>
            <ac:spMk id="23" creationId="{0AA04083-0270-C4B5-31B3-7512581FA280}"/>
          </ac:spMkLst>
        </pc:spChg>
        <pc:spChg chg="add mod">
          <ac:chgData name="Owais Ahmed" userId="6abc7d4556b3b071" providerId="LiveId" clId="{959CB1E4-7D39-42F6-A5DB-453F49955B70}" dt="2023-07-14T08:09:49.268" v="2834" actId="14100"/>
          <ac:spMkLst>
            <pc:docMk/>
            <pc:sldMk cId="828323908" sldId="2510"/>
            <ac:spMk id="24" creationId="{A19C6AD0-536B-656B-58EE-5EE8FD9FBD66}"/>
          </ac:spMkLst>
        </pc:spChg>
        <pc:spChg chg="mod">
          <ac:chgData name="Owais Ahmed" userId="6abc7d4556b3b071" providerId="LiveId" clId="{959CB1E4-7D39-42F6-A5DB-453F49955B70}" dt="2023-07-14T07:47:28.050" v="1958" actId="20577"/>
          <ac:spMkLst>
            <pc:docMk/>
            <pc:sldMk cId="828323908" sldId="2510"/>
            <ac:spMk id="215" creationId="{00000000-0000-0000-0000-000000000000}"/>
          </ac:spMkLst>
        </pc:spChg>
      </pc:sldChg>
      <pc:sldChg chg="add del">
        <pc:chgData name="Owais Ahmed" userId="6abc7d4556b3b071" providerId="LiveId" clId="{959CB1E4-7D39-42F6-A5DB-453F49955B70}" dt="2023-07-14T08:25:24.177" v="3214" actId="2890"/>
        <pc:sldMkLst>
          <pc:docMk/>
          <pc:sldMk cId="326634930" sldId="2511"/>
        </pc:sldMkLst>
      </pc:sldChg>
      <pc:sldChg chg="addSp delSp modSp add del mod addAnim delAnim modAnim">
        <pc:chgData name="Owais Ahmed" userId="6abc7d4556b3b071" providerId="LiveId" clId="{959CB1E4-7D39-42F6-A5DB-453F49955B70}" dt="2023-07-14T08:22:44.496" v="3120" actId="47"/>
        <pc:sldMkLst>
          <pc:docMk/>
          <pc:sldMk cId="783591075" sldId="2511"/>
        </pc:sldMkLst>
        <pc:spChg chg="mod">
          <ac:chgData name="Owais Ahmed" userId="6abc7d4556b3b071" providerId="LiveId" clId="{959CB1E4-7D39-42F6-A5DB-453F49955B70}" dt="2023-07-14T08:22:41.315" v="3118" actId="14100"/>
          <ac:spMkLst>
            <pc:docMk/>
            <pc:sldMk cId="783591075" sldId="2511"/>
            <ac:spMk id="9" creationId="{719CD7FA-0A20-A310-F301-0858C16C36AA}"/>
          </ac:spMkLst>
        </pc:spChg>
        <pc:spChg chg="mod">
          <ac:chgData name="Owais Ahmed" userId="6abc7d4556b3b071" providerId="LiveId" clId="{959CB1E4-7D39-42F6-A5DB-453F49955B70}" dt="2023-07-14T08:22:41.315" v="3118" actId="14100"/>
          <ac:spMkLst>
            <pc:docMk/>
            <pc:sldMk cId="783591075" sldId="2511"/>
            <ac:spMk id="10" creationId="{0D130943-8996-BB48-9A55-11914B9BF6EE}"/>
          </ac:spMkLst>
        </pc:spChg>
        <pc:spChg chg="add del">
          <ac:chgData name="Owais Ahmed" userId="6abc7d4556b3b071" providerId="LiveId" clId="{959CB1E4-7D39-42F6-A5DB-453F49955B70}" dt="2023-07-14T08:22:41.741" v="3119" actId="478"/>
          <ac:spMkLst>
            <pc:docMk/>
            <pc:sldMk cId="783591075" sldId="2511"/>
            <ac:spMk id="11" creationId="{3E2BB547-3501-8DDB-6CF9-AD6AF89A1E2F}"/>
          </ac:spMkLst>
        </pc:spChg>
      </pc:sldChg>
      <pc:sldChg chg="modSp add mod ord modAnim">
        <pc:chgData name="Owais Ahmed" userId="6abc7d4556b3b071" providerId="LiveId" clId="{959CB1E4-7D39-42F6-A5DB-453F49955B70}" dt="2023-07-14T08:28:26.770" v="3534" actId="20577"/>
        <pc:sldMkLst>
          <pc:docMk/>
          <pc:sldMk cId="1223560295" sldId="2511"/>
        </pc:sldMkLst>
        <pc:spChg chg="mod">
          <ac:chgData name="Owais Ahmed" userId="6abc7d4556b3b071" providerId="LiveId" clId="{959CB1E4-7D39-42F6-A5DB-453F49955B70}" dt="2023-07-14T08:28:26.770" v="3534" actId="20577"/>
          <ac:spMkLst>
            <pc:docMk/>
            <pc:sldMk cId="1223560295" sldId="2511"/>
            <ac:spMk id="3" creationId="{4A1C0383-58FE-E486-295E-B33B8683B938}"/>
          </ac:spMkLst>
        </pc:spChg>
        <pc:spChg chg="mod">
          <ac:chgData name="Owais Ahmed" userId="6abc7d4556b3b071" providerId="LiveId" clId="{959CB1E4-7D39-42F6-A5DB-453F49955B70}" dt="2023-07-14T08:25:34.626" v="3227" actId="20577"/>
          <ac:spMkLst>
            <pc:docMk/>
            <pc:sldMk cId="1223560295" sldId="2511"/>
            <ac:spMk id="215" creationId="{00000000-0000-0000-0000-000000000000}"/>
          </ac:spMkLst>
        </pc:spChg>
      </pc:sldChg>
    </pc:docChg>
  </pc:docChgLst>
  <pc:docChgLst>
    <pc:chgData name="Owais Ahmed" userId="6abc7d4556b3b071" providerId="LiveId" clId="{DB88F97C-3D81-4814-82FC-CD86E708BB16}"/>
    <pc:docChg chg="undo custSel addSld delSld modSld sldOrd">
      <pc:chgData name="Owais Ahmed" userId="6abc7d4556b3b071" providerId="LiveId" clId="{DB88F97C-3D81-4814-82FC-CD86E708BB16}" dt="2023-07-17T13:54:25.791" v="1700" actId="20577"/>
      <pc:docMkLst>
        <pc:docMk/>
      </pc:docMkLst>
      <pc:sldChg chg="modSp mod">
        <pc:chgData name="Owais Ahmed" userId="6abc7d4556b3b071" providerId="LiveId" clId="{DB88F97C-3D81-4814-82FC-CD86E708BB16}" dt="2023-07-17T06:28:30.740" v="1068" actId="20577"/>
        <pc:sldMkLst>
          <pc:docMk/>
          <pc:sldMk cId="146856052" sldId="2503"/>
        </pc:sldMkLst>
        <pc:spChg chg="mod">
          <ac:chgData name="Owais Ahmed" userId="6abc7d4556b3b071" providerId="LiveId" clId="{DB88F97C-3D81-4814-82FC-CD86E708BB16}" dt="2023-07-17T06:28:30.740" v="1068" actId="20577"/>
          <ac:spMkLst>
            <pc:docMk/>
            <pc:sldMk cId="146856052" sldId="2503"/>
            <ac:spMk id="9" creationId="{79DC1498-E692-42BA-B69F-6D37E6CFACA0}"/>
          </ac:spMkLst>
        </pc:spChg>
      </pc:sldChg>
      <pc:sldChg chg="modSp">
        <pc:chgData name="Owais Ahmed" userId="6abc7d4556b3b071" providerId="LiveId" clId="{DB88F97C-3D81-4814-82FC-CD86E708BB16}" dt="2023-07-17T05:14:32.459" v="330" actId="20577"/>
        <pc:sldMkLst>
          <pc:docMk/>
          <pc:sldMk cId="3840363020" sldId="2505"/>
        </pc:sldMkLst>
        <pc:spChg chg="mod">
          <ac:chgData name="Owais Ahmed" userId="6abc7d4556b3b071" providerId="LiveId" clId="{DB88F97C-3D81-4814-82FC-CD86E708BB16}" dt="2023-07-17T05:14:32.459" v="330" actId="20577"/>
          <ac:spMkLst>
            <pc:docMk/>
            <pc:sldMk cId="3840363020" sldId="2505"/>
            <ac:spMk id="3" creationId="{4A1C0383-58FE-E486-295E-B33B8683B938}"/>
          </ac:spMkLst>
        </pc:spChg>
      </pc:sldChg>
      <pc:sldChg chg="delSp modSp mod delAnim modAnim">
        <pc:chgData name="Owais Ahmed" userId="6abc7d4556b3b071" providerId="LiveId" clId="{DB88F97C-3D81-4814-82FC-CD86E708BB16}" dt="2023-07-17T05:54:08.812" v="1062" actId="20577"/>
        <pc:sldMkLst>
          <pc:docMk/>
          <pc:sldMk cId="828323908" sldId="2510"/>
        </pc:sldMkLst>
        <pc:spChg chg="mod">
          <ac:chgData name="Owais Ahmed" userId="6abc7d4556b3b071" providerId="LiveId" clId="{DB88F97C-3D81-4814-82FC-CD86E708BB16}" dt="2023-07-17T05:09:16.292" v="2" actId="27636"/>
          <ac:spMkLst>
            <pc:docMk/>
            <pc:sldMk cId="828323908" sldId="2510"/>
            <ac:spMk id="9" creationId="{719CD7FA-0A20-A310-F301-0858C16C36AA}"/>
          </ac:spMkLst>
        </pc:spChg>
        <pc:spChg chg="mod">
          <ac:chgData name="Owais Ahmed" userId="6abc7d4556b3b071" providerId="LiveId" clId="{DB88F97C-3D81-4814-82FC-CD86E708BB16}" dt="2023-07-17T05:54:03.678" v="1058" actId="20577"/>
          <ac:spMkLst>
            <pc:docMk/>
            <pc:sldMk cId="828323908" sldId="2510"/>
            <ac:spMk id="10" creationId="{0D130943-8996-BB48-9A55-11914B9BF6EE}"/>
          </ac:spMkLst>
        </pc:spChg>
        <pc:spChg chg="del">
          <ac:chgData name="Owais Ahmed" userId="6abc7d4556b3b071" providerId="LiveId" clId="{DB88F97C-3D81-4814-82FC-CD86E708BB16}" dt="2023-07-17T05:09:05.418" v="0" actId="478"/>
          <ac:spMkLst>
            <pc:docMk/>
            <pc:sldMk cId="828323908" sldId="2510"/>
            <ac:spMk id="11" creationId="{3E2BB547-3501-8DDB-6CF9-AD6AF89A1E2F}"/>
          </ac:spMkLst>
        </pc:spChg>
      </pc:sldChg>
      <pc:sldChg chg="modSp mod modAnim">
        <pc:chgData name="Owais Ahmed" userId="6abc7d4556b3b071" providerId="LiveId" clId="{DB88F97C-3D81-4814-82FC-CD86E708BB16}" dt="2023-07-17T12:28:26.740" v="1154" actId="20577"/>
        <pc:sldMkLst>
          <pc:docMk/>
          <pc:sldMk cId="3544083855" sldId="2512"/>
        </pc:sldMkLst>
        <pc:spChg chg="mod">
          <ac:chgData name="Owais Ahmed" userId="6abc7d4556b3b071" providerId="LiveId" clId="{DB88F97C-3D81-4814-82FC-CD86E708BB16}" dt="2023-07-17T12:28:26.740" v="1154" actId="20577"/>
          <ac:spMkLst>
            <pc:docMk/>
            <pc:sldMk cId="3544083855" sldId="2512"/>
            <ac:spMk id="3" creationId="{4A1C0383-58FE-E486-295E-B33B8683B938}"/>
          </ac:spMkLst>
        </pc:spChg>
      </pc:sldChg>
      <pc:sldChg chg="modSp mod modAnim">
        <pc:chgData name="Owais Ahmed" userId="6abc7d4556b3b071" providerId="LiveId" clId="{DB88F97C-3D81-4814-82FC-CD86E708BB16}" dt="2023-07-17T05:45:01.743" v="568" actId="20577"/>
        <pc:sldMkLst>
          <pc:docMk/>
          <pc:sldMk cId="3886361074" sldId="2513"/>
        </pc:sldMkLst>
        <pc:spChg chg="mod">
          <ac:chgData name="Owais Ahmed" userId="6abc7d4556b3b071" providerId="LiveId" clId="{DB88F97C-3D81-4814-82FC-CD86E708BB16}" dt="2023-07-17T05:45:01.743" v="568" actId="20577"/>
          <ac:spMkLst>
            <pc:docMk/>
            <pc:sldMk cId="3886361074" sldId="2513"/>
            <ac:spMk id="3" creationId="{4A1C0383-58FE-E486-295E-B33B8683B938}"/>
          </ac:spMkLst>
        </pc:spChg>
      </pc:sldChg>
      <pc:sldChg chg="modSp modAnim">
        <pc:chgData name="Owais Ahmed" userId="6abc7d4556b3b071" providerId="LiveId" clId="{DB88F97C-3D81-4814-82FC-CD86E708BB16}" dt="2023-07-17T05:45:37.860" v="579" actId="20577"/>
        <pc:sldMkLst>
          <pc:docMk/>
          <pc:sldMk cId="768535535" sldId="2515"/>
        </pc:sldMkLst>
        <pc:spChg chg="mod">
          <ac:chgData name="Owais Ahmed" userId="6abc7d4556b3b071" providerId="LiveId" clId="{DB88F97C-3D81-4814-82FC-CD86E708BB16}" dt="2023-07-17T05:45:37.860" v="579" actId="20577"/>
          <ac:spMkLst>
            <pc:docMk/>
            <pc:sldMk cId="768535535" sldId="2515"/>
            <ac:spMk id="3" creationId="{4A1C0383-58FE-E486-295E-B33B8683B938}"/>
          </ac:spMkLst>
        </pc:spChg>
      </pc:sldChg>
      <pc:sldChg chg="modSp add mod modAnim">
        <pc:chgData name="Owais Ahmed" userId="6abc7d4556b3b071" providerId="LiveId" clId="{DB88F97C-3D81-4814-82FC-CD86E708BB16}" dt="2023-07-17T05:13:44.275" v="304" actId="20577"/>
        <pc:sldMkLst>
          <pc:docMk/>
          <pc:sldMk cId="1026010710" sldId="2517"/>
        </pc:sldMkLst>
        <pc:spChg chg="mod">
          <ac:chgData name="Owais Ahmed" userId="6abc7d4556b3b071" providerId="LiveId" clId="{DB88F97C-3D81-4814-82FC-CD86E708BB16}" dt="2023-07-17T05:13:44.275" v="304" actId="20577"/>
          <ac:spMkLst>
            <pc:docMk/>
            <pc:sldMk cId="1026010710" sldId="2517"/>
            <ac:spMk id="3" creationId="{4A1C0383-58FE-E486-295E-B33B8683B938}"/>
          </ac:spMkLst>
        </pc:spChg>
      </pc:sldChg>
      <pc:sldChg chg="add del">
        <pc:chgData name="Owais Ahmed" userId="6abc7d4556b3b071" providerId="LiveId" clId="{DB88F97C-3D81-4814-82FC-CD86E708BB16}" dt="2023-07-17T05:11:54.424" v="5" actId="2890"/>
        <pc:sldMkLst>
          <pc:docMk/>
          <pc:sldMk cId="2639481800" sldId="2517"/>
        </pc:sldMkLst>
      </pc:sldChg>
      <pc:sldChg chg="modSp add mod ord modAnim">
        <pc:chgData name="Owais Ahmed" userId="6abc7d4556b3b071" providerId="LiveId" clId="{DB88F97C-3D81-4814-82FC-CD86E708BB16}" dt="2023-07-17T05:49:17.325" v="984" actId="5793"/>
        <pc:sldMkLst>
          <pc:docMk/>
          <pc:sldMk cId="2307700478" sldId="2518"/>
        </pc:sldMkLst>
        <pc:spChg chg="mod">
          <ac:chgData name="Owais Ahmed" userId="6abc7d4556b3b071" providerId="LiveId" clId="{DB88F97C-3D81-4814-82FC-CD86E708BB16}" dt="2023-07-17T05:49:17.325" v="984" actId="5793"/>
          <ac:spMkLst>
            <pc:docMk/>
            <pc:sldMk cId="2307700478" sldId="2518"/>
            <ac:spMk id="3" creationId="{4A1C0383-58FE-E486-295E-B33B8683B938}"/>
          </ac:spMkLst>
        </pc:spChg>
        <pc:spChg chg="mod">
          <ac:chgData name="Owais Ahmed" userId="6abc7d4556b3b071" providerId="LiveId" clId="{DB88F97C-3D81-4814-82FC-CD86E708BB16}" dt="2023-07-17T05:46:01.377" v="603" actId="20577"/>
          <ac:spMkLst>
            <pc:docMk/>
            <pc:sldMk cId="2307700478" sldId="2518"/>
            <ac:spMk id="215" creationId="{00000000-0000-0000-0000-000000000000}"/>
          </ac:spMkLst>
        </pc:spChg>
      </pc:sldChg>
      <pc:sldChg chg="addSp modSp add mod modAnim">
        <pc:chgData name="Owais Ahmed" userId="6abc7d4556b3b071" providerId="LiveId" clId="{DB88F97C-3D81-4814-82FC-CD86E708BB16}" dt="2023-07-17T13:54:25.791" v="1700" actId="20577"/>
        <pc:sldMkLst>
          <pc:docMk/>
          <pc:sldMk cId="4143521781" sldId="2519"/>
        </pc:sldMkLst>
        <pc:spChg chg="mod">
          <ac:chgData name="Owais Ahmed" userId="6abc7d4556b3b071" providerId="LiveId" clId="{DB88F97C-3D81-4814-82FC-CD86E708BB16}" dt="2023-07-17T13:54:25.791" v="1700" actId="20577"/>
          <ac:spMkLst>
            <pc:docMk/>
            <pc:sldMk cId="4143521781" sldId="2519"/>
            <ac:spMk id="3" creationId="{4A1C0383-58FE-E486-295E-B33B8683B938}"/>
          </ac:spMkLst>
        </pc:spChg>
        <pc:graphicFrameChg chg="add mod modGraphic">
          <ac:chgData name="Owais Ahmed" userId="6abc7d4556b3b071" providerId="LiveId" clId="{DB88F97C-3D81-4814-82FC-CD86E708BB16}" dt="2023-07-17T13:52:53.805" v="1462" actId="12269"/>
          <ac:graphicFrameMkLst>
            <pc:docMk/>
            <pc:sldMk cId="4143521781" sldId="2519"/>
            <ac:graphicFrameMk id="4" creationId="{C5F005EE-C582-0738-CCEC-AF8DC025C27E}"/>
          </ac:graphicFrameMkLst>
        </pc:graphicFrameChg>
      </pc:sldChg>
    </pc:docChg>
  </pc:docChgLst>
  <pc:docChgLst>
    <pc:chgData name="Owais Ahmed" userId="6abc7d4556b3b071" providerId="LiveId" clId="{B62834B4-398E-4247-9E28-9DDFDA447796}"/>
    <pc:docChg chg="undo redo custSel addSld delSld modSld sldOrd">
      <pc:chgData name="Owais Ahmed" userId="6abc7d4556b3b071" providerId="LiveId" clId="{B62834B4-398E-4247-9E28-9DDFDA447796}" dt="2023-09-23T07:22:00.727" v="5823" actId="27636"/>
      <pc:docMkLst>
        <pc:docMk/>
      </pc:docMkLst>
      <pc:sldChg chg="modSp mod">
        <pc:chgData name="Owais Ahmed" userId="6abc7d4556b3b071" providerId="LiveId" clId="{B62834B4-398E-4247-9E28-9DDFDA447796}" dt="2023-09-23T06:00:33.817" v="3767" actId="20577"/>
        <pc:sldMkLst>
          <pc:docMk/>
          <pc:sldMk cId="1649098948" sldId="2462"/>
        </pc:sldMkLst>
        <pc:spChg chg="mod">
          <ac:chgData name="Owais Ahmed" userId="6abc7d4556b3b071" providerId="LiveId" clId="{B62834B4-398E-4247-9E28-9DDFDA447796}" dt="2023-09-23T06:00:33.817" v="3767" actId="20577"/>
          <ac:spMkLst>
            <pc:docMk/>
            <pc:sldMk cId="1649098948" sldId="2462"/>
            <ac:spMk id="6" creationId="{F3C89A40-EEAA-43AB-9A3A-B2CFDE450F1B}"/>
          </ac:spMkLst>
        </pc:spChg>
      </pc:sldChg>
      <pc:sldChg chg="modSp mod modAnim modNotesTx">
        <pc:chgData name="Owais Ahmed" userId="6abc7d4556b3b071" providerId="LiveId" clId="{B62834B4-398E-4247-9E28-9DDFDA447796}" dt="2023-09-23T06:01:07.469" v="3792" actId="20577"/>
        <pc:sldMkLst>
          <pc:docMk/>
          <pc:sldMk cId="641030253" sldId="2479"/>
        </pc:sldMkLst>
        <pc:spChg chg="mod">
          <ac:chgData name="Owais Ahmed" userId="6abc7d4556b3b071" providerId="LiveId" clId="{B62834B4-398E-4247-9E28-9DDFDA447796}" dt="2023-09-23T06:01:07.469" v="3792" actId="20577"/>
          <ac:spMkLst>
            <pc:docMk/>
            <pc:sldMk cId="641030253" sldId="2479"/>
            <ac:spMk id="3" creationId="{4A1C0383-58FE-E486-295E-B33B8683B938}"/>
          </ac:spMkLst>
        </pc:spChg>
      </pc:sldChg>
      <pc:sldChg chg="modSp mod">
        <pc:chgData name="Owais Ahmed" userId="6abc7d4556b3b071" providerId="LiveId" clId="{B62834B4-398E-4247-9E28-9DDFDA447796}" dt="2023-09-22T18:36:22.798" v="2" actId="20577"/>
        <pc:sldMkLst>
          <pc:docMk/>
          <pc:sldMk cId="146856052" sldId="2503"/>
        </pc:sldMkLst>
        <pc:spChg chg="mod">
          <ac:chgData name="Owais Ahmed" userId="6abc7d4556b3b071" providerId="LiveId" clId="{B62834B4-398E-4247-9E28-9DDFDA447796}" dt="2023-09-22T18:36:22.798" v="2" actId="20577"/>
          <ac:spMkLst>
            <pc:docMk/>
            <pc:sldMk cId="146856052" sldId="2503"/>
            <ac:spMk id="9" creationId="{79DC1498-E692-42BA-B69F-6D37E6CFACA0}"/>
          </ac:spMkLst>
        </pc:spChg>
      </pc:sldChg>
      <pc:sldChg chg="addSp delSp modSp mod modAnim modNotesTx">
        <pc:chgData name="Owais Ahmed" userId="6abc7d4556b3b071" providerId="LiveId" clId="{B62834B4-398E-4247-9E28-9DDFDA447796}" dt="2023-09-23T05:25:42.329" v="2148" actId="113"/>
        <pc:sldMkLst>
          <pc:docMk/>
          <pc:sldMk cId="1742566059" sldId="2504"/>
        </pc:sldMkLst>
        <pc:spChg chg="mod ord">
          <ac:chgData name="Owais Ahmed" userId="6abc7d4556b3b071" providerId="LiveId" clId="{B62834B4-398E-4247-9E28-9DDFDA447796}" dt="2023-09-23T05:25:42.329" v="2148" actId="113"/>
          <ac:spMkLst>
            <pc:docMk/>
            <pc:sldMk cId="1742566059" sldId="2504"/>
            <ac:spMk id="3" creationId="{4A1C0383-58FE-E486-295E-B33B8683B938}"/>
          </ac:spMkLst>
        </pc:spChg>
        <pc:spChg chg="ord">
          <ac:chgData name="Owais Ahmed" userId="6abc7d4556b3b071" providerId="LiveId" clId="{B62834B4-398E-4247-9E28-9DDFDA447796}" dt="2023-09-22T18:47:25.482" v="665" actId="166"/>
          <ac:spMkLst>
            <pc:docMk/>
            <pc:sldMk cId="1742566059" sldId="2504"/>
            <ac:spMk id="214" creationId="{00000000-0000-0000-0000-000000000000}"/>
          </ac:spMkLst>
        </pc:spChg>
        <pc:spChg chg="mod ord">
          <ac:chgData name="Owais Ahmed" userId="6abc7d4556b3b071" providerId="LiveId" clId="{B62834B4-398E-4247-9E28-9DDFDA447796}" dt="2023-09-22T18:45:15.557" v="467" actId="166"/>
          <ac:spMkLst>
            <pc:docMk/>
            <pc:sldMk cId="1742566059" sldId="2504"/>
            <ac:spMk id="215" creationId="{00000000-0000-0000-0000-000000000000}"/>
          </ac:spMkLst>
        </pc:spChg>
        <pc:spChg chg="ord">
          <ac:chgData name="Owais Ahmed" userId="6abc7d4556b3b071" providerId="LiveId" clId="{B62834B4-398E-4247-9E28-9DDFDA447796}" dt="2023-09-22T18:47:34.545" v="667" actId="166"/>
          <ac:spMkLst>
            <pc:docMk/>
            <pc:sldMk cId="1742566059" sldId="2504"/>
            <ac:spMk id="216" creationId="{00000000-0000-0000-0000-000000000000}"/>
          </ac:spMkLst>
        </pc:spChg>
        <pc:picChg chg="add del mod">
          <ac:chgData name="Owais Ahmed" userId="6abc7d4556b3b071" providerId="LiveId" clId="{B62834B4-398E-4247-9E28-9DDFDA447796}" dt="2023-09-23T05:17:01.891" v="1786" actId="478"/>
          <ac:picMkLst>
            <pc:docMk/>
            <pc:sldMk cId="1742566059" sldId="2504"/>
            <ac:picMk id="1026" creationId="{0CAA88CD-FA38-0A10-10CC-3C6509BCF769}"/>
          </ac:picMkLst>
        </pc:picChg>
      </pc:sldChg>
      <pc:sldChg chg="del">
        <pc:chgData name="Owais Ahmed" userId="6abc7d4556b3b071" providerId="LiveId" clId="{B62834B4-398E-4247-9E28-9DDFDA447796}" dt="2023-09-23T05:16:37.746" v="1781" actId="47"/>
        <pc:sldMkLst>
          <pc:docMk/>
          <pc:sldMk cId="3840363020" sldId="2505"/>
        </pc:sldMkLst>
      </pc:sldChg>
      <pc:sldChg chg="modSp mod modAnim">
        <pc:chgData name="Owais Ahmed" userId="6abc7d4556b3b071" providerId="LiveId" clId="{B62834B4-398E-4247-9E28-9DDFDA447796}" dt="2023-09-23T06:04:41.685" v="4163" actId="20577"/>
        <pc:sldMkLst>
          <pc:docMk/>
          <pc:sldMk cId="4221376715" sldId="2506"/>
        </pc:sldMkLst>
        <pc:spChg chg="mod">
          <ac:chgData name="Owais Ahmed" userId="6abc7d4556b3b071" providerId="LiveId" clId="{B62834B4-398E-4247-9E28-9DDFDA447796}" dt="2023-09-23T06:04:41.685" v="4163" actId="20577"/>
          <ac:spMkLst>
            <pc:docMk/>
            <pc:sldMk cId="4221376715" sldId="2506"/>
            <ac:spMk id="3" creationId="{4A1C0383-58FE-E486-295E-B33B8683B938}"/>
          </ac:spMkLst>
        </pc:spChg>
      </pc:sldChg>
      <pc:sldChg chg="modSp mod modAnim">
        <pc:chgData name="Owais Ahmed" userId="6abc7d4556b3b071" providerId="LiveId" clId="{B62834B4-398E-4247-9E28-9DDFDA447796}" dt="2023-09-23T05:54:38.044" v="3733" actId="20577"/>
        <pc:sldMkLst>
          <pc:docMk/>
          <pc:sldMk cId="535421403" sldId="2509"/>
        </pc:sldMkLst>
        <pc:spChg chg="mod">
          <ac:chgData name="Owais Ahmed" userId="6abc7d4556b3b071" providerId="LiveId" clId="{B62834B4-398E-4247-9E28-9DDFDA447796}" dt="2023-09-23T05:54:38.044" v="3733" actId="20577"/>
          <ac:spMkLst>
            <pc:docMk/>
            <pc:sldMk cId="535421403" sldId="2509"/>
            <ac:spMk id="3" creationId="{4A1C0383-58FE-E486-295E-B33B8683B938}"/>
          </ac:spMkLst>
        </pc:spChg>
      </pc:sldChg>
      <pc:sldChg chg="delSp modSp mod delAnim modAnim">
        <pc:chgData name="Owais Ahmed" userId="6abc7d4556b3b071" providerId="LiveId" clId="{B62834B4-398E-4247-9E28-9DDFDA447796}" dt="2023-09-23T06:06:45.860" v="4278" actId="20577"/>
        <pc:sldMkLst>
          <pc:docMk/>
          <pc:sldMk cId="828323908" sldId="2510"/>
        </pc:sldMkLst>
        <pc:spChg chg="mod">
          <ac:chgData name="Owais Ahmed" userId="6abc7d4556b3b071" providerId="LiveId" clId="{B62834B4-398E-4247-9E28-9DDFDA447796}" dt="2023-09-23T06:06:35.748" v="4274" actId="20577"/>
          <ac:spMkLst>
            <pc:docMk/>
            <pc:sldMk cId="828323908" sldId="2510"/>
            <ac:spMk id="9" creationId="{719CD7FA-0A20-A310-F301-0858C16C36AA}"/>
          </ac:spMkLst>
        </pc:spChg>
        <pc:spChg chg="del">
          <ac:chgData name="Owais Ahmed" userId="6abc7d4556b3b071" providerId="LiveId" clId="{B62834B4-398E-4247-9E28-9DDFDA447796}" dt="2023-09-23T05:39:01.570" v="3181" actId="478"/>
          <ac:spMkLst>
            <pc:docMk/>
            <pc:sldMk cId="828323908" sldId="2510"/>
            <ac:spMk id="10" creationId="{0D130943-8996-BB48-9A55-11914B9BF6EE}"/>
          </ac:spMkLst>
        </pc:spChg>
        <pc:spChg chg="mod">
          <ac:chgData name="Owais Ahmed" userId="6abc7d4556b3b071" providerId="LiveId" clId="{B62834B4-398E-4247-9E28-9DDFDA447796}" dt="2023-09-23T06:06:45.860" v="4278" actId="20577"/>
          <ac:spMkLst>
            <pc:docMk/>
            <pc:sldMk cId="828323908" sldId="2510"/>
            <ac:spMk id="24" creationId="{A19C6AD0-536B-656B-58EE-5EE8FD9FBD66}"/>
          </ac:spMkLst>
        </pc:spChg>
      </pc:sldChg>
      <pc:sldChg chg="addSp delSp modSp mod modAnim">
        <pc:chgData name="Owais Ahmed" userId="6abc7d4556b3b071" providerId="LiveId" clId="{B62834B4-398E-4247-9E28-9DDFDA447796}" dt="2023-09-23T05:44:00.667" v="3435" actId="403"/>
        <pc:sldMkLst>
          <pc:docMk/>
          <pc:sldMk cId="1223560295" sldId="2511"/>
        </pc:sldMkLst>
        <pc:spChg chg="mod">
          <ac:chgData name="Owais Ahmed" userId="6abc7d4556b3b071" providerId="LiveId" clId="{B62834B4-398E-4247-9E28-9DDFDA447796}" dt="2023-09-23T05:44:00.667" v="3435" actId="403"/>
          <ac:spMkLst>
            <pc:docMk/>
            <pc:sldMk cId="1223560295" sldId="2511"/>
            <ac:spMk id="3" creationId="{4A1C0383-58FE-E486-295E-B33B8683B938}"/>
          </ac:spMkLst>
        </pc:spChg>
        <pc:picChg chg="add del mod">
          <ac:chgData name="Owais Ahmed" userId="6abc7d4556b3b071" providerId="LiveId" clId="{B62834B4-398E-4247-9E28-9DDFDA447796}" dt="2023-09-23T05:43:07.707" v="3429" actId="478"/>
          <ac:picMkLst>
            <pc:docMk/>
            <pc:sldMk cId="1223560295" sldId="2511"/>
            <ac:picMk id="5" creationId="{38EBA131-7F93-E7FA-3FF6-7E301B85902A}"/>
          </ac:picMkLst>
        </pc:picChg>
      </pc:sldChg>
      <pc:sldChg chg="del">
        <pc:chgData name="Owais Ahmed" userId="6abc7d4556b3b071" providerId="LiveId" clId="{B62834B4-398E-4247-9E28-9DDFDA447796}" dt="2023-09-23T05:16:38.288" v="1782" actId="47"/>
        <pc:sldMkLst>
          <pc:docMk/>
          <pc:sldMk cId="3544083855" sldId="2512"/>
        </pc:sldMkLst>
      </pc:sldChg>
      <pc:sldChg chg="del">
        <pc:chgData name="Owais Ahmed" userId="6abc7d4556b3b071" providerId="LiveId" clId="{B62834B4-398E-4247-9E28-9DDFDA447796}" dt="2023-09-23T05:16:41.597" v="1783" actId="47"/>
        <pc:sldMkLst>
          <pc:docMk/>
          <pc:sldMk cId="3886361074" sldId="2513"/>
        </pc:sldMkLst>
      </pc:sldChg>
      <pc:sldChg chg="modSp modAnim">
        <pc:chgData name="Owais Ahmed" userId="6abc7d4556b3b071" providerId="LiveId" clId="{B62834B4-398E-4247-9E28-9DDFDA447796}" dt="2023-09-23T07:21:52.389" v="5821" actId="20577"/>
        <pc:sldMkLst>
          <pc:docMk/>
          <pc:sldMk cId="768535535" sldId="2515"/>
        </pc:sldMkLst>
        <pc:spChg chg="mod">
          <ac:chgData name="Owais Ahmed" userId="6abc7d4556b3b071" providerId="LiveId" clId="{B62834B4-398E-4247-9E28-9DDFDA447796}" dt="2023-09-23T07:21:52.389" v="5821" actId="20577"/>
          <ac:spMkLst>
            <pc:docMk/>
            <pc:sldMk cId="768535535" sldId="2515"/>
            <ac:spMk id="3" creationId="{4A1C0383-58FE-E486-295E-B33B8683B938}"/>
          </ac:spMkLst>
        </pc:spChg>
      </pc:sldChg>
      <pc:sldChg chg="del">
        <pc:chgData name="Owais Ahmed" userId="6abc7d4556b3b071" providerId="LiveId" clId="{B62834B4-398E-4247-9E28-9DDFDA447796}" dt="2023-09-23T05:51:09.556" v="3436" actId="47"/>
        <pc:sldMkLst>
          <pc:docMk/>
          <pc:sldMk cId="1026010710" sldId="2517"/>
        </pc:sldMkLst>
      </pc:sldChg>
      <pc:sldChg chg="modSp mod modAnim">
        <pc:chgData name="Owais Ahmed" userId="6abc7d4556b3b071" providerId="LiveId" clId="{B62834B4-398E-4247-9E28-9DDFDA447796}" dt="2023-09-23T07:22:00.727" v="5823" actId="27636"/>
        <pc:sldMkLst>
          <pc:docMk/>
          <pc:sldMk cId="2307700478" sldId="2518"/>
        </pc:sldMkLst>
        <pc:spChg chg="mod">
          <ac:chgData name="Owais Ahmed" userId="6abc7d4556b3b071" providerId="LiveId" clId="{B62834B4-398E-4247-9E28-9DDFDA447796}" dt="2023-09-23T07:22:00.727" v="5823" actId="27636"/>
          <ac:spMkLst>
            <pc:docMk/>
            <pc:sldMk cId="2307700478" sldId="2518"/>
            <ac:spMk id="3" creationId="{4A1C0383-58FE-E486-295E-B33B8683B938}"/>
          </ac:spMkLst>
        </pc:spChg>
      </pc:sldChg>
      <pc:sldChg chg="add">
        <pc:chgData name="Owais Ahmed" userId="6abc7d4556b3b071" providerId="LiveId" clId="{B62834B4-398E-4247-9E28-9DDFDA447796}" dt="2023-09-23T05:16:58.292" v="1785" actId="2890"/>
        <pc:sldMkLst>
          <pc:docMk/>
          <pc:sldMk cId="3233670327" sldId="2519"/>
        </pc:sldMkLst>
      </pc:sldChg>
      <pc:sldChg chg="del">
        <pc:chgData name="Owais Ahmed" userId="6abc7d4556b3b071" providerId="LiveId" clId="{B62834B4-398E-4247-9E28-9DDFDA447796}" dt="2023-09-23T05:16:43.875" v="1784" actId="47"/>
        <pc:sldMkLst>
          <pc:docMk/>
          <pc:sldMk cId="4143521781" sldId="2519"/>
        </pc:sldMkLst>
      </pc:sldChg>
      <pc:sldChg chg="modSp add mod modAnim">
        <pc:chgData name="Owais Ahmed" userId="6abc7d4556b3b071" providerId="LiveId" clId="{B62834B4-398E-4247-9E28-9DDFDA447796}" dt="2023-09-23T05:27:40.255" v="2236" actId="20577"/>
        <pc:sldMkLst>
          <pc:docMk/>
          <pc:sldMk cId="760180440" sldId="2520"/>
        </pc:sldMkLst>
        <pc:spChg chg="mod">
          <ac:chgData name="Owais Ahmed" userId="6abc7d4556b3b071" providerId="LiveId" clId="{B62834B4-398E-4247-9E28-9DDFDA447796}" dt="2023-09-23T05:27:40.255" v="2236" actId="20577"/>
          <ac:spMkLst>
            <pc:docMk/>
            <pc:sldMk cId="760180440" sldId="2520"/>
            <ac:spMk id="3" creationId="{4A1C0383-58FE-E486-295E-B33B8683B938}"/>
          </ac:spMkLst>
        </pc:spChg>
      </pc:sldChg>
      <pc:sldChg chg="modSp add mod modAnim">
        <pc:chgData name="Owais Ahmed" userId="6abc7d4556b3b071" providerId="LiveId" clId="{B62834B4-398E-4247-9E28-9DDFDA447796}" dt="2023-09-23T05:30:38.437" v="2566" actId="20577"/>
        <pc:sldMkLst>
          <pc:docMk/>
          <pc:sldMk cId="3422053575" sldId="2521"/>
        </pc:sldMkLst>
        <pc:spChg chg="mod">
          <ac:chgData name="Owais Ahmed" userId="6abc7d4556b3b071" providerId="LiveId" clId="{B62834B4-398E-4247-9E28-9DDFDA447796}" dt="2023-09-23T05:30:38.437" v="2566" actId="20577"/>
          <ac:spMkLst>
            <pc:docMk/>
            <pc:sldMk cId="3422053575" sldId="2521"/>
            <ac:spMk id="3" creationId="{4A1C0383-58FE-E486-295E-B33B8683B938}"/>
          </ac:spMkLst>
        </pc:spChg>
      </pc:sldChg>
      <pc:sldChg chg="modSp add mod ord modAnim">
        <pc:chgData name="Owais Ahmed" userId="6abc7d4556b3b071" providerId="LiveId" clId="{B62834B4-398E-4247-9E28-9DDFDA447796}" dt="2023-09-23T05:32:54.442" v="2835" actId="20577"/>
        <pc:sldMkLst>
          <pc:docMk/>
          <pc:sldMk cId="2616068738" sldId="2522"/>
        </pc:sldMkLst>
        <pc:spChg chg="mod">
          <ac:chgData name="Owais Ahmed" userId="6abc7d4556b3b071" providerId="LiveId" clId="{B62834B4-398E-4247-9E28-9DDFDA447796}" dt="2023-09-23T05:32:54.442" v="2835" actId="20577"/>
          <ac:spMkLst>
            <pc:docMk/>
            <pc:sldMk cId="2616068738" sldId="2522"/>
            <ac:spMk id="3" creationId="{4A1C0383-58FE-E486-295E-B33B8683B938}"/>
          </ac:spMkLst>
        </pc:spChg>
      </pc:sldChg>
      <pc:sldChg chg="addSp modSp add mod modAnim">
        <pc:chgData name="Owais Ahmed" userId="6abc7d4556b3b071" providerId="LiveId" clId="{B62834B4-398E-4247-9E28-9DDFDA447796}" dt="2023-09-23T05:37:34.946" v="3180" actId="20577"/>
        <pc:sldMkLst>
          <pc:docMk/>
          <pc:sldMk cId="428669156" sldId="2523"/>
        </pc:sldMkLst>
        <pc:spChg chg="mod">
          <ac:chgData name="Owais Ahmed" userId="6abc7d4556b3b071" providerId="LiveId" clId="{B62834B4-398E-4247-9E28-9DDFDA447796}" dt="2023-09-23T05:36:49.918" v="3033" actId="20577"/>
          <ac:spMkLst>
            <pc:docMk/>
            <pc:sldMk cId="428669156" sldId="2523"/>
            <ac:spMk id="3" creationId="{4A1C0383-58FE-E486-295E-B33B8683B938}"/>
          </ac:spMkLst>
        </pc:spChg>
        <pc:spChg chg="add mod">
          <ac:chgData name="Owais Ahmed" userId="6abc7d4556b3b071" providerId="LiveId" clId="{B62834B4-398E-4247-9E28-9DDFDA447796}" dt="2023-09-23T05:37:34.946" v="3180" actId="20577"/>
          <ac:spMkLst>
            <pc:docMk/>
            <pc:sldMk cId="428669156" sldId="2523"/>
            <ac:spMk id="4" creationId="{6E3F6BAD-5D38-273C-6A9F-DF2411C5C955}"/>
          </ac:spMkLst>
        </pc:spChg>
      </pc:sldChg>
      <pc:sldChg chg="modSp add mod modAnim modNotesTx">
        <pc:chgData name="Owais Ahmed" userId="6abc7d4556b3b071" providerId="LiveId" clId="{B62834B4-398E-4247-9E28-9DDFDA447796}" dt="2023-09-23T06:09:34.807" v="4707" actId="20577"/>
        <pc:sldMkLst>
          <pc:docMk/>
          <pc:sldMk cId="3603363398" sldId="2524"/>
        </pc:sldMkLst>
        <pc:spChg chg="mod">
          <ac:chgData name="Owais Ahmed" userId="6abc7d4556b3b071" providerId="LiveId" clId="{B62834B4-398E-4247-9E28-9DDFDA447796}" dt="2023-09-23T06:09:24.078" v="4664" actId="20577"/>
          <ac:spMkLst>
            <pc:docMk/>
            <pc:sldMk cId="3603363398" sldId="2524"/>
            <ac:spMk id="9" creationId="{719CD7FA-0A20-A310-F301-0858C16C36AA}"/>
          </ac:spMkLst>
        </pc:spChg>
        <pc:spChg chg="mod">
          <ac:chgData name="Owais Ahmed" userId="6abc7d4556b3b071" providerId="LiveId" clId="{B62834B4-398E-4247-9E28-9DDFDA447796}" dt="2023-09-23T06:07:01.799" v="4313" actId="20577"/>
          <ac:spMkLst>
            <pc:docMk/>
            <pc:sldMk cId="3603363398" sldId="2524"/>
            <ac:spMk id="24" creationId="{A19C6AD0-536B-656B-58EE-5EE8FD9FBD66}"/>
          </ac:spMkLst>
        </pc:spChg>
      </pc:sldChg>
      <pc:sldChg chg="delSp modSp add del mod delAnim modAnim modNotesTx">
        <pc:chgData name="Owais Ahmed" userId="6abc7d4556b3b071" providerId="LiveId" clId="{B62834B4-398E-4247-9E28-9DDFDA447796}" dt="2023-09-23T06:12:39.063" v="4719" actId="47"/>
        <pc:sldMkLst>
          <pc:docMk/>
          <pc:sldMk cId="1786392670" sldId="2525"/>
        </pc:sldMkLst>
        <pc:spChg chg="del mod">
          <ac:chgData name="Owais Ahmed" userId="6abc7d4556b3b071" providerId="LiveId" clId="{B62834B4-398E-4247-9E28-9DDFDA447796}" dt="2023-09-23T06:09:56.694" v="4711" actId="478"/>
          <ac:spMkLst>
            <pc:docMk/>
            <pc:sldMk cId="1786392670" sldId="2525"/>
            <ac:spMk id="9" creationId="{719CD7FA-0A20-A310-F301-0858C16C36AA}"/>
          </ac:spMkLst>
        </pc:spChg>
        <pc:spChg chg="mod">
          <ac:chgData name="Owais Ahmed" userId="6abc7d4556b3b071" providerId="LiveId" clId="{B62834B4-398E-4247-9E28-9DDFDA447796}" dt="2023-09-23T06:12:25.655" v="4718" actId="20577"/>
          <ac:spMkLst>
            <pc:docMk/>
            <pc:sldMk cId="1786392670" sldId="2525"/>
            <ac:spMk id="24" creationId="{A19C6AD0-536B-656B-58EE-5EE8FD9FBD66}"/>
          </ac:spMkLst>
        </pc:spChg>
      </pc:sldChg>
      <pc:sldChg chg="modSp add mod modAnim">
        <pc:chgData name="Owais Ahmed" userId="6abc7d4556b3b071" providerId="LiveId" clId="{B62834B4-398E-4247-9E28-9DDFDA447796}" dt="2023-09-23T06:17:30.723" v="5233" actId="20577"/>
        <pc:sldMkLst>
          <pc:docMk/>
          <pc:sldMk cId="2521120589" sldId="2525"/>
        </pc:sldMkLst>
        <pc:spChg chg="mod">
          <ac:chgData name="Owais Ahmed" userId="6abc7d4556b3b071" providerId="LiveId" clId="{B62834B4-398E-4247-9E28-9DDFDA447796}" dt="2023-09-23T06:17:30.723" v="5233" actId="20577"/>
          <ac:spMkLst>
            <pc:docMk/>
            <pc:sldMk cId="2521120589" sldId="2525"/>
            <ac:spMk id="3" creationId="{4A1C0383-58FE-E486-295E-B33B8683B938}"/>
          </ac:spMkLst>
        </pc:spChg>
      </pc:sldChg>
    </pc:docChg>
  </pc:docChgLst>
  <pc:docChgLst>
    <pc:chgData name="Owais Ahmed" userId="6abc7d4556b3b071" providerId="LiveId" clId="{85A129D3-1BA4-4A63-924B-7772A7960428}"/>
    <pc:docChg chg="undo custSel delSld modSld">
      <pc:chgData name="Owais Ahmed" userId="6abc7d4556b3b071" providerId="LiveId" clId="{85A129D3-1BA4-4A63-924B-7772A7960428}" dt="2023-03-02T04:26:09.378" v="409" actId="47"/>
      <pc:docMkLst>
        <pc:docMk/>
      </pc:docMkLst>
      <pc:sldChg chg="modSp mod">
        <pc:chgData name="Owais Ahmed" userId="6abc7d4556b3b071" providerId="LiveId" clId="{85A129D3-1BA4-4A63-924B-7772A7960428}" dt="2023-03-02T04:05:28.784" v="22" actId="20577"/>
        <pc:sldMkLst>
          <pc:docMk/>
          <pc:sldMk cId="3927832306" sldId="2448"/>
        </pc:sldMkLst>
        <pc:spChg chg="mod">
          <ac:chgData name="Owais Ahmed" userId="6abc7d4556b3b071" providerId="LiveId" clId="{85A129D3-1BA4-4A63-924B-7772A7960428}" dt="2023-03-02T04:05:28.784" v="22" actId="20577"/>
          <ac:spMkLst>
            <pc:docMk/>
            <pc:sldMk cId="3927832306" sldId="2448"/>
            <ac:spMk id="9" creationId="{79DC1498-E692-42BA-B69F-6D37E6CFACA0}"/>
          </ac:spMkLst>
        </pc:spChg>
      </pc:sldChg>
      <pc:sldChg chg="modSp mod">
        <pc:chgData name="Owais Ahmed" userId="6abc7d4556b3b071" providerId="LiveId" clId="{85A129D3-1BA4-4A63-924B-7772A7960428}" dt="2023-03-02T04:05:48.052" v="25" actId="20577"/>
        <pc:sldMkLst>
          <pc:docMk/>
          <pc:sldMk cId="1649098948" sldId="2462"/>
        </pc:sldMkLst>
        <pc:spChg chg="mod">
          <ac:chgData name="Owais Ahmed" userId="6abc7d4556b3b071" providerId="LiveId" clId="{85A129D3-1BA4-4A63-924B-7772A7960428}" dt="2023-03-02T04:05:48.052" v="25" actId="20577"/>
          <ac:spMkLst>
            <pc:docMk/>
            <pc:sldMk cId="1649098948" sldId="2462"/>
            <ac:spMk id="6" creationId="{F3C89A40-EEAA-43AB-9A3A-B2CFDE450F1B}"/>
          </ac:spMkLst>
        </pc:spChg>
      </pc:sldChg>
      <pc:sldChg chg="modSp modNotesTx">
        <pc:chgData name="Owais Ahmed" userId="6abc7d4556b3b071" providerId="LiveId" clId="{85A129D3-1BA4-4A63-924B-7772A7960428}" dt="2023-03-02T04:09:29.587" v="112"/>
        <pc:sldMkLst>
          <pc:docMk/>
          <pc:sldMk cId="641030253" sldId="2479"/>
        </pc:sldMkLst>
        <pc:spChg chg="mod">
          <ac:chgData name="Owais Ahmed" userId="6abc7d4556b3b071" providerId="LiveId" clId="{85A129D3-1BA4-4A63-924B-7772A7960428}" dt="2023-03-02T04:06:14.352" v="51" actId="20577"/>
          <ac:spMkLst>
            <pc:docMk/>
            <pc:sldMk cId="641030253" sldId="2479"/>
            <ac:spMk id="3" creationId="{4A1C0383-58FE-E486-295E-B33B8683B938}"/>
          </ac:spMkLst>
        </pc:spChg>
      </pc:sldChg>
      <pc:sldChg chg="modSp mod modAnim">
        <pc:chgData name="Owais Ahmed" userId="6abc7d4556b3b071" providerId="LiveId" clId="{85A129D3-1BA4-4A63-924B-7772A7960428}" dt="2023-03-02T04:20:49.483" v="340" actId="255"/>
        <pc:sldMkLst>
          <pc:docMk/>
          <pc:sldMk cId="2426892836" sldId="2485"/>
        </pc:sldMkLst>
        <pc:spChg chg="mod">
          <ac:chgData name="Owais Ahmed" userId="6abc7d4556b3b071" providerId="LiveId" clId="{85A129D3-1BA4-4A63-924B-7772A7960428}" dt="2023-03-02T04:20:49.483" v="340" actId="255"/>
          <ac:spMkLst>
            <pc:docMk/>
            <pc:sldMk cId="2426892836" sldId="2485"/>
            <ac:spMk id="3" creationId="{4A1C0383-58FE-E486-295E-B33B8683B938}"/>
          </ac:spMkLst>
        </pc:spChg>
      </pc:sldChg>
      <pc:sldChg chg="modSp mod modAnim modNotesTx">
        <pc:chgData name="Owais Ahmed" userId="6abc7d4556b3b071" providerId="LiveId" clId="{85A129D3-1BA4-4A63-924B-7772A7960428}" dt="2023-03-02T04:09:44.680" v="114"/>
        <pc:sldMkLst>
          <pc:docMk/>
          <pc:sldMk cId="3132224988" sldId="2486"/>
        </pc:sldMkLst>
        <pc:spChg chg="mod">
          <ac:chgData name="Owais Ahmed" userId="6abc7d4556b3b071" providerId="LiveId" clId="{85A129D3-1BA4-4A63-924B-7772A7960428}" dt="2023-03-02T04:06:46.928" v="67" actId="20577"/>
          <ac:spMkLst>
            <pc:docMk/>
            <pc:sldMk cId="3132224988" sldId="2486"/>
            <ac:spMk id="3" creationId="{4A1C0383-58FE-E486-295E-B33B8683B938}"/>
          </ac:spMkLst>
        </pc:spChg>
      </pc:sldChg>
      <pc:sldChg chg="del">
        <pc:chgData name="Owais Ahmed" userId="6abc7d4556b3b071" providerId="LiveId" clId="{85A129D3-1BA4-4A63-924B-7772A7960428}" dt="2023-03-02T04:13:21.793" v="126" actId="47"/>
        <pc:sldMkLst>
          <pc:docMk/>
          <pc:sldMk cId="2805003587" sldId="2487"/>
        </pc:sldMkLst>
      </pc:sldChg>
      <pc:sldChg chg="modSp modAnim modNotesTx">
        <pc:chgData name="Owais Ahmed" userId="6abc7d4556b3b071" providerId="LiveId" clId="{85A129D3-1BA4-4A63-924B-7772A7960428}" dt="2023-03-02T04:10:00.993" v="125" actId="20577"/>
        <pc:sldMkLst>
          <pc:docMk/>
          <pc:sldMk cId="918376006" sldId="2488"/>
        </pc:sldMkLst>
        <pc:spChg chg="mod">
          <ac:chgData name="Owais Ahmed" userId="6abc7d4556b3b071" providerId="LiveId" clId="{85A129D3-1BA4-4A63-924B-7772A7960428}" dt="2023-03-02T04:10:00.993" v="125" actId="20577"/>
          <ac:spMkLst>
            <pc:docMk/>
            <pc:sldMk cId="918376006" sldId="2488"/>
            <ac:spMk id="3" creationId="{4A1C0383-58FE-E486-295E-B33B8683B938}"/>
          </ac:spMkLst>
        </pc:spChg>
      </pc:sldChg>
      <pc:sldChg chg="modSp modAnim">
        <pc:chgData name="Owais Ahmed" userId="6abc7d4556b3b071" providerId="LiveId" clId="{85A129D3-1BA4-4A63-924B-7772A7960428}" dt="2023-03-02T04:24:07.947" v="358" actId="20577"/>
        <pc:sldMkLst>
          <pc:docMk/>
          <pc:sldMk cId="3454217637" sldId="2489"/>
        </pc:sldMkLst>
        <pc:spChg chg="mod">
          <ac:chgData name="Owais Ahmed" userId="6abc7d4556b3b071" providerId="LiveId" clId="{85A129D3-1BA4-4A63-924B-7772A7960428}" dt="2023-03-02T04:24:07.947" v="358" actId="20577"/>
          <ac:spMkLst>
            <pc:docMk/>
            <pc:sldMk cId="3454217637" sldId="2489"/>
            <ac:spMk id="3" creationId="{4A1C0383-58FE-E486-295E-B33B8683B938}"/>
          </ac:spMkLst>
        </pc:spChg>
      </pc:sldChg>
      <pc:sldChg chg="modSp modAnim modNotesTx">
        <pc:chgData name="Owais Ahmed" userId="6abc7d4556b3b071" providerId="LiveId" clId="{85A129D3-1BA4-4A63-924B-7772A7960428}" dt="2023-03-02T04:25:33.968" v="395" actId="20577"/>
        <pc:sldMkLst>
          <pc:docMk/>
          <pc:sldMk cId="3828703945" sldId="2490"/>
        </pc:sldMkLst>
        <pc:spChg chg="mod">
          <ac:chgData name="Owais Ahmed" userId="6abc7d4556b3b071" providerId="LiveId" clId="{85A129D3-1BA4-4A63-924B-7772A7960428}" dt="2023-03-02T04:24:50.592" v="382" actId="6549"/>
          <ac:spMkLst>
            <pc:docMk/>
            <pc:sldMk cId="3828703945" sldId="2490"/>
            <ac:spMk id="3" creationId="{4A1C0383-58FE-E486-295E-B33B8683B938}"/>
          </ac:spMkLst>
        </pc:spChg>
      </pc:sldChg>
      <pc:sldChg chg="modSp modAnim">
        <pc:chgData name="Owais Ahmed" userId="6abc7d4556b3b071" providerId="LiveId" clId="{85A129D3-1BA4-4A63-924B-7772A7960428}" dt="2023-03-02T04:26:05.613" v="408" actId="6549"/>
        <pc:sldMkLst>
          <pc:docMk/>
          <pc:sldMk cId="1696537967" sldId="2491"/>
        </pc:sldMkLst>
        <pc:spChg chg="mod">
          <ac:chgData name="Owais Ahmed" userId="6abc7d4556b3b071" providerId="LiveId" clId="{85A129D3-1BA4-4A63-924B-7772A7960428}" dt="2023-03-02T04:26:05.613" v="408" actId="6549"/>
          <ac:spMkLst>
            <pc:docMk/>
            <pc:sldMk cId="1696537967" sldId="2491"/>
            <ac:spMk id="3" creationId="{4A1C0383-58FE-E486-295E-B33B8683B938}"/>
          </ac:spMkLst>
        </pc:spChg>
      </pc:sldChg>
      <pc:sldChg chg="del">
        <pc:chgData name="Owais Ahmed" userId="6abc7d4556b3b071" providerId="LiveId" clId="{85A129D3-1BA4-4A63-924B-7772A7960428}" dt="2023-03-02T04:26:09.378" v="409" actId="47"/>
        <pc:sldMkLst>
          <pc:docMk/>
          <pc:sldMk cId="2509892412" sldId="2492"/>
        </pc:sldMkLst>
      </pc:sldChg>
    </pc:docChg>
  </pc:docChgLst>
  <pc:docChgLst>
    <pc:chgData name="Owais Ahmed" userId="6abc7d4556b3b071" providerId="LiveId" clId="{583CDD36-DC75-4E50-898E-AECC56DCC01A}"/>
    <pc:docChg chg="undo redo custSel addSld delSld modSld">
      <pc:chgData name="Owais Ahmed" userId="6abc7d4556b3b071" providerId="LiveId" clId="{583CDD36-DC75-4E50-898E-AECC56DCC01A}" dt="2023-03-04T13:30:34.083" v="4560" actId="6549"/>
      <pc:docMkLst>
        <pc:docMk/>
      </pc:docMkLst>
      <pc:sldChg chg="modSp mod">
        <pc:chgData name="Owais Ahmed" userId="6abc7d4556b3b071" providerId="LiveId" clId="{583CDD36-DC75-4E50-898E-AECC56DCC01A}" dt="2023-03-03T04:49:18.654" v="1951" actId="20577"/>
        <pc:sldMkLst>
          <pc:docMk/>
          <pc:sldMk cId="1649098948" sldId="2462"/>
        </pc:sldMkLst>
        <pc:spChg chg="mod">
          <ac:chgData name="Owais Ahmed" userId="6abc7d4556b3b071" providerId="LiveId" clId="{583CDD36-DC75-4E50-898E-AECC56DCC01A}" dt="2023-03-03T04:49:18.654" v="1951" actId="20577"/>
          <ac:spMkLst>
            <pc:docMk/>
            <pc:sldMk cId="1649098948" sldId="2462"/>
            <ac:spMk id="6" creationId="{F3C89A40-EEAA-43AB-9A3A-B2CFDE450F1B}"/>
          </ac:spMkLst>
        </pc:spChg>
      </pc:sldChg>
      <pc:sldChg chg="modSp mod modAnim">
        <pc:chgData name="Owais Ahmed" userId="6abc7d4556b3b071" providerId="LiveId" clId="{583CDD36-DC75-4E50-898E-AECC56DCC01A}" dt="2023-03-03T04:47:45.101" v="1938" actId="20577"/>
        <pc:sldMkLst>
          <pc:docMk/>
          <pc:sldMk cId="502436521" sldId="2495"/>
        </pc:sldMkLst>
        <pc:spChg chg="mod">
          <ac:chgData name="Owais Ahmed" userId="6abc7d4556b3b071" providerId="LiveId" clId="{583CDD36-DC75-4E50-898E-AECC56DCC01A}" dt="2023-03-03T04:47:45.101" v="1938" actId="20577"/>
          <ac:spMkLst>
            <pc:docMk/>
            <pc:sldMk cId="502436521" sldId="2495"/>
            <ac:spMk id="3" creationId="{4A1C0383-58FE-E486-295E-B33B8683B938}"/>
          </ac:spMkLst>
        </pc:spChg>
      </pc:sldChg>
      <pc:sldChg chg="addSp delSp modSp mod modAnim modNotesTx">
        <pc:chgData name="Owais Ahmed" userId="6abc7d4556b3b071" providerId="LiveId" clId="{583CDD36-DC75-4E50-898E-AECC56DCC01A}" dt="2023-03-03T04:33:09.205" v="1128" actId="20577"/>
        <pc:sldMkLst>
          <pc:docMk/>
          <pc:sldMk cId="3658375322" sldId="2496"/>
        </pc:sldMkLst>
        <pc:spChg chg="mod">
          <ac:chgData name="Owais Ahmed" userId="6abc7d4556b3b071" providerId="LiveId" clId="{583CDD36-DC75-4E50-898E-AECC56DCC01A}" dt="2023-03-03T04:33:09.205" v="1128" actId="20577"/>
          <ac:spMkLst>
            <pc:docMk/>
            <pc:sldMk cId="3658375322" sldId="2496"/>
            <ac:spMk id="3" creationId="{4A1C0383-58FE-E486-295E-B33B8683B938}"/>
          </ac:spMkLst>
        </pc:spChg>
        <pc:graphicFrameChg chg="add del mod">
          <ac:chgData name="Owais Ahmed" userId="6abc7d4556b3b071" providerId="LiveId" clId="{583CDD36-DC75-4E50-898E-AECC56DCC01A}" dt="2023-03-03T04:18:39.779" v="23"/>
          <ac:graphicFrameMkLst>
            <pc:docMk/>
            <pc:sldMk cId="3658375322" sldId="2496"/>
            <ac:graphicFrameMk id="4" creationId="{BFEC3375-B963-8923-4A6E-32818B1D2D4F}"/>
          </ac:graphicFrameMkLst>
        </pc:graphicFrameChg>
        <pc:graphicFrameChg chg="add del mod">
          <ac:chgData name="Owais Ahmed" userId="6abc7d4556b3b071" providerId="LiveId" clId="{583CDD36-DC75-4E50-898E-AECC56DCC01A}" dt="2023-03-03T04:27:20.607" v="679" actId="478"/>
          <ac:graphicFrameMkLst>
            <pc:docMk/>
            <pc:sldMk cId="3658375322" sldId="2496"/>
            <ac:graphicFrameMk id="5" creationId="{96E07031-D3A1-2C91-FA40-03175BC09D30}"/>
          </ac:graphicFrameMkLst>
        </pc:graphicFrameChg>
      </pc:sldChg>
      <pc:sldChg chg="addSp modSp add mod modAnim">
        <pc:chgData name="Owais Ahmed" userId="6abc7d4556b3b071" providerId="LiveId" clId="{583CDD36-DC75-4E50-898E-AECC56DCC01A}" dt="2023-03-03T04:43:36.685" v="1807" actId="20577"/>
        <pc:sldMkLst>
          <pc:docMk/>
          <pc:sldMk cId="1001608454" sldId="2497"/>
        </pc:sldMkLst>
        <pc:spChg chg="mod">
          <ac:chgData name="Owais Ahmed" userId="6abc7d4556b3b071" providerId="LiveId" clId="{583CDD36-DC75-4E50-898E-AECC56DCC01A}" dt="2023-03-03T04:43:36.685" v="1807" actId="20577"/>
          <ac:spMkLst>
            <pc:docMk/>
            <pc:sldMk cId="1001608454" sldId="2497"/>
            <ac:spMk id="3" creationId="{4A1C0383-58FE-E486-295E-B33B8683B938}"/>
          </ac:spMkLst>
        </pc:spChg>
        <pc:picChg chg="add mod">
          <ac:chgData name="Owais Ahmed" userId="6abc7d4556b3b071" providerId="LiveId" clId="{583CDD36-DC75-4E50-898E-AECC56DCC01A}" dt="2023-03-03T04:40:54.505" v="1617" actId="1076"/>
          <ac:picMkLst>
            <pc:docMk/>
            <pc:sldMk cId="1001608454" sldId="2497"/>
            <ac:picMk id="1026" creationId="{8DBC71CE-FCFC-758B-CB82-BF3E8407CAC9}"/>
          </ac:picMkLst>
        </pc:picChg>
      </pc:sldChg>
      <pc:sldChg chg="addSp delSp modSp add del mod modAnim">
        <pc:chgData name="Owais Ahmed" userId="6abc7d4556b3b071" providerId="LiveId" clId="{583CDD36-DC75-4E50-898E-AECC56DCC01A}" dt="2023-03-03T06:09:14.525" v="3778" actId="27636"/>
        <pc:sldMkLst>
          <pc:docMk/>
          <pc:sldMk cId="1881289253" sldId="2498"/>
        </pc:sldMkLst>
        <pc:spChg chg="mod">
          <ac:chgData name="Owais Ahmed" userId="6abc7d4556b3b071" providerId="LiveId" clId="{583CDD36-DC75-4E50-898E-AECC56DCC01A}" dt="2023-03-03T06:09:14.525" v="3778" actId="27636"/>
          <ac:spMkLst>
            <pc:docMk/>
            <pc:sldMk cId="1881289253" sldId="2498"/>
            <ac:spMk id="3" creationId="{4A1C0383-58FE-E486-295E-B33B8683B938}"/>
          </ac:spMkLst>
        </pc:spChg>
        <pc:spChg chg="add del">
          <ac:chgData name="Owais Ahmed" userId="6abc7d4556b3b071" providerId="LiveId" clId="{583CDD36-DC75-4E50-898E-AECC56DCC01A}" dt="2023-03-03T05:42:07.125" v="2139"/>
          <ac:spMkLst>
            <pc:docMk/>
            <pc:sldMk cId="1881289253" sldId="2498"/>
            <ac:spMk id="4" creationId="{F58F651D-1426-F8D8-EDE6-210C1C067CBF}"/>
          </ac:spMkLst>
        </pc:spChg>
        <pc:spChg chg="add del">
          <ac:chgData name="Owais Ahmed" userId="6abc7d4556b3b071" providerId="LiveId" clId="{583CDD36-DC75-4E50-898E-AECC56DCC01A}" dt="2023-03-03T05:42:24.465" v="2141"/>
          <ac:spMkLst>
            <pc:docMk/>
            <pc:sldMk cId="1881289253" sldId="2498"/>
            <ac:spMk id="5" creationId="{F1C8F1BD-E543-1C02-C17F-B1A2872354C4}"/>
          </ac:spMkLst>
        </pc:spChg>
        <pc:spChg chg="mod">
          <ac:chgData name="Owais Ahmed" userId="6abc7d4556b3b071" providerId="LiveId" clId="{583CDD36-DC75-4E50-898E-AECC56DCC01A}" dt="2023-03-03T04:49:38.147" v="1981" actId="20577"/>
          <ac:spMkLst>
            <pc:docMk/>
            <pc:sldMk cId="1881289253" sldId="2498"/>
            <ac:spMk id="215" creationId="{00000000-0000-0000-0000-000000000000}"/>
          </ac:spMkLst>
        </pc:spChg>
        <pc:picChg chg="add mod">
          <ac:chgData name="Owais Ahmed" userId="6abc7d4556b3b071" providerId="LiveId" clId="{583CDD36-DC75-4E50-898E-AECC56DCC01A}" dt="2023-03-03T05:43:39.544" v="2146" actId="1076"/>
          <ac:picMkLst>
            <pc:docMk/>
            <pc:sldMk cId="1881289253" sldId="2498"/>
            <ac:picMk id="3078" creationId="{FAA109FF-5D40-8692-BD65-902C9FEB4EB4}"/>
          </ac:picMkLst>
        </pc:picChg>
      </pc:sldChg>
      <pc:sldChg chg="addSp delSp modSp add mod modAnim">
        <pc:chgData name="Owais Ahmed" userId="6abc7d4556b3b071" providerId="LiveId" clId="{583CDD36-DC75-4E50-898E-AECC56DCC01A}" dt="2023-03-03T06:00:29.500" v="2818" actId="1076"/>
        <pc:sldMkLst>
          <pc:docMk/>
          <pc:sldMk cId="3955736578" sldId="2499"/>
        </pc:sldMkLst>
        <pc:spChg chg="mod">
          <ac:chgData name="Owais Ahmed" userId="6abc7d4556b3b071" providerId="LiveId" clId="{583CDD36-DC75-4E50-898E-AECC56DCC01A}" dt="2023-03-03T05:58:55.332" v="2810" actId="20577"/>
          <ac:spMkLst>
            <pc:docMk/>
            <pc:sldMk cId="3955736578" sldId="2499"/>
            <ac:spMk id="3" creationId="{4A1C0383-58FE-E486-295E-B33B8683B938}"/>
          </ac:spMkLst>
        </pc:spChg>
        <pc:spChg chg="add del">
          <ac:chgData name="Owais Ahmed" userId="6abc7d4556b3b071" providerId="LiveId" clId="{583CDD36-DC75-4E50-898E-AECC56DCC01A}" dt="2023-03-03T05:59:51.543" v="2812"/>
          <ac:spMkLst>
            <pc:docMk/>
            <pc:sldMk cId="3955736578" sldId="2499"/>
            <ac:spMk id="4" creationId="{A8C2EC14-07AD-1150-23BC-827AB83B1019}"/>
          </ac:spMkLst>
        </pc:spChg>
        <pc:picChg chg="add del">
          <ac:chgData name="Owais Ahmed" userId="6abc7d4556b3b071" providerId="LiveId" clId="{583CDD36-DC75-4E50-898E-AECC56DCC01A}" dt="2023-03-03T06:00:07.097" v="2814" actId="22"/>
          <ac:picMkLst>
            <pc:docMk/>
            <pc:sldMk cId="3955736578" sldId="2499"/>
            <ac:picMk id="6" creationId="{BE71870F-3DBA-4D1F-C222-1B194F1ECDD4}"/>
          </ac:picMkLst>
        </pc:picChg>
        <pc:picChg chg="add mod">
          <ac:chgData name="Owais Ahmed" userId="6abc7d4556b3b071" providerId="LiveId" clId="{583CDD36-DC75-4E50-898E-AECC56DCC01A}" dt="2023-03-03T06:00:29.500" v="2818" actId="1076"/>
          <ac:picMkLst>
            <pc:docMk/>
            <pc:sldMk cId="3955736578" sldId="2499"/>
            <ac:picMk id="8" creationId="{2D690B33-8A95-3481-E1DA-0C2846067CC2}"/>
          </ac:picMkLst>
        </pc:picChg>
        <pc:picChg chg="del">
          <ac:chgData name="Owais Ahmed" userId="6abc7d4556b3b071" providerId="LiveId" clId="{583CDD36-DC75-4E50-898E-AECC56DCC01A}" dt="2023-03-03T05:56:14.122" v="2676" actId="478"/>
          <ac:picMkLst>
            <pc:docMk/>
            <pc:sldMk cId="3955736578" sldId="2499"/>
            <ac:picMk id="3078" creationId="{FAA109FF-5D40-8692-BD65-902C9FEB4EB4}"/>
          </ac:picMkLst>
        </pc:picChg>
      </pc:sldChg>
      <pc:sldChg chg="delSp modSp add mod modAnim">
        <pc:chgData name="Owais Ahmed" userId="6abc7d4556b3b071" providerId="LiveId" clId="{583CDD36-DC75-4E50-898E-AECC56DCC01A}" dt="2023-03-03T06:08:11.648" v="3770" actId="20577"/>
        <pc:sldMkLst>
          <pc:docMk/>
          <pc:sldMk cId="3647547761" sldId="2500"/>
        </pc:sldMkLst>
        <pc:spChg chg="mod">
          <ac:chgData name="Owais Ahmed" userId="6abc7d4556b3b071" providerId="LiveId" clId="{583CDD36-DC75-4E50-898E-AECC56DCC01A}" dt="2023-03-03T06:08:11.648" v="3770" actId="20577"/>
          <ac:spMkLst>
            <pc:docMk/>
            <pc:sldMk cId="3647547761" sldId="2500"/>
            <ac:spMk id="3" creationId="{4A1C0383-58FE-E486-295E-B33B8683B938}"/>
          </ac:spMkLst>
        </pc:spChg>
        <pc:picChg chg="del">
          <ac:chgData name="Owais Ahmed" userId="6abc7d4556b3b071" providerId="LiveId" clId="{583CDD36-DC75-4E50-898E-AECC56DCC01A}" dt="2023-03-03T06:00:36.483" v="2820" actId="478"/>
          <ac:picMkLst>
            <pc:docMk/>
            <pc:sldMk cId="3647547761" sldId="2500"/>
            <ac:picMk id="8" creationId="{2D690B33-8A95-3481-E1DA-0C2846067CC2}"/>
          </ac:picMkLst>
        </pc:picChg>
      </pc:sldChg>
      <pc:sldChg chg="del">
        <pc:chgData name="Owais Ahmed" userId="6abc7d4556b3b071" providerId="LiveId" clId="{583CDD36-DC75-4E50-898E-AECC56DCC01A}" dt="2023-03-03T06:09:16.822" v="3779" actId="47"/>
        <pc:sldMkLst>
          <pc:docMk/>
          <pc:sldMk cId="3343540598" sldId="2501"/>
        </pc:sldMkLst>
      </pc:sldChg>
      <pc:sldChg chg="modSp add mod modAnim modNotesTx">
        <pc:chgData name="Owais Ahmed" userId="6abc7d4556b3b071" providerId="LiveId" clId="{583CDD36-DC75-4E50-898E-AECC56DCC01A}" dt="2023-03-03T06:24:32.189" v="4559" actId="20577"/>
        <pc:sldMkLst>
          <pc:docMk/>
          <pc:sldMk cId="3769573511" sldId="2501"/>
        </pc:sldMkLst>
        <pc:spChg chg="mod">
          <ac:chgData name="Owais Ahmed" userId="6abc7d4556b3b071" providerId="LiveId" clId="{583CDD36-DC75-4E50-898E-AECC56DCC01A}" dt="2023-03-03T06:14:47.884" v="4213" actId="20577"/>
          <ac:spMkLst>
            <pc:docMk/>
            <pc:sldMk cId="3769573511" sldId="2501"/>
            <ac:spMk id="3" creationId="{4A1C0383-58FE-E486-295E-B33B8683B938}"/>
          </ac:spMkLst>
        </pc:spChg>
        <pc:spChg chg="mod">
          <ac:chgData name="Owais Ahmed" userId="6abc7d4556b3b071" providerId="LiveId" clId="{583CDD36-DC75-4E50-898E-AECC56DCC01A}" dt="2023-03-03T06:09:48.808" v="3814" actId="20577"/>
          <ac:spMkLst>
            <pc:docMk/>
            <pc:sldMk cId="3769573511" sldId="2501"/>
            <ac:spMk id="215" creationId="{00000000-0000-0000-0000-000000000000}"/>
          </ac:spMkLst>
        </pc:spChg>
      </pc:sldChg>
      <pc:sldChg chg="add del">
        <pc:chgData name="Owais Ahmed" userId="6abc7d4556b3b071" providerId="LiveId" clId="{583CDD36-DC75-4E50-898E-AECC56DCC01A}" dt="2023-03-03T06:08:54.966" v="3773" actId="2890"/>
        <pc:sldMkLst>
          <pc:docMk/>
          <pc:sldMk cId="300343940" sldId="2502"/>
        </pc:sldMkLst>
      </pc:sldChg>
      <pc:sldChg chg="add del">
        <pc:chgData name="Owais Ahmed" userId="6abc7d4556b3b071" providerId="LiveId" clId="{583CDD36-DC75-4E50-898E-AECC56DCC01A}" dt="2023-03-03T06:09:06.883" v="3775"/>
        <pc:sldMkLst>
          <pc:docMk/>
          <pc:sldMk cId="675864047" sldId="2502"/>
        </pc:sldMkLst>
      </pc:sldChg>
      <pc:sldChg chg="modSp add mod modAnim modNotesTx">
        <pc:chgData name="Owais Ahmed" userId="6abc7d4556b3b071" providerId="LiveId" clId="{583CDD36-DC75-4E50-898E-AECC56DCC01A}" dt="2023-03-04T13:30:34.083" v="4560" actId="6549"/>
        <pc:sldMkLst>
          <pc:docMk/>
          <pc:sldMk cId="2150423912" sldId="2502"/>
        </pc:sldMkLst>
        <pc:spChg chg="mod">
          <ac:chgData name="Owais Ahmed" userId="6abc7d4556b3b071" providerId="LiveId" clId="{583CDD36-DC75-4E50-898E-AECC56DCC01A}" dt="2023-03-03T06:23:48.434" v="4556" actId="20577"/>
          <ac:spMkLst>
            <pc:docMk/>
            <pc:sldMk cId="2150423912" sldId="2502"/>
            <ac:spMk id="3" creationId="{4A1C0383-58FE-E486-295E-B33B8683B938}"/>
          </ac:spMkLst>
        </pc:spChg>
        <pc:spChg chg="mod">
          <ac:chgData name="Owais Ahmed" userId="6abc7d4556b3b071" providerId="LiveId" clId="{583CDD36-DC75-4E50-898E-AECC56DCC01A}" dt="2023-03-03T06:16:04.413" v="4227" actId="20577"/>
          <ac:spMkLst>
            <pc:docMk/>
            <pc:sldMk cId="2150423912" sldId="2502"/>
            <ac:spMk id="215" creationId="{00000000-0000-0000-0000-000000000000}"/>
          </ac:spMkLst>
        </pc:spChg>
      </pc:sldChg>
    </pc:docChg>
  </pc:docChgLst>
  <pc:docChgLst>
    <pc:chgData name="Owais Ahmed" userId="6abc7d4556b3b071" providerId="LiveId" clId="{41E0643A-A144-4690-8197-798831CA2B77}"/>
    <pc:docChg chg="custSel addSld modSld sldOrd">
      <pc:chgData name="Owais Ahmed" userId="6abc7d4556b3b071" providerId="LiveId" clId="{41E0643A-A144-4690-8197-798831CA2B77}" dt="2023-07-16T14:26:46.411" v="7807" actId="20577"/>
      <pc:docMkLst>
        <pc:docMk/>
      </pc:docMkLst>
      <pc:sldChg chg="modSp mod modAnim modNotesTx">
        <pc:chgData name="Owais Ahmed" userId="6abc7d4556b3b071" providerId="LiveId" clId="{41E0643A-A144-4690-8197-798831CA2B77}" dt="2023-07-16T12:09:09.519" v="5658" actId="20577"/>
        <pc:sldMkLst>
          <pc:docMk/>
          <pc:sldMk cId="641030253" sldId="2479"/>
        </pc:sldMkLst>
        <pc:spChg chg="mod">
          <ac:chgData name="Owais Ahmed" userId="6abc7d4556b3b071" providerId="LiveId" clId="{41E0643A-A144-4690-8197-798831CA2B77}" dt="2023-07-16T12:09:09.519" v="5658" actId="20577"/>
          <ac:spMkLst>
            <pc:docMk/>
            <pc:sldMk cId="641030253" sldId="2479"/>
            <ac:spMk id="3" creationId="{4A1C0383-58FE-E486-295E-B33B8683B938}"/>
          </ac:spMkLst>
        </pc:spChg>
      </pc:sldChg>
      <pc:sldChg chg="modSp mod modAnim modNotesTx">
        <pc:chgData name="Owais Ahmed" userId="6abc7d4556b3b071" providerId="LiveId" clId="{41E0643A-A144-4690-8197-798831CA2B77}" dt="2023-07-16T12:09:19.492" v="5660" actId="27636"/>
        <pc:sldMkLst>
          <pc:docMk/>
          <pc:sldMk cId="1742566059" sldId="2504"/>
        </pc:sldMkLst>
        <pc:spChg chg="mod">
          <ac:chgData name="Owais Ahmed" userId="6abc7d4556b3b071" providerId="LiveId" clId="{41E0643A-A144-4690-8197-798831CA2B77}" dt="2023-07-16T12:09:19.492" v="5660" actId="27636"/>
          <ac:spMkLst>
            <pc:docMk/>
            <pc:sldMk cId="1742566059" sldId="2504"/>
            <ac:spMk id="3" creationId="{4A1C0383-58FE-E486-295E-B33B8683B938}"/>
          </ac:spMkLst>
        </pc:spChg>
      </pc:sldChg>
      <pc:sldChg chg="modSp mod modAnim">
        <pc:chgData name="Owais Ahmed" userId="6abc7d4556b3b071" providerId="LiveId" clId="{41E0643A-A144-4690-8197-798831CA2B77}" dt="2023-07-16T07:11:01.322" v="3151" actId="20577"/>
        <pc:sldMkLst>
          <pc:docMk/>
          <pc:sldMk cId="3840363020" sldId="2505"/>
        </pc:sldMkLst>
        <pc:spChg chg="mod">
          <ac:chgData name="Owais Ahmed" userId="6abc7d4556b3b071" providerId="LiveId" clId="{41E0643A-A144-4690-8197-798831CA2B77}" dt="2023-07-16T07:11:01.322" v="3151" actId="20577"/>
          <ac:spMkLst>
            <pc:docMk/>
            <pc:sldMk cId="3840363020" sldId="2505"/>
            <ac:spMk id="3" creationId="{4A1C0383-58FE-E486-295E-B33B8683B938}"/>
          </ac:spMkLst>
        </pc:spChg>
      </pc:sldChg>
      <pc:sldChg chg="modSp mod modAnim">
        <pc:chgData name="Owais Ahmed" userId="6abc7d4556b3b071" providerId="LiveId" clId="{41E0643A-A144-4690-8197-798831CA2B77}" dt="2023-07-16T06:51:09.503" v="544" actId="20577"/>
        <pc:sldMkLst>
          <pc:docMk/>
          <pc:sldMk cId="875357634" sldId="2507"/>
        </pc:sldMkLst>
        <pc:spChg chg="mod">
          <ac:chgData name="Owais Ahmed" userId="6abc7d4556b3b071" providerId="LiveId" clId="{41E0643A-A144-4690-8197-798831CA2B77}" dt="2023-07-16T06:51:09.503" v="544" actId="20577"/>
          <ac:spMkLst>
            <pc:docMk/>
            <pc:sldMk cId="875357634" sldId="2507"/>
            <ac:spMk id="3" creationId="{4A1C0383-58FE-E486-295E-B33B8683B938}"/>
          </ac:spMkLst>
        </pc:spChg>
      </pc:sldChg>
      <pc:sldChg chg="modSp mod modAnim">
        <pc:chgData name="Owais Ahmed" userId="6abc7d4556b3b071" providerId="LiveId" clId="{41E0643A-A144-4690-8197-798831CA2B77}" dt="2023-07-16T13:48:46.661" v="6503" actId="27636"/>
        <pc:sldMkLst>
          <pc:docMk/>
          <pc:sldMk cId="1319355793" sldId="2508"/>
        </pc:sldMkLst>
        <pc:spChg chg="mod">
          <ac:chgData name="Owais Ahmed" userId="6abc7d4556b3b071" providerId="LiveId" clId="{41E0643A-A144-4690-8197-798831CA2B77}" dt="2023-07-16T13:48:46.661" v="6503" actId="27636"/>
          <ac:spMkLst>
            <pc:docMk/>
            <pc:sldMk cId="1319355793" sldId="2508"/>
            <ac:spMk id="3" creationId="{4A1C0383-58FE-E486-295E-B33B8683B938}"/>
          </ac:spMkLst>
        </pc:spChg>
      </pc:sldChg>
      <pc:sldChg chg="modSp add mod modAnim">
        <pc:chgData name="Owais Ahmed" userId="6abc7d4556b3b071" providerId="LiveId" clId="{41E0643A-A144-4690-8197-798831CA2B77}" dt="2023-07-16T07:10:32.858" v="3130" actId="20577"/>
        <pc:sldMkLst>
          <pc:docMk/>
          <pc:sldMk cId="3544083855" sldId="2512"/>
        </pc:sldMkLst>
        <pc:spChg chg="mod">
          <ac:chgData name="Owais Ahmed" userId="6abc7d4556b3b071" providerId="LiveId" clId="{41E0643A-A144-4690-8197-798831CA2B77}" dt="2023-07-16T07:10:32.858" v="3130" actId="20577"/>
          <ac:spMkLst>
            <pc:docMk/>
            <pc:sldMk cId="3544083855" sldId="2512"/>
            <ac:spMk id="3" creationId="{4A1C0383-58FE-E486-295E-B33B8683B938}"/>
          </ac:spMkLst>
        </pc:spChg>
      </pc:sldChg>
      <pc:sldChg chg="modSp add mod modAnim">
        <pc:chgData name="Owais Ahmed" userId="6abc7d4556b3b071" providerId="LiveId" clId="{41E0643A-A144-4690-8197-798831CA2B77}" dt="2023-07-16T07:15:26.248" v="3799" actId="20577"/>
        <pc:sldMkLst>
          <pc:docMk/>
          <pc:sldMk cId="3886361074" sldId="2513"/>
        </pc:sldMkLst>
        <pc:spChg chg="mod">
          <ac:chgData name="Owais Ahmed" userId="6abc7d4556b3b071" providerId="LiveId" clId="{41E0643A-A144-4690-8197-798831CA2B77}" dt="2023-07-16T07:15:26.248" v="3799" actId="20577"/>
          <ac:spMkLst>
            <pc:docMk/>
            <pc:sldMk cId="3886361074" sldId="2513"/>
            <ac:spMk id="3" creationId="{4A1C0383-58FE-E486-295E-B33B8683B938}"/>
          </ac:spMkLst>
        </pc:spChg>
        <pc:spChg chg="mod">
          <ac:chgData name="Owais Ahmed" userId="6abc7d4556b3b071" providerId="LiveId" clId="{41E0643A-A144-4690-8197-798831CA2B77}" dt="2023-07-16T07:11:57.514" v="3213" actId="20577"/>
          <ac:spMkLst>
            <pc:docMk/>
            <pc:sldMk cId="3886361074" sldId="2513"/>
            <ac:spMk id="215" creationId="{00000000-0000-0000-0000-000000000000}"/>
          </ac:spMkLst>
        </pc:spChg>
      </pc:sldChg>
      <pc:sldChg chg="modSp add mod ord modAnim">
        <pc:chgData name="Owais Ahmed" userId="6abc7d4556b3b071" providerId="LiveId" clId="{41E0643A-A144-4690-8197-798831CA2B77}" dt="2023-07-16T13:00:48.609" v="5661" actId="6549"/>
        <pc:sldMkLst>
          <pc:docMk/>
          <pc:sldMk cId="3210411380" sldId="2514"/>
        </pc:sldMkLst>
        <pc:spChg chg="mod">
          <ac:chgData name="Owais Ahmed" userId="6abc7d4556b3b071" providerId="LiveId" clId="{41E0643A-A144-4690-8197-798831CA2B77}" dt="2023-07-16T11:17:36.296" v="5657" actId="20577"/>
          <ac:spMkLst>
            <pc:docMk/>
            <pc:sldMk cId="3210411380" sldId="2514"/>
            <ac:spMk id="3" creationId="{4A1C0383-58FE-E486-295E-B33B8683B938}"/>
          </ac:spMkLst>
        </pc:spChg>
        <pc:spChg chg="mod">
          <ac:chgData name="Owais Ahmed" userId="6abc7d4556b3b071" providerId="LiveId" clId="{41E0643A-A144-4690-8197-798831CA2B77}" dt="2023-07-16T13:00:48.609" v="5661" actId="6549"/>
          <ac:spMkLst>
            <pc:docMk/>
            <pc:sldMk cId="3210411380" sldId="2514"/>
            <ac:spMk id="215" creationId="{00000000-0000-0000-0000-000000000000}"/>
          </ac:spMkLst>
        </pc:spChg>
      </pc:sldChg>
      <pc:sldChg chg="modSp add mod modAnim">
        <pc:chgData name="Owais Ahmed" userId="6abc7d4556b3b071" providerId="LiveId" clId="{41E0643A-A144-4690-8197-798831CA2B77}" dt="2023-07-16T14:24:21.066" v="7786" actId="20577"/>
        <pc:sldMkLst>
          <pc:docMk/>
          <pc:sldMk cId="768535535" sldId="2515"/>
        </pc:sldMkLst>
        <pc:spChg chg="mod">
          <ac:chgData name="Owais Ahmed" userId="6abc7d4556b3b071" providerId="LiveId" clId="{41E0643A-A144-4690-8197-798831CA2B77}" dt="2023-07-16T14:24:21.066" v="7786" actId="20577"/>
          <ac:spMkLst>
            <pc:docMk/>
            <pc:sldMk cId="768535535" sldId="2515"/>
            <ac:spMk id="3" creationId="{4A1C0383-58FE-E486-295E-B33B8683B938}"/>
          </ac:spMkLst>
        </pc:spChg>
        <pc:spChg chg="mod">
          <ac:chgData name="Owais Ahmed" userId="6abc7d4556b3b071" providerId="LiveId" clId="{41E0643A-A144-4690-8197-798831CA2B77}" dt="2023-07-16T13:01:05.640" v="5674" actId="20577"/>
          <ac:spMkLst>
            <pc:docMk/>
            <pc:sldMk cId="768535535" sldId="2515"/>
            <ac:spMk id="215" creationId="{00000000-0000-0000-0000-000000000000}"/>
          </ac:spMkLst>
        </pc:spChg>
      </pc:sldChg>
      <pc:sldChg chg="modSp add mod modAnim">
        <pc:chgData name="Owais Ahmed" userId="6abc7d4556b3b071" providerId="LiveId" clId="{41E0643A-A144-4690-8197-798831CA2B77}" dt="2023-07-16T14:26:46.411" v="7807" actId="20577"/>
        <pc:sldMkLst>
          <pc:docMk/>
          <pc:sldMk cId="538863515" sldId="2516"/>
        </pc:sldMkLst>
        <pc:spChg chg="mod">
          <ac:chgData name="Owais Ahmed" userId="6abc7d4556b3b071" providerId="LiveId" clId="{41E0643A-A144-4690-8197-798831CA2B77}" dt="2023-07-16T14:26:46.411" v="7807" actId="20577"/>
          <ac:spMkLst>
            <pc:docMk/>
            <pc:sldMk cId="538863515" sldId="2516"/>
            <ac:spMk id="3" creationId="{4A1C0383-58FE-E486-295E-B33B8683B938}"/>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F97DFCF-F890-A143-9133-C8B65C9B01E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EFE2C281-2434-D94F-B4BD-BA3CD4DB844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66D5B4E-BF3E-3B45-A4BA-D6C3B92870D7}" type="datetimeFigureOut">
              <a:rPr lang="en-US" smtClean="0"/>
              <a:t>12/6/2023</a:t>
            </a:fld>
            <a:endParaRPr lang="en-US" dirty="0"/>
          </a:p>
        </p:txBody>
      </p:sp>
      <p:sp>
        <p:nvSpPr>
          <p:cNvPr id="4" name="Footer Placeholder 3">
            <a:extLst>
              <a:ext uri="{FF2B5EF4-FFF2-40B4-BE49-F238E27FC236}">
                <a16:creationId xmlns:a16="http://schemas.microsoft.com/office/drawing/2014/main" id="{5C17CBFA-633D-5540-AFAA-BE1F495EC62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26B5631-D714-AD41-853B-A883ADC344D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65AE8BC-2AB3-9E4C-9797-2A6F8A74C74E}" type="slidenum">
              <a:rPr lang="en-US" smtClean="0"/>
              <a:t>‹#›</a:t>
            </a:fld>
            <a:endParaRPr lang="en-US" dirty="0"/>
          </a:p>
        </p:txBody>
      </p:sp>
    </p:spTree>
    <p:extLst>
      <p:ext uri="{BB962C8B-B14F-4D97-AF65-F5344CB8AC3E}">
        <p14:creationId xmlns:p14="http://schemas.microsoft.com/office/powerpoint/2010/main" val="42739870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8621B-8C8E-49BA-8772-41D0FE75A082}" type="datetimeFigureOut">
              <a:rPr lang="en-US" smtClean="0"/>
              <a:t>12/6/2023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28B34ED-4CDD-41C9-90F7-D768D5559A6F}" type="slidenum">
              <a:rPr lang="en-US" smtClean="0"/>
              <a:t>‹#›</a:t>
            </a:fld>
            <a:endParaRPr lang="en-US" dirty="0"/>
          </a:p>
        </p:txBody>
      </p:sp>
    </p:spTree>
    <p:extLst>
      <p:ext uri="{BB962C8B-B14F-4D97-AF65-F5344CB8AC3E}">
        <p14:creationId xmlns:p14="http://schemas.microsoft.com/office/powerpoint/2010/main" val="42259706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b="0" i="0" dirty="0">
                <a:solidFill>
                  <a:srgbClr val="374151"/>
                </a:solidFill>
                <a:effectLst/>
                <a:latin typeface="Söhne"/>
              </a:rPr>
              <a:t>During World War II, the Allies' successful decryption of the German Enigma machine's encoded messages was a critical factor in their victory. The decryption effort, led by British mathematician Alan Turing, involved the use of sophisticated data structures and algorithms to crack the Enigma codes. By extracting vital intelligence from intercepted communications, the Allies gained a significant advantage in strategic decision-making, enabling them to thwart German military operations.</a:t>
            </a: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3</a:t>
            </a:fld>
            <a:endParaRPr lang="en-US" dirty="0"/>
          </a:p>
        </p:txBody>
      </p:sp>
    </p:spTree>
    <p:extLst>
      <p:ext uri="{BB962C8B-B14F-4D97-AF65-F5344CB8AC3E}">
        <p14:creationId xmlns:p14="http://schemas.microsoft.com/office/powerpoint/2010/main" val="17043826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4</a:t>
            </a:fld>
            <a:endParaRPr lang="en-US" dirty="0"/>
          </a:p>
        </p:txBody>
      </p:sp>
    </p:spTree>
    <p:extLst>
      <p:ext uri="{BB962C8B-B14F-4D97-AF65-F5344CB8AC3E}">
        <p14:creationId xmlns:p14="http://schemas.microsoft.com/office/powerpoint/2010/main" val="16179895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5</a:t>
            </a:fld>
            <a:endParaRPr lang="en-US" dirty="0"/>
          </a:p>
        </p:txBody>
      </p:sp>
    </p:spTree>
    <p:extLst>
      <p:ext uri="{BB962C8B-B14F-4D97-AF65-F5344CB8AC3E}">
        <p14:creationId xmlns:p14="http://schemas.microsoft.com/office/powerpoint/2010/main" val="10744683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6</a:t>
            </a:fld>
            <a:endParaRPr lang="en-US" dirty="0"/>
          </a:p>
        </p:txBody>
      </p:sp>
    </p:spTree>
    <p:extLst>
      <p:ext uri="{BB962C8B-B14F-4D97-AF65-F5344CB8AC3E}">
        <p14:creationId xmlns:p14="http://schemas.microsoft.com/office/powerpoint/2010/main" val="41661781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Ada Lovelace, born to Lord Byron, the poet in 1815. Byron was a lowlife drunk man with low morals but wrote beautiful romantic poetry which inspired Ada.</a:t>
            </a:r>
          </a:p>
          <a:p>
            <a:pPr marL="228600" indent="-228600">
              <a:buAutoNum type="arabicPeriod"/>
            </a:pPr>
            <a:r>
              <a:rPr lang="en-US" dirty="0"/>
              <a:t>The other traits came from her mother, a strictly religious mathematician. Ada learned algebra, geometry, physics, history, languages, geography, music, sewing, riding, shorthand, dance and more.</a:t>
            </a:r>
          </a:p>
          <a:p>
            <a:pPr marL="228600" indent="-228600">
              <a:buAutoNum type="arabicPeriod"/>
            </a:pPr>
            <a:r>
              <a:rPr lang="en-US" dirty="0" err="1"/>
              <a:t>Flyology</a:t>
            </a:r>
            <a:r>
              <a:rPr lang="en-US" dirty="0"/>
              <a:t>: a flying machine that could flap its wings.</a:t>
            </a:r>
          </a:p>
          <a:p>
            <a:pPr marL="228600" indent="-228600">
              <a:buAutoNum type="arabicPeriod"/>
            </a:pPr>
            <a:r>
              <a:rPr lang="en-US" dirty="0"/>
              <a:t>Ada was bedridden for the most part of her teenage due to sicknesses. At the age of 18, she recovered and met Charles Babbage, the father of computer. She </a:t>
            </a:r>
            <a:r>
              <a:rPr lang="en-US" sz="1200" dirty="0"/>
              <a:t>impressed him by demystifying his steam-based multiplication machine.</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7</a:t>
            </a:fld>
            <a:endParaRPr lang="en-US" dirty="0"/>
          </a:p>
        </p:txBody>
      </p:sp>
    </p:spTree>
    <p:extLst>
      <p:ext uri="{BB962C8B-B14F-4D97-AF65-F5344CB8AC3E}">
        <p14:creationId xmlns:p14="http://schemas.microsoft.com/office/powerpoint/2010/main" val="14152545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8</a:t>
            </a:fld>
            <a:endParaRPr lang="en-US" dirty="0"/>
          </a:p>
        </p:txBody>
      </p:sp>
    </p:spTree>
    <p:extLst>
      <p:ext uri="{BB962C8B-B14F-4D97-AF65-F5344CB8AC3E}">
        <p14:creationId xmlns:p14="http://schemas.microsoft.com/office/powerpoint/2010/main" val="21810108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9</a:t>
            </a:fld>
            <a:endParaRPr lang="en-US" dirty="0"/>
          </a:p>
        </p:txBody>
      </p:sp>
    </p:spTree>
    <p:extLst>
      <p:ext uri="{BB962C8B-B14F-4D97-AF65-F5344CB8AC3E}">
        <p14:creationId xmlns:p14="http://schemas.microsoft.com/office/powerpoint/2010/main" val="38253160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A machine is Turing complete if it is able to perform any Turing machine, i.e. it can compute any problem computable using Turing machine.</a:t>
            </a:r>
          </a:p>
        </p:txBody>
      </p:sp>
      <p:sp>
        <p:nvSpPr>
          <p:cNvPr id="4" name="Slide Number Placeholder 3"/>
          <p:cNvSpPr>
            <a:spLocks noGrp="1"/>
          </p:cNvSpPr>
          <p:nvPr>
            <p:ph type="sldNum" sz="quarter" idx="10"/>
          </p:nvPr>
        </p:nvSpPr>
        <p:spPr/>
        <p:txBody>
          <a:bodyPr/>
          <a:lstStyle/>
          <a:p>
            <a:fld id="{B0FCC8D5-6D68-A443-97C0-91AE5977134B}" type="slidenum">
              <a:rPr lang="en-US" smtClean="0"/>
              <a:pPr/>
              <a:t>10</a:t>
            </a:fld>
            <a:endParaRPr lang="en-US" dirty="0"/>
          </a:p>
        </p:txBody>
      </p:sp>
    </p:spTree>
    <p:extLst>
      <p:ext uri="{BB962C8B-B14F-4D97-AF65-F5344CB8AC3E}">
        <p14:creationId xmlns:p14="http://schemas.microsoft.com/office/powerpoint/2010/main" val="17864937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11</a:t>
            </a:fld>
            <a:endParaRPr lang="en-US" dirty="0"/>
          </a:p>
        </p:txBody>
      </p:sp>
    </p:spTree>
    <p:extLst>
      <p:ext uri="{BB962C8B-B14F-4D97-AF65-F5344CB8AC3E}">
        <p14:creationId xmlns:p14="http://schemas.microsoft.com/office/powerpoint/2010/main" val="24262416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12</a:t>
            </a:fld>
            <a:endParaRPr lang="en-US" dirty="0"/>
          </a:p>
        </p:txBody>
      </p:sp>
    </p:spTree>
    <p:extLst>
      <p:ext uri="{BB962C8B-B14F-4D97-AF65-F5344CB8AC3E}">
        <p14:creationId xmlns:p14="http://schemas.microsoft.com/office/powerpoint/2010/main" val="25486652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13</a:t>
            </a:fld>
            <a:endParaRPr lang="en-US" dirty="0"/>
          </a:p>
        </p:txBody>
      </p:sp>
    </p:spTree>
    <p:extLst>
      <p:ext uri="{BB962C8B-B14F-4D97-AF65-F5344CB8AC3E}">
        <p14:creationId xmlns:p14="http://schemas.microsoft.com/office/powerpoint/2010/main" val="3570491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Recommended watch: https://www.youtube.com/watch?v=BlbQsKpq3Ak</a:t>
            </a:r>
          </a:p>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14</a:t>
            </a:fld>
            <a:endParaRPr lang="en-US" dirty="0"/>
          </a:p>
        </p:txBody>
      </p:sp>
    </p:spTree>
    <p:extLst>
      <p:ext uri="{BB962C8B-B14F-4D97-AF65-F5344CB8AC3E}">
        <p14:creationId xmlns:p14="http://schemas.microsoft.com/office/powerpoint/2010/main" val="362059728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15</a:t>
            </a:fld>
            <a:endParaRPr lang="en-US" dirty="0"/>
          </a:p>
        </p:txBody>
      </p:sp>
    </p:spTree>
    <p:extLst>
      <p:ext uri="{BB962C8B-B14F-4D97-AF65-F5344CB8AC3E}">
        <p14:creationId xmlns:p14="http://schemas.microsoft.com/office/powerpoint/2010/main" val="1140242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16</a:t>
            </a:fld>
            <a:endParaRPr lang="en-US" dirty="0"/>
          </a:p>
        </p:txBody>
      </p:sp>
    </p:spTree>
    <p:extLst>
      <p:ext uri="{BB962C8B-B14F-4D97-AF65-F5344CB8AC3E}">
        <p14:creationId xmlns:p14="http://schemas.microsoft.com/office/powerpoint/2010/main" val="19958002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17</a:t>
            </a:fld>
            <a:endParaRPr lang="en-US" dirty="0"/>
          </a:p>
        </p:txBody>
      </p:sp>
    </p:spTree>
    <p:extLst>
      <p:ext uri="{BB962C8B-B14F-4D97-AF65-F5344CB8AC3E}">
        <p14:creationId xmlns:p14="http://schemas.microsoft.com/office/powerpoint/2010/main" val="42756887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18</a:t>
            </a:fld>
            <a:endParaRPr lang="en-US" dirty="0"/>
          </a:p>
        </p:txBody>
      </p:sp>
    </p:spTree>
    <p:extLst>
      <p:ext uri="{BB962C8B-B14F-4D97-AF65-F5344CB8AC3E}">
        <p14:creationId xmlns:p14="http://schemas.microsoft.com/office/powerpoint/2010/main" val="4680574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19</a:t>
            </a:fld>
            <a:endParaRPr lang="en-US" dirty="0"/>
          </a:p>
        </p:txBody>
      </p:sp>
    </p:spTree>
    <p:extLst>
      <p:ext uri="{BB962C8B-B14F-4D97-AF65-F5344CB8AC3E}">
        <p14:creationId xmlns:p14="http://schemas.microsoft.com/office/powerpoint/2010/main" val="503176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US" dirty="0"/>
              <a:t>What was wrong with the original algorithm?</a:t>
            </a:r>
          </a:p>
        </p:txBody>
      </p:sp>
      <p:sp>
        <p:nvSpPr>
          <p:cNvPr id="4" name="Slide Number Placeholder 3"/>
          <p:cNvSpPr>
            <a:spLocks noGrp="1"/>
          </p:cNvSpPr>
          <p:nvPr>
            <p:ph type="sldNum" sz="quarter" idx="10"/>
          </p:nvPr>
        </p:nvSpPr>
        <p:spPr/>
        <p:txBody>
          <a:bodyPr/>
          <a:lstStyle/>
          <a:p>
            <a:fld id="{B0FCC8D5-6D68-A443-97C0-91AE5977134B}" type="slidenum">
              <a:rPr lang="en-US" smtClean="0"/>
              <a:pPr/>
              <a:t>20</a:t>
            </a:fld>
            <a:endParaRPr lang="en-US" dirty="0"/>
          </a:p>
        </p:txBody>
      </p:sp>
    </p:spTree>
    <p:extLst>
      <p:ext uri="{BB962C8B-B14F-4D97-AF65-F5344CB8AC3E}">
        <p14:creationId xmlns:p14="http://schemas.microsoft.com/office/powerpoint/2010/main" val="17905660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21</a:t>
            </a:fld>
            <a:endParaRPr lang="en-US" dirty="0"/>
          </a:p>
        </p:txBody>
      </p:sp>
    </p:spTree>
    <p:extLst>
      <p:ext uri="{BB962C8B-B14F-4D97-AF65-F5344CB8AC3E}">
        <p14:creationId xmlns:p14="http://schemas.microsoft.com/office/powerpoint/2010/main" val="10064444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22</a:t>
            </a:fld>
            <a:endParaRPr lang="en-US" dirty="0"/>
          </a:p>
        </p:txBody>
      </p:sp>
    </p:spTree>
    <p:extLst>
      <p:ext uri="{BB962C8B-B14F-4D97-AF65-F5344CB8AC3E}">
        <p14:creationId xmlns:p14="http://schemas.microsoft.com/office/powerpoint/2010/main" val="133206029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23</a:t>
            </a:fld>
            <a:endParaRPr lang="en-US" dirty="0"/>
          </a:p>
        </p:txBody>
      </p:sp>
    </p:spTree>
    <p:extLst>
      <p:ext uri="{BB962C8B-B14F-4D97-AF65-F5344CB8AC3E}">
        <p14:creationId xmlns:p14="http://schemas.microsoft.com/office/powerpoint/2010/main" val="35998000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24</a:t>
            </a:fld>
            <a:endParaRPr lang="en-US" dirty="0"/>
          </a:p>
        </p:txBody>
      </p:sp>
    </p:spTree>
    <p:extLst>
      <p:ext uri="{BB962C8B-B14F-4D97-AF65-F5344CB8AC3E}">
        <p14:creationId xmlns:p14="http://schemas.microsoft.com/office/powerpoint/2010/main" val="23890193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25</a:t>
            </a:fld>
            <a:endParaRPr lang="en-US" dirty="0"/>
          </a:p>
        </p:txBody>
      </p:sp>
    </p:spTree>
    <p:extLst>
      <p:ext uri="{BB962C8B-B14F-4D97-AF65-F5344CB8AC3E}">
        <p14:creationId xmlns:p14="http://schemas.microsoft.com/office/powerpoint/2010/main" val="603167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26</a:t>
            </a:fld>
            <a:endParaRPr lang="en-US" dirty="0"/>
          </a:p>
        </p:txBody>
      </p:sp>
    </p:spTree>
    <p:extLst>
      <p:ext uri="{BB962C8B-B14F-4D97-AF65-F5344CB8AC3E}">
        <p14:creationId xmlns:p14="http://schemas.microsoft.com/office/powerpoint/2010/main" val="40094188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B0FCC8D5-6D68-A443-97C0-91AE5977134B}" type="slidenum">
              <a:rPr lang="en-US" smtClean="0"/>
              <a:pPr/>
              <a:t>27</a:t>
            </a:fld>
            <a:endParaRPr lang="en-US" dirty="0"/>
          </a:p>
        </p:txBody>
      </p:sp>
    </p:spTree>
    <p:extLst>
      <p:ext uri="{BB962C8B-B14F-4D97-AF65-F5344CB8AC3E}">
        <p14:creationId xmlns:p14="http://schemas.microsoft.com/office/powerpoint/2010/main" val="29389531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p:nvPr>
        </p:nvSpPr>
        <p:spPr>
          <a:xfrm>
            <a:off x="3512343" y="5922140"/>
            <a:ext cx="5167313" cy="518795"/>
          </a:xfrm>
        </p:spPr>
        <p:txBody>
          <a:bodyPr>
            <a:noAutofit/>
          </a:bodyPr>
          <a:lstStyle>
            <a:lvl1pPr marL="0" indent="0" algn="ctr">
              <a:buNone/>
              <a:defRPr sz="1800" spc="300">
                <a:solidFill>
                  <a:schemeClr val="tx1"/>
                </a:solidFill>
              </a:defRPr>
            </a:lvl1pPr>
            <a:lvl2pPr marL="457200" indent="0">
              <a:buNone/>
              <a:defRPr/>
            </a:lvl2pPr>
          </a:lstStyle>
          <a:p>
            <a:pPr lvl="0"/>
            <a:r>
              <a:rPr lang="en-US"/>
              <a:t>Click to edit Master text styles</a:t>
            </a:r>
          </a:p>
        </p:txBody>
      </p:sp>
      <p:sp>
        <p:nvSpPr>
          <p:cNvPr id="7" name="Text Placeholder 6">
            <a:extLst>
              <a:ext uri="{FF2B5EF4-FFF2-40B4-BE49-F238E27FC236}">
                <a16:creationId xmlns:a16="http://schemas.microsoft.com/office/drawing/2014/main" id="{758235C5-25B1-4243-9762-4AAD3C08E8BE}"/>
              </a:ext>
            </a:extLst>
          </p:cNvPr>
          <p:cNvSpPr>
            <a:spLocks noGrp="1"/>
          </p:cNvSpPr>
          <p:nvPr>
            <p:ph type="body" idx="1" hasCustomPrompt="1"/>
          </p:nvPr>
        </p:nvSpPr>
        <p:spPr>
          <a:xfrm>
            <a:off x="4038600" y="3608511"/>
            <a:ext cx="4114800"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cap="all" baseline="0"/>
            </a:lvl1pPr>
          </a:lstStyle>
          <a:p>
            <a:r>
              <a:rPr lang="en-US" spc="300" dirty="0"/>
              <a:t>ANNUAL REVIEW</a:t>
            </a:r>
          </a:p>
        </p:txBody>
      </p:sp>
      <p:sp>
        <p:nvSpPr>
          <p:cNvPr id="2" name="Title 1">
            <a:extLst>
              <a:ext uri="{FF2B5EF4-FFF2-40B4-BE49-F238E27FC236}">
                <a16:creationId xmlns:a16="http://schemas.microsoft.com/office/drawing/2014/main" id="{298B2C6E-DB6F-4476-8E95-9F6EC79392FD}"/>
              </a:ext>
            </a:extLst>
          </p:cNvPr>
          <p:cNvSpPr>
            <a:spLocks noGrp="1"/>
          </p:cNvSpPr>
          <p:nvPr>
            <p:ph type="title" hasCustomPrompt="1"/>
          </p:nvPr>
        </p:nvSpPr>
        <p:spPr>
          <a:xfrm>
            <a:off x="350836" y="2445633"/>
            <a:ext cx="11490325" cy="823913"/>
          </a:xfrm>
        </p:spPr>
        <p:txBody>
          <a:bodyPr>
            <a:noAutofit/>
          </a:bodyPr>
          <a:lstStyle>
            <a:lvl1pPr>
              <a:lnSpc>
                <a:spcPct val="150000"/>
              </a:lnSpc>
              <a:spcBef>
                <a:spcPts val="1000"/>
              </a:spcBef>
              <a:defRPr sz="4000" cap="all" spc="300" baseline="0"/>
            </a:lvl1pPr>
          </a:lstStyle>
          <a:p>
            <a:r>
              <a:rPr lang="en-US" dirty="0"/>
              <a:t>Click to edit Master TEXT styles</a:t>
            </a:r>
          </a:p>
        </p:txBody>
      </p:sp>
    </p:spTree>
    <p:extLst>
      <p:ext uri="{BB962C8B-B14F-4D97-AF65-F5344CB8AC3E}">
        <p14:creationId xmlns:p14="http://schemas.microsoft.com/office/powerpoint/2010/main" val="318230312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58000"/>
          </a:xfrm>
          <a:prstGeom prst="parallelogram">
            <a:avLst/>
          </a:prstGeom>
          <a:effectLst/>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7C83D428-B974-43F4-9246-0A2EECA11A5B}"/>
              </a:ext>
            </a:extLst>
          </p:cNvPr>
          <p:cNvSpPr>
            <a:spLocks noGrp="1"/>
          </p:cNvSpPr>
          <p:nvPr>
            <p:ph type="title" hasCustomPrompt="1"/>
          </p:nvPr>
        </p:nvSpPr>
        <p:spPr>
          <a:xfrm>
            <a:off x="7068819" y="642927"/>
            <a:ext cx="4846320" cy="1435947"/>
          </a:xfrm>
        </p:spPr>
        <p:txBody>
          <a:bodyPr anchor="t">
            <a:noAutofit/>
          </a:bodyPr>
          <a:lstStyle>
            <a:lvl1pPr algn="l">
              <a:lnSpc>
                <a:spcPct val="150000"/>
              </a:lnSpc>
              <a:spcBef>
                <a:spcPts val="1000"/>
              </a:spcBef>
              <a:defRPr sz="5400" baseline="0"/>
            </a:lvl1pPr>
          </a:lstStyle>
          <a:p>
            <a:r>
              <a:rPr lang="en-US" dirty="0"/>
              <a:t>Title</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
        <p:nvSpPr>
          <p:cNvPr id="13" name="Text Placeholder 12">
            <a:extLst>
              <a:ext uri="{FF2B5EF4-FFF2-40B4-BE49-F238E27FC236}">
                <a16:creationId xmlns:a16="http://schemas.microsoft.com/office/drawing/2014/main" id="{9D00A38D-CFE8-4333-B9D2-D3E7EACA4F0E}"/>
              </a:ext>
            </a:extLst>
          </p:cNvPr>
          <p:cNvSpPr>
            <a:spLocks noGrp="1"/>
          </p:cNvSpPr>
          <p:nvPr>
            <p:ph type="body" sz="quarter" idx="15" hasCustomPrompt="1"/>
          </p:nvPr>
        </p:nvSpPr>
        <p:spPr>
          <a:xfrm>
            <a:off x="7068820" y="2078875"/>
            <a:ext cx="4114800" cy="3798888"/>
          </a:xfrm>
        </p:spPr>
        <p:txBody>
          <a:bodyPr>
            <a:noAutofit/>
          </a:bodyPr>
          <a:lstStyle>
            <a:lvl1pPr marL="0" indent="0">
              <a:buNone/>
              <a:defRPr sz="1800" spc="300"/>
            </a:lvl1pPr>
          </a:lstStyle>
          <a:p>
            <a:pPr lvl="0"/>
            <a:r>
              <a:rPr lang="en-US" dirty="0"/>
              <a:t>CLICK TO EDIT MASTER TEXT STYLES</a:t>
            </a:r>
          </a:p>
        </p:txBody>
      </p:sp>
      <p:sp>
        <p:nvSpPr>
          <p:cNvPr id="3" name="Rectangle 2">
            <a:extLst>
              <a:ext uri="{FF2B5EF4-FFF2-40B4-BE49-F238E27FC236}">
                <a16:creationId xmlns:a16="http://schemas.microsoft.com/office/drawing/2014/main" id="{1AA8588E-221D-4931-A290-C5C4184435AD}"/>
              </a:ext>
              <a:ext uri="{C183D7F6-B498-43B3-948B-1728B52AA6E4}">
                <adec:decorative xmlns:adec="http://schemas.microsoft.com/office/drawing/2017/decorative" val="1"/>
              </a:ext>
            </a:extLst>
          </p:cNvPr>
          <p:cNvSpPr/>
          <p:nvPr userDrawn="1"/>
        </p:nvSpPr>
        <p:spPr>
          <a:xfrm>
            <a:off x="7068820"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629115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5539E44-E270-49B4-8B0A-07870325AA91}"/>
              </a:ext>
            </a:extLst>
          </p:cNvPr>
          <p:cNvSpPr>
            <a:spLocks noGrp="1"/>
          </p:cNvSpPr>
          <p:nvPr>
            <p:ph type="body" sz="quarter" idx="16" hasCustomPrompt="1"/>
          </p:nvPr>
        </p:nvSpPr>
        <p:spPr>
          <a:xfrm>
            <a:off x="6225539" y="1546138"/>
            <a:ext cx="4023360" cy="464871"/>
          </a:xfr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lvl1pPr marL="0" indent="0" algn="ctr">
              <a:lnSpc>
                <a:spcPct val="100000"/>
              </a:lnSpc>
              <a:spcBef>
                <a:spcPts val="0"/>
              </a:spcBef>
              <a:buNone/>
              <a:defRPr lang="en-US" sz="1400" spc="300" baseline="0" dirty="0">
                <a:solidFill>
                  <a:schemeClr val="lt1"/>
                </a:solidFill>
              </a:defRPr>
            </a:lvl1pPr>
          </a:lstStyle>
          <a:p>
            <a:pPr marL="0" lvl="0" algn="ctr"/>
            <a:r>
              <a:rPr lang="en-US" dirty="0"/>
              <a:t>CLICK TO EDIT MASTER TEXT STYLES</a:t>
            </a:r>
          </a:p>
        </p:txBody>
      </p:sp>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46932"/>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2799617"/>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2" name="Title 1">
            <a:extLst>
              <a:ext uri="{FF2B5EF4-FFF2-40B4-BE49-F238E27FC236}">
                <a16:creationId xmlns:a16="http://schemas.microsoft.com/office/drawing/2014/main" id="{3CB0E4A3-5566-43FE-A59F-2C4F4FE7F32A}"/>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2478327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Brea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912AA41C-A030-4521-8130-6A8E4543F277}"/>
              </a:ext>
            </a:extLst>
          </p:cNvPr>
          <p:cNvSpPr>
            <a:spLocks noGrp="1"/>
          </p:cNvSpPr>
          <p:nvPr>
            <p:ph type="pic" sz="quarter" idx="13"/>
          </p:nvPr>
        </p:nvSpPr>
        <p:spPr>
          <a:xfrm>
            <a:off x="0" y="0"/>
            <a:ext cx="6096000" cy="6867922"/>
          </a:xfrm>
          <a:custGeom>
            <a:avLst/>
            <a:gdLst>
              <a:gd name="connsiteX0" fmla="*/ 0 w 6096000"/>
              <a:gd name="connsiteY0" fmla="*/ 0 h 6858000"/>
              <a:gd name="connsiteX1" fmla="*/ 6096000 w 6096000"/>
              <a:gd name="connsiteY1" fmla="*/ 0 h 6858000"/>
              <a:gd name="connsiteX2" fmla="*/ 6096000 w 6096000"/>
              <a:gd name="connsiteY2" fmla="*/ 6858000 h 6858000"/>
              <a:gd name="connsiteX3" fmla="*/ 0 w 6096000"/>
              <a:gd name="connsiteY3" fmla="*/ 6858000 h 6858000"/>
              <a:gd name="connsiteX4" fmla="*/ 0 w 6096000"/>
              <a:gd name="connsiteY4" fmla="*/ 0 h 6858000"/>
              <a:gd name="connsiteX0" fmla="*/ 0 w 6096000"/>
              <a:gd name="connsiteY0" fmla="*/ 0 h 6858000"/>
              <a:gd name="connsiteX1" fmla="*/ 6096000 w 6096000"/>
              <a:gd name="connsiteY1" fmla="*/ 0 h 6858000"/>
              <a:gd name="connsiteX2" fmla="*/ 4242487 w 6096000"/>
              <a:gd name="connsiteY2" fmla="*/ 6833286 h 6858000"/>
              <a:gd name="connsiteX3" fmla="*/ 0 w 6096000"/>
              <a:gd name="connsiteY3" fmla="*/ 6858000 h 6858000"/>
              <a:gd name="connsiteX4" fmla="*/ 0 w 6096000"/>
              <a:gd name="connsiteY4" fmla="*/ 0 h 6858000"/>
              <a:gd name="connsiteX0" fmla="*/ 0 w 6096000"/>
              <a:gd name="connsiteY0" fmla="*/ 0 h 6867922"/>
              <a:gd name="connsiteX1" fmla="*/ 6096000 w 6096000"/>
              <a:gd name="connsiteY1" fmla="*/ 0 h 6867922"/>
              <a:gd name="connsiteX2" fmla="*/ 4228633 w 6096000"/>
              <a:gd name="connsiteY2" fmla="*/ 6867922 h 6867922"/>
              <a:gd name="connsiteX3" fmla="*/ 0 w 6096000"/>
              <a:gd name="connsiteY3" fmla="*/ 6858000 h 6867922"/>
              <a:gd name="connsiteX4" fmla="*/ 0 w 6096000"/>
              <a:gd name="connsiteY4" fmla="*/ 0 h 686792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6000" h="6867922">
                <a:moveTo>
                  <a:pt x="0" y="0"/>
                </a:moveTo>
                <a:lnTo>
                  <a:pt x="6096000" y="0"/>
                </a:lnTo>
                <a:lnTo>
                  <a:pt x="4228633" y="6867922"/>
                </a:lnTo>
                <a:lnTo>
                  <a:pt x="0" y="6858000"/>
                </a:lnTo>
                <a:lnTo>
                  <a:pt x="0" y="0"/>
                </a:lnTo>
                <a:close/>
              </a:path>
            </a:pathLst>
          </a:custGeom>
          <a:effectLst/>
        </p:spPr>
        <p:txBody>
          <a:bodyPr anchor="ctr"/>
          <a:lstStyle>
            <a:lvl1pPr marL="0" indent="0"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AABA725B-4BCB-1D48-9C5D-46706B18719E}"/>
              </a:ext>
            </a:extLst>
          </p:cNvPr>
          <p:cNvSpPr>
            <a:spLocks noGrp="1"/>
          </p:cNvSpPr>
          <p:nvPr>
            <p:ph type="title" hasCustomPrompt="1"/>
          </p:nvPr>
        </p:nvSpPr>
        <p:spPr>
          <a:xfrm>
            <a:off x="6096000" y="2262871"/>
            <a:ext cx="5251450" cy="1661297"/>
          </a:xfrm>
        </p:spPr>
        <p:txBody>
          <a:bodyPr anchor="b"/>
          <a:lstStyle>
            <a:lvl1pPr algn="l">
              <a:defRPr sz="6000" spc="300"/>
            </a:lvl1pPr>
          </a:lstStyle>
          <a:p>
            <a:r>
              <a:rPr lang="en-US" dirty="0"/>
              <a:t>CLICK TO EDIT MASTER TITLE</a:t>
            </a:r>
          </a:p>
        </p:txBody>
      </p:sp>
      <p:sp>
        <p:nvSpPr>
          <p:cNvPr id="3" name="Text Placeholder 2">
            <a:extLst>
              <a:ext uri="{FF2B5EF4-FFF2-40B4-BE49-F238E27FC236}">
                <a16:creationId xmlns:a16="http://schemas.microsoft.com/office/drawing/2014/main" id="{893C356F-E483-4AFD-856C-13BB8E8A5605}"/>
              </a:ext>
            </a:extLst>
          </p:cNvPr>
          <p:cNvSpPr>
            <a:spLocks noGrp="1"/>
          </p:cNvSpPr>
          <p:nvPr>
            <p:ph type="body" idx="1" hasCustomPrompt="1"/>
          </p:nvPr>
        </p:nvSpPr>
        <p:spPr>
          <a:xfrm>
            <a:off x="6096000" y="4378134"/>
            <a:ext cx="5251450" cy="36512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chor="ctr">
            <a:noAutofit/>
          </a:bodyPr>
          <a:lstStyle>
            <a:lvl1pPr marL="0" indent="0" algn="ctr">
              <a:lnSpc>
                <a:spcPct val="100000"/>
              </a:lnSpc>
              <a:buNone/>
              <a:defRPr sz="1400" cap="all" spc="600" baseline="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EDIT MASTER TEXT STYLES</a:t>
            </a:r>
          </a:p>
        </p:txBody>
      </p:sp>
      <p:sp>
        <p:nvSpPr>
          <p:cNvPr id="5" name="Footer Placeholder 4">
            <a:extLst>
              <a:ext uri="{FF2B5EF4-FFF2-40B4-BE49-F238E27FC236}">
                <a16:creationId xmlns:a16="http://schemas.microsoft.com/office/drawing/2014/main" id="{BC79732E-D749-40DD-8365-05028518765D}"/>
              </a:ext>
            </a:extLst>
          </p:cNvPr>
          <p:cNvSpPr>
            <a:spLocks noGrp="1"/>
          </p:cNvSpPr>
          <p:nvPr>
            <p:ph type="ftr" sz="quarter" idx="11"/>
          </p:nvPr>
        </p:nvSpPr>
        <p:spPr/>
        <p:txBody>
          <a:bodyPr/>
          <a:lstStyle/>
          <a:p>
            <a:r>
              <a:rPr lang="en-US" dirty="0"/>
              <a:t>Add a footer</a:t>
            </a:r>
          </a:p>
        </p:txBody>
      </p:sp>
      <p:sp>
        <p:nvSpPr>
          <p:cNvPr id="6" name="Slide Number Placeholder 5">
            <a:extLst>
              <a:ext uri="{FF2B5EF4-FFF2-40B4-BE49-F238E27FC236}">
                <a16:creationId xmlns:a16="http://schemas.microsoft.com/office/drawing/2014/main" id="{88F55E23-C4CC-4E9B-80F4-C4BEA6E2DD84}"/>
              </a:ext>
            </a:extLst>
          </p:cNvPr>
          <p:cNvSpPr>
            <a:spLocks noGrp="1"/>
          </p:cNvSpPr>
          <p:nvPr>
            <p:ph type="sldNum" sz="quarter" idx="12"/>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52890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074E6-E39E-4D19-B91F-8E84F37CBF3C}"/>
              </a:ext>
            </a:extLst>
          </p:cNvPr>
          <p:cNvSpPr>
            <a:spLocks noGrp="1"/>
          </p:cNvSpPr>
          <p:nvPr>
            <p:ph type="title" hasCustomPrompt="1"/>
          </p:nvPr>
        </p:nvSpPr>
        <p:spPr>
          <a:xfrm>
            <a:off x="7792279" y="365125"/>
            <a:ext cx="4018722" cy="573989"/>
          </a:xfrm>
        </p:spPr>
        <p:txBody>
          <a:bodyPr lIns="0" rIns="0">
            <a:noAutofit/>
          </a:bodyPr>
          <a:lstStyle>
            <a:lvl1pPr algn="l">
              <a:defRPr sz="3200" spc="300"/>
            </a:lvl1pPr>
          </a:lstStyle>
          <a:p>
            <a:r>
              <a:rPr lang="en-US" dirty="0"/>
              <a:t>SLIDE TITLE HERE</a:t>
            </a:r>
          </a:p>
        </p:txBody>
      </p:sp>
      <p:sp>
        <p:nvSpPr>
          <p:cNvPr id="3" name="Content Placeholder 2">
            <a:extLst>
              <a:ext uri="{FF2B5EF4-FFF2-40B4-BE49-F238E27FC236}">
                <a16:creationId xmlns:a16="http://schemas.microsoft.com/office/drawing/2014/main" id="{607D1B16-7058-45AD-9B19-E19CAF96683B}"/>
              </a:ext>
            </a:extLst>
          </p:cNvPr>
          <p:cNvSpPr>
            <a:spLocks noGrp="1"/>
          </p:cNvSpPr>
          <p:nvPr>
            <p:ph idx="1"/>
          </p:nvPr>
        </p:nvSpPr>
        <p:spPr>
          <a:xfrm>
            <a:off x="7792279" y="1263841"/>
            <a:ext cx="4018722" cy="4636392"/>
          </a:xfrm>
        </p:spPr>
        <p:txBody>
          <a:bodyPr lIns="0" rIns="0">
            <a:noAutofit/>
          </a:bodyPr>
          <a:lstStyle>
            <a:lvl1pPr>
              <a:lnSpc>
                <a:spcPct val="150000"/>
              </a:lnSpc>
              <a:spcBef>
                <a:spcPts val="500"/>
              </a:spcBef>
              <a:defRPr sz="1600"/>
            </a:lvl1pPr>
            <a:lvl2pPr>
              <a:lnSpc>
                <a:spcPct val="150000"/>
              </a:lnSpc>
              <a:spcBef>
                <a:spcPts val="500"/>
              </a:spcBef>
              <a:defRPr sz="1400"/>
            </a:lvl2pPr>
            <a:lvl3pPr>
              <a:lnSpc>
                <a:spcPct val="150000"/>
              </a:lnSpc>
              <a:spcBef>
                <a:spcPts val="500"/>
              </a:spcBef>
              <a:defRPr sz="1400"/>
            </a:lvl3pPr>
            <a:lvl4pPr>
              <a:lnSpc>
                <a:spcPct val="150000"/>
              </a:lnSpc>
              <a:spcBef>
                <a:spcPts val="500"/>
              </a:spcBef>
              <a:defRPr sz="1200"/>
            </a:lvl4pPr>
            <a:lvl5pPr>
              <a:lnSpc>
                <a:spcPct val="150000"/>
              </a:lnSpc>
              <a:spcBef>
                <a:spcPts val="500"/>
              </a:spcBef>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9" name="Slide Number Placeholder 5">
            <a:extLst>
              <a:ext uri="{FF2B5EF4-FFF2-40B4-BE49-F238E27FC236}">
                <a16:creationId xmlns:a16="http://schemas.microsoft.com/office/drawing/2014/main" id="{3DEB48E0-328C-45EE-A8BD-90E6AB26108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noAutofit/>
          </a:bodyP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5" name="Picture Placeholder 4">
            <a:extLst>
              <a:ext uri="{FF2B5EF4-FFF2-40B4-BE49-F238E27FC236}">
                <a16:creationId xmlns:a16="http://schemas.microsoft.com/office/drawing/2014/main" id="{D7CA175D-816E-4F70-96CC-8A1FD0EB16CE}"/>
              </a:ext>
            </a:extLst>
          </p:cNvPr>
          <p:cNvSpPr>
            <a:spLocks noGrp="1"/>
          </p:cNvSpPr>
          <p:nvPr>
            <p:ph type="pic" sz="quarter" idx="14"/>
          </p:nvPr>
        </p:nvSpPr>
        <p:spPr>
          <a:xfrm>
            <a:off x="736600" y="365125"/>
            <a:ext cx="2997200" cy="1781979"/>
          </a:xfrm>
        </p:spPr>
        <p:txBody>
          <a:bodyPr>
            <a:noAutofit/>
          </a:bodyPr>
          <a:lstStyle/>
          <a:p>
            <a:r>
              <a:rPr lang="en-US"/>
              <a:t>Click icon to add picture</a:t>
            </a:r>
            <a:endParaRPr lang="en-US" dirty="0"/>
          </a:p>
        </p:txBody>
      </p:sp>
      <p:sp>
        <p:nvSpPr>
          <p:cNvPr id="9" name="Picture Placeholder 4">
            <a:extLst>
              <a:ext uri="{FF2B5EF4-FFF2-40B4-BE49-F238E27FC236}">
                <a16:creationId xmlns:a16="http://schemas.microsoft.com/office/drawing/2014/main" id="{323519C8-24DE-471D-85A9-7A8AFACEC456}"/>
              </a:ext>
            </a:extLst>
          </p:cNvPr>
          <p:cNvSpPr>
            <a:spLocks noGrp="1"/>
          </p:cNvSpPr>
          <p:nvPr>
            <p:ph type="pic" sz="quarter" idx="15"/>
          </p:nvPr>
        </p:nvSpPr>
        <p:spPr>
          <a:xfrm>
            <a:off x="4051300" y="365125"/>
            <a:ext cx="2997200" cy="1781979"/>
          </a:xfrm>
        </p:spPr>
        <p:txBody>
          <a:bodyPr>
            <a:noAutofit/>
          </a:bodyPr>
          <a:lstStyle/>
          <a:p>
            <a:r>
              <a:rPr lang="en-US"/>
              <a:t>Click icon to add picture</a:t>
            </a:r>
            <a:endParaRPr lang="en-US" dirty="0"/>
          </a:p>
        </p:txBody>
      </p:sp>
      <p:sp>
        <p:nvSpPr>
          <p:cNvPr id="10" name="Picture Placeholder 4">
            <a:extLst>
              <a:ext uri="{FF2B5EF4-FFF2-40B4-BE49-F238E27FC236}">
                <a16:creationId xmlns:a16="http://schemas.microsoft.com/office/drawing/2014/main" id="{547F0F1E-7AF5-4B76-928C-7B28010C4F93}"/>
              </a:ext>
            </a:extLst>
          </p:cNvPr>
          <p:cNvSpPr>
            <a:spLocks noGrp="1"/>
          </p:cNvSpPr>
          <p:nvPr>
            <p:ph type="pic" sz="quarter" idx="16"/>
          </p:nvPr>
        </p:nvSpPr>
        <p:spPr>
          <a:xfrm>
            <a:off x="736600" y="2422525"/>
            <a:ext cx="2997200" cy="1781979"/>
          </a:xfrm>
        </p:spPr>
        <p:txBody>
          <a:bodyPr>
            <a:noAutofit/>
          </a:bodyPr>
          <a:lstStyle/>
          <a:p>
            <a:r>
              <a:rPr lang="en-US"/>
              <a:t>Click icon to add picture</a:t>
            </a:r>
            <a:endParaRPr lang="en-US" dirty="0"/>
          </a:p>
        </p:txBody>
      </p:sp>
      <p:sp>
        <p:nvSpPr>
          <p:cNvPr id="11" name="Picture Placeholder 4">
            <a:extLst>
              <a:ext uri="{FF2B5EF4-FFF2-40B4-BE49-F238E27FC236}">
                <a16:creationId xmlns:a16="http://schemas.microsoft.com/office/drawing/2014/main" id="{063D0E8E-9491-4AF0-918D-A0B782C5FD68}"/>
              </a:ext>
            </a:extLst>
          </p:cNvPr>
          <p:cNvSpPr>
            <a:spLocks noGrp="1"/>
          </p:cNvSpPr>
          <p:nvPr>
            <p:ph type="pic" sz="quarter" idx="17"/>
          </p:nvPr>
        </p:nvSpPr>
        <p:spPr>
          <a:xfrm>
            <a:off x="4051300" y="2422525"/>
            <a:ext cx="2997200" cy="1781979"/>
          </a:xfrm>
        </p:spPr>
        <p:txBody>
          <a:bodyPr>
            <a:noAutofit/>
          </a:bodyPr>
          <a:lstStyle/>
          <a:p>
            <a:r>
              <a:rPr lang="en-US"/>
              <a:t>Click icon to add picture</a:t>
            </a:r>
            <a:endParaRPr lang="en-US" dirty="0"/>
          </a:p>
        </p:txBody>
      </p:sp>
      <p:sp>
        <p:nvSpPr>
          <p:cNvPr id="12" name="Picture Placeholder 4">
            <a:extLst>
              <a:ext uri="{FF2B5EF4-FFF2-40B4-BE49-F238E27FC236}">
                <a16:creationId xmlns:a16="http://schemas.microsoft.com/office/drawing/2014/main" id="{042F54CB-9200-4D74-968A-0A3E5871D9E5}"/>
              </a:ext>
            </a:extLst>
          </p:cNvPr>
          <p:cNvSpPr>
            <a:spLocks noGrp="1"/>
          </p:cNvSpPr>
          <p:nvPr>
            <p:ph type="pic" sz="quarter" idx="18"/>
          </p:nvPr>
        </p:nvSpPr>
        <p:spPr>
          <a:xfrm>
            <a:off x="736600" y="4479925"/>
            <a:ext cx="2997200" cy="1781979"/>
          </a:xfrm>
        </p:spPr>
        <p:txBody>
          <a:bodyPr>
            <a:noAutofit/>
          </a:bodyPr>
          <a:lstStyle/>
          <a:p>
            <a:r>
              <a:rPr lang="en-US"/>
              <a:t>Click icon to add picture</a:t>
            </a:r>
            <a:endParaRPr lang="en-US" dirty="0"/>
          </a:p>
        </p:txBody>
      </p:sp>
      <p:sp>
        <p:nvSpPr>
          <p:cNvPr id="13" name="Picture Placeholder 4">
            <a:extLst>
              <a:ext uri="{FF2B5EF4-FFF2-40B4-BE49-F238E27FC236}">
                <a16:creationId xmlns:a16="http://schemas.microsoft.com/office/drawing/2014/main" id="{1D925119-27E3-496E-86BC-23416F94FB61}"/>
              </a:ext>
            </a:extLst>
          </p:cNvPr>
          <p:cNvSpPr>
            <a:spLocks noGrp="1"/>
          </p:cNvSpPr>
          <p:nvPr>
            <p:ph type="pic" sz="quarter" idx="19"/>
          </p:nvPr>
        </p:nvSpPr>
        <p:spPr>
          <a:xfrm>
            <a:off x="4051300" y="4479925"/>
            <a:ext cx="2997200" cy="1781979"/>
          </a:xfrm>
        </p:spPr>
        <p:txBody>
          <a:bodyPr>
            <a:noAutofit/>
          </a:bodyPr>
          <a:lstStyle/>
          <a:p>
            <a:r>
              <a:rPr lang="en-US"/>
              <a:t>Click icon to add picture</a:t>
            </a:r>
            <a:endParaRPr lang="en-US" dirty="0"/>
          </a:p>
        </p:txBody>
      </p:sp>
      <p:sp>
        <p:nvSpPr>
          <p:cNvPr id="4" name="Rectangle 3">
            <a:extLst>
              <a:ext uri="{FF2B5EF4-FFF2-40B4-BE49-F238E27FC236}">
                <a16:creationId xmlns:a16="http://schemas.microsoft.com/office/drawing/2014/main" id="{9DF93AF7-D4DC-42B5-8A4F-B5F3ABBB031F}"/>
              </a:ext>
              <a:ext uri="{C183D7F6-B498-43B3-948B-1728B52AA6E4}">
                <adec:decorative xmlns:adec="http://schemas.microsoft.com/office/drawing/2017/decorative" val="1"/>
              </a:ext>
            </a:extLst>
          </p:cNvPr>
          <p:cNvSpPr/>
          <p:nvPr userDrawn="1"/>
        </p:nvSpPr>
        <p:spPr>
          <a:xfrm>
            <a:off x="7781678"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Tree>
    <p:extLst>
      <p:ext uri="{BB962C8B-B14F-4D97-AF65-F5344CB8AC3E}">
        <p14:creationId xmlns:p14="http://schemas.microsoft.com/office/powerpoint/2010/main" val="17539680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hart and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45D17-D652-4766-B11C-2E8D8390D957}"/>
              </a:ext>
            </a:extLst>
          </p:cNvPr>
          <p:cNvSpPr>
            <a:spLocks noGrp="1"/>
          </p:cNvSpPr>
          <p:nvPr>
            <p:ph type="title"/>
          </p:nvPr>
        </p:nvSpPr>
        <p:spPr>
          <a:xfrm>
            <a:off x="594519" y="767791"/>
            <a:ext cx="11002962" cy="823913"/>
          </a:xfrm>
        </p:spPr>
        <p:txBody>
          <a:bodyPr>
            <a:noAutofit/>
          </a:bodyPr>
          <a:lstStyle>
            <a:lvl1pPr>
              <a:defRPr sz="4800" spc="300"/>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6BC7A58C-70BA-43E5-BD90-83ADB63B0C00}"/>
              </a:ext>
            </a:extLst>
          </p:cNvPr>
          <p:cNvSpPr>
            <a:spLocks noGrp="1"/>
          </p:cNvSpPr>
          <p:nvPr>
            <p:ph type="ftr" sz="quarter" idx="10"/>
          </p:nvPr>
        </p:nvSpPr>
        <p:spPr/>
        <p:txBody>
          <a:bodyPr/>
          <a:lstStyle/>
          <a:p>
            <a:r>
              <a:rPr lang="en-US" dirty="0"/>
              <a:t>Add a footer</a:t>
            </a:r>
          </a:p>
        </p:txBody>
      </p:sp>
      <p:sp>
        <p:nvSpPr>
          <p:cNvPr id="4" name="Slide Number Placeholder 3">
            <a:extLst>
              <a:ext uri="{FF2B5EF4-FFF2-40B4-BE49-F238E27FC236}">
                <a16:creationId xmlns:a16="http://schemas.microsoft.com/office/drawing/2014/main" id="{0F8A60B7-2499-42C6-8A74-ACDAE245746D}"/>
              </a:ext>
            </a:extLst>
          </p:cNvPr>
          <p:cNvSpPr>
            <a:spLocks noGrp="1"/>
          </p:cNvSpPr>
          <p:nvPr>
            <p:ph type="sldNum" sz="quarter" idx="11"/>
          </p:nvPr>
        </p:nvSpPr>
        <p:spPr/>
        <p:txBody>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34526340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nchor="ctr"/>
          <a:lstStyle>
            <a:lvl1pPr marL="0" indent="0"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C179BAC-E989-4203-B9B4-66280365481B}"/>
              </a:ext>
            </a:extLst>
          </p:cNvPr>
          <p:cNvSpPr>
            <a:spLocks noGrp="1"/>
          </p:cNvSpPr>
          <p:nvPr>
            <p:ph type="title"/>
          </p:nvPr>
        </p:nvSpPr>
        <p:spPr>
          <a:xfrm>
            <a:off x="4038600" y="4607137"/>
            <a:ext cx="4114800" cy="421480"/>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a:defRPr sz="1400" spc="300" baseline="0">
                <a:latin typeface="+mn-lt"/>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60CCC81E-A013-4315-AD13-97BA3AA95596}"/>
              </a:ext>
            </a:extLst>
          </p:cNvPr>
          <p:cNvSpPr>
            <a:spLocks noGrp="1"/>
          </p:cNvSpPr>
          <p:nvPr>
            <p:ph type="body" sz="quarter" idx="11" hasCustomPrompt="1"/>
          </p:nvPr>
        </p:nvSpPr>
        <p:spPr>
          <a:xfrm>
            <a:off x="1478756" y="1569719"/>
            <a:ext cx="9234488" cy="2651443"/>
          </a:xfrm>
        </p:spPr>
        <p:txBody>
          <a:bodyPr>
            <a:noAutofit/>
          </a:bodyPr>
          <a:lstStyle>
            <a:lvl1pPr marL="0" indent="0" algn="ctr">
              <a:buNone/>
              <a:defRPr sz="3200"/>
            </a:lvl1pPr>
          </a:lstStyle>
          <a:p>
            <a:pPr lvl="0"/>
            <a:r>
              <a:rPr lang="en-US" dirty="0"/>
              <a:t>CLICK TO EDIT MASTER TEXT STYLES</a:t>
            </a:r>
          </a:p>
        </p:txBody>
      </p:sp>
    </p:spTree>
    <p:extLst>
      <p:ext uri="{BB962C8B-B14F-4D97-AF65-F5344CB8AC3E}">
        <p14:creationId xmlns:p14="http://schemas.microsoft.com/office/powerpoint/2010/main" val="79555376"/>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2 Column">
    <p:spTree>
      <p:nvGrpSpPr>
        <p:cNvPr id="1" name=""/>
        <p:cNvGrpSpPr/>
        <p:nvPr/>
      </p:nvGrpSpPr>
      <p:grpSpPr>
        <a:xfrm>
          <a:off x="0" y="0"/>
          <a:ext cx="0" cy="0"/>
          <a:chOff x="0" y="0"/>
          <a:chExt cx="0" cy="0"/>
        </a:xfrm>
      </p:grpSpPr>
      <p:sp>
        <p:nvSpPr>
          <p:cNvPr id="17" name="Title 2">
            <a:extLst>
              <a:ext uri="{FF2B5EF4-FFF2-40B4-BE49-F238E27FC236}">
                <a16:creationId xmlns:a16="http://schemas.microsoft.com/office/drawing/2014/main" id="{0EF11611-8537-47CC-87AC-2E25428B72BA}"/>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19" name="Picture Placeholder 17">
            <a:extLst>
              <a:ext uri="{FF2B5EF4-FFF2-40B4-BE49-F238E27FC236}">
                <a16:creationId xmlns:a16="http://schemas.microsoft.com/office/drawing/2014/main" id="{D1A63A52-1E65-414B-BBC3-D31F515791AC}"/>
              </a:ext>
            </a:extLst>
          </p:cNvPr>
          <p:cNvSpPr>
            <a:spLocks noGrp="1"/>
          </p:cNvSpPr>
          <p:nvPr>
            <p:ph type="pic" sz="quarter" idx="11"/>
          </p:nvPr>
        </p:nvSpPr>
        <p:spPr>
          <a:xfrm>
            <a:off x="6578601" y="1638300"/>
            <a:ext cx="5156200" cy="1892300"/>
          </a:xfrm>
        </p:spPr>
        <p:txBody>
          <a:bodyPr>
            <a:noAutofit/>
          </a:bodyPr>
          <a:lstStyle/>
          <a:p>
            <a:r>
              <a:rPr lang="en-US"/>
              <a:t>Click icon to add picture</a:t>
            </a:r>
            <a:endParaRPr lang="en-US" dirty="0"/>
          </a:p>
        </p:txBody>
      </p:sp>
      <p:sp>
        <p:nvSpPr>
          <p:cNvPr id="18" name="Picture Placeholder 17">
            <a:extLst>
              <a:ext uri="{FF2B5EF4-FFF2-40B4-BE49-F238E27FC236}">
                <a16:creationId xmlns:a16="http://schemas.microsoft.com/office/drawing/2014/main" id="{ED7E0E1A-1E64-4A9A-9C8B-69486BD1123B}"/>
              </a:ext>
            </a:extLst>
          </p:cNvPr>
          <p:cNvSpPr>
            <a:spLocks noGrp="1"/>
          </p:cNvSpPr>
          <p:nvPr>
            <p:ph type="pic" sz="quarter" idx="10"/>
          </p:nvPr>
        </p:nvSpPr>
        <p:spPr>
          <a:xfrm>
            <a:off x="469900" y="1638300"/>
            <a:ext cx="5156200" cy="1892300"/>
          </a:xfrm>
        </p:spPr>
        <p:txBody>
          <a:bodyPr>
            <a:noAutofit/>
          </a:bodyPr>
          <a:lstStyle/>
          <a:p>
            <a:r>
              <a:rPr lang="en-US"/>
              <a:t>Click icon to add picture</a:t>
            </a:r>
            <a:endParaRPr lang="en-US" dirty="0"/>
          </a:p>
        </p:txBody>
      </p:sp>
      <p:sp>
        <p:nvSpPr>
          <p:cNvPr id="10" name="Text Placeholder 3">
            <a:extLst>
              <a:ext uri="{FF2B5EF4-FFF2-40B4-BE49-F238E27FC236}">
                <a16:creationId xmlns:a16="http://schemas.microsoft.com/office/drawing/2014/main" id="{1E462965-19D7-4A65-B394-9AE76A5B4805}"/>
              </a:ext>
            </a:extLst>
          </p:cNvPr>
          <p:cNvSpPr>
            <a:spLocks noGrp="1"/>
          </p:cNvSpPr>
          <p:nvPr>
            <p:ph type="body" idx="1"/>
          </p:nvPr>
        </p:nvSpPr>
        <p:spPr>
          <a:xfrm>
            <a:off x="469107" y="3864355"/>
            <a:ext cx="5157787"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1" name="Content Placeholder 4">
            <a:extLst>
              <a:ext uri="{FF2B5EF4-FFF2-40B4-BE49-F238E27FC236}">
                <a16:creationId xmlns:a16="http://schemas.microsoft.com/office/drawing/2014/main" id="{FAEC14D1-0BEA-4D9A-9D96-A56B6A9B07AC}"/>
              </a:ext>
            </a:extLst>
          </p:cNvPr>
          <p:cNvSpPr>
            <a:spLocks noGrp="1"/>
          </p:cNvSpPr>
          <p:nvPr>
            <p:ph sz="half" idx="2"/>
          </p:nvPr>
        </p:nvSpPr>
        <p:spPr>
          <a:xfrm>
            <a:off x="469107" y="4531139"/>
            <a:ext cx="5157787"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12" name="Text Placeholder 5">
            <a:extLst>
              <a:ext uri="{FF2B5EF4-FFF2-40B4-BE49-F238E27FC236}">
                <a16:creationId xmlns:a16="http://schemas.microsoft.com/office/drawing/2014/main" id="{1507BB47-1AB4-42F2-99FF-453A0622B815}"/>
              </a:ext>
            </a:extLst>
          </p:cNvPr>
          <p:cNvSpPr>
            <a:spLocks noGrp="1"/>
          </p:cNvSpPr>
          <p:nvPr>
            <p:ph type="body" sz="quarter" idx="3"/>
          </p:nvPr>
        </p:nvSpPr>
        <p:spPr>
          <a:xfrm>
            <a:off x="6565107" y="3864355"/>
            <a:ext cx="5183188" cy="494506"/>
          </a:xfrm>
        </p:spPr>
        <p:txBody>
          <a:bodyPr>
            <a:noAutofit/>
          </a:bodyPr>
          <a:lstStyle>
            <a:lvl1pPr marL="0" indent="0">
              <a:buNone/>
              <a:defRPr sz="2400"/>
            </a:lvl1pPr>
          </a:lstStyle>
          <a:p>
            <a:pPr lvl="0"/>
            <a:r>
              <a:rPr lang="en-US" spc="300">
                <a:solidFill>
                  <a:schemeClr val="tx1"/>
                </a:solidFill>
              </a:rPr>
              <a:t>Click to edit Master text styles</a:t>
            </a:r>
          </a:p>
        </p:txBody>
      </p:sp>
      <p:sp>
        <p:nvSpPr>
          <p:cNvPr id="14" name="Content Placeholder 6">
            <a:extLst>
              <a:ext uri="{FF2B5EF4-FFF2-40B4-BE49-F238E27FC236}">
                <a16:creationId xmlns:a16="http://schemas.microsoft.com/office/drawing/2014/main" id="{438D6EEA-A0DB-4B5F-8F41-A9C1F2C094C0}"/>
              </a:ext>
            </a:extLst>
          </p:cNvPr>
          <p:cNvSpPr>
            <a:spLocks noGrp="1"/>
          </p:cNvSpPr>
          <p:nvPr>
            <p:ph sz="quarter" idx="4"/>
          </p:nvPr>
        </p:nvSpPr>
        <p:spPr>
          <a:xfrm>
            <a:off x="6565107" y="4531139"/>
            <a:ext cx="5183188" cy="2039144"/>
          </a:xfrm>
        </p:spPr>
        <p:txBody>
          <a:bodyPr>
            <a:noAutofit/>
          </a:bodyPr>
          <a:lstStyle/>
          <a:p>
            <a:pPr lvl="0">
              <a:lnSpc>
                <a:spcPct val="100000"/>
              </a:lnSpc>
              <a:buFont typeface="Wingdings" panose="05000000000000000000" pitchFamily="2" charset="2"/>
              <a:buChar char="§"/>
            </a:pPr>
            <a:r>
              <a:rPr lang="en-US" sz="1400">
                <a:solidFill>
                  <a:schemeClr val="tx1"/>
                </a:solidFill>
              </a:rPr>
              <a:t>Click to edit Master text styles</a:t>
            </a:r>
          </a:p>
        </p:txBody>
      </p:sp>
      <p:sp>
        <p:nvSpPr>
          <p:cNvPr id="20" name="Slide Number Placeholder 5">
            <a:extLst>
              <a:ext uri="{FF2B5EF4-FFF2-40B4-BE49-F238E27FC236}">
                <a16:creationId xmlns:a16="http://schemas.microsoft.com/office/drawing/2014/main" id="{A4909F59-7529-454A-A1EF-3CC1EADEFC1F}"/>
              </a:ext>
            </a:extLst>
          </p:cNvPr>
          <p:cNvSpPr>
            <a:spLocks noGrp="1"/>
          </p:cNvSpPr>
          <p:nvPr>
            <p:ph type="sldNum" sz="quarter" idx="12"/>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1270834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3 Column">
    <p:spTree>
      <p:nvGrpSpPr>
        <p:cNvPr id="1" name=""/>
        <p:cNvGrpSpPr/>
        <p:nvPr/>
      </p:nvGrpSpPr>
      <p:grpSpPr>
        <a:xfrm>
          <a:off x="0" y="0"/>
          <a:ext cx="0" cy="0"/>
          <a:chOff x="0" y="0"/>
          <a:chExt cx="0" cy="0"/>
        </a:xfrm>
      </p:grpSpPr>
      <p:sp>
        <p:nvSpPr>
          <p:cNvPr id="22" name="Title 2">
            <a:extLst>
              <a:ext uri="{FF2B5EF4-FFF2-40B4-BE49-F238E27FC236}">
                <a16:creationId xmlns:a16="http://schemas.microsoft.com/office/drawing/2014/main" id="{6186F91B-547E-43BC-9BCE-04619DAAFEC2}"/>
              </a:ext>
            </a:extLst>
          </p:cNvPr>
          <p:cNvSpPr>
            <a:spLocks noGrp="1"/>
          </p:cNvSpPr>
          <p:nvPr>
            <p:ph type="title"/>
          </p:nvPr>
        </p:nvSpPr>
        <p:spPr>
          <a:xfrm>
            <a:off x="594519" y="1"/>
            <a:ext cx="11002962" cy="1623218"/>
          </a:xfrm>
        </p:spPr>
        <p:txBody>
          <a:bodyPr anchor="ctr">
            <a:noAutofit/>
          </a:bodyPr>
          <a:lstStyle/>
          <a:p>
            <a:pPr algn="ctr"/>
            <a:r>
              <a:rPr lang="en-US" sz="4800"/>
              <a:t>Click to edit Master title style</a:t>
            </a:r>
            <a:endParaRPr lang="en-US" sz="4800" dirty="0"/>
          </a:p>
        </p:txBody>
      </p:sp>
      <p:sp>
        <p:nvSpPr>
          <p:cNvPr id="28" name="Text Placeholder 27">
            <a:extLst>
              <a:ext uri="{FF2B5EF4-FFF2-40B4-BE49-F238E27FC236}">
                <a16:creationId xmlns:a16="http://schemas.microsoft.com/office/drawing/2014/main" id="{D635DFA1-45D2-4EFE-8BB2-BE966346691E}"/>
              </a:ext>
            </a:extLst>
          </p:cNvPr>
          <p:cNvSpPr>
            <a:spLocks noGrp="1"/>
          </p:cNvSpPr>
          <p:nvPr>
            <p:ph type="body" sz="quarter" idx="13" hasCustomPrompt="1"/>
          </p:nvPr>
        </p:nvSpPr>
        <p:spPr>
          <a:xfrm>
            <a:off x="960121" y="3669506"/>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4" name="Picture Placeholder 23">
            <a:extLst>
              <a:ext uri="{FF2B5EF4-FFF2-40B4-BE49-F238E27FC236}">
                <a16:creationId xmlns:a16="http://schemas.microsoft.com/office/drawing/2014/main" id="{2F2918FE-A84E-4303-AEF3-4FD66CDD733E}"/>
              </a:ext>
            </a:extLst>
          </p:cNvPr>
          <p:cNvSpPr>
            <a:spLocks noGrp="1"/>
          </p:cNvSpPr>
          <p:nvPr>
            <p:ph type="pic" sz="quarter" idx="10"/>
          </p:nvPr>
        </p:nvSpPr>
        <p:spPr>
          <a:xfrm>
            <a:off x="960438" y="1624013"/>
            <a:ext cx="3108325" cy="1892300"/>
          </a:xfrm>
        </p:spPr>
        <p:txBody>
          <a:bodyPr>
            <a:noAutofit/>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E2401025-9BC9-4BDD-97DA-CA763CF846BB}"/>
              </a:ext>
            </a:extLst>
          </p:cNvPr>
          <p:cNvSpPr>
            <a:spLocks noGrp="1"/>
          </p:cNvSpPr>
          <p:nvPr>
            <p:ph type="pic" sz="quarter" idx="11"/>
          </p:nvPr>
        </p:nvSpPr>
        <p:spPr>
          <a:xfrm>
            <a:off x="4542155" y="1623219"/>
            <a:ext cx="3108325" cy="1892300"/>
          </a:xfrm>
        </p:spPr>
        <p:txBody>
          <a:bodyPr>
            <a:noAutofit/>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B7C4AAB6-897A-4ABD-AD50-2D86B197E914}"/>
              </a:ext>
            </a:extLst>
          </p:cNvPr>
          <p:cNvSpPr>
            <a:spLocks noGrp="1"/>
          </p:cNvSpPr>
          <p:nvPr>
            <p:ph type="pic" sz="quarter" idx="12"/>
          </p:nvPr>
        </p:nvSpPr>
        <p:spPr>
          <a:xfrm>
            <a:off x="8122920" y="1623219"/>
            <a:ext cx="3108325" cy="1892300"/>
          </a:xfrm>
        </p:spPr>
        <p:txBody>
          <a:bodyPr>
            <a:noAutofit/>
          </a:bodyPr>
          <a:lstStyle/>
          <a:p>
            <a:r>
              <a:rPr lang="en-US"/>
              <a:t>Click icon to add picture</a:t>
            </a:r>
            <a:endParaRPr lang="en-US" dirty="0"/>
          </a:p>
        </p:txBody>
      </p:sp>
      <p:sp>
        <p:nvSpPr>
          <p:cNvPr id="29" name="Text Placeholder 27">
            <a:extLst>
              <a:ext uri="{FF2B5EF4-FFF2-40B4-BE49-F238E27FC236}">
                <a16:creationId xmlns:a16="http://schemas.microsoft.com/office/drawing/2014/main" id="{790D65EC-6EB4-4594-91E9-5C3DE7C3BA89}"/>
              </a:ext>
            </a:extLst>
          </p:cNvPr>
          <p:cNvSpPr>
            <a:spLocks noGrp="1"/>
          </p:cNvSpPr>
          <p:nvPr>
            <p:ph type="body" sz="quarter" idx="14" hasCustomPrompt="1"/>
          </p:nvPr>
        </p:nvSpPr>
        <p:spPr>
          <a:xfrm>
            <a:off x="4541837"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0" name="Text Placeholder 27">
            <a:extLst>
              <a:ext uri="{FF2B5EF4-FFF2-40B4-BE49-F238E27FC236}">
                <a16:creationId xmlns:a16="http://schemas.microsoft.com/office/drawing/2014/main" id="{611CF730-D055-47C2-A626-299F429D41B2}"/>
              </a:ext>
            </a:extLst>
          </p:cNvPr>
          <p:cNvSpPr>
            <a:spLocks noGrp="1"/>
          </p:cNvSpPr>
          <p:nvPr>
            <p:ph type="body" sz="quarter" idx="15" hasCustomPrompt="1"/>
          </p:nvPr>
        </p:nvSpPr>
        <p:spPr>
          <a:xfrm>
            <a:off x="8122919" y="3681412"/>
            <a:ext cx="3108326" cy="2566988"/>
          </a:xfrm>
        </p:spPr>
        <p:txBody>
          <a:bodyPr>
            <a:noAutofit/>
          </a:bodyPr>
          <a:lstStyle>
            <a:lvl1pPr marL="0" indent="0">
              <a:buFont typeface="Wingdings" panose="05000000000000000000" pitchFamily="2" charset="2"/>
              <a:buNone/>
              <a:defRPr sz="2400" spc="300"/>
            </a:lvl1pPr>
            <a:lvl2pPr marL="685800" indent="-228600">
              <a:buFont typeface="Wingdings" panose="05000000000000000000" pitchFamily="2" charset="2"/>
              <a:buChar char="§"/>
              <a:defRPr/>
            </a:lvl2pPr>
            <a:lvl3pPr marL="1143000" indent="-228600">
              <a:buFont typeface="Wingdings" panose="05000000000000000000" pitchFamily="2" charset="2"/>
              <a:buChar char="§"/>
              <a:defRPr/>
            </a:lvl3pPr>
            <a:lvl4pPr marL="1600200" indent="-228600">
              <a:buFont typeface="Wingdings" panose="05000000000000000000" pitchFamily="2" charset="2"/>
              <a:buChar char="§"/>
              <a:defRPr/>
            </a:lvl4pPr>
            <a:lvl5pPr marL="2057400" indent="-228600">
              <a:buFont typeface="Wingdings" panose="05000000000000000000" pitchFamily="2" charset="2"/>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Slide Number Placeholder 5">
            <a:extLst>
              <a:ext uri="{FF2B5EF4-FFF2-40B4-BE49-F238E27FC236}">
                <a16:creationId xmlns:a16="http://schemas.microsoft.com/office/drawing/2014/main" id="{F09E06A6-BFDD-42BD-BA69-2CD3BEF0F73D}"/>
              </a:ext>
            </a:extLst>
          </p:cNvPr>
          <p:cNvSpPr>
            <a:spLocks noGrp="1"/>
          </p:cNvSpPr>
          <p:nvPr>
            <p:ph type="sldNum" sz="quarter" idx="16"/>
          </p:nvPr>
        </p:nvSpPr>
        <p:spPr>
          <a:xfrm>
            <a:off x="11549269" y="6468303"/>
            <a:ext cx="443948" cy="365125"/>
          </a:xfrm>
        </p:spPr>
        <p:txBody>
          <a:bodyPr>
            <a:noAutofit/>
          </a:bodyPr>
          <a:lstStyle/>
          <a:p>
            <a:fld id="{8C2E478F-E849-4A8C-AF1F-CBCC78A7CBFA}" type="slidenum">
              <a:rPr lang="en-US" smtClean="0"/>
              <a:t>‹#›</a:t>
            </a:fld>
            <a:endParaRPr lang="en-US" dirty="0"/>
          </a:p>
        </p:txBody>
      </p:sp>
    </p:spTree>
    <p:extLst>
      <p:ext uri="{BB962C8B-B14F-4D97-AF65-F5344CB8AC3E}">
        <p14:creationId xmlns:p14="http://schemas.microsoft.com/office/powerpoint/2010/main" val="4145592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86FE9B2-6286-484B-8943-95EE0B6B0267}"/>
              </a:ext>
            </a:extLst>
          </p:cNvPr>
          <p:cNvSpPr>
            <a:spLocks noGrp="1"/>
          </p:cNvSpPr>
          <p:nvPr>
            <p:ph type="pic" sz="quarter" idx="14"/>
          </p:nvPr>
        </p:nvSpPr>
        <p:spPr>
          <a:xfrm>
            <a:off x="0" y="0"/>
            <a:ext cx="5416550" cy="6858000"/>
          </a:xfrm>
          <a:effectLst/>
        </p:spPr>
        <p:txBody>
          <a:bodyPr anchor="ctr"/>
          <a:lstStyle>
            <a:lvl1pPr marL="0" indent="0" algn="ctr">
              <a:buNone/>
              <a:defRPr/>
            </a:lvl1pPr>
          </a:lstStyle>
          <a:p>
            <a:r>
              <a:rPr lang="en-US"/>
              <a:t>Click icon to add picture</a:t>
            </a:r>
            <a:endParaRPr lang="en-US" dirty="0"/>
          </a:p>
        </p:txBody>
      </p:sp>
      <p:sp>
        <p:nvSpPr>
          <p:cNvPr id="11" name="Slide Number Placeholder 5">
            <a:extLst>
              <a:ext uri="{FF2B5EF4-FFF2-40B4-BE49-F238E27FC236}">
                <a16:creationId xmlns:a16="http://schemas.microsoft.com/office/drawing/2014/main" id="{7D4E8708-8565-4A5B-9D9E-1D4F40EAF909}"/>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
        <p:nvSpPr>
          <p:cNvPr id="16" name="Content Placeholder 8">
            <a:extLst>
              <a:ext uri="{FF2B5EF4-FFF2-40B4-BE49-F238E27FC236}">
                <a16:creationId xmlns:a16="http://schemas.microsoft.com/office/drawing/2014/main" id="{42436126-0370-4532-A8AD-D20897982AD2}"/>
              </a:ext>
            </a:extLst>
          </p:cNvPr>
          <p:cNvSpPr>
            <a:spLocks noGrp="1"/>
          </p:cNvSpPr>
          <p:nvPr>
            <p:ph idx="1" hasCustomPrompt="1"/>
          </p:nvPr>
        </p:nvSpPr>
        <p:spPr>
          <a:xfrm>
            <a:off x="6096000" y="1661160"/>
            <a:ext cx="4646246" cy="2218585"/>
          </a:xfrm>
        </p:spPr>
        <p:txBody>
          <a:bodyPr>
            <a:noAutofit/>
          </a:bodyPr>
          <a:lstStyle>
            <a:lvl1pPr>
              <a:defRPr/>
            </a:lvl1pPr>
          </a:lstStyle>
          <a:p>
            <a:pPr marL="0" indent="0">
              <a:lnSpc>
                <a:spcPct val="100000"/>
              </a:lnSpc>
              <a:buNone/>
            </a:pPr>
            <a:r>
              <a:rPr lang="en-US" sz="1600" dirty="0">
                <a:cs typeface="Biome Light" panose="020B0303030204020804" pitchFamily="34" charset="0"/>
              </a:rPr>
              <a:t>Click to edit master text style.</a:t>
            </a:r>
          </a:p>
          <a:p>
            <a:pPr marL="0" indent="0">
              <a:buNone/>
            </a:pPr>
            <a:endParaRPr lang="en-US" dirty="0"/>
          </a:p>
        </p:txBody>
      </p:sp>
      <p:sp>
        <p:nvSpPr>
          <p:cNvPr id="17" name="Slide Number Placeholder 70">
            <a:extLst>
              <a:ext uri="{FF2B5EF4-FFF2-40B4-BE49-F238E27FC236}">
                <a16:creationId xmlns:a16="http://schemas.microsoft.com/office/drawing/2014/main" id="{AEC105AD-E933-4969-B038-0ABD6F013167}"/>
              </a:ext>
            </a:extLst>
          </p:cNvPr>
          <p:cNvSpPr txBox="1">
            <a:spLocks/>
          </p:cNvSpPr>
          <p:nvPr userDrawn="1"/>
        </p:nvSpPr>
        <p:spPr>
          <a:xfrm>
            <a:off x="11549269" y="6468303"/>
            <a:ext cx="443948"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C2E478F-E849-4A8C-AF1F-CBCC78A7CBFA}" type="slidenum">
              <a:rPr lang="en-US" smtClean="0"/>
              <a:pPr/>
              <a:t>‹#›</a:t>
            </a:fld>
            <a:endParaRPr lang="en-US" dirty="0"/>
          </a:p>
        </p:txBody>
      </p:sp>
      <p:sp>
        <p:nvSpPr>
          <p:cNvPr id="7" name="Title 1">
            <a:extLst>
              <a:ext uri="{FF2B5EF4-FFF2-40B4-BE49-F238E27FC236}">
                <a16:creationId xmlns:a16="http://schemas.microsoft.com/office/drawing/2014/main" id="{76CDEBF2-B5C9-4887-B717-81C3D1A73CA9}"/>
              </a:ext>
            </a:extLst>
          </p:cNvPr>
          <p:cNvSpPr>
            <a:spLocks noGrp="1"/>
          </p:cNvSpPr>
          <p:nvPr>
            <p:ph type="title"/>
          </p:nvPr>
        </p:nvSpPr>
        <p:spPr>
          <a:xfrm>
            <a:off x="6095999" y="612037"/>
            <a:ext cx="5897218" cy="884238"/>
          </a:xfrm>
        </p:spPr>
        <p:txBody>
          <a:bodyPr lIns="91440" rIns="91440" anchor="t">
            <a:noAutofit/>
          </a:bodyPr>
          <a:lstStyle>
            <a:lvl1pPr algn="l">
              <a:lnSpc>
                <a:spcPct val="150000"/>
              </a:lnSpc>
              <a:spcBef>
                <a:spcPts val="1000"/>
              </a:spcBef>
              <a:defRPr sz="3200">
                <a:solidFill>
                  <a:schemeClr val="tx1"/>
                </a:solidFill>
              </a:defRPr>
            </a:lvl1pPr>
          </a:lstStyle>
          <a:p>
            <a:r>
              <a:rPr lang="en-US"/>
              <a:t>Click to edit Master title style</a:t>
            </a:r>
            <a:endParaRPr lang="en-US" dirty="0"/>
          </a:p>
        </p:txBody>
      </p:sp>
      <p:sp>
        <p:nvSpPr>
          <p:cNvPr id="2" name="Rectangle 1">
            <a:extLst>
              <a:ext uri="{FF2B5EF4-FFF2-40B4-BE49-F238E27FC236}">
                <a16:creationId xmlns:a16="http://schemas.microsoft.com/office/drawing/2014/main" id="{016A7FA3-8C13-4E5A-88C4-4357C8ACD73E}"/>
              </a:ext>
              <a:ext uri="{C183D7F6-B498-43B3-948B-1728B52AA6E4}">
                <adec:decorative xmlns:adec="http://schemas.microsoft.com/office/drawing/2017/decorative" val="1"/>
              </a:ext>
            </a:extLst>
          </p:cNvPr>
          <p:cNvSpPr/>
          <p:nvPr userDrawn="1"/>
        </p:nvSpPr>
        <p:spPr>
          <a:xfrm>
            <a:off x="6107044"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1319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E635FD8-712D-4EE2-A5B6-3DD8DE9C25E9}"/>
              </a:ext>
            </a:extLst>
          </p:cNvPr>
          <p:cNvSpPr>
            <a:spLocks noGrp="1"/>
          </p:cNvSpPr>
          <p:nvPr>
            <p:ph type="pic" sz="quarter" idx="10"/>
          </p:nvPr>
        </p:nvSpPr>
        <p:spPr>
          <a:xfrm>
            <a:off x="0" y="0"/>
            <a:ext cx="12192000" cy="6858000"/>
          </a:xfrm>
        </p:spPr>
        <p:txBody>
          <a:bodyPr/>
          <a:lstStyle>
            <a:lvl1pPr marL="0" indent="0" algn="ctr">
              <a:buNone/>
              <a:defRPr/>
            </a:lvl1pPr>
          </a:lstStyle>
          <a:p>
            <a:r>
              <a:rPr lang="en-US"/>
              <a:t>Click icon to add picture</a:t>
            </a:r>
            <a:endParaRPr lang="en-US" dirty="0"/>
          </a:p>
        </p:txBody>
      </p:sp>
      <p:sp>
        <p:nvSpPr>
          <p:cNvPr id="6" name="Title 5">
            <a:extLst>
              <a:ext uri="{FF2B5EF4-FFF2-40B4-BE49-F238E27FC236}">
                <a16:creationId xmlns:a16="http://schemas.microsoft.com/office/drawing/2014/main" id="{D9074D0F-754F-4F2C-A410-F222D2D2346E}"/>
              </a:ext>
            </a:extLst>
          </p:cNvPr>
          <p:cNvSpPr>
            <a:spLocks noGrp="1"/>
          </p:cNvSpPr>
          <p:nvPr>
            <p:ph type="title" idx="4294967295"/>
          </p:nvPr>
        </p:nvSpPr>
        <p:spPr>
          <a:xfrm>
            <a:off x="702365" y="1660810"/>
            <a:ext cx="10787270" cy="830649"/>
          </a:xfrm>
        </p:spPr>
        <p:txBody>
          <a:bodyPr>
            <a:noAutofit/>
          </a:bodyPr>
          <a:lstStyle/>
          <a:p>
            <a:r>
              <a:rPr lang="en-US" sz="4000" spc="300"/>
              <a:t>Click to edit Master title style</a:t>
            </a:r>
            <a:endParaRPr lang="en-US" sz="4000" spc="300" dirty="0"/>
          </a:p>
        </p:txBody>
      </p:sp>
      <p:sp>
        <p:nvSpPr>
          <p:cNvPr id="14" name="Text Placeholder 13">
            <a:extLst>
              <a:ext uri="{FF2B5EF4-FFF2-40B4-BE49-F238E27FC236}">
                <a16:creationId xmlns:a16="http://schemas.microsoft.com/office/drawing/2014/main" id="{F80209DF-C4D9-43B8-AA05-F53619153042}"/>
              </a:ext>
            </a:extLst>
          </p:cNvPr>
          <p:cNvSpPr>
            <a:spLocks noGrp="1"/>
          </p:cNvSpPr>
          <p:nvPr>
            <p:ph type="body" sz="quarter" idx="12" hasCustomPrompt="1"/>
          </p:nvPr>
        </p:nvSpPr>
        <p:spPr>
          <a:xfrm>
            <a:off x="3512343" y="5137992"/>
            <a:ext cx="5167313" cy="518795"/>
          </a:xfrm>
          <a:gradFill flip="none" rotWithShape="1">
            <a:gsLst>
              <a:gs pos="0">
                <a:schemeClr val="accent5"/>
              </a:gs>
              <a:gs pos="100000">
                <a:schemeClr val="accent2">
                  <a:lumMod val="97000"/>
                  <a:lumOff val="3000"/>
                </a:schemeClr>
              </a:gs>
              <a:gs pos="50000">
                <a:schemeClr val="accent1"/>
              </a:gs>
            </a:gsLst>
            <a:lin ang="10800000" scaled="1"/>
            <a:tileRect/>
          </a:gradFill>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 MASTER TEXT STYLES</a:t>
            </a:r>
          </a:p>
        </p:txBody>
      </p:sp>
      <p:sp>
        <p:nvSpPr>
          <p:cNvPr id="31" name="Text Placeholder 13">
            <a:extLst>
              <a:ext uri="{FF2B5EF4-FFF2-40B4-BE49-F238E27FC236}">
                <a16:creationId xmlns:a16="http://schemas.microsoft.com/office/drawing/2014/main" id="{1D89734B-03E0-4ADE-8F62-C819F3E976D5}"/>
              </a:ext>
            </a:extLst>
          </p:cNvPr>
          <p:cNvSpPr>
            <a:spLocks noGrp="1"/>
          </p:cNvSpPr>
          <p:nvPr>
            <p:ph type="body" sz="quarter" idx="16" hasCustomPrompt="1"/>
          </p:nvPr>
        </p:nvSpPr>
        <p:spPr>
          <a:xfrm>
            <a:off x="588194"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2" name="Text Placeholder 13">
            <a:extLst>
              <a:ext uri="{FF2B5EF4-FFF2-40B4-BE49-F238E27FC236}">
                <a16:creationId xmlns:a16="http://schemas.microsoft.com/office/drawing/2014/main" id="{85971F4D-8B59-4B3E-9169-64E0EF1BA85F}"/>
              </a:ext>
            </a:extLst>
          </p:cNvPr>
          <p:cNvSpPr>
            <a:spLocks noGrp="1"/>
          </p:cNvSpPr>
          <p:nvPr>
            <p:ph type="body" sz="quarter" idx="17" hasCustomPrompt="1"/>
          </p:nvPr>
        </p:nvSpPr>
        <p:spPr>
          <a:xfrm>
            <a:off x="4563664" y="3893330"/>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3" name="Text Placeholder 13">
            <a:extLst>
              <a:ext uri="{FF2B5EF4-FFF2-40B4-BE49-F238E27FC236}">
                <a16:creationId xmlns:a16="http://schemas.microsoft.com/office/drawing/2014/main" id="{90B19777-E2ED-419C-B486-857117FD081B}"/>
              </a:ext>
            </a:extLst>
          </p:cNvPr>
          <p:cNvSpPr>
            <a:spLocks noGrp="1"/>
          </p:cNvSpPr>
          <p:nvPr>
            <p:ph type="body" sz="quarter" idx="18" hasCustomPrompt="1"/>
          </p:nvPr>
        </p:nvSpPr>
        <p:spPr>
          <a:xfrm>
            <a:off x="8539138" y="3903126"/>
            <a:ext cx="3064668" cy="518795"/>
          </a:xfrm>
        </p:spPr>
        <p:txBody>
          <a:bodyPr>
            <a:noAutofit/>
          </a:bodyPr>
          <a:lstStyle>
            <a:lvl1pPr marL="0" indent="0" algn="ctr">
              <a:buNone/>
              <a:defRPr sz="1800" spc="300">
                <a:solidFill>
                  <a:schemeClr val="tx1"/>
                </a:solidFill>
              </a:defRPr>
            </a:lvl1pPr>
            <a:lvl2pPr marL="457200" indent="0">
              <a:buNone/>
              <a:defRPr/>
            </a:lvl2pPr>
          </a:lstStyle>
          <a:p>
            <a:pPr lvl="0"/>
            <a:r>
              <a:rPr lang="en-US" dirty="0"/>
              <a:t>click to edit</a:t>
            </a:r>
          </a:p>
        </p:txBody>
      </p:sp>
      <p:sp>
        <p:nvSpPr>
          <p:cNvPr id="34" name="Online Image Placeholder 33">
            <a:extLst>
              <a:ext uri="{FF2B5EF4-FFF2-40B4-BE49-F238E27FC236}">
                <a16:creationId xmlns:a16="http://schemas.microsoft.com/office/drawing/2014/main" id="{1A58EB44-F532-4998-B316-61C738C37BF5}"/>
              </a:ext>
            </a:extLst>
          </p:cNvPr>
          <p:cNvSpPr>
            <a:spLocks noGrp="1"/>
          </p:cNvSpPr>
          <p:nvPr>
            <p:ph type="clipArt" sz="quarter" idx="19" hasCustomPrompt="1"/>
          </p:nvPr>
        </p:nvSpPr>
        <p:spPr>
          <a:xfrm>
            <a:off x="1754768" y="3098985"/>
            <a:ext cx="731520" cy="731520"/>
          </a:xfrm>
        </p:spPr>
        <p:txBody>
          <a:bodyPr>
            <a:noAutofit/>
          </a:bodyPr>
          <a:lstStyle>
            <a:lvl1pPr marL="0" indent="0">
              <a:buNone/>
              <a:defRPr/>
            </a:lvl1pPr>
          </a:lstStyle>
          <a:p>
            <a:r>
              <a:rPr lang="en-US" dirty="0"/>
              <a:t>Icon</a:t>
            </a:r>
          </a:p>
        </p:txBody>
      </p:sp>
      <p:sp>
        <p:nvSpPr>
          <p:cNvPr id="35" name="Online Image Placeholder 33">
            <a:extLst>
              <a:ext uri="{FF2B5EF4-FFF2-40B4-BE49-F238E27FC236}">
                <a16:creationId xmlns:a16="http://schemas.microsoft.com/office/drawing/2014/main" id="{33763C3C-3545-40BD-9B2C-DC4C0E4CE819}"/>
              </a:ext>
            </a:extLst>
          </p:cNvPr>
          <p:cNvSpPr>
            <a:spLocks noGrp="1"/>
          </p:cNvSpPr>
          <p:nvPr>
            <p:ph type="clipArt" sz="quarter" idx="20" hasCustomPrompt="1"/>
          </p:nvPr>
        </p:nvSpPr>
        <p:spPr>
          <a:xfrm>
            <a:off x="5730240" y="3098985"/>
            <a:ext cx="731520" cy="731520"/>
          </a:xfrm>
        </p:spPr>
        <p:txBody>
          <a:bodyPr>
            <a:noAutofit/>
          </a:bodyPr>
          <a:lstStyle>
            <a:lvl1pPr marL="0" indent="0">
              <a:buNone/>
              <a:defRPr/>
            </a:lvl1pPr>
          </a:lstStyle>
          <a:p>
            <a:r>
              <a:rPr lang="en-US" dirty="0"/>
              <a:t>Icon</a:t>
            </a:r>
          </a:p>
        </p:txBody>
      </p:sp>
      <p:sp>
        <p:nvSpPr>
          <p:cNvPr id="36" name="Online Image Placeholder 33">
            <a:extLst>
              <a:ext uri="{FF2B5EF4-FFF2-40B4-BE49-F238E27FC236}">
                <a16:creationId xmlns:a16="http://schemas.microsoft.com/office/drawing/2014/main" id="{1C5D3777-17F3-4225-8C52-2EF1DB4FD54A}"/>
              </a:ext>
            </a:extLst>
          </p:cNvPr>
          <p:cNvSpPr>
            <a:spLocks noGrp="1"/>
          </p:cNvSpPr>
          <p:nvPr>
            <p:ph type="clipArt" sz="quarter" idx="21" hasCustomPrompt="1"/>
          </p:nvPr>
        </p:nvSpPr>
        <p:spPr>
          <a:xfrm>
            <a:off x="9705712" y="3098985"/>
            <a:ext cx="731520" cy="731520"/>
          </a:xfrm>
        </p:spPr>
        <p:txBody>
          <a:bodyPr>
            <a:noAutofit/>
          </a:bodyPr>
          <a:lstStyle>
            <a:lvl1pPr marL="0" indent="0">
              <a:buNone/>
              <a:defRPr/>
            </a:lvl1pPr>
          </a:lstStyle>
          <a:p>
            <a:r>
              <a:rPr lang="en-US" dirty="0"/>
              <a:t>Icon</a:t>
            </a:r>
          </a:p>
        </p:txBody>
      </p:sp>
    </p:spTree>
    <p:extLst>
      <p:ext uri="{BB962C8B-B14F-4D97-AF65-F5344CB8AC3E}">
        <p14:creationId xmlns:p14="http://schemas.microsoft.com/office/powerpoint/2010/main" val="3173740392"/>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227223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305F96C-D634-4A69-95EC-3D002BD68752}"/>
              </a:ext>
            </a:extLst>
          </p:cNvPr>
          <p:cNvSpPr>
            <a:spLocks noGrp="1"/>
          </p:cNvSpPr>
          <p:nvPr>
            <p:ph type="title"/>
          </p:nvPr>
        </p:nvSpPr>
        <p:spPr>
          <a:xfrm>
            <a:off x="594519" y="365125"/>
            <a:ext cx="11002962" cy="823913"/>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7757E98-D0FB-43E3-98BC-711F6A2F5372}"/>
              </a:ext>
            </a:extLst>
          </p:cNvPr>
          <p:cNvSpPr>
            <a:spLocks noGrp="1"/>
          </p:cNvSpPr>
          <p:nvPr>
            <p:ph type="body" idx="1"/>
          </p:nvPr>
        </p:nvSpPr>
        <p:spPr>
          <a:xfrm>
            <a:off x="594519" y="1365813"/>
            <a:ext cx="10989920" cy="481115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FA65B72-2E86-4BA3-94F2-3ADFA40B7AE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Add a footer</a:t>
            </a:r>
          </a:p>
        </p:txBody>
      </p:sp>
      <p:sp>
        <p:nvSpPr>
          <p:cNvPr id="6" name="Slide Number Placeholder 5">
            <a:extLst>
              <a:ext uri="{FF2B5EF4-FFF2-40B4-BE49-F238E27FC236}">
                <a16:creationId xmlns:a16="http://schemas.microsoft.com/office/drawing/2014/main" id="{73C1F3FD-3DB9-46B7-85E1-E8B8878A4012}"/>
              </a:ext>
            </a:extLst>
          </p:cNvPr>
          <p:cNvSpPr>
            <a:spLocks noGrp="1"/>
          </p:cNvSpPr>
          <p:nvPr>
            <p:ph type="sldNum" sz="quarter" idx="4"/>
          </p:nvPr>
        </p:nvSpPr>
        <p:spPr>
          <a:xfrm>
            <a:off x="11549269" y="6468303"/>
            <a:ext cx="443948"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2E478F-E849-4A8C-AF1F-CBCC78A7CBFA}" type="slidenum">
              <a:rPr lang="en-US" smtClean="0"/>
              <a:t>‹#›</a:t>
            </a:fld>
            <a:endParaRPr lang="en-US" dirty="0"/>
          </a:p>
        </p:txBody>
      </p:sp>
    </p:spTree>
    <p:extLst>
      <p:ext uri="{BB962C8B-B14F-4D97-AF65-F5344CB8AC3E}">
        <p14:creationId xmlns:p14="http://schemas.microsoft.com/office/powerpoint/2010/main" val="692820"/>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1" r:id="rId3"/>
    <p:sldLayoutId id="2147483651" r:id="rId4"/>
    <p:sldLayoutId id="2147483660" r:id="rId5"/>
    <p:sldLayoutId id="2147483677" r:id="rId6"/>
    <p:sldLayoutId id="2147483666" r:id="rId7"/>
    <p:sldLayoutId id="2147483679" r:id="rId8"/>
    <p:sldLayoutId id="2147483653" r:id="rId9"/>
    <p:sldLayoutId id="2147483678" r:id="rId10"/>
    <p:sldLayoutId id="2147483680" r:id="rId11"/>
    <p:sldLayoutId id="2147483681" r:id="rId12"/>
  </p:sldLayoutIdLst>
  <p:hf hdr="0" ftr="0" dt="0"/>
  <p:txStyles>
    <p:titleStyle>
      <a:lvl1pPr algn="ctr" defTabSz="914400" rtl="0" eaLnBrk="1" latinLnBrk="0" hangingPunct="1">
        <a:lnSpc>
          <a:spcPct val="10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8" Type="http://schemas.openxmlformats.org/officeDocument/2006/relationships/image" Target="../media/image14.png"/><Relationship Id="rId3" Type="http://schemas.microsoft.com/office/2007/relationships/hdphoto" Target="../media/hdphoto1.wdp"/><Relationship Id="rId7" Type="http://schemas.openxmlformats.org/officeDocument/2006/relationships/image" Target="../media/image13.svg"/><Relationship Id="rId2" Type="http://schemas.openxmlformats.org/officeDocument/2006/relationships/image" Target="../media/image1.png"/><Relationship Id="rId1" Type="http://schemas.openxmlformats.org/officeDocument/2006/relationships/slideLayout" Target="../slideLayouts/slideLayout11.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10.png"/><Relationship Id="rId9" Type="http://schemas.openxmlformats.org/officeDocument/2006/relationships/image" Target="../media/image15.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bstract image">
            <a:extLst>
              <a:ext uri="{FF2B5EF4-FFF2-40B4-BE49-F238E27FC236}">
                <a16:creationId xmlns:a16="http://schemas.microsoft.com/office/drawing/2014/main" id="{9AB29DBC-55D3-49D9-BB44-4936739C4B57}"/>
              </a:ext>
            </a:extLst>
          </p:cNvPr>
          <p:cNvPicPr>
            <a:picLocks noGrp="1" noChangeAspect="1"/>
          </p:cNvPicPr>
          <p:nvPr>
            <p:ph type="pic" sz="quarter" idx="10"/>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a:stretch/>
        </p:blipFill>
        <p:spPr/>
      </p:pic>
      <p:sp>
        <p:nvSpPr>
          <p:cNvPr id="9" name="Title 8">
            <a:extLst>
              <a:ext uri="{FF2B5EF4-FFF2-40B4-BE49-F238E27FC236}">
                <a16:creationId xmlns:a16="http://schemas.microsoft.com/office/drawing/2014/main" id="{79DC1498-E692-42BA-B69F-6D37E6CFACA0}"/>
              </a:ext>
            </a:extLst>
          </p:cNvPr>
          <p:cNvSpPr>
            <a:spLocks noGrp="1"/>
          </p:cNvSpPr>
          <p:nvPr>
            <p:ph type="title"/>
          </p:nvPr>
        </p:nvSpPr>
        <p:spPr>
          <a:xfrm>
            <a:off x="350837" y="1477926"/>
            <a:ext cx="11525730" cy="2307265"/>
          </a:xfrm>
        </p:spPr>
        <p:txBody>
          <a:bodyPr/>
          <a:lstStyle/>
          <a:p>
            <a:r>
              <a:rPr lang="en-US" sz="5400" b="1" dirty="0"/>
              <a:t>DESIGN AND ANALYSIS OF ALGORITHMS (113939)</a:t>
            </a:r>
          </a:p>
        </p:txBody>
      </p:sp>
      <p:sp>
        <p:nvSpPr>
          <p:cNvPr id="3" name="Text Placeholder 2">
            <a:extLst>
              <a:ext uri="{FF2B5EF4-FFF2-40B4-BE49-F238E27FC236}">
                <a16:creationId xmlns:a16="http://schemas.microsoft.com/office/drawing/2014/main" id="{C0AE828D-1E63-455F-949D-0C5454A7FE88}"/>
              </a:ext>
            </a:extLst>
          </p:cNvPr>
          <p:cNvSpPr>
            <a:spLocks noGrp="1"/>
          </p:cNvSpPr>
          <p:nvPr>
            <p:ph type="body" sz="quarter" idx="12"/>
          </p:nvPr>
        </p:nvSpPr>
        <p:spPr>
          <a:xfrm>
            <a:off x="350837" y="5699050"/>
            <a:ext cx="11525730" cy="1073889"/>
          </a:xfrm>
        </p:spPr>
        <p:txBody>
          <a:bodyPr/>
          <a:lstStyle/>
          <a:p>
            <a:r>
              <a:rPr lang="en-US" sz="2000" dirty="0"/>
              <a:t>Dr. Owais Hussain</a:t>
            </a:r>
          </a:p>
        </p:txBody>
      </p:sp>
    </p:spTree>
    <p:extLst>
      <p:ext uri="{BB962C8B-B14F-4D97-AF65-F5344CB8AC3E}">
        <p14:creationId xmlns:p14="http://schemas.microsoft.com/office/powerpoint/2010/main" val="146856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A87B3-0A27-4EE9-979E-B69581E476F0}"/>
              </a:ext>
            </a:extLst>
          </p:cNvPr>
          <p:cNvSpPr>
            <a:spLocks noGrp="1"/>
          </p:cNvSpPr>
          <p:nvPr>
            <p:ph type="title"/>
          </p:nvPr>
        </p:nvSpPr>
        <p:spPr/>
        <p:txBody>
          <a:bodyPr/>
          <a:lstStyle/>
          <a:p>
            <a:r>
              <a:rPr lang="en-US" dirty="0"/>
              <a:t>Agenda</a:t>
            </a:r>
          </a:p>
        </p:txBody>
      </p:sp>
      <p:pic>
        <p:nvPicPr>
          <p:cNvPr id="8" name="Picture Placeholder 7" descr="group of people at a conference table">
            <a:extLst>
              <a:ext uri="{FF2B5EF4-FFF2-40B4-BE49-F238E27FC236}">
                <a16:creationId xmlns:a16="http://schemas.microsoft.com/office/drawing/2014/main" id="{BB76F5AB-0940-46E1-85F9-6A870D7D04C9}"/>
              </a:ext>
            </a:extLst>
          </p:cNvPr>
          <p:cNvPicPr>
            <a:picLocks noGrp="1" noChangeAspect="1"/>
          </p:cNvPicPr>
          <p:nvPr>
            <p:ph type="pic" sz="quarter" idx="13"/>
          </p:nvPr>
        </p:nvPicPr>
        <p:blipFill rotWithShape="1">
          <a:blip r:embed="rId2">
            <a:extLst>
              <a:ext uri="{BEBA8EAE-BF5A-486C-A8C5-ECC9F3942E4B}">
                <a14:imgProps xmlns:a14="http://schemas.microsoft.com/office/drawing/2010/main">
                  <a14:imgLayer r:embed="rId3">
                    <a14:imgEffect>
                      <a14:saturation sat="0"/>
                    </a14:imgEffect>
                  </a14:imgLayer>
                </a14:imgProps>
              </a:ext>
            </a:extLst>
          </a:blip>
          <a:srcRect l="20370" r="20370"/>
          <a:stretch/>
        </p:blipFill>
        <p:spPr/>
      </p:pic>
      <p:sp>
        <p:nvSpPr>
          <p:cNvPr id="6" name="Text Placeholder 5">
            <a:extLst>
              <a:ext uri="{FF2B5EF4-FFF2-40B4-BE49-F238E27FC236}">
                <a16:creationId xmlns:a16="http://schemas.microsoft.com/office/drawing/2014/main" id="{F3C89A40-EEAA-43AB-9A3A-B2CFDE450F1B}"/>
              </a:ext>
            </a:extLst>
          </p:cNvPr>
          <p:cNvSpPr>
            <a:spLocks noGrp="1"/>
          </p:cNvSpPr>
          <p:nvPr>
            <p:ph type="body" sz="quarter" idx="15"/>
          </p:nvPr>
        </p:nvSpPr>
        <p:spPr>
          <a:xfrm>
            <a:off x="7068819" y="2078874"/>
            <a:ext cx="4114800" cy="4136198"/>
          </a:xfrm>
        </p:spPr>
        <p:txBody>
          <a:bodyPr/>
          <a:lstStyle/>
          <a:p>
            <a:r>
              <a:rPr lang="en-US" dirty="0"/>
              <a:t>Introduction</a:t>
            </a:r>
          </a:p>
          <a:p>
            <a:r>
              <a:rPr lang="en-US" dirty="0"/>
              <a:t>Algorithms, journey from Origin</a:t>
            </a:r>
          </a:p>
          <a:p>
            <a:r>
              <a:rPr lang="en-US" dirty="0"/>
              <a:t>Algorithms</a:t>
            </a:r>
          </a:p>
          <a:p>
            <a:r>
              <a:rPr lang="en-US" dirty="0"/>
              <a:t>Space and Time Complexity</a:t>
            </a:r>
          </a:p>
          <a:p>
            <a:r>
              <a:rPr lang="en-US" dirty="0"/>
              <a:t>Real life example</a:t>
            </a:r>
          </a:p>
        </p:txBody>
      </p:sp>
      <p:sp>
        <p:nvSpPr>
          <p:cNvPr id="7" name="Slide Number Placeholder 6">
            <a:extLst>
              <a:ext uri="{FF2B5EF4-FFF2-40B4-BE49-F238E27FC236}">
                <a16:creationId xmlns:a16="http://schemas.microsoft.com/office/drawing/2014/main" id="{F29F8048-1E86-48F4-B246-D2F8C54B7EB1}"/>
              </a:ext>
            </a:extLst>
          </p:cNvPr>
          <p:cNvSpPr>
            <a:spLocks noGrp="1"/>
          </p:cNvSpPr>
          <p:nvPr>
            <p:ph type="sldNum" sz="quarter" idx="12"/>
          </p:nvPr>
        </p:nvSpPr>
        <p:spPr/>
        <p:txBody>
          <a:bodyPr/>
          <a:lstStyle/>
          <a:p>
            <a:fld id="{8C2E478F-E849-4A8C-AF1F-CBCC78A7CBFA}" type="slidenum">
              <a:rPr lang="en-US" smtClean="0"/>
              <a:pPr/>
              <a:t>2</a:t>
            </a:fld>
            <a:endParaRPr lang="en-US" dirty="0"/>
          </a:p>
        </p:txBody>
      </p:sp>
    </p:spTree>
    <p:extLst>
      <p:ext uri="{BB962C8B-B14F-4D97-AF65-F5344CB8AC3E}">
        <p14:creationId xmlns:p14="http://schemas.microsoft.com/office/powerpoint/2010/main" val="1649098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Introduction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The art of designing efficient algorithms is at the core of all computing functions in digital and real world.</a:t>
            </a:r>
          </a:p>
          <a:p>
            <a:pPr>
              <a:buFont typeface="Wingdings" panose="05000000000000000000" pitchFamily="2" charset="2"/>
              <a:buChar char="§"/>
            </a:pPr>
            <a:r>
              <a:rPr lang="en-US" sz="3400" dirty="0"/>
              <a:t>From adding two numbers to colouring and upscaling a 50-year-old video.</a:t>
            </a:r>
          </a:p>
          <a:p>
            <a:pPr>
              <a:buFont typeface="Wingdings" panose="05000000000000000000" pitchFamily="2" charset="2"/>
              <a:buChar char="§"/>
            </a:pPr>
            <a:r>
              <a:rPr lang="en-US" sz="3400" dirty="0"/>
              <a:t>From calculating distance from your home to the campus to calculating trajectories and impact of meteor showers.</a:t>
            </a:r>
          </a:p>
          <a:p>
            <a:pPr>
              <a:buFont typeface="Wingdings" panose="05000000000000000000" pitchFamily="2" charset="2"/>
              <a:buChar char="§"/>
            </a:pPr>
            <a:r>
              <a:rPr lang="en-US" sz="3400" dirty="0"/>
              <a:t>In fact, they can help you win wars, like Alan Turing’s cracking of Enigma code.</a:t>
            </a:r>
          </a:p>
        </p:txBody>
      </p:sp>
    </p:spTree>
    <p:extLst>
      <p:ext uri="{BB962C8B-B14F-4D97-AF65-F5344CB8AC3E}">
        <p14:creationId xmlns:p14="http://schemas.microsoft.com/office/powerpoint/2010/main" val="6410302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 journey from Origin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200" b="1" dirty="0"/>
              <a:t>Ancient Times:</a:t>
            </a:r>
          </a:p>
          <a:p>
            <a:pPr>
              <a:lnSpc>
                <a:spcPct val="120000"/>
              </a:lnSpc>
              <a:buFont typeface="Wingdings" panose="05000000000000000000" pitchFamily="2" charset="2"/>
              <a:buChar char="§"/>
            </a:pPr>
            <a:r>
              <a:rPr lang="en-US" sz="3200" dirty="0"/>
              <a:t>Babylonians used arithmetic and algebra in 2000 BC.</a:t>
            </a:r>
          </a:p>
          <a:p>
            <a:pPr>
              <a:lnSpc>
                <a:spcPct val="120000"/>
              </a:lnSpc>
              <a:buFont typeface="Wingdings" panose="05000000000000000000" pitchFamily="2" charset="2"/>
              <a:buChar char="§"/>
            </a:pPr>
            <a:r>
              <a:rPr lang="en-US" sz="3200" dirty="0"/>
              <a:t>Euclidean method was invented in 300 BC to find greatest common divisor of two numbers.</a:t>
            </a:r>
          </a:p>
          <a:p>
            <a:pPr>
              <a:lnSpc>
                <a:spcPct val="120000"/>
              </a:lnSpc>
              <a:buFont typeface="Wingdings" panose="05000000000000000000" pitchFamily="2" charset="2"/>
              <a:buChar char="§"/>
            </a:pPr>
            <a:r>
              <a:rPr lang="en-US" sz="3200" dirty="0"/>
              <a:t>Chinese Remainder Theorem (3rd century AD) determined an unknown number from its remainders, when divided by several pairwise coprime numbers.</a:t>
            </a:r>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1742566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 journey from Origin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200" b="1" dirty="0"/>
              <a:t>Medieval Period:</a:t>
            </a:r>
          </a:p>
          <a:p>
            <a:pPr>
              <a:lnSpc>
                <a:spcPct val="120000"/>
              </a:lnSpc>
              <a:buFont typeface="Wingdings" panose="05000000000000000000" pitchFamily="2" charset="2"/>
              <a:buChar char="§"/>
            </a:pPr>
            <a:r>
              <a:rPr lang="en-US" sz="3200" dirty="0"/>
              <a:t>Father of algorithms, Al-Khwarizmi introduced algorithms to the western world in 9th century. The word "algorithm" is derived from his name. He was the inventor of variables.</a:t>
            </a:r>
          </a:p>
          <a:p>
            <a:pPr>
              <a:lnSpc>
                <a:spcPct val="120000"/>
              </a:lnSpc>
              <a:buFont typeface="Wingdings" panose="05000000000000000000" pitchFamily="2" charset="2"/>
              <a:buChar char="§"/>
            </a:pPr>
            <a:r>
              <a:rPr lang="en-US" sz="3200" dirty="0"/>
              <a:t>Persian and Arab Mathematicians kept developing algorithms for arithmetic operations for all practical purposes.</a:t>
            </a:r>
          </a:p>
          <a:p>
            <a:pPr>
              <a:lnSpc>
                <a:spcPct val="120000"/>
              </a:lnSpc>
              <a:buFont typeface="Wingdings" panose="05000000000000000000" pitchFamily="2" charset="2"/>
              <a:buChar char="§"/>
            </a:pPr>
            <a:r>
              <a:rPr lang="en-US" sz="3200" dirty="0"/>
              <a:t>John Napier (1617) invented logarithms, which simplified calculations.</a:t>
            </a:r>
          </a:p>
          <a:p>
            <a:pPr>
              <a:lnSpc>
                <a:spcPct val="120000"/>
              </a:lnSpc>
              <a:buFont typeface="Wingdings" panose="05000000000000000000" pitchFamily="2" charset="2"/>
              <a:buChar char="§"/>
            </a:pPr>
            <a:r>
              <a:rPr lang="en-US" sz="3200" dirty="0"/>
              <a:t>Leibniz (1670s) developed the binary number system.</a:t>
            </a:r>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760180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 journey from Origin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200" b="1" dirty="0"/>
              <a:t>Industrial Period:</a:t>
            </a:r>
          </a:p>
          <a:p>
            <a:pPr>
              <a:lnSpc>
                <a:spcPct val="120000"/>
              </a:lnSpc>
              <a:buFont typeface="Wingdings" panose="05000000000000000000" pitchFamily="2" charset="2"/>
              <a:buChar char="§"/>
            </a:pPr>
            <a:r>
              <a:rPr lang="en-US" sz="3200" dirty="0"/>
              <a:t>George Boole introduced Boolean algebra in 1850s.</a:t>
            </a:r>
          </a:p>
          <a:p>
            <a:pPr>
              <a:lnSpc>
                <a:spcPct val="120000"/>
              </a:lnSpc>
              <a:buFont typeface="Wingdings" panose="05000000000000000000" pitchFamily="2" charset="2"/>
              <a:buChar char="§"/>
            </a:pPr>
            <a:r>
              <a:rPr lang="en-US" sz="3200" dirty="0"/>
              <a:t>All of the works so far were to solve existing practical problems.</a:t>
            </a:r>
          </a:p>
          <a:p>
            <a:pPr>
              <a:lnSpc>
                <a:spcPct val="120000"/>
              </a:lnSpc>
              <a:buFont typeface="Wingdings" panose="05000000000000000000" pitchFamily="2" charset="2"/>
              <a:buChar char="§"/>
            </a:pPr>
            <a:r>
              <a:rPr lang="en-US" sz="3200" dirty="0"/>
              <a:t>But then came the </a:t>
            </a:r>
            <a:r>
              <a:rPr lang="en-US" sz="3200" i="1" dirty="0"/>
              <a:t>mother</a:t>
            </a:r>
            <a:r>
              <a:rPr lang="en-US" sz="3200" dirty="0"/>
              <a:t> of </a:t>
            </a:r>
            <a:r>
              <a:rPr lang="en-US" sz="3200" i="1" dirty="0"/>
              <a:t>programming</a:t>
            </a:r>
            <a:r>
              <a:rPr lang="en-US" sz="3200" dirty="0"/>
              <a:t>…</a:t>
            </a:r>
          </a:p>
          <a:p>
            <a:pPr>
              <a:lnSpc>
                <a:spcPct val="120000"/>
              </a:lnSpc>
              <a:buFont typeface="Wingdings" panose="05000000000000000000" pitchFamily="2" charset="2"/>
              <a:buChar char="§"/>
            </a:pPr>
            <a:endParaRPr lang="en-US" sz="3200"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3422053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da Lovelace Day: Who was the pioneering mathematician and world's ...">
            <a:extLst>
              <a:ext uri="{FF2B5EF4-FFF2-40B4-BE49-F238E27FC236}">
                <a16:creationId xmlns:a16="http://schemas.microsoft.com/office/drawing/2014/main" id="{0CAA88CD-FA38-0A10-10CC-3C6509BCF76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230" r="6557"/>
          <a:stretch/>
        </p:blipFill>
        <p:spPr bwMode="auto">
          <a:xfrm>
            <a:off x="6314796" y="1371600"/>
            <a:ext cx="5875616" cy="54864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 journey from Origin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6094412"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first thing you need when dealing with algorithms is a computer. Right?</a:t>
            </a:r>
          </a:p>
          <a:p>
            <a:pPr>
              <a:lnSpc>
                <a:spcPct val="120000"/>
              </a:lnSpc>
              <a:buFont typeface="Wingdings" panose="05000000000000000000" pitchFamily="2" charset="2"/>
              <a:buChar char="§"/>
            </a:pPr>
            <a:r>
              <a:rPr lang="en-US" sz="3200" dirty="0"/>
              <a:t>Augusta Ada Lovelace didn’t need one to conceptualize “</a:t>
            </a:r>
            <a:r>
              <a:rPr lang="en-US" sz="3200" dirty="0" err="1"/>
              <a:t>flyology</a:t>
            </a:r>
            <a:r>
              <a:rPr lang="en-US" sz="3200" dirty="0"/>
              <a:t>”.</a:t>
            </a:r>
          </a:p>
          <a:p>
            <a:pPr>
              <a:lnSpc>
                <a:spcPct val="120000"/>
              </a:lnSpc>
              <a:buFont typeface="Wingdings" panose="05000000000000000000" pitchFamily="2" charset="2"/>
              <a:buChar char="§"/>
            </a:pPr>
            <a:r>
              <a:rPr lang="en-US" sz="3200" dirty="0"/>
              <a:t>She proposed that for Charles Babbage’s Analytical engine, code can be used instead of numbers.</a:t>
            </a:r>
          </a:p>
          <a:p>
            <a:pPr>
              <a:lnSpc>
                <a:spcPct val="120000"/>
              </a:lnSpc>
              <a:buFont typeface="Wingdings" panose="05000000000000000000" pitchFamily="2" charset="2"/>
              <a:buChar char="§"/>
            </a:pPr>
            <a:r>
              <a:rPr lang="en-US" sz="3200" dirty="0"/>
              <a:t>She wrote programs for the analytical engine to Add, subtract, multiply, divide, and even calculate Bernoulli numbers.</a:t>
            </a:r>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3233670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 journey from Origin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buNone/>
            </a:pPr>
            <a:r>
              <a:rPr lang="en-US" sz="3200" b="1" dirty="0"/>
              <a:t>Modern Period to Present:</a:t>
            </a:r>
          </a:p>
          <a:p>
            <a:pPr>
              <a:lnSpc>
                <a:spcPct val="120000"/>
              </a:lnSpc>
              <a:buFont typeface="Wingdings" panose="05000000000000000000" pitchFamily="2" charset="2"/>
              <a:buChar char="§"/>
            </a:pPr>
            <a:r>
              <a:rPr lang="en-US" sz="3200" dirty="0"/>
              <a:t>Taking lead from Ada Lovelace’s programs, scientists rapidly built conceptual machines and algorithms to solve futuristic problems.</a:t>
            </a:r>
          </a:p>
          <a:p>
            <a:pPr>
              <a:lnSpc>
                <a:spcPct val="120000"/>
              </a:lnSpc>
              <a:buFont typeface="Wingdings" panose="05000000000000000000" pitchFamily="2" charset="2"/>
              <a:buChar char="§"/>
            </a:pPr>
            <a:r>
              <a:rPr lang="en-US" sz="3200" dirty="0"/>
              <a:t>Alan Turing developed the concept of the Turing machine in 1930s. The modern name of Turning machine is “Computer”.</a:t>
            </a:r>
          </a:p>
          <a:p>
            <a:pPr>
              <a:lnSpc>
                <a:spcPct val="120000"/>
              </a:lnSpc>
              <a:buFont typeface="Wingdings" panose="05000000000000000000" pitchFamily="2" charset="2"/>
              <a:buChar char="§"/>
            </a:pPr>
            <a:r>
              <a:rPr lang="en-US" sz="3200" dirty="0"/>
              <a:t>John von Neumann added concept of storage to computers in 1940s.</a:t>
            </a:r>
          </a:p>
          <a:p>
            <a:pPr>
              <a:lnSpc>
                <a:spcPct val="120000"/>
              </a:lnSpc>
              <a:buFont typeface="Wingdings" panose="05000000000000000000" pitchFamily="2" charset="2"/>
              <a:buChar char="§"/>
            </a:pPr>
            <a:r>
              <a:rPr lang="en-US" sz="3200" dirty="0"/>
              <a:t>These contributions laid all foundations on which today’s computing world is built upon.</a:t>
            </a:r>
          </a:p>
          <a:p>
            <a:pPr>
              <a:lnSpc>
                <a:spcPct val="120000"/>
              </a:lnSpc>
              <a:buFont typeface="Wingdings" panose="05000000000000000000" pitchFamily="2" charset="2"/>
              <a:buChar char="§"/>
            </a:pPr>
            <a:endParaRPr lang="en-US" sz="3200"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2616068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 journey from Origin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fontScale="850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But let’s first get back to Augusta Ada’s contribution.</a:t>
                </a:r>
              </a:p>
              <a:p>
                <a:pPr>
                  <a:lnSpc>
                    <a:spcPct val="120000"/>
                  </a:lnSpc>
                  <a:buFont typeface="Wingdings" panose="05000000000000000000" pitchFamily="2" charset="2"/>
                  <a:buChar char="§"/>
                </a:pPr>
                <a:r>
                  <a:rPr lang="en-US" sz="3200" dirty="0"/>
                  <a:t>The first machine, difference engine found out 2</a:t>
                </a:r>
                <a:r>
                  <a:rPr lang="en-US" sz="3200" baseline="30000" dirty="0"/>
                  <a:t>nd</a:t>
                </a:r>
                <a:r>
                  <a:rPr lang="en-US" sz="3200" dirty="0"/>
                  <a:t> order polynomials.</a:t>
                </a:r>
              </a:p>
              <a:p>
                <a:pPr>
                  <a:lnSpc>
                    <a:spcPct val="120000"/>
                  </a:lnSpc>
                  <a:buFont typeface="Wingdings" panose="05000000000000000000" pitchFamily="2" charset="2"/>
                  <a:buChar char="§"/>
                </a:pPr>
                <a:r>
                  <a:rPr lang="en-US" sz="3200" dirty="0"/>
                  <a:t>E.g., if </a:t>
                </a:r>
                <a14:m>
                  <m:oMath xmlns:m="http://schemas.openxmlformats.org/officeDocument/2006/math">
                    <m:sSup>
                      <m:sSupPr>
                        <m:ctrlPr>
                          <a:rPr lang="en-US" sz="3200" b="0" i="1" dirty="0" smtClean="0">
                            <a:latin typeface="Cambria Math" panose="02040503050406030204" pitchFamily="18" charset="0"/>
                          </a:rPr>
                        </m:ctrlPr>
                      </m:sSupPr>
                      <m:e>
                        <m:r>
                          <a:rPr lang="en-US" sz="3200" b="0" i="1" dirty="0" smtClean="0">
                            <a:latin typeface="Cambria Math" panose="02040503050406030204" pitchFamily="18" charset="0"/>
                          </a:rPr>
                          <m:t>4</m:t>
                        </m:r>
                      </m:e>
                      <m:sup>
                        <m:r>
                          <a:rPr lang="en-US" sz="3200" b="0" i="1" dirty="0" smtClean="0">
                            <a:latin typeface="Cambria Math" panose="02040503050406030204" pitchFamily="18" charset="0"/>
                          </a:rPr>
                          <m:t>2</m:t>
                        </m:r>
                      </m:sup>
                    </m:sSup>
                    <m:r>
                      <a:rPr lang="en-US" sz="3200" b="0" i="1" dirty="0" smtClean="0">
                        <a:latin typeface="Cambria Math" panose="02040503050406030204" pitchFamily="18" charset="0"/>
                      </a:rPr>
                      <m:t>=16</m:t>
                    </m:r>
                  </m:oMath>
                </a14:m>
                <a:r>
                  <a:rPr lang="en-US" sz="3200" dirty="0"/>
                  <a:t>, then </a:t>
                </a:r>
                <a14:m>
                  <m:oMath xmlns:m="http://schemas.openxmlformats.org/officeDocument/2006/math">
                    <m:sSup>
                      <m:sSupPr>
                        <m:ctrlPr>
                          <a:rPr lang="en-US" sz="3200" b="0" i="1" smtClean="0">
                            <a:latin typeface="Cambria Math" panose="02040503050406030204" pitchFamily="18" charset="0"/>
                          </a:rPr>
                        </m:ctrlPr>
                      </m:sSupPr>
                      <m:e>
                        <m:d>
                          <m:dPr>
                            <m:ctrlPr>
                              <a:rPr lang="en-US" sz="3200" b="0" i="1" smtClean="0">
                                <a:latin typeface="Cambria Math" panose="02040503050406030204" pitchFamily="18" charset="0"/>
                              </a:rPr>
                            </m:ctrlPr>
                          </m:dPr>
                          <m:e>
                            <m:r>
                              <a:rPr lang="en-US" sz="3200" b="0" i="1" smtClean="0">
                                <a:latin typeface="Cambria Math" panose="02040503050406030204" pitchFamily="18" charset="0"/>
                              </a:rPr>
                              <m:t>4+1</m:t>
                            </m:r>
                          </m:e>
                        </m:d>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sSup>
                      <m:sSupPr>
                        <m:ctrlPr>
                          <a:rPr lang="en-US" sz="3200" b="0" i="1" smtClean="0">
                            <a:latin typeface="Cambria Math" panose="02040503050406030204" pitchFamily="18" charset="0"/>
                          </a:rPr>
                        </m:ctrlPr>
                      </m:sSupPr>
                      <m:e>
                        <m:r>
                          <a:rPr lang="en-US" sz="3200" b="0" i="1" smtClean="0">
                            <a:latin typeface="Cambria Math" panose="02040503050406030204" pitchFamily="18" charset="0"/>
                          </a:rPr>
                          <m:t>4</m:t>
                        </m:r>
                      </m:e>
                      <m:sup>
                        <m:r>
                          <a:rPr lang="en-US" sz="3200" b="0" i="1" smtClean="0">
                            <a:latin typeface="Cambria Math" panose="02040503050406030204" pitchFamily="18" charset="0"/>
                          </a:rPr>
                          <m:t>2</m:t>
                        </m:r>
                      </m:sup>
                    </m:sSup>
                    <m:r>
                      <a:rPr lang="en-US" sz="3200" b="0" i="1" smtClean="0">
                        <a:latin typeface="Cambria Math" panose="02040503050406030204" pitchFamily="18" charset="0"/>
                      </a:rPr>
                      <m:t>+</m:t>
                    </m:r>
                    <m:sSub>
                      <m:sSubPr>
                        <m:ctrlPr>
                          <a:rPr lang="en-US" sz="3200" b="0" i="1" smtClean="0">
                            <a:latin typeface="Cambria Math" panose="02040503050406030204" pitchFamily="18" charset="0"/>
                          </a:rPr>
                        </m:ctrlPr>
                      </m:sSubPr>
                      <m:e>
                        <m:r>
                          <a:rPr lang="en-US" sz="3200" b="0" i="1" smtClean="0">
                            <a:latin typeface="Cambria Math" panose="02040503050406030204" pitchFamily="18" charset="0"/>
                          </a:rPr>
                          <m:t>𝐼</m:t>
                        </m:r>
                      </m:e>
                      <m:sub>
                        <m:r>
                          <a:rPr lang="en-US" sz="3200" b="0" i="1" smtClean="0">
                            <a:latin typeface="Cambria Math" panose="02040503050406030204" pitchFamily="18" charset="0"/>
                          </a:rPr>
                          <m:t>4</m:t>
                        </m:r>
                      </m:sub>
                    </m:sSub>
                    <m:r>
                      <a:rPr lang="en-US" sz="3200" b="0" i="1" smtClean="0">
                        <a:latin typeface="Cambria Math" panose="02040503050406030204" pitchFamily="18" charset="0"/>
                      </a:rPr>
                      <m:t>+2; </m:t>
                    </m:r>
                    <m:r>
                      <a:rPr lang="en-US" sz="3200" b="0" i="1" smtClean="0">
                        <a:latin typeface="Cambria Math" panose="02040503050406030204" pitchFamily="18" charset="0"/>
                      </a:rPr>
                      <m:t>𝐼</m:t>
                    </m:r>
                    <m:r>
                      <a:rPr lang="en-US" sz="3200" b="0" i="1" smtClean="0">
                        <a:latin typeface="Cambria Math" panose="02040503050406030204" pitchFamily="18" charset="0"/>
                      </a:rPr>
                      <m:t>=</m:t>
                    </m:r>
                    <m:d>
                      <m:dPr>
                        <m:begChr m:val="{"/>
                        <m:endChr m:val="}"/>
                        <m:ctrlPr>
                          <a:rPr lang="en-US" sz="3200" b="0" i="1" smtClean="0">
                            <a:latin typeface="Cambria Math" panose="02040503050406030204" pitchFamily="18" charset="0"/>
                          </a:rPr>
                        </m:ctrlPr>
                      </m:dPr>
                      <m:e>
                        <m:r>
                          <a:rPr lang="en-US" sz="3200" b="0" i="1" smtClean="0">
                            <a:latin typeface="Cambria Math" panose="02040503050406030204" pitchFamily="18" charset="0"/>
                          </a:rPr>
                          <m:t>1,3,5,7,9,…,</m:t>
                        </m:r>
                      </m:e>
                    </m:d>
                  </m:oMath>
                </a14:m>
                <a:endParaRPr lang="en-US" sz="3200" b="0" dirty="0"/>
              </a:p>
              <a:p>
                <a:pPr>
                  <a:lnSpc>
                    <a:spcPct val="120000"/>
                  </a:lnSpc>
                  <a:buFont typeface="Wingdings" panose="05000000000000000000" pitchFamily="2" charset="2"/>
                  <a:buChar char="§"/>
                </a:pPr>
                <a:r>
                  <a:rPr lang="en-US" sz="3200" dirty="0"/>
                  <a:t>The machine was rotated using a wheel to generate entire series of squared of numbers.</a:t>
                </a:r>
              </a:p>
              <a:p>
                <a:pPr>
                  <a:lnSpc>
                    <a:spcPct val="120000"/>
                  </a:lnSpc>
                  <a:buFont typeface="Wingdings" panose="05000000000000000000" pitchFamily="2" charset="2"/>
                  <a:buChar char="§"/>
                </a:pPr>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5875616" cy="4887878"/>
              </a:xfrm>
              <a:prstGeom prst="rect">
                <a:avLst/>
              </a:prstGeom>
              <a:blipFill>
                <a:blip r:embed="rId3"/>
                <a:stretch>
                  <a:fillRect l="-1660" t="-623" r="-1763"/>
                </a:stretch>
              </a:blipFill>
            </p:spPr>
            <p:txBody>
              <a:bodyPr/>
              <a:lstStyle/>
              <a:p>
                <a:r>
                  <a:rPr lang="LID4096">
                    <a:noFill/>
                  </a:rPr>
                  <a:t> </a:t>
                </a:r>
              </a:p>
            </p:txBody>
          </p:sp>
        </mc:Fallback>
      </mc:AlternateContent>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pic>
        <p:nvPicPr>
          <p:cNvPr id="1028" name="Picture 4" descr="undefined">
            <a:extLst>
              <a:ext uri="{FF2B5EF4-FFF2-40B4-BE49-F238E27FC236}">
                <a16:creationId xmlns:a16="http://schemas.microsoft.com/office/drawing/2014/main" id="{7CF78785-8B61-50B0-E1F6-E3849686D5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1649958"/>
            <a:ext cx="6094412" cy="45708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326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 journey from Origin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7"/>
            <a:ext cx="11743017"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Next machine, Analytical engine was supposed to have a CPU (steam powered Mill), vertical columns of disks called Store (Memory), Printer, Variables (Punch cards) and Numbers (Punch cards).</a:t>
            </a:r>
          </a:p>
          <a:p>
            <a:pPr>
              <a:lnSpc>
                <a:spcPct val="120000"/>
              </a:lnSpc>
              <a:buFont typeface="Wingdings" panose="05000000000000000000" pitchFamily="2" charset="2"/>
              <a:buChar char="§"/>
            </a:pPr>
            <a:r>
              <a:rPr lang="en-US" sz="3200" dirty="0"/>
              <a:t>Ada introduced the concept of Loops in this machine.</a:t>
            </a:r>
          </a:p>
          <a:p>
            <a:pPr>
              <a:lnSpc>
                <a:spcPct val="120000"/>
              </a:lnSpc>
              <a:buFont typeface="Wingdings" panose="05000000000000000000" pitchFamily="2" charset="2"/>
              <a:buChar char="§"/>
            </a:pPr>
            <a:r>
              <a:rPr lang="en-US" sz="3200" dirty="0"/>
              <a:t>Second contribution was providing a series of punch cards which will tell what portion of machine to run, i.e., pass a </a:t>
            </a:r>
            <a:r>
              <a:rPr lang="en-US" sz="3200" i="1" dirty="0"/>
              <a:t>function</a:t>
            </a:r>
            <a:r>
              <a:rPr lang="en-US" sz="3200" dirty="0"/>
              <a:t>.</a:t>
            </a:r>
          </a:p>
          <a:p>
            <a:pPr>
              <a:lnSpc>
                <a:spcPct val="120000"/>
              </a:lnSpc>
              <a:buFont typeface="Wingdings" panose="05000000000000000000" pitchFamily="2" charset="2"/>
              <a:buChar char="§"/>
            </a:pPr>
            <a:r>
              <a:rPr lang="en-US" sz="3200" dirty="0"/>
              <a:t>This way, the analytical function could make virtually any calculation making use of Ada’s programs. Thus, making it </a:t>
            </a:r>
            <a:r>
              <a:rPr lang="en-US" sz="3200" i="1" dirty="0"/>
              <a:t>Turing complete</a:t>
            </a:r>
            <a:r>
              <a:rPr lang="en-US" sz="3200" dirty="0"/>
              <a:t>.</a:t>
            </a:r>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568047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pic>
        <p:nvPicPr>
          <p:cNvPr id="2050" name="Picture 2" descr="BLOG – 2D Goggles">
            <a:extLst>
              <a:ext uri="{FF2B5EF4-FFF2-40B4-BE49-F238E27FC236}">
                <a16:creationId xmlns:a16="http://schemas.microsoft.com/office/drawing/2014/main" id="{04D2654C-0F0A-AB72-C8D1-507B7CD90D5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0" r="-505"/>
          <a:stretch/>
        </p:blipFill>
        <p:spPr bwMode="auto">
          <a:xfrm>
            <a:off x="588579" y="0"/>
            <a:ext cx="10946306"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5651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 journey from Origin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7"/>
                <a:ext cx="11743017"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The most fascinating program Ada wrote calculated Bernoulli numbers.</a:t>
                </a:r>
              </a:p>
              <a:p>
                <a:pPr>
                  <a:lnSpc>
                    <a:spcPct val="120000"/>
                  </a:lnSpc>
                  <a:buFont typeface="Wingdings" panose="05000000000000000000" pitchFamily="2" charset="2"/>
                  <a:buChar char="§"/>
                </a:pPr>
                <a:r>
                  <a:rPr lang="en-US" sz="3200" dirty="0"/>
                  <a:t>Bernoulli numbers are used to sum up numbers to any given power.</a:t>
                </a:r>
              </a:p>
              <a:p>
                <a:pPr lvl="1">
                  <a:lnSpc>
                    <a:spcPct val="120000"/>
                  </a:lnSpc>
                  <a:buFont typeface="Wingdings" panose="05000000000000000000" pitchFamily="2" charset="2"/>
                  <a:buChar char="§"/>
                </a:pPr>
                <a14:m>
                  <m:oMath xmlns:m="http://schemas.openxmlformats.org/officeDocument/2006/math">
                    <m:r>
                      <a:rPr lang="en-US" sz="3000" b="0" i="1" smtClean="0">
                        <a:latin typeface="Cambria Math" panose="02040503050406030204" pitchFamily="18" charset="0"/>
                      </a:rPr>
                      <m:t>1+2+3+…+</m:t>
                    </m:r>
                    <m:r>
                      <a:rPr lang="en-US" sz="3000" b="0" i="1" smtClean="0">
                        <a:latin typeface="Cambria Math" panose="02040503050406030204" pitchFamily="18" charset="0"/>
                      </a:rPr>
                      <m:t>𝑛</m:t>
                    </m:r>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sSup>
                          <m:sSupPr>
                            <m:ctrlPr>
                              <a:rPr lang="en-US" sz="3000" b="0" i="1" smtClean="0">
                                <a:latin typeface="Cambria Math" panose="02040503050406030204" pitchFamily="18" charset="0"/>
                              </a:rPr>
                            </m:ctrlPr>
                          </m:sSupPr>
                          <m:e>
                            <m:r>
                              <a:rPr lang="en-US" sz="3000" b="0" i="1" smtClean="0">
                                <a:latin typeface="Cambria Math" panose="02040503050406030204" pitchFamily="18" charset="0"/>
                              </a:rPr>
                              <m:t>𝑛</m:t>
                            </m:r>
                          </m:e>
                          <m:sup>
                            <m:r>
                              <a:rPr lang="en-US" sz="3000" b="0" i="1" smtClean="0">
                                <a:latin typeface="Cambria Math" panose="02040503050406030204" pitchFamily="18" charset="0"/>
                              </a:rPr>
                              <m:t>2</m:t>
                            </m:r>
                          </m:sup>
                        </m:sSup>
                      </m:num>
                      <m:den>
                        <m:r>
                          <a:rPr lang="en-US" sz="3000" b="0" i="1" smtClean="0">
                            <a:latin typeface="Cambria Math" panose="02040503050406030204" pitchFamily="18" charset="0"/>
                          </a:rPr>
                          <m:t>2</m:t>
                        </m:r>
                      </m:den>
                    </m:f>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𝑛</m:t>
                        </m:r>
                      </m:num>
                      <m:den>
                        <m:r>
                          <a:rPr lang="en-US" sz="3000" b="0" i="1" smtClean="0">
                            <a:latin typeface="Cambria Math" panose="02040503050406030204" pitchFamily="18" charset="0"/>
                          </a:rPr>
                          <m:t>2</m:t>
                        </m:r>
                      </m:den>
                    </m:f>
                  </m:oMath>
                </a14:m>
                <a:endParaRPr lang="en-US" sz="3000" b="0" dirty="0"/>
              </a:p>
              <a:p>
                <a:pPr lvl="1">
                  <a:lnSpc>
                    <a:spcPct val="120000"/>
                  </a:lnSpc>
                  <a:buFont typeface="Wingdings" panose="05000000000000000000" pitchFamily="2" charset="2"/>
                  <a:buChar char="§"/>
                </a:pPr>
                <a14:m>
                  <m:oMath xmlns:m="http://schemas.openxmlformats.org/officeDocument/2006/math">
                    <m:sSup>
                      <m:sSupPr>
                        <m:ctrlPr>
                          <a:rPr lang="en-US" sz="3000" b="0" i="1" smtClean="0">
                            <a:latin typeface="Cambria Math" panose="02040503050406030204" pitchFamily="18" charset="0"/>
                          </a:rPr>
                        </m:ctrlPr>
                      </m:sSupPr>
                      <m:e>
                        <m:r>
                          <a:rPr lang="en-US" sz="3000" i="1">
                            <a:latin typeface="Cambria Math" panose="02040503050406030204" pitchFamily="18" charset="0"/>
                          </a:rPr>
                          <m:t>1</m:t>
                        </m:r>
                      </m:e>
                      <m:sup>
                        <m:r>
                          <a:rPr lang="en-US" sz="3000" b="0" i="1" smtClean="0">
                            <a:latin typeface="Cambria Math" panose="02040503050406030204" pitchFamily="18" charset="0"/>
                          </a:rPr>
                          <m:t>2</m:t>
                        </m:r>
                      </m:sup>
                    </m:sSup>
                    <m:r>
                      <a:rPr lang="en-US" sz="3000" i="1">
                        <a:latin typeface="Cambria Math" panose="02040503050406030204" pitchFamily="18" charset="0"/>
                      </a:rPr>
                      <m:t>+</m:t>
                    </m:r>
                    <m:sSup>
                      <m:sSupPr>
                        <m:ctrlPr>
                          <a:rPr lang="en-US" sz="3000" b="0" i="1" smtClean="0">
                            <a:latin typeface="Cambria Math" panose="02040503050406030204" pitchFamily="18" charset="0"/>
                          </a:rPr>
                        </m:ctrlPr>
                      </m:sSupPr>
                      <m:e>
                        <m:r>
                          <a:rPr lang="en-US" sz="3000" i="1">
                            <a:latin typeface="Cambria Math" panose="02040503050406030204" pitchFamily="18" charset="0"/>
                          </a:rPr>
                          <m:t>2</m:t>
                        </m:r>
                      </m:e>
                      <m:sup>
                        <m:r>
                          <a:rPr lang="en-US" sz="3000" b="0" i="1" smtClean="0">
                            <a:latin typeface="Cambria Math" panose="02040503050406030204" pitchFamily="18" charset="0"/>
                          </a:rPr>
                          <m:t>2</m:t>
                        </m:r>
                      </m:sup>
                    </m:sSup>
                    <m:r>
                      <a:rPr lang="en-US" sz="3000" i="1">
                        <a:latin typeface="Cambria Math" panose="02040503050406030204" pitchFamily="18" charset="0"/>
                      </a:rPr>
                      <m:t>+</m:t>
                    </m:r>
                    <m:sSup>
                      <m:sSupPr>
                        <m:ctrlPr>
                          <a:rPr lang="en-US" sz="3000" b="0" i="1" smtClean="0">
                            <a:latin typeface="Cambria Math" panose="02040503050406030204" pitchFamily="18" charset="0"/>
                          </a:rPr>
                        </m:ctrlPr>
                      </m:sSupPr>
                      <m:e>
                        <m:r>
                          <a:rPr lang="en-US" sz="3000" i="1">
                            <a:latin typeface="Cambria Math" panose="02040503050406030204" pitchFamily="18" charset="0"/>
                          </a:rPr>
                          <m:t>3</m:t>
                        </m:r>
                      </m:e>
                      <m:sup>
                        <m:r>
                          <a:rPr lang="en-US" sz="3000" b="0" i="1" smtClean="0">
                            <a:latin typeface="Cambria Math" panose="02040503050406030204" pitchFamily="18" charset="0"/>
                          </a:rPr>
                          <m:t>2</m:t>
                        </m:r>
                      </m:sup>
                    </m:sSup>
                    <m:r>
                      <a:rPr lang="en-US" sz="3000" i="1">
                        <a:latin typeface="Cambria Math" panose="02040503050406030204" pitchFamily="18" charset="0"/>
                      </a:rPr>
                      <m:t>+…+</m:t>
                    </m:r>
                    <m:sSup>
                      <m:sSupPr>
                        <m:ctrlPr>
                          <a:rPr lang="en-US" sz="3000" b="0" i="1" smtClean="0">
                            <a:latin typeface="Cambria Math" panose="02040503050406030204" pitchFamily="18" charset="0"/>
                          </a:rPr>
                        </m:ctrlPr>
                      </m:sSupPr>
                      <m:e>
                        <m:r>
                          <a:rPr lang="en-US" sz="3000" i="1">
                            <a:latin typeface="Cambria Math" panose="02040503050406030204" pitchFamily="18" charset="0"/>
                          </a:rPr>
                          <m:t>𝑛</m:t>
                        </m:r>
                      </m:e>
                      <m:sup>
                        <m:r>
                          <a:rPr lang="en-US" sz="3000" b="0" i="1" smtClean="0">
                            <a:latin typeface="Cambria Math" panose="02040503050406030204" pitchFamily="18" charset="0"/>
                          </a:rPr>
                          <m:t>2</m:t>
                        </m:r>
                      </m:sup>
                    </m:sSup>
                    <m:r>
                      <a:rPr lang="en-US" sz="3000" i="1">
                        <a:latin typeface="Cambria Math" panose="02040503050406030204" pitchFamily="18" charset="0"/>
                      </a:rPr>
                      <m:t>=</m:t>
                    </m:r>
                    <m:f>
                      <m:fPr>
                        <m:ctrlPr>
                          <a:rPr lang="en-US" sz="3000" i="1">
                            <a:latin typeface="Cambria Math" panose="02040503050406030204" pitchFamily="18" charset="0"/>
                          </a:rPr>
                        </m:ctrlPr>
                      </m:fPr>
                      <m:num>
                        <m:sSup>
                          <m:sSupPr>
                            <m:ctrlPr>
                              <a:rPr lang="en-US" sz="3000" i="1">
                                <a:latin typeface="Cambria Math" panose="02040503050406030204" pitchFamily="18" charset="0"/>
                              </a:rPr>
                            </m:ctrlPr>
                          </m:sSupPr>
                          <m:e>
                            <m:r>
                              <a:rPr lang="en-US" sz="3000" i="1">
                                <a:latin typeface="Cambria Math" panose="02040503050406030204" pitchFamily="18" charset="0"/>
                              </a:rPr>
                              <m:t>𝑛</m:t>
                            </m:r>
                          </m:e>
                          <m:sup>
                            <m:r>
                              <a:rPr lang="en-US" sz="3000" b="0" i="1" smtClean="0">
                                <a:latin typeface="Cambria Math" panose="02040503050406030204" pitchFamily="18" charset="0"/>
                              </a:rPr>
                              <m:t>3</m:t>
                            </m:r>
                          </m:sup>
                        </m:sSup>
                      </m:num>
                      <m:den>
                        <m:r>
                          <a:rPr lang="en-US" sz="3000" b="0" i="1" smtClean="0">
                            <a:latin typeface="Cambria Math" panose="02040503050406030204" pitchFamily="18" charset="0"/>
                          </a:rPr>
                          <m:t>3</m:t>
                        </m:r>
                      </m:den>
                    </m:f>
                    <m:r>
                      <a:rPr lang="en-US" sz="3000" i="1">
                        <a:latin typeface="Cambria Math" panose="02040503050406030204" pitchFamily="18" charset="0"/>
                      </a:rPr>
                      <m:t>+</m:t>
                    </m:r>
                    <m:f>
                      <m:fPr>
                        <m:ctrlPr>
                          <a:rPr lang="en-US" sz="3000" i="1">
                            <a:latin typeface="Cambria Math" panose="02040503050406030204" pitchFamily="18" charset="0"/>
                          </a:rPr>
                        </m:ctrlPr>
                      </m:fPr>
                      <m:num>
                        <m:sSup>
                          <m:sSupPr>
                            <m:ctrlPr>
                              <a:rPr lang="en-US" sz="3000" b="0" i="1" smtClean="0">
                                <a:latin typeface="Cambria Math" panose="02040503050406030204" pitchFamily="18" charset="0"/>
                              </a:rPr>
                            </m:ctrlPr>
                          </m:sSupPr>
                          <m:e>
                            <m:r>
                              <a:rPr lang="en-US" sz="3000" i="1">
                                <a:latin typeface="Cambria Math" panose="02040503050406030204" pitchFamily="18" charset="0"/>
                              </a:rPr>
                              <m:t>𝑛</m:t>
                            </m:r>
                          </m:e>
                          <m:sup>
                            <m:r>
                              <a:rPr lang="en-US" sz="3000" b="0" i="1" smtClean="0">
                                <a:latin typeface="Cambria Math" panose="02040503050406030204" pitchFamily="18" charset="0"/>
                              </a:rPr>
                              <m:t>2</m:t>
                            </m:r>
                          </m:sup>
                        </m:sSup>
                      </m:num>
                      <m:den>
                        <m:r>
                          <a:rPr lang="en-US" sz="3000" i="1">
                            <a:latin typeface="Cambria Math" panose="02040503050406030204" pitchFamily="18" charset="0"/>
                          </a:rPr>
                          <m:t>2</m:t>
                        </m:r>
                      </m:den>
                    </m:f>
                    <m:r>
                      <a:rPr lang="en-US" sz="3000" b="0" i="1" smtClean="0">
                        <a:latin typeface="Cambria Math" panose="02040503050406030204" pitchFamily="18" charset="0"/>
                      </a:rPr>
                      <m:t>+</m:t>
                    </m:r>
                    <m:f>
                      <m:fPr>
                        <m:ctrlPr>
                          <a:rPr lang="en-US" sz="3000" b="0" i="1" smtClean="0">
                            <a:latin typeface="Cambria Math" panose="02040503050406030204" pitchFamily="18" charset="0"/>
                          </a:rPr>
                        </m:ctrlPr>
                      </m:fPr>
                      <m:num>
                        <m:r>
                          <a:rPr lang="en-US" sz="3000" b="0" i="1" smtClean="0">
                            <a:latin typeface="Cambria Math" panose="02040503050406030204" pitchFamily="18" charset="0"/>
                          </a:rPr>
                          <m:t>𝑛</m:t>
                        </m:r>
                      </m:num>
                      <m:den>
                        <m:r>
                          <a:rPr lang="en-US" sz="3000" b="0" i="1" smtClean="0">
                            <a:latin typeface="Cambria Math" panose="02040503050406030204" pitchFamily="18" charset="0"/>
                          </a:rPr>
                          <m:t>6</m:t>
                        </m:r>
                      </m:den>
                    </m:f>
                  </m:oMath>
                </a14:m>
                <a:endParaRPr lang="en-US" sz="3000" dirty="0"/>
              </a:p>
              <a:p>
                <a:pPr lvl="1">
                  <a:lnSpc>
                    <a:spcPct val="120000"/>
                  </a:lnSpc>
                  <a:buFont typeface="Wingdings" panose="05000000000000000000" pitchFamily="2" charset="2"/>
                  <a:buChar char="§"/>
                </a:pPr>
                <a14:m>
                  <m:oMath xmlns:m="http://schemas.openxmlformats.org/officeDocument/2006/math">
                    <m:sSup>
                      <m:sSupPr>
                        <m:ctrlPr>
                          <a:rPr lang="en-US" sz="3000" i="1">
                            <a:latin typeface="Cambria Math" panose="02040503050406030204" pitchFamily="18" charset="0"/>
                          </a:rPr>
                        </m:ctrlPr>
                      </m:sSupPr>
                      <m:e>
                        <m:r>
                          <a:rPr lang="en-US" sz="3000" i="1">
                            <a:latin typeface="Cambria Math" panose="02040503050406030204" pitchFamily="18" charset="0"/>
                          </a:rPr>
                          <m:t>1</m:t>
                        </m:r>
                      </m:e>
                      <m:sup>
                        <m:r>
                          <a:rPr lang="en-US" sz="3000" b="0" i="1" smtClean="0">
                            <a:latin typeface="Cambria Math" panose="02040503050406030204" pitchFamily="18" charset="0"/>
                          </a:rPr>
                          <m:t>3</m:t>
                        </m:r>
                      </m:sup>
                    </m:sSup>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2</m:t>
                        </m:r>
                      </m:e>
                      <m:sup>
                        <m:r>
                          <a:rPr lang="en-US" sz="3000" b="0" i="1" smtClean="0">
                            <a:latin typeface="Cambria Math" panose="02040503050406030204" pitchFamily="18" charset="0"/>
                          </a:rPr>
                          <m:t>3</m:t>
                        </m:r>
                      </m:sup>
                    </m:sSup>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3</m:t>
                        </m:r>
                      </m:e>
                      <m:sup>
                        <m:r>
                          <a:rPr lang="en-US" sz="3000" b="0" i="1" smtClean="0">
                            <a:latin typeface="Cambria Math" panose="02040503050406030204" pitchFamily="18" charset="0"/>
                          </a:rPr>
                          <m:t>3</m:t>
                        </m:r>
                      </m:sup>
                    </m:sSup>
                    <m:r>
                      <a:rPr lang="en-US" sz="3000" i="1">
                        <a:latin typeface="Cambria Math" panose="02040503050406030204" pitchFamily="18" charset="0"/>
                      </a:rPr>
                      <m:t>+…+</m:t>
                    </m:r>
                    <m:sSup>
                      <m:sSupPr>
                        <m:ctrlPr>
                          <a:rPr lang="en-US" sz="3000" i="1">
                            <a:latin typeface="Cambria Math" panose="02040503050406030204" pitchFamily="18" charset="0"/>
                          </a:rPr>
                        </m:ctrlPr>
                      </m:sSupPr>
                      <m:e>
                        <m:r>
                          <a:rPr lang="en-US" sz="3000" i="1">
                            <a:latin typeface="Cambria Math" panose="02040503050406030204" pitchFamily="18" charset="0"/>
                          </a:rPr>
                          <m:t>𝑛</m:t>
                        </m:r>
                      </m:e>
                      <m:sup>
                        <m:r>
                          <a:rPr lang="en-US" sz="3000" b="0" i="1" smtClean="0">
                            <a:latin typeface="Cambria Math" panose="02040503050406030204" pitchFamily="18" charset="0"/>
                          </a:rPr>
                          <m:t>3</m:t>
                        </m:r>
                      </m:sup>
                    </m:sSup>
                    <m:r>
                      <a:rPr lang="en-US" sz="3000" i="1">
                        <a:latin typeface="Cambria Math" panose="02040503050406030204" pitchFamily="18" charset="0"/>
                      </a:rPr>
                      <m:t>=</m:t>
                    </m:r>
                    <m:f>
                      <m:fPr>
                        <m:ctrlPr>
                          <a:rPr lang="en-US" sz="3000" i="1">
                            <a:latin typeface="Cambria Math" panose="02040503050406030204" pitchFamily="18" charset="0"/>
                          </a:rPr>
                        </m:ctrlPr>
                      </m:fPr>
                      <m:num>
                        <m:sSup>
                          <m:sSupPr>
                            <m:ctrlPr>
                              <a:rPr lang="en-US" sz="3000" i="1">
                                <a:latin typeface="Cambria Math" panose="02040503050406030204" pitchFamily="18" charset="0"/>
                              </a:rPr>
                            </m:ctrlPr>
                          </m:sSupPr>
                          <m:e>
                            <m:r>
                              <a:rPr lang="en-US" sz="3000" i="1">
                                <a:latin typeface="Cambria Math" panose="02040503050406030204" pitchFamily="18" charset="0"/>
                              </a:rPr>
                              <m:t>𝑛</m:t>
                            </m:r>
                          </m:e>
                          <m:sup>
                            <m:r>
                              <a:rPr lang="en-US" sz="3000" b="0" i="1" smtClean="0">
                                <a:latin typeface="Cambria Math" panose="02040503050406030204" pitchFamily="18" charset="0"/>
                              </a:rPr>
                              <m:t>4</m:t>
                            </m:r>
                          </m:sup>
                        </m:sSup>
                      </m:num>
                      <m:den>
                        <m:r>
                          <a:rPr lang="en-US" sz="3000" b="0" i="1" smtClean="0">
                            <a:latin typeface="Cambria Math" panose="02040503050406030204" pitchFamily="18" charset="0"/>
                          </a:rPr>
                          <m:t>4</m:t>
                        </m:r>
                      </m:den>
                    </m:f>
                    <m:r>
                      <a:rPr lang="en-US" sz="3000" i="1">
                        <a:latin typeface="Cambria Math" panose="02040503050406030204" pitchFamily="18" charset="0"/>
                      </a:rPr>
                      <m:t>+</m:t>
                    </m:r>
                    <m:f>
                      <m:fPr>
                        <m:ctrlPr>
                          <a:rPr lang="en-US" sz="3000" i="1">
                            <a:latin typeface="Cambria Math" panose="02040503050406030204" pitchFamily="18" charset="0"/>
                          </a:rPr>
                        </m:ctrlPr>
                      </m:fPr>
                      <m:num>
                        <m:sSup>
                          <m:sSupPr>
                            <m:ctrlPr>
                              <a:rPr lang="en-US" sz="3000" i="1">
                                <a:latin typeface="Cambria Math" panose="02040503050406030204" pitchFamily="18" charset="0"/>
                              </a:rPr>
                            </m:ctrlPr>
                          </m:sSupPr>
                          <m:e>
                            <m:r>
                              <a:rPr lang="en-US" sz="3000" i="1">
                                <a:latin typeface="Cambria Math" panose="02040503050406030204" pitchFamily="18" charset="0"/>
                              </a:rPr>
                              <m:t>𝑛</m:t>
                            </m:r>
                          </m:e>
                          <m:sup>
                            <m:r>
                              <a:rPr lang="en-US" sz="3000" b="0" i="1" smtClean="0">
                                <a:latin typeface="Cambria Math" panose="02040503050406030204" pitchFamily="18" charset="0"/>
                              </a:rPr>
                              <m:t>3</m:t>
                            </m:r>
                          </m:sup>
                        </m:sSup>
                      </m:num>
                      <m:den>
                        <m:r>
                          <a:rPr lang="en-US" sz="3000" i="1">
                            <a:latin typeface="Cambria Math" panose="02040503050406030204" pitchFamily="18" charset="0"/>
                          </a:rPr>
                          <m:t>2</m:t>
                        </m:r>
                      </m:den>
                    </m:f>
                    <m:r>
                      <a:rPr lang="en-US" sz="3000" i="1">
                        <a:latin typeface="Cambria Math" panose="02040503050406030204" pitchFamily="18" charset="0"/>
                      </a:rPr>
                      <m:t>+</m:t>
                    </m:r>
                    <m:f>
                      <m:fPr>
                        <m:ctrlPr>
                          <a:rPr lang="en-US" sz="3000" i="1">
                            <a:latin typeface="Cambria Math" panose="02040503050406030204" pitchFamily="18" charset="0"/>
                          </a:rPr>
                        </m:ctrlPr>
                      </m:fPr>
                      <m:num>
                        <m:sSup>
                          <m:sSupPr>
                            <m:ctrlPr>
                              <a:rPr lang="en-US" sz="3000" b="0" i="1" smtClean="0">
                                <a:latin typeface="Cambria Math" panose="02040503050406030204" pitchFamily="18" charset="0"/>
                              </a:rPr>
                            </m:ctrlPr>
                          </m:sSupPr>
                          <m:e>
                            <m:r>
                              <a:rPr lang="en-US" sz="3000" i="1">
                                <a:latin typeface="Cambria Math" panose="02040503050406030204" pitchFamily="18" charset="0"/>
                              </a:rPr>
                              <m:t>𝑛</m:t>
                            </m:r>
                          </m:e>
                          <m:sup>
                            <m:r>
                              <a:rPr lang="en-US" sz="3000" b="0" i="1" smtClean="0">
                                <a:latin typeface="Cambria Math" panose="02040503050406030204" pitchFamily="18" charset="0"/>
                              </a:rPr>
                              <m:t>2</m:t>
                            </m:r>
                          </m:sup>
                        </m:sSup>
                      </m:num>
                      <m:den>
                        <m:r>
                          <a:rPr lang="en-US" sz="3000" b="0" i="1" smtClean="0">
                            <a:latin typeface="Cambria Math" panose="02040503050406030204" pitchFamily="18" charset="0"/>
                          </a:rPr>
                          <m:t>4</m:t>
                        </m:r>
                      </m:den>
                    </m:f>
                  </m:oMath>
                </a14:m>
                <a:endParaRPr lang="en-US" sz="3000" dirty="0"/>
              </a:p>
              <a:p>
                <a:pPr>
                  <a:lnSpc>
                    <a:spcPct val="120000"/>
                  </a:lnSpc>
                  <a:buFont typeface="Wingdings" panose="05000000000000000000" pitchFamily="2" charset="2"/>
                  <a:buChar char="§"/>
                </a:pPr>
                <a:r>
                  <a:rPr lang="en-US" sz="3200" dirty="0"/>
                  <a:t>Ada wrote a program to compute these numbers.</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3" y="1532587"/>
                <a:ext cx="11743017" cy="4887878"/>
              </a:xfrm>
              <a:prstGeom prst="rect">
                <a:avLst/>
              </a:prstGeom>
              <a:blipFill>
                <a:blip r:embed="rId3"/>
                <a:stretch>
                  <a:fillRect l="-1038" t="-374"/>
                </a:stretch>
              </a:blipFill>
            </p:spPr>
            <p:txBody>
              <a:bodyPr/>
              <a:lstStyle/>
              <a:p>
                <a:r>
                  <a:rPr lang="LID4096">
                    <a:noFill/>
                  </a:rPr>
                  <a:t> </a:t>
                </a:r>
              </a:p>
            </p:txBody>
          </p:sp>
        </mc:Fallback>
      </mc:AlternateContent>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1768471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pic>
        <p:nvPicPr>
          <p:cNvPr id="4" name="Picture 3">
            <a:extLst>
              <a:ext uri="{FF2B5EF4-FFF2-40B4-BE49-F238E27FC236}">
                <a16:creationId xmlns:a16="http://schemas.microsoft.com/office/drawing/2014/main" id="{131BE28E-51CB-3EE2-8C16-711DA73641CB}"/>
              </a:ext>
            </a:extLst>
          </p:cNvPr>
          <p:cNvPicPr>
            <a:picLocks noChangeAspect="1"/>
          </p:cNvPicPr>
          <p:nvPr/>
        </p:nvPicPr>
        <p:blipFill>
          <a:blip r:embed="rId3"/>
          <a:stretch>
            <a:fillRect/>
          </a:stretch>
        </p:blipFill>
        <p:spPr>
          <a:xfrm>
            <a:off x="6088352" y="3423779"/>
            <a:ext cx="15296" cy="10442"/>
          </a:xfrm>
          <a:prstGeom prst="rect">
            <a:avLst/>
          </a:prstGeom>
        </p:spPr>
      </p:pic>
      <p:pic>
        <p:nvPicPr>
          <p:cNvPr id="6" name="Picture 5">
            <a:extLst>
              <a:ext uri="{FF2B5EF4-FFF2-40B4-BE49-F238E27FC236}">
                <a16:creationId xmlns:a16="http://schemas.microsoft.com/office/drawing/2014/main" id="{CFDA1BA6-440B-F8BA-4DA7-853F2431A506}"/>
              </a:ext>
            </a:extLst>
          </p:cNvPr>
          <p:cNvPicPr>
            <a:picLocks noChangeAspect="1"/>
          </p:cNvPicPr>
          <p:nvPr/>
        </p:nvPicPr>
        <p:blipFill>
          <a:blip r:embed="rId4"/>
          <a:stretch>
            <a:fillRect/>
          </a:stretch>
        </p:blipFill>
        <p:spPr>
          <a:xfrm>
            <a:off x="493987" y="0"/>
            <a:ext cx="10671042" cy="6858000"/>
          </a:xfrm>
          <a:prstGeom prst="rect">
            <a:avLst/>
          </a:prstGeom>
        </p:spPr>
      </p:pic>
    </p:spTree>
    <p:extLst>
      <p:ext uri="{BB962C8B-B14F-4D97-AF65-F5344CB8AC3E}">
        <p14:creationId xmlns:p14="http://schemas.microsoft.com/office/powerpoint/2010/main" val="28886319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 journey from Origin</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3" y="1532587"/>
            <a:ext cx="11743017"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200" dirty="0"/>
              <a:t>Ada became countess of Lovelace; but she died at the age of 36 from cancer in 1852.</a:t>
            </a:r>
          </a:p>
          <a:p>
            <a:pPr>
              <a:lnSpc>
                <a:spcPct val="120000"/>
              </a:lnSpc>
              <a:buFont typeface="Wingdings" panose="05000000000000000000" pitchFamily="2" charset="2"/>
              <a:buChar char="§"/>
            </a:pPr>
            <a:r>
              <a:rPr lang="en-US" sz="3200" dirty="0"/>
              <a:t>August Ada of Lovelace is sometimes not given credit she very well deserves in the history of computation, but she was the first person to write programs for a machine which did not physical exist.</a:t>
            </a:r>
          </a:p>
          <a:p>
            <a:pPr>
              <a:lnSpc>
                <a:spcPct val="120000"/>
              </a:lnSpc>
              <a:buFont typeface="Wingdings" panose="05000000000000000000" pitchFamily="2" charset="2"/>
              <a:buChar char="§"/>
            </a:pPr>
            <a:r>
              <a:rPr lang="en-US" sz="3200" dirty="0"/>
              <a:t>130 years after her death, the Analytical machine was finally invented and one of its copies is </a:t>
            </a:r>
            <a:r>
              <a:rPr lang="en-GB" sz="3200" dirty="0"/>
              <a:t>Computer History Museum in  California, USA</a:t>
            </a:r>
            <a:r>
              <a:rPr lang="en-US" sz="3200" dirty="0"/>
              <a:t>.</a:t>
            </a:r>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Tree>
    <p:extLst>
      <p:ext uri="{BB962C8B-B14F-4D97-AF65-F5344CB8AC3E}">
        <p14:creationId xmlns:p14="http://schemas.microsoft.com/office/powerpoint/2010/main" val="1646317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An algorithm is a way to express logic. It can be in any language and use any symbols. It can be in plain English as well.</a:t>
            </a:r>
          </a:p>
          <a:p>
            <a:pPr>
              <a:lnSpc>
                <a:spcPct val="120000"/>
              </a:lnSpc>
              <a:buFont typeface="Wingdings" panose="05000000000000000000" pitchFamily="2" charset="2"/>
              <a:buChar char="§"/>
            </a:pPr>
            <a:r>
              <a:rPr lang="en-US" sz="3400" dirty="0"/>
              <a:t>An algorithm can roughly be defined as a set of instructions with a clear meaning that can be performed within a finite amount of time to solve a problem. It takes some input, perform some operations on it and produces output.</a:t>
            </a:r>
          </a:p>
          <a:p>
            <a:pPr>
              <a:lnSpc>
                <a:spcPct val="120000"/>
              </a:lnSpc>
              <a:buFont typeface="Wingdings" panose="05000000000000000000" pitchFamily="2" charset="2"/>
              <a:buChar char="§"/>
            </a:pPr>
            <a:r>
              <a:rPr lang="en-US" sz="3400" dirty="0"/>
              <a:t>An efficient algorithm solves a problem using low resources.</a:t>
            </a:r>
          </a:p>
        </p:txBody>
      </p:sp>
    </p:spTree>
    <p:extLst>
      <p:ext uri="{BB962C8B-B14F-4D97-AF65-F5344CB8AC3E}">
        <p14:creationId xmlns:p14="http://schemas.microsoft.com/office/powerpoint/2010/main" val="4221376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Standard definitions:</a:t>
            </a:r>
          </a:p>
          <a:p>
            <a:pPr lvl="1">
              <a:lnSpc>
                <a:spcPct val="120000"/>
              </a:lnSpc>
              <a:buFont typeface="Wingdings" panose="05000000000000000000" pitchFamily="2" charset="2"/>
              <a:buChar char="§"/>
            </a:pPr>
            <a:r>
              <a:rPr lang="en-US" sz="3200" dirty="0"/>
              <a:t>An algorithm is any well-defined computational procedure that takes some value, or a set of values as input and produces some value or set of values as output. [Thomas Cormen]</a:t>
            </a:r>
          </a:p>
          <a:p>
            <a:pPr lvl="1">
              <a:lnSpc>
                <a:spcPct val="120000"/>
              </a:lnSpc>
              <a:buFont typeface="Wingdings" panose="05000000000000000000" pitchFamily="2" charset="2"/>
              <a:buChar char="§"/>
            </a:pPr>
            <a:r>
              <a:rPr lang="en-US" sz="3200" dirty="0"/>
              <a:t>An algorithm is a sequence of unambiguous instructions for solving a problem, i.e., for obtaining a required output for any legitimate input in a finite amount of time. [</a:t>
            </a:r>
            <a:r>
              <a:rPr lang="en-US" sz="3200" dirty="0" err="1"/>
              <a:t>Anany</a:t>
            </a:r>
            <a:r>
              <a:rPr lang="en-US" sz="3200" dirty="0"/>
              <a:t> Levitin]</a:t>
            </a:r>
          </a:p>
          <a:p>
            <a:pPr lvl="1">
              <a:lnSpc>
                <a:spcPct val="120000"/>
              </a:lnSpc>
              <a:buFont typeface="Wingdings" panose="05000000000000000000" pitchFamily="2" charset="2"/>
              <a:buChar char="§"/>
            </a:pPr>
            <a:r>
              <a:rPr lang="en-US" sz="3200" dirty="0"/>
              <a:t>A finite sequence of rigorous instructions, typically used to solve a class of specific problems or to perform a computation. [Wikipedia]</a:t>
            </a:r>
            <a:endParaRPr lang="en-US" sz="3400" dirty="0"/>
          </a:p>
        </p:txBody>
      </p:sp>
    </p:spTree>
    <p:extLst>
      <p:ext uri="{BB962C8B-B14F-4D97-AF65-F5344CB8AC3E}">
        <p14:creationId xmlns:p14="http://schemas.microsoft.com/office/powerpoint/2010/main" val="548703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An algorithm:</a:t>
            </a:r>
          </a:p>
          <a:p>
            <a:pPr marL="971550" lvl="1" indent="-514350">
              <a:lnSpc>
                <a:spcPct val="120000"/>
              </a:lnSpc>
              <a:buFont typeface="+mj-lt"/>
              <a:buAutoNum type="arabicPeriod"/>
            </a:pPr>
            <a:r>
              <a:rPr lang="en-US" sz="3200" u="sng" dirty="0"/>
              <a:t>C</a:t>
            </a:r>
            <a:r>
              <a:rPr lang="en-US" sz="3200" i="1" u="sng" dirty="0"/>
              <a:t>an</a:t>
            </a:r>
            <a:r>
              <a:rPr lang="en-US" sz="3200" dirty="0"/>
              <a:t> accept input.</a:t>
            </a:r>
          </a:p>
          <a:p>
            <a:pPr marL="971550" lvl="1" indent="-514350">
              <a:lnSpc>
                <a:spcPct val="120000"/>
              </a:lnSpc>
              <a:buFont typeface="+mj-lt"/>
              <a:buAutoNum type="arabicPeriod"/>
            </a:pPr>
            <a:r>
              <a:rPr lang="en-US" sz="3200" u="sng" dirty="0"/>
              <a:t>M</a:t>
            </a:r>
            <a:r>
              <a:rPr lang="en-US" sz="3200" i="1" u="sng" dirty="0"/>
              <a:t>ust</a:t>
            </a:r>
            <a:r>
              <a:rPr lang="en-US" sz="3200" dirty="0"/>
              <a:t> produce output.</a:t>
            </a:r>
          </a:p>
          <a:p>
            <a:pPr marL="971550" lvl="1" indent="-514350">
              <a:lnSpc>
                <a:spcPct val="120000"/>
              </a:lnSpc>
              <a:buFont typeface="+mj-lt"/>
              <a:buAutoNum type="arabicPeriod"/>
            </a:pPr>
            <a:r>
              <a:rPr lang="en-US" sz="3200" dirty="0"/>
              <a:t>Works on known values only. E.g., imaginary numbers, infinities, are unacceptable.</a:t>
            </a:r>
          </a:p>
          <a:p>
            <a:pPr marL="971550" lvl="1" indent="-514350">
              <a:lnSpc>
                <a:spcPct val="120000"/>
              </a:lnSpc>
              <a:buFont typeface="+mj-lt"/>
              <a:buAutoNum type="arabicPeriod"/>
            </a:pPr>
            <a:r>
              <a:rPr lang="en-US" sz="3200" dirty="0"/>
              <a:t>Is composed of finite number of steps.</a:t>
            </a:r>
          </a:p>
          <a:p>
            <a:pPr marL="971550" lvl="1" indent="-514350">
              <a:lnSpc>
                <a:spcPct val="120000"/>
              </a:lnSpc>
              <a:buFont typeface="+mj-lt"/>
              <a:buAutoNum type="arabicPeriod"/>
            </a:pPr>
            <a:r>
              <a:rPr lang="en-US" sz="3200" dirty="0"/>
              <a:t>Takes finite time and finite memory to complete its operation.</a:t>
            </a:r>
          </a:p>
          <a:p>
            <a:pPr>
              <a:lnSpc>
                <a:spcPct val="120000"/>
              </a:lnSpc>
              <a:buFont typeface="Wingdings" panose="05000000000000000000" pitchFamily="2" charset="2"/>
              <a:buChar char="§"/>
            </a:pPr>
            <a:r>
              <a:rPr lang="en-US" sz="3400" dirty="0"/>
              <a:t>Analyses: time efficiency, memory efficiency, power consumption, parallelization. But we primarily focus on </a:t>
            </a:r>
            <a:r>
              <a:rPr lang="en-US" sz="3400"/>
              <a:t>time efficiency.</a:t>
            </a:r>
            <a:endParaRPr lang="en-US" sz="3400" dirty="0"/>
          </a:p>
        </p:txBody>
      </p:sp>
    </p:spTree>
    <p:extLst>
      <p:ext uri="{BB962C8B-B14F-4D97-AF65-F5344CB8AC3E}">
        <p14:creationId xmlns:p14="http://schemas.microsoft.com/office/powerpoint/2010/main" val="2547052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5875616" cy="4887878"/>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An algorithm:</a:t>
            </a:r>
          </a:p>
          <a:p>
            <a:pPr lvl="1">
              <a:lnSpc>
                <a:spcPct val="120000"/>
              </a:lnSpc>
              <a:buFont typeface="Wingdings" panose="05000000000000000000" pitchFamily="2" charset="2"/>
              <a:buChar char="§"/>
            </a:pPr>
            <a:r>
              <a:rPr lang="en-US" sz="3200" dirty="0"/>
              <a:t>Is independent of languages, hardware and software</a:t>
            </a:r>
          </a:p>
          <a:p>
            <a:pPr lvl="1">
              <a:lnSpc>
                <a:spcPct val="120000"/>
              </a:lnSpc>
              <a:buFont typeface="Wingdings" panose="05000000000000000000" pitchFamily="2" charset="2"/>
              <a:buChar char="§"/>
            </a:pPr>
            <a:r>
              <a:rPr lang="en-US" sz="3200" dirty="0"/>
              <a:t>Is conceptually designed</a:t>
            </a:r>
          </a:p>
          <a:p>
            <a:pPr lvl="1">
              <a:lnSpc>
                <a:spcPct val="120000"/>
              </a:lnSpc>
              <a:buFont typeface="Wingdings" panose="05000000000000000000" pitchFamily="2" charset="2"/>
              <a:buChar char="§"/>
            </a:pPr>
            <a:r>
              <a:rPr lang="en-US" sz="3200" dirty="0"/>
              <a:t>Requires domain knowledge</a:t>
            </a:r>
          </a:p>
          <a:p>
            <a:pPr lvl="1">
              <a:lnSpc>
                <a:spcPct val="120000"/>
              </a:lnSpc>
              <a:buFont typeface="Wingdings" panose="05000000000000000000" pitchFamily="2" charset="2"/>
              <a:buChar char="§"/>
            </a:pPr>
            <a:r>
              <a:rPr lang="en-US" sz="3200" dirty="0"/>
              <a:t>Is analyzed</a:t>
            </a:r>
          </a:p>
          <a:p>
            <a:pPr lvl="1">
              <a:lnSpc>
                <a:spcPct val="120000"/>
              </a:lnSpc>
              <a:buFont typeface="Wingdings" panose="05000000000000000000" pitchFamily="2" charset="2"/>
              <a:buChar char="§"/>
            </a:pPr>
            <a:r>
              <a:rPr lang="en-US" sz="3200" dirty="0"/>
              <a:t>Priori (analyze before building)</a:t>
            </a:r>
          </a:p>
        </p:txBody>
      </p:sp>
      <p:sp>
        <p:nvSpPr>
          <p:cNvPr id="4" name="Content Placeholder 2">
            <a:extLst>
              <a:ext uri="{FF2B5EF4-FFF2-40B4-BE49-F238E27FC236}">
                <a16:creationId xmlns:a16="http://schemas.microsoft.com/office/drawing/2014/main" id="{6E3F6BAD-5D38-273C-6A9F-DF2411C5C955}"/>
              </a:ext>
            </a:extLst>
          </p:cNvPr>
          <p:cNvSpPr txBox="1">
            <a:spLocks/>
          </p:cNvSpPr>
          <p:nvPr/>
        </p:nvSpPr>
        <p:spPr>
          <a:xfrm>
            <a:off x="6096000" y="1532587"/>
            <a:ext cx="58756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A Program:</a:t>
            </a:r>
          </a:p>
          <a:p>
            <a:pPr lvl="1">
              <a:lnSpc>
                <a:spcPct val="120000"/>
              </a:lnSpc>
              <a:buFont typeface="Wingdings" panose="05000000000000000000" pitchFamily="2" charset="2"/>
              <a:buChar char="§"/>
            </a:pPr>
            <a:r>
              <a:rPr lang="en-US" sz="3200" dirty="0"/>
              <a:t>Depends on language, hardware and software</a:t>
            </a:r>
          </a:p>
          <a:p>
            <a:pPr lvl="1">
              <a:lnSpc>
                <a:spcPct val="120000"/>
              </a:lnSpc>
              <a:buFont typeface="Wingdings" panose="05000000000000000000" pitchFamily="2" charset="2"/>
              <a:buChar char="§"/>
            </a:pPr>
            <a:r>
              <a:rPr lang="en-US" sz="3200" dirty="0"/>
              <a:t>Is implemented in a computer</a:t>
            </a:r>
          </a:p>
          <a:p>
            <a:pPr lvl="1">
              <a:lnSpc>
                <a:spcPct val="120000"/>
              </a:lnSpc>
              <a:buFont typeface="Wingdings" panose="05000000000000000000" pitchFamily="2" charset="2"/>
              <a:buChar char="§"/>
            </a:pPr>
            <a:r>
              <a:rPr lang="en-US" sz="3200" dirty="0"/>
              <a:t>Requires coding skills</a:t>
            </a:r>
          </a:p>
          <a:p>
            <a:pPr lvl="1">
              <a:lnSpc>
                <a:spcPct val="120000"/>
              </a:lnSpc>
              <a:buFont typeface="Wingdings" panose="05000000000000000000" pitchFamily="2" charset="2"/>
              <a:buChar char="§"/>
            </a:pPr>
            <a:r>
              <a:rPr lang="en-US" sz="3200" dirty="0"/>
              <a:t>Is tested</a:t>
            </a:r>
          </a:p>
          <a:p>
            <a:pPr lvl="1">
              <a:lnSpc>
                <a:spcPct val="120000"/>
              </a:lnSpc>
              <a:buFont typeface="Wingdings" panose="05000000000000000000" pitchFamily="2" charset="2"/>
              <a:buChar char="§"/>
            </a:pPr>
            <a:r>
              <a:rPr lang="en-US" sz="3200" dirty="0"/>
              <a:t>Posteriori (test </a:t>
            </a:r>
            <a:r>
              <a:rPr lang="en-US" sz="3200"/>
              <a:t>after building)</a:t>
            </a:r>
            <a:endParaRPr lang="en-US" sz="3200" dirty="0"/>
          </a:p>
        </p:txBody>
      </p:sp>
    </p:spTree>
    <p:extLst>
      <p:ext uri="{BB962C8B-B14F-4D97-AF65-F5344CB8AC3E}">
        <p14:creationId xmlns:p14="http://schemas.microsoft.com/office/powerpoint/2010/main" val="428669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24" name="Content Placeholder 2">
            <a:extLst>
              <a:ext uri="{FF2B5EF4-FFF2-40B4-BE49-F238E27FC236}">
                <a16:creationId xmlns:a16="http://schemas.microsoft.com/office/drawing/2014/main" id="{A19C6AD0-536B-656B-58EE-5EE8FD9FBD66}"/>
              </a:ext>
            </a:extLst>
          </p:cNvPr>
          <p:cNvSpPr txBox="1">
            <a:spLocks/>
          </p:cNvSpPr>
          <p:nvPr/>
        </p:nvSpPr>
        <p:spPr>
          <a:xfrm>
            <a:off x="220384" y="1532586"/>
            <a:ext cx="11743016" cy="787573"/>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Find out whether a year is a leap year or not</a:t>
            </a:r>
          </a:p>
        </p:txBody>
      </p:sp>
      <p:sp>
        <p:nvSpPr>
          <p:cNvPr id="9" name="Content Placeholder 2">
            <a:extLst>
              <a:ext uri="{FF2B5EF4-FFF2-40B4-BE49-F238E27FC236}">
                <a16:creationId xmlns:a16="http://schemas.microsoft.com/office/drawing/2014/main" id="{719CD7FA-0A20-A310-F301-0858C16C36AA}"/>
              </a:ext>
            </a:extLst>
          </p:cNvPr>
          <p:cNvSpPr txBox="1">
            <a:spLocks/>
          </p:cNvSpPr>
          <p:nvPr/>
        </p:nvSpPr>
        <p:spPr>
          <a:xfrm>
            <a:off x="220384" y="2320159"/>
            <a:ext cx="11743016" cy="4233041"/>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u="sng" dirty="0">
                <a:latin typeface="Cascadia Code" panose="020B0609020000020004" pitchFamily="49" charset="0"/>
                <a:ea typeface="Cascadia Code" panose="020B0609020000020004" pitchFamily="49" charset="0"/>
                <a:cs typeface="Cascadia Code" panose="020B0609020000020004" pitchFamily="49" charset="0"/>
              </a:rPr>
              <a:t>Algorithm</a:t>
            </a:r>
          </a:p>
          <a:p>
            <a:pPr marL="457200" indent="-457200">
              <a:lnSpc>
                <a:spcPct val="100000"/>
              </a:lnSpc>
              <a:buAutoNum type="arabicPeriod"/>
            </a:pPr>
            <a:r>
              <a:rPr lang="en-US" sz="2400" dirty="0">
                <a:latin typeface="Cascadia Code" panose="020B0609020000020004" pitchFamily="49" charset="0"/>
                <a:ea typeface="Cascadia Code" panose="020B0609020000020004" pitchFamily="49" charset="0"/>
                <a:cs typeface="Cascadia Code" panose="020B0609020000020004" pitchFamily="49" charset="0"/>
              </a:rPr>
              <a:t>Input a year</a:t>
            </a:r>
          </a:p>
          <a:p>
            <a:pPr marL="457200" indent="-457200">
              <a:lnSpc>
                <a:spcPct val="100000"/>
              </a:lnSpc>
              <a:buAutoNum type="arabicPeriod"/>
            </a:pPr>
            <a:r>
              <a:rPr lang="en-US" sz="2400" dirty="0">
                <a:latin typeface="Cascadia Code" panose="020B0609020000020004" pitchFamily="49" charset="0"/>
                <a:ea typeface="Cascadia Code" panose="020B0609020000020004" pitchFamily="49" charset="0"/>
                <a:cs typeface="Cascadia Code" panose="020B0609020000020004" pitchFamily="49" charset="0"/>
              </a:rPr>
              <a:t>Divide it by 4 and 100</a:t>
            </a:r>
          </a:p>
          <a:p>
            <a:pPr marL="457200" indent="-457200">
              <a:lnSpc>
                <a:spcPct val="100000"/>
              </a:lnSpc>
              <a:buAutoNum type="arabicPeriod"/>
            </a:pPr>
            <a:r>
              <a:rPr lang="en-US" sz="2400" dirty="0">
                <a:latin typeface="Cascadia Code" panose="020B0609020000020004" pitchFamily="49" charset="0"/>
                <a:ea typeface="Cascadia Code" panose="020B0609020000020004" pitchFamily="49" charset="0"/>
                <a:cs typeface="Cascadia Code" panose="020B0609020000020004" pitchFamily="49" charset="0"/>
              </a:rPr>
              <a:t>If the first remainder is 0 and second remainder is not 0, then the year is leap. Otherwise not.</a:t>
            </a:r>
          </a:p>
        </p:txBody>
      </p:sp>
    </p:spTree>
    <p:extLst>
      <p:ext uri="{BB962C8B-B14F-4D97-AF65-F5344CB8AC3E}">
        <p14:creationId xmlns:p14="http://schemas.microsoft.com/office/powerpoint/2010/main" val="8283239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24" name="Content Placeholder 2">
            <a:extLst>
              <a:ext uri="{FF2B5EF4-FFF2-40B4-BE49-F238E27FC236}">
                <a16:creationId xmlns:a16="http://schemas.microsoft.com/office/drawing/2014/main" id="{A19C6AD0-536B-656B-58EE-5EE8FD9FBD66}"/>
              </a:ext>
            </a:extLst>
          </p:cNvPr>
          <p:cNvSpPr txBox="1">
            <a:spLocks/>
          </p:cNvSpPr>
          <p:nvPr/>
        </p:nvSpPr>
        <p:spPr>
          <a:xfrm>
            <a:off x="220384" y="1532586"/>
            <a:ext cx="11743016" cy="787573"/>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Now the correct version</a:t>
            </a:r>
          </a:p>
        </p:txBody>
      </p:sp>
      <p:sp>
        <p:nvSpPr>
          <p:cNvPr id="9" name="Content Placeholder 2">
            <a:extLst>
              <a:ext uri="{FF2B5EF4-FFF2-40B4-BE49-F238E27FC236}">
                <a16:creationId xmlns:a16="http://schemas.microsoft.com/office/drawing/2014/main" id="{719CD7FA-0A20-A310-F301-0858C16C36AA}"/>
              </a:ext>
            </a:extLst>
          </p:cNvPr>
          <p:cNvSpPr txBox="1">
            <a:spLocks/>
          </p:cNvSpPr>
          <p:nvPr/>
        </p:nvSpPr>
        <p:spPr>
          <a:xfrm>
            <a:off x="220384" y="2320159"/>
            <a:ext cx="11743016" cy="4233041"/>
          </a:xfrm>
          <a:prstGeom prst="rect">
            <a:avLst/>
          </a:prstGeom>
        </p:spPr>
        <p:txBody>
          <a:bodyPr>
            <a:normAutofit lnSpcReduction="1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u="sng" dirty="0">
                <a:latin typeface="Cascadia Code" panose="020B0609020000020004" pitchFamily="49" charset="0"/>
                <a:ea typeface="Cascadia Code" panose="020B0609020000020004" pitchFamily="49" charset="0"/>
                <a:cs typeface="Cascadia Code" panose="020B0609020000020004" pitchFamily="49" charset="0"/>
              </a:rPr>
              <a:t>Algorithm</a:t>
            </a:r>
          </a:p>
          <a:p>
            <a:pPr marL="457200" indent="-457200">
              <a:lnSpc>
                <a:spcPct val="100000"/>
              </a:lnSpc>
              <a:buAutoNum type="arabicPeriod"/>
            </a:pPr>
            <a:r>
              <a:rPr lang="en-US" sz="2400" dirty="0">
                <a:latin typeface="Cascadia Code" panose="020B0609020000020004" pitchFamily="49" charset="0"/>
                <a:ea typeface="Cascadia Code" panose="020B0609020000020004" pitchFamily="49" charset="0"/>
                <a:cs typeface="Cascadia Code" panose="020B0609020000020004" pitchFamily="49" charset="0"/>
              </a:rPr>
              <a:t>Input a year</a:t>
            </a:r>
          </a:p>
          <a:p>
            <a:pPr marL="457200" indent="-457200">
              <a:lnSpc>
                <a:spcPct val="100000"/>
              </a:lnSpc>
              <a:buAutoNum type="arabicPeriod"/>
            </a:pPr>
            <a:r>
              <a:rPr lang="en-US" sz="2400" dirty="0">
                <a:latin typeface="Cascadia Code" panose="020B0609020000020004" pitchFamily="49" charset="0"/>
                <a:ea typeface="Cascadia Code" panose="020B0609020000020004" pitchFamily="49" charset="0"/>
                <a:cs typeface="Cascadia Code" panose="020B0609020000020004" pitchFamily="49" charset="0"/>
              </a:rPr>
              <a:t>Divide it by 400</a:t>
            </a:r>
          </a:p>
          <a:p>
            <a:pPr marL="457200" indent="-457200">
              <a:lnSpc>
                <a:spcPct val="100000"/>
              </a:lnSpc>
              <a:buAutoNum type="arabicPeriod"/>
            </a:pPr>
            <a:r>
              <a:rPr lang="en-US" sz="2400" dirty="0">
                <a:latin typeface="Cascadia Code" panose="020B0609020000020004" pitchFamily="49" charset="0"/>
                <a:ea typeface="Cascadia Code" panose="020B0609020000020004" pitchFamily="49" charset="0"/>
                <a:cs typeface="Cascadia Code" panose="020B0609020000020004" pitchFamily="49" charset="0"/>
              </a:rPr>
              <a:t>If the remainder is 0 then it’s a leap year.</a:t>
            </a:r>
          </a:p>
          <a:p>
            <a:pPr marL="457200" indent="-457200">
              <a:lnSpc>
                <a:spcPct val="100000"/>
              </a:lnSpc>
              <a:buAutoNum type="arabicPeriod"/>
            </a:pPr>
            <a:r>
              <a:rPr lang="en-US" sz="2400" dirty="0">
                <a:latin typeface="Cascadia Code" panose="020B0609020000020004" pitchFamily="49" charset="0"/>
                <a:ea typeface="Cascadia Code" panose="020B0609020000020004" pitchFamily="49" charset="0"/>
                <a:cs typeface="Cascadia Code" panose="020B0609020000020004" pitchFamily="49" charset="0"/>
              </a:rPr>
              <a:t>Otherwise divide by 100</a:t>
            </a:r>
          </a:p>
          <a:p>
            <a:pPr marL="457200" indent="-457200">
              <a:lnSpc>
                <a:spcPct val="100000"/>
              </a:lnSpc>
              <a:buAutoNum type="arabicPeriod"/>
            </a:pPr>
            <a:r>
              <a:rPr lang="en-US" sz="2400" dirty="0">
                <a:latin typeface="Cascadia Code" panose="020B0609020000020004" pitchFamily="49" charset="0"/>
                <a:ea typeface="Cascadia Code" panose="020B0609020000020004" pitchFamily="49" charset="0"/>
                <a:cs typeface="Cascadia Code" panose="020B0609020000020004" pitchFamily="49" charset="0"/>
              </a:rPr>
              <a:t>If the remainder is 0 then it is not a leap year.</a:t>
            </a:r>
          </a:p>
          <a:p>
            <a:pPr marL="457200" indent="-457200">
              <a:lnSpc>
                <a:spcPct val="100000"/>
              </a:lnSpc>
              <a:buAutoNum type="arabicPeriod"/>
            </a:pPr>
            <a:r>
              <a:rPr lang="en-US" sz="2400" dirty="0">
                <a:latin typeface="Cascadia Code" panose="020B0609020000020004" pitchFamily="49" charset="0"/>
                <a:ea typeface="Cascadia Code" panose="020B0609020000020004" pitchFamily="49" charset="0"/>
                <a:cs typeface="Cascadia Code" panose="020B0609020000020004" pitchFamily="49" charset="0"/>
              </a:rPr>
              <a:t>Otherwise divide by 4</a:t>
            </a:r>
          </a:p>
          <a:p>
            <a:pPr marL="457200" indent="-457200">
              <a:lnSpc>
                <a:spcPct val="100000"/>
              </a:lnSpc>
              <a:buAutoNum type="arabicPeriod"/>
            </a:pPr>
            <a:r>
              <a:rPr lang="en-US" sz="2400" dirty="0">
                <a:latin typeface="Cascadia Code" panose="020B0609020000020004" pitchFamily="49" charset="0"/>
                <a:ea typeface="Cascadia Code" panose="020B0609020000020004" pitchFamily="49" charset="0"/>
                <a:cs typeface="Cascadia Code" panose="020B0609020000020004" pitchFamily="49" charset="0"/>
              </a:rPr>
              <a:t>If the remainder is 0 then it is a leap year.</a:t>
            </a:r>
          </a:p>
          <a:p>
            <a:pPr marL="457200" indent="-457200">
              <a:lnSpc>
                <a:spcPct val="100000"/>
              </a:lnSpc>
              <a:buAutoNum type="arabicPeriod"/>
            </a:pPr>
            <a:r>
              <a:rPr lang="en-US" sz="2400" dirty="0">
                <a:latin typeface="Cascadia Code" panose="020B0609020000020004" pitchFamily="49" charset="0"/>
                <a:ea typeface="Cascadia Code" panose="020B0609020000020004" pitchFamily="49" charset="0"/>
                <a:cs typeface="Cascadia Code" panose="020B0609020000020004" pitchFamily="49" charset="0"/>
              </a:rPr>
              <a:t>Otherwise, the number is not a leap year.</a:t>
            </a:r>
          </a:p>
        </p:txBody>
      </p:sp>
    </p:spTree>
    <p:extLst>
      <p:ext uri="{BB962C8B-B14F-4D97-AF65-F5344CB8AC3E}">
        <p14:creationId xmlns:p14="http://schemas.microsoft.com/office/powerpoint/2010/main" val="3603363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9">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9">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Algorithms: 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Design an algorithm which inputs the number of students in your class and determines exactly how many groups of equal number of students can be formed.</a:t>
            </a:r>
          </a:p>
          <a:p>
            <a:pPr>
              <a:lnSpc>
                <a:spcPct val="120000"/>
              </a:lnSpc>
              <a:buFont typeface="Wingdings" panose="05000000000000000000" pitchFamily="2" charset="2"/>
              <a:buChar char="§"/>
            </a:pPr>
            <a:r>
              <a:rPr lang="en-US" sz="3400" dirty="0"/>
              <a:t>The allowed number is 2, 3</a:t>
            </a:r>
            <a:r>
              <a:rPr lang="en-US" sz="3400"/>
              <a:t>, 4.</a:t>
            </a:r>
            <a:endParaRPr lang="en-US" sz="3400" dirty="0"/>
          </a:p>
          <a:p>
            <a:pPr lvl="1">
              <a:lnSpc>
                <a:spcPct val="120000"/>
              </a:lnSpc>
              <a:buFont typeface="Wingdings" panose="05000000000000000000" pitchFamily="2" charset="2"/>
              <a:buChar char="§"/>
            </a:pPr>
            <a:r>
              <a:rPr lang="en-US" sz="3200" dirty="0"/>
              <a:t>Hint! If the total students are in prime numbers, then subtract 2 from total (at least 1 will drop out anyway 🐤).</a:t>
            </a:r>
          </a:p>
        </p:txBody>
      </p:sp>
    </p:spTree>
    <p:extLst>
      <p:ext uri="{BB962C8B-B14F-4D97-AF65-F5344CB8AC3E}">
        <p14:creationId xmlns:p14="http://schemas.microsoft.com/office/powerpoint/2010/main" val="12235602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Euclid’s Genius</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70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0000"/>
                  </a:lnSpc>
                  <a:buFont typeface="Wingdings" panose="05000000000000000000" pitchFamily="2" charset="2"/>
                  <a:buChar char="§"/>
                </a:pPr>
                <a:r>
                  <a:rPr lang="en-US" sz="3400" dirty="0"/>
                  <a:t>The common method to find GCD (Greatest common divisor) between two numbers comes from mathematics. For example:</a:t>
                </a:r>
              </a:p>
              <a:p>
                <a:pPr lvl="1">
                  <a:lnSpc>
                    <a:spcPct val="120000"/>
                  </a:lnSpc>
                  <a:buFont typeface="Wingdings" panose="05000000000000000000" pitchFamily="2" charset="2"/>
                  <a:buChar char="§"/>
                </a:pPr>
                <a:r>
                  <a:rPr lang="en-US" sz="3200" dirty="0"/>
                  <a:t>Factors of 24 are {1, 2, 4, 6, 8, </a:t>
                </a:r>
                <a:r>
                  <a:rPr lang="en-US" sz="3200" u="sng" dirty="0"/>
                  <a:t>12</a:t>
                </a:r>
                <a:r>
                  <a:rPr lang="en-US" sz="3200" dirty="0"/>
                  <a:t>, 24}</a:t>
                </a:r>
              </a:p>
              <a:p>
                <a:pPr lvl="1">
                  <a:lnSpc>
                    <a:spcPct val="120000"/>
                  </a:lnSpc>
                  <a:buFont typeface="Wingdings" panose="05000000000000000000" pitchFamily="2" charset="2"/>
                  <a:buChar char="§"/>
                </a:pPr>
                <a:r>
                  <a:rPr lang="en-US" sz="3200" dirty="0"/>
                  <a:t>Factors of 60 are {1, 2, 3, 4, 5, 6, 10, </a:t>
                </a:r>
                <a:r>
                  <a:rPr lang="en-US" sz="3200" u="sng" dirty="0"/>
                  <a:t>12</a:t>
                </a:r>
                <a:r>
                  <a:rPr lang="en-US" sz="3200" dirty="0"/>
                  <a:t>, 15, 20, 30, 60}</a:t>
                </a:r>
              </a:p>
              <a:p>
                <a:pPr lvl="1">
                  <a:lnSpc>
                    <a:spcPct val="120000"/>
                  </a:lnSpc>
                  <a:buFont typeface="Wingdings" panose="05000000000000000000" pitchFamily="2" charset="2"/>
                  <a:buChar char="§"/>
                </a:pPr>
                <a:r>
                  <a:rPr lang="en-US" sz="3200" dirty="0"/>
                  <a:t>The GCD is therefore 12.</a:t>
                </a:r>
              </a:p>
              <a:p>
                <a:pPr>
                  <a:lnSpc>
                    <a:spcPct val="120000"/>
                  </a:lnSpc>
                  <a:buFont typeface="Wingdings" panose="05000000000000000000" pitchFamily="2" charset="2"/>
                  <a:buChar char="§"/>
                </a:pPr>
                <a:r>
                  <a:rPr lang="en-US" sz="3400" dirty="0"/>
                  <a:t>Euclid ditched the classical way and proposed a highly efficient algorithm.</a:t>
                </a:r>
              </a:p>
              <a:p>
                <a:pPr marL="457200" indent="-457200">
                  <a:lnSpc>
                    <a:spcPct val="100000"/>
                  </a:lnSpc>
                  <a:buAutoNum type="arabicPeriod"/>
                </a:pPr>
                <a:r>
                  <a:rPr lang="en-US" sz="3200" dirty="0">
                    <a:latin typeface="Cascadia Code" panose="020B0609020000020004" pitchFamily="49" charset="0"/>
                    <a:ea typeface="Cascadia Code" panose="020B0609020000020004" pitchFamily="49" charset="0"/>
                    <a:cs typeface="Cascadia Code" panose="020B0609020000020004" pitchFamily="49" charset="0"/>
                  </a:rPr>
                  <a:t>Input </a:t>
                </a:r>
                <a14:m>
                  <m:oMath xmlns:m="http://schemas.openxmlformats.org/officeDocument/2006/math">
                    <m:r>
                      <a:rPr lang="en-US" sz="3200" i="1" dirty="0" smtClean="0">
                        <a:latin typeface="Cambria Math" panose="02040503050406030204" pitchFamily="18" charset="0"/>
                        <a:ea typeface="Cascadia Code" panose="020B0609020000020004" pitchFamily="49" charset="0"/>
                        <a:cs typeface="Cascadia Code" panose="020B0609020000020004" pitchFamily="49" charset="0"/>
                      </a:rPr>
                      <m:t>𝑛</m:t>
                    </m:r>
                  </m:oMath>
                </a14:m>
                <a:r>
                  <a:rPr lang="en-US" sz="3200" dirty="0">
                    <a:latin typeface="Cascadia Code" panose="020B0609020000020004" pitchFamily="49" charset="0"/>
                    <a:ea typeface="Cascadia Code" panose="020B0609020000020004" pitchFamily="49" charset="0"/>
                    <a:cs typeface="Cascadia Code" panose="020B0609020000020004" pitchFamily="49" charset="0"/>
                  </a:rPr>
                  <a:t> and </a:t>
                </a:r>
                <a14:m>
                  <m:oMath xmlns:m="http://schemas.openxmlformats.org/officeDocument/2006/math">
                    <m:r>
                      <a:rPr lang="en-US" sz="3200" i="1" dirty="0" smtClean="0">
                        <a:latin typeface="Cambria Math" panose="02040503050406030204" pitchFamily="18" charset="0"/>
                        <a:ea typeface="Cascadia Code" panose="020B0609020000020004" pitchFamily="49" charset="0"/>
                        <a:cs typeface="Cascadia Code" panose="020B0609020000020004" pitchFamily="49" charset="0"/>
                      </a:rPr>
                      <m:t>𝑚</m:t>
                    </m:r>
                  </m:oMath>
                </a14:m>
                <a:endParaRPr lang="en-US" sz="3200"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r>
                  <a:rPr lang="en-US" sz="3200" dirty="0">
                    <a:latin typeface="Cascadia Code" panose="020B0609020000020004" pitchFamily="49" charset="0"/>
                    <a:ea typeface="Cascadia Code" panose="020B0609020000020004" pitchFamily="49" charset="0"/>
                    <a:cs typeface="Cascadia Code" panose="020B0609020000020004" pitchFamily="49" charset="0"/>
                  </a:rPr>
                  <a:t>While </a:t>
                </a:r>
                <a14:m>
                  <m:oMath xmlns:m="http://schemas.openxmlformats.org/officeDocument/2006/math">
                    <m:r>
                      <a:rPr lang="en-US" sz="32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3200" b="0" i="1" smtClean="0">
                        <a:latin typeface="Cambria Math" panose="02040503050406030204" pitchFamily="18" charset="0"/>
                        <a:ea typeface="Cascadia Code" panose="020B0609020000020004" pitchFamily="49" charset="0"/>
                        <a:cs typeface="Cascadia Code" panose="020B0609020000020004" pitchFamily="49" charset="0"/>
                      </a:rPr>
                      <m:t>≠0</m:t>
                    </m:r>
                  </m:oMath>
                </a14:m>
                <a:r>
                  <a:rPr lang="en-US" sz="3200" dirty="0">
                    <a:latin typeface="Cascadia Code" panose="020B0609020000020004" pitchFamily="49" charset="0"/>
                    <a:ea typeface="Cascadia Code" panose="020B0609020000020004" pitchFamily="49" charset="0"/>
                    <a:cs typeface="Cascadia Code" panose="020B0609020000020004" pitchFamily="49" charset="0"/>
                  </a:rPr>
                  <a:t>, repeat</a:t>
                </a:r>
              </a:p>
              <a:p>
                <a:pPr marL="914400" lvl="1" indent="-457200">
                  <a:lnSpc>
                    <a:spcPct val="100000"/>
                  </a:lnSpc>
                  <a:buAutoNum type="arabicPeriod"/>
                </a:pPr>
                <a14:m>
                  <m:oMath xmlns:m="http://schemas.openxmlformats.org/officeDocument/2006/math">
                    <m:r>
                      <a:rPr lang="en-US" sz="3000" b="0" i="1" smtClean="0">
                        <a:latin typeface="Cambria Math" panose="02040503050406030204" pitchFamily="18" charset="0"/>
                        <a:ea typeface="Cascadia Code" panose="020B0609020000020004" pitchFamily="49" charset="0"/>
                        <a:cs typeface="Cascadia Code" panose="020B0609020000020004" pitchFamily="49" charset="0"/>
                      </a:rPr>
                      <m:t>𝑟𝑒𝑚</m:t>
                    </m:r>
                    <m:r>
                      <a:rPr lang="en-US" sz="3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3000" b="0" i="1" smtClean="0">
                        <a:latin typeface="Cambria Math" panose="02040503050406030204" pitchFamily="18" charset="0"/>
                        <a:ea typeface="Cascadia Code" panose="020B0609020000020004" pitchFamily="49" charset="0"/>
                        <a:cs typeface="Cascadia Code" panose="020B0609020000020004" pitchFamily="49" charset="0"/>
                      </a:rPr>
                      <m:t>𝑚</m:t>
                    </m:r>
                    <m:r>
                      <a:rPr lang="en-US" sz="30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3000" b="0" i="1" smtClean="0">
                        <a:latin typeface="Cambria Math" panose="02040503050406030204" pitchFamily="18" charset="0"/>
                        <a:ea typeface="Cascadia Code" panose="020B0609020000020004" pitchFamily="49" charset="0"/>
                        <a:cs typeface="Cascadia Code" panose="020B0609020000020004" pitchFamily="49" charset="0"/>
                      </a:rPr>
                      <m:t>𝑀𝑂𝐷</m:t>
                    </m:r>
                    <m:r>
                      <a:rPr lang="en-US" sz="3000" b="0" i="1" smtClean="0">
                        <a:latin typeface="Cambria Math" panose="02040503050406030204" pitchFamily="18" charset="0"/>
                        <a:ea typeface="Cascadia Code" panose="020B0609020000020004" pitchFamily="49" charset="0"/>
                        <a:cs typeface="Cascadia Code" panose="020B0609020000020004" pitchFamily="49" charset="0"/>
                      </a:rPr>
                      <m:t> </m:t>
                    </m:r>
                    <m:r>
                      <a:rPr lang="en-US" sz="3000" b="0" i="1" smtClean="0">
                        <a:latin typeface="Cambria Math" panose="02040503050406030204" pitchFamily="18" charset="0"/>
                        <a:ea typeface="Cascadia Code" panose="020B0609020000020004" pitchFamily="49" charset="0"/>
                        <a:cs typeface="Cascadia Code" panose="020B0609020000020004" pitchFamily="49" charset="0"/>
                      </a:rPr>
                      <m:t>𝑛</m:t>
                    </m:r>
                  </m:oMath>
                </a14:m>
                <a:endParaRPr lang="en-US" sz="3000" b="0" dirty="0">
                  <a:latin typeface="Cascadia Code" panose="020B0609020000020004" pitchFamily="49"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3000" b="0" i="1" smtClean="0">
                        <a:latin typeface="Cambria Math" panose="02040503050406030204" pitchFamily="18" charset="0"/>
                        <a:ea typeface="Cascadia Code" panose="020B0609020000020004" pitchFamily="49" charset="0"/>
                        <a:cs typeface="Cascadia Code" panose="020B0609020000020004" pitchFamily="49" charset="0"/>
                      </a:rPr>
                      <m:t>𝑚</m:t>
                    </m:r>
                    <m:r>
                      <a:rPr lang="en-US" sz="3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3000" b="0" i="1" smtClean="0">
                        <a:latin typeface="Cambria Math" panose="02040503050406030204" pitchFamily="18" charset="0"/>
                        <a:ea typeface="Cascadia Code" panose="020B0609020000020004" pitchFamily="49" charset="0"/>
                        <a:cs typeface="Cascadia Code" panose="020B0609020000020004" pitchFamily="49" charset="0"/>
                      </a:rPr>
                      <m:t>𝑛</m:t>
                    </m:r>
                  </m:oMath>
                </a14:m>
                <a:endParaRPr lang="en-US" sz="3000" b="0" dirty="0">
                  <a:latin typeface="Cascadia Code" panose="020B0609020000020004" pitchFamily="49" charset="0"/>
                  <a:ea typeface="Cascadia Code" panose="020B0609020000020004" pitchFamily="49" charset="0"/>
                  <a:cs typeface="Cascadia Code" panose="020B0609020000020004" pitchFamily="49" charset="0"/>
                </a:endParaRPr>
              </a:p>
              <a:p>
                <a:pPr marL="914400" lvl="1" indent="-457200">
                  <a:lnSpc>
                    <a:spcPct val="100000"/>
                  </a:lnSpc>
                  <a:buAutoNum type="arabicPeriod"/>
                </a:pPr>
                <a14:m>
                  <m:oMath xmlns:m="http://schemas.openxmlformats.org/officeDocument/2006/math">
                    <m:r>
                      <a:rPr lang="en-US" sz="3000" b="0" i="1" smtClean="0">
                        <a:latin typeface="Cambria Math" panose="02040503050406030204" pitchFamily="18" charset="0"/>
                        <a:ea typeface="Cascadia Code" panose="020B0609020000020004" pitchFamily="49" charset="0"/>
                        <a:cs typeface="Cascadia Code" panose="020B0609020000020004" pitchFamily="49" charset="0"/>
                      </a:rPr>
                      <m:t>𝑛</m:t>
                    </m:r>
                    <m:r>
                      <a:rPr lang="en-US" sz="3000" b="0" i="1" smtClean="0">
                        <a:latin typeface="Cambria Math" panose="02040503050406030204" pitchFamily="18" charset="0"/>
                        <a:ea typeface="Cascadia Code" panose="020B0609020000020004" pitchFamily="49" charset="0"/>
                        <a:cs typeface="Cascadia Code" panose="020B0609020000020004" pitchFamily="49" charset="0"/>
                      </a:rPr>
                      <m:t>≔</m:t>
                    </m:r>
                    <m:r>
                      <a:rPr lang="en-US" sz="3000" b="0" i="1" smtClean="0">
                        <a:latin typeface="Cambria Math" panose="02040503050406030204" pitchFamily="18" charset="0"/>
                        <a:ea typeface="Cascadia Code" panose="020B0609020000020004" pitchFamily="49" charset="0"/>
                        <a:cs typeface="Cascadia Code" panose="020B0609020000020004" pitchFamily="49" charset="0"/>
                      </a:rPr>
                      <m:t>𝑟𝑒𝑚</m:t>
                    </m:r>
                  </m:oMath>
                </a14:m>
                <a:endParaRPr lang="en-US" sz="3000" dirty="0">
                  <a:latin typeface="Cascadia Code" panose="020B0609020000020004" pitchFamily="49" charset="0"/>
                  <a:ea typeface="Cascadia Code" panose="020B0609020000020004" pitchFamily="49" charset="0"/>
                  <a:cs typeface="Cascadia Code" panose="020B0609020000020004" pitchFamily="49" charset="0"/>
                </a:endParaRPr>
              </a:p>
              <a:p>
                <a:pPr marL="457200" indent="-457200">
                  <a:lnSpc>
                    <a:spcPct val="100000"/>
                  </a:lnSpc>
                  <a:buAutoNum type="arabicPeriod"/>
                </a:pPr>
                <a:r>
                  <a:rPr lang="en-US" sz="3200" dirty="0">
                    <a:latin typeface="Cascadia Code" panose="020B0609020000020004" pitchFamily="49" charset="0"/>
                    <a:ea typeface="Cascadia Code" panose="020B0609020000020004" pitchFamily="49" charset="0"/>
                    <a:cs typeface="Cascadia Code" panose="020B0609020000020004" pitchFamily="49" charset="0"/>
                  </a:rPr>
                  <a:t>Return </a:t>
                </a:r>
                <a14:m>
                  <m:oMath xmlns:m="http://schemas.openxmlformats.org/officeDocument/2006/math">
                    <m:r>
                      <a:rPr lang="en-US" sz="3200" b="0" i="1" smtClean="0">
                        <a:latin typeface="Cambria Math" panose="02040503050406030204" pitchFamily="18" charset="0"/>
                        <a:ea typeface="Cascadia Code" panose="020B0609020000020004" pitchFamily="49" charset="0"/>
                        <a:cs typeface="Cascadia Code" panose="020B0609020000020004" pitchFamily="49" charset="0"/>
                      </a:rPr>
                      <m:t>𝑚</m:t>
                    </m:r>
                  </m:oMath>
                </a14:m>
                <a:r>
                  <a:rPr lang="en-US" sz="3200" dirty="0">
                    <a:latin typeface="Cascadia Code" panose="020B0609020000020004" pitchFamily="49" charset="0"/>
                    <a:ea typeface="Cascadia Code" panose="020B0609020000020004" pitchFamily="49" charset="0"/>
                    <a:cs typeface="Cascadia Code" panose="020B0609020000020004" pitchFamily="49" charset="0"/>
                  </a:rPr>
                  <a:t>	(DIY for 24 and 60)</a:t>
                </a:r>
              </a:p>
              <a:p>
                <a:pPr>
                  <a:lnSpc>
                    <a:spcPct val="120000"/>
                  </a:lnSpc>
                  <a:buFont typeface="Wingdings" panose="05000000000000000000" pitchFamily="2" charset="2"/>
                  <a:buChar char="§"/>
                </a:pPr>
                <a:endParaRPr lang="en-US" sz="3200" dirty="0"/>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675" t="-998" r="-778"/>
                </a:stretch>
              </a:blipFill>
            </p:spPr>
            <p:txBody>
              <a:bodyPr/>
              <a:lstStyle/>
              <a:p>
                <a:r>
                  <a:rPr lang="en-US">
                    <a:noFill/>
                  </a:rPr>
                  <a:t> </a:t>
                </a:r>
              </a:p>
            </p:txBody>
          </p:sp>
        </mc:Fallback>
      </mc:AlternateContent>
    </p:spTree>
    <p:extLst>
      <p:ext uri="{BB962C8B-B14F-4D97-AF65-F5344CB8AC3E}">
        <p14:creationId xmlns:p14="http://schemas.microsoft.com/office/powerpoint/2010/main" val="34851672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Space and Time Complexity</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925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Space complexity means how much storage/memory is required to solve a given problem.</a:t>
            </a:r>
          </a:p>
          <a:p>
            <a:pPr>
              <a:lnSpc>
                <a:spcPct val="100000"/>
              </a:lnSpc>
              <a:buFont typeface="Wingdings" panose="05000000000000000000" pitchFamily="2" charset="2"/>
              <a:buChar char="§"/>
            </a:pPr>
            <a:r>
              <a:rPr lang="en-US" sz="3400" dirty="0"/>
              <a:t>Space complexity is measured in computer storage units (bytes, etc.)</a:t>
            </a:r>
          </a:p>
          <a:p>
            <a:pPr>
              <a:lnSpc>
                <a:spcPct val="100000"/>
              </a:lnSpc>
              <a:buFont typeface="Wingdings" panose="05000000000000000000" pitchFamily="2" charset="2"/>
              <a:buChar char="§"/>
            </a:pPr>
            <a:r>
              <a:rPr lang="en-US" sz="3400" dirty="0"/>
              <a:t>Time complexity means how much time is required to solve a given problem.</a:t>
            </a:r>
          </a:p>
          <a:p>
            <a:pPr>
              <a:lnSpc>
                <a:spcPct val="100000"/>
              </a:lnSpc>
              <a:buFont typeface="Wingdings" panose="05000000000000000000" pitchFamily="2" charset="2"/>
              <a:buChar char="§"/>
            </a:pPr>
            <a:r>
              <a:rPr lang="en-US" sz="3400" dirty="0"/>
              <a:t>Time complexity is measured usually in seconds/minutes, however for simplicity, we often use the term “unit of time”.</a:t>
            </a:r>
          </a:p>
          <a:p>
            <a:pPr>
              <a:lnSpc>
                <a:spcPct val="100000"/>
              </a:lnSpc>
              <a:buFont typeface="Wingdings" panose="05000000000000000000" pitchFamily="2" charset="2"/>
              <a:buChar char="§"/>
            </a:pPr>
            <a:r>
              <a:rPr lang="en-US" sz="3400" dirty="0"/>
              <a:t>Both are used to measure the efficiency of an algorithm. However, since memory is cheaper, we mainly focus on time complexity.</a:t>
            </a:r>
          </a:p>
        </p:txBody>
      </p:sp>
    </p:spTree>
    <p:extLst>
      <p:ext uri="{BB962C8B-B14F-4D97-AF65-F5344CB8AC3E}">
        <p14:creationId xmlns:p14="http://schemas.microsoft.com/office/powerpoint/2010/main" val="875357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An algorithm inputs CGPA of students in your class. Suppose that the algorithm take 1ms to compare two numbers, then what will be the worst time complexity of this algorithm if we ask it to find out highest CGPA in </a:t>
            </a:r>
            <a:r>
              <a:rPr lang="en-US" sz="3400" u="sng" dirty="0"/>
              <a:t>your</a:t>
            </a:r>
            <a:r>
              <a:rPr lang="en-US" sz="3400" dirty="0"/>
              <a:t> class?</a:t>
            </a:r>
          </a:p>
        </p:txBody>
      </p:sp>
    </p:spTree>
    <p:extLst>
      <p:ext uri="{BB962C8B-B14F-4D97-AF65-F5344CB8AC3E}">
        <p14:creationId xmlns:p14="http://schemas.microsoft.com/office/powerpoint/2010/main" val="3210411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Exercise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Let’s say there are 5 students in the class; there will be following possibilities:</a:t>
                </a:r>
              </a:p>
              <a:p>
                <a:pPr lvl="1">
                  <a:lnSpc>
                    <a:spcPct val="100000"/>
                  </a:lnSpc>
                  <a:buFont typeface="Wingdings" panose="05000000000000000000" pitchFamily="2" charset="2"/>
                  <a:buChar char="§"/>
                </a:pPr>
                <a:r>
                  <a:rPr lang="en-US" sz="3200" dirty="0"/>
                  <a:t>Highest CGPA is 4.0 and this student is sitting in first bench. In this case the time will be 1ms, because 4.0 is highest possible value. Therefore, the time complexity will be 1ms.</a:t>
                </a:r>
              </a:p>
              <a:p>
                <a:pPr lvl="1">
                  <a:lnSpc>
                    <a:spcPct val="100000"/>
                  </a:lnSpc>
                  <a:buFont typeface="Wingdings" panose="05000000000000000000" pitchFamily="2" charset="2"/>
                  <a:buChar char="§"/>
                </a:pPr>
                <a:r>
                  <a:rPr lang="en-US" sz="3200" dirty="0"/>
                  <a:t>Highest CGPA is 4.0, but this student is on the last bench. Now, we must compare each student’s CGPA. Therefore, the time complexity will be 5ms.</a:t>
                </a:r>
              </a:p>
              <a:p>
                <a:pPr lvl="1">
                  <a:lnSpc>
                    <a:spcPct val="100000"/>
                  </a:lnSpc>
                  <a:buFont typeface="Wingdings" panose="05000000000000000000" pitchFamily="2" charset="2"/>
                  <a:buChar char="§"/>
                </a:pPr>
                <a:r>
                  <a:rPr lang="en-US" sz="3200" dirty="0"/>
                  <a:t>The highest CGPA is 4.0, but this student is on 3</a:t>
                </a:r>
                <a:r>
                  <a:rPr lang="en-US" sz="3200" baseline="30000" dirty="0"/>
                  <a:t>rd</a:t>
                </a:r>
                <a:r>
                  <a:rPr lang="en-US" sz="3200" dirty="0"/>
                  <a:t> bench. Therefore, the time complexity will be 3ms.</a:t>
                </a:r>
              </a:p>
              <a:p>
                <a:pPr lvl="1">
                  <a:lnSpc>
                    <a:spcPct val="100000"/>
                  </a:lnSpc>
                  <a:buFont typeface="Wingdings" panose="05000000000000000000" pitchFamily="2" charset="2"/>
                  <a:buChar char="§"/>
                </a:pPr>
                <a:r>
                  <a:rPr lang="en-US" sz="3200" dirty="0"/>
                  <a:t>The highest CGPA is 3.8, and this student is on 1</a:t>
                </a:r>
                <a:r>
                  <a:rPr lang="en-US" sz="3200" baseline="30000" dirty="0"/>
                  <a:t>st</a:t>
                </a:r>
                <a:r>
                  <a:rPr lang="en-US" sz="3200" dirty="0"/>
                  <a:t> bench. We must still compare all other students’ CGPA. Therefore, the time complexity will be 5ms.</a:t>
                </a:r>
              </a:p>
              <a:p>
                <a:pPr>
                  <a:lnSpc>
                    <a:spcPct val="100000"/>
                  </a:lnSpc>
                  <a:buFont typeface="Wingdings" panose="05000000000000000000" pitchFamily="2" charset="2"/>
                  <a:buChar char="§"/>
                </a:pPr>
                <a:r>
                  <a:rPr lang="en-US" sz="3400" dirty="0"/>
                  <a:t>After considering all cases, we see that the worst scenario is </a:t>
                </a:r>
                <a14:m>
                  <m:oMath xmlns:m="http://schemas.openxmlformats.org/officeDocument/2006/math">
                    <m:r>
                      <a:rPr lang="en-US" sz="3400" i="1" dirty="0" smtClean="0">
                        <a:latin typeface="Cambria Math" panose="02040503050406030204" pitchFamily="18" charset="0"/>
                      </a:rPr>
                      <m:t>𝑂</m:t>
                    </m:r>
                    <m:r>
                      <a:rPr lang="en-US" sz="3400" b="0" i="1" dirty="0" smtClean="0">
                        <a:latin typeface="Cambria Math" panose="02040503050406030204" pitchFamily="18" charset="0"/>
                      </a:rPr>
                      <m:t>(5)</m:t>
                    </m:r>
                  </m:oMath>
                </a14:m>
                <a:r>
                  <a:rPr lang="en-US" sz="3400" dirty="0"/>
                  <a:t>.</a:t>
                </a:r>
              </a:p>
            </p:txBody>
          </p:sp>
        </mc:Choice>
        <mc:Fallback xmlns="">
          <p:sp>
            <p:nvSpPr>
              <p:cNvPr id="3" name="Content Placeholder 2">
                <a:extLst>
                  <a:ext uri="{FF2B5EF4-FFF2-40B4-BE49-F238E27FC236}">
                    <a16:creationId xmlns:a16="http://schemas.microsoft.com/office/drawing/2014/main" id="{4A1C0383-58FE-E486-295E-B33B8683B938}"/>
                  </a:ext>
                </a:extLst>
              </p:cNvPr>
              <p:cNvSpPr txBox="1">
                <a:spLocks noRot="1" noChangeAspect="1" noMove="1" noResize="1" noEditPoints="1" noAdjustHandles="1" noChangeArrowheads="1" noChangeShapeType="1" noTextEdit="1"/>
              </p:cNvSpPr>
              <p:nvPr/>
            </p:nvSpPr>
            <p:spPr>
              <a:xfrm>
                <a:off x="220384" y="1532587"/>
                <a:ext cx="11743016" cy="4887878"/>
              </a:xfrm>
              <a:prstGeom prst="rect">
                <a:avLst/>
              </a:prstGeom>
              <a:blipFill>
                <a:blip r:embed="rId3"/>
                <a:stretch>
                  <a:fillRect l="-986" t="-2868" r="-727"/>
                </a:stretch>
              </a:blipFill>
            </p:spPr>
            <p:txBody>
              <a:bodyPr/>
              <a:lstStyle/>
              <a:p>
                <a:r>
                  <a:rPr lang="en-PK">
                    <a:noFill/>
                  </a:rPr>
                  <a:t> </a:t>
                </a:r>
              </a:p>
            </p:txBody>
          </p:sp>
        </mc:Fallback>
      </mc:AlternateContent>
    </p:spTree>
    <p:extLst>
      <p:ext uri="{BB962C8B-B14F-4D97-AF65-F5344CB8AC3E}">
        <p14:creationId xmlns:p14="http://schemas.microsoft.com/office/powerpoint/2010/main" val="5388635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dirty="0">
                <a:solidFill>
                  <a:srgbClr val="FFFFFF"/>
                </a:solidFill>
                <a:latin typeface="Arial"/>
                <a:cs typeface="Arial"/>
              </a:rPr>
              <a:t>Real life Example</a:t>
            </a: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Char char="§"/>
            </a:pPr>
            <a:r>
              <a:rPr lang="en-US" sz="3400" dirty="0"/>
              <a:t>Unit conversion (ask someone who migrated to USA).</a:t>
            </a:r>
          </a:p>
          <a:p>
            <a:pPr>
              <a:buFont typeface="Wingdings" panose="05000000000000000000" pitchFamily="2" charset="2"/>
              <a:buChar char="§"/>
            </a:pPr>
            <a:r>
              <a:rPr lang="en-US" sz="3400" dirty="0"/>
              <a:t>Conflict free scheduling (ask KIET’s admin staff).</a:t>
            </a:r>
          </a:p>
          <a:p>
            <a:pPr>
              <a:buFont typeface="Wingdings" panose="05000000000000000000" pitchFamily="2" charset="2"/>
              <a:buChar char="§"/>
            </a:pPr>
            <a:r>
              <a:rPr lang="en-US" sz="3400" dirty="0"/>
              <a:t>Vacuum cleaning robot.</a:t>
            </a:r>
          </a:p>
          <a:p>
            <a:pPr>
              <a:buFont typeface="Wingdings" panose="05000000000000000000" pitchFamily="2" charset="2"/>
              <a:buChar char="§"/>
            </a:pPr>
            <a:r>
              <a:rPr lang="en-US" sz="3400" dirty="0"/>
              <a:t>Quake III’s groundbreaking approximation method.</a:t>
            </a:r>
          </a:p>
        </p:txBody>
      </p:sp>
    </p:spTree>
    <p:extLst>
      <p:ext uri="{BB962C8B-B14F-4D97-AF65-F5344CB8AC3E}">
        <p14:creationId xmlns:p14="http://schemas.microsoft.com/office/powerpoint/2010/main" val="535421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p:cNvSpPr>
            <a:spLocks noGrp="1"/>
          </p:cNvSpPr>
          <p:nvPr>
            <p:ph type="title"/>
          </p:nvPr>
        </p:nvSpPr>
        <p:spPr/>
        <p:txBody>
          <a:bodyPr/>
          <a:lstStyle/>
          <a:p>
            <a:r>
              <a:rPr lang="en-US" dirty="0"/>
              <a:t>Sample 2</a:t>
            </a:r>
          </a:p>
        </p:txBody>
      </p:sp>
      <p:sp>
        <p:nvSpPr>
          <p:cNvPr id="89" name="Rectangle 88">
            <a:extLst>
              <a:ext uri="{C183D7F6-B498-43B3-948B-1728B52AA6E4}">
                <adec:decorative xmlns:adec="http://schemas.microsoft.com/office/drawing/2017/decorative" val="1"/>
              </a:ext>
            </a:extLst>
          </p:cNvPr>
          <p:cNvSpPr/>
          <p:nvPr/>
        </p:nvSpPr>
        <p:spPr bwMode="auto">
          <a:xfrm>
            <a:off x="-11113" y="-12701"/>
            <a:ext cx="12201525" cy="1306517"/>
          </a:xfrm>
          <a:prstGeom prst="rect">
            <a:avLst/>
          </a:prstGeom>
          <a:solidFill>
            <a:schemeClr val="tx1">
              <a:lumMod val="85000"/>
              <a:lumOff val="15000"/>
            </a:schemeClr>
          </a:solidFill>
          <a:ln w="9525">
            <a:noFill/>
            <a:miter lim="800000"/>
            <a:headEnd/>
            <a:tailEnd/>
          </a:ln>
          <a:effectLst/>
        </p:spPr>
        <p:txBody>
          <a:bodyPr wrap="none" anchor="ctr">
            <a:prstTxWarp prst="textNoShape">
              <a:avLst/>
            </a:prstTxWarp>
          </a:bodyPr>
          <a:lstStyle/>
          <a:p>
            <a:endParaRPr lang="en-US" dirty="0"/>
          </a:p>
        </p:txBody>
      </p:sp>
      <p:sp>
        <p:nvSpPr>
          <p:cNvPr id="215" name="TextBox 214"/>
          <p:cNvSpPr txBox="1"/>
          <p:nvPr/>
        </p:nvSpPr>
        <p:spPr>
          <a:xfrm>
            <a:off x="220384" y="204892"/>
            <a:ext cx="11743016" cy="584775"/>
          </a:xfrm>
          <a:prstGeom prst="rect">
            <a:avLst/>
          </a:prstGeom>
          <a:noFill/>
        </p:spPr>
        <p:txBody>
          <a:bodyPr wrap="square" rtlCol="0">
            <a:spAutoFit/>
          </a:bodyPr>
          <a:lstStyle/>
          <a:p>
            <a:r>
              <a:rPr lang="en-US" sz="3200">
                <a:solidFill>
                  <a:srgbClr val="FFFFFF"/>
                </a:solidFill>
                <a:latin typeface="Arial"/>
                <a:cs typeface="Arial"/>
              </a:rPr>
              <a:t>Assignment 1</a:t>
            </a:r>
            <a:endParaRPr lang="en-US" sz="3200" dirty="0">
              <a:solidFill>
                <a:srgbClr val="FFFFFF"/>
              </a:solidFill>
              <a:latin typeface="Arial"/>
              <a:cs typeface="Arial"/>
            </a:endParaRPr>
          </a:p>
        </p:txBody>
      </p:sp>
      <p:sp>
        <p:nvSpPr>
          <p:cNvPr id="216" name="Rectangle 215">
            <a:extLst>
              <a:ext uri="{C183D7F6-B498-43B3-948B-1728B52AA6E4}">
                <adec:decorative xmlns:adec="http://schemas.microsoft.com/office/drawing/2017/decorative" val="1"/>
              </a:ext>
            </a:extLst>
          </p:cNvPr>
          <p:cNvSpPr/>
          <p:nvPr/>
        </p:nvSpPr>
        <p:spPr bwMode="auto">
          <a:xfrm>
            <a:off x="-11113" y="1295400"/>
            <a:ext cx="12201525" cy="76200"/>
          </a:xfrm>
          <a:prstGeom prst="rect">
            <a:avLst/>
          </a:prstGeom>
          <a:solidFill>
            <a:srgbClr val="9F9F9F"/>
          </a:solidFill>
          <a:ln w="9525">
            <a:noFill/>
            <a:miter lim="800000"/>
            <a:headEnd/>
            <a:tailEnd/>
          </a:ln>
          <a:effectLst/>
        </p:spPr>
        <p:txBody>
          <a:bodyPr wrap="none" anchor="ctr">
            <a:prstTxWarp prst="textNoShape">
              <a:avLst/>
            </a:prstTxWarp>
          </a:bodyPr>
          <a:lstStyle/>
          <a:p>
            <a:endParaRPr lang="en-US" dirty="0"/>
          </a:p>
        </p:txBody>
      </p:sp>
      <p:sp>
        <p:nvSpPr>
          <p:cNvPr id="214" name="Rectangle 213">
            <a:extLst>
              <a:ext uri="{C183D7F6-B498-43B3-948B-1728B52AA6E4}">
                <adec:decorative xmlns:adec="http://schemas.microsoft.com/office/drawing/2017/decorative" val="1"/>
              </a:ext>
            </a:extLst>
          </p:cNvPr>
          <p:cNvSpPr/>
          <p:nvPr/>
        </p:nvSpPr>
        <p:spPr bwMode="auto">
          <a:xfrm>
            <a:off x="-17861" y="6553200"/>
            <a:ext cx="12208273" cy="304800"/>
          </a:xfrm>
          <a:prstGeom prst="rect">
            <a:avLst/>
          </a:prstGeom>
          <a:solidFill>
            <a:schemeClr val="tx1"/>
          </a:solidFill>
          <a:ln w="9525">
            <a:noFill/>
            <a:miter lim="800000"/>
            <a:headEnd/>
            <a:tailEnd/>
          </a:ln>
          <a:effectLst/>
        </p:spPr>
        <p:txBody>
          <a:bodyPr wrap="none" anchor="ctr">
            <a:prstTxWarp prst="textNoShape">
              <a:avLst/>
            </a:prstTxWarp>
          </a:bodyPr>
          <a:lstStyle/>
          <a:p>
            <a:endParaRPr lang="en-US" dirty="0"/>
          </a:p>
        </p:txBody>
      </p:sp>
      <p:sp>
        <p:nvSpPr>
          <p:cNvPr id="3" name="Content Placeholder 2">
            <a:extLst>
              <a:ext uri="{FF2B5EF4-FFF2-40B4-BE49-F238E27FC236}">
                <a16:creationId xmlns:a16="http://schemas.microsoft.com/office/drawing/2014/main" id="{4A1C0383-58FE-E486-295E-B33B8683B938}"/>
              </a:ext>
            </a:extLst>
          </p:cNvPr>
          <p:cNvSpPr txBox="1">
            <a:spLocks/>
          </p:cNvSpPr>
          <p:nvPr/>
        </p:nvSpPr>
        <p:spPr>
          <a:xfrm>
            <a:off x="220384" y="1532587"/>
            <a:ext cx="11743016" cy="4887878"/>
          </a:xfrm>
          <a:prstGeom prst="rect">
            <a:avLst/>
          </a:prstGeom>
        </p:spPr>
        <p:txBody>
          <a:bodyPr>
            <a:normAutofit fontScale="85000" lnSpcReduction="20000"/>
          </a:bodyPr>
          <a:lstStyle>
            <a:lvl1pPr marL="228600" indent="-228600" algn="l" defTabSz="914400" rtl="0" eaLnBrk="1" latinLnBrk="0" hangingPunct="1">
              <a:lnSpc>
                <a:spcPct val="150000"/>
              </a:lnSpc>
              <a:spcBef>
                <a:spcPts val="1000"/>
              </a:spcBef>
              <a:buFont typeface="Arial" panose="020B0604020202020204" pitchFamily="34" charset="0"/>
              <a:buChar char="•"/>
              <a:defRPr sz="1600" kern="1200">
                <a:solidFill>
                  <a:schemeClr val="tx1"/>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 typeface="Wingdings" panose="05000000000000000000" pitchFamily="2" charset="2"/>
              <a:buChar char="§"/>
            </a:pPr>
            <a:r>
              <a:rPr lang="en-US" sz="3400" dirty="0"/>
              <a:t>Draw a circle.</a:t>
            </a:r>
          </a:p>
          <a:p>
            <a:pPr>
              <a:lnSpc>
                <a:spcPct val="100000"/>
              </a:lnSpc>
              <a:buFont typeface="Wingdings" panose="05000000000000000000" pitchFamily="2" charset="2"/>
              <a:buChar char="§"/>
            </a:pPr>
            <a:r>
              <a:rPr lang="en-US" sz="3400" dirty="0"/>
              <a:t>Place two points to create a chord. Count the number of </a:t>
            </a:r>
            <a:r>
              <a:rPr lang="en-US" sz="3400"/>
              <a:t>total segments.</a:t>
            </a:r>
            <a:endParaRPr lang="en-US" sz="3400" dirty="0"/>
          </a:p>
          <a:p>
            <a:pPr>
              <a:lnSpc>
                <a:spcPct val="100000"/>
              </a:lnSpc>
              <a:buFont typeface="Wingdings" panose="05000000000000000000" pitchFamily="2" charset="2"/>
              <a:buChar char="§"/>
            </a:pPr>
            <a:r>
              <a:rPr lang="en-US" sz="3400" dirty="0"/>
              <a:t>Place 3</a:t>
            </a:r>
            <a:r>
              <a:rPr lang="en-US" sz="3400" baseline="30000" dirty="0"/>
              <a:t>rd</a:t>
            </a:r>
            <a:r>
              <a:rPr lang="en-US" sz="3400" dirty="0"/>
              <a:t> point and connect it with the other two. Count again.</a:t>
            </a:r>
          </a:p>
          <a:p>
            <a:pPr>
              <a:lnSpc>
                <a:spcPct val="100000"/>
              </a:lnSpc>
              <a:buFont typeface="Wingdings" panose="05000000000000000000" pitchFamily="2" charset="2"/>
              <a:buChar char="§"/>
            </a:pPr>
            <a:r>
              <a:rPr lang="en-US" sz="3400" dirty="0"/>
              <a:t>Place 4</a:t>
            </a:r>
            <a:r>
              <a:rPr lang="en-US" sz="3400" baseline="30000" dirty="0"/>
              <a:t>th</a:t>
            </a:r>
            <a:r>
              <a:rPr lang="en-US" sz="3400" dirty="0"/>
              <a:t> point and connect all points with each other. Count again.</a:t>
            </a:r>
          </a:p>
          <a:p>
            <a:pPr>
              <a:lnSpc>
                <a:spcPct val="100000"/>
              </a:lnSpc>
              <a:buFont typeface="Wingdings" panose="05000000000000000000" pitchFamily="2" charset="2"/>
              <a:buChar char="§"/>
            </a:pPr>
            <a:r>
              <a:rPr lang="en-US" sz="3400" dirty="0"/>
              <a:t>Place 5</a:t>
            </a:r>
            <a:r>
              <a:rPr lang="en-US" sz="3400" baseline="30000" dirty="0"/>
              <a:t>th</a:t>
            </a:r>
            <a:r>
              <a:rPr lang="en-US" sz="3400" dirty="0"/>
              <a:t> point and repeat.</a:t>
            </a:r>
          </a:p>
          <a:p>
            <a:pPr>
              <a:lnSpc>
                <a:spcPct val="100000"/>
              </a:lnSpc>
              <a:buFont typeface="Wingdings" panose="05000000000000000000" pitchFamily="2" charset="2"/>
              <a:buChar char="§"/>
            </a:pPr>
            <a:r>
              <a:rPr lang="en-US" sz="3400" dirty="0"/>
              <a:t>Can you guess the number of partitions if you added 6</a:t>
            </a:r>
            <a:r>
              <a:rPr lang="en-US" sz="3400" baseline="30000" dirty="0"/>
              <a:t>th</a:t>
            </a:r>
            <a:r>
              <a:rPr lang="en-US" sz="3400" dirty="0"/>
              <a:t> point?</a:t>
            </a:r>
          </a:p>
          <a:p>
            <a:pPr>
              <a:lnSpc>
                <a:spcPct val="100000"/>
              </a:lnSpc>
              <a:buFont typeface="Wingdings" panose="05000000000000000000" pitchFamily="2" charset="2"/>
              <a:buChar char="§"/>
            </a:pPr>
            <a:r>
              <a:rPr lang="en-US" sz="3400" dirty="0"/>
              <a:t>Verify your answer by adding 6</a:t>
            </a:r>
            <a:r>
              <a:rPr lang="en-US" sz="3400" baseline="30000" dirty="0"/>
              <a:t>th</a:t>
            </a:r>
            <a:r>
              <a:rPr lang="en-US" sz="3400" dirty="0"/>
              <a:t> point.</a:t>
            </a:r>
          </a:p>
          <a:p>
            <a:pPr>
              <a:lnSpc>
                <a:spcPct val="100000"/>
              </a:lnSpc>
              <a:buFont typeface="Wingdings" panose="05000000000000000000" pitchFamily="2" charset="2"/>
              <a:buChar char="§"/>
            </a:pPr>
            <a:r>
              <a:rPr lang="en-US" sz="3400" dirty="0"/>
              <a:t>Design an algorithm (any language, any notations) which inputs number of distinct points to plot on a circle and calculates the number of partitions formed when all points are connected with each other.</a:t>
            </a:r>
          </a:p>
        </p:txBody>
      </p:sp>
    </p:spTree>
    <p:extLst>
      <p:ext uri="{BB962C8B-B14F-4D97-AF65-F5344CB8AC3E}">
        <p14:creationId xmlns:p14="http://schemas.microsoft.com/office/powerpoint/2010/main" val="2521120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0" name="Picture Placeholder 7" descr="abstract image">
            <a:extLst>
              <a:ext uri="{FF2B5EF4-FFF2-40B4-BE49-F238E27FC236}">
                <a16:creationId xmlns:a16="http://schemas.microsoft.com/office/drawing/2014/main" id="{D5C5EA1B-F06D-4AD1-B526-89C2DF772232}"/>
              </a:ext>
            </a:extLst>
          </p:cNvPr>
          <p:cNvPicPr>
            <a:picLocks noChangeAspect="1"/>
          </p:cNvPicPr>
          <p:nvPr/>
        </p:nvPicPr>
        <p:blipFill rotWithShape="1">
          <a:blip r:embed="rId2">
            <a:alphaModFix amt="52000"/>
            <a:extLst>
              <a:ext uri="{BEBA8EAE-BF5A-486C-A8C5-ECC9F3942E4B}">
                <a14:imgProps xmlns:a14="http://schemas.microsoft.com/office/drawing/2010/main">
                  <a14:imgLayer r:embed="rId3">
                    <a14:imgEffect>
                      <a14:saturation sat="0"/>
                    </a14:imgEffect>
                  </a14:imgLayer>
                </a14:imgProps>
              </a:ext>
            </a:extLst>
          </a:blip>
          <a:srcRect l="22717" r="45642"/>
          <a:stretch/>
        </p:blipFill>
        <p:spPr>
          <a:xfrm rot="16200000">
            <a:off x="2667001" y="-2666999"/>
            <a:ext cx="6858000" cy="12192000"/>
          </a:xfrm>
          <a:prstGeom prst="rect">
            <a:avLst/>
          </a:prstGeom>
          <a:noFill/>
        </p:spPr>
      </p:pic>
      <p:sp>
        <p:nvSpPr>
          <p:cNvPr id="6" name="Title 5">
            <a:extLst>
              <a:ext uri="{FF2B5EF4-FFF2-40B4-BE49-F238E27FC236}">
                <a16:creationId xmlns:a16="http://schemas.microsoft.com/office/drawing/2014/main" id="{4F7706BE-EF2E-459C-8778-01DDD354C634}"/>
              </a:ext>
            </a:extLst>
          </p:cNvPr>
          <p:cNvSpPr>
            <a:spLocks noGrp="1"/>
          </p:cNvSpPr>
          <p:nvPr>
            <p:ph type="title" idx="4294967295"/>
          </p:nvPr>
        </p:nvSpPr>
        <p:spPr>
          <a:xfrm>
            <a:off x="702365" y="1660810"/>
            <a:ext cx="10787270" cy="830649"/>
          </a:xfrm>
        </p:spPr>
        <p:txBody>
          <a:bodyPr>
            <a:normAutofit/>
          </a:bodyPr>
          <a:lstStyle/>
          <a:p>
            <a:r>
              <a:rPr lang="en-US" sz="4000" spc="300" dirty="0"/>
              <a:t>THANK YOU</a:t>
            </a:r>
          </a:p>
        </p:txBody>
      </p:sp>
      <p:pic>
        <p:nvPicPr>
          <p:cNvPr id="24" name="Online Image Placeholder 23" descr="User">
            <a:extLst>
              <a:ext uri="{FF2B5EF4-FFF2-40B4-BE49-F238E27FC236}">
                <a16:creationId xmlns:a16="http://schemas.microsoft.com/office/drawing/2014/main" id="{E896B487-8C07-495F-95BF-B8F4960E1E8D}"/>
              </a:ext>
            </a:extLst>
          </p:cNvPr>
          <p:cNvPicPr>
            <a:picLocks noGrp="1" noChangeAspect="1"/>
          </p:cNvPicPr>
          <p:nvPr>
            <p:ph type="clipArt" sz="quarter" idx="19"/>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p:pic>
      <p:pic>
        <p:nvPicPr>
          <p:cNvPr id="12" name="Online Image Placeholder 11" descr="Smart Phone">
            <a:extLst>
              <a:ext uri="{FF2B5EF4-FFF2-40B4-BE49-F238E27FC236}">
                <a16:creationId xmlns:a16="http://schemas.microsoft.com/office/drawing/2014/main" id="{4E709B75-16EA-4581-AED9-567DEF45A6B2}"/>
              </a:ext>
            </a:extLst>
          </p:cNvPr>
          <p:cNvPicPr>
            <a:picLocks noGrp="1" noChangeAspect="1"/>
          </p:cNvPicPr>
          <p:nvPr>
            <p:ph type="clipArt" sz="quarter" idx="20"/>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5730873" y="3118670"/>
            <a:ext cx="730250" cy="730250"/>
          </a:xfrm>
        </p:spPr>
      </p:pic>
      <p:pic>
        <p:nvPicPr>
          <p:cNvPr id="28" name="Online Image Placeholder 27" descr="Envelope">
            <a:extLst>
              <a:ext uri="{FF2B5EF4-FFF2-40B4-BE49-F238E27FC236}">
                <a16:creationId xmlns:a16="http://schemas.microsoft.com/office/drawing/2014/main" id="{D4D09222-33EB-4F99-9A89-51E2E1E97584}"/>
              </a:ext>
            </a:extLst>
          </p:cNvPr>
          <p:cNvPicPr>
            <a:picLocks noGrp="1" noChangeAspect="1"/>
          </p:cNvPicPr>
          <p:nvPr>
            <p:ph type="clipArt" sz="quarter" idx="21"/>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p:pic>
      <p:sp>
        <p:nvSpPr>
          <p:cNvPr id="8" name="Text Placeholder 7">
            <a:extLst>
              <a:ext uri="{FF2B5EF4-FFF2-40B4-BE49-F238E27FC236}">
                <a16:creationId xmlns:a16="http://schemas.microsoft.com/office/drawing/2014/main" id="{0B070B25-2BBC-49AC-9CFA-1CD7195DF2D6}"/>
              </a:ext>
            </a:extLst>
          </p:cNvPr>
          <p:cNvSpPr>
            <a:spLocks noGrp="1"/>
          </p:cNvSpPr>
          <p:nvPr>
            <p:ph type="body" sz="quarter" idx="16"/>
          </p:nvPr>
        </p:nvSpPr>
        <p:spPr/>
        <p:txBody>
          <a:bodyPr/>
          <a:lstStyle/>
          <a:p>
            <a:r>
              <a:rPr lang="en-US" dirty="0"/>
              <a:t>Owais Hussain</a:t>
            </a:r>
          </a:p>
        </p:txBody>
      </p:sp>
      <p:sp>
        <p:nvSpPr>
          <p:cNvPr id="9" name="Text Placeholder 8">
            <a:extLst>
              <a:ext uri="{FF2B5EF4-FFF2-40B4-BE49-F238E27FC236}">
                <a16:creationId xmlns:a16="http://schemas.microsoft.com/office/drawing/2014/main" id="{9E2524A0-105C-4170-BB48-CD0756FB3DFE}"/>
              </a:ext>
            </a:extLst>
          </p:cNvPr>
          <p:cNvSpPr>
            <a:spLocks noGrp="1"/>
          </p:cNvSpPr>
          <p:nvPr>
            <p:ph type="body" sz="quarter" idx="17"/>
          </p:nvPr>
        </p:nvSpPr>
        <p:spPr/>
        <p:txBody>
          <a:bodyPr/>
          <a:lstStyle/>
          <a:p>
            <a:r>
              <a:rPr lang="en-US" dirty="0"/>
              <a:t>+92 345-3174270</a:t>
            </a:r>
          </a:p>
        </p:txBody>
      </p:sp>
      <p:sp>
        <p:nvSpPr>
          <p:cNvPr id="10" name="Text Placeholder 9">
            <a:extLst>
              <a:ext uri="{FF2B5EF4-FFF2-40B4-BE49-F238E27FC236}">
                <a16:creationId xmlns:a16="http://schemas.microsoft.com/office/drawing/2014/main" id="{6E57A531-5B0F-485D-A015-BC78AD089BA6}"/>
              </a:ext>
            </a:extLst>
          </p:cNvPr>
          <p:cNvSpPr>
            <a:spLocks noGrp="1"/>
          </p:cNvSpPr>
          <p:nvPr>
            <p:ph type="body" sz="quarter" idx="18"/>
          </p:nvPr>
        </p:nvSpPr>
        <p:spPr>
          <a:xfrm>
            <a:off x="8216525" y="3903126"/>
            <a:ext cx="3572351" cy="518795"/>
          </a:xfrm>
        </p:spPr>
        <p:txBody>
          <a:bodyPr>
            <a:normAutofit fontScale="92500"/>
          </a:bodyPr>
          <a:lstStyle/>
          <a:p>
            <a:r>
              <a:rPr lang="en-US" dirty="0"/>
              <a:t>owais.hussain@kiet.edu.pk</a:t>
            </a:r>
          </a:p>
        </p:txBody>
      </p:sp>
      <p:sp>
        <p:nvSpPr>
          <p:cNvPr id="3" name="Text Placeholder 2">
            <a:extLst>
              <a:ext uri="{FF2B5EF4-FFF2-40B4-BE49-F238E27FC236}">
                <a16:creationId xmlns:a16="http://schemas.microsoft.com/office/drawing/2014/main" id="{C747C414-85D9-40D6-9BB3-5AF68A84F413}"/>
              </a:ext>
            </a:extLst>
          </p:cNvPr>
          <p:cNvSpPr>
            <a:spLocks noGrp="1"/>
          </p:cNvSpPr>
          <p:nvPr>
            <p:ph type="body" sz="quarter" idx="12"/>
          </p:nvPr>
        </p:nvSpPr>
        <p:spPr>
          <a:xfrm>
            <a:off x="2486288" y="5137992"/>
            <a:ext cx="7219423" cy="518795"/>
          </a:xfrm>
        </p:spPr>
        <p:txBody>
          <a:bodyPr/>
          <a:lstStyle/>
          <a:p>
            <a:r>
              <a:rPr lang="en-US" sz="1700" dirty="0"/>
              <a:t>https://www.researchgate.net/profile/Owais-Hussain-3</a:t>
            </a:r>
          </a:p>
        </p:txBody>
      </p:sp>
    </p:spTree>
    <p:extLst>
      <p:ext uri="{BB962C8B-B14F-4D97-AF65-F5344CB8AC3E}">
        <p14:creationId xmlns:p14="http://schemas.microsoft.com/office/powerpoint/2010/main" val="927727573"/>
      </p:ext>
    </p:extLst>
  </p:cSld>
  <p:clrMapOvr>
    <a:masterClrMapping/>
  </p:clrMapOvr>
</p:sld>
</file>

<file path=ppt/theme/theme1.xml><?xml version="1.0" encoding="utf-8"?>
<a:theme xmlns:a="http://schemas.openxmlformats.org/drawingml/2006/main" name="Office Theme">
  <a:themeElements>
    <a:clrScheme name="Custom 5">
      <a:dk1>
        <a:sysClr val="windowText" lastClr="000000"/>
      </a:dk1>
      <a:lt1>
        <a:sysClr val="window" lastClr="FFFFFF"/>
      </a:lt1>
      <a:dk2>
        <a:srgbClr val="44546A"/>
      </a:dk2>
      <a:lt2>
        <a:srgbClr val="E7E6E6"/>
      </a:lt2>
      <a:accent1>
        <a:srgbClr val="A53F52"/>
      </a:accent1>
      <a:accent2>
        <a:srgbClr val="E99757"/>
      </a:accent2>
      <a:accent3>
        <a:srgbClr val="2F3342"/>
      </a:accent3>
      <a:accent4>
        <a:srgbClr val="2C2153"/>
      </a:accent4>
      <a:accent5>
        <a:srgbClr val="01023B"/>
      </a:accent5>
      <a:accent6>
        <a:srgbClr val="7F7F7F"/>
      </a:accent6>
      <a:hlink>
        <a:srgbClr val="3A3838"/>
      </a:hlink>
      <a:folHlink>
        <a:srgbClr val="D0CECE"/>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ch presentation_Win32_LW_v2.potx" id="{3AEEB70B-72AA-432B-B699-7833EBF4B1FE}" vid="{14A49A59-25D4-4203-BE02-DE6939C7C5F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5BB9993-D5F9-46FA-B2E5-80E3632E982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E3D9F223-918A-45AF-9B53-56AB9E5E2182}">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1B7E2D32-4FDD-4266-880C-17595B8014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Tech presentation</Template>
  <TotalTime>2713</TotalTime>
  <Words>2149</Words>
  <Application>Microsoft Office PowerPoint</Application>
  <PresentationFormat>Widescreen</PresentationFormat>
  <Paragraphs>217</Paragraphs>
  <Slides>28</Slides>
  <Notes>25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28</vt:i4>
      </vt:variant>
    </vt:vector>
  </HeadingPairs>
  <TitlesOfParts>
    <vt:vector size="36" baseType="lpstr">
      <vt:lpstr>Arial</vt:lpstr>
      <vt:lpstr>Calibri</vt:lpstr>
      <vt:lpstr>Calibri Light</vt:lpstr>
      <vt:lpstr>Cambria Math</vt:lpstr>
      <vt:lpstr>Cascadia Code</vt:lpstr>
      <vt:lpstr>Söhne</vt:lpstr>
      <vt:lpstr>Wingdings</vt:lpstr>
      <vt:lpstr>Office Theme</vt:lpstr>
      <vt:lpstr>DESIGN AND ANALYSIS OF ALGORITHMS (113939)</vt:lpstr>
      <vt:lpstr>Agenda</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Sample 2</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INFLUENCE MINING IN COMPLEX NETWORKS</dc:title>
  <dc:creator>Owais Ahmed</dc:creator>
  <cp:lastModifiedBy>Owais Ahmed</cp:lastModifiedBy>
  <cp:revision>169</cp:revision>
  <dcterms:created xsi:type="dcterms:W3CDTF">2022-11-22T20:08:03Z</dcterms:created>
  <dcterms:modified xsi:type="dcterms:W3CDTF">2023-12-06T11:02:57Z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