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2" r:id="rId1"/>
  </p:sldMasterIdLst>
  <p:notesMasterIdLst>
    <p:notesMasterId r:id="rId15"/>
  </p:notesMasterIdLst>
  <p:sldIdLst>
    <p:sldId id="256" r:id="rId2"/>
    <p:sldId id="313" r:id="rId3"/>
    <p:sldId id="257" r:id="rId4"/>
    <p:sldId id="303" r:id="rId5"/>
    <p:sldId id="312" r:id="rId6"/>
    <p:sldId id="304" r:id="rId7"/>
    <p:sldId id="306" r:id="rId8"/>
    <p:sldId id="307" r:id="rId9"/>
    <p:sldId id="308" r:id="rId10"/>
    <p:sldId id="309" r:id="rId11"/>
    <p:sldId id="310" r:id="rId12"/>
    <p:sldId id="311" r:id="rId13"/>
    <p:sldId id="282" r:id="rId14"/>
  </p:sldIdLst>
  <p:sldSz cx="9144000" cy="5143500" type="screen16x9"/>
  <p:notesSz cx="6858000" cy="9144000"/>
  <p:embeddedFontLst>
    <p:embeddedFont>
      <p:font typeface="Lato" panose="020F0502020204030203" pitchFamily="34" charset="0"/>
      <p:regular r:id="rId16"/>
      <p:bold r:id="rId17"/>
      <p:italic r:id="rId18"/>
      <p:boldItalic r:id="rId19"/>
    </p:embeddedFont>
    <p:embeddedFont>
      <p:font typeface="Lexend" panose="020B0604020202020204" charset="0"/>
      <p:regular r:id="rId20"/>
      <p:bold r:id="rId21"/>
    </p:embeddedFont>
    <p:embeddedFont>
      <p:font typeface="Raleway" pitchFamily="2" charset="0"/>
      <p:regular r:id="rId22"/>
      <p:bold r:id="rId23"/>
      <p:italic r:id="rId24"/>
      <p:boldItalic r:id="rId25"/>
    </p:embeddedFont>
    <p:embeddedFont>
      <p:font typeface="Roboto Mono" panose="00000009000000000000" pitchFamily="49"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DF5CA5-53FE-47D3-966D-58CCB2A0ED69}" v="1" dt="2025-08-02T15:58:27.834"/>
  </p1510:revLst>
</p1510:revInfo>
</file>

<file path=ppt/tableStyles.xml><?xml version="1.0" encoding="utf-8"?>
<a:tblStyleLst xmlns:a="http://schemas.openxmlformats.org/drawingml/2006/main" def="{0CDD1E92-189E-40AD-8222-719FFBB4DE74}">
  <a:tblStyle styleId="{0CDD1E92-189E-40AD-8222-719FFBB4DE7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8" d="100"/>
          <a:sy n="128" d="100"/>
        </p:scale>
        <p:origin x="1134" y="33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8AC13CE1-AF9B-41CE-BCBA-9DC1E13123E0}"/>
    <pc:docChg chg="modSld">
      <pc:chgData name="Owais Ahmed" userId="6abc7d4556b3b071" providerId="LiveId" clId="{8AC13CE1-AF9B-41CE-BCBA-9DC1E13123E0}" dt="2025-04-29T08:48:23.108" v="7" actId="20577"/>
      <pc:docMkLst>
        <pc:docMk/>
      </pc:docMkLst>
      <pc:sldChg chg="modSp mod modAnim">
        <pc:chgData name="Owais Ahmed" userId="6abc7d4556b3b071" providerId="LiveId" clId="{8AC13CE1-AF9B-41CE-BCBA-9DC1E13123E0}" dt="2025-04-29T08:48:23.108" v="7" actId="20577"/>
        <pc:sldMkLst>
          <pc:docMk/>
          <pc:sldMk cId="2781863702" sldId="311"/>
        </pc:sldMkLst>
      </pc:sldChg>
    </pc:docChg>
  </pc:docChgLst>
  <pc:docChgLst>
    <pc:chgData name="Owais Ahmed" userId="6abc7d4556b3b071" providerId="LiveId" clId="{F7D42376-E34E-49EC-BF9C-63DF9E16B7C7}"/>
    <pc:docChg chg="undo custSel addSld delSld modSld">
      <pc:chgData name="Owais Ahmed" userId="6abc7d4556b3b071" providerId="LiveId" clId="{F7D42376-E34E-49EC-BF9C-63DF9E16B7C7}" dt="2025-02-14T18:01:59.443" v="1772" actId="47"/>
      <pc:docMkLst>
        <pc:docMk/>
      </pc:docMkLst>
      <pc:sldChg chg="modSp mod">
        <pc:chgData name="Owais Ahmed" userId="6abc7d4556b3b071" providerId="LiveId" clId="{F7D42376-E34E-49EC-BF9C-63DF9E16B7C7}" dt="2025-02-14T17:04:39.949" v="15" actId="20577"/>
        <pc:sldMkLst>
          <pc:docMk/>
          <pc:sldMk cId="0" sldId="256"/>
        </pc:sldMkLst>
      </pc:sldChg>
      <pc:sldChg chg="modSp modAnim">
        <pc:chgData name="Owais Ahmed" userId="6abc7d4556b3b071" providerId="LiveId" clId="{F7D42376-E34E-49EC-BF9C-63DF9E16B7C7}" dt="2025-02-14T17:18:34.451" v="543" actId="20577"/>
        <pc:sldMkLst>
          <pc:docMk/>
          <pc:sldMk cId="0" sldId="257"/>
        </pc:sldMkLst>
      </pc:sldChg>
      <pc:sldChg chg="del">
        <pc:chgData name="Owais Ahmed" userId="6abc7d4556b3b071" providerId="LiveId" clId="{F7D42376-E34E-49EC-BF9C-63DF9E16B7C7}" dt="2025-02-14T17:04:47.996" v="16" actId="47"/>
        <pc:sldMkLst>
          <pc:docMk/>
          <pc:sldMk cId="0" sldId="259"/>
        </pc:sldMkLst>
      </pc:sldChg>
      <pc:sldChg chg="modSp mod">
        <pc:chgData name="Owais Ahmed" userId="6abc7d4556b3b071" providerId="LiveId" clId="{F7D42376-E34E-49EC-BF9C-63DF9E16B7C7}" dt="2025-02-14T17:34:45.285" v="1639" actId="20577"/>
        <pc:sldMkLst>
          <pc:docMk/>
          <pc:sldMk cId="0" sldId="282"/>
        </pc:sldMkLst>
      </pc:sldChg>
      <pc:sldChg chg="del">
        <pc:chgData name="Owais Ahmed" userId="6abc7d4556b3b071" providerId="LiveId" clId="{F7D42376-E34E-49EC-BF9C-63DF9E16B7C7}" dt="2025-02-14T17:04:47.996" v="16" actId="47"/>
        <pc:sldMkLst>
          <pc:docMk/>
          <pc:sldMk cId="1776640476" sldId="296"/>
        </pc:sldMkLst>
      </pc:sldChg>
      <pc:sldChg chg="del">
        <pc:chgData name="Owais Ahmed" userId="6abc7d4556b3b071" providerId="LiveId" clId="{F7D42376-E34E-49EC-BF9C-63DF9E16B7C7}" dt="2025-02-14T17:04:47.996" v="16" actId="47"/>
        <pc:sldMkLst>
          <pc:docMk/>
          <pc:sldMk cId="2979948958" sldId="297"/>
        </pc:sldMkLst>
      </pc:sldChg>
      <pc:sldChg chg="del">
        <pc:chgData name="Owais Ahmed" userId="6abc7d4556b3b071" providerId="LiveId" clId="{F7D42376-E34E-49EC-BF9C-63DF9E16B7C7}" dt="2025-02-14T17:04:47.996" v="16" actId="47"/>
        <pc:sldMkLst>
          <pc:docMk/>
          <pc:sldMk cId="2624465097" sldId="298"/>
        </pc:sldMkLst>
      </pc:sldChg>
      <pc:sldChg chg="del">
        <pc:chgData name="Owais Ahmed" userId="6abc7d4556b3b071" providerId="LiveId" clId="{F7D42376-E34E-49EC-BF9C-63DF9E16B7C7}" dt="2025-02-14T17:04:47.996" v="16" actId="47"/>
        <pc:sldMkLst>
          <pc:docMk/>
          <pc:sldMk cId="153120326" sldId="299"/>
        </pc:sldMkLst>
      </pc:sldChg>
      <pc:sldChg chg="del">
        <pc:chgData name="Owais Ahmed" userId="6abc7d4556b3b071" providerId="LiveId" clId="{F7D42376-E34E-49EC-BF9C-63DF9E16B7C7}" dt="2025-02-14T17:04:47.996" v="16" actId="47"/>
        <pc:sldMkLst>
          <pc:docMk/>
          <pc:sldMk cId="800748492" sldId="300"/>
        </pc:sldMkLst>
      </pc:sldChg>
      <pc:sldChg chg="del">
        <pc:chgData name="Owais Ahmed" userId="6abc7d4556b3b071" providerId="LiveId" clId="{F7D42376-E34E-49EC-BF9C-63DF9E16B7C7}" dt="2025-02-14T17:04:47.996" v="16" actId="47"/>
        <pc:sldMkLst>
          <pc:docMk/>
          <pc:sldMk cId="2440634393" sldId="301"/>
        </pc:sldMkLst>
      </pc:sldChg>
      <pc:sldChg chg="del">
        <pc:chgData name="Owais Ahmed" userId="6abc7d4556b3b071" providerId="LiveId" clId="{F7D42376-E34E-49EC-BF9C-63DF9E16B7C7}" dt="2025-02-14T17:04:47.996" v="16" actId="47"/>
        <pc:sldMkLst>
          <pc:docMk/>
          <pc:sldMk cId="4174382818" sldId="302"/>
        </pc:sldMkLst>
      </pc:sldChg>
      <pc:sldChg chg="addSp delSp modSp mod delAnim modAnim modNotesTx">
        <pc:chgData name="Owais Ahmed" userId="6abc7d4556b3b071" providerId="LiveId" clId="{F7D42376-E34E-49EC-BF9C-63DF9E16B7C7}" dt="2025-02-14T18:01:28.088" v="1770"/>
        <pc:sldMkLst>
          <pc:docMk/>
          <pc:sldMk cId="3604660405" sldId="303"/>
        </pc:sldMkLst>
      </pc:sldChg>
      <pc:sldChg chg="modAnim">
        <pc:chgData name="Owais Ahmed" userId="6abc7d4556b3b071" providerId="LiveId" clId="{F7D42376-E34E-49EC-BF9C-63DF9E16B7C7}" dt="2025-02-14T17:49:14.370" v="1759"/>
        <pc:sldMkLst>
          <pc:docMk/>
          <pc:sldMk cId="410641327" sldId="304"/>
        </pc:sldMkLst>
      </pc:sldChg>
      <pc:sldChg chg="modSp del mod modAnim">
        <pc:chgData name="Owais Ahmed" userId="6abc7d4556b3b071" providerId="LiveId" clId="{F7D42376-E34E-49EC-BF9C-63DF9E16B7C7}" dt="2025-02-14T18:01:59.443" v="1772" actId="47"/>
        <pc:sldMkLst>
          <pc:docMk/>
          <pc:sldMk cId="3051256190" sldId="305"/>
        </pc:sldMkLst>
      </pc:sldChg>
      <pc:sldChg chg="modSp mod modAnim">
        <pc:chgData name="Owais Ahmed" userId="6abc7d4556b3b071" providerId="LiveId" clId="{F7D42376-E34E-49EC-BF9C-63DF9E16B7C7}" dt="2025-02-14T17:49:38.913" v="1760"/>
        <pc:sldMkLst>
          <pc:docMk/>
          <pc:sldMk cId="3140710276" sldId="306"/>
        </pc:sldMkLst>
      </pc:sldChg>
      <pc:sldChg chg="modSp mod">
        <pc:chgData name="Owais Ahmed" userId="6abc7d4556b3b071" providerId="LiveId" clId="{F7D42376-E34E-49EC-BF9C-63DF9E16B7C7}" dt="2025-02-14T17:22:43.676" v="639" actId="313"/>
        <pc:sldMkLst>
          <pc:docMk/>
          <pc:sldMk cId="2952486129" sldId="307"/>
        </pc:sldMkLst>
      </pc:sldChg>
      <pc:sldChg chg="modSp mod modAnim">
        <pc:chgData name="Owais Ahmed" userId="6abc7d4556b3b071" providerId="LiveId" clId="{F7D42376-E34E-49EC-BF9C-63DF9E16B7C7}" dt="2025-02-14T17:24:16.429" v="654" actId="20577"/>
        <pc:sldMkLst>
          <pc:docMk/>
          <pc:sldMk cId="3384823992" sldId="308"/>
        </pc:sldMkLst>
      </pc:sldChg>
      <pc:sldChg chg="modSp mod modAnim">
        <pc:chgData name="Owais Ahmed" userId="6abc7d4556b3b071" providerId="LiveId" clId="{F7D42376-E34E-49EC-BF9C-63DF9E16B7C7}" dt="2025-02-14T17:50:02.717" v="1761"/>
        <pc:sldMkLst>
          <pc:docMk/>
          <pc:sldMk cId="3638197617" sldId="309"/>
        </pc:sldMkLst>
      </pc:sldChg>
      <pc:sldChg chg="modSp mod modAnim">
        <pc:chgData name="Owais Ahmed" userId="6abc7d4556b3b071" providerId="LiveId" clId="{F7D42376-E34E-49EC-BF9C-63DF9E16B7C7}" dt="2025-02-14T17:15:54.926" v="466" actId="20577"/>
        <pc:sldMkLst>
          <pc:docMk/>
          <pc:sldMk cId="2781863702" sldId="311"/>
        </pc:sldMkLst>
      </pc:sldChg>
      <pc:sldChg chg="addSp delSp modSp add mod delAnim modAnim modNotesTx">
        <pc:chgData name="Owais Ahmed" userId="6abc7d4556b3b071" providerId="LiveId" clId="{F7D42376-E34E-49EC-BF9C-63DF9E16B7C7}" dt="2025-02-14T17:46:57.668" v="1757" actId="404"/>
        <pc:sldMkLst>
          <pc:docMk/>
          <pc:sldMk cId="102858927" sldId="312"/>
        </pc:sldMkLst>
      </pc:sldChg>
      <pc:sldChg chg="modSp add del mod">
        <pc:chgData name="Owais Ahmed" userId="6abc7d4556b3b071" providerId="LiveId" clId="{F7D42376-E34E-49EC-BF9C-63DF9E16B7C7}" dt="2025-02-14T17:18:36.199" v="544" actId="2890"/>
        <pc:sldMkLst>
          <pc:docMk/>
          <pc:sldMk cId="2480845800" sldId="312"/>
        </pc:sldMkLst>
      </pc:sldChg>
    </pc:docChg>
  </pc:docChgLst>
  <pc:docChgLst>
    <pc:chgData name="Owais Ahmed" userId="6abc7d4556b3b071" providerId="LiveId" clId="{5ADF5CA5-53FE-47D3-966D-58CCB2A0ED69}"/>
    <pc:docChg chg="undo custSel addSld delSld modSld">
      <pc:chgData name="Owais Ahmed" userId="6abc7d4556b3b071" providerId="LiveId" clId="{5ADF5CA5-53FE-47D3-966D-58CCB2A0ED69}" dt="2025-08-02T16:02:14.820" v="374" actId="20577"/>
      <pc:docMkLst>
        <pc:docMk/>
      </pc:docMkLst>
      <pc:sldChg chg="add del">
        <pc:chgData name="Owais Ahmed" userId="6abc7d4556b3b071" providerId="LiveId" clId="{5ADF5CA5-53FE-47D3-966D-58CCB2A0ED69}" dt="2025-08-02T15:58:14.780" v="1" actId="2890"/>
        <pc:sldMkLst>
          <pc:docMk/>
          <pc:sldMk cId="1439143361" sldId="313"/>
        </pc:sldMkLst>
      </pc:sldChg>
      <pc:sldChg chg="modSp add mod">
        <pc:chgData name="Owais Ahmed" userId="6abc7d4556b3b071" providerId="LiveId" clId="{5ADF5CA5-53FE-47D3-966D-58CCB2A0ED69}" dt="2025-08-02T16:02:14.820" v="374" actId="20577"/>
        <pc:sldMkLst>
          <pc:docMk/>
          <pc:sldMk cId="1580499985" sldId="313"/>
        </pc:sldMkLst>
        <pc:spChg chg="mod">
          <ac:chgData name="Owais Ahmed" userId="6abc7d4556b3b071" providerId="LiveId" clId="{5ADF5CA5-53FE-47D3-966D-58CCB2A0ED69}" dt="2025-08-02T16:02:14.820" v="374" actId="20577"/>
          <ac:spMkLst>
            <pc:docMk/>
            <pc:sldMk cId="1580499985" sldId="313"/>
            <ac:spMk id="2" creationId="{BC1E258D-34BC-E631-DD2E-DE54EAEDF86D}"/>
          </ac:spMkLst>
        </pc:spChg>
        <pc:spChg chg="mod">
          <ac:chgData name="Owais Ahmed" userId="6abc7d4556b3b071" providerId="LiveId" clId="{5ADF5CA5-53FE-47D3-966D-58CCB2A0ED69}" dt="2025-08-02T15:58:36.712" v="11" actId="14100"/>
          <ac:spMkLst>
            <pc:docMk/>
            <pc:sldMk cId="1580499985" sldId="313"/>
            <ac:spMk id="238" creationId="{01EE53DF-63E0-CC22-7E82-7BA1AE6D71C5}"/>
          </ac:spMkLst>
        </pc:spChg>
      </pc:sldChg>
    </pc:docChg>
  </pc:docChgLst>
  <pc:docChgLst>
    <pc:chgData name="Owais Ahmed" userId="6abc7d4556b3b071" providerId="LiveId" clId="{F52401D2-2F8B-4F82-9DD3-499E75AD58CA}"/>
    <pc:docChg chg="custSel modSld">
      <pc:chgData name="Owais Ahmed" userId="6abc7d4556b3b071" providerId="LiveId" clId="{F52401D2-2F8B-4F82-9DD3-499E75AD58CA}" dt="2025-07-08T13:20:56.851" v="152" actId="20577"/>
      <pc:docMkLst>
        <pc:docMk/>
      </pc:docMkLst>
      <pc:sldChg chg="modSp mod modAnim">
        <pc:chgData name="Owais Ahmed" userId="6abc7d4556b3b071" providerId="LiveId" clId="{F52401D2-2F8B-4F82-9DD3-499E75AD58CA}" dt="2025-07-08T13:20:56.851" v="152" actId="20577"/>
        <pc:sldMkLst>
          <pc:docMk/>
          <pc:sldMk cId="3638197617" sldId="309"/>
        </pc:sldMkLst>
        <pc:spChg chg="mod">
          <ac:chgData name="Owais Ahmed" userId="6abc7d4556b3b071" providerId="LiveId" clId="{F52401D2-2F8B-4F82-9DD3-499E75AD58CA}" dt="2025-07-08T13:20:56.851" v="152" actId="20577"/>
          <ac:spMkLst>
            <pc:docMk/>
            <pc:sldMk cId="3638197617" sldId="309"/>
            <ac:spMk id="3" creationId="{819BDFA2-8AD9-65B8-C8FC-C6FE9A5836C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C5D74A-784C-4882-9FDF-34FCF16A7098}" type="doc">
      <dgm:prSet loTypeId="urn:diagrams.loki3.com/BracketList" loCatId="list" qsTypeId="urn:microsoft.com/office/officeart/2005/8/quickstyle/simple1" qsCatId="simple" csTypeId="urn:microsoft.com/office/officeart/2005/8/colors/accent1_2" csCatId="accent1" phldr="1"/>
      <dgm:spPr/>
      <dgm:t>
        <a:bodyPr/>
        <a:lstStyle/>
        <a:p>
          <a:endParaRPr lang="LID4096"/>
        </a:p>
      </dgm:t>
    </dgm:pt>
    <dgm:pt modelId="{EABAC169-6AFD-4BD9-B63E-5FFB6180B92C}">
      <dgm:prSet phldrT="[Text]"/>
      <dgm:spPr/>
      <dgm:t>
        <a:bodyPr/>
        <a:lstStyle/>
        <a:p>
          <a:r>
            <a:rPr lang="en-US"/>
            <a:t>Supervised</a:t>
          </a:r>
          <a:endParaRPr lang="LID4096"/>
        </a:p>
      </dgm:t>
    </dgm:pt>
    <dgm:pt modelId="{DD6EFF3F-C675-4F2C-A5C9-CA9FD3E520BD}" type="parTrans" cxnId="{D26CEC17-A90B-4130-BDC2-34B8BBBB10D4}">
      <dgm:prSet/>
      <dgm:spPr/>
      <dgm:t>
        <a:bodyPr/>
        <a:lstStyle/>
        <a:p>
          <a:endParaRPr lang="LID4096"/>
        </a:p>
      </dgm:t>
    </dgm:pt>
    <dgm:pt modelId="{6B28CDCA-98B3-4B86-920B-FD211CE80B27}" type="sibTrans" cxnId="{D26CEC17-A90B-4130-BDC2-34B8BBBB10D4}">
      <dgm:prSet/>
      <dgm:spPr/>
      <dgm:t>
        <a:bodyPr/>
        <a:lstStyle/>
        <a:p>
          <a:endParaRPr lang="LID4096"/>
        </a:p>
      </dgm:t>
    </dgm:pt>
    <dgm:pt modelId="{4758FC33-D4A5-4943-93D7-9913E01CE518}">
      <dgm:prSet/>
      <dgm:spPr/>
      <dgm:t>
        <a:bodyPr/>
        <a:lstStyle/>
        <a:p>
          <a:r>
            <a:rPr lang="en-US"/>
            <a:t>Image Classification (CV)</a:t>
          </a:r>
          <a:endParaRPr lang="LID4096"/>
        </a:p>
      </dgm:t>
    </dgm:pt>
    <dgm:pt modelId="{B319A916-A240-431E-9561-76056D0F3DDC}" type="parTrans" cxnId="{5D2CA379-794D-452C-9CA8-5D6465674251}">
      <dgm:prSet/>
      <dgm:spPr/>
      <dgm:t>
        <a:bodyPr/>
        <a:lstStyle/>
        <a:p>
          <a:endParaRPr lang="LID4096"/>
        </a:p>
      </dgm:t>
    </dgm:pt>
    <dgm:pt modelId="{63F42B89-590C-4846-BB66-4BAE436AB6AF}" type="sibTrans" cxnId="{5D2CA379-794D-452C-9CA8-5D6465674251}">
      <dgm:prSet/>
      <dgm:spPr/>
      <dgm:t>
        <a:bodyPr/>
        <a:lstStyle/>
        <a:p>
          <a:endParaRPr lang="LID4096"/>
        </a:p>
      </dgm:t>
    </dgm:pt>
    <dgm:pt modelId="{CC42DB3B-5392-495A-B91B-162DCD933F3A}">
      <dgm:prSet/>
      <dgm:spPr/>
      <dgm:t>
        <a:bodyPr/>
        <a:lstStyle/>
        <a:p>
          <a:r>
            <a:rPr lang="en-US"/>
            <a:t>Sentiment Analysis (NLP)</a:t>
          </a:r>
          <a:endParaRPr lang="LID4096"/>
        </a:p>
      </dgm:t>
    </dgm:pt>
    <dgm:pt modelId="{13193F18-86E9-4A3B-BFEF-60AEF61807CC}" type="parTrans" cxnId="{7A4BEFC7-49AE-49C6-9EF5-226AF5AAD6A1}">
      <dgm:prSet/>
      <dgm:spPr/>
      <dgm:t>
        <a:bodyPr/>
        <a:lstStyle/>
        <a:p>
          <a:endParaRPr lang="LID4096"/>
        </a:p>
      </dgm:t>
    </dgm:pt>
    <dgm:pt modelId="{6BC1601C-D5E2-43B5-9952-D38079737ECC}" type="sibTrans" cxnId="{7A4BEFC7-49AE-49C6-9EF5-226AF5AAD6A1}">
      <dgm:prSet/>
      <dgm:spPr/>
      <dgm:t>
        <a:bodyPr/>
        <a:lstStyle/>
        <a:p>
          <a:endParaRPr lang="LID4096"/>
        </a:p>
      </dgm:t>
    </dgm:pt>
    <dgm:pt modelId="{B310C9BA-F487-4DAE-922D-FFAC41B8F294}">
      <dgm:prSet/>
      <dgm:spPr/>
      <dgm:t>
        <a:bodyPr/>
        <a:lstStyle/>
        <a:p>
          <a:r>
            <a:rPr lang="en-US"/>
            <a:t>Speech Recognition</a:t>
          </a:r>
          <a:endParaRPr lang="LID4096"/>
        </a:p>
      </dgm:t>
    </dgm:pt>
    <dgm:pt modelId="{4697FF3E-D2FB-4740-9F57-D95F4CB04265}" type="parTrans" cxnId="{1012C0EC-6E5F-4745-AFD4-A60444BD9CB5}">
      <dgm:prSet/>
      <dgm:spPr/>
      <dgm:t>
        <a:bodyPr/>
        <a:lstStyle/>
        <a:p>
          <a:endParaRPr lang="LID4096"/>
        </a:p>
      </dgm:t>
    </dgm:pt>
    <dgm:pt modelId="{A36E4725-4773-4870-A0B0-7BE33F5DD0A0}" type="sibTrans" cxnId="{1012C0EC-6E5F-4745-AFD4-A60444BD9CB5}">
      <dgm:prSet/>
      <dgm:spPr/>
      <dgm:t>
        <a:bodyPr/>
        <a:lstStyle/>
        <a:p>
          <a:endParaRPr lang="LID4096"/>
        </a:p>
      </dgm:t>
    </dgm:pt>
    <dgm:pt modelId="{96F057B8-5639-4DCB-B36E-69C74807C0F4}">
      <dgm:prSet/>
      <dgm:spPr/>
      <dgm:t>
        <a:bodyPr/>
        <a:lstStyle/>
        <a:p>
          <a:r>
            <a:rPr lang="en-GB"/>
            <a:t>Credit Scoring, Fraud Detection (FinTech)</a:t>
          </a:r>
          <a:endParaRPr lang="LID4096"/>
        </a:p>
      </dgm:t>
    </dgm:pt>
    <dgm:pt modelId="{7C4D140C-E897-4BAC-8F9C-E74E4DF1B6A5}" type="parTrans" cxnId="{3C0F63C3-EB7B-4B5C-9BCC-42E96288D8D7}">
      <dgm:prSet/>
      <dgm:spPr/>
      <dgm:t>
        <a:bodyPr/>
        <a:lstStyle/>
        <a:p>
          <a:endParaRPr lang="LID4096"/>
        </a:p>
      </dgm:t>
    </dgm:pt>
    <dgm:pt modelId="{0B183A5D-C8FA-4A99-8313-AE643A5565B8}" type="sibTrans" cxnId="{3C0F63C3-EB7B-4B5C-9BCC-42E96288D8D7}">
      <dgm:prSet/>
      <dgm:spPr/>
      <dgm:t>
        <a:bodyPr/>
        <a:lstStyle/>
        <a:p>
          <a:endParaRPr lang="LID4096"/>
        </a:p>
      </dgm:t>
    </dgm:pt>
    <dgm:pt modelId="{5E8DBB7C-A664-4C72-BA3C-4F68F25B5473}">
      <dgm:prSet/>
      <dgm:spPr/>
      <dgm:t>
        <a:bodyPr/>
        <a:lstStyle/>
        <a:p>
          <a:r>
            <a:rPr lang="en-US"/>
            <a:t>Unsupervised</a:t>
          </a:r>
          <a:endParaRPr lang="LID4096"/>
        </a:p>
      </dgm:t>
    </dgm:pt>
    <dgm:pt modelId="{A16C1882-609F-4B6C-BFCE-EEDBC9BD5B05}" type="parTrans" cxnId="{250CB9CD-830B-4D3F-9A05-707A0FDF2269}">
      <dgm:prSet/>
      <dgm:spPr/>
      <dgm:t>
        <a:bodyPr/>
        <a:lstStyle/>
        <a:p>
          <a:endParaRPr lang="LID4096"/>
        </a:p>
      </dgm:t>
    </dgm:pt>
    <dgm:pt modelId="{49B38A9C-70E2-4910-B5DE-36E3E7B90EBA}" type="sibTrans" cxnId="{250CB9CD-830B-4D3F-9A05-707A0FDF2269}">
      <dgm:prSet/>
      <dgm:spPr/>
      <dgm:t>
        <a:bodyPr/>
        <a:lstStyle/>
        <a:p>
          <a:endParaRPr lang="LID4096"/>
        </a:p>
      </dgm:t>
    </dgm:pt>
    <dgm:pt modelId="{007B0AEE-8C76-4247-BF26-CA4B277B0DC1}">
      <dgm:prSet/>
      <dgm:spPr/>
      <dgm:t>
        <a:bodyPr/>
        <a:lstStyle/>
        <a:p>
          <a:r>
            <a:rPr lang="en-US"/>
            <a:t>Document Clustering (NLP)</a:t>
          </a:r>
          <a:endParaRPr lang="LID4096"/>
        </a:p>
      </dgm:t>
    </dgm:pt>
    <dgm:pt modelId="{FDEC5761-9701-481F-85CD-DCE5A9DD5986}" type="parTrans" cxnId="{90396861-DFA5-46F6-A19C-1B13062BB552}">
      <dgm:prSet/>
      <dgm:spPr/>
      <dgm:t>
        <a:bodyPr/>
        <a:lstStyle/>
        <a:p>
          <a:endParaRPr lang="LID4096"/>
        </a:p>
      </dgm:t>
    </dgm:pt>
    <dgm:pt modelId="{F7F89281-D96B-4C54-9CA0-D94EFE19137A}" type="sibTrans" cxnId="{90396861-DFA5-46F6-A19C-1B13062BB552}">
      <dgm:prSet/>
      <dgm:spPr/>
      <dgm:t>
        <a:bodyPr/>
        <a:lstStyle/>
        <a:p>
          <a:endParaRPr lang="LID4096"/>
        </a:p>
      </dgm:t>
    </dgm:pt>
    <dgm:pt modelId="{E804DD31-D9B4-472A-9D9B-805F6C1BB15B}">
      <dgm:prSet/>
      <dgm:spPr/>
      <dgm:t>
        <a:bodyPr/>
        <a:lstStyle/>
        <a:p>
          <a:r>
            <a:rPr lang="en-GB"/>
            <a:t>Image Segmentation and Masking (CV)</a:t>
          </a:r>
          <a:endParaRPr lang="LID4096"/>
        </a:p>
      </dgm:t>
    </dgm:pt>
    <dgm:pt modelId="{650868F3-3207-4A62-9EF3-49912090457B}" type="parTrans" cxnId="{5EE9810D-9786-4E0F-99F7-736650DDA7E7}">
      <dgm:prSet/>
      <dgm:spPr/>
      <dgm:t>
        <a:bodyPr/>
        <a:lstStyle/>
        <a:p>
          <a:endParaRPr lang="LID4096"/>
        </a:p>
      </dgm:t>
    </dgm:pt>
    <dgm:pt modelId="{73493E8D-75ED-4337-A358-06165769E8A2}" type="sibTrans" cxnId="{5EE9810D-9786-4E0F-99F7-736650DDA7E7}">
      <dgm:prSet/>
      <dgm:spPr/>
      <dgm:t>
        <a:bodyPr/>
        <a:lstStyle/>
        <a:p>
          <a:endParaRPr lang="LID4096"/>
        </a:p>
      </dgm:t>
    </dgm:pt>
    <dgm:pt modelId="{C0A97C0E-6F20-447D-86E0-12154CE8AE0A}">
      <dgm:prSet/>
      <dgm:spPr/>
      <dgm:t>
        <a:bodyPr/>
        <a:lstStyle/>
        <a:p>
          <a:r>
            <a:rPr lang="en-US"/>
            <a:t>Market Basket Analysis</a:t>
          </a:r>
          <a:endParaRPr lang="LID4096"/>
        </a:p>
      </dgm:t>
    </dgm:pt>
    <dgm:pt modelId="{97582D39-100A-4411-A843-5E74626BDA40}" type="parTrans" cxnId="{8ED4569E-4491-4E29-BFE4-96824D6D3001}">
      <dgm:prSet/>
      <dgm:spPr/>
      <dgm:t>
        <a:bodyPr/>
        <a:lstStyle/>
        <a:p>
          <a:endParaRPr lang="LID4096"/>
        </a:p>
      </dgm:t>
    </dgm:pt>
    <dgm:pt modelId="{A4438C0E-7C2C-4237-8EBC-810B8DE8C685}" type="sibTrans" cxnId="{8ED4569E-4491-4E29-BFE4-96824D6D3001}">
      <dgm:prSet/>
      <dgm:spPr/>
      <dgm:t>
        <a:bodyPr/>
        <a:lstStyle/>
        <a:p>
          <a:endParaRPr lang="LID4096"/>
        </a:p>
      </dgm:t>
    </dgm:pt>
    <dgm:pt modelId="{17C08618-1613-47D6-B21F-E8C9E94521E4}">
      <dgm:prSet/>
      <dgm:spPr/>
      <dgm:t>
        <a:bodyPr/>
        <a:lstStyle/>
        <a:p>
          <a:r>
            <a:rPr lang="en-US"/>
            <a:t>Recommender Systems</a:t>
          </a:r>
          <a:endParaRPr lang="LID4096"/>
        </a:p>
      </dgm:t>
    </dgm:pt>
    <dgm:pt modelId="{A45939F6-BF10-4DE9-8225-4DBCA7BD85D7}" type="parTrans" cxnId="{E4C6826C-7C25-4F99-8BDB-15BE9C72E8B7}">
      <dgm:prSet/>
      <dgm:spPr/>
      <dgm:t>
        <a:bodyPr/>
        <a:lstStyle/>
        <a:p>
          <a:endParaRPr lang="LID4096"/>
        </a:p>
      </dgm:t>
    </dgm:pt>
    <dgm:pt modelId="{0DA4481B-1CFB-45AF-BEE4-77197D8D938F}" type="sibTrans" cxnId="{E4C6826C-7C25-4F99-8BDB-15BE9C72E8B7}">
      <dgm:prSet/>
      <dgm:spPr/>
      <dgm:t>
        <a:bodyPr/>
        <a:lstStyle/>
        <a:p>
          <a:endParaRPr lang="LID4096"/>
        </a:p>
      </dgm:t>
    </dgm:pt>
    <dgm:pt modelId="{2EA903AE-3F59-41E6-9834-6427285794C3}">
      <dgm:prSet/>
      <dgm:spPr/>
      <dgm:t>
        <a:bodyPr/>
        <a:lstStyle/>
        <a:p>
          <a:r>
            <a:rPr lang="en-US"/>
            <a:t>Semi-Supervised</a:t>
          </a:r>
          <a:endParaRPr lang="LID4096"/>
        </a:p>
      </dgm:t>
    </dgm:pt>
    <dgm:pt modelId="{2FFBCF7B-A8CF-40FB-8FC4-7CA9CA2C45C1}" type="parTrans" cxnId="{17AC5CEA-DFA4-44EC-9D0E-C0ACF94BC70F}">
      <dgm:prSet/>
      <dgm:spPr/>
      <dgm:t>
        <a:bodyPr/>
        <a:lstStyle/>
        <a:p>
          <a:endParaRPr lang="LID4096"/>
        </a:p>
      </dgm:t>
    </dgm:pt>
    <dgm:pt modelId="{E9387FEB-8B65-4CAA-824C-DF7BDB4AE42E}" type="sibTrans" cxnId="{17AC5CEA-DFA4-44EC-9D0E-C0ACF94BC70F}">
      <dgm:prSet/>
      <dgm:spPr/>
      <dgm:t>
        <a:bodyPr/>
        <a:lstStyle/>
        <a:p>
          <a:endParaRPr lang="LID4096"/>
        </a:p>
      </dgm:t>
    </dgm:pt>
    <dgm:pt modelId="{0B0812D2-F76D-428E-9D07-E97339FD6F3E}">
      <dgm:prSet/>
      <dgm:spPr/>
      <dgm:t>
        <a:bodyPr/>
        <a:lstStyle/>
        <a:p>
          <a:r>
            <a:rPr lang="en-US"/>
            <a:t>Object Recognition (CV)</a:t>
          </a:r>
          <a:endParaRPr lang="LID4096"/>
        </a:p>
      </dgm:t>
    </dgm:pt>
    <dgm:pt modelId="{50D641BF-D599-4345-9E2D-6E83E4BB86F9}" type="parTrans" cxnId="{79818AB5-1628-4BF3-94AC-A8DDF4ECFA7B}">
      <dgm:prSet/>
      <dgm:spPr/>
      <dgm:t>
        <a:bodyPr/>
        <a:lstStyle/>
        <a:p>
          <a:endParaRPr lang="LID4096"/>
        </a:p>
      </dgm:t>
    </dgm:pt>
    <dgm:pt modelId="{F77EF357-EA0D-43E4-AC95-4CF234DEBC47}" type="sibTrans" cxnId="{79818AB5-1628-4BF3-94AC-A8DDF4ECFA7B}">
      <dgm:prSet/>
      <dgm:spPr/>
      <dgm:t>
        <a:bodyPr/>
        <a:lstStyle/>
        <a:p>
          <a:endParaRPr lang="LID4096"/>
        </a:p>
      </dgm:t>
    </dgm:pt>
    <dgm:pt modelId="{59E5370B-CEC1-473E-95FB-96934E8FD562}">
      <dgm:prSet/>
      <dgm:spPr/>
      <dgm:t>
        <a:bodyPr/>
        <a:lstStyle/>
        <a:p>
          <a:r>
            <a:rPr lang="en-US"/>
            <a:t>Sentiment Analysis (NLP)</a:t>
          </a:r>
          <a:endParaRPr lang="LID4096"/>
        </a:p>
      </dgm:t>
    </dgm:pt>
    <dgm:pt modelId="{E85DAB7C-ADCD-4601-AD03-43441AB71E25}" type="parTrans" cxnId="{FB5394C3-669E-4448-8CC8-120E6FC028A0}">
      <dgm:prSet/>
      <dgm:spPr/>
      <dgm:t>
        <a:bodyPr/>
        <a:lstStyle/>
        <a:p>
          <a:endParaRPr lang="LID4096"/>
        </a:p>
      </dgm:t>
    </dgm:pt>
    <dgm:pt modelId="{E1CFB58B-D735-41C8-BE24-CDB2EAC70248}" type="sibTrans" cxnId="{FB5394C3-669E-4448-8CC8-120E6FC028A0}">
      <dgm:prSet/>
      <dgm:spPr/>
      <dgm:t>
        <a:bodyPr/>
        <a:lstStyle/>
        <a:p>
          <a:endParaRPr lang="LID4096"/>
        </a:p>
      </dgm:t>
    </dgm:pt>
    <dgm:pt modelId="{EB3354EA-497C-4D53-94C7-C2CEEC46CDCB}">
      <dgm:prSet/>
      <dgm:spPr/>
      <dgm:t>
        <a:bodyPr/>
        <a:lstStyle/>
        <a:p>
          <a:r>
            <a:rPr lang="en-US"/>
            <a:t>Reinforcement</a:t>
          </a:r>
          <a:endParaRPr lang="LID4096"/>
        </a:p>
      </dgm:t>
    </dgm:pt>
    <dgm:pt modelId="{CDE19202-E4B6-4CFF-A3E9-63814C897045}" type="parTrans" cxnId="{A3A91779-7681-4698-BF48-3C6FA4393B42}">
      <dgm:prSet/>
      <dgm:spPr/>
      <dgm:t>
        <a:bodyPr/>
        <a:lstStyle/>
        <a:p>
          <a:endParaRPr lang="LID4096"/>
        </a:p>
      </dgm:t>
    </dgm:pt>
    <dgm:pt modelId="{ADB414F8-761A-488A-B48E-5D9D2E793A14}" type="sibTrans" cxnId="{A3A91779-7681-4698-BF48-3C6FA4393B42}">
      <dgm:prSet/>
      <dgm:spPr/>
      <dgm:t>
        <a:bodyPr/>
        <a:lstStyle/>
        <a:p>
          <a:endParaRPr lang="LID4096"/>
        </a:p>
      </dgm:t>
    </dgm:pt>
    <dgm:pt modelId="{4028085B-15E8-4FFA-A69A-076A0D5B1148}">
      <dgm:prSet/>
      <dgm:spPr/>
      <dgm:t>
        <a:bodyPr/>
        <a:lstStyle/>
        <a:p>
          <a:r>
            <a:rPr lang="en-US"/>
            <a:t>Self-driving Cars</a:t>
          </a:r>
          <a:endParaRPr lang="LID4096"/>
        </a:p>
      </dgm:t>
    </dgm:pt>
    <dgm:pt modelId="{42BBD541-ADFE-44F8-8CDB-625079ABB2CD}" type="parTrans" cxnId="{ED04EC75-5555-4CEB-B405-DA6B1558203B}">
      <dgm:prSet/>
      <dgm:spPr/>
      <dgm:t>
        <a:bodyPr/>
        <a:lstStyle/>
        <a:p>
          <a:endParaRPr lang="LID4096"/>
        </a:p>
      </dgm:t>
    </dgm:pt>
    <dgm:pt modelId="{43722015-8D5C-452C-AAA8-AF4D4AB41497}" type="sibTrans" cxnId="{ED04EC75-5555-4CEB-B405-DA6B1558203B}">
      <dgm:prSet/>
      <dgm:spPr/>
      <dgm:t>
        <a:bodyPr/>
        <a:lstStyle/>
        <a:p>
          <a:endParaRPr lang="LID4096"/>
        </a:p>
      </dgm:t>
    </dgm:pt>
    <dgm:pt modelId="{ECAB47FB-EE94-4FD9-8763-DA351B7F60E7}">
      <dgm:prSet/>
      <dgm:spPr/>
      <dgm:t>
        <a:bodyPr/>
        <a:lstStyle/>
        <a:p>
          <a:r>
            <a:rPr lang="en-US"/>
            <a:t>Game Bots</a:t>
          </a:r>
          <a:endParaRPr lang="LID4096"/>
        </a:p>
      </dgm:t>
    </dgm:pt>
    <dgm:pt modelId="{29E08F62-3791-467C-88A6-7CBB6685865B}" type="parTrans" cxnId="{0EF68B3D-90E6-41FF-A194-F3671F83C557}">
      <dgm:prSet/>
      <dgm:spPr/>
      <dgm:t>
        <a:bodyPr/>
        <a:lstStyle/>
        <a:p>
          <a:endParaRPr lang="LID4096"/>
        </a:p>
      </dgm:t>
    </dgm:pt>
    <dgm:pt modelId="{4879889F-F377-47E2-B3AC-E45386F0CC42}" type="sibTrans" cxnId="{0EF68B3D-90E6-41FF-A194-F3671F83C557}">
      <dgm:prSet/>
      <dgm:spPr/>
      <dgm:t>
        <a:bodyPr/>
        <a:lstStyle/>
        <a:p>
          <a:endParaRPr lang="LID4096"/>
        </a:p>
      </dgm:t>
    </dgm:pt>
    <dgm:pt modelId="{59C0904C-8D49-48E3-AACB-F485303372C5}">
      <dgm:prSet/>
      <dgm:spPr/>
      <dgm:t>
        <a:bodyPr/>
        <a:lstStyle/>
        <a:p>
          <a:r>
            <a:rPr lang="en-US"/>
            <a:t>Autonomous Traders</a:t>
          </a:r>
          <a:endParaRPr lang="LID4096"/>
        </a:p>
      </dgm:t>
    </dgm:pt>
    <dgm:pt modelId="{C63075A5-AB90-4190-87F5-5366B255962D}" type="parTrans" cxnId="{65048171-D969-4664-8FAC-89E9151D1AA7}">
      <dgm:prSet/>
      <dgm:spPr/>
      <dgm:t>
        <a:bodyPr/>
        <a:lstStyle/>
        <a:p>
          <a:endParaRPr lang="LID4096"/>
        </a:p>
      </dgm:t>
    </dgm:pt>
    <dgm:pt modelId="{5B732F18-FE61-41B4-9C2E-E12EE2B53D18}" type="sibTrans" cxnId="{65048171-D969-4664-8FAC-89E9151D1AA7}">
      <dgm:prSet/>
      <dgm:spPr/>
      <dgm:t>
        <a:bodyPr/>
        <a:lstStyle/>
        <a:p>
          <a:endParaRPr lang="LID4096"/>
        </a:p>
      </dgm:t>
    </dgm:pt>
    <dgm:pt modelId="{917872A7-9C4C-46DF-8D14-02646ED7277D}">
      <dgm:prSet/>
      <dgm:spPr/>
      <dgm:t>
        <a:bodyPr/>
        <a:lstStyle/>
        <a:p>
          <a:r>
            <a:rPr lang="en-US"/>
            <a:t>Self-Supervised (LLMs)</a:t>
          </a:r>
          <a:endParaRPr lang="LID4096"/>
        </a:p>
      </dgm:t>
    </dgm:pt>
    <dgm:pt modelId="{1D97DAEE-10BB-4E30-B01D-2CCEA39DE4FB}" type="parTrans" cxnId="{F6941165-12E2-453F-91D8-A690C4AB2F4F}">
      <dgm:prSet/>
      <dgm:spPr/>
      <dgm:t>
        <a:bodyPr/>
        <a:lstStyle/>
        <a:p>
          <a:endParaRPr lang="LID4096"/>
        </a:p>
      </dgm:t>
    </dgm:pt>
    <dgm:pt modelId="{CDB01600-A9D3-475E-B63E-7290B180E99B}" type="sibTrans" cxnId="{F6941165-12E2-453F-91D8-A690C4AB2F4F}">
      <dgm:prSet/>
      <dgm:spPr/>
      <dgm:t>
        <a:bodyPr/>
        <a:lstStyle/>
        <a:p>
          <a:endParaRPr lang="LID4096"/>
        </a:p>
      </dgm:t>
    </dgm:pt>
    <dgm:pt modelId="{F99463F4-4454-400D-95CD-3410129B4FD1}">
      <dgm:prSet/>
      <dgm:spPr/>
      <dgm:t>
        <a:bodyPr/>
        <a:lstStyle/>
        <a:p>
          <a:r>
            <a:rPr lang="en-US"/>
            <a:t>Text Generation</a:t>
          </a:r>
          <a:endParaRPr lang="LID4096"/>
        </a:p>
      </dgm:t>
    </dgm:pt>
    <dgm:pt modelId="{3A1FD4F8-C796-4205-BDD0-67D26C551051}" type="parTrans" cxnId="{83279782-8827-46AE-8A42-9BD601F243AD}">
      <dgm:prSet/>
      <dgm:spPr/>
      <dgm:t>
        <a:bodyPr/>
        <a:lstStyle/>
        <a:p>
          <a:endParaRPr lang="LID4096"/>
        </a:p>
      </dgm:t>
    </dgm:pt>
    <dgm:pt modelId="{B142C1AC-B586-48D6-A70A-0F3DE5555B32}" type="sibTrans" cxnId="{83279782-8827-46AE-8A42-9BD601F243AD}">
      <dgm:prSet/>
      <dgm:spPr/>
      <dgm:t>
        <a:bodyPr/>
        <a:lstStyle/>
        <a:p>
          <a:endParaRPr lang="LID4096"/>
        </a:p>
      </dgm:t>
    </dgm:pt>
    <dgm:pt modelId="{C3E8A7F9-EC74-4391-A1B5-498D704F59A5}">
      <dgm:prSet/>
      <dgm:spPr/>
      <dgm:t>
        <a:bodyPr/>
        <a:lstStyle/>
        <a:p>
          <a:r>
            <a:rPr lang="en-US"/>
            <a:t>Summarization</a:t>
          </a:r>
          <a:endParaRPr lang="LID4096"/>
        </a:p>
      </dgm:t>
    </dgm:pt>
    <dgm:pt modelId="{DB739FDA-5F7C-4D88-B08D-2D4506E004EC}" type="parTrans" cxnId="{9709ADD8-D84C-44E2-8C65-154A2F674496}">
      <dgm:prSet/>
      <dgm:spPr/>
      <dgm:t>
        <a:bodyPr/>
        <a:lstStyle/>
        <a:p>
          <a:endParaRPr lang="LID4096"/>
        </a:p>
      </dgm:t>
    </dgm:pt>
    <dgm:pt modelId="{6FD28BB1-9F58-479C-8822-A428C05B7AE3}" type="sibTrans" cxnId="{9709ADD8-D84C-44E2-8C65-154A2F674496}">
      <dgm:prSet/>
      <dgm:spPr/>
      <dgm:t>
        <a:bodyPr/>
        <a:lstStyle/>
        <a:p>
          <a:endParaRPr lang="LID4096"/>
        </a:p>
      </dgm:t>
    </dgm:pt>
    <dgm:pt modelId="{5AE50AF9-E52F-4439-AC22-14377E9025B7}">
      <dgm:prSet/>
      <dgm:spPr/>
      <dgm:t>
        <a:bodyPr/>
        <a:lstStyle/>
        <a:p>
          <a:r>
            <a:rPr lang="en-US"/>
            <a:t>Question-Answering</a:t>
          </a:r>
          <a:endParaRPr lang="LID4096"/>
        </a:p>
      </dgm:t>
    </dgm:pt>
    <dgm:pt modelId="{08413D74-FA00-4E14-9494-D8A644CE2385}" type="parTrans" cxnId="{7081F7BB-A9D1-4588-AC35-F9E213FBD43C}">
      <dgm:prSet/>
      <dgm:spPr/>
      <dgm:t>
        <a:bodyPr/>
        <a:lstStyle/>
        <a:p>
          <a:endParaRPr lang="LID4096"/>
        </a:p>
      </dgm:t>
    </dgm:pt>
    <dgm:pt modelId="{4EF0FFF7-0865-4FC2-A7E9-2585D4CB33FE}" type="sibTrans" cxnId="{7081F7BB-A9D1-4588-AC35-F9E213FBD43C}">
      <dgm:prSet/>
      <dgm:spPr/>
      <dgm:t>
        <a:bodyPr/>
        <a:lstStyle/>
        <a:p>
          <a:endParaRPr lang="LID4096"/>
        </a:p>
      </dgm:t>
    </dgm:pt>
    <dgm:pt modelId="{CB88C89F-A8DB-46F0-A6B8-69A0F8BBA53E}">
      <dgm:prSet/>
      <dgm:spPr/>
      <dgm:t>
        <a:bodyPr/>
        <a:lstStyle/>
        <a:p>
          <a:r>
            <a:rPr lang="en-US"/>
            <a:t>Translation</a:t>
          </a:r>
          <a:endParaRPr lang="LID4096"/>
        </a:p>
      </dgm:t>
    </dgm:pt>
    <dgm:pt modelId="{CA7129A0-CBE2-4435-9E95-64F33DE7871A}" type="parTrans" cxnId="{83EB9899-5B35-49E1-BE76-1AFEA8DD5A05}">
      <dgm:prSet/>
      <dgm:spPr/>
      <dgm:t>
        <a:bodyPr/>
        <a:lstStyle/>
        <a:p>
          <a:endParaRPr lang="LID4096"/>
        </a:p>
      </dgm:t>
    </dgm:pt>
    <dgm:pt modelId="{8F11D65B-9A41-4855-8588-652AC4696E90}" type="sibTrans" cxnId="{83EB9899-5B35-49E1-BE76-1AFEA8DD5A05}">
      <dgm:prSet/>
      <dgm:spPr/>
      <dgm:t>
        <a:bodyPr/>
        <a:lstStyle/>
        <a:p>
          <a:endParaRPr lang="LID4096"/>
        </a:p>
      </dgm:t>
    </dgm:pt>
    <dgm:pt modelId="{96324FE5-536A-4CD2-9AF2-26082CD7BE70}" type="pres">
      <dgm:prSet presAssocID="{ECC5D74A-784C-4882-9FDF-34FCF16A7098}" presName="Name0" presStyleCnt="0">
        <dgm:presLayoutVars>
          <dgm:dir/>
          <dgm:animLvl val="lvl"/>
          <dgm:resizeHandles val="exact"/>
        </dgm:presLayoutVars>
      </dgm:prSet>
      <dgm:spPr/>
    </dgm:pt>
    <dgm:pt modelId="{680A89BF-DC8B-4F04-BC80-BF5BF077DF1D}" type="pres">
      <dgm:prSet presAssocID="{EABAC169-6AFD-4BD9-B63E-5FFB6180B92C}" presName="linNode" presStyleCnt="0"/>
      <dgm:spPr/>
    </dgm:pt>
    <dgm:pt modelId="{C0E243C8-E757-43AC-8277-00C8095A4092}" type="pres">
      <dgm:prSet presAssocID="{EABAC169-6AFD-4BD9-B63E-5FFB6180B92C}" presName="parTx" presStyleLbl="revTx" presStyleIdx="0" presStyleCnt="5">
        <dgm:presLayoutVars>
          <dgm:chMax val="1"/>
          <dgm:bulletEnabled val="1"/>
        </dgm:presLayoutVars>
      </dgm:prSet>
      <dgm:spPr/>
    </dgm:pt>
    <dgm:pt modelId="{419D115C-3E09-4916-A1B3-69144E1031E2}" type="pres">
      <dgm:prSet presAssocID="{EABAC169-6AFD-4BD9-B63E-5FFB6180B92C}" presName="bracket" presStyleLbl="parChTrans1D1" presStyleIdx="0" presStyleCnt="5"/>
      <dgm:spPr/>
    </dgm:pt>
    <dgm:pt modelId="{E5F4FE5B-28B4-4C5E-BB70-64835AE96606}" type="pres">
      <dgm:prSet presAssocID="{EABAC169-6AFD-4BD9-B63E-5FFB6180B92C}" presName="spH" presStyleCnt="0"/>
      <dgm:spPr/>
    </dgm:pt>
    <dgm:pt modelId="{09B6C58D-0CB7-4E08-A32A-BA3135639B2A}" type="pres">
      <dgm:prSet presAssocID="{EABAC169-6AFD-4BD9-B63E-5FFB6180B92C}" presName="desTx" presStyleLbl="node1" presStyleIdx="0" presStyleCnt="5">
        <dgm:presLayoutVars>
          <dgm:bulletEnabled val="1"/>
        </dgm:presLayoutVars>
      </dgm:prSet>
      <dgm:spPr/>
    </dgm:pt>
    <dgm:pt modelId="{42D26BE2-D56B-45EB-AEE8-8C53BF50D0D8}" type="pres">
      <dgm:prSet presAssocID="{6B28CDCA-98B3-4B86-920B-FD211CE80B27}" presName="spV" presStyleCnt="0"/>
      <dgm:spPr/>
    </dgm:pt>
    <dgm:pt modelId="{F5F7F3E5-0DB9-4CA6-ACD1-569986B96CC7}" type="pres">
      <dgm:prSet presAssocID="{5E8DBB7C-A664-4C72-BA3C-4F68F25B5473}" presName="linNode" presStyleCnt="0"/>
      <dgm:spPr/>
    </dgm:pt>
    <dgm:pt modelId="{055984C4-F493-4BB4-BD7E-7C47822F499F}" type="pres">
      <dgm:prSet presAssocID="{5E8DBB7C-A664-4C72-BA3C-4F68F25B5473}" presName="parTx" presStyleLbl="revTx" presStyleIdx="1" presStyleCnt="5">
        <dgm:presLayoutVars>
          <dgm:chMax val="1"/>
          <dgm:bulletEnabled val="1"/>
        </dgm:presLayoutVars>
      </dgm:prSet>
      <dgm:spPr/>
    </dgm:pt>
    <dgm:pt modelId="{8E15DA34-7C3C-4080-BBA0-72512618B892}" type="pres">
      <dgm:prSet presAssocID="{5E8DBB7C-A664-4C72-BA3C-4F68F25B5473}" presName="bracket" presStyleLbl="parChTrans1D1" presStyleIdx="1" presStyleCnt="5"/>
      <dgm:spPr/>
    </dgm:pt>
    <dgm:pt modelId="{BFC302D2-4AE7-4EF2-80FC-F69D21A8CC6B}" type="pres">
      <dgm:prSet presAssocID="{5E8DBB7C-A664-4C72-BA3C-4F68F25B5473}" presName="spH" presStyleCnt="0"/>
      <dgm:spPr/>
    </dgm:pt>
    <dgm:pt modelId="{64682252-7B77-44B8-9749-A4A7D7908C42}" type="pres">
      <dgm:prSet presAssocID="{5E8DBB7C-A664-4C72-BA3C-4F68F25B5473}" presName="desTx" presStyleLbl="node1" presStyleIdx="1" presStyleCnt="5">
        <dgm:presLayoutVars>
          <dgm:bulletEnabled val="1"/>
        </dgm:presLayoutVars>
      </dgm:prSet>
      <dgm:spPr/>
    </dgm:pt>
    <dgm:pt modelId="{F108436E-1960-4BF3-AC2C-5ED8FCA80EFA}" type="pres">
      <dgm:prSet presAssocID="{49B38A9C-70E2-4910-B5DE-36E3E7B90EBA}" presName="spV" presStyleCnt="0"/>
      <dgm:spPr/>
    </dgm:pt>
    <dgm:pt modelId="{3E117320-F796-466B-ACE2-4F5F2CA690BF}" type="pres">
      <dgm:prSet presAssocID="{2EA903AE-3F59-41E6-9834-6427285794C3}" presName="linNode" presStyleCnt="0"/>
      <dgm:spPr/>
    </dgm:pt>
    <dgm:pt modelId="{91785053-80AA-4164-BB49-C78040C78EFA}" type="pres">
      <dgm:prSet presAssocID="{2EA903AE-3F59-41E6-9834-6427285794C3}" presName="parTx" presStyleLbl="revTx" presStyleIdx="2" presStyleCnt="5">
        <dgm:presLayoutVars>
          <dgm:chMax val="1"/>
          <dgm:bulletEnabled val="1"/>
        </dgm:presLayoutVars>
      </dgm:prSet>
      <dgm:spPr/>
    </dgm:pt>
    <dgm:pt modelId="{235EF308-2E21-4B27-82C0-D9174F9F7868}" type="pres">
      <dgm:prSet presAssocID="{2EA903AE-3F59-41E6-9834-6427285794C3}" presName="bracket" presStyleLbl="parChTrans1D1" presStyleIdx="2" presStyleCnt="5"/>
      <dgm:spPr/>
    </dgm:pt>
    <dgm:pt modelId="{B62F688B-E942-4629-90BA-9877A21D2CAF}" type="pres">
      <dgm:prSet presAssocID="{2EA903AE-3F59-41E6-9834-6427285794C3}" presName="spH" presStyleCnt="0"/>
      <dgm:spPr/>
    </dgm:pt>
    <dgm:pt modelId="{BF167E3E-9FA7-4B43-80E0-58ACFD25DBDA}" type="pres">
      <dgm:prSet presAssocID="{2EA903AE-3F59-41E6-9834-6427285794C3}" presName="desTx" presStyleLbl="node1" presStyleIdx="2" presStyleCnt="5">
        <dgm:presLayoutVars>
          <dgm:bulletEnabled val="1"/>
        </dgm:presLayoutVars>
      </dgm:prSet>
      <dgm:spPr/>
    </dgm:pt>
    <dgm:pt modelId="{D548A88B-4EBF-4E6C-B1DE-45485E282609}" type="pres">
      <dgm:prSet presAssocID="{E9387FEB-8B65-4CAA-824C-DF7BDB4AE42E}" presName="spV" presStyleCnt="0"/>
      <dgm:spPr/>
    </dgm:pt>
    <dgm:pt modelId="{27377386-25FD-42B2-983D-ED7418AE1362}" type="pres">
      <dgm:prSet presAssocID="{EB3354EA-497C-4D53-94C7-C2CEEC46CDCB}" presName="linNode" presStyleCnt="0"/>
      <dgm:spPr/>
    </dgm:pt>
    <dgm:pt modelId="{BC408CF3-C549-4118-A209-BC53812EE04C}" type="pres">
      <dgm:prSet presAssocID="{EB3354EA-497C-4D53-94C7-C2CEEC46CDCB}" presName="parTx" presStyleLbl="revTx" presStyleIdx="3" presStyleCnt="5">
        <dgm:presLayoutVars>
          <dgm:chMax val="1"/>
          <dgm:bulletEnabled val="1"/>
        </dgm:presLayoutVars>
      </dgm:prSet>
      <dgm:spPr/>
    </dgm:pt>
    <dgm:pt modelId="{9AA19A73-17F8-43E0-AB59-3A63A0A5EB6D}" type="pres">
      <dgm:prSet presAssocID="{EB3354EA-497C-4D53-94C7-C2CEEC46CDCB}" presName="bracket" presStyleLbl="parChTrans1D1" presStyleIdx="3" presStyleCnt="5"/>
      <dgm:spPr/>
    </dgm:pt>
    <dgm:pt modelId="{D3D9DB25-DF97-4FDB-B23A-6240ABAF662D}" type="pres">
      <dgm:prSet presAssocID="{EB3354EA-497C-4D53-94C7-C2CEEC46CDCB}" presName="spH" presStyleCnt="0"/>
      <dgm:spPr/>
    </dgm:pt>
    <dgm:pt modelId="{09537B30-5936-4B56-880C-3B029784A2C9}" type="pres">
      <dgm:prSet presAssocID="{EB3354EA-497C-4D53-94C7-C2CEEC46CDCB}" presName="desTx" presStyleLbl="node1" presStyleIdx="3" presStyleCnt="5">
        <dgm:presLayoutVars>
          <dgm:bulletEnabled val="1"/>
        </dgm:presLayoutVars>
      </dgm:prSet>
      <dgm:spPr/>
    </dgm:pt>
    <dgm:pt modelId="{D7E312DA-BA50-43CB-AC08-1C0713B1FA64}" type="pres">
      <dgm:prSet presAssocID="{ADB414F8-761A-488A-B48E-5D9D2E793A14}" presName="spV" presStyleCnt="0"/>
      <dgm:spPr/>
    </dgm:pt>
    <dgm:pt modelId="{02319B8D-267F-4F1E-93AF-02A436511762}" type="pres">
      <dgm:prSet presAssocID="{917872A7-9C4C-46DF-8D14-02646ED7277D}" presName="linNode" presStyleCnt="0"/>
      <dgm:spPr/>
    </dgm:pt>
    <dgm:pt modelId="{2C3D9BDD-8BB8-458F-8556-F4D2EE21E602}" type="pres">
      <dgm:prSet presAssocID="{917872A7-9C4C-46DF-8D14-02646ED7277D}" presName="parTx" presStyleLbl="revTx" presStyleIdx="4" presStyleCnt="5">
        <dgm:presLayoutVars>
          <dgm:chMax val="1"/>
          <dgm:bulletEnabled val="1"/>
        </dgm:presLayoutVars>
      </dgm:prSet>
      <dgm:spPr/>
    </dgm:pt>
    <dgm:pt modelId="{FEC8FFC5-59D1-4688-91FB-6ED132DEAC05}" type="pres">
      <dgm:prSet presAssocID="{917872A7-9C4C-46DF-8D14-02646ED7277D}" presName="bracket" presStyleLbl="parChTrans1D1" presStyleIdx="4" presStyleCnt="5"/>
      <dgm:spPr/>
    </dgm:pt>
    <dgm:pt modelId="{40464B41-9040-4191-A88F-B9680EB3BEBE}" type="pres">
      <dgm:prSet presAssocID="{917872A7-9C4C-46DF-8D14-02646ED7277D}" presName="spH" presStyleCnt="0"/>
      <dgm:spPr/>
    </dgm:pt>
    <dgm:pt modelId="{0DC63149-B1C1-4753-880C-598EE8D3F180}" type="pres">
      <dgm:prSet presAssocID="{917872A7-9C4C-46DF-8D14-02646ED7277D}" presName="desTx" presStyleLbl="node1" presStyleIdx="4" presStyleCnt="5">
        <dgm:presLayoutVars>
          <dgm:bulletEnabled val="1"/>
        </dgm:presLayoutVars>
      </dgm:prSet>
      <dgm:spPr/>
    </dgm:pt>
  </dgm:ptLst>
  <dgm:cxnLst>
    <dgm:cxn modelId="{DD07F900-6093-48CC-9301-F931E7E8B324}" type="presOf" srcId="{5AE50AF9-E52F-4439-AC22-14377E9025B7}" destId="{0DC63149-B1C1-4753-880C-598EE8D3F180}" srcOrd="0" destOrd="2" presId="urn:diagrams.loki3.com/BracketList"/>
    <dgm:cxn modelId="{7074AD06-C65B-4C84-A879-F94E6E9EE5DA}" type="presOf" srcId="{96F057B8-5639-4DCB-B36E-69C74807C0F4}" destId="{09B6C58D-0CB7-4E08-A32A-BA3135639B2A}" srcOrd="0" destOrd="3" presId="urn:diagrams.loki3.com/BracketList"/>
    <dgm:cxn modelId="{7AFD6E0A-2853-434D-93AB-BA6D55EB571F}" type="presOf" srcId="{CB88C89F-A8DB-46F0-A6B8-69A0F8BBA53E}" destId="{0DC63149-B1C1-4753-880C-598EE8D3F180}" srcOrd="0" destOrd="3" presId="urn:diagrams.loki3.com/BracketList"/>
    <dgm:cxn modelId="{5EE9810D-9786-4E0F-99F7-736650DDA7E7}" srcId="{5E8DBB7C-A664-4C72-BA3C-4F68F25B5473}" destId="{E804DD31-D9B4-472A-9D9B-805F6C1BB15B}" srcOrd="1" destOrd="0" parTransId="{650868F3-3207-4A62-9EF3-49912090457B}" sibTransId="{73493E8D-75ED-4337-A358-06165769E8A2}"/>
    <dgm:cxn modelId="{D26CEC17-A90B-4130-BDC2-34B8BBBB10D4}" srcId="{ECC5D74A-784C-4882-9FDF-34FCF16A7098}" destId="{EABAC169-6AFD-4BD9-B63E-5FFB6180B92C}" srcOrd="0" destOrd="0" parTransId="{DD6EFF3F-C675-4F2C-A5C9-CA9FD3E520BD}" sibTransId="{6B28CDCA-98B3-4B86-920B-FD211CE80B27}"/>
    <dgm:cxn modelId="{5A2DBD1A-A150-45C7-894A-5FC90C8E80F3}" type="presOf" srcId="{2EA903AE-3F59-41E6-9834-6427285794C3}" destId="{91785053-80AA-4164-BB49-C78040C78EFA}" srcOrd="0" destOrd="0" presId="urn:diagrams.loki3.com/BracketList"/>
    <dgm:cxn modelId="{C635A920-8F21-4F7F-9263-B583E1970BEC}" type="presOf" srcId="{E804DD31-D9B4-472A-9D9B-805F6C1BB15B}" destId="{64682252-7B77-44B8-9749-A4A7D7908C42}" srcOrd="0" destOrd="1" presId="urn:diagrams.loki3.com/BracketList"/>
    <dgm:cxn modelId="{F9705732-A9B9-4697-95FB-BDCE352CB198}" type="presOf" srcId="{59E5370B-CEC1-473E-95FB-96934E8FD562}" destId="{BF167E3E-9FA7-4B43-80E0-58ACFD25DBDA}" srcOrd="0" destOrd="1" presId="urn:diagrams.loki3.com/BracketList"/>
    <dgm:cxn modelId="{F7AC3F37-C09B-45D9-83E3-07E4CE1E2941}" type="presOf" srcId="{C3E8A7F9-EC74-4391-A1B5-498D704F59A5}" destId="{0DC63149-B1C1-4753-880C-598EE8D3F180}" srcOrd="0" destOrd="1" presId="urn:diagrams.loki3.com/BracketList"/>
    <dgm:cxn modelId="{0EF68B3D-90E6-41FF-A194-F3671F83C557}" srcId="{EB3354EA-497C-4D53-94C7-C2CEEC46CDCB}" destId="{ECAB47FB-EE94-4FD9-8763-DA351B7F60E7}" srcOrd="1" destOrd="0" parTransId="{29E08F62-3791-467C-88A6-7CBB6685865B}" sibTransId="{4879889F-F377-47E2-B3AC-E45386F0CC42}"/>
    <dgm:cxn modelId="{90396861-DFA5-46F6-A19C-1B13062BB552}" srcId="{5E8DBB7C-A664-4C72-BA3C-4F68F25B5473}" destId="{007B0AEE-8C76-4247-BF26-CA4B277B0DC1}" srcOrd="0" destOrd="0" parTransId="{FDEC5761-9701-481F-85CD-DCE5A9DD5986}" sibTransId="{F7F89281-D96B-4C54-9CA0-D94EFE19137A}"/>
    <dgm:cxn modelId="{F6941165-12E2-453F-91D8-A690C4AB2F4F}" srcId="{ECC5D74A-784C-4882-9FDF-34FCF16A7098}" destId="{917872A7-9C4C-46DF-8D14-02646ED7277D}" srcOrd="4" destOrd="0" parTransId="{1D97DAEE-10BB-4E30-B01D-2CCEA39DE4FB}" sibTransId="{CDB01600-A9D3-475E-B63E-7290B180E99B}"/>
    <dgm:cxn modelId="{E4C6826C-7C25-4F99-8BDB-15BE9C72E8B7}" srcId="{5E8DBB7C-A664-4C72-BA3C-4F68F25B5473}" destId="{17C08618-1613-47D6-B21F-E8C9E94521E4}" srcOrd="3" destOrd="0" parTransId="{A45939F6-BF10-4DE9-8225-4DBCA7BD85D7}" sibTransId="{0DA4481B-1CFB-45AF-BEE4-77197D8D938F}"/>
    <dgm:cxn modelId="{1809AE70-218D-4209-AC77-326270ECAEFD}" type="presOf" srcId="{ECAB47FB-EE94-4FD9-8763-DA351B7F60E7}" destId="{09537B30-5936-4B56-880C-3B029784A2C9}" srcOrd="0" destOrd="1" presId="urn:diagrams.loki3.com/BracketList"/>
    <dgm:cxn modelId="{65048171-D969-4664-8FAC-89E9151D1AA7}" srcId="{EB3354EA-497C-4D53-94C7-C2CEEC46CDCB}" destId="{59C0904C-8D49-48E3-AACB-F485303372C5}" srcOrd="2" destOrd="0" parTransId="{C63075A5-AB90-4190-87F5-5366B255962D}" sibTransId="{5B732F18-FE61-41B4-9C2E-E12EE2B53D18}"/>
    <dgm:cxn modelId="{ED04EC75-5555-4CEB-B405-DA6B1558203B}" srcId="{EB3354EA-497C-4D53-94C7-C2CEEC46CDCB}" destId="{4028085B-15E8-4FFA-A69A-076A0D5B1148}" srcOrd="0" destOrd="0" parTransId="{42BBD541-ADFE-44F8-8CDB-625079ABB2CD}" sibTransId="{43722015-8D5C-452C-AAA8-AF4D4AB41497}"/>
    <dgm:cxn modelId="{A3A91779-7681-4698-BF48-3C6FA4393B42}" srcId="{ECC5D74A-784C-4882-9FDF-34FCF16A7098}" destId="{EB3354EA-497C-4D53-94C7-C2CEEC46CDCB}" srcOrd="3" destOrd="0" parTransId="{CDE19202-E4B6-4CFF-A3E9-63814C897045}" sibTransId="{ADB414F8-761A-488A-B48E-5D9D2E793A14}"/>
    <dgm:cxn modelId="{5D2CA379-794D-452C-9CA8-5D6465674251}" srcId="{EABAC169-6AFD-4BD9-B63E-5FFB6180B92C}" destId="{4758FC33-D4A5-4943-93D7-9913E01CE518}" srcOrd="0" destOrd="0" parTransId="{B319A916-A240-431E-9561-76056D0F3DDC}" sibTransId="{63F42B89-590C-4846-BB66-4BAE436AB6AF}"/>
    <dgm:cxn modelId="{759F0880-A26A-41FC-8915-9E5361E8439D}" type="presOf" srcId="{4758FC33-D4A5-4943-93D7-9913E01CE518}" destId="{09B6C58D-0CB7-4E08-A32A-BA3135639B2A}" srcOrd="0" destOrd="0" presId="urn:diagrams.loki3.com/BracketList"/>
    <dgm:cxn modelId="{D76A5281-AD3B-4B03-AAFA-B44CF95EDF8F}" type="presOf" srcId="{17C08618-1613-47D6-B21F-E8C9E94521E4}" destId="{64682252-7B77-44B8-9749-A4A7D7908C42}" srcOrd="0" destOrd="3" presId="urn:diagrams.loki3.com/BracketList"/>
    <dgm:cxn modelId="{83279782-8827-46AE-8A42-9BD601F243AD}" srcId="{917872A7-9C4C-46DF-8D14-02646ED7277D}" destId="{F99463F4-4454-400D-95CD-3410129B4FD1}" srcOrd="0" destOrd="0" parTransId="{3A1FD4F8-C796-4205-BDD0-67D26C551051}" sibTransId="{B142C1AC-B586-48D6-A70A-0F3DE5555B32}"/>
    <dgm:cxn modelId="{7246E885-D74A-40E3-9AB9-EFCA7694C127}" type="presOf" srcId="{CC42DB3B-5392-495A-B91B-162DCD933F3A}" destId="{09B6C58D-0CB7-4E08-A32A-BA3135639B2A}" srcOrd="0" destOrd="1" presId="urn:diagrams.loki3.com/BracketList"/>
    <dgm:cxn modelId="{EBD63988-8BD3-43BD-BCEC-5E4DED7344D1}" type="presOf" srcId="{ECC5D74A-784C-4882-9FDF-34FCF16A7098}" destId="{96324FE5-536A-4CD2-9AF2-26082CD7BE70}" srcOrd="0" destOrd="0" presId="urn:diagrams.loki3.com/BracketList"/>
    <dgm:cxn modelId="{1336228A-1F97-45C8-B72B-B272D925BEB9}" type="presOf" srcId="{59C0904C-8D49-48E3-AACB-F485303372C5}" destId="{09537B30-5936-4B56-880C-3B029784A2C9}" srcOrd="0" destOrd="2" presId="urn:diagrams.loki3.com/BracketList"/>
    <dgm:cxn modelId="{25702894-C52B-49EA-A08D-396266FBC434}" type="presOf" srcId="{4028085B-15E8-4FFA-A69A-076A0D5B1148}" destId="{09537B30-5936-4B56-880C-3B029784A2C9}" srcOrd="0" destOrd="0" presId="urn:diagrams.loki3.com/BracketList"/>
    <dgm:cxn modelId="{83EB9899-5B35-49E1-BE76-1AFEA8DD5A05}" srcId="{917872A7-9C4C-46DF-8D14-02646ED7277D}" destId="{CB88C89F-A8DB-46F0-A6B8-69A0F8BBA53E}" srcOrd="3" destOrd="0" parTransId="{CA7129A0-CBE2-4435-9E95-64F33DE7871A}" sibTransId="{8F11D65B-9A41-4855-8588-652AC4696E90}"/>
    <dgm:cxn modelId="{44D73C9B-3C85-4FA4-8D98-954075BFC3FB}" type="presOf" srcId="{C0A97C0E-6F20-447D-86E0-12154CE8AE0A}" destId="{64682252-7B77-44B8-9749-A4A7D7908C42}" srcOrd="0" destOrd="2" presId="urn:diagrams.loki3.com/BracketList"/>
    <dgm:cxn modelId="{41CEA29D-CC59-4BBC-AF79-D1BF1C5F1F33}" type="presOf" srcId="{EABAC169-6AFD-4BD9-B63E-5FFB6180B92C}" destId="{C0E243C8-E757-43AC-8277-00C8095A4092}" srcOrd="0" destOrd="0" presId="urn:diagrams.loki3.com/BracketList"/>
    <dgm:cxn modelId="{8ED4569E-4491-4E29-BFE4-96824D6D3001}" srcId="{5E8DBB7C-A664-4C72-BA3C-4F68F25B5473}" destId="{C0A97C0E-6F20-447D-86E0-12154CE8AE0A}" srcOrd="2" destOrd="0" parTransId="{97582D39-100A-4411-A843-5E74626BDA40}" sibTransId="{A4438C0E-7C2C-4237-8EBC-810B8DE8C685}"/>
    <dgm:cxn modelId="{5CD72AA2-F7E2-47A9-89FA-292685024919}" type="presOf" srcId="{0B0812D2-F76D-428E-9D07-E97339FD6F3E}" destId="{BF167E3E-9FA7-4B43-80E0-58ACFD25DBDA}" srcOrd="0" destOrd="0" presId="urn:diagrams.loki3.com/BracketList"/>
    <dgm:cxn modelId="{464560B0-3F21-4322-904E-678D88F8300D}" type="presOf" srcId="{F99463F4-4454-400D-95CD-3410129B4FD1}" destId="{0DC63149-B1C1-4753-880C-598EE8D3F180}" srcOrd="0" destOrd="0" presId="urn:diagrams.loki3.com/BracketList"/>
    <dgm:cxn modelId="{79818AB5-1628-4BF3-94AC-A8DDF4ECFA7B}" srcId="{2EA903AE-3F59-41E6-9834-6427285794C3}" destId="{0B0812D2-F76D-428E-9D07-E97339FD6F3E}" srcOrd="0" destOrd="0" parTransId="{50D641BF-D599-4345-9E2D-6E83E4BB86F9}" sibTransId="{F77EF357-EA0D-43E4-AC95-4CF234DEBC47}"/>
    <dgm:cxn modelId="{470859BB-12F7-4B89-BD4E-753F1C7DDDC1}" type="presOf" srcId="{EB3354EA-497C-4D53-94C7-C2CEEC46CDCB}" destId="{BC408CF3-C549-4118-A209-BC53812EE04C}" srcOrd="0" destOrd="0" presId="urn:diagrams.loki3.com/BracketList"/>
    <dgm:cxn modelId="{7081F7BB-A9D1-4588-AC35-F9E213FBD43C}" srcId="{917872A7-9C4C-46DF-8D14-02646ED7277D}" destId="{5AE50AF9-E52F-4439-AC22-14377E9025B7}" srcOrd="2" destOrd="0" parTransId="{08413D74-FA00-4E14-9494-D8A644CE2385}" sibTransId="{4EF0FFF7-0865-4FC2-A7E9-2585D4CB33FE}"/>
    <dgm:cxn modelId="{4B22A3BD-714A-4E9D-9D58-84EBE1CE2ED1}" type="presOf" srcId="{5E8DBB7C-A664-4C72-BA3C-4F68F25B5473}" destId="{055984C4-F493-4BB4-BD7E-7C47822F499F}" srcOrd="0" destOrd="0" presId="urn:diagrams.loki3.com/BracketList"/>
    <dgm:cxn modelId="{3C0F63C3-EB7B-4B5C-9BCC-42E96288D8D7}" srcId="{EABAC169-6AFD-4BD9-B63E-5FFB6180B92C}" destId="{96F057B8-5639-4DCB-B36E-69C74807C0F4}" srcOrd="3" destOrd="0" parTransId="{7C4D140C-E897-4BAC-8F9C-E74E4DF1B6A5}" sibTransId="{0B183A5D-C8FA-4A99-8313-AE643A5565B8}"/>
    <dgm:cxn modelId="{FB5394C3-669E-4448-8CC8-120E6FC028A0}" srcId="{2EA903AE-3F59-41E6-9834-6427285794C3}" destId="{59E5370B-CEC1-473E-95FB-96934E8FD562}" srcOrd="1" destOrd="0" parTransId="{E85DAB7C-ADCD-4601-AD03-43441AB71E25}" sibTransId="{E1CFB58B-D735-41C8-BE24-CDB2EAC70248}"/>
    <dgm:cxn modelId="{7A4BEFC7-49AE-49C6-9EF5-226AF5AAD6A1}" srcId="{EABAC169-6AFD-4BD9-B63E-5FFB6180B92C}" destId="{CC42DB3B-5392-495A-B91B-162DCD933F3A}" srcOrd="1" destOrd="0" parTransId="{13193F18-86E9-4A3B-BFEF-60AEF61807CC}" sibTransId="{6BC1601C-D5E2-43B5-9952-D38079737ECC}"/>
    <dgm:cxn modelId="{250CB9CD-830B-4D3F-9A05-707A0FDF2269}" srcId="{ECC5D74A-784C-4882-9FDF-34FCF16A7098}" destId="{5E8DBB7C-A664-4C72-BA3C-4F68F25B5473}" srcOrd="1" destOrd="0" parTransId="{A16C1882-609F-4B6C-BFCE-EEDBC9BD5B05}" sibTransId="{49B38A9C-70E2-4910-B5DE-36E3E7B90EBA}"/>
    <dgm:cxn modelId="{9709ADD8-D84C-44E2-8C65-154A2F674496}" srcId="{917872A7-9C4C-46DF-8D14-02646ED7277D}" destId="{C3E8A7F9-EC74-4391-A1B5-498D704F59A5}" srcOrd="1" destOrd="0" parTransId="{DB739FDA-5F7C-4D88-B08D-2D4506E004EC}" sibTransId="{6FD28BB1-9F58-479C-8822-A428C05B7AE3}"/>
    <dgm:cxn modelId="{D7E410DC-6F5E-4FC3-8FDD-CA02810A32D2}" type="presOf" srcId="{917872A7-9C4C-46DF-8D14-02646ED7277D}" destId="{2C3D9BDD-8BB8-458F-8556-F4D2EE21E602}" srcOrd="0" destOrd="0" presId="urn:diagrams.loki3.com/BracketList"/>
    <dgm:cxn modelId="{FA8AF5E1-57CC-413C-8EEC-E20F05081CE9}" type="presOf" srcId="{007B0AEE-8C76-4247-BF26-CA4B277B0DC1}" destId="{64682252-7B77-44B8-9749-A4A7D7908C42}" srcOrd="0" destOrd="0" presId="urn:diagrams.loki3.com/BracketList"/>
    <dgm:cxn modelId="{17AC5CEA-DFA4-44EC-9D0E-C0ACF94BC70F}" srcId="{ECC5D74A-784C-4882-9FDF-34FCF16A7098}" destId="{2EA903AE-3F59-41E6-9834-6427285794C3}" srcOrd="2" destOrd="0" parTransId="{2FFBCF7B-A8CF-40FB-8FC4-7CA9CA2C45C1}" sibTransId="{E9387FEB-8B65-4CAA-824C-DF7BDB4AE42E}"/>
    <dgm:cxn modelId="{1012C0EC-6E5F-4745-AFD4-A60444BD9CB5}" srcId="{EABAC169-6AFD-4BD9-B63E-5FFB6180B92C}" destId="{B310C9BA-F487-4DAE-922D-FFAC41B8F294}" srcOrd="2" destOrd="0" parTransId="{4697FF3E-D2FB-4740-9F57-D95F4CB04265}" sibTransId="{A36E4725-4773-4870-A0B0-7BE33F5DD0A0}"/>
    <dgm:cxn modelId="{7C0010F3-1436-47F5-86C3-F67D2ACD806B}" type="presOf" srcId="{B310C9BA-F487-4DAE-922D-FFAC41B8F294}" destId="{09B6C58D-0CB7-4E08-A32A-BA3135639B2A}" srcOrd="0" destOrd="2" presId="urn:diagrams.loki3.com/BracketList"/>
    <dgm:cxn modelId="{EFB9BAAB-4461-4D03-8C6B-9E84C0D58FAF}" type="presParOf" srcId="{96324FE5-536A-4CD2-9AF2-26082CD7BE70}" destId="{680A89BF-DC8B-4F04-BC80-BF5BF077DF1D}" srcOrd="0" destOrd="0" presId="urn:diagrams.loki3.com/BracketList"/>
    <dgm:cxn modelId="{BBD9B1B9-A7A4-444F-9ED9-ED89CD291B9C}" type="presParOf" srcId="{680A89BF-DC8B-4F04-BC80-BF5BF077DF1D}" destId="{C0E243C8-E757-43AC-8277-00C8095A4092}" srcOrd="0" destOrd="0" presId="urn:diagrams.loki3.com/BracketList"/>
    <dgm:cxn modelId="{490C75B5-742B-4B45-8E6E-353F4774376A}" type="presParOf" srcId="{680A89BF-DC8B-4F04-BC80-BF5BF077DF1D}" destId="{419D115C-3E09-4916-A1B3-69144E1031E2}" srcOrd="1" destOrd="0" presId="urn:diagrams.loki3.com/BracketList"/>
    <dgm:cxn modelId="{E77062DC-8118-40C0-8DF3-71B43E808FC1}" type="presParOf" srcId="{680A89BF-DC8B-4F04-BC80-BF5BF077DF1D}" destId="{E5F4FE5B-28B4-4C5E-BB70-64835AE96606}" srcOrd="2" destOrd="0" presId="urn:diagrams.loki3.com/BracketList"/>
    <dgm:cxn modelId="{AB01912F-A3A6-4566-A02A-12021891BCCF}" type="presParOf" srcId="{680A89BF-DC8B-4F04-BC80-BF5BF077DF1D}" destId="{09B6C58D-0CB7-4E08-A32A-BA3135639B2A}" srcOrd="3" destOrd="0" presId="urn:diagrams.loki3.com/BracketList"/>
    <dgm:cxn modelId="{0C8843C7-D186-4572-8F08-24A91E73E161}" type="presParOf" srcId="{96324FE5-536A-4CD2-9AF2-26082CD7BE70}" destId="{42D26BE2-D56B-45EB-AEE8-8C53BF50D0D8}" srcOrd="1" destOrd="0" presId="urn:diagrams.loki3.com/BracketList"/>
    <dgm:cxn modelId="{776DD7C3-2167-4AFA-9073-B9D8A651A4FE}" type="presParOf" srcId="{96324FE5-536A-4CD2-9AF2-26082CD7BE70}" destId="{F5F7F3E5-0DB9-4CA6-ACD1-569986B96CC7}" srcOrd="2" destOrd="0" presId="urn:diagrams.loki3.com/BracketList"/>
    <dgm:cxn modelId="{6A6B7415-5B7A-41CF-AAA5-20594CB91A3C}" type="presParOf" srcId="{F5F7F3E5-0DB9-4CA6-ACD1-569986B96CC7}" destId="{055984C4-F493-4BB4-BD7E-7C47822F499F}" srcOrd="0" destOrd="0" presId="urn:diagrams.loki3.com/BracketList"/>
    <dgm:cxn modelId="{BA13334D-908B-49E0-8F79-B41400D07D0D}" type="presParOf" srcId="{F5F7F3E5-0DB9-4CA6-ACD1-569986B96CC7}" destId="{8E15DA34-7C3C-4080-BBA0-72512618B892}" srcOrd="1" destOrd="0" presId="urn:diagrams.loki3.com/BracketList"/>
    <dgm:cxn modelId="{897B5118-5AED-4920-B18F-9FAB26E622E8}" type="presParOf" srcId="{F5F7F3E5-0DB9-4CA6-ACD1-569986B96CC7}" destId="{BFC302D2-4AE7-4EF2-80FC-F69D21A8CC6B}" srcOrd="2" destOrd="0" presId="urn:diagrams.loki3.com/BracketList"/>
    <dgm:cxn modelId="{716C4B3B-57AF-49A8-8A23-EE5190B389CC}" type="presParOf" srcId="{F5F7F3E5-0DB9-4CA6-ACD1-569986B96CC7}" destId="{64682252-7B77-44B8-9749-A4A7D7908C42}" srcOrd="3" destOrd="0" presId="urn:diagrams.loki3.com/BracketList"/>
    <dgm:cxn modelId="{7B075012-265F-48BF-8C8A-8F02B31E9FD7}" type="presParOf" srcId="{96324FE5-536A-4CD2-9AF2-26082CD7BE70}" destId="{F108436E-1960-4BF3-AC2C-5ED8FCA80EFA}" srcOrd="3" destOrd="0" presId="urn:diagrams.loki3.com/BracketList"/>
    <dgm:cxn modelId="{378A7C99-F8F5-4FE1-9C2E-CC9E1D5A637B}" type="presParOf" srcId="{96324FE5-536A-4CD2-9AF2-26082CD7BE70}" destId="{3E117320-F796-466B-ACE2-4F5F2CA690BF}" srcOrd="4" destOrd="0" presId="urn:diagrams.loki3.com/BracketList"/>
    <dgm:cxn modelId="{5A39E0F7-A10E-4C9C-9D33-2AE2FD13DFDD}" type="presParOf" srcId="{3E117320-F796-466B-ACE2-4F5F2CA690BF}" destId="{91785053-80AA-4164-BB49-C78040C78EFA}" srcOrd="0" destOrd="0" presId="urn:diagrams.loki3.com/BracketList"/>
    <dgm:cxn modelId="{BF1DF61D-C778-4B22-AB00-F15B9D2C5748}" type="presParOf" srcId="{3E117320-F796-466B-ACE2-4F5F2CA690BF}" destId="{235EF308-2E21-4B27-82C0-D9174F9F7868}" srcOrd="1" destOrd="0" presId="urn:diagrams.loki3.com/BracketList"/>
    <dgm:cxn modelId="{7AEA749B-41EF-4E41-9587-5AC919CBD81C}" type="presParOf" srcId="{3E117320-F796-466B-ACE2-4F5F2CA690BF}" destId="{B62F688B-E942-4629-90BA-9877A21D2CAF}" srcOrd="2" destOrd="0" presId="urn:diagrams.loki3.com/BracketList"/>
    <dgm:cxn modelId="{E4697073-76CD-406E-8A08-9164E584D0CA}" type="presParOf" srcId="{3E117320-F796-466B-ACE2-4F5F2CA690BF}" destId="{BF167E3E-9FA7-4B43-80E0-58ACFD25DBDA}" srcOrd="3" destOrd="0" presId="urn:diagrams.loki3.com/BracketList"/>
    <dgm:cxn modelId="{8766A632-474A-4D5C-BE39-F33E242D8E12}" type="presParOf" srcId="{96324FE5-536A-4CD2-9AF2-26082CD7BE70}" destId="{D548A88B-4EBF-4E6C-B1DE-45485E282609}" srcOrd="5" destOrd="0" presId="urn:diagrams.loki3.com/BracketList"/>
    <dgm:cxn modelId="{B8DA0C84-3371-4310-8B49-5A4053FE585B}" type="presParOf" srcId="{96324FE5-536A-4CD2-9AF2-26082CD7BE70}" destId="{27377386-25FD-42B2-983D-ED7418AE1362}" srcOrd="6" destOrd="0" presId="urn:diagrams.loki3.com/BracketList"/>
    <dgm:cxn modelId="{0AFC9B35-381E-4F39-989B-F0BAA1CDE104}" type="presParOf" srcId="{27377386-25FD-42B2-983D-ED7418AE1362}" destId="{BC408CF3-C549-4118-A209-BC53812EE04C}" srcOrd="0" destOrd="0" presId="urn:diagrams.loki3.com/BracketList"/>
    <dgm:cxn modelId="{2F8BE981-83AE-4C79-B7D5-0819C332D487}" type="presParOf" srcId="{27377386-25FD-42B2-983D-ED7418AE1362}" destId="{9AA19A73-17F8-43E0-AB59-3A63A0A5EB6D}" srcOrd="1" destOrd="0" presId="urn:diagrams.loki3.com/BracketList"/>
    <dgm:cxn modelId="{05EB9696-774F-474A-B3D1-1729B8D7B2D3}" type="presParOf" srcId="{27377386-25FD-42B2-983D-ED7418AE1362}" destId="{D3D9DB25-DF97-4FDB-B23A-6240ABAF662D}" srcOrd="2" destOrd="0" presId="urn:diagrams.loki3.com/BracketList"/>
    <dgm:cxn modelId="{FED94610-F30B-429F-A730-910BBEE747EB}" type="presParOf" srcId="{27377386-25FD-42B2-983D-ED7418AE1362}" destId="{09537B30-5936-4B56-880C-3B029784A2C9}" srcOrd="3" destOrd="0" presId="urn:diagrams.loki3.com/BracketList"/>
    <dgm:cxn modelId="{332FA415-32E4-4A07-A74C-9FEBC4BD7AE6}" type="presParOf" srcId="{96324FE5-536A-4CD2-9AF2-26082CD7BE70}" destId="{D7E312DA-BA50-43CB-AC08-1C0713B1FA64}" srcOrd="7" destOrd="0" presId="urn:diagrams.loki3.com/BracketList"/>
    <dgm:cxn modelId="{EDC47959-94AD-442D-938C-3085C2F7A4B5}" type="presParOf" srcId="{96324FE5-536A-4CD2-9AF2-26082CD7BE70}" destId="{02319B8D-267F-4F1E-93AF-02A436511762}" srcOrd="8" destOrd="0" presId="urn:diagrams.loki3.com/BracketList"/>
    <dgm:cxn modelId="{F4D84ED9-7C6A-474F-8BEC-3701F81D5D23}" type="presParOf" srcId="{02319B8D-267F-4F1E-93AF-02A436511762}" destId="{2C3D9BDD-8BB8-458F-8556-F4D2EE21E602}" srcOrd="0" destOrd="0" presId="urn:diagrams.loki3.com/BracketList"/>
    <dgm:cxn modelId="{5296AFD1-9150-4234-834C-356F77954EA4}" type="presParOf" srcId="{02319B8D-267F-4F1E-93AF-02A436511762}" destId="{FEC8FFC5-59D1-4688-91FB-6ED132DEAC05}" srcOrd="1" destOrd="0" presId="urn:diagrams.loki3.com/BracketList"/>
    <dgm:cxn modelId="{EF567305-332F-4E9E-86F1-489E0E4A3A44}" type="presParOf" srcId="{02319B8D-267F-4F1E-93AF-02A436511762}" destId="{40464B41-9040-4191-A88F-B9680EB3BEBE}" srcOrd="2" destOrd="0" presId="urn:diagrams.loki3.com/BracketList"/>
    <dgm:cxn modelId="{2A8765FD-797C-4A1F-A6FD-9D4ED85FD425}" type="presParOf" srcId="{02319B8D-267F-4F1E-93AF-02A436511762}" destId="{0DC63149-B1C1-4753-880C-598EE8D3F180}"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E243C8-E757-43AC-8277-00C8095A4092}">
      <dsp:nvSpPr>
        <dsp:cNvPr id="0" name=""/>
        <dsp:cNvSpPr/>
      </dsp:nvSpPr>
      <dsp:spPr>
        <a:xfrm>
          <a:off x="2976" y="364338"/>
          <a:ext cx="1522511"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t>Supervised</a:t>
          </a:r>
          <a:endParaRPr lang="LID4096" sz="1300" kern="1200"/>
        </a:p>
      </dsp:txBody>
      <dsp:txXfrm>
        <a:off x="2976" y="364338"/>
        <a:ext cx="1522511" cy="257400"/>
      </dsp:txXfrm>
    </dsp:sp>
    <dsp:sp modelId="{419D115C-3E09-4916-A1B3-69144E1031E2}">
      <dsp:nvSpPr>
        <dsp:cNvPr id="0" name=""/>
        <dsp:cNvSpPr/>
      </dsp:nvSpPr>
      <dsp:spPr>
        <a:xfrm>
          <a:off x="1525488" y="58676"/>
          <a:ext cx="304502" cy="868725"/>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B6C58D-0CB7-4E08-A32A-BA3135639B2A}">
      <dsp:nvSpPr>
        <dsp:cNvPr id="0" name=""/>
        <dsp:cNvSpPr/>
      </dsp:nvSpPr>
      <dsp:spPr>
        <a:xfrm>
          <a:off x="1951791" y="58676"/>
          <a:ext cx="4141231" cy="86872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a:t>Image Classification (CV)</a:t>
          </a:r>
          <a:endParaRPr lang="LID4096" sz="1300" kern="1200"/>
        </a:p>
        <a:p>
          <a:pPr marL="114300" lvl="1" indent="-114300" algn="l" defTabSz="577850">
            <a:lnSpc>
              <a:spcPct val="90000"/>
            </a:lnSpc>
            <a:spcBef>
              <a:spcPct val="0"/>
            </a:spcBef>
            <a:spcAft>
              <a:spcPct val="15000"/>
            </a:spcAft>
            <a:buChar char="•"/>
          </a:pPr>
          <a:r>
            <a:rPr lang="en-US" sz="1300" kern="1200"/>
            <a:t>Sentiment Analysis (NLP)</a:t>
          </a:r>
          <a:endParaRPr lang="LID4096" sz="1300" kern="1200"/>
        </a:p>
        <a:p>
          <a:pPr marL="114300" lvl="1" indent="-114300" algn="l" defTabSz="577850">
            <a:lnSpc>
              <a:spcPct val="90000"/>
            </a:lnSpc>
            <a:spcBef>
              <a:spcPct val="0"/>
            </a:spcBef>
            <a:spcAft>
              <a:spcPct val="15000"/>
            </a:spcAft>
            <a:buChar char="•"/>
          </a:pPr>
          <a:r>
            <a:rPr lang="en-US" sz="1300" kern="1200"/>
            <a:t>Speech Recognition</a:t>
          </a:r>
          <a:endParaRPr lang="LID4096" sz="1300" kern="1200"/>
        </a:p>
        <a:p>
          <a:pPr marL="114300" lvl="1" indent="-114300" algn="l" defTabSz="577850">
            <a:lnSpc>
              <a:spcPct val="90000"/>
            </a:lnSpc>
            <a:spcBef>
              <a:spcPct val="0"/>
            </a:spcBef>
            <a:spcAft>
              <a:spcPct val="15000"/>
            </a:spcAft>
            <a:buChar char="•"/>
          </a:pPr>
          <a:r>
            <a:rPr lang="en-GB" sz="1300" kern="1200"/>
            <a:t>Credit Scoring, Fraud Detection (FinTech)</a:t>
          </a:r>
          <a:endParaRPr lang="LID4096" sz="1300" kern="1200"/>
        </a:p>
      </dsp:txBody>
      <dsp:txXfrm>
        <a:off x="1951791" y="58676"/>
        <a:ext cx="4141231" cy="868725"/>
      </dsp:txXfrm>
    </dsp:sp>
    <dsp:sp modelId="{055984C4-F493-4BB4-BD7E-7C47822F499F}">
      <dsp:nvSpPr>
        <dsp:cNvPr id="0" name=""/>
        <dsp:cNvSpPr/>
      </dsp:nvSpPr>
      <dsp:spPr>
        <a:xfrm>
          <a:off x="2976" y="1279863"/>
          <a:ext cx="1522511"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t>Unsupervised</a:t>
          </a:r>
          <a:endParaRPr lang="LID4096" sz="1300" kern="1200"/>
        </a:p>
      </dsp:txBody>
      <dsp:txXfrm>
        <a:off x="2976" y="1279863"/>
        <a:ext cx="1522511" cy="257400"/>
      </dsp:txXfrm>
    </dsp:sp>
    <dsp:sp modelId="{8E15DA34-7C3C-4080-BBA0-72512618B892}">
      <dsp:nvSpPr>
        <dsp:cNvPr id="0" name=""/>
        <dsp:cNvSpPr/>
      </dsp:nvSpPr>
      <dsp:spPr>
        <a:xfrm>
          <a:off x="1525488" y="974201"/>
          <a:ext cx="304502" cy="868725"/>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682252-7B77-44B8-9749-A4A7D7908C42}">
      <dsp:nvSpPr>
        <dsp:cNvPr id="0" name=""/>
        <dsp:cNvSpPr/>
      </dsp:nvSpPr>
      <dsp:spPr>
        <a:xfrm>
          <a:off x="1951791" y="974201"/>
          <a:ext cx="4141231" cy="86872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a:t>Document Clustering (NLP)</a:t>
          </a:r>
          <a:endParaRPr lang="LID4096" sz="1300" kern="1200"/>
        </a:p>
        <a:p>
          <a:pPr marL="114300" lvl="1" indent="-114300" algn="l" defTabSz="577850">
            <a:lnSpc>
              <a:spcPct val="90000"/>
            </a:lnSpc>
            <a:spcBef>
              <a:spcPct val="0"/>
            </a:spcBef>
            <a:spcAft>
              <a:spcPct val="15000"/>
            </a:spcAft>
            <a:buChar char="•"/>
          </a:pPr>
          <a:r>
            <a:rPr lang="en-GB" sz="1300" kern="1200"/>
            <a:t>Image Segmentation and Masking (CV)</a:t>
          </a:r>
          <a:endParaRPr lang="LID4096" sz="1300" kern="1200"/>
        </a:p>
        <a:p>
          <a:pPr marL="114300" lvl="1" indent="-114300" algn="l" defTabSz="577850">
            <a:lnSpc>
              <a:spcPct val="90000"/>
            </a:lnSpc>
            <a:spcBef>
              <a:spcPct val="0"/>
            </a:spcBef>
            <a:spcAft>
              <a:spcPct val="15000"/>
            </a:spcAft>
            <a:buChar char="•"/>
          </a:pPr>
          <a:r>
            <a:rPr lang="en-US" sz="1300" kern="1200"/>
            <a:t>Market Basket Analysis</a:t>
          </a:r>
          <a:endParaRPr lang="LID4096" sz="1300" kern="1200"/>
        </a:p>
        <a:p>
          <a:pPr marL="114300" lvl="1" indent="-114300" algn="l" defTabSz="577850">
            <a:lnSpc>
              <a:spcPct val="90000"/>
            </a:lnSpc>
            <a:spcBef>
              <a:spcPct val="0"/>
            </a:spcBef>
            <a:spcAft>
              <a:spcPct val="15000"/>
            </a:spcAft>
            <a:buChar char="•"/>
          </a:pPr>
          <a:r>
            <a:rPr lang="en-US" sz="1300" kern="1200"/>
            <a:t>Recommender Systems</a:t>
          </a:r>
          <a:endParaRPr lang="LID4096" sz="1300" kern="1200"/>
        </a:p>
      </dsp:txBody>
      <dsp:txXfrm>
        <a:off x="1951791" y="974201"/>
        <a:ext cx="4141231" cy="868725"/>
      </dsp:txXfrm>
    </dsp:sp>
    <dsp:sp modelId="{91785053-80AA-4164-BB49-C78040C78EFA}">
      <dsp:nvSpPr>
        <dsp:cNvPr id="0" name=""/>
        <dsp:cNvSpPr/>
      </dsp:nvSpPr>
      <dsp:spPr>
        <a:xfrm>
          <a:off x="2976" y="1998316"/>
          <a:ext cx="1522511"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t>Semi-Supervised</a:t>
          </a:r>
          <a:endParaRPr lang="LID4096" sz="1300" kern="1200"/>
        </a:p>
      </dsp:txBody>
      <dsp:txXfrm>
        <a:off x="2976" y="1998316"/>
        <a:ext cx="1522511" cy="257400"/>
      </dsp:txXfrm>
    </dsp:sp>
    <dsp:sp modelId="{235EF308-2E21-4B27-82C0-D9174F9F7868}">
      <dsp:nvSpPr>
        <dsp:cNvPr id="0" name=""/>
        <dsp:cNvSpPr/>
      </dsp:nvSpPr>
      <dsp:spPr>
        <a:xfrm>
          <a:off x="1525488" y="1889726"/>
          <a:ext cx="304502" cy="474581"/>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F167E3E-9FA7-4B43-80E0-58ACFD25DBDA}">
      <dsp:nvSpPr>
        <dsp:cNvPr id="0" name=""/>
        <dsp:cNvSpPr/>
      </dsp:nvSpPr>
      <dsp:spPr>
        <a:xfrm>
          <a:off x="1951791" y="1889726"/>
          <a:ext cx="4141231" cy="4745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a:t>Object Recognition (CV)</a:t>
          </a:r>
          <a:endParaRPr lang="LID4096" sz="1300" kern="1200"/>
        </a:p>
        <a:p>
          <a:pPr marL="114300" lvl="1" indent="-114300" algn="l" defTabSz="577850">
            <a:lnSpc>
              <a:spcPct val="90000"/>
            </a:lnSpc>
            <a:spcBef>
              <a:spcPct val="0"/>
            </a:spcBef>
            <a:spcAft>
              <a:spcPct val="15000"/>
            </a:spcAft>
            <a:buChar char="•"/>
          </a:pPr>
          <a:r>
            <a:rPr lang="en-US" sz="1300" kern="1200"/>
            <a:t>Sentiment Analysis (NLP)</a:t>
          </a:r>
          <a:endParaRPr lang="LID4096" sz="1300" kern="1200"/>
        </a:p>
      </dsp:txBody>
      <dsp:txXfrm>
        <a:off x="1951791" y="1889726"/>
        <a:ext cx="4141231" cy="474581"/>
      </dsp:txXfrm>
    </dsp:sp>
    <dsp:sp modelId="{BC408CF3-C549-4118-A209-BC53812EE04C}">
      <dsp:nvSpPr>
        <dsp:cNvPr id="0" name=""/>
        <dsp:cNvSpPr/>
      </dsp:nvSpPr>
      <dsp:spPr>
        <a:xfrm>
          <a:off x="2976" y="2620244"/>
          <a:ext cx="1522511"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t>Reinforcement</a:t>
          </a:r>
          <a:endParaRPr lang="LID4096" sz="1300" kern="1200"/>
        </a:p>
      </dsp:txBody>
      <dsp:txXfrm>
        <a:off x="2976" y="2620244"/>
        <a:ext cx="1522511" cy="257400"/>
      </dsp:txXfrm>
    </dsp:sp>
    <dsp:sp modelId="{9AA19A73-17F8-43E0-AB59-3A63A0A5EB6D}">
      <dsp:nvSpPr>
        <dsp:cNvPr id="0" name=""/>
        <dsp:cNvSpPr/>
      </dsp:nvSpPr>
      <dsp:spPr>
        <a:xfrm>
          <a:off x="1525488" y="2411107"/>
          <a:ext cx="304502" cy="675675"/>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537B30-5936-4B56-880C-3B029784A2C9}">
      <dsp:nvSpPr>
        <dsp:cNvPr id="0" name=""/>
        <dsp:cNvSpPr/>
      </dsp:nvSpPr>
      <dsp:spPr>
        <a:xfrm>
          <a:off x="1951791" y="2411107"/>
          <a:ext cx="4141231" cy="67567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a:t>Self-driving Cars</a:t>
          </a:r>
          <a:endParaRPr lang="LID4096" sz="1300" kern="1200"/>
        </a:p>
        <a:p>
          <a:pPr marL="114300" lvl="1" indent="-114300" algn="l" defTabSz="577850">
            <a:lnSpc>
              <a:spcPct val="90000"/>
            </a:lnSpc>
            <a:spcBef>
              <a:spcPct val="0"/>
            </a:spcBef>
            <a:spcAft>
              <a:spcPct val="15000"/>
            </a:spcAft>
            <a:buChar char="•"/>
          </a:pPr>
          <a:r>
            <a:rPr lang="en-US" sz="1300" kern="1200"/>
            <a:t>Game Bots</a:t>
          </a:r>
          <a:endParaRPr lang="LID4096" sz="1300" kern="1200"/>
        </a:p>
        <a:p>
          <a:pPr marL="114300" lvl="1" indent="-114300" algn="l" defTabSz="577850">
            <a:lnSpc>
              <a:spcPct val="90000"/>
            </a:lnSpc>
            <a:spcBef>
              <a:spcPct val="0"/>
            </a:spcBef>
            <a:spcAft>
              <a:spcPct val="15000"/>
            </a:spcAft>
            <a:buChar char="•"/>
          </a:pPr>
          <a:r>
            <a:rPr lang="en-US" sz="1300" kern="1200"/>
            <a:t>Autonomous Traders</a:t>
          </a:r>
          <a:endParaRPr lang="LID4096" sz="1300" kern="1200"/>
        </a:p>
      </dsp:txBody>
      <dsp:txXfrm>
        <a:off x="1951791" y="2411107"/>
        <a:ext cx="4141231" cy="675675"/>
      </dsp:txXfrm>
    </dsp:sp>
    <dsp:sp modelId="{2C3D9BDD-8BB8-458F-8556-F4D2EE21E602}">
      <dsp:nvSpPr>
        <dsp:cNvPr id="0" name=""/>
        <dsp:cNvSpPr/>
      </dsp:nvSpPr>
      <dsp:spPr>
        <a:xfrm>
          <a:off x="2976" y="3364337"/>
          <a:ext cx="1522511" cy="410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t>Self-Supervised (LLMs)</a:t>
          </a:r>
          <a:endParaRPr lang="LID4096" sz="1300" kern="1200"/>
        </a:p>
      </dsp:txBody>
      <dsp:txXfrm>
        <a:off x="2976" y="3364337"/>
        <a:ext cx="1522511" cy="410231"/>
      </dsp:txXfrm>
    </dsp:sp>
    <dsp:sp modelId="{FEC8FFC5-59D1-4688-91FB-6ED132DEAC05}">
      <dsp:nvSpPr>
        <dsp:cNvPr id="0" name=""/>
        <dsp:cNvSpPr/>
      </dsp:nvSpPr>
      <dsp:spPr>
        <a:xfrm>
          <a:off x="1525488" y="3133582"/>
          <a:ext cx="304502" cy="871741"/>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C63149-B1C1-4753-880C-598EE8D3F180}">
      <dsp:nvSpPr>
        <dsp:cNvPr id="0" name=""/>
        <dsp:cNvSpPr/>
      </dsp:nvSpPr>
      <dsp:spPr>
        <a:xfrm>
          <a:off x="1951791" y="3133582"/>
          <a:ext cx="4141231" cy="87174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a:t>Text Generation</a:t>
          </a:r>
          <a:endParaRPr lang="LID4096" sz="1300" kern="1200"/>
        </a:p>
        <a:p>
          <a:pPr marL="114300" lvl="1" indent="-114300" algn="l" defTabSz="577850">
            <a:lnSpc>
              <a:spcPct val="90000"/>
            </a:lnSpc>
            <a:spcBef>
              <a:spcPct val="0"/>
            </a:spcBef>
            <a:spcAft>
              <a:spcPct val="15000"/>
            </a:spcAft>
            <a:buChar char="•"/>
          </a:pPr>
          <a:r>
            <a:rPr lang="en-US" sz="1300" kern="1200"/>
            <a:t>Summarization</a:t>
          </a:r>
          <a:endParaRPr lang="LID4096" sz="1300" kern="1200"/>
        </a:p>
        <a:p>
          <a:pPr marL="114300" lvl="1" indent="-114300" algn="l" defTabSz="577850">
            <a:lnSpc>
              <a:spcPct val="90000"/>
            </a:lnSpc>
            <a:spcBef>
              <a:spcPct val="0"/>
            </a:spcBef>
            <a:spcAft>
              <a:spcPct val="15000"/>
            </a:spcAft>
            <a:buChar char="•"/>
          </a:pPr>
          <a:r>
            <a:rPr lang="en-US" sz="1300" kern="1200"/>
            <a:t>Question-Answering</a:t>
          </a:r>
          <a:endParaRPr lang="LID4096" sz="1300" kern="1200"/>
        </a:p>
        <a:p>
          <a:pPr marL="114300" lvl="1" indent="-114300" algn="l" defTabSz="577850">
            <a:lnSpc>
              <a:spcPct val="90000"/>
            </a:lnSpc>
            <a:spcBef>
              <a:spcPct val="0"/>
            </a:spcBef>
            <a:spcAft>
              <a:spcPct val="15000"/>
            </a:spcAft>
            <a:buChar char="•"/>
          </a:pPr>
          <a:r>
            <a:rPr lang="en-US" sz="1300" kern="1200"/>
            <a:t>Translation</a:t>
          </a:r>
          <a:endParaRPr lang="LID4096" sz="1300" kern="1200"/>
        </a:p>
      </dsp:txBody>
      <dsp:txXfrm>
        <a:off x="1951791" y="3133582"/>
        <a:ext cx="4141231" cy="871741"/>
      </dsp:txXfrm>
    </dsp:sp>
  </dsp:spTree>
</dsp:drawing>
</file>

<file path=ppt/diagrams/layout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a:extLst>
            <a:ext uri="{FF2B5EF4-FFF2-40B4-BE49-F238E27FC236}">
              <a16:creationId xmlns:a16="http://schemas.microsoft.com/office/drawing/2014/main" id="{D822E0A8-E6CD-412C-9CB4-7B956AE8B406}"/>
            </a:ext>
          </a:extLst>
        </p:cNvPr>
        <p:cNvGrpSpPr/>
        <p:nvPr/>
      </p:nvGrpSpPr>
      <p:grpSpPr>
        <a:xfrm>
          <a:off x="0" y="0"/>
          <a:ext cx="0" cy="0"/>
          <a:chOff x="0" y="0"/>
          <a:chExt cx="0" cy="0"/>
        </a:xfrm>
      </p:grpSpPr>
      <p:sp>
        <p:nvSpPr>
          <p:cNvPr id="235" name="Google Shape;235;p20:notes">
            <a:extLst>
              <a:ext uri="{FF2B5EF4-FFF2-40B4-BE49-F238E27FC236}">
                <a16:creationId xmlns:a16="http://schemas.microsoft.com/office/drawing/2014/main" id="{870AD498-898F-4B02-C533-BDBE671B26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 name="Google Shape;236;p20:notes">
            <a:extLst>
              <a:ext uri="{FF2B5EF4-FFF2-40B4-BE49-F238E27FC236}">
                <a16:creationId xmlns:a16="http://schemas.microsoft.com/office/drawing/2014/main" id="{A6D0B5AF-1B8E-75B0-D3E9-1FB6D7D2434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7069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fc6a44857d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fc6a44857d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53784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2D6A3-F12A-845D-DFF3-119B288218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47678-B436-05D7-C7BD-8DDEBE1D2E9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364AC26-0073-653F-3CD0-766145E4B526}"/>
              </a:ext>
            </a:extLst>
          </p:cNvPr>
          <p:cNvSpPr>
            <a:spLocks noGrp="1"/>
          </p:cNvSpPr>
          <p:nvPr>
            <p:ph type="body" idx="1"/>
          </p:nvPr>
        </p:nvSpPr>
        <p:spPr/>
        <p:txBody>
          <a:bodyPr/>
          <a:lstStyle/>
          <a:p>
            <a:r>
              <a:rPr lang="en-US" sz="1000"/>
              <a:t>Disclaimer! I do not claim that this categorization is perfect. There are subtopics and subgroups that research community has different opinions about. </a:t>
            </a:r>
          </a:p>
        </p:txBody>
      </p:sp>
    </p:spTree>
    <p:extLst>
      <p:ext uri="{BB962C8B-B14F-4D97-AF65-F5344CB8AC3E}">
        <p14:creationId xmlns:p14="http://schemas.microsoft.com/office/powerpoint/2010/main" val="647456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9DB09-D62E-01AC-A4CE-8C1F4FF19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80241-8F1C-D567-712D-7D7BB1333C6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8DB516C-1689-C2DF-DEA9-354B8EFA06E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2479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A7E74-4D14-B3D7-C122-059CCC00D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35D32-CED8-5194-3388-2ECE02A9402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692A867-892C-02C2-A27E-E6183389957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84403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E2E5E-CDD5-B2C9-4531-DB1282F71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5A5992-4D65-1F72-F9A8-85FC4035E13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5A37411-4221-CE3C-0462-1B72359391D1}"/>
              </a:ext>
            </a:extLst>
          </p:cNvPr>
          <p:cNvSpPr>
            <a:spLocks noGrp="1"/>
          </p:cNvSpPr>
          <p:nvPr>
            <p:ph type="body" idx="1"/>
          </p:nvPr>
        </p:nvSpPr>
        <p:spPr/>
        <p:txBody>
          <a:bodyPr/>
          <a:lstStyle/>
          <a:p>
            <a:r>
              <a:rPr lang="en-US"/>
              <a:t>LLM Parameters are the number of trainable weights and biases. They are NOT no. of neurons, or no. of hidden layers, or no. of unique tokens, or no. of rows in training set.</a:t>
            </a:r>
          </a:p>
        </p:txBody>
      </p:sp>
    </p:spTree>
    <p:extLst>
      <p:ext uri="{BB962C8B-B14F-4D97-AF65-F5344CB8AC3E}">
        <p14:creationId xmlns:p14="http://schemas.microsoft.com/office/powerpoint/2010/main" val="1547995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AC529-9F48-47C9-4E3F-999C5F931F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2DAA4-B46F-1FDA-4B25-75641D5DF0D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6111952-22EC-0149-364E-E1A295A2115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41348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16A4A-DD06-44EE-390E-9C017CEA6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13E586-005F-6C92-5761-8A0DD7AB85B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D3FF7F7-CB98-5FD0-A4EC-E0AA85AF61C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703077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105EB-DD51-B457-AFA2-C3E6F9A512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BF7A4A-C7F2-78BA-7F8A-C4B1C021D18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AC5C8BB-CBDE-A620-ABB6-6AB605CB914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521110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AE73B-FF26-5873-0203-B1D8C1C3B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87EC1E-91A3-5C0C-FE56-FEA825C259B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C603111-4022-4F28-B2BA-3F1B76620D3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11938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fc6a44857d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fc6a44857d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Font typeface="Courier New"/>
              <a:buNone/>
              <a:defRPr sz="4200" b="0">
                <a:latin typeface="Courier New"/>
                <a:ea typeface="Courier New"/>
                <a:cs typeface="Courier New"/>
                <a:sym typeface="Courier New"/>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2" name="Google Shape;12;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 name="Google Shape;13;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grpSp>
        <p:nvGrpSpPr>
          <p:cNvPr id="14" name="Google Shape;14;p2"/>
          <p:cNvGrpSpPr/>
          <p:nvPr/>
        </p:nvGrpSpPr>
        <p:grpSpPr>
          <a:xfrm>
            <a:off x="830525" y="1179325"/>
            <a:ext cx="1559599" cy="47474"/>
            <a:chOff x="830559" y="793309"/>
            <a:chExt cx="7759198" cy="433550"/>
          </a:xfrm>
        </p:grpSpPr>
        <p:sp>
          <p:nvSpPr>
            <p:cNvPr id="15" name="Google Shape;15;p2"/>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0" name="Google Shape;20;p2"/>
          <p:cNvPicPr preferRelativeResize="0"/>
          <p:nvPr/>
        </p:nvPicPr>
        <p:blipFill>
          <a:blip r:embed="rId2">
            <a:alphaModFix/>
          </a:blip>
          <a:stretch>
            <a:fillRect/>
          </a:stretch>
        </p:blipFill>
        <p:spPr>
          <a:xfrm>
            <a:off x="7989902" y="24945"/>
            <a:ext cx="1095101" cy="437925"/>
          </a:xfrm>
          <a:prstGeom prst="rect">
            <a:avLst/>
          </a:prstGeom>
          <a:noFill/>
          <a:ln>
            <a:noFill/>
          </a:ln>
        </p:spPr>
      </p:pic>
      <p:pic>
        <p:nvPicPr>
          <p:cNvPr id="21" name="Google Shape;21;p2"/>
          <p:cNvPicPr preferRelativeResize="0"/>
          <p:nvPr/>
        </p:nvPicPr>
        <p:blipFill>
          <a:blip r:embed="rId3">
            <a:alphaModFix/>
          </a:blip>
          <a:stretch>
            <a:fillRect/>
          </a:stretch>
        </p:blipFill>
        <p:spPr>
          <a:xfrm>
            <a:off x="-12" y="24927"/>
            <a:ext cx="981636" cy="4379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2"/>
        <p:cNvGrpSpPr/>
        <p:nvPr/>
      </p:nvGrpSpPr>
      <p:grpSpPr>
        <a:xfrm>
          <a:off x="0" y="0"/>
          <a:ext cx="0" cy="0"/>
          <a:chOff x="0" y="0"/>
          <a:chExt cx="0" cy="0"/>
        </a:xfrm>
      </p:grpSpPr>
      <p:sp>
        <p:nvSpPr>
          <p:cNvPr id="23" name="Google Shape;23;p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rtl="0">
              <a:spcBef>
                <a:spcPts val="0"/>
              </a:spcBef>
              <a:spcAft>
                <a:spcPts val="0"/>
              </a:spcAft>
              <a:buSzPts val="2600"/>
              <a:buFont typeface="Roboto Mono"/>
              <a:buNone/>
              <a:defRPr sz="2600" b="0">
                <a:latin typeface="Roboto Mono"/>
                <a:ea typeface="Roboto Mono"/>
                <a:cs typeface="Roboto Mono"/>
                <a:sym typeface="Roboto Mono"/>
              </a:defRPr>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25" name="Google Shape;25;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grpSp>
        <p:nvGrpSpPr>
          <p:cNvPr id="26" name="Google Shape;26;p3"/>
          <p:cNvGrpSpPr/>
          <p:nvPr/>
        </p:nvGrpSpPr>
        <p:grpSpPr>
          <a:xfrm>
            <a:off x="830525" y="1179325"/>
            <a:ext cx="1559599" cy="47474"/>
            <a:chOff x="830559" y="793309"/>
            <a:chExt cx="7759198" cy="433550"/>
          </a:xfrm>
        </p:grpSpPr>
        <p:sp>
          <p:nvSpPr>
            <p:cNvPr id="27" name="Google Shape;27;p3"/>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2" name="Google Shape;32;p3"/>
          <p:cNvPicPr preferRelativeResize="0"/>
          <p:nvPr/>
        </p:nvPicPr>
        <p:blipFill>
          <a:blip r:embed="rId2">
            <a:alphaModFix/>
          </a:blip>
          <a:stretch>
            <a:fillRect/>
          </a:stretch>
        </p:blipFill>
        <p:spPr>
          <a:xfrm>
            <a:off x="7989902" y="24945"/>
            <a:ext cx="1095101" cy="437925"/>
          </a:xfrm>
          <a:prstGeom prst="rect">
            <a:avLst/>
          </a:prstGeom>
          <a:noFill/>
          <a:ln>
            <a:noFill/>
          </a:ln>
        </p:spPr>
      </p:pic>
      <p:pic>
        <p:nvPicPr>
          <p:cNvPr id="33" name="Google Shape;33;p3"/>
          <p:cNvPicPr preferRelativeResize="0"/>
          <p:nvPr/>
        </p:nvPicPr>
        <p:blipFill>
          <a:blip r:embed="rId3">
            <a:alphaModFix/>
          </a:blip>
          <a:stretch>
            <a:fillRect/>
          </a:stretch>
        </p:blipFill>
        <p:spPr>
          <a:xfrm>
            <a:off x="-12" y="4705527"/>
            <a:ext cx="981636" cy="4379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
    <p:spTree>
      <p:nvGrpSpPr>
        <p:cNvPr id="1" name="Shape 34"/>
        <p:cNvGrpSpPr/>
        <p:nvPr/>
      </p:nvGrpSpPr>
      <p:grpSpPr>
        <a:xfrm>
          <a:off x="0" y="0"/>
          <a:ext cx="0" cy="0"/>
          <a:chOff x="0" y="0"/>
          <a:chExt cx="0" cy="0"/>
        </a:xfrm>
      </p:grpSpPr>
      <p:sp>
        <p:nvSpPr>
          <p:cNvPr id="35" name="Google Shape;35;p4"/>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rtl="0">
              <a:spcBef>
                <a:spcPts val="0"/>
              </a:spcBef>
              <a:spcAft>
                <a:spcPts val="0"/>
              </a:spcAft>
              <a:buSzPts val="2600"/>
              <a:buFont typeface="Courier New"/>
              <a:buNone/>
              <a:defRPr sz="2600" b="0">
                <a:latin typeface="Courier New"/>
                <a:ea typeface="Courier New"/>
                <a:cs typeface="Courier New"/>
                <a:sym typeface="Courier New"/>
              </a:defRPr>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37" name="Google Shape;37;p4"/>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38" name="Google Shape;38;p4"/>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39" name="Google Shape;39;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grpSp>
        <p:nvGrpSpPr>
          <p:cNvPr id="40" name="Google Shape;40;p4"/>
          <p:cNvGrpSpPr/>
          <p:nvPr/>
        </p:nvGrpSpPr>
        <p:grpSpPr>
          <a:xfrm>
            <a:off x="830525" y="1179325"/>
            <a:ext cx="1559599" cy="47474"/>
            <a:chOff x="830559" y="793309"/>
            <a:chExt cx="7759198" cy="433550"/>
          </a:xfrm>
        </p:grpSpPr>
        <p:sp>
          <p:nvSpPr>
            <p:cNvPr id="41" name="Google Shape;41;p4"/>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6" name="Google Shape;46;p4"/>
          <p:cNvPicPr preferRelativeResize="0"/>
          <p:nvPr/>
        </p:nvPicPr>
        <p:blipFill>
          <a:blip r:embed="rId2">
            <a:alphaModFix/>
          </a:blip>
          <a:stretch>
            <a:fillRect/>
          </a:stretch>
        </p:blipFill>
        <p:spPr>
          <a:xfrm>
            <a:off x="7989902" y="24945"/>
            <a:ext cx="1095101" cy="4379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slide" type="tx">
  <p:cSld name="TITLE_AND_BODY">
    <p:spTree>
      <p:nvGrpSpPr>
        <p:cNvPr id="1" name="Shape 47"/>
        <p:cNvGrpSpPr/>
        <p:nvPr/>
      </p:nvGrpSpPr>
      <p:grpSpPr>
        <a:xfrm>
          <a:off x="0" y="0"/>
          <a:ext cx="0" cy="0"/>
          <a:chOff x="0" y="0"/>
          <a:chExt cx="0" cy="0"/>
        </a:xfrm>
      </p:grpSpPr>
      <p:sp>
        <p:nvSpPr>
          <p:cNvPr id="48" name="Google Shape;48;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5"/>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a:bodyPr>
          <a:lstStyle>
            <a:lvl1pPr lvl="0" rtl="0">
              <a:spcBef>
                <a:spcPts val="0"/>
              </a:spcBef>
              <a:spcAft>
                <a:spcPts val="0"/>
              </a:spcAft>
              <a:buSzPts val="2600"/>
              <a:buFont typeface="Courier New"/>
              <a:buNone/>
              <a:defRPr sz="2600" b="0">
                <a:latin typeface="Courier New"/>
                <a:ea typeface="Courier New"/>
                <a:cs typeface="Courier New"/>
                <a:sym typeface="Courier New"/>
              </a:defRPr>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50" name="Google Shape;50;p5"/>
          <p:cNvSpPr txBox="1">
            <a:spLocks noGrp="1"/>
          </p:cNvSpPr>
          <p:nvPr>
            <p:ph type="body" idx="1"/>
          </p:nvPr>
        </p:nvSpPr>
        <p:spPr>
          <a:xfrm>
            <a:off x="729450" y="1491375"/>
            <a:ext cx="7688700" cy="28485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51" name="Google Shape;51;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grpSp>
        <p:nvGrpSpPr>
          <p:cNvPr id="52" name="Google Shape;52;p5"/>
          <p:cNvGrpSpPr/>
          <p:nvPr/>
        </p:nvGrpSpPr>
        <p:grpSpPr>
          <a:xfrm>
            <a:off x="729450" y="713925"/>
            <a:ext cx="1559599" cy="47474"/>
            <a:chOff x="830559" y="793309"/>
            <a:chExt cx="7759198" cy="433550"/>
          </a:xfrm>
        </p:grpSpPr>
        <p:sp>
          <p:nvSpPr>
            <p:cNvPr id="53" name="Google Shape;53;p5"/>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 name="Google Shape;58;p5"/>
          <p:cNvPicPr preferRelativeResize="0"/>
          <p:nvPr/>
        </p:nvPicPr>
        <p:blipFill>
          <a:blip r:embed="rId2">
            <a:alphaModFix/>
          </a:blip>
          <a:stretch>
            <a:fillRect/>
          </a:stretch>
        </p:blipFill>
        <p:spPr>
          <a:xfrm>
            <a:off x="7989902" y="24945"/>
            <a:ext cx="1095101" cy="437925"/>
          </a:xfrm>
          <a:prstGeom prst="rect">
            <a:avLst/>
          </a:prstGeom>
          <a:noFill/>
          <a:ln>
            <a:noFill/>
          </a:ln>
        </p:spPr>
      </p:pic>
      <p:pic>
        <p:nvPicPr>
          <p:cNvPr id="59" name="Google Shape;59;p5"/>
          <p:cNvPicPr preferRelativeResize="0"/>
          <p:nvPr/>
        </p:nvPicPr>
        <p:blipFill>
          <a:blip r:embed="rId3">
            <a:alphaModFix/>
          </a:blip>
          <a:stretch>
            <a:fillRect/>
          </a:stretch>
        </p:blipFill>
        <p:spPr>
          <a:xfrm>
            <a:off x="-12" y="4705527"/>
            <a:ext cx="981636" cy="4379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section title">
  <p:cSld name="Subsection title">
    <p:bg>
      <p:bgPr>
        <a:solidFill>
          <a:schemeClr val="lt2"/>
        </a:solidFill>
        <a:effectLst/>
      </p:bgPr>
    </p:bg>
    <p:spTree>
      <p:nvGrpSpPr>
        <p:cNvPr id="1" name="Shape 22"/>
        <p:cNvGrpSpPr/>
        <p:nvPr/>
      </p:nvGrpSpPr>
      <p:grpSpPr>
        <a:xfrm>
          <a:off x="0" y="0"/>
          <a:ext cx="0" cy="0"/>
          <a:chOff x="0" y="0"/>
          <a:chExt cx="0" cy="0"/>
        </a:xfrm>
      </p:grpSpPr>
      <p:sp>
        <p:nvSpPr>
          <p:cNvPr id="23" name="Google Shape;23;p3"/>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3400"/>
              <a:buFont typeface="Lexend"/>
              <a:buNone/>
              <a:defRPr sz="3400" b="0">
                <a:latin typeface="Lexend"/>
                <a:ea typeface="Lexend"/>
                <a:cs typeface="Lexend"/>
                <a:sym typeface="Lexend"/>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grpSp>
        <p:nvGrpSpPr>
          <p:cNvPr id="25" name="Google Shape;25;p3"/>
          <p:cNvGrpSpPr/>
          <p:nvPr/>
        </p:nvGrpSpPr>
        <p:grpSpPr>
          <a:xfrm>
            <a:off x="830525" y="1179325"/>
            <a:ext cx="1559599" cy="47474"/>
            <a:chOff x="830559" y="793309"/>
            <a:chExt cx="7759198" cy="433550"/>
          </a:xfrm>
        </p:grpSpPr>
        <p:sp>
          <p:nvSpPr>
            <p:cNvPr id="26" name="Google Shape;26;p3"/>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1" name="Google Shape;31;p3"/>
          <p:cNvPicPr preferRelativeResize="0"/>
          <p:nvPr/>
        </p:nvPicPr>
        <p:blipFill>
          <a:blip r:embed="rId2">
            <a:alphaModFix/>
          </a:blip>
          <a:stretch>
            <a:fillRect/>
          </a:stretch>
        </p:blipFill>
        <p:spPr>
          <a:xfrm>
            <a:off x="7989902" y="24945"/>
            <a:ext cx="1095101" cy="437925"/>
          </a:xfrm>
          <a:prstGeom prst="rect">
            <a:avLst/>
          </a:prstGeom>
          <a:noFill/>
          <a:ln>
            <a:noFill/>
          </a:ln>
        </p:spPr>
      </p:pic>
    </p:spTree>
    <p:extLst>
      <p:ext uri="{BB962C8B-B14F-4D97-AF65-F5344CB8AC3E}">
        <p14:creationId xmlns:p14="http://schemas.microsoft.com/office/powerpoint/2010/main" val="15143618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6"/>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a:t>Machine Learning</a:t>
            </a:r>
            <a:endParaRPr/>
          </a:p>
        </p:txBody>
      </p:sp>
      <p:sp>
        <p:nvSpPr>
          <p:cNvPr id="65" name="Google Shape;65;p6"/>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a:t>Owais Hussain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7">
          <a:extLst>
            <a:ext uri="{FF2B5EF4-FFF2-40B4-BE49-F238E27FC236}">
              <a16:creationId xmlns:a16="http://schemas.microsoft.com/office/drawing/2014/main" id="{EDC51FA7-22DC-BEE5-6064-8DB8D787BA40}"/>
            </a:ext>
          </a:extLst>
        </p:cNvPr>
        <p:cNvGrpSpPr/>
        <p:nvPr/>
      </p:nvGrpSpPr>
      <p:grpSpPr>
        <a:xfrm>
          <a:off x="0" y="0"/>
          <a:ext cx="0" cy="0"/>
          <a:chOff x="0" y="0"/>
          <a:chExt cx="0" cy="0"/>
        </a:xfrm>
      </p:grpSpPr>
      <p:sp>
        <p:nvSpPr>
          <p:cNvPr id="238" name="Google Shape;238;p22">
            <a:extLst>
              <a:ext uri="{FF2B5EF4-FFF2-40B4-BE49-F238E27FC236}">
                <a16:creationId xmlns:a16="http://schemas.microsoft.com/office/drawing/2014/main" id="{01EE53DF-63E0-CC22-7E82-7BA1AE6D71C5}"/>
              </a:ext>
            </a:extLst>
          </p:cNvPr>
          <p:cNvSpPr txBox="1">
            <a:spLocks noGrp="1"/>
          </p:cNvSpPr>
          <p:nvPr>
            <p:ph type="ctrTitle"/>
          </p:nvPr>
        </p:nvSpPr>
        <p:spPr>
          <a:xfrm>
            <a:off x="729450" y="1322450"/>
            <a:ext cx="7688100" cy="1249299"/>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n" dirty="0"/>
              <a:t>Activity</a:t>
            </a:r>
            <a:endParaRPr dirty="0"/>
          </a:p>
        </p:txBody>
      </p:sp>
      <p:sp>
        <p:nvSpPr>
          <p:cNvPr id="2" name="Google Shape;431;p47">
            <a:extLst>
              <a:ext uri="{FF2B5EF4-FFF2-40B4-BE49-F238E27FC236}">
                <a16:creationId xmlns:a16="http://schemas.microsoft.com/office/drawing/2014/main" id="{BC1E258D-34BC-E631-DD2E-DE54EAEDF86D}"/>
              </a:ext>
            </a:extLst>
          </p:cNvPr>
          <p:cNvSpPr txBox="1">
            <a:spLocks/>
          </p:cNvSpPr>
          <p:nvPr/>
        </p:nvSpPr>
        <p:spPr>
          <a:xfrm>
            <a:off x="727650" y="2571749"/>
            <a:ext cx="7688700" cy="241248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30200">
              <a:lnSpc>
                <a:spcPct val="115000"/>
              </a:lnSpc>
              <a:buSzPts val="1600"/>
              <a:buFont typeface="Arial"/>
              <a:buChar char="➔"/>
            </a:pPr>
            <a:r>
              <a:rPr lang="cy-GB" sz="1600" dirty="0"/>
              <a:t>Objective 1: You will be shown a picture with no caption. You have to identify different objects from it.</a:t>
            </a:r>
          </a:p>
          <a:p>
            <a:pPr marL="457200" indent="-330200">
              <a:lnSpc>
                <a:spcPct val="115000"/>
              </a:lnSpc>
              <a:buSzPts val="1600"/>
              <a:buFont typeface="Arial"/>
              <a:buChar char="➔"/>
            </a:pPr>
            <a:r>
              <a:rPr lang="cy-GB" sz="1600" dirty="0"/>
              <a:t>Objective 2: Group the objects you identified into 2 categories.</a:t>
            </a:r>
          </a:p>
          <a:p>
            <a:pPr marL="457200" indent="-330200">
              <a:lnSpc>
                <a:spcPct val="115000"/>
              </a:lnSpc>
              <a:buSzPts val="1600"/>
              <a:buFont typeface="Arial"/>
              <a:buChar char="➔"/>
            </a:pPr>
            <a:r>
              <a:rPr lang="cy-GB" sz="1600"/>
              <a:t>Objective 3: Cross-compare your results with others.</a:t>
            </a:r>
            <a:endParaRPr lang="cy-GB" sz="1600" dirty="0"/>
          </a:p>
          <a:p>
            <a:pPr marL="457200" indent="-330200">
              <a:lnSpc>
                <a:spcPct val="115000"/>
              </a:lnSpc>
              <a:buSzPts val="1600"/>
              <a:buFont typeface="Arial"/>
              <a:buChar char="➔"/>
            </a:pPr>
            <a:endParaRPr lang="cy-GB" sz="1600" dirty="0"/>
          </a:p>
        </p:txBody>
      </p:sp>
    </p:spTree>
    <p:extLst>
      <p:ext uri="{BB962C8B-B14F-4D97-AF65-F5344CB8AC3E}">
        <p14:creationId xmlns:p14="http://schemas.microsoft.com/office/powerpoint/2010/main" val="1580499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7"/>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Contents</a:t>
            </a:r>
            <a:endParaRPr/>
          </a:p>
        </p:txBody>
      </p:sp>
      <p:sp>
        <p:nvSpPr>
          <p:cNvPr id="71" name="Google Shape;71;p7"/>
          <p:cNvSpPr txBox="1">
            <a:spLocks noGrp="1"/>
          </p:cNvSpPr>
          <p:nvPr>
            <p:ph type="body" idx="1"/>
          </p:nvPr>
        </p:nvSpPr>
        <p:spPr>
          <a:xfrm>
            <a:off x="729450" y="1491375"/>
            <a:ext cx="7688700" cy="3226098"/>
          </a:xfrm>
          <a:prstGeom prst="rect">
            <a:avLst/>
          </a:prstGeom>
        </p:spPr>
        <p:txBody>
          <a:bodyPr spcFirstLastPara="1" wrap="square" lIns="91425" tIns="91425" rIns="91425" bIns="91425" anchor="t" anchorCtr="0">
            <a:normAutofit/>
          </a:bodyPr>
          <a:lstStyle/>
          <a:p>
            <a:pPr lvl="0">
              <a:lnSpc>
                <a:spcPct val="150000"/>
              </a:lnSpc>
            </a:pPr>
            <a:r>
              <a:rPr lang="en-US"/>
              <a:t>Types!</a:t>
            </a:r>
          </a:p>
          <a:p>
            <a:pPr lvl="0">
              <a:lnSpc>
                <a:spcPct val="150000"/>
              </a:lnSpc>
            </a:pPr>
            <a:r>
              <a:rPr lang="en-US"/>
              <a:t>Types simplified</a:t>
            </a:r>
          </a:p>
          <a:p>
            <a:pPr lvl="0">
              <a:lnSpc>
                <a:spcPct val="150000"/>
              </a:lnSpc>
            </a:pPr>
            <a:r>
              <a:rPr lang="en-US"/>
              <a:t>Reinforcement learning</a:t>
            </a:r>
          </a:p>
          <a:p>
            <a:pPr lvl="0">
              <a:lnSpc>
                <a:spcPct val="150000"/>
              </a:lnSpc>
            </a:pPr>
            <a:r>
              <a:rPr lang="en-US"/>
              <a:t>Neural Networks and LLMs</a:t>
            </a:r>
          </a:p>
          <a:p>
            <a:pPr lvl="0">
              <a:lnSpc>
                <a:spcPct val="150000"/>
              </a:lnSpc>
            </a:pPr>
            <a:r>
              <a:rPr lang="en-US"/>
              <a:t>LLMs behind the curtains</a:t>
            </a:r>
          </a:p>
          <a:p>
            <a:pPr lvl="0">
              <a:lnSpc>
                <a:spcPct val="150000"/>
              </a:lnSpc>
            </a:pPr>
            <a:r>
              <a:rPr lang="en-US"/>
              <a:t>Evolution of LLMs</a:t>
            </a:r>
          </a:p>
          <a:p>
            <a:pPr lvl="0">
              <a:lnSpc>
                <a:spcPct val="150000"/>
              </a:lnSpc>
            </a:pPr>
            <a:r>
              <a:rPr lang="en-US"/>
              <a:t>Evolution of ChatGPT</a:t>
            </a:r>
          </a:p>
          <a:p>
            <a:pPr lvl="0">
              <a:lnSpc>
                <a:spcPct val="150000"/>
              </a:lnSpc>
            </a:pPr>
            <a:r>
              <a:rPr lang="en-US" err="1"/>
              <a:t>Deepseek</a:t>
            </a:r>
            <a:r>
              <a:rPr lang="en-US"/>
              <a:t> – the new bully in Town</a:t>
            </a:r>
          </a:p>
          <a:p>
            <a:pPr lvl="0">
              <a:lnSpc>
                <a:spcPct val="150000"/>
              </a:lnSpc>
            </a:pPr>
            <a:r>
              <a:rPr lang="en-US"/>
              <a:t>Philosophical debate with </a:t>
            </a:r>
            <a:r>
              <a:rPr lang="en-US" err="1"/>
              <a:t>Deepseek</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5C485-D508-6E63-D10C-5CBCED49C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1E4E3-BF74-C228-A337-643DBC9FAB4E}"/>
              </a:ext>
            </a:extLst>
          </p:cNvPr>
          <p:cNvSpPr>
            <a:spLocks noGrp="1"/>
          </p:cNvSpPr>
          <p:nvPr>
            <p:ph type="title"/>
          </p:nvPr>
        </p:nvSpPr>
        <p:spPr/>
        <p:txBody>
          <a:bodyPr>
            <a:normAutofit fontScale="90000"/>
          </a:bodyPr>
          <a:lstStyle/>
          <a:p>
            <a:r>
              <a:rPr lang="en-US"/>
              <a:t>Types!</a:t>
            </a:r>
          </a:p>
        </p:txBody>
      </p:sp>
      <p:pic>
        <p:nvPicPr>
          <p:cNvPr id="6" name="Picture 5">
            <a:extLst>
              <a:ext uri="{FF2B5EF4-FFF2-40B4-BE49-F238E27FC236}">
                <a16:creationId xmlns:a16="http://schemas.microsoft.com/office/drawing/2014/main" id="{5178E9DB-26E6-2610-F1D4-8290FDF1A1D0}"/>
              </a:ext>
            </a:extLst>
          </p:cNvPr>
          <p:cNvPicPr>
            <a:picLocks noChangeAspect="1"/>
          </p:cNvPicPr>
          <p:nvPr/>
        </p:nvPicPr>
        <p:blipFill>
          <a:blip r:embed="rId3"/>
          <a:stretch>
            <a:fillRect/>
          </a:stretch>
        </p:blipFill>
        <p:spPr>
          <a:xfrm>
            <a:off x="1159950" y="1354313"/>
            <a:ext cx="6824100" cy="3458692"/>
          </a:xfrm>
          <a:prstGeom prst="rect">
            <a:avLst/>
          </a:prstGeom>
        </p:spPr>
      </p:pic>
    </p:spTree>
    <p:extLst>
      <p:ext uri="{BB962C8B-B14F-4D97-AF65-F5344CB8AC3E}">
        <p14:creationId xmlns:p14="http://schemas.microsoft.com/office/powerpoint/2010/main" val="3604660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AB6CD-0CE3-204E-6204-FD14D8A7A6C6}"/>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D5006672-8D40-46A9-DDA7-2255D69EC337}"/>
              </a:ext>
            </a:extLst>
          </p:cNvPr>
          <p:cNvGraphicFramePr/>
          <p:nvPr>
            <p:extLst>
              <p:ext uri="{D42A27DB-BD31-4B8C-83A1-F6EECF244321}">
                <p14:modId xmlns:p14="http://schemas.microsoft.com/office/powerpoint/2010/main" val="3358035071"/>
              </p:ext>
            </p:extLst>
          </p:nvPr>
        </p:nvGraphicFramePr>
        <p:xfrm>
          <a:off x="1524000" y="985023"/>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2858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419D115C-3E09-4916-A1B3-69144E1031E2}"/>
                                            </p:graphicEl>
                                          </p:spTgt>
                                        </p:tgtEl>
                                        <p:attrNameLst>
                                          <p:attrName>style.visibility</p:attrName>
                                        </p:attrNameLst>
                                      </p:cBhvr>
                                      <p:to>
                                        <p:strVal val="visible"/>
                                      </p:to>
                                    </p:set>
                                    <p:animEffect transition="in" filter="fade">
                                      <p:cBhvr>
                                        <p:cTn id="7" dur="500"/>
                                        <p:tgtEl>
                                          <p:spTgt spid="2">
                                            <p:graphicEl>
                                              <a:dgm id="{419D115C-3E09-4916-A1B3-69144E1031E2}"/>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graphicEl>
                                              <a:dgm id="{C0E243C8-E757-43AC-8277-00C8095A4092}"/>
                                            </p:graphicEl>
                                          </p:spTgt>
                                        </p:tgtEl>
                                        <p:attrNameLst>
                                          <p:attrName>style.visibility</p:attrName>
                                        </p:attrNameLst>
                                      </p:cBhvr>
                                      <p:to>
                                        <p:strVal val="visible"/>
                                      </p:to>
                                    </p:set>
                                    <p:animEffect transition="in" filter="fade">
                                      <p:cBhvr>
                                        <p:cTn id="10" dur="500"/>
                                        <p:tgtEl>
                                          <p:spTgt spid="2">
                                            <p:graphicEl>
                                              <a:dgm id="{C0E243C8-E757-43AC-8277-00C8095A4092}"/>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graphicEl>
                                              <a:dgm id="{09B6C58D-0CB7-4E08-A32A-BA3135639B2A}"/>
                                            </p:graphicEl>
                                          </p:spTgt>
                                        </p:tgtEl>
                                        <p:attrNameLst>
                                          <p:attrName>style.visibility</p:attrName>
                                        </p:attrNameLst>
                                      </p:cBhvr>
                                      <p:to>
                                        <p:strVal val="visible"/>
                                      </p:to>
                                    </p:set>
                                    <p:animEffect transition="in" filter="fade">
                                      <p:cBhvr>
                                        <p:cTn id="15" dur="500"/>
                                        <p:tgtEl>
                                          <p:spTgt spid="2">
                                            <p:graphicEl>
                                              <a:dgm id="{09B6C58D-0CB7-4E08-A32A-BA3135639B2A}"/>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graphicEl>
                                              <a:dgm id="{8E15DA34-7C3C-4080-BBA0-72512618B892}"/>
                                            </p:graphicEl>
                                          </p:spTgt>
                                        </p:tgtEl>
                                        <p:attrNameLst>
                                          <p:attrName>style.visibility</p:attrName>
                                        </p:attrNameLst>
                                      </p:cBhvr>
                                      <p:to>
                                        <p:strVal val="visible"/>
                                      </p:to>
                                    </p:set>
                                    <p:animEffect transition="in" filter="fade">
                                      <p:cBhvr>
                                        <p:cTn id="20" dur="500"/>
                                        <p:tgtEl>
                                          <p:spTgt spid="2">
                                            <p:graphicEl>
                                              <a:dgm id="{8E15DA34-7C3C-4080-BBA0-72512618B892}"/>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
                                            <p:graphicEl>
                                              <a:dgm id="{055984C4-F493-4BB4-BD7E-7C47822F499F}"/>
                                            </p:graphicEl>
                                          </p:spTgt>
                                        </p:tgtEl>
                                        <p:attrNameLst>
                                          <p:attrName>style.visibility</p:attrName>
                                        </p:attrNameLst>
                                      </p:cBhvr>
                                      <p:to>
                                        <p:strVal val="visible"/>
                                      </p:to>
                                    </p:set>
                                    <p:animEffect transition="in" filter="fade">
                                      <p:cBhvr>
                                        <p:cTn id="23" dur="500"/>
                                        <p:tgtEl>
                                          <p:spTgt spid="2">
                                            <p:graphicEl>
                                              <a:dgm id="{055984C4-F493-4BB4-BD7E-7C47822F499F}"/>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
                                            <p:graphicEl>
                                              <a:dgm id="{64682252-7B77-44B8-9749-A4A7D7908C42}"/>
                                            </p:graphicEl>
                                          </p:spTgt>
                                        </p:tgtEl>
                                        <p:attrNameLst>
                                          <p:attrName>style.visibility</p:attrName>
                                        </p:attrNameLst>
                                      </p:cBhvr>
                                      <p:to>
                                        <p:strVal val="visible"/>
                                      </p:to>
                                    </p:set>
                                    <p:animEffect transition="in" filter="fade">
                                      <p:cBhvr>
                                        <p:cTn id="28" dur="500"/>
                                        <p:tgtEl>
                                          <p:spTgt spid="2">
                                            <p:graphicEl>
                                              <a:dgm id="{64682252-7B77-44B8-9749-A4A7D7908C42}"/>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
                                            <p:graphicEl>
                                              <a:dgm id="{235EF308-2E21-4B27-82C0-D9174F9F7868}"/>
                                            </p:graphicEl>
                                          </p:spTgt>
                                        </p:tgtEl>
                                        <p:attrNameLst>
                                          <p:attrName>style.visibility</p:attrName>
                                        </p:attrNameLst>
                                      </p:cBhvr>
                                      <p:to>
                                        <p:strVal val="visible"/>
                                      </p:to>
                                    </p:set>
                                    <p:animEffect transition="in" filter="fade">
                                      <p:cBhvr>
                                        <p:cTn id="33" dur="500"/>
                                        <p:tgtEl>
                                          <p:spTgt spid="2">
                                            <p:graphicEl>
                                              <a:dgm id="{235EF308-2E21-4B27-82C0-D9174F9F7868}"/>
                                            </p:graphic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
                                            <p:graphicEl>
                                              <a:dgm id="{91785053-80AA-4164-BB49-C78040C78EFA}"/>
                                            </p:graphicEl>
                                          </p:spTgt>
                                        </p:tgtEl>
                                        <p:attrNameLst>
                                          <p:attrName>style.visibility</p:attrName>
                                        </p:attrNameLst>
                                      </p:cBhvr>
                                      <p:to>
                                        <p:strVal val="visible"/>
                                      </p:to>
                                    </p:set>
                                    <p:animEffect transition="in" filter="fade">
                                      <p:cBhvr>
                                        <p:cTn id="36" dur="500"/>
                                        <p:tgtEl>
                                          <p:spTgt spid="2">
                                            <p:graphicEl>
                                              <a:dgm id="{91785053-80AA-4164-BB49-C78040C78EFA}"/>
                                            </p:graphic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
                                            <p:graphicEl>
                                              <a:dgm id="{BF167E3E-9FA7-4B43-80E0-58ACFD25DBDA}"/>
                                            </p:graphicEl>
                                          </p:spTgt>
                                        </p:tgtEl>
                                        <p:attrNameLst>
                                          <p:attrName>style.visibility</p:attrName>
                                        </p:attrNameLst>
                                      </p:cBhvr>
                                      <p:to>
                                        <p:strVal val="visible"/>
                                      </p:to>
                                    </p:set>
                                    <p:animEffect transition="in" filter="fade">
                                      <p:cBhvr>
                                        <p:cTn id="41" dur="500"/>
                                        <p:tgtEl>
                                          <p:spTgt spid="2">
                                            <p:graphicEl>
                                              <a:dgm id="{BF167E3E-9FA7-4B43-80E0-58ACFD25DBDA}"/>
                                            </p:graphic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
                                            <p:graphicEl>
                                              <a:dgm id="{9AA19A73-17F8-43E0-AB59-3A63A0A5EB6D}"/>
                                            </p:graphicEl>
                                          </p:spTgt>
                                        </p:tgtEl>
                                        <p:attrNameLst>
                                          <p:attrName>style.visibility</p:attrName>
                                        </p:attrNameLst>
                                      </p:cBhvr>
                                      <p:to>
                                        <p:strVal val="visible"/>
                                      </p:to>
                                    </p:set>
                                    <p:animEffect transition="in" filter="fade">
                                      <p:cBhvr>
                                        <p:cTn id="46" dur="500"/>
                                        <p:tgtEl>
                                          <p:spTgt spid="2">
                                            <p:graphicEl>
                                              <a:dgm id="{9AA19A73-17F8-43E0-AB59-3A63A0A5EB6D}"/>
                                            </p:graphic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
                                            <p:graphicEl>
                                              <a:dgm id="{BC408CF3-C549-4118-A209-BC53812EE04C}"/>
                                            </p:graphicEl>
                                          </p:spTgt>
                                        </p:tgtEl>
                                        <p:attrNameLst>
                                          <p:attrName>style.visibility</p:attrName>
                                        </p:attrNameLst>
                                      </p:cBhvr>
                                      <p:to>
                                        <p:strVal val="visible"/>
                                      </p:to>
                                    </p:set>
                                    <p:animEffect transition="in" filter="fade">
                                      <p:cBhvr>
                                        <p:cTn id="49" dur="500"/>
                                        <p:tgtEl>
                                          <p:spTgt spid="2">
                                            <p:graphicEl>
                                              <a:dgm id="{BC408CF3-C549-4118-A209-BC53812EE04C}"/>
                                            </p:graphic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
                                            <p:graphicEl>
                                              <a:dgm id="{09537B30-5936-4B56-880C-3B029784A2C9}"/>
                                            </p:graphicEl>
                                          </p:spTgt>
                                        </p:tgtEl>
                                        <p:attrNameLst>
                                          <p:attrName>style.visibility</p:attrName>
                                        </p:attrNameLst>
                                      </p:cBhvr>
                                      <p:to>
                                        <p:strVal val="visible"/>
                                      </p:to>
                                    </p:set>
                                    <p:animEffect transition="in" filter="fade">
                                      <p:cBhvr>
                                        <p:cTn id="54" dur="500"/>
                                        <p:tgtEl>
                                          <p:spTgt spid="2">
                                            <p:graphicEl>
                                              <a:dgm id="{09537B30-5936-4B56-880C-3B029784A2C9}"/>
                                            </p:graphic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
                                            <p:graphicEl>
                                              <a:dgm id="{FEC8FFC5-59D1-4688-91FB-6ED132DEAC05}"/>
                                            </p:graphicEl>
                                          </p:spTgt>
                                        </p:tgtEl>
                                        <p:attrNameLst>
                                          <p:attrName>style.visibility</p:attrName>
                                        </p:attrNameLst>
                                      </p:cBhvr>
                                      <p:to>
                                        <p:strVal val="visible"/>
                                      </p:to>
                                    </p:set>
                                    <p:animEffect transition="in" filter="fade">
                                      <p:cBhvr>
                                        <p:cTn id="59" dur="500"/>
                                        <p:tgtEl>
                                          <p:spTgt spid="2">
                                            <p:graphicEl>
                                              <a:dgm id="{FEC8FFC5-59D1-4688-91FB-6ED132DEAC05}"/>
                                            </p:graphicEl>
                                          </p:spTgt>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
                                            <p:graphicEl>
                                              <a:dgm id="{2C3D9BDD-8BB8-458F-8556-F4D2EE21E602}"/>
                                            </p:graphicEl>
                                          </p:spTgt>
                                        </p:tgtEl>
                                        <p:attrNameLst>
                                          <p:attrName>style.visibility</p:attrName>
                                        </p:attrNameLst>
                                      </p:cBhvr>
                                      <p:to>
                                        <p:strVal val="visible"/>
                                      </p:to>
                                    </p:set>
                                    <p:animEffect transition="in" filter="fade">
                                      <p:cBhvr>
                                        <p:cTn id="62" dur="500"/>
                                        <p:tgtEl>
                                          <p:spTgt spid="2">
                                            <p:graphicEl>
                                              <a:dgm id="{2C3D9BDD-8BB8-458F-8556-F4D2EE21E602}"/>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
                                            <p:graphicEl>
                                              <a:dgm id="{0DC63149-B1C1-4753-880C-598EE8D3F180}"/>
                                            </p:graphicEl>
                                          </p:spTgt>
                                        </p:tgtEl>
                                        <p:attrNameLst>
                                          <p:attrName>style.visibility</p:attrName>
                                        </p:attrNameLst>
                                      </p:cBhvr>
                                      <p:to>
                                        <p:strVal val="visible"/>
                                      </p:to>
                                    </p:set>
                                    <p:animEffect transition="in" filter="fade">
                                      <p:cBhvr>
                                        <p:cTn id="67" dur="500"/>
                                        <p:tgtEl>
                                          <p:spTgt spid="2">
                                            <p:graphicEl>
                                              <a:dgm id="{0DC63149-B1C1-4753-880C-598EE8D3F180}"/>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88021-EE8A-4866-0DB7-B4FC02D849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113FC9-58A2-AE44-46AD-B79590E08D2D}"/>
              </a:ext>
            </a:extLst>
          </p:cNvPr>
          <p:cNvSpPr>
            <a:spLocks noGrp="1"/>
          </p:cNvSpPr>
          <p:nvPr>
            <p:ph type="title"/>
          </p:nvPr>
        </p:nvSpPr>
        <p:spPr/>
        <p:txBody>
          <a:bodyPr>
            <a:normAutofit fontScale="90000"/>
          </a:bodyPr>
          <a:lstStyle/>
          <a:p>
            <a:r>
              <a:rPr lang="en-US"/>
              <a:t>Reinforcement Learning</a:t>
            </a:r>
          </a:p>
        </p:txBody>
      </p:sp>
      <p:sp>
        <p:nvSpPr>
          <p:cNvPr id="3" name="Text Placeholder 2">
            <a:extLst>
              <a:ext uri="{FF2B5EF4-FFF2-40B4-BE49-F238E27FC236}">
                <a16:creationId xmlns:a16="http://schemas.microsoft.com/office/drawing/2014/main" id="{9588F917-BDC8-FBA4-C003-2E313E75DFB2}"/>
              </a:ext>
            </a:extLst>
          </p:cNvPr>
          <p:cNvSpPr>
            <a:spLocks noGrp="1"/>
          </p:cNvSpPr>
          <p:nvPr>
            <p:ph type="body" idx="1"/>
          </p:nvPr>
        </p:nvSpPr>
        <p:spPr>
          <a:xfrm>
            <a:off x="729450" y="1491375"/>
            <a:ext cx="3842550" cy="2848500"/>
          </a:xfrm>
        </p:spPr>
        <p:txBody>
          <a:bodyPr>
            <a:normAutofit/>
          </a:bodyPr>
          <a:lstStyle/>
          <a:p>
            <a:r>
              <a:rPr lang="en-US"/>
              <a:t>Reward based learning</a:t>
            </a:r>
          </a:p>
          <a:p>
            <a:r>
              <a:rPr lang="en-US"/>
              <a:t>AI Agent interacts with environment</a:t>
            </a:r>
          </a:p>
          <a:p>
            <a:r>
              <a:rPr lang="en-US"/>
              <a:t>+ points for right decisions</a:t>
            </a:r>
          </a:p>
          <a:p>
            <a:r>
              <a:rPr lang="en-US"/>
              <a:t>- points for wrong decisions</a:t>
            </a:r>
          </a:p>
          <a:p>
            <a:r>
              <a:rPr lang="en-US"/>
              <a:t>Trial and error focused</a:t>
            </a:r>
          </a:p>
          <a:p>
            <a:r>
              <a:rPr lang="en-US"/>
              <a:t>Exploration – try out new possibilities</a:t>
            </a:r>
          </a:p>
          <a:p>
            <a:r>
              <a:rPr lang="en-US"/>
              <a:t>Exploitation – reuse successful actions</a:t>
            </a:r>
          </a:p>
          <a:p>
            <a:r>
              <a:rPr lang="en-US"/>
              <a:t>Reinforcement Learning through Human Feedback (RLHF)</a:t>
            </a:r>
          </a:p>
          <a:p>
            <a:r>
              <a:rPr lang="en-US"/>
              <a:t>Cumulative learning for long-term goals.</a:t>
            </a:r>
          </a:p>
        </p:txBody>
      </p:sp>
      <p:pic>
        <p:nvPicPr>
          <p:cNvPr id="4098" name="Picture 2" descr="Reinforcing the Science Behind Reinforcement Learning | by Daksh Trehan ...">
            <a:extLst>
              <a:ext uri="{FF2B5EF4-FFF2-40B4-BE49-F238E27FC236}">
                <a16:creationId xmlns:a16="http://schemas.microsoft.com/office/drawing/2014/main" id="{69349B30-BF70-16F5-852D-D74F4623CD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491375"/>
            <a:ext cx="4397319" cy="2561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641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AB001-63CE-A386-A55D-58C17221E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AD1D4A-7F69-E475-2508-5C2681C361D4}"/>
              </a:ext>
            </a:extLst>
          </p:cNvPr>
          <p:cNvSpPr>
            <a:spLocks noGrp="1"/>
          </p:cNvSpPr>
          <p:nvPr>
            <p:ph type="title"/>
          </p:nvPr>
        </p:nvSpPr>
        <p:spPr/>
        <p:txBody>
          <a:bodyPr>
            <a:normAutofit fontScale="90000"/>
          </a:bodyPr>
          <a:lstStyle/>
          <a:p>
            <a:r>
              <a:rPr lang="en-US"/>
              <a:t>Neural Networks and LLMs</a:t>
            </a:r>
          </a:p>
        </p:txBody>
      </p:sp>
      <p:sp>
        <p:nvSpPr>
          <p:cNvPr id="3" name="Text Placeholder 2">
            <a:extLst>
              <a:ext uri="{FF2B5EF4-FFF2-40B4-BE49-F238E27FC236}">
                <a16:creationId xmlns:a16="http://schemas.microsoft.com/office/drawing/2014/main" id="{0FFDF609-62D1-98A1-A449-8A6E050E98BA}"/>
              </a:ext>
            </a:extLst>
          </p:cNvPr>
          <p:cNvSpPr>
            <a:spLocks noGrp="1"/>
          </p:cNvSpPr>
          <p:nvPr>
            <p:ph type="body" idx="1"/>
          </p:nvPr>
        </p:nvSpPr>
        <p:spPr>
          <a:xfrm>
            <a:off x="729450" y="1491375"/>
            <a:ext cx="3842550" cy="2848500"/>
          </a:xfrm>
        </p:spPr>
        <p:txBody>
          <a:bodyPr>
            <a:normAutofit/>
          </a:bodyPr>
          <a:lstStyle/>
          <a:p>
            <a:r>
              <a:rPr lang="en-US"/>
              <a:t>Artificial Neural Networks (NN) mimic the operation of human brain</a:t>
            </a:r>
          </a:p>
          <a:p>
            <a:r>
              <a:rPr lang="en-US"/>
              <a:t>Semi-supervised learning to use labelled and unlabeled data.</a:t>
            </a:r>
          </a:p>
          <a:p>
            <a:r>
              <a:rPr lang="en-US"/>
              <a:t>Self-refinement and transfer learning from layer to layer.</a:t>
            </a:r>
          </a:p>
          <a:p>
            <a:r>
              <a:rPr lang="en-US"/>
              <a:t>LLMs are NN’s that predict the probability of sequence of words.</a:t>
            </a:r>
          </a:p>
        </p:txBody>
      </p:sp>
      <p:pic>
        <p:nvPicPr>
          <p:cNvPr id="4" name="Picture 3">
            <a:extLst>
              <a:ext uri="{FF2B5EF4-FFF2-40B4-BE49-F238E27FC236}">
                <a16:creationId xmlns:a16="http://schemas.microsoft.com/office/drawing/2014/main" id="{441B0D77-BBFC-5D25-818D-235053C40DCE}"/>
              </a:ext>
            </a:extLst>
          </p:cNvPr>
          <p:cNvPicPr>
            <a:picLocks noChangeAspect="1"/>
          </p:cNvPicPr>
          <p:nvPr/>
        </p:nvPicPr>
        <p:blipFill>
          <a:blip r:embed="rId3"/>
          <a:srcRect l="16847" t="3870" r="18503" b="3450"/>
          <a:stretch/>
        </p:blipFill>
        <p:spPr>
          <a:xfrm>
            <a:off x="4571999" y="1354313"/>
            <a:ext cx="4292781" cy="3427412"/>
          </a:xfrm>
          <a:prstGeom prst="rect">
            <a:avLst/>
          </a:prstGeom>
        </p:spPr>
      </p:pic>
    </p:spTree>
    <p:extLst>
      <p:ext uri="{BB962C8B-B14F-4D97-AF65-F5344CB8AC3E}">
        <p14:creationId xmlns:p14="http://schemas.microsoft.com/office/powerpoint/2010/main" val="314071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18DE5-AAC5-B962-E176-F33B4495F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4B82FE-E9CB-947B-9F66-0313BE62549E}"/>
              </a:ext>
            </a:extLst>
          </p:cNvPr>
          <p:cNvSpPr>
            <a:spLocks noGrp="1"/>
          </p:cNvSpPr>
          <p:nvPr>
            <p:ph type="title"/>
          </p:nvPr>
        </p:nvSpPr>
        <p:spPr/>
        <p:txBody>
          <a:bodyPr>
            <a:normAutofit fontScale="90000"/>
          </a:bodyPr>
          <a:lstStyle/>
          <a:p>
            <a:r>
              <a:rPr lang="en-US"/>
              <a:t>LLMs behind the curtains</a:t>
            </a:r>
          </a:p>
        </p:txBody>
      </p:sp>
      <p:sp>
        <p:nvSpPr>
          <p:cNvPr id="3" name="Text Placeholder 2">
            <a:extLst>
              <a:ext uri="{FF2B5EF4-FFF2-40B4-BE49-F238E27FC236}">
                <a16:creationId xmlns:a16="http://schemas.microsoft.com/office/drawing/2014/main" id="{F96C72C3-182A-39D9-6C34-E74CBEB43BF9}"/>
              </a:ext>
            </a:extLst>
          </p:cNvPr>
          <p:cNvSpPr>
            <a:spLocks noGrp="1"/>
          </p:cNvSpPr>
          <p:nvPr>
            <p:ph type="body" idx="1"/>
          </p:nvPr>
        </p:nvSpPr>
        <p:spPr>
          <a:xfrm>
            <a:off x="729450" y="1491375"/>
            <a:ext cx="7688700" cy="2848500"/>
          </a:xfrm>
        </p:spPr>
        <p:txBody>
          <a:bodyPr>
            <a:normAutofit lnSpcReduction="10000"/>
          </a:bodyPr>
          <a:lstStyle/>
          <a:p>
            <a:pPr>
              <a:lnSpc>
                <a:spcPct val="150000"/>
              </a:lnSpc>
            </a:pPr>
            <a:r>
              <a:rPr lang="en-US"/>
              <a:t>Can you guess the words that come after?</a:t>
            </a:r>
          </a:p>
          <a:p>
            <a:pPr marL="488950" indent="-342900">
              <a:lnSpc>
                <a:spcPct val="150000"/>
              </a:lnSpc>
              <a:buFont typeface="+mj-lt"/>
              <a:buAutoNum type="arabicPeriod"/>
            </a:pPr>
            <a:r>
              <a:rPr lang="en-US"/>
              <a:t>This morning __________</a:t>
            </a:r>
          </a:p>
          <a:p>
            <a:pPr marL="488950" indent="-342900">
              <a:lnSpc>
                <a:spcPct val="150000"/>
              </a:lnSpc>
              <a:buFont typeface="+mj-lt"/>
              <a:buAutoNum type="arabicPeriod"/>
            </a:pPr>
            <a:r>
              <a:rPr lang="en-US"/>
              <a:t>This morning, </a:t>
            </a:r>
            <a:r>
              <a:rPr lang="en-US" b="1"/>
              <a:t>I went</a:t>
            </a:r>
            <a:r>
              <a:rPr lang="en-US"/>
              <a:t> __________</a:t>
            </a:r>
          </a:p>
          <a:p>
            <a:pPr marL="488950" indent="-342900">
              <a:lnSpc>
                <a:spcPct val="150000"/>
              </a:lnSpc>
              <a:buFont typeface="+mj-lt"/>
              <a:buAutoNum type="arabicPeriod"/>
            </a:pPr>
            <a:r>
              <a:rPr lang="en-US"/>
              <a:t>This morning, I went </a:t>
            </a:r>
            <a:r>
              <a:rPr lang="en-US" b="1"/>
              <a:t>to supermarket</a:t>
            </a:r>
            <a:r>
              <a:rPr lang="en-US"/>
              <a:t> __________</a:t>
            </a:r>
          </a:p>
          <a:p>
            <a:pPr marL="488950" indent="-342900">
              <a:lnSpc>
                <a:spcPct val="150000"/>
              </a:lnSpc>
              <a:buFont typeface="+mj-lt"/>
              <a:buAutoNum type="arabicPeriod"/>
            </a:pPr>
            <a:r>
              <a:rPr lang="en-US"/>
              <a:t>This morning, I went to supermarket </a:t>
            </a:r>
            <a:r>
              <a:rPr lang="en-US" b="1"/>
              <a:t>to buy</a:t>
            </a:r>
            <a:r>
              <a:rPr lang="en-US"/>
              <a:t> __________</a:t>
            </a:r>
          </a:p>
          <a:p>
            <a:pPr marL="488950" indent="-342900">
              <a:lnSpc>
                <a:spcPct val="150000"/>
              </a:lnSpc>
              <a:buFont typeface="+mj-lt"/>
              <a:buAutoNum type="arabicPeriod"/>
            </a:pPr>
            <a:r>
              <a:rPr lang="en-US"/>
              <a:t>This morning, I went to supermarket to buy </a:t>
            </a:r>
            <a:r>
              <a:rPr lang="en-US" b="1"/>
              <a:t>grocery for</a:t>
            </a:r>
            <a:r>
              <a:rPr lang="en-US"/>
              <a:t> __________</a:t>
            </a:r>
          </a:p>
          <a:p>
            <a:pPr marL="488950" indent="-342900">
              <a:lnSpc>
                <a:spcPct val="150000"/>
              </a:lnSpc>
              <a:buFont typeface="+mj-lt"/>
              <a:buAutoNum type="arabicPeriod"/>
            </a:pPr>
            <a:r>
              <a:rPr lang="en-US"/>
              <a:t>This morning, I went to supermarket to buy grocery </a:t>
            </a:r>
            <a:r>
              <a:rPr lang="en-US" b="1"/>
              <a:t>for Ramadan</a:t>
            </a:r>
            <a:r>
              <a:rPr lang="en-US"/>
              <a:t>.</a:t>
            </a:r>
          </a:p>
          <a:p>
            <a:pPr>
              <a:lnSpc>
                <a:spcPct val="150000"/>
              </a:lnSpc>
            </a:pPr>
            <a:r>
              <a:rPr lang="en-US"/>
              <a:t>LLMs are trained on billions and billions of sequences of words</a:t>
            </a:r>
          </a:p>
          <a:p>
            <a:pPr>
              <a:lnSpc>
                <a:spcPct val="150000"/>
              </a:lnSpc>
            </a:pPr>
            <a:r>
              <a:rPr lang="en-US"/>
              <a:t>Definition of “Parameters” in LLM</a:t>
            </a:r>
          </a:p>
        </p:txBody>
      </p:sp>
    </p:spTree>
    <p:extLst>
      <p:ext uri="{BB962C8B-B14F-4D97-AF65-F5344CB8AC3E}">
        <p14:creationId xmlns:p14="http://schemas.microsoft.com/office/powerpoint/2010/main" val="2952486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A3298-CF00-4E70-4081-F28A651038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69DDC-DF92-1810-8C20-E18A237E788A}"/>
              </a:ext>
            </a:extLst>
          </p:cNvPr>
          <p:cNvSpPr>
            <a:spLocks noGrp="1"/>
          </p:cNvSpPr>
          <p:nvPr>
            <p:ph type="title"/>
          </p:nvPr>
        </p:nvSpPr>
        <p:spPr/>
        <p:txBody>
          <a:bodyPr>
            <a:normAutofit fontScale="90000"/>
          </a:bodyPr>
          <a:lstStyle/>
          <a:p>
            <a:r>
              <a:rPr lang="en-US"/>
              <a:t>Evolution of LLMs</a:t>
            </a:r>
          </a:p>
        </p:txBody>
      </p:sp>
      <p:sp>
        <p:nvSpPr>
          <p:cNvPr id="3" name="Text Placeholder 2">
            <a:extLst>
              <a:ext uri="{FF2B5EF4-FFF2-40B4-BE49-F238E27FC236}">
                <a16:creationId xmlns:a16="http://schemas.microsoft.com/office/drawing/2014/main" id="{B6C4E74D-CDA1-4E91-AB58-147321C5B058}"/>
              </a:ext>
            </a:extLst>
          </p:cNvPr>
          <p:cNvSpPr>
            <a:spLocks noGrp="1"/>
          </p:cNvSpPr>
          <p:nvPr>
            <p:ph type="body" idx="1"/>
          </p:nvPr>
        </p:nvSpPr>
        <p:spPr>
          <a:xfrm>
            <a:off x="729450" y="1491375"/>
            <a:ext cx="7688700" cy="2848500"/>
          </a:xfrm>
        </p:spPr>
        <p:txBody>
          <a:bodyPr>
            <a:normAutofit/>
          </a:bodyPr>
          <a:lstStyle/>
          <a:p>
            <a:pPr>
              <a:lnSpc>
                <a:spcPct val="150000"/>
              </a:lnSpc>
            </a:pPr>
            <a:r>
              <a:rPr lang="en-US"/>
              <a:t>First LLMs were based on RNNs (Recurrent Neural Networks): e.g., Siri, Google Assistant</a:t>
            </a:r>
          </a:p>
          <a:p>
            <a:pPr>
              <a:lnSpc>
                <a:spcPct val="150000"/>
              </a:lnSpc>
            </a:pPr>
            <a:r>
              <a:rPr lang="en-US"/>
              <a:t>RNNs had short memory</a:t>
            </a:r>
          </a:p>
          <a:p>
            <a:pPr>
              <a:lnSpc>
                <a:spcPct val="150000"/>
              </a:lnSpc>
            </a:pPr>
            <a:r>
              <a:rPr lang="en-US"/>
              <a:t>Long Short-Term Memory (LSTM) architecture fixed this issue</a:t>
            </a:r>
          </a:p>
          <a:p>
            <a:pPr>
              <a:lnSpc>
                <a:spcPct val="150000"/>
              </a:lnSpc>
            </a:pPr>
            <a:r>
              <a:rPr lang="en-US"/>
              <a:t>Still, very slow to train and difficult to parallelize</a:t>
            </a:r>
          </a:p>
          <a:p>
            <a:pPr>
              <a:lnSpc>
                <a:spcPct val="150000"/>
              </a:lnSpc>
            </a:pPr>
            <a:r>
              <a:rPr lang="en-US" u="sng"/>
              <a:t>Transformers</a:t>
            </a:r>
            <a:r>
              <a:rPr lang="en-US"/>
              <a:t> (thanks to Google) introduced self-attention</a:t>
            </a:r>
          </a:p>
          <a:p>
            <a:pPr>
              <a:lnSpc>
                <a:spcPct val="150000"/>
              </a:lnSpc>
            </a:pPr>
            <a:r>
              <a:rPr lang="en-US"/>
              <a:t>They can be parallelized at the expense of memory</a:t>
            </a:r>
          </a:p>
          <a:p>
            <a:pPr>
              <a:lnSpc>
                <a:spcPct val="150000"/>
              </a:lnSpc>
            </a:pPr>
            <a:r>
              <a:rPr lang="en-US"/>
              <a:t>Originally designed for translations</a:t>
            </a:r>
          </a:p>
          <a:p>
            <a:pPr lvl="1">
              <a:lnSpc>
                <a:spcPct val="150000"/>
              </a:lnSpc>
            </a:pPr>
            <a:r>
              <a:rPr lang="en-US" sz="1200"/>
              <a:t>Encoder: convert sequence of words into numbers</a:t>
            </a:r>
          </a:p>
          <a:p>
            <a:pPr lvl="1">
              <a:lnSpc>
                <a:spcPct val="150000"/>
              </a:lnSpc>
            </a:pPr>
            <a:r>
              <a:rPr lang="en-US" sz="1200"/>
              <a:t>Decoder: convert numbers into sequence of words</a:t>
            </a:r>
          </a:p>
          <a:p>
            <a:pPr>
              <a:lnSpc>
                <a:spcPct val="150000"/>
              </a:lnSpc>
            </a:pPr>
            <a:endParaRPr lang="en-US"/>
          </a:p>
        </p:txBody>
      </p:sp>
    </p:spTree>
    <p:extLst>
      <p:ext uri="{BB962C8B-B14F-4D97-AF65-F5344CB8AC3E}">
        <p14:creationId xmlns:p14="http://schemas.microsoft.com/office/powerpoint/2010/main" val="3384823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A1C63-8390-E02B-8E39-13E74F17A0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CB8416-87AC-5F0B-3C72-035DC03C3B6F}"/>
              </a:ext>
            </a:extLst>
          </p:cNvPr>
          <p:cNvSpPr>
            <a:spLocks noGrp="1"/>
          </p:cNvSpPr>
          <p:nvPr>
            <p:ph type="title"/>
          </p:nvPr>
        </p:nvSpPr>
        <p:spPr/>
        <p:txBody>
          <a:bodyPr>
            <a:normAutofit fontScale="90000"/>
          </a:bodyPr>
          <a:lstStyle/>
          <a:p>
            <a:r>
              <a:rPr lang="en-US"/>
              <a:t>Evolution of ChatGPT</a:t>
            </a:r>
          </a:p>
        </p:txBody>
      </p:sp>
      <p:sp>
        <p:nvSpPr>
          <p:cNvPr id="3" name="Text Placeholder 2">
            <a:extLst>
              <a:ext uri="{FF2B5EF4-FFF2-40B4-BE49-F238E27FC236}">
                <a16:creationId xmlns:a16="http://schemas.microsoft.com/office/drawing/2014/main" id="{819BDFA2-8AD9-65B8-C8FC-C6FE9A5836C1}"/>
              </a:ext>
            </a:extLst>
          </p:cNvPr>
          <p:cNvSpPr>
            <a:spLocks noGrp="1"/>
          </p:cNvSpPr>
          <p:nvPr>
            <p:ph type="body" idx="1"/>
          </p:nvPr>
        </p:nvSpPr>
        <p:spPr>
          <a:xfrm>
            <a:off x="729450" y="1491374"/>
            <a:ext cx="7688700" cy="3172065"/>
          </a:xfrm>
        </p:spPr>
        <p:txBody>
          <a:bodyPr>
            <a:normAutofit fontScale="92500" lnSpcReduction="10000"/>
          </a:bodyPr>
          <a:lstStyle/>
          <a:p>
            <a:pPr>
              <a:lnSpc>
                <a:spcPct val="150000"/>
              </a:lnSpc>
            </a:pPr>
            <a:r>
              <a:rPr lang="en-US"/>
              <a:t>Generative Pretrained Transformers</a:t>
            </a:r>
          </a:p>
          <a:p>
            <a:pPr>
              <a:lnSpc>
                <a:spcPct val="150000"/>
              </a:lnSpc>
            </a:pPr>
            <a:r>
              <a:rPr lang="en-US"/>
              <a:t>GPT1 (2018) – 117M params: trained on unlabeled data; fine-tuned on labeled data</a:t>
            </a:r>
          </a:p>
          <a:p>
            <a:pPr>
              <a:lnSpc>
                <a:spcPct val="150000"/>
              </a:lnSpc>
            </a:pPr>
            <a:r>
              <a:rPr lang="en-US"/>
              <a:t>GPT2 (2019) – 1.5B params : zero-shot learning; task-awareness (e.g. question/answer)</a:t>
            </a:r>
          </a:p>
          <a:p>
            <a:pPr>
              <a:lnSpc>
                <a:spcPct val="150000"/>
              </a:lnSpc>
            </a:pPr>
            <a:r>
              <a:rPr lang="en-US"/>
              <a:t>GPT3/3.5 (2020-22) – 175B params: instruction tuning; 16K token window; few shot learning</a:t>
            </a:r>
          </a:p>
          <a:p>
            <a:pPr>
              <a:lnSpc>
                <a:spcPct val="150000"/>
              </a:lnSpc>
            </a:pPr>
            <a:r>
              <a:rPr lang="en-US"/>
              <a:t>GPT 4 (2023) – 1.8T params: complex tasks (mathematics, law, accounting, medicine); 120K token window</a:t>
            </a:r>
          </a:p>
          <a:p>
            <a:pPr>
              <a:lnSpc>
                <a:spcPct val="150000"/>
              </a:lnSpc>
            </a:pPr>
            <a:r>
              <a:rPr lang="en-US"/>
              <a:t>GPT 4o (2024): omni-model (text + multimedia); hitting academic and professional benchmarks</a:t>
            </a:r>
          </a:p>
          <a:p>
            <a:pPr>
              <a:lnSpc>
                <a:spcPct val="150000"/>
              </a:lnSpc>
            </a:pPr>
            <a:r>
              <a:rPr lang="en-US"/>
              <a:t>GPT o1 (2024): deep thinking; superior performance in STEM</a:t>
            </a:r>
          </a:p>
          <a:p>
            <a:pPr>
              <a:lnSpc>
                <a:spcPct val="150000"/>
              </a:lnSpc>
            </a:pPr>
            <a:r>
              <a:rPr lang="en-US"/>
              <a:t>GPT o3: faster advanced reasoning</a:t>
            </a:r>
          </a:p>
          <a:p>
            <a:pPr>
              <a:lnSpc>
                <a:spcPct val="150000"/>
              </a:lnSpc>
            </a:pPr>
            <a:r>
              <a:rPr lang="en-US"/>
              <a:t>GPT 4.1 (2024): faster deep thinking coupled with search</a:t>
            </a:r>
          </a:p>
          <a:p>
            <a:pPr>
              <a:lnSpc>
                <a:spcPct val="150000"/>
              </a:lnSpc>
            </a:pPr>
            <a:r>
              <a:rPr lang="en-US"/>
              <a:t>GPT 4.5 (2025): outperformed all other models in natural language tasks. Quite slow.</a:t>
            </a:r>
          </a:p>
        </p:txBody>
      </p:sp>
    </p:spTree>
    <p:extLst>
      <p:ext uri="{BB962C8B-B14F-4D97-AF65-F5344CB8AC3E}">
        <p14:creationId xmlns:p14="http://schemas.microsoft.com/office/powerpoint/2010/main" val="3638197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0391F-F187-ED88-972A-D05863A30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7354A-4839-6599-3358-89E2BD78AFD3}"/>
              </a:ext>
            </a:extLst>
          </p:cNvPr>
          <p:cNvSpPr>
            <a:spLocks noGrp="1"/>
          </p:cNvSpPr>
          <p:nvPr>
            <p:ph type="title"/>
          </p:nvPr>
        </p:nvSpPr>
        <p:spPr/>
        <p:txBody>
          <a:bodyPr>
            <a:normAutofit fontScale="90000"/>
          </a:bodyPr>
          <a:lstStyle/>
          <a:p>
            <a:r>
              <a:rPr lang="en-US" err="1"/>
              <a:t>Deepseek</a:t>
            </a:r>
            <a:r>
              <a:rPr lang="en-US"/>
              <a:t> – the new bully in town</a:t>
            </a:r>
          </a:p>
        </p:txBody>
      </p:sp>
      <p:sp>
        <p:nvSpPr>
          <p:cNvPr id="3" name="Text Placeholder 2">
            <a:extLst>
              <a:ext uri="{FF2B5EF4-FFF2-40B4-BE49-F238E27FC236}">
                <a16:creationId xmlns:a16="http://schemas.microsoft.com/office/drawing/2014/main" id="{A13315E2-87C5-EDE3-E417-B7DD18FF3FB2}"/>
              </a:ext>
            </a:extLst>
          </p:cNvPr>
          <p:cNvSpPr>
            <a:spLocks noGrp="1"/>
          </p:cNvSpPr>
          <p:nvPr>
            <p:ph type="body" idx="1"/>
          </p:nvPr>
        </p:nvSpPr>
        <p:spPr>
          <a:xfrm>
            <a:off x="729450" y="1491375"/>
            <a:ext cx="7688700" cy="2848500"/>
          </a:xfrm>
        </p:spPr>
        <p:txBody>
          <a:bodyPr>
            <a:normAutofit/>
          </a:bodyPr>
          <a:lstStyle/>
          <a:p>
            <a:pPr>
              <a:lnSpc>
                <a:spcPct val="150000"/>
              </a:lnSpc>
            </a:pPr>
            <a:r>
              <a:rPr lang="en-US" err="1"/>
              <a:t>Deepseek</a:t>
            </a:r>
            <a:r>
              <a:rPr lang="en-US"/>
              <a:t> (2025) is Free and Open-source</a:t>
            </a:r>
          </a:p>
          <a:p>
            <a:pPr>
              <a:lnSpc>
                <a:spcPct val="150000"/>
              </a:lnSpc>
            </a:pPr>
            <a:r>
              <a:rPr lang="en-US"/>
              <a:t>671B parameters</a:t>
            </a:r>
          </a:p>
          <a:p>
            <a:pPr>
              <a:lnSpc>
                <a:spcPct val="150000"/>
              </a:lnSpc>
            </a:pPr>
            <a:r>
              <a:rPr lang="en-US"/>
              <a:t>Trained on 14.8 Trillion tokens</a:t>
            </a:r>
          </a:p>
          <a:p>
            <a:pPr>
              <a:lnSpc>
                <a:spcPct val="150000"/>
              </a:lnSpc>
            </a:pPr>
            <a:r>
              <a:rPr lang="en-US"/>
              <a:t>128K context window</a:t>
            </a:r>
          </a:p>
          <a:p>
            <a:pPr>
              <a:lnSpc>
                <a:spcPct val="150000"/>
              </a:lnSpc>
            </a:pPr>
            <a:r>
              <a:rPr lang="en-US"/>
              <a:t>Mixture of Experts technique</a:t>
            </a:r>
          </a:p>
          <a:p>
            <a:pPr>
              <a:lnSpc>
                <a:spcPct val="150000"/>
              </a:lnSpc>
            </a:pPr>
            <a:r>
              <a:rPr lang="en-US"/>
              <a:t>Cost-effective training (60% savings via bootstrapping other LLMs)</a:t>
            </a:r>
          </a:p>
          <a:p>
            <a:pPr>
              <a:lnSpc>
                <a:spcPct val="150000"/>
              </a:lnSpc>
            </a:pPr>
            <a:r>
              <a:rPr lang="en-US" err="1"/>
              <a:t>Deepseek</a:t>
            </a:r>
            <a:r>
              <a:rPr lang="en-US"/>
              <a:t> R1 advanced reasoning</a:t>
            </a:r>
          </a:p>
          <a:p>
            <a:pPr>
              <a:lnSpc>
                <a:spcPct val="150000"/>
              </a:lnSpc>
            </a:pPr>
            <a:r>
              <a:rPr lang="en-US"/>
              <a:t>A step towards AGI</a:t>
            </a:r>
          </a:p>
        </p:txBody>
      </p:sp>
    </p:spTree>
    <p:extLst>
      <p:ext uri="{BB962C8B-B14F-4D97-AF65-F5344CB8AC3E}">
        <p14:creationId xmlns:p14="http://schemas.microsoft.com/office/powerpoint/2010/main" val="2118583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B684F-9256-B3FE-9512-917E59BAE7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30814-C364-41ED-C8C7-1EB88C9995E9}"/>
              </a:ext>
            </a:extLst>
          </p:cNvPr>
          <p:cNvSpPr>
            <a:spLocks noGrp="1"/>
          </p:cNvSpPr>
          <p:nvPr>
            <p:ph type="title"/>
          </p:nvPr>
        </p:nvSpPr>
        <p:spPr/>
        <p:txBody>
          <a:bodyPr>
            <a:normAutofit fontScale="90000"/>
          </a:bodyPr>
          <a:lstStyle/>
          <a:p>
            <a:r>
              <a:rPr lang="en-US"/>
              <a:t>Philosophical debate with </a:t>
            </a:r>
            <a:r>
              <a:rPr lang="en-US" err="1"/>
              <a:t>Deepseek</a:t>
            </a:r>
            <a:endParaRPr lang="en-US"/>
          </a:p>
        </p:txBody>
      </p:sp>
      <p:sp>
        <p:nvSpPr>
          <p:cNvPr id="3" name="Text Placeholder 2">
            <a:extLst>
              <a:ext uri="{FF2B5EF4-FFF2-40B4-BE49-F238E27FC236}">
                <a16:creationId xmlns:a16="http://schemas.microsoft.com/office/drawing/2014/main" id="{6FF995E1-9DD3-D9A0-271D-8C48AF3A4FE5}"/>
              </a:ext>
            </a:extLst>
          </p:cNvPr>
          <p:cNvSpPr>
            <a:spLocks noGrp="1"/>
          </p:cNvSpPr>
          <p:nvPr>
            <p:ph type="body" idx="1"/>
          </p:nvPr>
        </p:nvSpPr>
        <p:spPr>
          <a:xfrm>
            <a:off x="729450" y="1491375"/>
            <a:ext cx="7688700" cy="2848500"/>
          </a:xfrm>
        </p:spPr>
        <p:txBody>
          <a:bodyPr>
            <a:normAutofit/>
          </a:bodyPr>
          <a:lstStyle/>
          <a:p>
            <a:pPr>
              <a:lnSpc>
                <a:spcPct val="150000"/>
              </a:lnSpc>
            </a:pPr>
            <a:r>
              <a:rPr lang="en-US"/>
              <a:t>DIY: Have a debate with </a:t>
            </a:r>
            <a:r>
              <a:rPr lang="en-US" err="1"/>
              <a:t>Deepseek</a:t>
            </a:r>
            <a:r>
              <a:rPr lang="en-US"/>
              <a:t> on:</a:t>
            </a:r>
          </a:p>
          <a:p>
            <a:pPr marL="146050" indent="0" algn="ctr">
              <a:lnSpc>
                <a:spcPct val="150000"/>
              </a:lnSpc>
              <a:buNone/>
            </a:pPr>
            <a:r>
              <a:rPr lang="en-US">
                <a:highlight>
                  <a:srgbClr val="FFFF00"/>
                </a:highlight>
              </a:rPr>
              <a:t>“Are screwdrivers harmful for us?”.</a:t>
            </a:r>
          </a:p>
          <a:p>
            <a:pPr>
              <a:lnSpc>
                <a:spcPct val="150000"/>
              </a:lnSpc>
            </a:pPr>
            <a:r>
              <a:rPr lang="en-US"/>
              <a:t>Tell </a:t>
            </a:r>
            <a:r>
              <a:rPr lang="en-US" err="1"/>
              <a:t>Deepseek</a:t>
            </a:r>
            <a:r>
              <a:rPr lang="en-US"/>
              <a:t> that you’re having a debate.</a:t>
            </a:r>
          </a:p>
          <a:p>
            <a:pPr>
              <a:lnSpc>
                <a:spcPct val="150000"/>
              </a:lnSpc>
            </a:pPr>
            <a:r>
              <a:rPr lang="en-US"/>
              <a:t>Tell that it needs to present its own arguments as well as counter yours.</a:t>
            </a:r>
          </a:p>
          <a:p>
            <a:pPr>
              <a:lnSpc>
                <a:spcPct val="150000"/>
              </a:lnSpc>
            </a:pPr>
            <a:r>
              <a:rPr lang="en-US"/>
              <a:t>You will do the same. Present your argument against use of screwdrivers.</a:t>
            </a:r>
          </a:p>
          <a:p>
            <a:pPr>
              <a:lnSpc>
                <a:spcPct val="150000"/>
              </a:lnSpc>
            </a:pPr>
            <a:r>
              <a:rPr lang="en-US"/>
              <a:t>The exercise ends when either you or </a:t>
            </a:r>
            <a:r>
              <a:rPr lang="en-US" err="1"/>
              <a:t>Deepseek</a:t>
            </a:r>
            <a:r>
              <a:rPr lang="en-US"/>
              <a:t> admits that the other party is right.</a:t>
            </a:r>
          </a:p>
          <a:p>
            <a:pPr marL="146050" indent="0">
              <a:lnSpc>
                <a:spcPct val="150000"/>
              </a:lnSpc>
              <a:buNone/>
            </a:pPr>
            <a:endParaRPr lang="en-US"/>
          </a:p>
        </p:txBody>
      </p:sp>
    </p:spTree>
    <p:extLst>
      <p:ext uri="{BB962C8B-B14F-4D97-AF65-F5344CB8AC3E}">
        <p14:creationId xmlns:p14="http://schemas.microsoft.com/office/powerpoint/2010/main" val="2781863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2"/>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That’s it!</a:t>
            </a:r>
            <a:endParaRPr/>
          </a:p>
        </p:txBody>
      </p:sp>
      <p:sp>
        <p:nvSpPr>
          <p:cNvPr id="259" name="Google Shape;259;p32"/>
          <p:cNvSpPr txBox="1">
            <a:spLocks noGrp="1"/>
          </p:cNvSpPr>
          <p:nvPr>
            <p:ph type="body" idx="1"/>
          </p:nvPr>
        </p:nvSpPr>
        <p:spPr>
          <a:xfrm>
            <a:off x="729450" y="1491375"/>
            <a:ext cx="7809300" cy="2094600"/>
          </a:xfrm>
          <a:prstGeom prst="rect">
            <a:avLst/>
          </a:prstGeom>
        </p:spPr>
        <p:txBody>
          <a:bodyPr spcFirstLastPara="1" wrap="square" lIns="91425" tIns="91425" rIns="91425" bIns="91425" anchor="t" anchorCtr="0">
            <a:normAutofit/>
          </a:bodyPr>
          <a:lstStyle/>
          <a:p>
            <a:pPr marL="457200" lvl="0" indent="-311150" algn="l">
              <a:spcBef>
                <a:spcPts val="0"/>
              </a:spcBef>
              <a:spcAft>
                <a:spcPts val="0"/>
              </a:spcAft>
              <a:buSzPts val="1300"/>
              <a:buChar char="●"/>
            </a:pPr>
            <a:r>
              <a:rPr lang="en-GB"/>
              <a:t>Try, Learn, Share, Repeat…</a:t>
            </a:r>
          </a:p>
        </p:txBody>
      </p:sp>
      <p:sp>
        <p:nvSpPr>
          <p:cNvPr id="260" name="Google Shape;260;p32"/>
          <p:cNvSpPr txBox="1"/>
          <p:nvPr/>
        </p:nvSpPr>
        <p:spPr>
          <a:xfrm>
            <a:off x="2308400" y="2330825"/>
            <a:ext cx="6454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Lato"/>
              <a:ea typeface="Lato"/>
              <a:cs typeface="Lato"/>
              <a:sym typeface="Lato"/>
            </a:endParaRPr>
          </a:p>
        </p:txBody>
      </p:sp>
      <p:sp>
        <p:nvSpPr>
          <p:cNvPr id="261" name="Google Shape;261;p32"/>
          <p:cNvSpPr txBox="1"/>
          <p:nvPr/>
        </p:nvSpPr>
        <p:spPr>
          <a:xfrm>
            <a:off x="2297200" y="2980775"/>
            <a:ext cx="4975500" cy="978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2400">
                <a:solidFill>
                  <a:schemeClr val="accent1"/>
                </a:solidFill>
                <a:latin typeface="Lato"/>
                <a:ea typeface="Lato"/>
                <a:cs typeface="Lato"/>
                <a:sym typeface="Lato"/>
              </a:rPr>
              <a:t>Questions?</a:t>
            </a:r>
            <a:endParaRPr sz="2400">
              <a:solidFill>
                <a:schemeClr val="accent1"/>
              </a:solidFill>
              <a:latin typeface="Lato"/>
              <a:ea typeface="Lato"/>
              <a:cs typeface="Lato"/>
              <a:sym typeface="Lato"/>
            </a:endParaRPr>
          </a:p>
          <a:p>
            <a:pPr marL="0" lvl="0" indent="0" algn="ctr" rtl="0">
              <a:spcBef>
                <a:spcPts val="1200"/>
              </a:spcBef>
              <a:spcAft>
                <a:spcPts val="0"/>
              </a:spcAft>
              <a:buNone/>
            </a:pPr>
            <a:endParaRPr>
              <a:latin typeface="Lato"/>
              <a:ea typeface="Lato"/>
              <a:cs typeface="Lato"/>
              <a:sym typeface="Lato"/>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757</Words>
  <Application>Microsoft Office PowerPoint</Application>
  <PresentationFormat>On-screen Show (16:9)</PresentationFormat>
  <Paragraphs>106</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Lexend</vt:lpstr>
      <vt:lpstr>Arial</vt:lpstr>
      <vt:lpstr>Raleway</vt:lpstr>
      <vt:lpstr>Lato</vt:lpstr>
      <vt:lpstr>Roboto Mono</vt:lpstr>
      <vt:lpstr>Courier New</vt:lpstr>
      <vt:lpstr>Streamline</vt:lpstr>
      <vt:lpstr>Machine Learning</vt:lpstr>
      <vt:lpstr>Activity</vt:lpstr>
      <vt:lpstr>Contents</vt:lpstr>
      <vt:lpstr>Types!</vt:lpstr>
      <vt:lpstr>PowerPoint Presentation</vt:lpstr>
      <vt:lpstr>Reinforcement Learning</vt:lpstr>
      <vt:lpstr>Neural Networks and LLMs</vt:lpstr>
      <vt:lpstr>LLMs behind the curtains</vt:lpstr>
      <vt:lpstr>Evolution of LLMs</vt:lpstr>
      <vt:lpstr>Evolution of ChatGPT</vt:lpstr>
      <vt:lpstr>Deepseek – the new bully in town</vt:lpstr>
      <vt:lpstr>Philosophical debate with Deepseek</vt:lpstr>
      <vt:lpstr>That’s 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Owais Ahmed</cp:lastModifiedBy>
  <cp:revision>1</cp:revision>
  <dcterms:modified xsi:type="dcterms:W3CDTF">2025-08-02T16:02:15Z</dcterms:modified>
</cp:coreProperties>
</file>