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2" r:id="rId1"/>
  </p:sldMasterIdLst>
  <p:notesMasterIdLst>
    <p:notesMasterId r:id="rId34"/>
  </p:notesMasterIdLst>
  <p:sldIdLst>
    <p:sldId id="256" r:id="rId2"/>
    <p:sldId id="257" r:id="rId3"/>
    <p:sldId id="258" r:id="rId4"/>
    <p:sldId id="284" r:id="rId5"/>
    <p:sldId id="259" r:id="rId6"/>
    <p:sldId id="285" r:id="rId7"/>
    <p:sldId id="260" r:id="rId8"/>
    <p:sldId id="286" r:id="rId9"/>
    <p:sldId id="263" r:id="rId10"/>
    <p:sldId id="287" r:id="rId11"/>
    <p:sldId id="262" r:id="rId12"/>
    <p:sldId id="265" r:id="rId13"/>
    <p:sldId id="291" r:id="rId14"/>
    <p:sldId id="266" r:id="rId15"/>
    <p:sldId id="272" r:id="rId16"/>
    <p:sldId id="288" r:id="rId17"/>
    <p:sldId id="267" r:id="rId18"/>
    <p:sldId id="268" r:id="rId19"/>
    <p:sldId id="269" r:id="rId20"/>
    <p:sldId id="270" r:id="rId21"/>
    <p:sldId id="271" r:id="rId22"/>
    <p:sldId id="289" r:id="rId23"/>
    <p:sldId id="273" r:id="rId24"/>
    <p:sldId id="274" r:id="rId25"/>
    <p:sldId id="275" r:id="rId26"/>
    <p:sldId id="276" r:id="rId27"/>
    <p:sldId id="277" r:id="rId28"/>
    <p:sldId id="278" r:id="rId29"/>
    <p:sldId id="279" r:id="rId30"/>
    <p:sldId id="280" r:id="rId31"/>
    <p:sldId id="282" r:id="rId32"/>
    <p:sldId id="290" r:id="rId33"/>
  </p:sldIdLst>
  <p:sldSz cx="9144000" cy="5143500" type="screen16x9"/>
  <p:notesSz cx="6858000" cy="9144000"/>
  <p:embeddedFontLst>
    <p:embeddedFont>
      <p:font typeface="Lato" panose="020B0604020202020204" charset="0"/>
      <p:regular r:id="rId35"/>
      <p:bold r:id="rId36"/>
      <p:italic r:id="rId37"/>
      <p:boldItalic r:id="rId38"/>
    </p:embeddedFont>
    <p:embeddedFont>
      <p:font typeface="Raleway" panose="020B0604020202020204" charset="0"/>
      <p:regular r:id="rId39"/>
      <p:bold r:id="rId40"/>
      <p:italic r:id="rId41"/>
      <p:boldItalic r:id="rId42"/>
    </p:embeddedFont>
    <p:embeddedFont>
      <p:font typeface="Roboto Mono" panose="020B060402020202020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AB84AA-67D1-48C7-81DA-68BF68287BA7}" v="112" dt="2025-07-12T13:45:24.615"/>
  </p1510:revLst>
</p1510:revInfo>
</file>

<file path=ppt/tableStyles.xml><?xml version="1.0" encoding="utf-8"?>
<a:tblStyleLst xmlns:a="http://schemas.openxmlformats.org/drawingml/2006/main" def="{0CDD1E92-189E-40AD-8222-719FFBB4DE74}">
  <a:tblStyle styleId="{0CDD1E92-189E-40AD-8222-719FFBB4DE7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A15348E1-BB0F-4429-BD3F-61A97CDFE982}"/>
    <pc:docChg chg="undo custSel addSld delSld modSld sldOrd">
      <pc:chgData name="Owais Ahmed" userId="6abc7d4556b3b071" providerId="LiveId" clId="{A15348E1-BB0F-4429-BD3F-61A97CDFE982}" dt="2025-02-21T18:16:05.752" v="4104" actId="20577"/>
      <pc:docMkLst>
        <pc:docMk/>
      </pc:docMkLst>
      <pc:sldChg chg="modSp mod">
        <pc:chgData name="Owais Ahmed" userId="6abc7d4556b3b071" providerId="LiveId" clId="{A15348E1-BB0F-4429-BD3F-61A97CDFE982}" dt="2025-02-21T16:19:41.500" v="2208" actId="20577"/>
        <pc:sldMkLst>
          <pc:docMk/>
          <pc:sldMk cId="0" sldId="257"/>
        </pc:sldMkLst>
      </pc:sldChg>
      <pc:sldChg chg="addSp delSp modSp mod">
        <pc:chgData name="Owais Ahmed" userId="6abc7d4556b3b071" providerId="LiveId" clId="{A15348E1-BB0F-4429-BD3F-61A97CDFE982}" dt="2025-02-21T16:00:07.164" v="1888" actId="113"/>
        <pc:sldMkLst>
          <pc:docMk/>
          <pc:sldMk cId="0" sldId="258"/>
        </pc:sldMkLst>
      </pc:sldChg>
      <pc:sldChg chg="addSp delSp modSp mod">
        <pc:chgData name="Owais Ahmed" userId="6abc7d4556b3b071" providerId="LiveId" clId="{A15348E1-BB0F-4429-BD3F-61A97CDFE982}" dt="2025-02-21T16:19:18.206" v="2201" actId="115"/>
        <pc:sldMkLst>
          <pc:docMk/>
          <pc:sldMk cId="0" sldId="259"/>
        </pc:sldMkLst>
      </pc:sldChg>
      <pc:sldChg chg="addSp delSp modSp mod">
        <pc:chgData name="Owais Ahmed" userId="6abc7d4556b3b071" providerId="LiveId" clId="{A15348E1-BB0F-4429-BD3F-61A97CDFE982}" dt="2025-02-21T18:16:05.752" v="4104" actId="20577"/>
        <pc:sldMkLst>
          <pc:docMk/>
          <pc:sldMk cId="0" sldId="260"/>
        </pc:sldMkLst>
      </pc:sldChg>
      <pc:sldChg chg="del">
        <pc:chgData name="Owais Ahmed" userId="6abc7d4556b3b071" providerId="LiveId" clId="{A15348E1-BB0F-4429-BD3F-61A97CDFE982}" dt="2025-02-21T18:08:33.212" v="3826" actId="47"/>
        <pc:sldMkLst>
          <pc:docMk/>
          <pc:sldMk cId="0" sldId="261"/>
        </pc:sldMkLst>
      </pc:sldChg>
      <pc:sldChg chg="ord">
        <pc:chgData name="Owais Ahmed" userId="6abc7d4556b3b071" providerId="LiveId" clId="{A15348E1-BB0F-4429-BD3F-61A97CDFE982}" dt="2025-02-21T18:08:38.522" v="3828"/>
        <pc:sldMkLst>
          <pc:docMk/>
          <pc:sldMk cId="0" sldId="263"/>
        </pc:sldMkLst>
      </pc:sldChg>
      <pc:sldChg chg="modSp add mod">
        <pc:chgData name="Owais Ahmed" userId="6abc7d4556b3b071" providerId="LiveId" clId="{A15348E1-BB0F-4429-BD3F-61A97CDFE982}" dt="2025-02-21T16:05:21.991" v="1890" actId="1076"/>
        <pc:sldMkLst>
          <pc:docMk/>
          <pc:sldMk cId="2463643130" sldId="284"/>
        </pc:sldMkLst>
      </pc:sldChg>
      <pc:sldChg chg="addSp delSp modSp add mod">
        <pc:chgData name="Owais Ahmed" userId="6abc7d4556b3b071" providerId="LiveId" clId="{A15348E1-BB0F-4429-BD3F-61A97CDFE982}" dt="2025-02-21T16:26:25.646" v="2610" actId="20577"/>
        <pc:sldMkLst>
          <pc:docMk/>
          <pc:sldMk cId="708339039" sldId="285"/>
        </pc:sldMkLst>
      </pc:sldChg>
      <pc:sldChg chg="addSp delSp modSp add mod">
        <pc:chgData name="Owais Ahmed" userId="6abc7d4556b3b071" providerId="LiveId" clId="{A15348E1-BB0F-4429-BD3F-61A97CDFE982}" dt="2025-02-21T18:09:05.925" v="3832" actId="404"/>
        <pc:sldMkLst>
          <pc:docMk/>
          <pc:sldMk cId="4246753386" sldId="286"/>
        </pc:sldMkLst>
      </pc:sldChg>
    </pc:docChg>
  </pc:docChgLst>
  <pc:docChgLst>
    <pc:chgData name="Owais Ahmed" userId="6abc7d4556b3b071" providerId="LiveId" clId="{79AB84AA-67D1-48C7-81DA-68BF68287BA7}"/>
    <pc:docChg chg="undo custSel addSld delSld modSld">
      <pc:chgData name="Owais Ahmed" userId="6abc7d4556b3b071" providerId="LiveId" clId="{79AB84AA-67D1-48C7-81DA-68BF68287BA7}" dt="2025-07-12T13:45:24.615" v="723"/>
      <pc:docMkLst>
        <pc:docMk/>
      </pc:docMkLst>
      <pc:sldChg chg="del">
        <pc:chgData name="Owais Ahmed" userId="6abc7d4556b3b071" providerId="LiveId" clId="{79AB84AA-67D1-48C7-81DA-68BF68287BA7}" dt="2025-07-12T13:42:34.469" v="617" actId="47"/>
        <pc:sldMkLst>
          <pc:docMk/>
          <pc:sldMk cId="0" sldId="264"/>
        </pc:sldMkLst>
      </pc:sldChg>
      <pc:sldChg chg="addSp delSp modSp mod addAnim delAnim modNotesTx">
        <pc:chgData name="Owais Ahmed" userId="6abc7d4556b3b071" providerId="LiveId" clId="{79AB84AA-67D1-48C7-81DA-68BF68287BA7}" dt="2025-07-12T13:45:22.727" v="722" actId="478"/>
        <pc:sldMkLst>
          <pc:docMk/>
          <pc:sldMk cId="0" sldId="265"/>
        </pc:sldMkLst>
        <pc:spChg chg="mod">
          <ac:chgData name="Owais Ahmed" userId="6abc7d4556b3b071" providerId="LiveId" clId="{79AB84AA-67D1-48C7-81DA-68BF68287BA7}" dt="2025-07-12T13:44:40.867" v="710" actId="20577"/>
          <ac:spMkLst>
            <pc:docMk/>
            <pc:sldMk cId="0" sldId="265"/>
            <ac:spMk id="126" creationId="{00000000-0000-0000-0000-000000000000}"/>
          </ac:spMkLst>
        </pc:spChg>
        <pc:spChg chg="mod">
          <ac:chgData name="Owais Ahmed" userId="6abc7d4556b3b071" providerId="LiveId" clId="{79AB84AA-67D1-48C7-81DA-68BF68287BA7}" dt="2025-07-12T13:42:43.544" v="619" actId="20577"/>
          <ac:spMkLst>
            <pc:docMk/>
            <pc:sldMk cId="0" sldId="265"/>
            <ac:spMk id="127" creationId="{00000000-0000-0000-0000-000000000000}"/>
          </ac:spMkLst>
        </pc:spChg>
        <pc:picChg chg="add del mod">
          <ac:chgData name="Owais Ahmed" userId="6abc7d4556b3b071" providerId="LiveId" clId="{79AB84AA-67D1-48C7-81DA-68BF68287BA7}" dt="2025-07-12T13:45:21.486" v="721" actId="22"/>
          <ac:picMkLst>
            <pc:docMk/>
            <pc:sldMk cId="0" sldId="265"/>
            <ac:picMk id="3" creationId="{4D299DE7-FD93-7EAE-C673-FA7B7BCC7079}"/>
          </ac:picMkLst>
        </pc:picChg>
        <pc:picChg chg="add del">
          <ac:chgData name="Owais Ahmed" userId="6abc7d4556b3b071" providerId="LiveId" clId="{79AB84AA-67D1-48C7-81DA-68BF68287BA7}" dt="2025-07-12T13:45:22.727" v="722" actId="478"/>
          <ac:picMkLst>
            <pc:docMk/>
            <pc:sldMk cId="0" sldId="265"/>
            <ac:picMk id="128" creationId="{00000000-0000-0000-0000-000000000000}"/>
          </ac:picMkLst>
        </pc:picChg>
      </pc:sldChg>
      <pc:sldChg chg="addSp delSp modSp mod">
        <pc:chgData name="Owais Ahmed" userId="6abc7d4556b3b071" providerId="LiveId" clId="{79AB84AA-67D1-48C7-81DA-68BF68287BA7}" dt="2025-07-12T12:23:13.357" v="616" actId="114"/>
        <pc:sldMkLst>
          <pc:docMk/>
          <pc:sldMk cId="0" sldId="282"/>
        </pc:sldMkLst>
        <pc:spChg chg="add">
          <ac:chgData name="Owais Ahmed" userId="6abc7d4556b3b071" providerId="LiveId" clId="{79AB84AA-67D1-48C7-81DA-68BF68287BA7}" dt="2025-07-12T12:14:24.221" v="10"/>
          <ac:spMkLst>
            <pc:docMk/>
            <pc:sldMk cId="0" sldId="282"/>
            <ac:spMk id="2" creationId="{E723B5A0-2588-27C6-45C6-4697D4FFF404}"/>
          </ac:spMkLst>
        </pc:spChg>
        <pc:spChg chg="mod">
          <ac:chgData name="Owais Ahmed" userId="6abc7d4556b3b071" providerId="LiveId" clId="{79AB84AA-67D1-48C7-81DA-68BF68287BA7}" dt="2025-07-12T12:13:49.830" v="3" actId="20577"/>
          <ac:spMkLst>
            <pc:docMk/>
            <pc:sldMk cId="0" sldId="282"/>
            <ac:spMk id="258" creationId="{00000000-0000-0000-0000-000000000000}"/>
          </ac:spMkLst>
        </pc:spChg>
        <pc:spChg chg="mod">
          <ac:chgData name="Owais Ahmed" userId="6abc7d4556b3b071" providerId="LiveId" clId="{79AB84AA-67D1-48C7-81DA-68BF68287BA7}" dt="2025-07-12T12:23:13.357" v="616" actId="114"/>
          <ac:spMkLst>
            <pc:docMk/>
            <pc:sldMk cId="0" sldId="282"/>
            <ac:spMk id="259" creationId="{00000000-0000-0000-0000-000000000000}"/>
          </ac:spMkLst>
        </pc:spChg>
        <pc:spChg chg="del">
          <ac:chgData name="Owais Ahmed" userId="6abc7d4556b3b071" providerId="LiveId" clId="{79AB84AA-67D1-48C7-81DA-68BF68287BA7}" dt="2025-07-12T12:14:07.558" v="6" actId="478"/>
          <ac:spMkLst>
            <pc:docMk/>
            <pc:sldMk cId="0" sldId="282"/>
            <ac:spMk id="260" creationId="{00000000-0000-0000-0000-000000000000}"/>
          </ac:spMkLst>
        </pc:spChg>
        <pc:spChg chg="del">
          <ac:chgData name="Owais Ahmed" userId="6abc7d4556b3b071" providerId="LiveId" clId="{79AB84AA-67D1-48C7-81DA-68BF68287BA7}" dt="2025-07-12T12:14:05.095" v="5" actId="478"/>
          <ac:spMkLst>
            <pc:docMk/>
            <pc:sldMk cId="0" sldId="282"/>
            <ac:spMk id="261" creationId="{00000000-0000-0000-0000-000000000000}"/>
          </ac:spMkLst>
        </pc:spChg>
      </pc:sldChg>
      <pc:sldChg chg="add">
        <pc:chgData name="Owais Ahmed" userId="6abc7d4556b3b071" providerId="LiveId" clId="{79AB84AA-67D1-48C7-81DA-68BF68287BA7}" dt="2025-07-12T12:13:46.679" v="0" actId="2890"/>
        <pc:sldMkLst>
          <pc:docMk/>
          <pc:sldMk cId="1570779873" sldId="290"/>
        </pc:sldMkLst>
      </pc:sldChg>
      <pc:sldChg chg="addSp delSp modSp add mod delAnim">
        <pc:chgData name="Owais Ahmed" userId="6abc7d4556b3b071" providerId="LiveId" clId="{79AB84AA-67D1-48C7-81DA-68BF68287BA7}" dt="2025-07-12T13:45:24.615" v="723"/>
        <pc:sldMkLst>
          <pc:docMk/>
          <pc:sldMk cId="3925116059" sldId="291"/>
        </pc:sldMkLst>
        <pc:picChg chg="add del">
          <ac:chgData name="Owais Ahmed" userId="6abc7d4556b3b071" providerId="LiveId" clId="{79AB84AA-67D1-48C7-81DA-68BF68287BA7}" dt="2025-07-12T13:44:48.044" v="714" actId="22"/>
          <ac:picMkLst>
            <pc:docMk/>
            <pc:sldMk cId="3925116059" sldId="291"/>
            <ac:picMk id="3" creationId="{8BBAA525-D11A-614A-9970-42571570F043}"/>
          </ac:picMkLst>
        </pc:picChg>
        <pc:picChg chg="add mod">
          <ac:chgData name="Owais Ahmed" userId="6abc7d4556b3b071" providerId="LiveId" clId="{79AB84AA-67D1-48C7-81DA-68BF68287BA7}" dt="2025-07-12T13:45:24.615" v="723"/>
          <ac:picMkLst>
            <pc:docMk/>
            <pc:sldMk cId="3925116059" sldId="291"/>
            <ac:picMk id="4" creationId="{E0700F44-B123-7719-F574-7D1BF4DD9E14}"/>
          </ac:picMkLst>
        </pc:picChg>
        <pc:picChg chg="del">
          <ac:chgData name="Owais Ahmed" userId="6abc7d4556b3b071" providerId="LiveId" clId="{79AB84AA-67D1-48C7-81DA-68BF68287BA7}" dt="2025-07-12T13:44:46.371" v="712" actId="478"/>
          <ac:picMkLst>
            <pc:docMk/>
            <pc:sldMk cId="3925116059" sldId="291"/>
            <ac:picMk id="128" creationId="{D00E2D61-5BE9-E794-482C-F0922B417224}"/>
          </ac:picMkLst>
        </pc:picChg>
      </pc:sldChg>
    </pc:docChg>
  </pc:docChgLst>
  <pc:docChgLst>
    <pc:chgData name="Owais Ahmed" userId="6abc7d4556b3b071" providerId="LiveId" clId="{2D45C335-42DD-423B-B005-F13ADA2BF6E5}"/>
    <pc:docChg chg="modSld">
      <pc:chgData name="Owais Ahmed" userId="6abc7d4556b3b071" providerId="LiveId" clId="{2D45C335-42DD-423B-B005-F13ADA2BF6E5}" dt="2025-02-21T15:25:20.005" v="22" actId="20577"/>
      <pc:docMkLst>
        <pc:docMk/>
      </pc:docMkLst>
      <pc:sldChg chg="modSp mod">
        <pc:chgData name="Owais Ahmed" userId="6abc7d4556b3b071" providerId="LiveId" clId="{2D45C335-42DD-423B-B005-F13ADA2BF6E5}" dt="2025-02-21T15:25:20.005" v="22" actId="20577"/>
        <pc:sldMkLst>
          <pc:docMk/>
          <pc:sldMk cId="0" sldId="256"/>
        </pc:sldMkLst>
      </pc:sldChg>
    </pc:docChg>
  </pc:docChgLst>
  <pc:docChgLst>
    <pc:chgData name="Owais Ahmed" userId="6abc7d4556b3b071" providerId="LiveId" clId="{9210170D-D091-4561-883F-9EDC8ED442AF}"/>
    <pc:docChg chg="undo custSel addSld delSld modSld sldOrd">
      <pc:chgData name="Owais Ahmed" userId="6abc7d4556b3b071" providerId="LiveId" clId="{9210170D-D091-4561-883F-9EDC8ED442AF}" dt="2025-03-01T11:23:57.760" v="1593" actId="113"/>
      <pc:docMkLst>
        <pc:docMk/>
      </pc:docMkLst>
      <pc:sldChg chg="modSp mod modAnim">
        <pc:chgData name="Owais Ahmed" userId="6abc7d4556b3b071" providerId="LiveId" clId="{9210170D-D091-4561-883F-9EDC8ED442AF}" dt="2025-03-01T11:18:11.335" v="1534" actId="20577"/>
        <pc:sldMkLst>
          <pc:docMk/>
          <pc:sldMk cId="0" sldId="257"/>
        </pc:sldMkLst>
      </pc:sldChg>
      <pc:sldChg chg="modAnim">
        <pc:chgData name="Owais Ahmed" userId="6abc7d4556b3b071" providerId="LiveId" clId="{9210170D-D091-4561-883F-9EDC8ED442AF}" dt="2025-03-01T11:18:19.376" v="1536"/>
        <pc:sldMkLst>
          <pc:docMk/>
          <pc:sldMk cId="0" sldId="258"/>
        </pc:sldMkLst>
      </pc:sldChg>
      <pc:sldChg chg="modAnim">
        <pc:chgData name="Owais Ahmed" userId="6abc7d4556b3b071" providerId="LiveId" clId="{9210170D-D091-4561-883F-9EDC8ED442AF}" dt="2025-03-01T11:18:58.315" v="1546"/>
        <pc:sldMkLst>
          <pc:docMk/>
          <pc:sldMk cId="0" sldId="259"/>
        </pc:sldMkLst>
      </pc:sldChg>
      <pc:sldChg chg="modAnim">
        <pc:chgData name="Owais Ahmed" userId="6abc7d4556b3b071" providerId="LiveId" clId="{9210170D-D091-4561-883F-9EDC8ED442AF}" dt="2025-03-01T11:19:22.881" v="1554"/>
        <pc:sldMkLst>
          <pc:docMk/>
          <pc:sldMk cId="0" sldId="260"/>
        </pc:sldMkLst>
      </pc:sldChg>
      <pc:sldChg chg="addSp delSp modSp mod modAnim">
        <pc:chgData name="Owais Ahmed" userId="6abc7d4556b3b071" providerId="LiveId" clId="{9210170D-D091-4561-883F-9EDC8ED442AF}" dt="2025-03-01T11:22:29.552" v="1572"/>
        <pc:sldMkLst>
          <pc:docMk/>
          <pc:sldMk cId="0" sldId="262"/>
        </pc:sldMkLst>
      </pc:sldChg>
      <pc:sldChg chg="modSp mod">
        <pc:chgData name="Owais Ahmed" userId="6abc7d4556b3b071" providerId="LiveId" clId="{9210170D-D091-4561-883F-9EDC8ED442AF}" dt="2025-03-01T11:19:48.281" v="1559" actId="14100"/>
        <pc:sldMkLst>
          <pc:docMk/>
          <pc:sldMk cId="0" sldId="263"/>
        </pc:sldMkLst>
      </pc:sldChg>
      <pc:sldChg chg="modAnim">
        <pc:chgData name="Owais Ahmed" userId="6abc7d4556b3b071" providerId="LiveId" clId="{9210170D-D091-4561-883F-9EDC8ED442AF}" dt="2025-03-01T11:22:46.961" v="1575"/>
        <pc:sldMkLst>
          <pc:docMk/>
          <pc:sldMk cId="0" sldId="264"/>
        </pc:sldMkLst>
      </pc:sldChg>
      <pc:sldChg chg="modSp mod modAnim">
        <pc:chgData name="Owais Ahmed" userId="6abc7d4556b3b071" providerId="LiveId" clId="{9210170D-D091-4561-883F-9EDC8ED442AF}" dt="2025-03-01T11:23:02.169" v="1579"/>
        <pc:sldMkLst>
          <pc:docMk/>
          <pc:sldMk cId="0" sldId="265"/>
        </pc:sldMkLst>
      </pc:sldChg>
      <pc:sldChg chg="modSp mod modAnim">
        <pc:chgData name="Owais Ahmed" userId="6abc7d4556b3b071" providerId="LiveId" clId="{9210170D-D091-4561-883F-9EDC8ED442AF}" dt="2025-03-01T11:23:32.224" v="1589"/>
        <pc:sldMkLst>
          <pc:docMk/>
          <pc:sldMk cId="0" sldId="266"/>
        </pc:sldMkLst>
      </pc:sldChg>
      <pc:sldChg chg="modSp mod">
        <pc:chgData name="Owais Ahmed" userId="6abc7d4556b3b071" providerId="LiveId" clId="{9210170D-D091-4561-883F-9EDC8ED442AF}" dt="2025-03-01T11:23:57.760" v="1593" actId="113"/>
        <pc:sldMkLst>
          <pc:docMk/>
          <pc:sldMk cId="0" sldId="267"/>
        </pc:sldMkLst>
      </pc:sldChg>
      <pc:sldChg chg="addSp delSp modSp mod ord modAnim modNotes">
        <pc:chgData name="Owais Ahmed" userId="6abc7d4556b3b071" providerId="LiveId" clId="{9210170D-D091-4561-883F-9EDC8ED442AF}" dt="2025-03-01T11:17:40.338" v="1530"/>
        <pc:sldMkLst>
          <pc:docMk/>
          <pc:sldMk cId="0" sldId="272"/>
        </pc:sldMkLst>
      </pc:sldChg>
      <pc:sldChg chg="del">
        <pc:chgData name="Owais Ahmed" userId="6abc7d4556b3b071" providerId="LiveId" clId="{9210170D-D091-4561-883F-9EDC8ED442AF}" dt="2025-02-22T12:02:50.157" v="87" actId="47"/>
        <pc:sldMkLst>
          <pc:docMk/>
          <pc:sldMk cId="0" sldId="281"/>
        </pc:sldMkLst>
      </pc:sldChg>
      <pc:sldChg chg="modSp mod">
        <pc:chgData name="Owais Ahmed" userId="6abc7d4556b3b071" providerId="LiveId" clId="{9210170D-D091-4561-883F-9EDC8ED442AF}" dt="2025-02-22T12:20:02.724" v="271" actId="20577"/>
        <pc:sldMkLst>
          <pc:docMk/>
          <pc:sldMk cId="0" sldId="282"/>
        </pc:sldMkLst>
      </pc:sldChg>
      <pc:sldChg chg="del">
        <pc:chgData name="Owais Ahmed" userId="6abc7d4556b3b071" providerId="LiveId" clId="{9210170D-D091-4561-883F-9EDC8ED442AF}" dt="2025-02-22T12:01:59.448" v="36" actId="47"/>
        <pc:sldMkLst>
          <pc:docMk/>
          <pc:sldMk cId="0" sldId="283"/>
        </pc:sldMkLst>
      </pc:sldChg>
      <pc:sldChg chg="modSp mod modAnim">
        <pc:chgData name="Owais Ahmed" userId="6abc7d4556b3b071" providerId="LiveId" clId="{9210170D-D091-4561-883F-9EDC8ED442AF}" dt="2025-03-01T11:18:32.034" v="1540"/>
        <pc:sldMkLst>
          <pc:docMk/>
          <pc:sldMk cId="2463643130" sldId="284"/>
        </pc:sldMkLst>
      </pc:sldChg>
      <pc:sldChg chg="modSp mod modAnim">
        <pc:chgData name="Owais Ahmed" userId="6abc7d4556b3b071" providerId="LiveId" clId="{9210170D-D091-4561-883F-9EDC8ED442AF}" dt="2025-03-01T11:19:13.647" v="1551"/>
        <pc:sldMkLst>
          <pc:docMk/>
          <pc:sldMk cId="708339039" sldId="285"/>
        </pc:sldMkLst>
      </pc:sldChg>
      <pc:sldChg chg="modSp mod modAnim">
        <pc:chgData name="Owais Ahmed" userId="6abc7d4556b3b071" providerId="LiveId" clId="{9210170D-D091-4561-883F-9EDC8ED442AF}" dt="2025-03-01T11:19:38.744" v="1558"/>
        <pc:sldMkLst>
          <pc:docMk/>
          <pc:sldMk cId="4246753386" sldId="286"/>
        </pc:sldMkLst>
      </pc:sldChg>
      <pc:sldChg chg="addSp delSp modSp add mod modAnim">
        <pc:chgData name="Owais Ahmed" userId="6abc7d4556b3b071" providerId="LiveId" clId="{9210170D-D091-4561-883F-9EDC8ED442AF}" dt="2025-03-01T11:22:12.355" v="1568"/>
        <pc:sldMkLst>
          <pc:docMk/>
          <pc:sldMk cId="1013159027" sldId="287"/>
        </pc:sldMkLst>
      </pc:sldChg>
      <pc:sldChg chg="modSp new mod">
        <pc:chgData name="Owais Ahmed" userId="6abc7d4556b3b071" providerId="LiveId" clId="{9210170D-D091-4561-883F-9EDC8ED442AF}" dt="2025-03-01T10:49:55.932" v="1330" actId="20577"/>
        <pc:sldMkLst>
          <pc:docMk/>
          <pc:sldMk cId="649911910" sldId="288"/>
        </pc:sldMkLst>
      </pc:sldChg>
      <pc:sldChg chg="modSp add mod">
        <pc:chgData name="Owais Ahmed" userId="6abc7d4556b3b071" providerId="LiveId" clId="{9210170D-D091-4561-883F-9EDC8ED442AF}" dt="2025-03-01T10:52:34.398" v="1348" actId="20577"/>
        <pc:sldMkLst>
          <pc:docMk/>
          <pc:sldMk cId="194825233" sldId="289"/>
        </pc:sldMkLst>
      </pc:sldChg>
    </pc:docChg>
  </pc:docChgLst>
  <pc:docChgLst>
    <pc:chgData name="Owais Ahmed" userId="6abc7d4556b3b071" providerId="LiveId" clId="{022619E0-2CDA-9249-B8E9-3972D598A3EA}"/>
    <pc:docChg chg="modSld">
      <pc:chgData name="Owais Ahmed" userId="6abc7d4556b3b071" providerId="LiveId" clId="{022619E0-2CDA-9249-B8E9-3972D598A3EA}" dt="2025-03-09T09:19:02.514" v="183"/>
      <pc:docMkLst>
        <pc:docMk/>
      </pc:docMkLst>
      <pc:sldChg chg="modAnim">
        <pc:chgData name="Owais Ahmed" userId="6abc7d4556b3b071" providerId="LiveId" clId="{022619E0-2CDA-9249-B8E9-3972D598A3EA}" dt="2025-03-09T09:13:38.646" v="4"/>
        <pc:sldMkLst>
          <pc:docMk/>
          <pc:sldMk cId="0" sldId="267"/>
        </pc:sldMkLst>
      </pc:sldChg>
      <pc:sldChg chg="modAnim">
        <pc:chgData name="Owais Ahmed" userId="6abc7d4556b3b071" providerId="LiveId" clId="{022619E0-2CDA-9249-B8E9-3972D598A3EA}" dt="2025-03-09T09:14:00.041" v="9"/>
        <pc:sldMkLst>
          <pc:docMk/>
          <pc:sldMk cId="0" sldId="268"/>
        </pc:sldMkLst>
      </pc:sldChg>
      <pc:sldChg chg="modAnim">
        <pc:chgData name="Owais Ahmed" userId="6abc7d4556b3b071" providerId="LiveId" clId="{022619E0-2CDA-9249-B8E9-3972D598A3EA}" dt="2025-03-09T09:14:11.784" v="11"/>
        <pc:sldMkLst>
          <pc:docMk/>
          <pc:sldMk cId="0" sldId="269"/>
        </pc:sldMkLst>
      </pc:sldChg>
      <pc:sldChg chg="modSp modAnim modNotes">
        <pc:chgData name="Owais Ahmed" userId="6abc7d4556b3b071" providerId="LiveId" clId="{022619E0-2CDA-9249-B8E9-3972D598A3EA}" dt="2025-03-09T09:16:13.827" v="122" actId="20577"/>
        <pc:sldMkLst>
          <pc:docMk/>
          <pc:sldMk cId="0" sldId="270"/>
        </pc:sldMkLst>
      </pc:sldChg>
      <pc:sldChg chg="modAnim">
        <pc:chgData name="Owais Ahmed" userId="6abc7d4556b3b071" providerId="LiveId" clId="{022619E0-2CDA-9249-B8E9-3972D598A3EA}" dt="2025-03-09T09:16:28.356" v="124"/>
        <pc:sldMkLst>
          <pc:docMk/>
          <pc:sldMk cId="0" sldId="271"/>
        </pc:sldMkLst>
      </pc:sldChg>
      <pc:sldChg chg="modAnim">
        <pc:chgData name="Owais Ahmed" userId="6abc7d4556b3b071" providerId="LiveId" clId="{022619E0-2CDA-9249-B8E9-3972D598A3EA}" dt="2025-03-09T09:17:04.773" v="130"/>
        <pc:sldMkLst>
          <pc:docMk/>
          <pc:sldMk cId="0" sldId="273"/>
        </pc:sldMkLst>
      </pc:sldChg>
      <pc:sldChg chg="modSp mod modAnim">
        <pc:chgData name="Owais Ahmed" userId="6abc7d4556b3b071" providerId="LiveId" clId="{022619E0-2CDA-9249-B8E9-3972D598A3EA}" dt="2025-03-09T09:18:34.440" v="180" actId="20577"/>
        <pc:sldMkLst>
          <pc:docMk/>
          <pc:sldMk cId="0" sldId="274"/>
        </pc:sldMkLst>
      </pc:sldChg>
      <pc:sldChg chg="modAnim">
        <pc:chgData name="Owais Ahmed" userId="6abc7d4556b3b071" providerId="LiveId" clId="{022619E0-2CDA-9249-B8E9-3972D598A3EA}" dt="2025-03-09T09:19:02.514" v="183"/>
        <pc:sldMkLst>
          <pc:docMk/>
          <pc:sldMk cId="0" sldId="275"/>
        </pc:sldMkLst>
      </pc:sldChg>
      <pc:sldChg chg="modAnim">
        <pc:chgData name="Owais Ahmed" userId="6abc7d4556b3b071" providerId="LiveId" clId="{022619E0-2CDA-9249-B8E9-3972D598A3EA}" dt="2025-03-09T09:16:44.505" v="126"/>
        <pc:sldMkLst>
          <pc:docMk/>
          <pc:sldMk cId="19482523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fc6a44857d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fc6a44857d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fc6a44857d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fc6a44857d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a:extLst>
            <a:ext uri="{FF2B5EF4-FFF2-40B4-BE49-F238E27FC236}">
              <a16:creationId xmlns:a16="http://schemas.microsoft.com/office/drawing/2014/main" id="{6D83C6A0-53B7-4284-22D4-D7EE5F0598C0}"/>
            </a:ext>
          </a:extLst>
        </p:cNvPr>
        <p:cNvGrpSpPr/>
        <p:nvPr/>
      </p:nvGrpSpPr>
      <p:grpSpPr>
        <a:xfrm>
          <a:off x="0" y="0"/>
          <a:ext cx="0" cy="0"/>
          <a:chOff x="0" y="0"/>
          <a:chExt cx="0" cy="0"/>
        </a:xfrm>
      </p:grpSpPr>
      <p:sp>
        <p:nvSpPr>
          <p:cNvPr id="73" name="Google Shape;73;gfc6a44857d_0_60:notes">
            <a:extLst>
              <a:ext uri="{FF2B5EF4-FFF2-40B4-BE49-F238E27FC236}">
                <a16:creationId xmlns:a16="http://schemas.microsoft.com/office/drawing/2014/main" id="{580D5740-DDA6-0184-4E9A-B6D96061FC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fc6a44857d_0_60:notes">
            <a:extLst>
              <a:ext uri="{FF2B5EF4-FFF2-40B4-BE49-F238E27FC236}">
                <a16:creationId xmlns:a16="http://schemas.microsoft.com/office/drawing/2014/main" id="{6B4976AF-5606-8B43-239C-3FCBA1CAFD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3432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fc6a44857d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fc6a44857d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a:extLst>
            <a:ext uri="{FF2B5EF4-FFF2-40B4-BE49-F238E27FC236}">
              <a16:creationId xmlns:a16="http://schemas.microsoft.com/office/drawing/2014/main" id="{867DC93E-7741-041B-C816-1B69C23B3A7B}"/>
            </a:ext>
          </a:extLst>
        </p:cNvPr>
        <p:cNvGrpSpPr/>
        <p:nvPr/>
      </p:nvGrpSpPr>
      <p:grpSpPr>
        <a:xfrm>
          <a:off x="0" y="0"/>
          <a:ext cx="0" cy="0"/>
          <a:chOff x="0" y="0"/>
          <a:chExt cx="0" cy="0"/>
        </a:xfrm>
      </p:grpSpPr>
      <p:sp>
        <p:nvSpPr>
          <p:cNvPr id="80" name="Google Shape;80;gfc6a44857d_0_65:notes">
            <a:extLst>
              <a:ext uri="{FF2B5EF4-FFF2-40B4-BE49-F238E27FC236}">
                <a16:creationId xmlns:a16="http://schemas.microsoft.com/office/drawing/2014/main" id="{65558428-2022-7EB7-3DAA-8ED6A184AD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fc6a44857d_0_65:notes">
            <a:extLst>
              <a:ext uri="{FF2B5EF4-FFF2-40B4-BE49-F238E27FC236}">
                <a16:creationId xmlns:a16="http://schemas.microsoft.com/office/drawing/2014/main" id="{5E25F638-327E-261C-174F-33F113CE08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54041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fc6a44857d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fc6a44857d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DDAF3AF9-82B8-7A6D-4862-899CA0DC240F}"/>
            </a:ext>
          </a:extLst>
        </p:cNvPr>
        <p:cNvGrpSpPr/>
        <p:nvPr/>
      </p:nvGrpSpPr>
      <p:grpSpPr>
        <a:xfrm>
          <a:off x="0" y="0"/>
          <a:ext cx="0" cy="0"/>
          <a:chOff x="0" y="0"/>
          <a:chExt cx="0" cy="0"/>
        </a:xfrm>
      </p:grpSpPr>
      <p:sp>
        <p:nvSpPr>
          <p:cNvPr id="88" name="Google Shape;88;gfc6a44857d_0_70:notes">
            <a:extLst>
              <a:ext uri="{FF2B5EF4-FFF2-40B4-BE49-F238E27FC236}">
                <a16:creationId xmlns:a16="http://schemas.microsoft.com/office/drawing/2014/main" id="{883BF744-F927-8D6D-BFC1-DDEFE8E7A0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fc6a44857d_0_70:notes">
            <a:extLst>
              <a:ext uri="{FF2B5EF4-FFF2-40B4-BE49-F238E27FC236}">
                <a16:creationId xmlns:a16="http://schemas.microsoft.com/office/drawing/2014/main" id="{D815223F-AAB5-19D4-E599-03BF7339A7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3568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fc6a44857d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fc6a44857d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68AB8B59-B436-D80B-8242-C6DBA8439617}"/>
            </a:ext>
          </a:extLst>
        </p:cNvPr>
        <p:cNvGrpSpPr/>
        <p:nvPr/>
      </p:nvGrpSpPr>
      <p:grpSpPr>
        <a:xfrm>
          <a:off x="0" y="0"/>
          <a:ext cx="0" cy="0"/>
          <a:chOff x="0" y="0"/>
          <a:chExt cx="0" cy="0"/>
        </a:xfrm>
      </p:grpSpPr>
      <p:sp>
        <p:nvSpPr>
          <p:cNvPr id="109" name="Google Shape;109;gfc6a44857d_0_85:notes">
            <a:extLst>
              <a:ext uri="{FF2B5EF4-FFF2-40B4-BE49-F238E27FC236}">
                <a16:creationId xmlns:a16="http://schemas.microsoft.com/office/drawing/2014/main" id="{7552E90E-61A2-E0E5-AD46-62BCBD6054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fc6a44857d_0_85:notes">
            <a:extLst>
              <a:ext uri="{FF2B5EF4-FFF2-40B4-BE49-F238E27FC236}">
                <a16:creationId xmlns:a16="http://schemas.microsoft.com/office/drawing/2014/main" id="{15955EF6-7787-40EA-3544-7BD79D8EB0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2034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fc6a44857d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fc6a44857d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fc6a44857d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fc6a44857d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Tip! There is a BUG in this code. If you’re copying it as-is, you will run into it.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A3616774-12F1-4A3E-0C9F-18C368BD1899}"/>
            </a:ext>
          </a:extLst>
        </p:cNvPr>
        <p:cNvGrpSpPr/>
        <p:nvPr/>
      </p:nvGrpSpPr>
      <p:grpSpPr>
        <a:xfrm>
          <a:off x="0" y="0"/>
          <a:ext cx="0" cy="0"/>
          <a:chOff x="0" y="0"/>
          <a:chExt cx="0" cy="0"/>
        </a:xfrm>
      </p:grpSpPr>
      <p:sp>
        <p:nvSpPr>
          <p:cNvPr id="123" name="Google Shape;123;gfc6a44857d_0_134:notes">
            <a:extLst>
              <a:ext uri="{FF2B5EF4-FFF2-40B4-BE49-F238E27FC236}">
                <a16:creationId xmlns:a16="http://schemas.microsoft.com/office/drawing/2014/main" id="{60125B22-1645-FAA9-526F-330966FBD5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fc6a44857d_0_134:notes">
            <a:extLst>
              <a:ext uri="{FF2B5EF4-FFF2-40B4-BE49-F238E27FC236}">
                <a16:creationId xmlns:a16="http://schemas.microsoft.com/office/drawing/2014/main" id="{A4AFCB32-5CCC-584F-9B02-FF073EC0BD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Tip! There is a BUG in this code. If you’re copying it as-is, you will run into it.</a:t>
            </a:r>
            <a:endParaRPr/>
          </a:p>
        </p:txBody>
      </p:sp>
    </p:spTree>
    <p:extLst>
      <p:ext uri="{BB962C8B-B14F-4D97-AF65-F5344CB8AC3E}">
        <p14:creationId xmlns:p14="http://schemas.microsoft.com/office/powerpoint/2010/main" val="12598410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fc6a44857d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fc6a44857d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fc6a44857d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fc6a44857d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fc6a44857d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fc6a44857d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fc6a44857d_0_1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fc6a44857d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fc6a44857d_0_1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fc6a44857d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fc6a44857d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fc6a44857d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fc6a44857d_0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fc6a44857d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C18D21C2-04E3-0FD4-7DD1-187F9B7F2D04}"/>
            </a:ext>
          </a:extLst>
        </p:cNvPr>
        <p:cNvGrpSpPr/>
        <p:nvPr/>
      </p:nvGrpSpPr>
      <p:grpSpPr>
        <a:xfrm>
          <a:off x="0" y="0"/>
          <a:ext cx="0" cy="0"/>
          <a:chOff x="0" y="0"/>
          <a:chExt cx="0" cy="0"/>
        </a:xfrm>
      </p:grpSpPr>
      <p:sp>
        <p:nvSpPr>
          <p:cNvPr id="172" name="Google Shape;172;gfc6a44857d_0_110:notes">
            <a:extLst>
              <a:ext uri="{FF2B5EF4-FFF2-40B4-BE49-F238E27FC236}">
                <a16:creationId xmlns:a16="http://schemas.microsoft.com/office/drawing/2014/main" id="{6DCEDE11-1C12-2384-89D5-07B2F4B9AC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fc6a44857d_0_110:notes">
            <a:extLst>
              <a:ext uri="{FF2B5EF4-FFF2-40B4-BE49-F238E27FC236}">
                <a16:creationId xmlns:a16="http://schemas.microsoft.com/office/drawing/2014/main" id="{100E556C-FD71-E01F-0E2F-49FE0003D6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58285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fc6a44857d_0_1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fc6a44857d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fc6a44857d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fc6a44857d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fc6a44857d_0_1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fc6a44857d_0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fc6a44857d_0_1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fc6a44857d_0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fc6a44857d_0_2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fc6a44857d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fc6a44857d_0_2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fc6a44857d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fc6a44857d_0_2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fc6a44857d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fc6a44857d_0_2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fc6a44857d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fc6a44857d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fc6a44857d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45BA8530-1089-D4D5-FEFE-2736885ADC1D}"/>
            </a:ext>
          </a:extLst>
        </p:cNvPr>
        <p:cNvGrpSpPr/>
        <p:nvPr/>
      </p:nvGrpSpPr>
      <p:grpSpPr>
        <a:xfrm>
          <a:off x="0" y="0"/>
          <a:ext cx="0" cy="0"/>
          <a:chOff x="0" y="0"/>
          <a:chExt cx="0" cy="0"/>
        </a:xfrm>
      </p:grpSpPr>
      <p:sp>
        <p:nvSpPr>
          <p:cNvPr id="255" name="Google Shape;255;gfc6a44857d_0_264:notes">
            <a:extLst>
              <a:ext uri="{FF2B5EF4-FFF2-40B4-BE49-F238E27FC236}">
                <a16:creationId xmlns:a16="http://schemas.microsoft.com/office/drawing/2014/main" id="{73D9FD47-A774-7362-038B-FEA56364F9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fc6a44857d_0_264:notes">
            <a:extLst>
              <a:ext uri="{FF2B5EF4-FFF2-40B4-BE49-F238E27FC236}">
                <a16:creationId xmlns:a16="http://schemas.microsoft.com/office/drawing/2014/main" id="{73CABF35-6A06-7408-E41A-3A55C6F14A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06668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Font typeface="Courier New"/>
              <a:buNone/>
              <a:defRPr sz="4200" b="0">
                <a:latin typeface="Courier New"/>
                <a:ea typeface="Courier New"/>
                <a:cs typeface="Courier New"/>
                <a:sym typeface="Courier New"/>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2" name="Google Shape;12;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 name="Google Shape;13;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grpSp>
        <p:nvGrpSpPr>
          <p:cNvPr id="14" name="Google Shape;14;p2"/>
          <p:cNvGrpSpPr/>
          <p:nvPr/>
        </p:nvGrpSpPr>
        <p:grpSpPr>
          <a:xfrm>
            <a:off x="830525" y="1179325"/>
            <a:ext cx="1559599" cy="47474"/>
            <a:chOff x="830559" y="793309"/>
            <a:chExt cx="7759198" cy="433550"/>
          </a:xfrm>
        </p:grpSpPr>
        <p:sp>
          <p:nvSpPr>
            <p:cNvPr id="15" name="Google Shape;15;p2"/>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0" name="Google Shape;20;p2"/>
          <p:cNvPicPr preferRelativeResize="0"/>
          <p:nvPr/>
        </p:nvPicPr>
        <p:blipFill>
          <a:blip r:embed="rId2">
            <a:alphaModFix/>
          </a:blip>
          <a:stretch>
            <a:fillRect/>
          </a:stretch>
        </p:blipFill>
        <p:spPr>
          <a:xfrm>
            <a:off x="7989902" y="24945"/>
            <a:ext cx="1095101" cy="437925"/>
          </a:xfrm>
          <a:prstGeom prst="rect">
            <a:avLst/>
          </a:prstGeom>
          <a:noFill/>
          <a:ln>
            <a:noFill/>
          </a:ln>
        </p:spPr>
      </p:pic>
      <p:pic>
        <p:nvPicPr>
          <p:cNvPr id="21" name="Google Shape;21;p2"/>
          <p:cNvPicPr preferRelativeResize="0"/>
          <p:nvPr/>
        </p:nvPicPr>
        <p:blipFill>
          <a:blip r:embed="rId3">
            <a:alphaModFix/>
          </a:blip>
          <a:stretch>
            <a:fillRect/>
          </a:stretch>
        </p:blipFill>
        <p:spPr>
          <a:xfrm>
            <a:off x="-12" y="24927"/>
            <a:ext cx="981636" cy="4379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2"/>
        <p:cNvGrpSpPr/>
        <p:nvPr/>
      </p:nvGrpSpPr>
      <p:grpSpPr>
        <a:xfrm>
          <a:off x="0" y="0"/>
          <a:ext cx="0" cy="0"/>
          <a:chOff x="0" y="0"/>
          <a:chExt cx="0" cy="0"/>
        </a:xfrm>
      </p:grpSpPr>
      <p:sp>
        <p:nvSpPr>
          <p:cNvPr id="23" name="Google Shape;23;p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rtl="0">
              <a:spcBef>
                <a:spcPts val="0"/>
              </a:spcBef>
              <a:spcAft>
                <a:spcPts val="0"/>
              </a:spcAft>
              <a:buSzPts val="2600"/>
              <a:buFont typeface="Roboto Mono"/>
              <a:buNone/>
              <a:defRPr sz="2600" b="0">
                <a:latin typeface="Roboto Mono"/>
                <a:ea typeface="Roboto Mono"/>
                <a:cs typeface="Roboto Mono"/>
                <a:sym typeface="Roboto Mono"/>
              </a:defRPr>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25" name="Google Shape;25;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grpSp>
        <p:nvGrpSpPr>
          <p:cNvPr id="26" name="Google Shape;26;p3"/>
          <p:cNvGrpSpPr/>
          <p:nvPr/>
        </p:nvGrpSpPr>
        <p:grpSpPr>
          <a:xfrm>
            <a:off x="830525" y="1179325"/>
            <a:ext cx="1559599" cy="47474"/>
            <a:chOff x="830559" y="793309"/>
            <a:chExt cx="7759198" cy="433550"/>
          </a:xfrm>
        </p:grpSpPr>
        <p:sp>
          <p:nvSpPr>
            <p:cNvPr id="27" name="Google Shape;27;p3"/>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2" name="Google Shape;32;p3"/>
          <p:cNvPicPr preferRelativeResize="0"/>
          <p:nvPr/>
        </p:nvPicPr>
        <p:blipFill>
          <a:blip r:embed="rId2">
            <a:alphaModFix/>
          </a:blip>
          <a:stretch>
            <a:fillRect/>
          </a:stretch>
        </p:blipFill>
        <p:spPr>
          <a:xfrm>
            <a:off x="7989902" y="24945"/>
            <a:ext cx="1095101" cy="437925"/>
          </a:xfrm>
          <a:prstGeom prst="rect">
            <a:avLst/>
          </a:prstGeom>
          <a:noFill/>
          <a:ln>
            <a:noFill/>
          </a:ln>
        </p:spPr>
      </p:pic>
      <p:pic>
        <p:nvPicPr>
          <p:cNvPr id="33" name="Google Shape;33;p3"/>
          <p:cNvPicPr preferRelativeResize="0"/>
          <p:nvPr/>
        </p:nvPicPr>
        <p:blipFill>
          <a:blip r:embed="rId3">
            <a:alphaModFix/>
          </a:blip>
          <a:stretch>
            <a:fillRect/>
          </a:stretch>
        </p:blipFill>
        <p:spPr>
          <a:xfrm>
            <a:off x="-12" y="4705527"/>
            <a:ext cx="981636" cy="4379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
    <p:spTree>
      <p:nvGrpSpPr>
        <p:cNvPr id="1" name="Shape 34"/>
        <p:cNvGrpSpPr/>
        <p:nvPr/>
      </p:nvGrpSpPr>
      <p:grpSpPr>
        <a:xfrm>
          <a:off x="0" y="0"/>
          <a:ext cx="0" cy="0"/>
          <a:chOff x="0" y="0"/>
          <a:chExt cx="0" cy="0"/>
        </a:xfrm>
      </p:grpSpPr>
      <p:sp>
        <p:nvSpPr>
          <p:cNvPr id="35" name="Google Shape;35;p4"/>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rtl="0">
              <a:spcBef>
                <a:spcPts val="0"/>
              </a:spcBef>
              <a:spcAft>
                <a:spcPts val="0"/>
              </a:spcAft>
              <a:buSzPts val="2600"/>
              <a:buFont typeface="Courier New"/>
              <a:buNone/>
              <a:defRPr sz="2600" b="0">
                <a:latin typeface="Courier New"/>
                <a:ea typeface="Courier New"/>
                <a:cs typeface="Courier New"/>
                <a:sym typeface="Courier New"/>
              </a:defRPr>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37" name="Google Shape;37;p4"/>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38" name="Google Shape;38;p4"/>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39" name="Google Shape;39;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grpSp>
        <p:nvGrpSpPr>
          <p:cNvPr id="40" name="Google Shape;40;p4"/>
          <p:cNvGrpSpPr/>
          <p:nvPr/>
        </p:nvGrpSpPr>
        <p:grpSpPr>
          <a:xfrm>
            <a:off x="830525" y="1179325"/>
            <a:ext cx="1559599" cy="47474"/>
            <a:chOff x="830559" y="793309"/>
            <a:chExt cx="7759198" cy="433550"/>
          </a:xfrm>
        </p:grpSpPr>
        <p:sp>
          <p:nvSpPr>
            <p:cNvPr id="41" name="Google Shape;41;p4"/>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6" name="Google Shape;46;p4"/>
          <p:cNvPicPr preferRelativeResize="0"/>
          <p:nvPr/>
        </p:nvPicPr>
        <p:blipFill>
          <a:blip r:embed="rId2">
            <a:alphaModFix/>
          </a:blip>
          <a:stretch>
            <a:fillRect/>
          </a:stretch>
        </p:blipFill>
        <p:spPr>
          <a:xfrm>
            <a:off x="7989902" y="24945"/>
            <a:ext cx="1095101" cy="4379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slide" type="tx">
  <p:cSld name="TITLE_AND_BODY">
    <p:spTree>
      <p:nvGrpSpPr>
        <p:cNvPr id="1" name="Shape 47"/>
        <p:cNvGrpSpPr/>
        <p:nvPr/>
      </p:nvGrpSpPr>
      <p:grpSpPr>
        <a:xfrm>
          <a:off x="0" y="0"/>
          <a:ext cx="0" cy="0"/>
          <a:chOff x="0" y="0"/>
          <a:chExt cx="0" cy="0"/>
        </a:xfrm>
      </p:grpSpPr>
      <p:sp>
        <p:nvSpPr>
          <p:cNvPr id="48" name="Google Shape;48;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5"/>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a:bodyPr>
          <a:lstStyle>
            <a:lvl1pPr lvl="0" rtl="0">
              <a:spcBef>
                <a:spcPts val="0"/>
              </a:spcBef>
              <a:spcAft>
                <a:spcPts val="0"/>
              </a:spcAft>
              <a:buSzPts val="2600"/>
              <a:buFont typeface="Courier New"/>
              <a:buNone/>
              <a:defRPr sz="2600" b="0">
                <a:latin typeface="Courier New"/>
                <a:ea typeface="Courier New"/>
                <a:cs typeface="Courier New"/>
                <a:sym typeface="Courier New"/>
              </a:defRPr>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50" name="Google Shape;50;p5"/>
          <p:cNvSpPr txBox="1">
            <a:spLocks noGrp="1"/>
          </p:cNvSpPr>
          <p:nvPr>
            <p:ph type="body" idx="1"/>
          </p:nvPr>
        </p:nvSpPr>
        <p:spPr>
          <a:xfrm>
            <a:off x="729450" y="1491375"/>
            <a:ext cx="7688700" cy="28485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51" name="Google Shape;51;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grpSp>
        <p:nvGrpSpPr>
          <p:cNvPr id="52" name="Google Shape;52;p5"/>
          <p:cNvGrpSpPr/>
          <p:nvPr/>
        </p:nvGrpSpPr>
        <p:grpSpPr>
          <a:xfrm>
            <a:off x="729450" y="713925"/>
            <a:ext cx="1559599" cy="47474"/>
            <a:chOff x="830559" y="793309"/>
            <a:chExt cx="7759198" cy="433550"/>
          </a:xfrm>
        </p:grpSpPr>
        <p:sp>
          <p:nvSpPr>
            <p:cNvPr id="53" name="Google Shape;53;p5"/>
            <p:cNvSpPr/>
            <p:nvPr/>
          </p:nvSpPr>
          <p:spPr>
            <a:xfrm rot="-5400000">
              <a:off x="2950806" y="235459"/>
              <a:ext cx="433500" cy="1549200"/>
            </a:xfrm>
            <a:prstGeom prst="rect">
              <a:avLst/>
            </a:prstGeom>
            <a:solidFill>
              <a:srgbClr val="206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rot="-5400000">
              <a:off x="1395009" y="228909"/>
              <a:ext cx="433500" cy="1562400"/>
            </a:xfrm>
            <a:prstGeom prst="rect">
              <a:avLst/>
            </a:prstGeom>
            <a:solidFill>
              <a:srgbClr val="173F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rot="-5400000">
              <a:off x="4500006" y="235459"/>
              <a:ext cx="433500" cy="1549200"/>
            </a:xfrm>
            <a:prstGeom prst="rect">
              <a:avLst/>
            </a:prstGeom>
            <a:solidFill>
              <a:srgbClr val="3CA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rot="-5400000">
              <a:off x="6049206" y="235459"/>
              <a:ext cx="433500" cy="1549200"/>
            </a:xfrm>
            <a:prstGeom prst="rect">
              <a:avLst/>
            </a:prstGeom>
            <a:solidFill>
              <a:srgbClr val="F6D5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rot="-5400000">
              <a:off x="7598406" y="235459"/>
              <a:ext cx="433500" cy="1549200"/>
            </a:xfrm>
            <a:prstGeom prst="rect">
              <a:avLst/>
            </a:prstGeom>
            <a:solidFill>
              <a:srgbClr val="ED55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8" name="Google Shape;58;p5"/>
          <p:cNvPicPr preferRelativeResize="0"/>
          <p:nvPr/>
        </p:nvPicPr>
        <p:blipFill>
          <a:blip r:embed="rId2">
            <a:alphaModFix/>
          </a:blip>
          <a:stretch>
            <a:fillRect/>
          </a:stretch>
        </p:blipFill>
        <p:spPr>
          <a:xfrm>
            <a:off x="7989902" y="24945"/>
            <a:ext cx="1095101" cy="437925"/>
          </a:xfrm>
          <a:prstGeom prst="rect">
            <a:avLst/>
          </a:prstGeom>
          <a:noFill/>
          <a:ln>
            <a:noFill/>
          </a:ln>
        </p:spPr>
      </p:pic>
      <p:pic>
        <p:nvPicPr>
          <p:cNvPr id="59" name="Google Shape;59;p5"/>
          <p:cNvPicPr preferRelativeResize="0"/>
          <p:nvPr/>
        </p:nvPicPr>
        <p:blipFill>
          <a:blip r:embed="rId3">
            <a:alphaModFix/>
          </a:blip>
          <a:stretch>
            <a:fillRect/>
          </a:stretch>
        </p:blipFill>
        <p:spPr>
          <a:xfrm>
            <a:off x="-12" y="4705527"/>
            <a:ext cx="981636" cy="4379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6"/>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Introduction to Python</a:t>
            </a:r>
            <a:endParaRPr/>
          </a:p>
        </p:txBody>
      </p:sp>
      <p:sp>
        <p:nvSpPr>
          <p:cNvPr id="65" name="Google Shape;65;p6"/>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err="1"/>
              <a:t>Ipshita</a:t>
            </a:r>
            <a:r>
              <a:rPr lang="en-GB"/>
              <a:t>; Tom Joy; Owais Hussain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7"/>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Contents</a:t>
            </a:r>
            <a:endParaRPr/>
          </a:p>
        </p:txBody>
      </p:sp>
      <p:sp>
        <p:nvSpPr>
          <p:cNvPr id="71" name="Google Shape;71;p7"/>
          <p:cNvSpPr txBox="1">
            <a:spLocks noGrp="1"/>
          </p:cNvSpPr>
          <p:nvPr>
            <p:ph type="body" idx="1"/>
          </p:nvPr>
        </p:nvSpPr>
        <p:spPr>
          <a:xfrm>
            <a:off x="729450" y="1491374"/>
            <a:ext cx="7688700" cy="3115261"/>
          </a:xfrm>
          <a:prstGeom prst="rect">
            <a:avLst/>
          </a:prstGeom>
        </p:spPr>
        <p:txBody>
          <a:bodyPr spcFirstLastPara="1" wrap="square" lIns="91425" tIns="91425" rIns="91425" bIns="91425" anchor="t" anchorCtr="0">
            <a:normAutofit/>
          </a:bodyPr>
          <a:lstStyle/>
          <a:p>
            <a:pPr marL="457200" lvl="0" indent="-304958" algn="l" rtl="0">
              <a:spcBef>
                <a:spcPts val="0"/>
              </a:spcBef>
              <a:spcAft>
                <a:spcPts val="0"/>
              </a:spcAft>
              <a:buSzPct val="100000"/>
              <a:buChar char="●"/>
            </a:pPr>
            <a:r>
              <a:rPr lang="en-GB"/>
              <a:t>What is Computer Programming?</a:t>
            </a:r>
          </a:p>
          <a:p>
            <a:pPr marL="457200" lvl="0" indent="-304958" algn="l" rtl="0">
              <a:spcBef>
                <a:spcPts val="0"/>
              </a:spcBef>
              <a:spcAft>
                <a:spcPts val="0"/>
              </a:spcAft>
              <a:buSzPct val="100000"/>
              <a:buChar char="●"/>
            </a:pPr>
            <a:r>
              <a:rPr lang="en-GB"/>
              <a:t>What is Python?</a:t>
            </a:r>
          </a:p>
          <a:p>
            <a:pPr marL="457200" lvl="0" indent="-304958" algn="l" rtl="0">
              <a:spcBef>
                <a:spcPts val="0"/>
              </a:spcBef>
              <a:spcAft>
                <a:spcPts val="0"/>
              </a:spcAft>
              <a:buSzPct val="100000"/>
              <a:buChar char="●"/>
            </a:pPr>
            <a:r>
              <a:rPr lang="en-GB" err="1"/>
              <a:t>Jupyter</a:t>
            </a:r>
            <a:r>
              <a:rPr lang="en-GB"/>
              <a:t> Notebooks</a:t>
            </a:r>
          </a:p>
          <a:p>
            <a:pPr marL="457200" lvl="0" indent="-304958" algn="l" rtl="0">
              <a:spcBef>
                <a:spcPts val="0"/>
              </a:spcBef>
              <a:spcAft>
                <a:spcPts val="0"/>
              </a:spcAft>
              <a:buSzPct val="100000"/>
              <a:buChar char="●"/>
            </a:pPr>
            <a:r>
              <a:rPr lang="en-GB"/>
              <a:t>Variables</a:t>
            </a:r>
            <a:endParaRPr/>
          </a:p>
          <a:p>
            <a:pPr marL="457200" lvl="0" indent="-304958" algn="l" rtl="0">
              <a:spcBef>
                <a:spcPts val="0"/>
              </a:spcBef>
              <a:spcAft>
                <a:spcPts val="0"/>
              </a:spcAft>
              <a:buSzPct val="100000"/>
              <a:buChar char="●"/>
            </a:pPr>
            <a:r>
              <a:rPr lang="en-GB"/>
              <a:t>Data Types</a:t>
            </a:r>
          </a:p>
          <a:p>
            <a:pPr marL="457200" lvl="0" indent="-304958" algn="l" rtl="0">
              <a:spcBef>
                <a:spcPts val="0"/>
              </a:spcBef>
              <a:spcAft>
                <a:spcPts val="0"/>
              </a:spcAft>
              <a:buSzPct val="100000"/>
              <a:buChar char="●"/>
            </a:pPr>
            <a:r>
              <a:rPr lang="en-GB"/>
              <a:t>Operators</a:t>
            </a:r>
          </a:p>
          <a:p>
            <a:pPr marL="457200" lvl="0" indent="-304958" algn="l" rtl="0">
              <a:spcBef>
                <a:spcPts val="0"/>
              </a:spcBef>
              <a:spcAft>
                <a:spcPts val="0"/>
              </a:spcAft>
              <a:buSzPct val="100000"/>
              <a:buChar char="●"/>
            </a:pPr>
            <a:r>
              <a:rPr lang="en-US"/>
              <a:t>Expressions</a:t>
            </a:r>
          </a:p>
          <a:p>
            <a:pPr marL="457200" lvl="0" indent="-304958" algn="l" rtl="0">
              <a:spcBef>
                <a:spcPts val="0"/>
              </a:spcBef>
              <a:spcAft>
                <a:spcPts val="0"/>
              </a:spcAft>
              <a:buSzPct val="100000"/>
              <a:buChar char="●"/>
            </a:pPr>
            <a:r>
              <a:rPr lang="en-US"/>
              <a:t>Logic</a:t>
            </a:r>
          </a:p>
          <a:p>
            <a:pPr indent="-304958">
              <a:buSzPct val="100000"/>
            </a:pPr>
            <a:r>
              <a:rPr lang="en-GB"/>
              <a:t>Loops</a:t>
            </a:r>
          </a:p>
          <a:p>
            <a:pPr indent="-304958">
              <a:buSzPct val="100000"/>
            </a:pPr>
            <a:r>
              <a:rPr lang="en-GB"/>
              <a:t>Data Structures</a:t>
            </a:r>
          </a:p>
          <a:p>
            <a:pPr indent="-304958">
              <a:buSzPct val="100000"/>
            </a:pPr>
            <a:r>
              <a:rPr lang="en-GB"/>
              <a:t>Functions</a:t>
            </a:r>
          </a:p>
          <a:p>
            <a:pPr indent="-304958">
              <a:buSzPct val="100000"/>
            </a:pPr>
            <a:r>
              <a:rPr lang="en-GB"/>
              <a:t>Classes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2" name="Picture 1" descr="Create a background image for a presentation slide titled 'Introduction to Python'. The image should include elements related to computer programming and Python, such as code snippets, Python logo, and symbols representing variables, data types, and operators. Use a modern and clean design with a tech-savvy feel. Incorporate colors like blue and white to match the Python theme. The mood should be educational and engaging, suitable for a learning environment.">
            <a:extLst>
              <a:ext uri="{FF2B5EF4-FFF2-40B4-BE49-F238E27FC236}">
                <a16:creationId xmlns:a16="http://schemas.microsoft.com/office/drawing/2014/main" id="{0040A244-AC3C-174E-D551-06BE1C2C64D5}"/>
              </a:ext>
            </a:extLst>
          </p:cNvPr>
          <p:cNvPicPr>
            <a:picLocks noGrp="1" noRot="1" noChangeAspect="1" noMove="1" noResize="1" noEditPoints="1" noAdjustHandles="1" noChangeArrowheads="1" noChangeShapeType="1" noCrop="1"/>
          </p:cNvPicPr>
          <p:nvPr/>
        </p:nvPicPr>
        <p:blipFill>
          <a:blip r:embed="rId3">
            <a:alphaModFix amt="5000"/>
          </a:blip>
          <a:srcRect t="4593" b="5334"/>
          <a:stretch/>
        </p:blipFill>
        <p:spPr>
          <a:xfrm>
            <a:off x="0" y="510540"/>
            <a:ext cx="9144000" cy="4632960"/>
          </a:xfrm>
          <a:prstGeom prst="rect">
            <a:avLst/>
          </a:prstGeom>
        </p:spPr>
      </p:pic>
      <p:sp>
        <p:nvSpPr>
          <p:cNvPr id="76" name="Google Shape;76;p8"/>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What is Computer Programming?</a:t>
            </a:r>
            <a:endParaRPr/>
          </a:p>
        </p:txBody>
      </p:sp>
      <p:sp>
        <p:nvSpPr>
          <p:cNvPr id="77" name="Google Shape;77;p8"/>
          <p:cNvSpPr txBox="1">
            <a:spLocks noGrp="1"/>
          </p:cNvSpPr>
          <p:nvPr>
            <p:ph type="body" idx="1"/>
          </p:nvPr>
        </p:nvSpPr>
        <p:spPr>
          <a:xfrm>
            <a:off x="729450" y="1498302"/>
            <a:ext cx="7688700" cy="317068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Ever wondered how your Instagram magically know what you’d like to see next?</a:t>
            </a:r>
          </a:p>
          <a:p>
            <a:pPr marL="457200" lvl="0" indent="-311150" algn="l" rtl="0">
              <a:spcBef>
                <a:spcPts val="0"/>
              </a:spcBef>
              <a:spcAft>
                <a:spcPts val="0"/>
              </a:spcAft>
              <a:buSzPts val="1300"/>
              <a:buChar char="●"/>
            </a:pPr>
            <a:r>
              <a:rPr lang="en-GB"/>
              <a:t>It’s computer code whispering to Instagram “Hey, she liked the random clip from that Korean drama; she also watched it twice; she did press share button too, so serve her more of that.”</a:t>
            </a:r>
          </a:p>
          <a:p>
            <a:pPr marL="457200" lvl="0" indent="-311150" algn="l" rtl="0">
              <a:spcBef>
                <a:spcPts val="0"/>
              </a:spcBef>
              <a:spcAft>
                <a:spcPts val="0"/>
              </a:spcAft>
              <a:buSzPts val="1300"/>
              <a:buChar char="●"/>
            </a:pPr>
            <a:r>
              <a:rPr lang="en-US"/>
              <a:t>Programmers are the wizards who are writing such magical rules for computers.</a:t>
            </a:r>
          </a:p>
          <a:p>
            <a:pPr marL="457200" lvl="0" indent="-311150" algn="l" rtl="0">
              <a:spcBef>
                <a:spcPts val="0"/>
              </a:spcBef>
              <a:spcAft>
                <a:spcPts val="0"/>
              </a:spcAft>
              <a:buSzPts val="1300"/>
              <a:buChar char="●"/>
            </a:pPr>
            <a:r>
              <a:rPr lang="en-GB" b="0" i="0">
                <a:solidFill>
                  <a:srgbClr val="404040"/>
                </a:solidFill>
                <a:effectLst/>
                <a:latin typeface="Lato" panose="020F0502020204030203" pitchFamily="34" charset="0"/>
                <a:ea typeface="Lato" panose="020F0502020204030203" pitchFamily="34" charset="0"/>
                <a:cs typeface="Lato" panose="020F0502020204030203" pitchFamily="34" charset="0"/>
              </a:rPr>
              <a:t>Coding is the cheat code to turn “What if…?” into “</a:t>
            </a:r>
            <a:r>
              <a:rPr lang="en-GB" b="0" i="1">
                <a:solidFill>
                  <a:srgbClr val="404040"/>
                </a:solidFill>
                <a:effectLst/>
                <a:latin typeface="Lato" panose="020F0502020204030203" pitchFamily="34" charset="0"/>
                <a:ea typeface="Lato" panose="020F0502020204030203" pitchFamily="34" charset="0"/>
                <a:cs typeface="Lato" panose="020F0502020204030203" pitchFamily="34" charset="0"/>
              </a:rPr>
              <a:t>Look at this!!!</a:t>
            </a:r>
            <a:r>
              <a:rPr lang="en-GB" b="0" i="0">
                <a:solidFill>
                  <a:srgbClr val="404040"/>
                </a:solidFill>
                <a:effectLst/>
                <a:latin typeface="Lato" panose="020F0502020204030203" pitchFamily="34" charset="0"/>
                <a:ea typeface="Lato" panose="020F0502020204030203" pitchFamily="34" charset="0"/>
                <a:cs typeface="Lato" panose="020F0502020204030203" pitchFamily="34" charset="0"/>
              </a:rPr>
              <a:t>” 👾💻</a:t>
            </a:r>
          </a:p>
          <a:p>
            <a:pPr marL="457200" lvl="0" indent="-311150" algn="l" rtl="0">
              <a:spcBef>
                <a:spcPts val="0"/>
              </a:spcBef>
              <a:spcAft>
                <a:spcPts val="0"/>
              </a:spcAft>
              <a:buSzPts val="1300"/>
              <a:buChar char="●"/>
            </a:pPr>
            <a:r>
              <a:rPr lang="en-GB" b="0" i="0">
                <a:solidFill>
                  <a:srgbClr val="404040"/>
                </a:solidFill>
                <a:effectLst/>
                <a:latin typeface="Lato" panose="020F0502020204030203" pitchFamily="34" charset="0"/>
                <a:ea typeface="Lato" panose="020F0502020204030203" pitchFamily="34" charset="0"/>
                <a:cs typeface="Lato" panose="020F0502020204030203" pitchFamily="34" charset="0"/>
              </a:rPr>
              <a:t>Every single App, Database, AI and website </a:t>
            </a:r>
            <a:r>
              <a:rPr lang="en-GB">
                <a:solidFill>
                  <a:srgbClr val="404040"/>
                </a:solidFill>
                <a:latin typeface="Lato" panose="020F0502020204030203" pitchFamily="34" charset="0"/>
                <a:ea typeface="Lato" panose="020F0502020204030203" pitchFamily="34" charset="0"/>
                <a:cs typeface="Lato" panose="020F0502020204030203" pitchFamily="34" charset="0"/>
              </a:rPr>
              <a:t>exists because someone programmed it.</a:t>
            </a:r>
          </a:p>
          <a:p>
            <a:pPr marL="457200" lvl="0" indent="-311150" algn="l" rtl="0">
              <a:spcBef>
                <a:spcPts val="0"/>
              </a:spcBef>
              <a:spcAft>
                <a:spcPts val="0"/>
              </a:spcAft>
              <a:buSzPts val="1300"/>
              <a:buChar char="●"/>
            </a:pPr>
            <a:r>
              <a:rPr lang="en-GB" i="0">
                <a:solidFill>
                  <a:srgbClr val="404040"/>
                </a:solidFill>
                <a:effectLst/>
                <a:latin typeface="Lato" panose="020F0502020204030203" pitchFamily="34" charset="0"/>
                <a:ea typeface="Lato" panose="020F0502020204030203" pitchFamily="34" charset="0"/>
                <a:cs typeface="Lato" panose="020F0502020204030203" pitchFamily="34" charset="0"/>
              </a:rPr>
              <a:t>3 Steps of Programming</a:t>
            </a:r>
          </a:p>
          <a:p>
            <a:pPr marL="488950" lvl="0" indent="-342900" algn="l" rtl="0">
              <a:spcBef>
                <a:spcPts val="0"/>
              </a:spcBef>
              <a:spcAft>
                <a:spcPts val="0"/>
              </a:spcAft>
              <a:buSzPts val="1300"/>
              <a:buFont typeface="+mj-lt"/>
              <a:buAutoNum type="arabicPeriod"/>
            </a:pPr>
            <a:r>
              <a:rPr lang="en-GB" b="1" i="0">
                <a:solidFill>
                  <a:srgbClr val="404040"/>
                </a:solidFill>
                <a:effectLst/>
                <a:latin typeface="Lato" panose="020F0502020204030203" pitchFamily="34" charset="0"/>
                <a:ea typeface="Lato" panose="020F0502020204030203" pitchFamily="34" charset="0"/>
                <a:cs typeface="Lato" panose="020F0502020204030203" pitchFamily="34" charset="0"/>
              </a:rPr>
              <a:t>Logic building</a:t>
            </a:r>
            <a:r>
              <a:rPr lang="en-GB" b="0" i="0">
                <a:solidFill>
                  <a:srgbClr val="404040"/>
                </a:solidFill>
                <a:effectLst/>
                <a:latin typeface="Lato" panose="020F0502020204030203" pitchFamily="34" charset="0"/>
                <a:ea typeface="Lato" panose="020F0502020204030203" pitchFamily="34" charset="0"/>
                <a:cs typeface="Lato" panose="020F0502020204030203" pitchFamily="34" charset="0"/>
              </a:rPr>
              <a:t>: you sketch out your grand plans—like an architect drawing blueprints for a skyscraper.</a:t>
            </a:r>
          </a:p>
          <a:p>
            <a:pPr marL="488950" lvl="0" indent="-342900" algn="l" rtl="0">
              <a:spcBef>
                <a:spcPts val="0"/>
              </a:spcBef>
              <a:spcAft>
                <a:spcPts val="0"/>
              </a:spcAft>
              <a:buSzPts val="1300"/>
              <a:buFont typeface="+mj-lt"/>
              <a:buAutoNum type="arabicPeriod"/>
            </a:pPr>
            <a:r>
              <a:rPr lang="en-GB" b="1">
                <a:solidFill>
                  <a:srgbClr val="404040"/>
                </a:solidFill>
                <a:latin typeface="Lato" panose="020F0502020204030203" pitchFamily="34" charset="0"/>
                <a:ea typeface="Lato" panose="020F0502020204030203" pitchFamily="34" charset="0"/>
                <a:cs typeface="Lato" panose="020F0502020204030203" pitchFamily="34" charset="0"/>
              </a:rPr>
              <a:t>Coding</a:t>
            </a:r>
            <a:r>
              <a:rPr lang="en-GB">
                <a:solidFill>
                  <a:srgbClr val="404040"/>
                </a:solidFill>
                <a:latin typeface="Lato" panose="020F0502020204030203" pitchFamily="34" charset="0"/>
                <a:ea typeface="Lato" panose="020F0502020204030203" pitchFamily="34" charset="0"/>
                <a:cs typeface="Lato" panose="020F0502020204030203" pitchFamily="34" charset="0"/>
              </a:rPr>
              <a:t>: you roll up your sleeves and start building. You choose your tools—Python, JavaScript, or any coding language—and start turning your blueprint into something real.</a:t>
            </a:r>
          </a:p>
          <a:p>
            <a:pPr marL="488950" lvl="0" indent="-342900" algn="l" rtl="0">
              <a:spcBef>
                <a:spcPts val="0"/>
              </a:spcBef>
              <a:spcAft>
                <a:spcPts val="0"/>
              </a:spcAft>
              <a:buSzPts val="1300"/>
              <a:buFont typeface="+mj-lt"/>
              <a:buAutoNum type="arabicPeriod"/>
            </a:pPr>
            <a:r>
              <a:rPr lang="en-GB" b="1" i="0">
                <a:solidFill>
                  <a:srgbClr val="404040"/>
                </a:solidFill>
                <a:effectLst/>
                <a:latin typeface="Lato" panose="020F0502020204030203" pitchFamily="34" charset="0"/>
                <a:ea typeface="Lato" panose="020F0502020204030203" pitchFamily="34" charset="0"/>
                <a:cs typeface="Lato" panose="020F0502020204030203" pitchFamily="34" charset="0"/>
              </a:rPr>
              <a:t>Debugging</a:t>
            </a:r>
            <a:r>
              <a:rPr lang="en-GB" b="0" i="0">
                <a:solidFill>
                  <a:srgbClr val="404040"/>
                </a:solidFill>
                <a:effectLst/>
                <a:latin typeface="Lato" panose="020F0502020204030203" pitchFamily="34" charset="0"/>
                <a:ea typeface="Lato" panose="020F0502020204030203" pitchFamily="34" charset="0"/>
                <a:cs typeface="Lato" panose="020F0502020204030203" pitchFamily="34" charset="0"/>
              </a:rPr>
              <a:t>: you hunt down glitches and bust them, ensuring everything works perfectly.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a:extLst>
            <a:ext uri="{FF2B5EF4-FFF2-40B4-BE49-F238E27FC236}">
              <a16:creationId xmlns:a16="http://schemas.microsoft.com/office/drawing/2014/main" id="{E6EABA21-779D-F902-757F-F929C536361C}"/>
            </a:ext>
          </a:extLst>
        </p:cNvPr>
        <p:cNvGrpSpPr/>
        <p:nvPr/>
      </p:nvGrpSpPr>
      <p:grpSpPr>
        <a:xfrm>
          <a:off x="0" y="0"/>
          <a:ext cx="0" cy="0"/>
          <a:chOff x="0" y="0"/>
          <a:chExt cx="0" cy="0"/>
        </a:xfrm>
      </p:grpSpPr>
      <p:sp>
        <p:nvSpPr>
          <p:cNvPr id="76" name="Google Shape;76;p8">
            <a:extLst>
              <a:ext uri="{FF2B5EF4-FFF2-40B4-BE49-F238E27FC236}">
                <a16:creationId xmlns:a16="http://schemas.microsoft.com/office/drawing/2014/main" id="{C57F0427-3EE8-D9B3-55B1-151C5301A28E}"/>
              </a:ext>
            </a:extLst>
          </p:cNvPr>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What is Python?</a:t>
            </a:r>
            <a:endParaRPr/>
          </a:p>
        </p:txBody>
      </p:sp>
      <p:sp>
        <p:nvSpPr>
          <p:cNvPr id="77" name="Google Shape;77;p8">
            <a:extLst>
              <a:ext uri="{FF2B5EF4-FFF2-40B4-BE49-F238E27FC236}">
                <a16:creationId xmlns:a16="http://schemas.microsoft.com/office/drawing/2014/main" id="{818A5455-1419-8044-640F-73A8E6AA3DE4}"/>
              </a:ext>
            </a:extLst>
          </p:cNvPr>
          <p:cNvSpPr txBox="1">
            <a:spLocks noGrp="1"/>
          </p:cNvSpPr>
          <p:nvPr>
            <p:ph type="body" idx="1"/>
          </p:nvPr>
        </p:nvSpPr>
        <p:spPr>
          <a:xfrm>
            <a:off x="729450" y="1491375"/>
            <a:ext cx="3898500" cy="28485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There are lots of programming languages, Python is just one of them.</a:t>
            </a:r>
            <a:endParaRPr/>
          </a:p>
          <a:p>
            <a:pPr marL="457200" lvl="0" indent="-311150" algn="l" rtl="0">
              <a:spcBef>
                <a:spcPts val="0"/>
              </a:spcBef>
              <a:spcAft>
                <a:spcPts val="0"/>
              </a:spcAft>
              <a:buSzPts val="1300"/>
              <a:buChar char="●"/>
            </a:pPr>
            <a:r>
              <a:rPr lang="en-GB"/>
              <a:t>You can easily get computers to do very complex tasks in a short amount of time.</a:t>
            </a:r>
            <a:endParaRPr/>
          </a:p>
          <a:p>
            <a:pPr marL="457200" lvl="0" indent="-311150" algn="l" rtl="0">
              <a:spcBef>
                <a:spcPts val="0"/>
              </a:spcBef>
              <a:spcAft>
                <a:spcPts val="0"/>
              </a:spcAft>
              <a:buSzPts val="1300"/>
              <a:buChar char="●"/>
            </a:pPr>
            <a:r>
              <a:rPr lang="en-GB"/>
              <a:t>It’s the most popular language and easy to learn, so it’s worth spending a little bit of time with it.</a:t>
            </a:r>
            <a:endParaRPr/>
          </a:p>
          <a:p>
            <a:pPr marL="457200" lvl="0" indent="-311150" algn="l" rtl="0">
              <a:spcBef>
                <a:spcPts val="0"/>
              </a:spcBef>
              <a:spcAft>
                <a:spcPts val="0"/>
              </a:spcAft>
              <a:buSzPts val="1300"/>
              <a:buChar char="●"/>
            </a:pPr>
            <a:r>
              <a:rPr lang="en-GB"/>
              <a:t>If you want a career in tech or just want to talk to the bitcoin bros about it, this is a great place to start.</a:t>
            </a:r>
            <a:endParaRPr/>
          </a:p>
        </p:txBody>
      </p:sp>
      <p:pic>
        <p:nvPicPr>
          <p:cNvPr id="78" name="Google Shape;78;p8">
            <a:extLst>
              <a:ext uri="{FF2B5EF4-FFF2-40B4-BE49-F238E27FC236}">
                <a16:creationId xmlns:a16="http://schemas.microsoft.com/office/drawing/2014/main" id="{A715E757-D0F0-EE36-1CF6-2A72BCFF7B69}"/>
              </a:ext>
            </a:extLst>
          </p:cNvPr>
          <p:cNvPicPr preferRelativeResize="0"/>
          <p:nvPr/>
        </p:nvPicPr>
        <p:blipFill>
          <a:blip r:embed="rId3">
            <a:alphaModFix/>
          </a:blip>
          <a:stretch>
            <a:fillRect/>
          </a:stretch>
        </p:blipFill>
        <p:spPr>
          <a:xfrm>
            <a:off x="4627951" y="1354313"/>
            <a:ext cx="4281900" cy="3050859"/>
          </a:xfrm>
          <a:prstGeom prst="rect">
            <a:avLst/>
          </a:prstGeom>
          <a:noFill/>
          <a:ln>
            <a:noFill/>
          </a:ln>
        </p:spPr>
      </p:pic>
    </p:spTree>
    <p:extLst>
      <p:ext uri="{BB962C8B-B14F-4D97-AF65-F5344CB8AC3E}">
        <p14:creationId xmlns:p14="http://schemas.microsoft.com/office/powerpoint/2010/main" val="246364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9"/>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err="1"/>
              <a:t>Jupyter</a:t>
            </a:r>
            <a:r>
              <a:rPr lang="en-GB"/>
              <a:t> Notebooks</a:t>
            </a:r>
            <a:endParaRPr/>
          </a:p>
        </p:txBody>
      </p:sp>
      <p:sp>
        <p:nvSpPr>
          <p:cNvPr id="84" name="Google Shape;84;p9"/>
          <p:cNvSpPr txBox="1">
            <a:spLocks noGrp="1"/>
          </p:cNvSpPr>
          <p:nvPr>
            <p:ph type="body" idx="1"/>
          </p:nvPr>
        </p:nvSpPr>
        <p:spPr>
          <a:xfrm>
            <a:off x="729450" y="1491374"/>
            <a:ext cx="4212300" cy="3122189"/>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Python is normally run from the ‘terminal’, which is the black program you often see hackers using in films.</a:t>
            </a:r>
            <a:endParaRPr/>
          </a:p>
          <a:p>
            <a:pPr marL="457200" lvl="0" indent="-311150" algn="l" rtl="0">
              <a:spcBef>
                <a:spcPts val="0"/>
              </a:spcBef>
              <a:spcAft>
                <a:spcPts val="0"/>
              </a:spcAft>
              <a:buSzPts val="1300"/>
              <a:buChar char="●"/>
            </a:pPr>
            <a:r>
              <a:rPr lang="en-GB"/>
              <a:t>You can also run them from </a:t>
            </a:r>
            <a:r>
              <a:rPr lang="en-GB" err="1"/>
              <a:t>Jupyter</a:t>
            </a:r>
            <a:r>
              <a:rPr lang="en-GB"/>
              <a:t> Notebooks, which allows you to run the code without using the terminal.</a:t>
            </a:r>
            <a:endParaRPr/>
          </a:p>
          <a:p>
            <a:pPr marL="457200" lvl="0" indent="-311150" algn="l" rtl="0">
              <a:spcBef>
                <a:spcPts val="0"/>
              </a:spcBef>
              <a:spcAft>
                <a:spcPts val="0"/>
              </a:spcAft>
              <a:buSzPts val="1300"/>
              <a:buChar char="●"/>
            </a:pPr>
            <a:r>
              <a:rPr lang="en-GB"/>
              <a:t>Notebooks are a lot easier to use and allow you to break the program up.</a:t>
            </a:r>
          </a:p>
          <a:p>
            <a:pPr marL="457200" lvl="0" indent="-311150" algn="l" rtl="0">
              <a:spcBef>
                <a:spcPts val="0"/>
              </a:spcBef>
              <a:spcAft>
                <a:spcPts val="0"/>
              </a:spcAft>
              <a:buSzPts val="1300"/>
              <a:buChar char="●"/>
            </a:pPr>
            <a:r>
              <a:rPr lang="en-GB"/>
              <a:t>We will use a more ready-to-ML version of Notebooks, i.e., Google Co-laboratory (</a:t>
            </a:r>
            <a:r>
              <a:rPr lang="en-GB" err="1"/>
              <a:t>Colab</a:t>
            </a:r>
            <a:r>
              <a:rPr lang="en-GB"/>
              <a:t>).</a:t>
            </a:r>
            <a:endParaRPr/>
          </a:p>
          <a:p>
            <a:pPr marL="457200" lvl="0" indent="-311150" algn="l" rtl="0">
              <a:spcBef>
                <a:spcPts val="0"/>
              </a:spcBef>
              <a:spcAft>
                <a:spcPts val="0"/>
              </a:spcAft>
              <a:buSzPts val="1300"/>
              <a:buChar char="●"/>
            </a:pPr>
            <a:r>
              <a:rPr lang="en-GB"/>
              <a:t>Simply visit: </a:t>
            </a:r>
            <a:r>
              <a:rPr lang="en-GB" b="1" u="sng"/>
              <a:t>colab.research.google.com</a:t>
            </a:r>
            <a:r>
              <a:rPr lang="en-GB"/>
              <a:t> and login with your Gmail account.</a:t>
            </a:r>
            <a:endParaRPr/>
          </a:p>
        </p:txBody>
      </p:sp>
      <p:pic>
        <p:nvPicPr>
          <p:cNvPr id="85" name="Google Shape;85;p9"/>
          <p:cNvPicPr preferRelativeResize="0"/>
          <p:nvPr/>
        </p:nvPicPr>
        <p:blipFill>
          <a:blip r:embed="rId3">
            <a:alphaModFix/>
          </a:blip>
          <a:stretch>
            <a:fillRect/>
          </a:stretch>
        </p:blipFill>
        <p:spPr>
          <a:xfrm>
            <a:off x="5075575" y="1354325"/>
            <a:ext cx="3985500" cy="1286850"/>
          </a:xfrm>
          <a:prstGeom prst="rect">
            <a:avLst/>
          </a:prstGeom>
          <a:noFill/>
          <a:ln>
            <a:noFill/>
          </a:ln>
        </p:spPr>
      </p:pic>
      <p:pic>
        <p:nvPicPr>
          <p:cNvPr id="1026" name="Picture 2" descr="Image result for colab">
            <a:extLst>
              <a:ext uri="{FF2B5EF4-FFF2-40B4-BE49-F238E27FC236}">
                <a16:creationId xmlns:a16="http://schemas.microsoft.com/office/drawing/2014/main" id="{1E3E4110-CBDA-FA95-9EAE-9F32FEFDD6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1750" y="2571750"/>
            <a:ext cx="4114800" cy="23145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a:extLst>
            <a:ext uri="{FF2B5EF4-FFF2-40B4-BE49-F238E27FC236}">
              <a16:creationId xmlns:a16="http://schemas.microsoft.com/office/drawing/2014/main" id="{E4654BB3-1539-1C35-28EE-2D8B53572EBF}"/>
            </a:ext>
          </a:extLst>
        </p:cNvPr>
        <p:cNvGrpSpPr/>
        <p:nvPr/>
      </p:nvGrpSpPr>
      <p:grpSpPr>
        <a:xfrm>
          <a:off x="0" y="0"/>
          <a:ext cx="0" cy="0"/>
          <a:chOff x="0" y="0"/>
          <a:chExt cx="0" cy="0"/>
        </a:xfrm>
      </p:grpSpPr>
      <p:sp>
        <p:nvSpPr>
          <p:cNvPr id="83" name="Google Shape;83;p9">
            <a:extLst>
              <a:ext uri="{FF2B5EF4-FFF2-40B4-BE49-F238E27FC236}">
                <a16:creationId xmlns:a16="http://schemas.microsoft.com/office/drawing/2014/main" id="{599B7411-8E45-88A5-65AC-B3299909B869}"/>
              </a:ext>
            </a:extLst>
          </p:cNvPr>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Google Co-laboratory</a:t>
            </a:r>
            <a:endParaRPr/>
          </a:p>
        </p:txBody>
      </p:sp>
      <p:sp>
        <p:nvSpPr>
          <p:cNvPr id="84" name="Google Shape;84;p9">
            <a:extLst>
              <a:ext uri="{FF2B5EF4-FFF2-40B4-BE49-F238E27FC236}">
                <a16:creationId xmlns:a16="http://schemas.microsoft.com/office/drawing/2014/main" id="{330C96A9-F6F7-4782-330F-EC0B4052458E}"/>
              </a:ext>
            </a:extLst>
          </p:cNvPr>
          <p:cNvSpPr txBox="1">
            <a:spLocks noGrp="1"/>
          </p:cNvSpPr>
          <p:nvPr>
            <p:ph type="body" idx="1"/>
          </p:nvPr>
        </p:nvSpPr>
        <p:spPr>
          <a:xfrm>
            <a:off x="729449" y="1491375"/>
            <a:ext cx="7688700" cy="1521990"/>
          </a:xfrm>
          <a:prstGeom prst="rect">
            <a:avLst/>
          </a:prstGeom>
        </p:spPr>
        <p:txBody>
          <a:bodyPr spcFirstLastPara="1" wrap="square" lIns="91425" tIns="91425" rIns="91425" bIns="91425" anchor="t" anchorCtr="0">
            <a:normAutofit lnSpcReduction="10000"/>
          </a:bodyPr>
          <a:lstStyle/>
          <a:p>
            <a:pPr marL="457200" lvl="0" indent="-311150" algn="l" rtl="0">
              <a:spcBef>
                <a:spcPts val="0"/>
              </a:spcBef>
              <a:spcAft>
                <a:spcPts val="0"/>
              </a:spcAft>
              <a:buSzPts val="1300"/>
              <a:buChar char="●"/>
            </a:pPr>
            <a:r>
              <a:rPr lang="en-US"/>
              <a:t>Getting Started</a:t>
            </a:r>
          </a:p>
          <a:p>
            <a:pPr marL="457200" lvl="0" indent="-311150" algn="l" rtl="0">
              <a:spcBef>
                <a:spcPts val="0"/>
              </a:spcBef>
              <a:spcAft>
                <a:spcPts val="0"/>
              </a:spcAft>
              <a:buSzPts val="1300"/>
              <a:buChar char="●"/>
            </a:pPr>
            <a:r>
              <a:rPr lang="en-US"/>
              <a:t>Create a new notebook and rename it to anything you can remember later (like Girls-who-ML-Python-</a:t>
            </a:r>
            <a:r>
              <a:rPr lang="en-US" err="1"/>
              <a:t>Intro.ipynb</a:t>
            </a:r>
            <a:r>
              <a:rPr lang="en-GB"/>
              <a:t>)</a:t>
            </a:r>
          </a:p>
          <a:p>
            <a:pPr marL="457200" lvl="0" indent="-311150" algn="l" rtl="0">
              <a:spcBef>
                <a:spcPts val="0"/>
              </a:spcBef>
              <a:spcAft>
                <a:spcPts val="0"/>
              </a:spcAft>
              <a:buSzPts val="1300"/>
              <a:buChar char="●"/>
            </a:pPr>
            <a:r>
              <a:rPr lang="en-GB"/>
              <a:t>There are two types of blocks:</a:t>
            </a:r>
          </a:p>
          <a:p>
            <a:pPr marL="457200" lvl="0" indent="-311150" algn="l" rtl="0">
              <a:spcBef>
                <a:spcPts val="0"/>
              </a:spcBef>
              <a:spcAft>
                <a:spcPts val="0"/>
              </a:spcAft>
              <a:buSzPts val="1300"/>
              <a:buChar char="●"/>
            </a:pPr>
            <a:r>
              <a:rPr lang="en-US" b="1"/>
              <a:t>Text</a:t>
            </a:r>
            <a:r>
              <a:rPr lang="en-US"/>
              <a:t>: to write notes, To-do’s and explanation of your code</a:t>
            </a:r>
          </a:p>
          <a:p>
            <a:pPr marL="457200" lvl="0" indent="-311150" algn="l" rtl="0">
              <a:spcBef>
                <a:spcPts val="0"/>
              </a:spcBef>
              <a:spcAft>
                <a:spcPts val="0"/>
              </a:spcAft>
              <a:buSzPts val="1300"/>
              <a:buChar char="●"/>
            </a:pPr>
            <a:r>
              <a:rPr lang="en-US" b="1"/>
              <a:t>Code</a:t>
            </a:r>
            <a:r>
              <a:rPr lang="en-US"/>
              <a:t>: the actual program which will be run</a:t>
            </a:r>
          </a:p>
        </p:txBody>
      </p:sp>
      <p:pic>
        <p:nvPicPr>
          <p:cNvPr id="5" name="Picture 4">
            <a:extLst>
              <a:ext uri="{FF2B5EF4-FFF2-40B4-BE49-F238E27FC236}">
                <a16:creationId xmlns:a16="http://schemas.microsoft.com/office/drawing/2014/main" id="{7B9D6A8D-96B0-2D1A-4363-F3B912771B8F}"/>
              </a:ext>
            </a:extLst>
          </p:cNvPr>
          <p:cNvPicPr>
            <a:picLocks noChangeAspect="1"/>
          </p:cNvPicPr>
          <p:nvPr/>
        </p:nvPicPr>
        <p:blipFill>
          <a:blip r:embed="rId3"/>
          <a:srcRect b="25146"/>
          <a:stretch/>
        </p:blipFill>
        <p:spPr>
          <a:xfrm>
            <a:off x="1635698" y="3017259"/>
            <a:ext cx="5872603" cy="1769127"/>
          </a:xfrm>
          <a:prstGeom prst="rect">
            <a:avLst/>
          </a:prstGeom>
        </p:spPr>
      </p:pic>
    </p:spTree>
    <p:extLst>
      <p:ext uri="{BB962C8B-B14F-4D97-AF65-F5344CB8AC3E}">
        <p14:creationId xmlns:p14="http://schemas.microsoft.com/office/powerpoint/2010/main" val="708339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0"/>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Variables</a:t>
            </a:r>
            <a:endParaRPr/>
          </a:p>
          <a:p>
            <a:pPr marL="0" lvl="0" indent="0" algn="l" rtl="0">
              <a:spcBef>
                <a:spcPts val="0"/>
              </a:spcBef>
              <a:spcAft>
                <a:spcPts val="0"/>
              </a:spcAft>
              <a:buNone/>
            </a:pPr>
            <a:endParaRPr/>
          </a:p>
        </p:txBody>
      </p:sp>
      <p:sp>
        <p:nvSpPr>
          <p:cNvPr id="92" name="Google Shape;92;p10"/>
          <p:cNvSpPr txBox="1">
            <a:spLocks noGrp="1"/>
          </p:cNvSpPr>
          <p:nvPr>
            <p:ph type="body" idx="1"/>
          </p:nvPr>
        </p:nvSpPr>
        <p:spPr>
          <a:xfrm>
            <a:off x="729450" y="1491375"/>
            <a:ext cx="7688700" cy="1491776"/>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sz="1400"/>
              <a:t>In programming we need to give objects (number/words/images etc.) names.</a:t>
            </a:r>
            <a:endParaRPr sz="1400"/>
          </a:p>
          <a:p>
            <a:pPr marL="457200" lvl="0" indent="-311150" algn="l" rtl="0">
              <a:spcBef>
                <a:spcPts val="0"/>
              </a:spcBef>
              <a:spcAft>
                <a:spcPts val="0"/>
              </a:spcAft>
              <a:buSzPts val="1300"/>
              <a:buChar char="●"/>
            </a:pPr>
            <a:r>
              <a:rPr lang="en-GB" sz="1400"/>
              <a:t>We can then access the object using the variable name.</a:t>
            </a:r>
          </a:p>
          <a:p>
            <a:pPr marL="457200" lvl="0" indent="-311150" algn="l" rtl="0">
              <a:spcBef>
                <a:spcPts val="0"/>
              </a:spcBef>
              <a:spcAft>
                <a:spcPts val="0"/>
              </a:spcAft>
              <a:buSzPts val="1300"/>
              <a:buChar char="●"/>
            </a:pPr>
            <a:r>
              <a:rPr lang="en-GB" sz="1400"/>
              <a:t>Variable names are Alphanumeric (and underscores) and do not start with a digit.</a:t>
            </a:r>
          </a:p>
          <a:p>
            <a:pPr marL="457200" lvl="0" indent="-311150" algn="l" rtl="0">
              <a:spcBef>
                <a:spcPts val="0"/>
              </a:spcBef>
              <a:spcAft>
                <a:spcPts val="0"/>
              </a:spcAft>
              <a:buSzPts val="1300"/>
              <a:buChar char="●"/>
            </a:pPr>
            <a:r>
              <a:rPr lang="en-GB" sz="1400"/>
              <a:t>They are case sensitive. You should prefer small letters.</a:t>
            </a:r>
            <a:endParaRPr sz="1400"/>
          </a:p>
          <a:p>
            <a:pPr marL="457200" lvl="0" indent="-311150" algn="l" rtl="0">
              <a:spcBef>
                <a:spcPts val="0"/>
              </a:spcBef>
              <a:spcAft>
                <a:spcPts val="0"/>
              </a:spcAft>
              <a:buSzPts val="1300"/>
              <a:buChar char="●"/>
            </a:pPr>
            <a:r>
              <a:rPr lang="en-GB" sz="1400"/>
              <a:t>How to utilize them when printing?</a:t>
            </a:r>
            <a:endParaRPr sz="1400"/>
          </a:p>
        </p:txBody>
      </p:sp>
      <p:pic>
        <p:nvPicPr>
          <p:cNvPr id="4" name="Picture 3">
            <a:extLst>
              <a:ext uri="{FF2B5EF4-FFF2-40B4-BE49-F238E27FC236}">
                <a16:creationId xmlns:a16="http://schemas.microsoft.com/office/drawing/2014/main" id="{F3984B14-4B90-AB57-156B-15A581412A33}"/>
              </a:ext>
            </a:extLst>
          </p:cNvPr>
          <p:cNvPicPr>
            <a:picLocks noChangeAspect="1"/>
          </p:cNvPicPr>
          <p:nvPr/>
        </p:nvPicPr>
        <p:blipFill>
          <a:blip r:embed="rId3"/>
          <a:stretch>
            <a:fillRect/>
          </a:stretch>
        </p:blipFill>
        <p:spPr>
          <a:xfrm>
            <a:off x="1999533" y="2983151"/>
            <a:ext cx="5144933" cy="14917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6ED9B2F2-4D98-398E-9977-FCDCC7D74E5A}"/>
            </a:ext>
          </a:extLst>
        </p:cNvPr>
        <p:cNvGrpSpPr/>
        <p:nvPr/>
      </p:nvGrpSpPr>
      <p:grpSpPr>
        <a:xfrm>
          <a:off x="0" y="0"/>
          <a:ext cx="0" cy="0"/>
          <a:chOff x="0" y="0"/>
          <a:chExt cx="0" cy="0"/>
        </a:xfrm>
      </p:grpSpPr>
      <p:sp>
        <p:nvSpPr>
          <p:cNvPr id="91" name="Google Shape;91;p10">
            <a:extLst>
              <a:ext uri="{FF2B5EF4-FFF2-40B4-BE49-F238E27FC236}">
                <a16:creationId xmlns:a16="http://schemas.microsoft.com/office/drawing/2014/main" id="{4B0A1951-73CE-E0C1-D49E-E2D2E0FCB979}"/>
              </a:ext>
            </a:extLst>
          </p:cNvPr>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Data Types</a:t>
            </a:r>
            <a:endParaRPr/>
          </a:p>
          <a:p>
            <a:pPr marL="0" lvl="0" indent="0" algn="l" rtl="0">
              <a:spcBef>
                <a:spcPts val="0"/>
              </a:spcBef>
              <a:spcAft>
                <a:spcPts val="0"/>
              </a:spcAft>
              <a:buNone/>
            </a:pPr>
            <a:endParaRPr/>
          </a:p>
        </p:txBody>
      </p:sp>
      <p:sp>
        <p:nvSpPr>
          <p:cNvPr id="92" name="Google Shape;92;p10">
            <a:extLst>
              <a:ext uri="{FF2B5EF4-FFF2-40B4-BE49-F238E27FC236}">
                <a16:creationId xmlns:a16="http://schemas.microsoft.com/office/drawing/2014/main" id="{33BD4A51-AF3D-1C91-AC1A-E2E25081E415}"/>
              </a:ext>
            </a:extLst>
          </p:cNvPr>
          <p:cNvSpPr txBox="1">
            <a:spLocks noGrp="1"/>
          </p:cNvSpPr>
          <p:nvPr>
            <p:ph type="body" idx="1"/>
          </p:nvPr>
        </p:nvSpPr>
        <p:spPr>
          <a:xfrm>
            <a:off x="729450" y="1491375"/>
            <a:ext cx="7688700" cy="1607873"/>
          </a:xfrm>
          <a:prstGeom prst="rect">
            <a:avLst/>
          </a:prstGeom>
        </p:spPr>
        <p:txBody>
          <a:bodyPr spcFirstLastPara="1" wrap="square" lIns="91425" tIns="91425" rIns="91425" bIns="91425" anchor="t" anchorCtr="0">
            <a:normAutofit lnSpcReduction="10000"/>
          </a:bodyPr>
          <a:lstStyle/>
          <a:p>
            <a:pPr marL="146050" lvl="0" indent="0" algn="l" rtl="0">
              <a:spcBef>
                <a:spcPts val="0"/>
              </a:spcBef>
              <a:spcAft>
                <a:spcPts val="0"/>
              </a:spcAft>
              <a:buSzPts val="1300"/>
              <a:buNone/>
            </a:pPr>
            <a:r>
              <a:rPr lang="en-GB" sz="1400"/>
              <a:t>We mostly use 4 types of data:</a:t>
            </a:r>
          </a:p>
          <a:p>
            <a:pPr marL="488950" lvl="0" indent="-342900" algn="l" rtl="0">
              <a:spcBef>
                <a:spcPts val="0"/>
              </a:spcBef>
              <a:spcAft>
                <a:spcPts val="0"/>
              </a:spcAft>
              <a:buSzPts val="1300"/>
              <a:buFont typeface="+mj-lt"/>
              <a:buAutoNum type="arabicPeriod"/>
            </a:pPr>
            <a:r>
              <a:rPr lang="en-GB" sz="1400"/>
              <a:t>Strings: a sequence of characters. This is used to store text.</a:t>
            </a:r>
          </a:p>
          <a:p>
            <a:pPr marL="488950" lvl="0" indent="-342900" algn="l" rtl="0">
              <a:spcBef>
                <a:spcPts val="0"/>
              </a:spcBef>
              <a:spcAft>
                <a:spcPts val="0"/>
              </a:spcAft>
              <a:buSzPts val="1300"/>
              <a:buFont typeface="+mj-lt"/>
              <a:buAutoNum type="arabicPeriod"/>
            </a:pPr>
            <a:r>
              <a:rPr lang="en-GB" sz="1400"/>
              <a:t>Integers: positive and negative whole numbers meant for arithmetic operations.</a:t>
            </a:r>
          </a:p>
          <a:p>
            <a:pPr marL="488950" lvl="0" indent="-342900" algn="l" rtl="0">
              <a:spcBef>
                <a:spcPts val="0"/>
              </a:spcBef>
              <a:spcAft>
                <a:spcPts val="0"/>
              </a:spcAft>
              <a:buSzPts val="1300"/>
              <a:buFont typeface="+mj-lt"/>
              <a:buAutoNum type="arabicPeriod"/>
            </a:pPr>
            <a:r>
              <a:rPr lang="en-GB" sz="1400"/>
              <a:t>Decimal: called “Float”, but we’ll discuss this down the road. Float is used to store fractional data.</a:t>
            </a:r>
          </a:p>
          <a:p>
            <a:pPr marL="488950" lvl="0" indent="-342900" algn="l" rtl="0">
              <a:spcBef>
                <a:spcPts val="0"/>
              </a:spcBef>
              <a:spcAft>
                <a:spcPts val="0"/>
              </a:spcAft>
              <a:buSzPts val="1300"/>
              <a:buFont typeface="+mj-lt"/>
              <a:buAutoNum type="arabicPeriod"/>
            </a:pPr>
            <a:r>
              <a:rPr lang="en-GB" sz="1400"/>
              <a:t>Boolean: either True or False.</a:t>
            </a:r>
          </a:p>
        </p:txBody>
      </p:sp>
      <p:graphicFrame>
        <p:nvGraphicFramePr>
          <p:cNvPr id="2" name="Table 1">
            <a:extLst>
              <a:ext uri="{FF2B5EF4-FFF2-40B4-BE49-F238E27FC236}">
                <a16:creationId xmlns:a16="http://schemas.microsoft.com/office/drawing/2014/main" id="{CFF51FF9-AAE7-FC12-80A3-A284A21D29D6}"/>
              </a:ext>
            </a:extLst>
          </p:cNvPr>
          <p:cNvGraphicFramePr>
            <a:graphicFrameLocks noGrp="1"/>
          </p:cNvGraphicFramePr>
          <p:nvPr>
            <p:extLst>
              <p:ext uri="{D42A27DB-BD31-4B8C-83A1-F6EECF244321}">
                <p14:modId xmlns:p14="http://schemas.microsoft.com/office/powerpoint/2010/main" val="3254905025"/>
              </p:ext>
            </p:extLst>
          </p:nvPr>
        </p:nvGraphicFramePr>
        <p:xfrm>
          <a:off x="725849" y="3099248"/>
          <a:ext cx="7688700" cy="1669717"/>
        </p:xfrm>
        <a:graphic>
          <a:graphicData uri="http://schemas.openxmlformats.org/drawingml/2006/table">
            <a:tbl>
              <a:tblPr firstRow="1" bandRow="1">
                <a:tableStyleId>{0CDD1E92-189E-40AD-8222-719FFBB4DE74}</a:tableStyleId>
              </a:tblPr>
              <a:tblGrid>
                <a:gridCol w="5307806">
                  <a:extLst>
                    <a:ext uri="{9D8B030D-6E8A-4147-A177-3AD203B41FA5}">
                      <a16:colId xmlns:a16="http://schemas.microsoft.com/office/drawing/2014/main" val="3224802559"/>
                    </a:ext>
                  </a:extLst>
                </a:gridCol>
                <a:gridCol w="2380894">
                  <a:extLst>
                    <a:ext uri="{9D8B030D-6E8A-4147-A177-3AD203B41FA5}">
                      <a16:colId xmlns:a16="http://schemas.microsoft.com/office/drawing/2014/main" val="1791788676"/>
                    </a:ext>
                  </a:extLst>
                </a:gridCol>
              </a:tblGrid>
              <a:tr h="238531">
                <a:tc>
                  <a:txBody>
                    <a:bodyPr/>
                    <a:lstStyle/>
                    <a:p>
                      <a:pPr algn="ctr"/>
                      <a:r>
                        <a:rPr lang="en-GB" sz="1200" b="1"/>
                        <a:t>Data</a:t>
                      </a:r>
                      <a:endParaRPr lang="LID4096" sz="1200" b="1"/>
                    </a:p>
                  </a:txBody>
                  <a:tcPr marL="52371" marR="52371" marT="26185" marB="26185"/>
                </a:tc>
                <a:tc>
                  <a:txBody>
                    <a:bodyPr/>
                    <a:lstStyle/>
                    <a:p>
                      <a:pPr algn="ctr"/>
                      <a:r>
                        <a:rPr lang="en-GB" sz="1200" b="1"/>
                        <a:t>Type</a:t>
                      </a:r>
                      <a:endParaRPr lang="LID4096" sz="1200" b="1"/>
                    </a:p>
                  </a:txBody>
                  <a:tcPr marL="52371" marR="52371" marT="26185" marB="26185"/>
                </a:tc>
                <a:extLst>
                  <a:ext uri="{0D108BD9-81ED-4DB2-BD59-A6C34878D82A}">
                    <a16:rowId xmlns:a16="http://schemas.microsoft.com/office/drawing/2014/main" val="166238262"/>
                  </a:ext>
                </a:extLst>
              </a:tr>
              <a:tr h="238531">
                <a:tc>
                  <a:txBody>
                    <a:bodyPr/>
                    <a:lstStyle/>
                    <a:p>
                      <a:r>
                        <a:rPr lang="en-GB" sz="1200"/>
                        <a:t>Height in Cm</a:t>
                      </a:r>
                      <a:endParaRPr lang="LID4096" sz="1200"/>
                    </a:p>
                  </a:txBody>
                  <a:tcPr marL="52371" marR="52371" marT="26185" marB="26185"/>
                </a:tc>
                <a:tc>
                  <a:txBody>
                    <a:bodyPr/>
                    <a:lstStyle/>
                    <a:p>
                      <a:endParaRPr lang="LID4096" sz="1200"/>
                    </a:p>
                  </a:txBody>
                  <a:tcPr marL="52371" marR="52371" marT="26185" marB="26185"/>
                </a:tc>
                <a:extLst>
                  <a:ext uri="{0D108BD9-81ED-4DB2-BD59-A6C34878D82A}">
                    <a16:rowId xmlns:a16="http://schemas.microsoft.com/office/drawing/2014/main" val="864185110"/>
                  </a:ext>
                </a:extLst>
              </a:tr>
              <a:tr h="238531">
                <a:tc>
                  <a:txBody>
                    <a:bodyPr/>
                    <a:lstStyle/>
                    <a:p>
                      <a:r>
                        <a:rPr lang="en-GB" sz="1200"/>
                        <a:t>Current Temperature in degree Celsius</a:t>
                      </a:r>
                      <a:endParaRPr lang="LID4096" sz="1200"/>
                    </a:p>
                  </a:txBody>
                  <a:tcPr marL="52371" marR="52371" marT="26185" marB="26185"/>
                </a:tc>
                <a:tc>
                  <a:txBody>
                    <a:bodyPr/>
                    <a:lstStyle/>
                    <a:p>
                      <a:endParaRPr lang="LID4096" sz="1200"/>
                    </a:p>
                  </a:txBody>
                  <a:tcPr marL="52371" marR="52371" marT="26185" marB="26185"/>
                </a:tc>
                <a:extLst>
                  <a:ext uri="{0D108BD9-81ED-4DB2-BD59-A6C34878D82A}">
                    <a16:rowId xmlns:a16="http://schemas.microsoft.com/office/drawing/2014/main" val="1089603196"/>
                  </a:ext>
                </a:extLst>
              </a:tr>
              <a:tr h="238531">
                <a:tc>
                  <a:txBody>
                    <a:bodyPr/>
                    <a:lstStyle/>
                    <a:p>
                      <a:r>
                        <a:rPr lang="en-GB" sz="1200"/>
                        <a:t>Residential address</a:t>
                      </a:r>
                      <a:endParaRPr lang="LID4096" sz="1200"/>
                    </a:p>
                  </a:txBody>
                  <a:tcPr marL="52371" marR="52371" marT="26185" marB="26185"/>
                </a:tc>
                <a:tc>
                  <a:txBody>
                    <a:bodyPr/>
                    <a:lstStyle/>
                    <a:p>
                      <a:endParaRPr lang="LID4096" sz="1200"/>
                    </a:p>
                  </a:txBody>
                  <a:tcPr marL="52371" marR="52371" marT="26185" marB="26185"/>
                </a:tc>
                <a:extLst>
                  <a:ext uri="{0D108BD9-81ED-4DB2-BD59-A6C34878D82A}">
                    <a16:rowId xmlns:a16="http://schemas.microsoft.com/office/drawing/2014/main" val="3088924783"/>
                  </a:ext>
                </a:extLst>
              </a:tr>
              <a:tr h="238531">
                <a:tc>
                  <a:txBody>
                    <a:bodyPr/>
                    <a:lstStyle/>
                    <a:p>
                      <a:r>
                        <a:rPr lang="en-GB" sz="1200"/>
                        <a:t>National ID number</a:t>
                      </a:r>
                      <a:endParaRPr lang="LID4096" sz="1200"/>
                    </a:p>
                  </a:txBody>
                  <a:tcPr marL="52371" marR="52371" marT="26185" marB="26185"/>
                </a:tc>
                <a:tc>
                  <a:txBody>
                    <a:bodyPr/>
                    <a:lstStyle/>
                    <a:p>
                      <a:endParaRPr lang="LID4096" sz="1200"/>
                    </a:p>
                  </a:txBody>
                  <a:tcPr marL="52371" marR="52371" marT="26185" marB="26185"/>
                </a:tc>
                <a:extLst>
                  <a:ext uri="{0D108BD9-81ED-4DB2-BD59-A6C34878D82A}">
                    <a16:rowId xmlns:a16="http://schemas.microsoft.com/office/drawing/2014/main" val="68516645"/>
                  </a:ext>
                </a:extLst>
              </a:tr>
              <a:tr h="238531">
                <a:tc>
                  <a:txBody>
                    <a:bodyPr/>
                    <a:lstStyle/>
                    <a:p>
                      <a:r>
                        <a:rPr lang="en-GB" sz="1200"/>
                        <a:t>Allergic to cats?</a:t>
                      </a:r>
                      <a:endParaRPr lang="LID4096" sz="1200"/>
                    </a:p>
                  </a:txBody>
                  <a:tcPr marL="52371" marR="52371" marT="26185" marB="26185"/>
                </a:tc>
                <a:tc>
                  <a:txBody>
                    <a:bodyPr/>
                    <a:lstStyle/>
                    <a:p>
                      <a:endParaRPr lang="LID4096" sz="1200"/>
                    </a:p>
                  </a:txBody>
                  <a:tcPr marL="52371" marR="52371" marT="26185" marB="26185"/>
                </a:tc>
                <a:extLst>
                  <a:ext uri="{0D108BD9-81ED-4DB2-BD59-A6C34878D82A}">
                    <a16:rowId xmlns:a16="http://schemas.microsoft.com/office/drawing/2014/main" val="1368355914"/>
                  </a:ext>
                </a:extLst>
              </a:tr>
              <a:tr h="238531">
                <a:tc>
                  <a:txBody>
                    <a:bodyPr/>
                    <a:lstStyle/>
                    <a:p>
                      <a:r>
                        <a:rPr lang="en-GB" sz="1200"/>
                        <a:t>Date of birth</a:t>
                      </a:r>
                      <a:endParaRPr lang="LID4096" sz="1200"/>
                    </a:p>
                  </a:txBody>
                  <a:tcPr marL="52371" marR="52371" marT="26185" marB="26185"/>
                </a:tc>
                <a:tc>
                  <a:txBody>
                    <a:bodyPr/>
                    <a:lstStyle/>
                    <a:p>
                      <a:endParaRPr lang="LID4096" sz="1200"/>
                    </a:p>
                  </a:txBody>
                  <a:tcPr marL="52371" marR="52371" marT="26185" marB="26185"/>
                </a:tc>
                <a:extLst>
                  <a:ext uri="{0D108BD9-81ED-4DB2-BD59-A6C34878D82A}">
                    <a16:rowId xmlns:a16="http://schemas.microsoft.com/office/drawing/2014/main" val="2112598852"/>
                  </a:ext>
                </a:extLst>
              </a:tr>
            </a:tbl>
          </a:graphicData>
        </a:graphic>
      </p:graphicFrame>
    </p:spTree>
    <p:extLst>
      <p:ext uri="{BB962C8B-B14F-4D97-AF65-F5344CB8AC3E}">
        <p14:creationId xmlns:p14="http://schemas.microsoft.com/office/powerpoint/2010/main" val="4246753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3"/>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Operators</a:t>
            </a:r>
            <a:endParaRPr/>
          </a:p>
        </p:txBody>
      </p:sp>
      <p:sp>
        <p:nvSpPr>
          <p:cNvPr id="113" name="Google Shape;113;p13"/>
          <p:cNvSpPr txBox="1">
            <a:spLocks noGrp="1"/>
          </p:cNvSpPr>
          <p:nvPr>
            <p:ph type="body" idx="1"/>
          </p:nvPr>
        </p:nvSpPr>
        <p:spPr>
          <a:xfrm>
            <a:off x="729450" y="1491375"/>
            <a:ext cx="7688700" cy="47525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We often want to perform operations on variables that are numerical.</a:t>
            </a:r>
            <a:endParaRPr/>
          </a:p>
          <a:p>
            <a:pPr marL="45720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graphicFrame>
        <p:nvGraphicFramePr>
          <p:cNvPr id="114" name="Google Shape;114;p13"/>
          <p:cNvGraphicFramePr/>
          <p:nvPr/>
        </p:nvGraphicFramePr>
        <p:xfrm>
          <a:off x="952500" y="1966625"/>
          <a:ext cx="7239000" cy="2773470"/>
        </p:xfrm>
        <a:graphic>
          <a:graphicData uri="http://schemas.openxmlformats.org/drawingml/2006/table">
            <a:tbl>
              <a:tblPr>
                <a:noFill/>
                <a:tableStyleId>{0CDD1E92-189E-40AD-8222-719FFBB4DE74}</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GB"/>
                        <a:t>Function</a:t>
                      </a:r>
                      <a:endParaRPr/>
                    </a:p>
                  </a:txBody>
                  <a:tcPr marL="91425" marR="91425" marT="91425" marB="91425"/>
                </a:tc>
                <a:tc>
                  <a:txBody>
                    <a:bodyPr/>
                    <a:lstStyle/>
                    <a:p>
                      <a:pPr marL="0" lvl="0" indent="0" algn="l" rtl="0">
                        <a:spcBef>
                          <a:spcPts val="0"/>
                        </a:spcBef>
                        <a:spcAft>
                          <a:spcPts val="0"/>
                        </a:spcAft>
                        <a:buNone/>
                      </a:pPr>
                      <a:r>
                        <a:rPr lang="en-GB"/>
                        <a:t>Operator</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GB"/>
                        <a:t>Multiply</a:t>
                      </a:r>
                      <a:endParaRPr/>
                    </a:p>
                  </a:txBody>
                  <a:tcPr marL="91425" marR="91425" marT="91425" marB="91425"/>
                </a:tc>
                <a:tc>
                  <a:txBody>
                    <a:bodyPr/>
                    <a:lstStyle/>
                    <a:p>
                      <a:pPr marL="0" lvl="0" indent="0" algn="l" rtl="0">
                        <a:spcBef>
                          <a:spcPts val="0"/>
                        </a:spcBef>
                        <a:spcAft>
                          <a:spcPts val="0"/>
                        </a:spcAft>
                        <a:buNone/>
                      </a:pPr>
                      <a:r>
                        <a:rPr lang="en-GB"/>
                        <a:t>*</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GB"/>
                        <a:t>Add</a:t>
                      </a:r>
                      <a:endParaRPr/>
                    </a:p>
                  </a:txBody>
                  <a:tcPr marL="91425" marR="91425" marT="91425" marB="91425"/>
                </a:tc>
                <a:tc>
                  <a:txBody>
                    <a:bodyPr/>
                    <a:lstStyle/>
                    <a:p>
                      <a:pPr marL="0" lvl="0" indent="0" algn="l" rtl="0">
                        <a:spcBef>
                          <a:spcPts val="0"/>
                        </a:spcBef>
                        <a:spcAft>
                          <a:spcPts val="0"/>
                        </a:spcAft>
                        <a:buNone/>
                      </a:pPr>
                      <a:r>
                        <a:rPr lang="en-GB"/>
                        <a:t>+</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GB"/>
                        <a:t>Divide</a:t>
                      </a:r>
                      <a:endParaRPr/>
                    </a:p>
                  </a:txBody>
                  <a:tcPr marL="91425" marR="91425" marT="91425" marB="91425"/>
                </a:tc>
                <a:tc>
                  <a:txBody>
                    <a:bodyPr/>
                    <a:lstStyle/>
                    <a:p>
                      <a:pPr marL="0" lvl="0" indent="0" algn="l" rtl="0">
                        <a:spcBef>
                          <a:spcPts val="0"/>
                        </a:spcBef>
                        <a:spcAft>
                          <a:spcPts val="0"/>
                        </a:spcAft>
                        <a:buNone/>
                      </a:pPr>
                      <a:r>
                        <a:rPr lang="en-GB"/>
                        <a:t>/</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GB"/>
                        <a:t>Subtract</a:t>
                      </a:r>
                      <a:endParaRPr/>
                    </a:p>
                  </a:txBody>
                  <a:tcPr marL="91425" marR="91425" marT="91425" marB="91425"/>
                </a:tc>
                <a:tc>
                  <a:txBody>
                    <a:bodyPr/>
                    <a:lstStyle/>
                    <a:p>
                      <a:pPr marL="0" lvl="0" indent="0" algn="l" rtl="0">
                        <a:spcBef>
                          <a:spcPts val="0"/>
                        </a:spcBef>
                        <a:spcAft>
                          <a:spcPts val="0"/>
                        </a:spcAft>
                        <a:buNone/>
                      </a:pPr>
                      <a:r>
                        <a:rPr lang="en-GB"/>
                        <a:t>-</a:t>
                      </a: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GB"/>
                        <a:t>Power</a:t>
                      </a:r>
                      <a:endParaRPr/>
                    </a:p>
                  </a:txBody>
                  <a:tcPr marL="91425" marR="91425" marT="91425" marB="91425"/>
                </a:tc>
                <a:tc>
                  <a:txBody>
                    <a:bodyPr/>
                    <a:lstStyle/>
                    <a:p>
                      <a:pPr marL="0" lvl="0" indent="0" algn="l" rtl="0">
                        <a:spcBef>
                          <a:spcPts val="0"/>
                        </a:spcBef>
                        <a:spcAft>
                          <a:spcPts val="0"/>
                        </a:spcAft>
                        <a:buNone/>
                      </a:pPr>
                      <a:r>
                        <a:rPr lang="en-GB"/>
                        <a:t>**</a:t>
                      </a:r>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GB"/>
                        <a:t>Modulo</a:t>
                      </a:r>
                      <a:endParaRPr/>
                    </a:p>
                  </a:txBody>
                  <a:tcPr marL="91425" marR="91425" marT="91425" marB="91425"/>
                </a:tc>
                <a:tc>
                  <a:txBody>
                    <a:bodyPr/>
                    <a:lstStyle/>
                    <a:p>
                      <a:pPr marL="0" lvl="0" indent="0" algn="l" rtl="0">
                        <a:spcBef>
                          <a:spcPts val="0"/>
                        </a:spcBef>
                        <a:spcAft>
                          <a:spcPts val="0"/>
                        </a:spcAft>
                        <a:buNone/>
                      </a:pPr>
                      <a:r>
                        <a:rPr lang="en-GB"/>
                        <a:t>%</a:t>
                      </a:r>
                      <a:endParaRPr/>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9D5AC00B-E011-D59D-AFD7-AC03C6A457CC}"/>
            </a:ext>
          </a:extLst>
        </p:cNvPr>
        <p:cNvGrpSpPr/>
        <p:nvPr/>
      </p:nvGrpSpPr>
      <p:grpSpPr>
        <a:xfrm>
          <a:off x="0" y="0"/>
          <a:ext cx="0" cy="0"/>
          <a:chOff x="0" y="0"/>
          <a:chExt cx="0" cy="0"/>
        </a:xfrm>
      </p:grpSpPr>
      <p:sp>
        <p:nvSpPr>
          <p:cNvPr id="112" name="Google Shape;112;p13">
            <a:extLst>
              <a:ext uri="{FF2B5EF4-FFF2-40B4-BE49-F238E27FC236}">
                <a16:creationId xmlns:a16="http://schemas.microsoft.com/office/drawing/2014/main" id="{01C7AB08-B2CC-114F-9B42-46BEC99C7EB5}"/>
              </a:ext>
            </a:extLst>
          </p:cNvPr>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Operators</a:t>
            </a:r>
            <a:endParaRPr/>
          </a:p>
        </p:txBody>
      </p:sp>
      <p:sp>
        <p:nvSpPr>
          <p:cNvPr id="113" name="Google Shape;113;p13">
            <a:extLst>
              <a:ext uri="{FF2B5EF4-FFF2-40B4-BE49-F238E27FC236}">
                <a16:creationId xmlns:a16="http://schemas.microsoft.com/office/drawing/2014/main" id="{AE4DA8CB-3B6A-8BAA-247D-FA23D19BC4CA}"/>
              </a:ext>
            </a:extLst>
          </p:cNvPr>
          <p:cNvSpPr txBox="1">
            <a:spLocks noGrp="1"/>
          </p:cNvSpPr>
          <p:nvPr>
            <p:ph type="body" idx="1"/>
          </p:nvPr>
        </p:nvSpPr>
        <p:spPr>
          <a:xfrm>
            <a:off x="729450" y="1491375"/>
            <a:ext cx="7688700" cy="593734"/>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US" sz="1400"/>
              <a:t>Calculating electricity bill</a:t>
            </a:r>
            <a:endParaRPr/>
          </a:p>
        </p:txBody>
      </p:sp>
      <p:pic>
        <p:nvPicPr>
          <p:cNvPr id="3" name="Picture 2">
            <a:extLst>
              <a:ext uri="{FF2B5EF4-FFF2-40B4-BE49-F238E27FC236}">
                <a16:creationId xmlns:a16="http://schemas.microsoft.com/office/drawing/2014/main" id="{944FCAE7-D95A-677B-1AE8-67C2D1A03B8D}"/>
              </a:ext>
            </a:extLst>
          </p:cNvPr>
          <p:cNvPicPr>
            <a:picLocks noChangeAspect="1"/>
          </p:cNvPicPr>
          <p:nvPr/>
        </p:nvPicPr>
        <p:blipFill>
          <a:blip r:embed="rId3"/>
          <a:stretch>
            <a:fillRect/>
          </a:stretch>
        </p:blipFill>
        <p:spPr>
          <a:xfrm>
            <a:off x="503082" y="2085109"/>
            <a:ext cx="8137835" cy="2631358"/>
          </a:xfrm>
          <a:prstGeom prst="rect">
            <a:avLst/>
          </a:prstGeom>
        </p:spPr>
      </p:pic>
    </p:spTree>
    <p:extLst>
      <p:ext uri="{BB962C8B-B14F-4D97-AF65-F5344CB8AC3E}">
        <p14:creationId xmlns:p14="http://schemas.microsoft.com/office/powerpoint/2010/main" val="1013159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2"/>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Error Messages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06" name="Google Shape;106;p12"/>
          <p:cNvSpPr txBox="1">
            <a:spLocks noGrp="1"/>
          </p:cNvSpPr>
          <p:nvPr>
            <p:ph type="body" idx="1"/>
          </p:nvPr>
        </p:nvSpPr>
        <p:spPr>
          <a:xfrm>
            <a:off x="729450" y="1491375"/>
            <a:ext cx="7688700" cy="753061"/>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sz="1400"/>
              <a:t>Python will throw an error if there’s an issue with </a:t>
            </a:r>
            <a:r>
              <a:rPr lang="en-GB" sz="1400" i="1"/>
              <a:t>Syntax</a:t>
            </a:r>
            <a:r>
              <a:rPr lang="en-GB" sz="1400"/>
              <a:t>.</a:t>
            </a:r>
            <a:endParaRPr sz="1400"/>
          </a:p>
          <a:p>
            <a:pPr marL="457200" lvl="0" indent="-311150" algn="l" rtl="0">
              <a:spcBef>
                <a:spcPts val="0"/>
              </a:spcBef>
              <a:spcAft>
                <a:spcPts val="0"/>
              </a:spcAft>
              <a:buSzPts val="1300"/>
              <a:buChar char="●"/>
            </a:pPr>
            <a:r>
              <a:rPr lang="en-GB" sz="1400"/>
              <a:t>Try and work out the error, but don’t be afraid to Google it!</a:t>
            </a:r>
            <a:endParaRPr sz="1400"/>
          </a:p>
        </p:txBody>
      </p:sp>
      <p:pic>
        <p:nvPicPr>
          <p:cNvPr id="3" name="Picture 2">
            <a:extLst>
              <a:ext uri="{FF2B5EF4-FFF2-40B4-BE49-F238E27FC236}">
                <a16:creationId xmlns:a16="http://schemas.microsoft.com/office/drawing/2014/main" id="{BF411509-86E7-50ED-76E8-581E242DB9B1}"/>
              </a:ext>
            </a:extLst>
          </p:cNvPr>
          <p:cNvPicPr>
            <a:picLocks noChangeAspect="1"/>
          </p:cNvPicPr>
          <p:nvPr/>
        </p:nvPicPr>
        <p:blipFill>
          <a:blip r:embed="rId3"/>
          <a:stretch>
            <a:fillRect/>
          </a:stretch>
        </p:blipFill>
        <p:spPr>
          <a:xfrm>
            <a:off x="1100789" y="2244436"/>
            <a:ext cx="6942422" cy="23014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5"/>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Logic</a:t>
            </a:r>
            <a:endParaRPr/>
          </a:p>
        </p:txBody>
      </p:sp>
      <p:sp>
        <p:nvSpPr>
          <p:cNvPr id="127" name="Google Shape;127;p15"/>
          <p:cNvSpPr txBox="1">
            <a:spLocks noGrp="1"/>
          </p:cNvSpPr>
          <p:nvPr>
            <p:ph type="body" idx="1"/>
          </p:nvPr>
        </p:nvSpPr>
        <p:spPr>
          <a:xfrm>
            <a:off x="729450" y="1491375"/>
            <a:ext cx="7688700" cy="660175"/>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We can check the value of variables like:</a:t>
            </a:r>
            <a:endParaRPr/>
          </a:p>
          <a:p>
            <a:pPr marL="457200" lvl="0" indent="-311150" algn="l" rtl="0">
              <a:spcBef>
                <a:spcPts val="0"/>
              </a:spcBef>
              <a:spcAft>
                <a:spcPts val="0"/>
              </a:spcAft>
              <a:buSzPts val="1300"/>
              <a:buChar char="●"/>
            </a:pPr>
            <a:r>
              <a:rPr lang="en-GB"/>
              <a:t>What is the value of x?</a:t>
            </a:r>
            <a:endParaRPr/>
          </a:p>
        </p:txBody>
      </p:sp>
      <p:pic>
        <p:nvPicPr>
          <p:cNvPr id="128" name="Google Shape;128;p15"/>
          <p:cNvPicPr preferRelativeResize="0"/>
          <p:nvPr/>
        </p:nvPicPr>
        <p:blipFill>
          <a:blip r:embed="rId3">
            <a:alphaModFix/>
          </a:blip>
          <a:stretch>
            <a:fillRect/>
          </a:stretch>
        </p:blipFill>
        <p:spPr>
          <a:xfrm>
            <a:off x="774549" y="2151550"/>
            <a:ext cx="7594900" cy="26321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63324601-AA7F-087E-D4CC-09134D35BF3D}"/>
            </a:ext>
          </a:extLst>
        </p:cNvPr>
        <p:cNvGrpSpPr/>
        <p:nvPr/>
      </p:nvGrpSpPr>
      <p:grpSpPr>
        <a:xfrm>
          <a:off x="0" y="0"/>
          <a:ext cx="0" cy="0"/>
          <a:chOff x="0" y="0"/>
          <a:chExt cx="0" cy="0"/>
        </a:xfrm>
      </p:grpSpPr>
      <p:sp>
        <p:nvSpPr>
          <p:cNvPr id="126" name="Google Shape;126;p15">
            <a:extLst>
              <a:ext uri="{FF2B5EF4-FFF2-40B4-BE49-F238E27FC236}">
                <a16:creationId xmlns:a16="http://schemas.microsoft.com/office/drawing/2014/main" id="{5E8CE8F7-75F0-D305-F9A6-8F0267D1CF90}"/>
              </a:ext>
            </a:extLst>
          </p:cNvPr>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Logic</a:t>
            </a:r>
            <a:endParaRPr/>
          </a:p>
        </p:txBody>
      </p:sp>
      <p:sp>
        <p:nvSpPr>
          <p:cNvPr id="127" name="Google Shape;127;p15">
            <a:extLst>
              <a:ext uri="{FF2B5EF4-FFF2-40B4-BE49-F238E27FC236}">
                <a16:creationId xmlns:a16="http://schemas.microsoft.com/office/drawing/2014/main" id="{BC86F7A2-93BF-1908-01AF-438BD496DF96}"/>
              </a:ext>
            </a:extLst>
          </p:cNvPr>
          <p:cNvSpPr txBox="1">
            <a:spLocks noGrp="1"/>
          </p:cNvSpPr>
          <p:nvPr>
            <p:ph type="body" idx="1"/>
          </p:nvPr>
        </p:nvSpPr>
        <p:spPr>
          <a:xfrm>
            <a:off x="729450" y="1491375"/>
            <a:ext cx="7688700" cy="660175"/>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We can check the value of variables like:</a:t>
            </a:r>
            <a:endParaRPr/>
          </a:p>
          <a:p>
            <a:pPr marL="457200" lvl="0" indent="-311150" algn="l" rtl="0">
              <a:spcBef>
                <a:spcPts val="0"/>
              </a:spcBef>
              <a:spcAft>
                <a:spcPts val="0"/>
              </a:spcAft>
              <a:buSzPts val="1300"/>
              <a:buChar char="●"/>
            </a:pPr>
            <a:r>
              <a:rPr lang="en-GB"/>
              <a:t>What is the value of x?</a:t>
            </a:r>
            <a:endParaRPr/>
          </a:p>
        </p:txBody>
      </p:sp>
      <p:pic>
        <p:nvPicPr>
          <p:cNvPr id="4" name="Picture 3">
            <a:extLst>
              <a:ext uri="{FF2B5EF4-FFF2-40B4-BE49-F238E27FC236}">
                <a16:creationId xmlns:a16="http://schemas.microsoft.com/office/drawing/2014/main" id="{E0700F44-B123-7719-F574-7D1BF4DD9E14}"/>
              </a:ext>
            </a:extLst>
          </p:cNvPr>
          <p:cNvPicPr>
            <a:picLocks noChangeAspect="1"/>
          </p:cNvPicPr>
          <p:nvPr/>
        </p:nvPicPr>
        <p:blipFill>
          <a:blip r:embed="rId3"/>
          <a:stretch>
            <a:fillRect/>
          </a:stretch>
        </p:blipFill>
        <p:spPr>
          <a:xfrm>
            <a:off x="894837" y="2571750"/>
            <a:ext cx="7354326" cy="18481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25116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6"/>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Printing</a:t>
            </a:r>
            <a:endParaRPr/>
          </a:p>
        </p:txBody>
      </p:sp>
      <p:sp>
        <p:nvSpPr>
          <p:cNvPr id="134" name="Google Shape;134;p16"/>
          <p:cNvSpPr txBox="1">
            <a:spLocks noGrp="1"/>
          </p:cNvSpPr>
          <p:nvPr>
            <p:ph type="body" idx="1"/>
          </p:nvPr>
        </p:nvSpPr>
        <p:spPr>
          <a:xfrm>
            <a:off x="729450" y="1491375"/>
            <a:ext cx="7688700" cy="711498"/>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sz="1400"/>
              <a:t>We can print out the value of variables, this helps when debugging.</a:t>
            </a:r>
            <a:endParaRPr sz="1400"/>
          </a:p>
          <a:p>
            <a:pPr marL="457200" lvl="0" indent="-311150" algn="l" rtl="0">
              <a:spcBef>
                <a:spcPts val="0"/>
              </a:spcBef>
              <a:spcAft>
                <a:spcPts val="0"/>
              </a:spcAft>
              <a:buSzPts val="1300"/>
              <a:buChar char="●"/>
            </a:pPr>
            <a:r>
              <a:rPr lang="en-GB" sz="1400"/>
              <a:t>There are many ways in which you can print values...</a:t>
            </a:r>
            <a:endParaRPr sz="1400"/>
          </a:p>
        </p:txBody>
      </p:sp>
      <p:pic>
        <p:nvPicPr>
          <p:cNvPr id="135" name="Google Shape;135;p16"/>
          <p:cNvPicPr preferRelativeResize="0"/>
          <p:nvPr/>
        </p:nvPicPr>
        <p:blipFill>
          <a:blip r:embed="rId3">
            <a:alphaModFix/>
          </a:blip>
          <a:stretch>
            <a:fillRect/>
          </a:stretch>
        </p:blipFill>
        <p:spPr>
          <a:xfrm>
            <a:off x="1758696" y="2202873"/>
            <a:ext cx="5316467" cy="28484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2"/>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Loops</a:t>
            </a:r>
            <a:endParaRPr/>
          </a:p>
        </p:txBody>
      </p:sp>
      <p:sp>
        <p:nvSpPr>
          <p:cNvPr id="176" name="Google Shape;176;p22"/>
          <p:cNvSpPr txBox="1">
            <a:spLocks noGrp="1"/>
          </p:cNvSpPr>
          <p:nvPr>
            <p:ph type="body" idx="1"/>
          </p:nvPr>
        </p:nvSpPr>
        <p:spPr>
          <a:xfrm>
            <a:off x="729450" y="1491374"/>
            <a:ext cx="7688700" cy="1080376"/>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Sometimes we need to do the same operation multiple times.</a:t>
            </a:r>
          </a:p>
          <a:p>
            <a:pPr marL="457200" lvl="0" indent="-311150" algn="l" rtl="0">
              <a:spcBef>
                <a:spcPts val="0"/>
              </a:spcBef>
              <a:spcAft>
                <a:spcPts val="0"/>
              </a:spcAft>
              <a:buSzPts val="1300"/>
              <a:buChar char="●"/>
            </a:pPr>
            <a:r>
              <a:rPr lang="en-GB"/>
              <a:t>We use a “for” loop when the number of repetitions is known.</a:t>
            </a:r>
          </a:p>
          <a:p>
            <a:pPr marL="457200" lvl="0" indent="-311150" algn="l" rtl="0">
              <a:spcBef>
                <a:spcPts val="0"/>
              </a:spcBef>
              <a:spcAft>
                <a:spcPts val="0"/>
              </a:spcAft>
              <a:buSzPts val="1300"/>
              <a:buChar char="●"/>
            </a:pPr>
            <a:r>
              <a:rPr lang="en-GB"/>
              <a:t>A while loop is used when the repetitions is not known, but we know when to stop.</a:t>
            </a:r>
            <a:endParaRPr/>
          </a:p>
        </p:txBody>
      </p:sp>
      <p:pic>
        <p:nvPicPr>
          <p:cNvPr id="5" name="Picture 4">
            <a:extLst>
              <a:ext uri="{FF2B5EF4-FFF2-40B4-BE49-F238E27FC236}">
                <a16:creationId xmlns:a16="http://schemas.microsoft.com/office/drawing/2014/main" id="{D94F59BA-1473-2F9F-01F7-C1C01A9A7D53}"/>
              </a:ext>
            </a:extLst>
          </p:cNvPr>
          <p:cNvPicPr>
            <a:picLocks noChangeAspect="1"/>
          </p:cNvPicPr>
          <p:nvPr/>
        </p:nvPicPr>
        <p:blipFill>
          <a:blip r:embed="rId3"/>
          <a:stretch>
            <a:fillRect/>
          </a:stretch>
        </p:blipFill>
        <p:spPr>
          <a:xfrm>
            <a:off x="1561839" y="2573482"/>
            <a:ext cx="6020322" cy="22633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AB144-CC63-C247-06B7-6CD72E66A7A6}"/>
              </a:ext>
            </a:extLst>
          </p:cNvPr>
          <p:cNvSpPr>
            <a:spLocks noGrp="1"/>
          </p:cNvSpPr>
          <p:nvPr>
            <p:ph type="title"/>
          </p:nvPr>
        </p:nvSpPr>
        <p:spPr/>
        <p:txBody>
          <a:bodyPr>
            <a:normAutofit fontScale="90000"/>
          </a:bodyPr>
          <a:lstStyle/>
          <a:p>
            <a:r>
              <a:rPr lang="en-US"/>
              <a:t>Level up</a:t>
            </a:r>
            <a:endParaRPr lang="LID4096"/>
          </a:p>
        </p:txBody>
      </p:sp>
      <p:sp>
        <p:nvSpPr>
          <p:cNvPr id="3" name="Text Placeholder 2">
            <a:extLst>
              <a:ext uri="{FF2B5EF4-FFF2-40B4-BE49-F238E27FC236}">
                <a16:creationId xmlns:a16="http://schemas.microsoft.com/office/drawing/2014/main" id="{2DB86536-5F3F-0182-755B-B2143863070B}"/>
              </a:ext>
            </a:extLst>
          </p:cNvPr>
          <p:cNvSpPr>
            <a:spLocks noGrp="1"/>
          </p:cNvSpPr>
          <p:nvPr>
            <p:ph type="body" idx="1"/>
          </p:nvPr>
        </p:nvSpPr>
        <p:spPr>
          <a:xfrm>
            <a:off x="729450" y="1491375"/>
            <a:ext cx="7688700" cy="3149898"/>
          </a:xfrm>
        </p:spPr>
        <p:txBody>
          <a:bodyPr/>
          <a:lstStyle/>
          <a:p>
            <a:pPr marL="146050" indent="0">
              <a:buNone/>
            </a:pPr>
            <a:r>
              <a:rPr lang="en-US"/>
              <a:t>Time to put on your coding hat and challenge yourself with some interesting tasks:</a:t>
            </a:r>
          </a:p>
          <a:p>
            <a:pPr marL="488950" indent="-342900">
              <a:buFont typeface="+mj-lt"/>
              <a:buAutoNum type="arabicPeriod"/>
            </a:pPr>
            <a:r>
              <a:rPr lang="en-US"/>
              <a:t>On Google </a:t>
            </a:r>
            <a:r>
              <a:rPr lang="en-US" err="1"/>
              <a:t>Colab</a:t>
            </a:r>
            <a:r>
              <a:rPr lang="en-US"/>
              <a:t>, create a Notebook. Define some variables to provide the following details about yourself:</a:t>
            </a:r>
          </a:p>
          <a:p>
            <a:pPr lvl="1"/>
            <a:r>
              <a:rPr lang="en-US" sz="1200"/>
              <a:t>Your name and age</a:t>
            </a:r>
          </a:p>
          <a:p>
            <a:pPr lvl="1"/>
            <a:r>
              <a:rPr lang="en-US" sz="1200"/>
              <a:t>Your dream car</a:t>
            </a:r>
          </a:p>
          <a:p>
            <a:pPr lvl="1"/>
            <a:r>
              <a:rPr lang="en-US" sz="1200"/>
              <a:t>Car price</a:t>
            </a:r>
          </a:p>
          <a:p>
            <a:pPr lvl="1"/>
            <a:r>
              <a:rPr lang="en-US" sz="1200"/>
              <a:t>Approx. monthly earning</a:t>
            </a:r>
          </a:p>
          <a:p>
            <a:pPr lvl="1"/>
            <a:r>
              <a:rPr lang="en-US" sz="1200"/>
              <a:t>Percentage of earnings that go into saving</a:t>
            </a:r>
          </a:p>
          <a:p>
            <a:pPr marL="488950" indent="-342900">
              <a:buFont typeface="+mj-lt"/>
              <a:buAutoNum type="arabicPeriod"/>
            </a:pPr>
            <a:r>
              <a:rPr lang="en-US"/>
              <a:t>Print the values you’ve entered in single statement but separated by lines.</a:t>
            </a:r>
          </a:p>
          <a:p>
            <a:pPr marL="488950" indent="-342900">
              <a:buFont typeface="+mj-lt"/>
              <a:buAutoNum type="arabicPeriod"/>
            </a:pPr>
            <a:r>
              <a:rPr lang="en-US"/>
              <a:t>Extend your program to estimate when you’d be able to buy your car.</a:t>
            </a:r>
          </a:p>
          <a:p>
            <a:pPr marL="488950" indent="-342900">
              <a:buFont typeface="+mj-lt"/>
              <a:buAutoNum type="arabicPeriod"/>
            </a:pPr>
            <a:endParaRPr lang="LID4096"/>
          </a:p>
        </p:txBody>
      </p:sp>
    </p:spTree>
    <p:extLst>
      <p:ext uri="{BB962C8B-B14F-4D97-AF65-F5344CB8AC3E}">
        <p14:creationId xmlns:p14="http://schemas.microsoft.com/office/powerpoint/2010/main" val="649911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7"/>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Data Structures</a:t>
            </a:r>
            <a:endParaRPr/>
          </a:p>
        </p:txBody>
      </p:sp>
      <p:sp>
        <p:nvSpPr>
          <p:cNvPr id="141" name="Google Shape;141;p17"/>
          <p:cNvSpPr txBox="1">
            <a:spLocks noGrp="1"/>
          </p:cNvSpPr>
          <p:nvPr>
            <p:ph type="body" idx="1"/>
          </p:nvPr>
        </p:nvSpPr>
        <p:spPr>
          <a:xfrm>
            <a:off x="729450" y="1491375"/>
            <a:ext cx="7688700" cy="7656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In programming we often need ways to store lots of data, we do this in data structures.</a:t>
            </a:r>
            <a:endParaRPr/>
          </a:p>
          <a:p>
            <a:pPr marL="457200" lvl="0" indent="-311150" algn="l" rtl="0">
              <a:spcBef>
                <a:spcPts val="0"/>
              </a:spcBef>
              <a:spcAft>
                <a:spcPts val="0"/>
              </a:spcAft>
              <a:buSzPts val="1300"/>
              <a:buChar char="●"/>
            </a:pPr>
            <a:r>
              <a:rPr lang="en-GB"/>
              <a:t>The main ones are: </a:t>
            </a:r>
            <a:r>
              <a:rPr lang="en-GB" b="1"/>
              <a:t>lists []</a:t>
            </a:r>
            <a:r>
              <a:rPr lang="en-GB"/>
              <a:t>, </a:t>
            </a:r>
            <a:r>
              <a:rPr lang="en-GB" b="1"/>
              <a:t>tuples ()</a:t>
            </a:r>
            <a:r>
              <a:rPr lang="en-GB"/>
              <a:t> and </a:t>
            </a:r>
            <a:r>
              <a:rPr lang="en-GB" b="1"/>
              <a:t>dictionaries {}</a:t>
            </a:r>
            <a:r>
              <a:rPr lang="en-GB"/>
              <a:t>.</a:t>
            </a:r>
            <a:endParaRPr/>
          </a:p>
        </p:txBody>
      </p:sp>
      <p:pic>
        <p:nvPicPr>
          <p:cNvPr id="142" name="Google Shape;142;p17"/>
          <p:cNvPicPr preferRelativeResize="0"/>
          <p:nvPr/>
        </p:nvPicPr>
        <p:blipFill>
          <a:blip r:embed="rId3">
            <a:alphaModFix/>
          </a:blip>
          <a:stretch>
            <a:fillRect/>
          </a:stretch>
        </p:blipFill>
        <p:spPr>
          <a:xfrm>
            <a:off x="1500750" y="2256975"/>
            <a:ext cx="6142501" cy="23155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8"/>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Tuples</a:t>
            </a:r>
            <a:endParaRPr/>
          </a:p>
        </p:txBody>
      </p:sp>
      <p:sp>
        <p:nvSpPr>
          <p:cNvPr id="148" name="Google Shape;148;p18"/>
          <p:cNvSpPr txBox="1">
            <a:spLocks noGrp="1"/>
          </p:cNvSpPr>
          <p:nvPr>
            <p:ph type="body" idx="1"/>
          </p:nvPr>
        </p:nvSpPr>
        <p:spPr>
          <a:xfrm>
            <a:off x="729450" y="1491375"/>
            <a:ext cx="7688700" cy="28485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Tuples store arrays of data.</a:t>
            </a:r>
            <a:endParaRPr/>
          </a:p>
          <a:p>
            <a:pPr marL="457200" lvl="0" indent="-311150" algn="l" rtl="0">
              <a:spcBef>
                <a:spcPts val="0"/>
              </a:spcBef>
              <a:spcAft>
                <a:spcPts val="0"/>
              </a:spcAft>
              <a:buSzPts val="1300"/>
              <a:buChar char="●"/>
            </a:pPr>
            <a:r>
              <a:rPr lang="en-GB"/>
              <a:t>We can access elements of the tuples by indexing the tuple.</a:t>
            </a:r>
            <a:endParaRPr/>
          </a:p>
          <a:p>
            <a:pPr marL="457200" lvl="0" indent="-311150" algn="l" rtl="0">
              <a:spcBef>
                <a:spcPts val="0"/>
              </a:spcBef>
              <a:spcAft>
                <a:spcPts val="0"/>
              </a:spcAft>
              <a:buSzPts val="1300"/>
              <a:buChar char="●"/>
            </a:pPr>
            <a:r>
              <a:rPr lang="en-GB"/>
              <a:t>Tuple values can’t be changed!</a:t>
            </a:r>
            <a:endParaRPr/>
          </a:p>
          <a:p>
            <a:pPr marL="457200" lvl="0" indent="-311150" algn="l" rtl="0">
              <a:spcBef>
                <a:spcPts val="0"/>
              </a:spcBef>
              <a:spcAft>
                <a:spcPts val="0"/>
              </a:spcAft>
              <a:buSzPts val="1300"/>
              <a:buChar char="●"/>
            </a:pPr>
            <a:r>
              <a:rPr lang="en-GB"/>
              <a:t>We count from 0 in programming, what would the value of </a:t>
            </a:r>
            <a:r>
              <a:rPr lang="en-GB" err="1"/>
              <a:t>my_tuples</a:t>
            </a:r>
            <a:r>
              <a:rPr lang="en-GB"/>
              <a:t>[3] be?</a:t>
            </a:r>
            <a:endParaRPr/>
          </a:p>
        </p:txBody>
      </p:sp>
      <p:pic>
        <p:nvPicPr>
          <p:cNvPr id="149" name="Google Shape;149;p18"/>
          <p:cNvPicPr preferRelativeResize="0"/>
          <p:nvPr/>
        </p:nvPicPr>
        <p:blipFill>
          <a:blip r:embed="rId3">
            <a:alphaModFix/>
          </a:blip>
          <a:stretch>
            <a:fillRect/>
          </a:stretch>
        </p:blipFill>
        <p:spPr>
          <a:xfrm>
            <a:off x="1517600" y="2571750"/>
            <a:ext cx="5306775" cy="19018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9"/>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Lists</a:t>
            </a:r>
            <a:endParaRPr/>
          </a:p>
        </p:txBody>
      </p:sp>
      <p:sp>
        <p:nvSpPr>
          <p:cNvPr id="155" name="Google Shape;155;p19"/>
          <p:cNvSpPr txBox="1">
            <a:spLocks noGrp="1"/>
          </p:cNvSpPr>
          <p:nvPr>
            <p:ph type="body" idx="1"/>
          </p:nvPr>
        </p:nvSpPr>
        <p:spPr>
          <a:xfrm>
            <a:off x="729450" y="1491375"/>
            <a:ext cx="7688700" cy="28485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Lists are like tuples but we can change their values.</a:t>
            </a:r>
            <a:endParaRPr/>
          </a:p>
          <a:p>
            <a:pPr marL="0" lvl="0" indent="0" algn="l" rtl="0">
              <a:spcBef>
                <a:spcPts val="1200"/>
              </a:spcBef>
              <a:spcAft>
                <a:spcPts val="1200"/>
              </a:spcAft>
              <a:buNone/>
            </a:pPr>
            <a:endParaRPr/>
          </a:p>
        </p:txBody>
      </p:sp>
      <p:pic>
        <p:nvPicPr>
          <p:cNvPr id="156" name="Google Shape;156;p19"/>
          <p:cNvPicPr preferRelativeResize="0"/>
          <p:nvPr/>
        </p:nvPicPr>
        <p:blipFill>
          <a:blip r:embed="rId3">
            <a:alphaModFix/>
          </a:blip>
          <a:stretch>
            <a:fillRect/>
          </a:stretch>
        </p:blipFill>
        <p:spPr>
          <a:xfrm>
            <a:off x="1464612" y="2299923"/>
            <a:ext cx="6371676" cy="19167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0"/>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Dictionaries</a:t>
            </a:r>
            <a:endParaRPr/>
          </a:p>
        </p:txBody>
      </p:sp>
      <p:sp>
        <p:nvSpPr>
          <p:cNvPr id="162" name="Google Shape;162;p20"/>
          <p:cNvSpPr txBox="1">
            <a:spLocks noGrp="1"/>
          </p:cNvSpPr>
          <p:nvPr>
            <p:ph type="body" idx="1"/>
          </p:nvPr>
        </p:nvSpPr>
        <p:spPr>
          <a:xfrm>
            <a:off x="729450" y="1491375"/>
            <a:ext cx="7688700" cy="28485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Dictionaries are stored using a ‘</a:t>
            </a:r>
            <a:r>
              <a:rPr lang="en-GB" i="1"/>
              <a:t>hash table</a:t>
            </a:r>
            <a:r>
              <a:rPr lang="en-GB"/>
              <a:t>’ and the values are accessed using the key.</a:t>
            </a:r>
          </a:p>
          <a:p>
            <a:pPr marL="457200" lvl="0" indent="-311150" algn="l" rtl="0">
              <a:spcBef>
                <a:spcPts val="0"/>
              </a:spcBef>
              <a:spcAft>
                <a:spcPts val="0"/>
              </a:spcAft>
              <a:buSzPts val="1300"/>
              <a:buChar char="●"/>
            </a:pPr>
            <a:r>
              <a:rPr lang="en-GB"/>
              <a:t>They keep data in key-value pairs where key is a string and value can be any object, even another dict.</a:t>
            </a:r>
            <a:endParaRPr/>
          </a:p>
        </p:txBody>
      </p:sp>
      <p:pic>
        <p:nvPicPr>
          <p:cNvPr id="163" name="Google Shape;163;p20"/>
          <p:cNvPicPr preferRelativeResize="0"/>
          <p:nvPr/>
        </p:nvPicPr>
        <p:blipFill>
          <a:blip r:embed="rId3">
            <a:alphaModFix/>
          </a:blip>
          <a:stretch>
            <a:fillRect/>
          </a:stretch>
        </p:blipFill>
        <p:spPr>
          <a:xfrm>
            <a:off x="2249662" y="2431675"/>
            <a:ext cx="4648274" cy="2049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1"/>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Slices</a:t>
            </a:r>
            <a:endParaRPr/>
          </a:p>
        </p:txBody>
      </p:sp>
      <p:sp>
        <p:nvSpPr>
          <p:cNvPr id="169" name="Google Shape;169;p21"/>
          <p:cNvSpPr txBox="1">
            <a:spLocks noGrp="1"/>
          </p:cNvSpPr>
          <p:nvPr>
            <p:ph type="body" idx="1"/>
          </p:nvPr>
        </p:nvSpPr>
        <p:spPr>
          <a:xfrm>
            <a:off x="729450" y="1491375"/>
            <a:ext cx="7688700" cy="28485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We can access ranges of lists.</a:t>
            </a:r>
            <a:endParaRPr/>
          </a:p>
        </p:txBody>
      </p:sp>
      <p:pic>
        <p:nvPicPr>
          <p:cNvPr id="170" name="Google Shape;170;p21"/>
          <p:cNvPicPr preferRelativeResize="0"/>
          <p:nvPr/>
        </p:nvPicPr>
        <p:blipFill>
          <a:blip r:embed="rId3">
            <a:alphaModFix/>
          </a:blip>
          <a:stretch>
            <a:fillRect/>
          </a:stretch>
        </p:blipFill>
        <p:spPr>
          <a:xfrm>
            <a:off x="1581825" y="2200179"/>
            <a:ext cx="5983951" cy="21397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14B32AB7-9DAD-E45C-F300-9103C69F2B2C}"/>
            </a:ext>
          </a:extLst>
        </p:cNvPr>
        <p:cNvGrpSpPr/>
        <p:nvPr/>
      </p:nvGrpSpPr>
      <p:grpSpPr>
        <a:xfrm>
          <a:off x="0" y="0"/>
          <a:ext cx="0" cy="0"/>
          <a:chOff x="0" y="0"/>
          <a:chExt cx="0" cy="0"/>
        </a:xfrm>
      </p:grpSpPr>
      <p:sp>
        <p:nvSpPr>
          <p:cNvPr id="175" name="Google Shape;175;p22">
            <a:extLst>
              <a:ext uri="{FF2B5EF4-FFF2-40B4-BE49-F238E27FC236}">
                <a16:creationId xmlns:a16="http://schemas.microsoft.com/office/drawing/2014/main" id="{A89F6CF3-4A97-9DBF-162F-287ACBE4355C}"/>
              </a:ext>
            </a:extLst>
          </p:cNvPr>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Loops (again)</a:t>
            </a:r>
            <a:endParaRPr/>
          </a:p>
        </p:txBody>
      </p:sp>
      <p:sp>
        <p:nvSpPr>
          <p:cNvPr id="176" name="Google Shape;176;p22">
            <a:extLst>
              <a:ext uri="{FF2B5EF4-FFF2-40B4-BE49-F238E27FC236}">
                <a16:creationId xmlns:a16="http://schemas.microsoft.com/office/drawing/2014/main" id="{861F9E77-7F43-5944-3516-738C4B51684A}"/>
              </a:ext>
            </a:extLst>
          </p:cNvPr>
          <p:cNvSpPr txBox="1">
            <a:spLocks noGrp="1"/>
          </p:cNvSpPr>
          <p:nvPr>
            <p:ph type="body" idx="1"/>
          </p:nvPr>
        </p:nvSpPr>
        <p:spPr>
          <a:xfrm>
            <a:off x="729450" y="1491375"/>
            <a:ext cx="7688700" cy="28485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Adding numbers in a list.</a:t>
            </a:r>
            <a:endParaRPr/>
          </a:p>
        </p:txBody>
      </p:sp>
      <p:pic>
        <p:nvPicPr>
          <p:cNvPr id="177" name="Google Shape;177;p22">
            <a:extLst>
              <a:ext uri="{FF2B5EF4-FFF2-40B4-BE49-F238E27FC236}">
                <a16:creationId xmlns:a16="http://schemas.microsoft.com/office/drawing/2014/main" id="{28CC23CC-B8F3-30EC-E07A-85391AD5B25B}"/>
              </a:ext>
            </a:extLst>
          </p:cNvPr>
          <p:cNvPicPr preferRelativeResize="0"/>
          <p:nvPr/>
        </p:nvPicPr>
        <p:blipFill>
          <a:blip r:embed="rId3">
            <a:alphaModFix/>
          </a:blip>
          <a:stretch>
            <a:fillRect/>
          </a:stretch>
        </p:blipFill>
        <p:spPr>
          <a:xfrm>
            <a:off x="1371875" y="2291525"/>
            <a:ext cx="6400249" cy="2230600"/>
          </a:xfrm>
          <a:prstGeom prst="rect">
            <a:avLst/>
          </a:prstGeom>
          <a:noFill/>
          <a:ln>
            <a:noFill/>
          </a:ln>
        </p:spPr>
      </p:pic>
    </p:spTree>
    <p:extLst>
      <p:ext uri="{BB962C8B-B14F-4D97-AF65-F5344CB8AC3E}">
        <p14:creationId xmlns:p14="http://schemas.microsoft.com/office/powerpoint/2010/main" val="194825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3"/>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Functions</a:t>
            </a:r>
            <a:endParaRPr/>
          </a:p>
        </p:txBody>
      </p:sp>
      <p:sp>
        <p:nvSpPr>
          <p:cNvPr id="183" name="Google Shape;183;p23"/>
          <p:cNvSpPr txBox="1">
            <a:spLocks noGrp="1"/>
          </p:cNvSpPr>
          <p:nvPr>
            <p:ph type="body" idx="1"/>
          </p:nvPr>
        </p:nvSpPr>
        <p:spPr>
          <a:xfrm>
            <a:off x="729450" y="1491375"/>
            <a:ext cx="3887400" cy="28485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Functions make life a lot easier when writing lots of code.</a:t>
            </a:r>
            <a:endParaRPr/>
          </a:p>
          <a:p>
            <a:pPr marL="457200" lvl="0" indent="-311150" algn="l" rtl="0">
              <a:spcBef>
                <a:spcPts val="0"/>
              </a:spcBef>
              <a:spcAft>
                <a:spcPts val="0"/>
              </a:spcAft>
              <a:buSzPts val="1300"/>
              <a:buChar char="●"/>
            </a:pPr>
            <a:r>
              <a:rPr lang="en-GB"/>
              <a:t>It allows us to separate out pieces of the codebase.</a:t>
            </a:r>
            <a:endParaRPr/>
          </a:p>
          <a:p>
            <a:pPr marL="457200" lvl="0" indent="-311150" algn="l" rtl="0">
              <a:spcBef>
                <a:spcPts val="0"/>
              </a:spcBef>
              <a:spcAft>
                <a:spcPts val="0"/>
              </a:spcAft>
              <a:buSzPts val="1300"/>
              <a:buChar char="●"/>
            </a:pPr>
            <a:r>
              <a:rPr lang="en-GB"/>
              <a:t>If you’re going to do the same set of operations more than twice, it should be a function.</a:t>
            </a:r>
            <a:endParaRPr/>
          </a:p>
        </p:txBody>
      </p:sp>
      <p:pic>
        <p:nvPicPr>
          <p:cNvPr id="184" name="Google Shape;184;p23"/>
          <p:cNvPicPr preferRelativeResize="0"/>
          <p:nvPr/>
        </p:nvPicPr>
        <p:blipFill>
          <a:blip r:embed="rId3">
            <a:alphaModFix/>
          </a:blip>
          <a:stretch>
            <a:fillRect/>
          </a:stretch>
        </p:blipFill>
        <p:spPr>
          <a:xfrm>
            <a:off x="4616850" y="1603425"/>
            <a:ext cx="4331694" cy="2848500"/>
          </a:xfrm>
          <a:prstGeom prst="rect">
            <a:avLst/>
          </a:prstGeom>
          <a:noFill/>
          <a:ln>
            <a:noFill/>
          </a:ln>
        </p:spPr>
      </p:pic>
      <p:sp>
        <p:nvSpPr>
          <p:cNvPr id="185" name="Google Shape;185;p23"/>
          <p:cNvSpPr txBox="1"/>
          <p:nvPr/>
        </p:nvSpPr>
        <p:spPr>
          <a:xfrm>
            <a:off x="2308400" y="2330825"/>
            <a:ext cx="6454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Lato"/>
              <a:ea typeface="Lato"/>
              <a:cs typeface="Lato"/>
              <a:sym typeface="La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4"/>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Classes</a:t>
            </a:r>
            <a:endParaRPr/>
          </a:p>
        </p:txBody>
      </p:sp>
      <p:sp>
        <p:nvSpPr>
          <p:cNvPr id="191" name="Google Shape;191;p24"/>
          <p:cNvSpPr txBox="1">
            <a:spLocks noGrp="1"/>
          </p:cNvSpPr>
          <p:nvPr>
            <p:ph type="body" idx="1"/>
          </p:nvPr>
        </p:nvSpPr>
        <p:spPr>
          <a:xfrm>
            <a:off x="729450" y="1491375"/>
            <a:ext cx="7876800" cy="121025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Classes can be seen as a way to group functions together which act on an ‘abstract’ object.</a:t>
            </a:r>
            <a:endParaRPr/>
          </a:p>
          <a:p>
            <a:pPr marL="457200" lvl="0" indent="-311150" algn="l" rtl="0">
              <a:spcBef>
                <a:spcPts val="0"/>
              </a:spcBef>
              <a:spcAft>
                <a:spcPts val="0"/>
              </a:spcAft>
              <a:buSzPts val="1300"/>
              <a:buChar char="●"/>
            </a:pPr>
            <a:r>
              <a:rPr lang="en-GB"/>
              <a:t>Think of them as a programming way to describe objects.</a:t>
            </a:r>
            <a:endParaRPr/>
          </a:p>
          <a:p>
            <a:pPr marL="457200" lvl="0" indent="-311150" algn="l" rtl="0">
              <a:spcBef>
                <a:spcPts val="0"/>
              </a:spcBef>
              <a:spcAft>
                <a:spcPts val="0"/>
              </a:spcAft>
              <a:buSzPts val="1300"/>
              <a:buChar char="●"/>
            </a:pPr>
            <a:r>
              <a:rPr lang="en-GB"/>
              <a:t>This concept may sound a bit complex; it takes and time to understand, so don’t worry too much if you don’t get it straight away.</a:t>
            </a:r>
            <a:endParaRPr/>
          </a:p>
        </p:txBody>
      </p:sp>
      <p:pic>
        <p:nvPicPr>
          <p:cNvPr id="192" name="Google Shape;192;p24"/>
          <p:cNvPicPr preferRelativeResize="0"/>
          <p:nvPr/>
        </p:nvPicPr>
        <p:blipFill>
          <a:blip r:embed="rId3">
            <a:alphaModFix/>
          </a:blip>
          <a:stretch>
            <a:fillRect/>
          </a:stretch>
        </p:blipFill>
        <p:spPr>
          <a:xfrm>
            <a:off x="1773437" y="2701625"/>
            <a:ext cx="5788825" cy="23155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5"/>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Classes</a:t>
            </a:r>
            <a:endParaRPr/>
          </a:p>
        </p:txBody>
      </p:sp>
      <p:pic>
        <p:nvPicPr>
          <p:cNvPr id="198" name="Google Shape;198;p25"/>
          <p:cNvPicPr preferRelativeResize="0"/>
          <p:nvPr/>
        </p:nvPicPr>
        <p:blipFill>
          <a:blip r:embed="rId3">
            <a:alphaModFix/>
          </a:blip>
          <a:stretch>
            <a:fillRect/>
          </a:stretch>
        </p:blipFill>
        <p:spPr>
          <a:xfrm>
            <a:off x="1107626" y="1637050"/>
            <a:ext cx="6932350" cy="2772950"/>
          </a:xfrm>
          <a:prstGeom prst="rect">
            <a:avLst/>
          </a:prstGeom>
          <a:noFill/>
          <a:ln>
            <a:noFill/>
          </a:ln>
        </p:spPr>
      </p:pic>
      <p:sp>
        <p:nvSpPr>
          <p:cNvPr id="199" name="Google Shape;199;p25"/>
          <p:cNvSpPr txBox="1"/>
          <p:nvPr/>
        </p:nvSpPr>
        <p:spPr>
          <a:xfrm>
            <a:off x="6544225" y="986125"/>
            <a:ext cx="2084400" cy="10467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Lato"/>
                <a:ea typeface="Lato"/>
                <a:cs typeface="Lato"/>
                <a:sym typeface="Lato"/>
              </a:rPr>
              <a:t>Every object needs a constructor. This function is what ‘builds’ the class</a:t>
            </a:r>
            <a:endParaRPr>
              <a:latin typeface="Lato"/>
              <a:ea typeface="Lato"/>
              <a:cs typeface="Lato"/>
              <a:sym typeface="Lato"/>
            </a:endParaRPr>
          </a:p>
        </p:txBody>
      </p:sp>
      <p:cxnSp>
        <p:nvCxnSpPr>
          <p:cNvPr id="200" name="Google Shape;200;p25"/>
          <p:cNvCxnSpPr>
            <a:stCxn id="199" idx="1"/>
          </p:cNvCxnSpPr>
          <p:nvPr/>
        </p:nvCxnSpPr>
        <p:spPr>
          <a:xfrm flipH="1">
            <a:off x="5479825" y="1509475"/>
            <a:ext cx="1064400" cy="6420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6"/>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Classes</a:t>
            </a:r>
            <a:endParaRPr/>
          </a:p>
        </p:txBody>
      </p:sp>
      <p:pic>
        <p:nvPicPr>
          <p:cNvPr id="206" name="Google Shape;206;p26"/>
          <p:cNvPicPr preferRelativeResize="0"/>
          <p:nvPr/>
        </p:nvPicPr>
        <p:blipFill>
          <a:blip r:embed="rId3">
            <a:alphaModFix/>
          </a:blip>
          <a:stretch>
            <a:fillRect/>
          </a:stretch>
        </p:blipFill>
        <p:spPr>
          <a:xfrm>
            <a:off x="1107626" y="1637050"/>
            <a:ext cx="6932350" cy="2772950"/>
          </a:xfrm>
          <a:prstGeom prst="rect">
            <a:avLst/>
          </a:prstGeom>
          <a:noFill/>
          <a:ln>
            <a:noFill/>
          </a:ln>
        </p:spPr>
      </p:pic>
      <p:sp>
        <p:nvSpPr>
          <p:cNvPr id="207" name="Google Shape;207;p26"/>
          <p:cNvSpPr txBox="1"/>
          <p:nvPr/>
        </p:nvSpPr>
        <p:spPr>
          <a:xfrm>
            <a:off x="280150" y="2476500"/>
            <a:ext cx="1479300" cy="10467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Lato"/>
                <a:ea typeface="Lato"/>
                <a:cs typeface="Lato"/>
                <a:sym typeface="Lato"/>
              </a:rPr>
              <a:t>These are member variables of the class</a:t>
            </a:r>
            <a:endParaRPr>
              <a:latin typeface="Lato"/>
              <a:ea typeface="Lato"/>
              <a:cs typeface="Lato"/>
              <a:sym typeface="Lato"/>
            </a:endParaRPr>
          </a:p>
        </p:txBody>
      </p:sp>
      <p:cxnSp>
        <p:nvCxnSpPr>
          <p:cNvPr id="208" name="Google Shape;208;p26"/>
          <p:cNvCxnSpPr>
            <a:stCxn id="207" idx="3"/>
          </p:cNvCxnSpPr>
          <p:nvPr/>
        </p:nvCxnSpPr>
        <p:spPr>
          <a:xfrm rot="10800000" flipH="1">
            <a:off x="1759450" y="2476350"/>
            <a:ext cx="336000" cy="523500"/>
          </a:xfrm>
          <a:prstGeom prst="straightConnector1">
            <a:avLst/>
          </a:prstGeom>
          <a:noFill/>
          <a:ln w="9525" cap="flat" cmpd="sng">
            <a:solidFill>
              <a:schemeClr val="dk2"/>
            </a:solidFill>
            <a:prstDash val="solid"/>
            <a:round/>
            <a:headEnd type="none" w="med" len="med"/>
            <a:tailEnd type="triangle" w="med" len="med"/>
          </a:ln>
        </p:spPr>
      </p:cxnSp>
      <p:cxnSp>
        <p:nvCxnSpPr>
          <p:cNvPr id="209" name="Google Shape;209;p26"/>
          <p:cNvCxnSpPr>
            <a:stCxn id="207" idx="3"/>
          </p:cNvCxnSpPr>
          <p:nvPr/>
        </p:nvCxnSpPr>
        <p:spPr>
          <a:xfrm rot="10800000" flipH="1">
            <a:off x="1759450" y="2722950"/>
            <a:ext cx="336000" cy="276900"/>
          </a:xfrm>
          <a:prstGeom prst="straightConnector1">
            <a:avLst/>
          </a:prstGeom>
          <a:noFill/>
          <a:ln w="9525" cap="flat" cmpd="sng">
            <a:solidFill>
              <a:schemeClr val="dk2"/>
            </a:solidFill>
            <a:prstDash val="solid"/>
            <a:round/>
            <a:headEnd type="none" w="med" len="med"/>
            <a:tailEnd type="triangle" w="med" len="med"/>
          </a:ln>
        </p:spPr>
      </p:cxnSp>
      <p:cxnSp>
        <p:nvCxnSpPr>
          <p:cNvPr id="210" name="Google Shape;210;p26"/>
          <p:cNvCxnSpPr>
            <a:stCxn id="207" idx="3"/>
          </p:cNvCxnSpPr>
          <p:nvPr/>
        </p:nvCxnSpPr>
        <p:spPr>
          <a:xfrm rot="10800000" flipH="1">
            <a:off x="1759450" y="2902350"/>
            <a:ext cx="358500" cy="97500"/>
          </a:xfrm>
          <a:prstGeom prst="straightConnector1">
            <a:avLst/>
          </a:prstGeom>
          <a:noFill/>
          <a:ln w="9525" cap="flat" cmpd="sng">
            <a:solidFill>
              <a:schemeClr val="dk2"/>
            </a:solidFill>
            <a:prstDash val="solid"/>
            <a:round/>
            <a:headEnd type="none" w="med" len="med"/>
            <a:tailEnd type="triangle" w="med" len="med"/>
          </a:ln>
        </p:spPr>
      </p:cxnSp>
      <p:cxnSp>
        <p:nvCxnSpPr>
          <p:cNvPr id="211" name="Google Shape;211;p26"/>
          <p:cNvCxnSpPr/>
          <p:nvPr/>
        </p:nvCxnSpPr>
        <p:spPr>
          <a:xfrm>
            <a:off x="1759450" y="2999850"/>
            <a:ext cx="358500" cy="137700"/>
          </a:xfrm>
          <a:prstGeom prst="straightConnector1">
            <a:avLst/>
          </a:prstGeom>
          <a:noFill/>
          <a:ln w="9525" cap="flat" cmpd="sng">
            <a:solidFill>
              <a:schemeClr val="dk2"/>
            </a:solidFill>
            <a:prstDash val="solid"/>
            <a:round/>
            <a:headEnd type="none" w="med" len="med"/>
            <a:tailEnd type="triangle" w="med" len="med"/>
          </a:ln>
        </p:spPr>
      </p:cxnSp>
      <p:sp>
        <p:nvSpPr>
          <p:cNvPr id="212" name="Google Shape;212;p26"/>
          <p:cNvSpPr txBox="1"/>
          <p:nvPr/>
        </p:nvSpPr>
        <p:spPr>
          <a:xfrm>
            <a:off x="2563950" y="4410000"/>
            <a:ext cx="4016100" cy="4002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Lato"/>
                <a:ea typeface="Lato"/>
                <a:cs typeface="Lato"/>
                <a:sym typeface="Lato"/>
              </a:rPr>
              <a:t>We can update member variables using ‘self’</a:t>
            </a:r>
            <a:endParaRPr>
              <a:latin typeface="Lato"/>
              <a:ea typeface="Lato"/>
              <a:cs typeface="Lato"/>
              <a:sym typeface="Lato"/>
            </a:endParaRPr>
          </a:p>
        </p:txBody>
      </p:sp>
      <p:cxnSp>
        <p:nvCxnSpPr>
          <p:cNvPr id="213" name="Google Shape;213;p26"/>
          <p:cNvCxnSpPr>
            <a:stCxn id="212" idx="0"/>
          </p:cNvCxnSpPr>
          <p:nvPr/>
        </p:nvCxnSpPr>
        <p:spPr>
          <a:xfrm rot="10800000">
            <a:off x="3574800" y="3966900"/>
            <a:ext cx="997200" cy="4431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7"/>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Using classes</a:t>
            </a:r>
            <a:endParaRPr/>
          </a:p>
        </p:txBody>
      </p:sp>
      <p:pic>
        <p:nvPicPr>
          <p:cNvPr id="219" name="Google Shape;219;p27"/>
          <p:cNvPicPr preferRelativeResize="0"/>
          <p:nvPr/>
        </p:nvPicPr>
        <p:blipFill rotWithShape="1">
          <a:blip r:embed="rId3">
            <a:alphaModFix/>
          </a:blip>
          <a:srcRect b="18487"/>
          <a:stretch/>
        </p:blipFill>
        <p:spPr>
          <a:xfrm>
            <a:off x="1921275" y="1535200"/>
            <a:ext cx="5301449" cy="2173950"/>
          </a:xfrm>
          <a:prstGeom prst="rect">
            <a:avLst/>
          </a:prstGeom>
          <a:noFill/>
          <a:ln>
            <a:noFill/>
          </a:ln>
        </p:spPr>
      </p:pic>
      <p:sp>
        <p:nvSpPr>
          <p:cNvPr id="220" name="Google Shape;220;p27"/>
          <p:cNvSpPr txBox="1"/>
          <p:nvPr/>
        </p:nvSpPr>
        <p:spPr>
          <a:xfrm>
            <a:off x="190475" y="2050675"/>
            <a:ext cx="1730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Lato"/>
                <a:ea typeface="Lato"/>
                <a:cs typeface="Lato"/>
                <a:sym typeface="Lato"/>
              </a:rPr>
              <a:t>Instantiate the class</a:t>
            </a:r>
            <a:endParaRPr>
              <a:latin typeface="Lato"/>
              <a:ea typeface="Lato"/>
              <a:cs typeface="Lato"/>
              <a:sym typeface="Lato"/>
            </a:endParaRPr>
          </a:p>
        </p:txBody>
      </p:sp>
      <p:cxnSp>
        <p:nvCxnSpPr>
          <p:cNvPr id="221" name="Google Shape;221;p27"/>
          <p:cNvCxnSpPr>
            <a:stCxn id="220" idx="3"/>
          </p:cNvCxnSpPr>
          <p:nvPr/>
        </p:nvCxnSpPr>
        <p:spPr>
          <a:xfrm rot="10800000" flipH="1">
            <a:off x="1921175" y="1860175"/>
            <a:ext cx="532800" cy="3906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8"/>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Using classes</a:t>
            </a:r>
            <a:endParaRPr/>
          </a:p>
        </p:txBody>
      </p:sp>
      <p:pic>
        <p:nvPicPr>
          <p:cNvPr id="227" name="Google Shape;227;p28"/>
          <p:cNvPicPr preferRelativeResize="0"/>
          <p:nvPr/>
        </p:nvPicPr>
        <p:blipFill rotWithShape="1">
          <a:blip r:embed="rId3">
            <a:alphaModFix/>
          </a:blip>
          <a:srcRect b="10506"/>
          <a:stretch/>
        </p:blipFill>
        <p:spPr>
          <a:xfrm>
            <a:off x="1921275" y="1535200"/>
            <a:ext cx="5301449" cy="2386849"/>
          </a:xfrm>
          <a:prstGeom prst="rect">
            <a:avLst/>
          </a:prstGeom>
          <a:noFill/>
          <a:ln>
            <a:noFill/>
          </a:ln>
        </p:spPr>
      </p:pic>
      <p:sp>
        <p:nvSpPr>
          <p:cNvPr id="228" name="Google Shape;228;p28"/>
          <p:cNvSpPr txBox="1"/>
          <p:nvPr/>
        </p:nvSpPr>
        <p:spPr>
          <a:xfrm>
            <a:off x="134450" y="2171550"/>
            <a:ext cx="1837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Lato"/>
                <a:ea typeface="Lato"/>
                <a:cs typeface="Lato"/>
                <a:sym typeface="Lato"/>
              </a:rPr>
              <a:t>Print out the position</a:t>
            </a:r>
            <a:endParaRPr>
              <a:latin typeface="Lato"/>
              <a:ea typeface="Lato"/>
              <a:cs typeface="Lato"/>
              <a:sym typeface="Lato"/>
            </a:endParaRPr>
          </a:p>
        </p:txBody>
      </p:sp>
      <p:cxnSp>
        <p:nvCxnSpPr>
          <p:cNvPr id="229" name="Google Shape;229;p28"/>
          <p:cNvCxnSpPr>
            <a:stCxn id="228" idx="3"/>
          </p:cNvCxnSpPr>
          <p:nvPr/>
        </p:nvCxnSpPr>
        <p:spPr>
          <a:xfrm rot="10800000" flipH="1">
            <a:off x="1972250" y="2230050"/>
            <a:ext cx="437100" cy="1416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9"/>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Using classes</a:t>
            </a:r>
            <a:endParaRPr/>
          </a:p>
        </p:txBody>
      </p:sp>
      <p:pic>
        <p:nvPicPr>
          <p:cNvPr id="235" name="Google Shape;235;p29"/>
          <p:cNvPicPr preferRelativeResize="0"/>
          <p:nvPr/>
        </p:nvPicPr>
        <p:blipFill>
          <a:blip r:embed="rId3">
            <a:alphaModFix/>
          </a:blip>
          <a:stretch>
            <a:fillRect/>
          </a:stretch>
        </p:blipFill>
        <p:spPr>
          <a:xfrm>
            <a:off x="1921277" y="1535200"/>
            <a:ext cx="5301449" cy="2667000"/>
          </a:xfrm>
          <a:prstGeom prst="rect">
            <a:avLst/>
          </a:prstGeom>
          <a:noFill/>
          <a:ln>
            <a:noFill/>
          </a:ln>
        </p:spPr>
      </p:pic>
      <p:sp>
        <p:nvSpPr>
          <p:cNvPr id="236" name="Google Shape;236;p29"/>
          <p:cNvSpPr txBox="1"/>
          <p:nvPr/>
        </p:nvSpPr>
        <p:spPr>
          <a:xfrm>
            <a:off x="7317400" y="2371650"/>
            <a:ext cx="1730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Lato"/>
                <a:ea typeface="Lato"/>
                <a:cs typeface="Lato"/>
                <a:sym typeface="Lato"/>
              </a:rPr>
              <a:t>Move the car</a:t>
            </a:r>
            <a:endParaRPr>
              <a:latin typeface="Lato"/>
              <a:ea typeface="Lato"/>
              <a:cs typeface="Lato"/>
              <a:sym typeface="Lato"/>
            </a:endParaRPr>
          </a:p>
        </p:txBody>
      </p:sp>
      <p:cxnSp>
        <p:nvCxnSpPr>
          <p:cNvPr id="237" name="Google Shape;237;p29"/>
          <p:cNvCxnSpPr>
            <a:stCxn id="236" idx="1"/>
          </p:cNvCxnSpPr>
          <p:nvPr/>
        </p:nvCxnSpPr>
        <p:spPr>
          <a:xfrm flipH="1">
            <a:off x="4493500" y="2571750"/>
            <a:ext cx="2823900" cy="2520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0"/>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Using classes</a:t>
            </a:r>
            <a:endParaRPr/>
          </a:p>
        </p:txBody>
      </p:sp>
      <p:pic>
        <p:nvPicPr>
          <p:cNvPr id="243" name="Google Shape;243;p30"/>
          <p:cNvPicPr preferRelativeResize="0"/>
          <p:nvPr/>
        </p:nvPicPr>
        <p:blipFill rotWithShape="1">
          <a:blip r:embed="rId3">
            <a:alphaModFix/>
          </a:blip>
          <a:srcRect b="2104"/>
          <a:stretch/>
        </p:blipFill>
        <p:spPr>
          <a:xfrm>
            <a:off x="1921275" y="1535200"/>
            <a:ext cx="5301449" cy="2610975"/>
          </a:xfrm>
          <a:prstGeom prst="rect">
            <a:avLst/>
          </a:prstGeom>
          <a:noFill/>
          <a:ln>
            <a:noFill/>
          </a:ln>
        </p:spPr>
      </p:pic>
      <p:sp>
        <p:nvSpPr>
          <p:cNvPr id="244" name="Google Shape;244;p30"/>
          <p:cNvSpPr txBox="1"/>
          <p:nvPr/>
        </p:nvSpPr>
        <p:spPr>
          <a:xfrm>
            <a:off x="83475" y="3191300"/>
            <a:ext cx="1837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Lato"/>
                <a:ea typeface="Lato"/>
                <a:cs typeface="Lato"/>
                <a:sym typeface="Lato"/>
              </a:rPr>
              <a:t>Print out the position</a:t>
            </a:r>
            <a:endParaRPr>
              <a:latin typeface="Lato"/>
              <a:ea typeface="Lato"/>
              <a:cs typeface="Lato"/>
              <a:sym typeface="Lato"/>
            </a:endParaRPr>
          </a:p>
        </p:txBody>
      </p:sp>
      <p:cxnSp>
        <p:nvCxnSpPr>
          <p:cNvPr id="245" name="Google Shape;245;p30"/>
          <p:cNvCxnSpPr>
            <a:stCxn id="244" idx="3"/>
          </p:cNvCxnSpPr>
          <p:nvPr/>
        </p:nvCxnSpPr>
        <p:spPr>
          <a:xfrm rot="10800000" flipH="1">
            <a:off x="1921275" y="3249800"/>
            <a:ext cx="437100" cy="1416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2"/>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DIY</a:t>
            </a:r>
            <a:endParaRPr/>
          </a:p>
        </p:txBody>
      </p:sp>
      <p:sp>
        <p:nvSpPr>
          <p:cNvPr id="259" name="Google Shape;259;p32"/>
          <p:cNvSpPr txBox="1">
            <a:spLocks noGrp="1"/>
          </p:cNvSpPr>
          <p:nvPr>
            <p:ph type="body" idx="1"/>
          </p:nvPr>
        </p:nvSpPr>
        <p:spPr>
          <a:xfrm>
            <a:off x="729450" y="1491374"/>
            <a:ext cx="7809300" cy="3230527"/>
          </a:xfrm>
          <a:prstGeom prst="rect">
            <a:avLst/>
          </a:prstGeom>
        </p:spPr>
        <p:txBody>
          <a:bodyPr spcFirstLastPara="1" wrap="square" lIns="91425" tIns="91425" rIns="91425" bIns="91425" anchor="t" anchorCtr="0">
            <a:normAutofit/>
          </a:bodyPr>
          <a:lstStyle/>
          <a:p>
            <a:pPr marL="488950" lvl="0" indent="-342900" algn="l" rtl="0">
              <a:spcBef>
                <a:spcPts val="0"/>
              </a:spcBef>
              <a:spcAft>
                <a:spcPts val="0"/>
              </a:spcAft>
              <a:buSzPts val="1300"/>
              <a:buFont typeface="+mj-lt"/>
              <a:buAutoNum type="arabicPeriod"/>
            </a:pPr>
            <a:r>
              <a:rPr lang="en-GB"/>
              <a:t>Write a Python program that takes an integer from the user and prints whether the number is even or odd.</a:t>
            </a:r>
          </a:p>
          <a:p>
            <a:pPr marL="488950" lvl="0" indent="-342900" algn="l" rtl="0">
              <a:spcBef>
                <a:spcPts val="0"/>
              </a:spcBef>
              <a:spcAft>
                <a:spcPts val="0"/>
              </a:spcAft>
              <a:buSzPts val="1300"/>
              <a:buFont typeface="+mj-lt"/>
              <a:buAutoNum type="arabicPeriod"/>
            </a:pPr>
            <a:r>
              <a:rPr lang="en-GB"/>
              <a:t>Write a program that takes a number </a:t>
            </a:r>
            <a:r>
              <a:rPr lang="en-GB" b="1" i="1"/>
              <a:t>n</a:t>
            </a:r>
            <a:r>
              <a:rPr lang="en-GB"/>
              <a:t> from the user and calculates the sum of all numbers from 1 to </a:t>
            </a:r>
            <a:r>
              <a:rPr lang="en-GB" b="1" i="1"/>
              <a:t>n</a:t>
            </a:r>
            <a:r>
              <a:rPr lang="en-GB"/>
              <a:t>.</a:t>
            </a:r>
          </a:p>
          <a:p>
            <a:pPr marL="488950" lvl="0" indent="-342900" algn="l" rtl="0">
              <a:spcBef>
                <a:spcPts val="0"/>
              </a:spcBef>
              <a:spcAft>
                <a:spcPts val="0"/>
              </a:spcAft>
              <a:buSzPts val="1300"/>
              <a:buFont typeface="+mj-lt"/>
              <a:buAutoNum type="arabicPeriod"/>
            </a:pPr>
            <a:r>
              <a:rPr lang="en-GB"/>
              <a:t>Ask the user to enter 5 numbers. Store these in a list, then print out the largest number.</a:t>
            </a:r>
          </a:p>
          <a:p>
            <a:pPr marL="488950" lvl="0" indent="-342900" algn="l" rtl="0">
              <a:spcBef>
                <a:spcPts val="0"/>
              </a:spcBef>
              <a:spcAft>
                <a:spcPts val="0"/>
              </a:spcAft>
              <a:buSzPts val="1300"/>
              <a:buFont typeface="+mj-lt"/>
              <a:buAutoNum type="arabicPeriod"/>
            </a:pPr>
            <a:r>
              <a:rPr lang="en-GB"/>
              <a:t>Write a program that takes a sentence as input from the user and prints out the number of words in that sentence.</a:t>
            </a:r>
          </a:p>
          <a:p>
            <a:pPr marL="488950" lvl="0" indent="-342900" algn="l" rtl="0">
              <a:spcBef>
                <a:spcPts val="0"/>
              </a:spcBef>
              <a:spcAft>
                <a:spcPts val="0"/>
              </a:spcAft>
              <a:buSzPts val="1300"/>
              <a:buFont typeface="+mj-lt"/>
              <a:buAutoNum type="arabicPeriod"/>
            </a:pPr>
            <a:r>
              <a:rPr lang="en-GB"/>
              <a:t>Write a program which reads a text file from your computer and prints its contents line by line.</a:t>
            </a:r>
          </a:p>
          <a:p>
            <a:pPr marL="488950" lvl="0" indent="-342900" algn="l" rtl="0">
              <a:spcBef>
                <a:spcPts val="0"/>
              </a:spcBef>
              <a:spcAft>
                <a:spcPts val="0"/>
              </a:spcAft>
              <a:buSzPts val="1300"/>
              <a:buFont typeface="+mj-lt"/>
              <a:buAutoNum type="arabicPeriod"/>
            </a:pPr>
            <a:r>
              <a:rPr lang="en-GB"/>
              <a:t>Write a program which searches for a word in a list of words and displays the index of first occurrence.</a:t>
            </a:r>
          </a:p>
          <a:p>
            <a:pPr marL="488950" lvl="0" indent="-342900" algn="l" rtl="0">
              <a:spcBef>
                <a:spcPts val="0"/>
              </a:spcBef>
              <a:spcAft>
                <a:spcPts val="0"/>
              </a:spcAft>
              <a:buSzPts val="1300"/>
              <a:buFont typeface="+mj-lt"/>
              <a:buAutoNum type="arabicPeriod"/>
            </a:pPr>
            <a:r>
              <a:rPr lang="en-GB"/>
              <a:t>Write a program which inputs a number and tells whether the number is a </a:t>
            </a:r>
            <a:r>
              <a:rPr lang="en-GB" b="1" i="1"/>
              <a:t>Palindrome</a:t>
            </a:r>
            <a:r>
              <a:rPr lang="en-GB"/>
              <a:t> or not.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9D5D7460-1A2A-884D-4A02-6DDC676EC749}"/>
            </a:ext>
          </a:extLst>
        </p:cNvPr>
        <p:cNvGrpSpPr/>
        <p:nvPr/>
      </p:nvGrpSpPr>
      <p:grpSpPr>
        <a:xfrm>
          <a:off x="0" y="0"/>
          <a:ext cx="0" cy="0"/>
          <a:chOff x="0" y="0"/>
          <a:chExt cx="0" cy="0"/>
        </a:xfrm>
      </p:grpSpPr>
      <p:sp>
        <p:nvSpPr>
          <p:cNvPr id="258" name="Google Shape;258;p32">
            <a:extLst>
              <a:ext uri="{FF2B5EF4-FFF2-40B4-BE49-F238E27FC236}">
                <a16:creationId xmlns:a16="http://schemas.microsoft.com/office/drawing/2014/main" id="{C4888F27-A647-A890-B333-5AD7676C091B}"/>
              </a:ext>
            </a:extLst>
          </p:cNvPr>
          <p:cNvSpPr txBox="1">
            <a:spLocks noGrp="1"/>
          </p:cNvSpPr>
          <p:nvPr>
            <p:ph type="title"/>
          </p:nvPr>
        </p:nvSpPr>
        <p:spPr>
          <a:xfrm>
            <a:off x="729450" y="81911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That’s it!</a:t>
            </a:r>
            <a:endParaRPr/>
          </a:p>
        </p:txBody>
      </p:sp>
      <p:sp>
        <p:nvSpPr>
          <p:cNvPr id="259" name="Google Shape;259;p32">
            <a:extLst>
              <a:ext uri="{FF2B5EF4-FFF2-40B4-BE49-F238E27FC236}">
                <a16:creationId xmlns:a16="http://schemas.microsoft.com/office/drawing/2014/main" id="{45FA4D9A-3832-1E08-E09F-78C4A404B0BC}"/>
              </a:ext>
            </a:extLst>
          </p:cNvPr>
          <p:cNvSpPr txBox="1">
            <a:spLocks noGrp="1"/>
          </p:cNvSpPr>
          <p:nvPr>
            <p:ph type="body" idx="1"/>
          </p:nvPr>
        </p:nvSpPr>
        <p:spPr>
          <a:xfrm>
            <a:off x="729450" y="1491375"/>
            <a:ext cx="7809300" cy="20946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We hope this has given you a taste of Python and some idea of what to expect when using it.</a:t>
            </a:r>
          </a:p>
          <a:p>
            <a:pPr marL="457200" lvl="0" indent="-311150" algn="l" rtl="0">
              <a:spcBef>
                <a:spcPts val="0"/>
              </a:spcBef>
              <a:spcAft>
                <a:spcPts val="0"/>
              </a:spcAft>
              <a:buSzPts val="1300"/>
              <a:buChar char="●"/>
            </a:pPr>
            <a:r>
              <a:rPr lang="en-GB"/>
              <a:t>DIY: Use ChatGPT’s tutoring ability and create a set of Python exercises for you to sharpen your skills and follow the teaching plan it constructs.</a:t>
            </a:r>
            <a:endParaRPr/>
          </a:p>
        </p:txBody>
      </p:sp>
      <p:sp>
        <p:nvSpPr>
          <p:cNvPr id="260" name="Google Shape;260;p32">
            <a:extLst>
              <a:ext uri="{FF2B5EF4-FFF2-40B4-BE49-F238E27FC236}">
                <a16:creationId xmlns:a16="http://schemas.microsoft.com/office/drawing/2014/main" id="{9E3BEC99-ED34-B3E1-5F02-D81473DD4BCE}"/>
              </a:ext>
            </a:extLst>
          </p:cNvPr>
          <p:cNvSpPr txBox="1"/>
          <p:nvPr/>
        </p:nvSpPr>
        <p:spPr>
          <a:xfrm>
            <a:off x="2308400" y="2330825"/>
            <a:ext cx="6454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Lato"/>
              <a:ea typeface="Lato"/>
              <a:cs typeface="Lato"/>
              <a:sym typeface="Lato"/>
            </a:endParaRPr>
          </a:p>
        </p:txBody>
      </p:sp>
      <p:sp>
        <p:nvSpPr>
          <p:cNvPr id="261" name="Google Shape;261;p32">
            <a:extLst>
              <a:ext uri="{FF2B5EF4-FFF2-40B4-BE49-F238E27FC236}">
                <a16:creationId xmlns:a16="http://schemas.microsoft.com/office/drawing/2014/main" id="{F6E6842F-041C-57CA-3BB3-4E1EE82093FF}"/>
              </a:ext>
            </a:extLst>
          </p:cNvPr>
          <p:cNvSpPr txBox="1"/>
          <p:nvPr/>
        </p:nvSpPr>
        <p:spPr>
          <a:xfrm>
            <a:off x="2297200" y="2980775"/>
            <a:ext cx="4975500" cy="978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GB" sz="2400">
                <a:solidFill>
                  <a:schemeClr val="accent1"/>
                </a:solidFill>
                <a:latin typeface="Lato"/>
                <a:ea typeface="Lato"/>
                <a:cs typeface="Lato"/>
                <a:sym typeface="Lato"/>
              </a:rPr>
              <a:t>Questions?</a:t>
            </a:r>
            <a:endParaRPr sz="2400">
              <a:solidFill>
                <a:schemeClr val="accent1"/>
              </a:solidFill>
              <a:latin typeface="Lato"/>
              <a:ea typeface="Lato"/>
              <a:cs typeface="Lato"/>
              <a:sym typeface="Lato"/>
            </a:endParaRPr>
          </a:p>
          <a:p>
            <a:pPr marL="0" lvl="0" indent="0" algn="ctr" rtl="0">
              <a:spcBef>
                <a:spcPts val="1200"/>
              </a:spcBef>
              <a:spcAft>
                <a:spcPts val="0"/>
              </a:spcAft>
              <a:buNone/>
            </a:pPr>
            <a:endParaRPr>
              <a:latin typeface="Lato"/>
              <a:ea typeface="Lato"/>
              <a:cs typeface="Lato"/>
              <a:sym typeface="Lato"/>
            </a:endParaRPr>
          </a:p>
        </p:txBody>
      </p:sp>
    </p:spTree>
    <p:extLst>
      <p:ext uri="{BB962C8B-B14F-4D97-AF65-F5344CB8AC3E}">
        <p14:creationId xmlns:p14="http://schemas.microsoft.com/office/powerpoint/2010/main" val="157077987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32</Slides>
  <Notes>31</Notes>
  <HiddenSlides>0</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Streamline</vt:lpstr>
      <vt:lpstr>Introduction to Python</vt:lpstr>
      <vt:lpstr>Contents</vt:lpstr>
      <vt:lpstr>What is Computer Programming?</vt:lpstr>
      <vt:lpstr>What is Python?</vt:lpstr>
      <vt:lpstr>Jupyter Notebooks</vt:lpstr>
      <vt:lpstr>Google Co-laboratory</vt:lpstr>
      <vt:lpstr>Variables </vt:lpstr>
      <vt:lpstr>Data Types </vt:lpstr>
      <vt:lpstr>Operators</vt:lpstr>
      <vt:lpstr>Operators</vt:lpstr>
      <vt:lpstr>Error Messages  </vt:lpstr>
      <vt:lpstr>Logic</vt:lpstr>
      <vt:lpstr>Logic</vt:lpstr>
      <vt:lpstr>Printing</vt:lpstr>
      <vt:lpstr>Loops</vt:lpstr>
      <vt:lpstr>Level up</vt:lpstr>
      <vt:lpstr>Data Structures</vt:lpstr>
      <vt:lpstr>Tuples</vt:lpstr>
      <vt:lpstr>Lists</vt:lpstr>
      <vt:lpstr>Dictionaries</vt:lpstr>
      <vt:lpstr>Slices</vt:lpstr>
      <vt:lpstr>Loops (again)</vt:lpstr>
      <vt:lpstr>Functions</vt:lpstr>
      <vt:lpstr>Classes</vt:lpstr>
      <vt:lpstr>Classes</vt:lpstr>
      <vt:lpstr>Classes</vt:lpstr>
      <vt:lpstr>Using classes</vt:lpstr>
      <vt:lpstr>Using classes</vt:lpstr>
      <vt:lpstr>Using classes</vt:lpstr>
      <vt:lpstr>Using classes</vt:lpstr>
      <vt:lpstr>DIY</vt:lpstr>
      <vt:lpstr>That’s 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modified xsi:type="dcterms:W3CDTF">2025-07-12T13:45:29Z</dcterms:modified>
</cp:coreProperties>
</file>