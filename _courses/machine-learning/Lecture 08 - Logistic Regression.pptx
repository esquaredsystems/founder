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1"/>
  </p:notesMasterIdLst>
  <p:sldIdLst>
    <p:sldId id="256" r:id="rId2"/>
    <p:sldId id="257" r:id="rId3"/>
    <p:sldId id="258" r:id="rId4"/>
    <p:sldId id="259" r:id="rId5"/>
    <p:sldId id="324" r:id="rId6"/>
    <p:sldId id="325" r:id="rId7"/>
    <p:sldId id="326" r:id="rId8"/>
    <p:sldId id="263" r:id="rId9"/>
    <p:sldId id="327" r:id="rId10"/>
    <p:sldId id="328" r:id="rId11"/>
    <p:sldId id="264" r:id="rId12"/>
    <p:sldId id="266" r:id="rId13"/>
    <p:sldId id="270" r:id="rId14"/>
    <p:sldId id="271" r:id="rId15"/>
    <p:sldId id="273" r:id="rId16"/>
    <p:sldId id="329" r:id="rId17"/>
    <p:sldId id="284" r:id="rId18"/>
    <p:sldId id="282" r:id="rId19"/>
    <p:sldId id="335" r:id="rId20"/>
    <p:sldId id="330" r:id="rId21"/>
    <p:sldId id="331" r:id="rId22"/>
    <p:sldId id="332" r:id="rId23"/>
    <p:sldId id="333" r:id="rId24"/>
    <p:sldId id="298" r:id="rId25"/>
    <p:sldId id="299" r:id="rId26"/>
    <p:sldId id="300" r:id="rId27"/>
    <p:sldId id="334" r:id="rId28"/>
    <p:sldId id="322" r:id="rId29"/>
    <p:sldId id="323" r:id="rId30"/>
  </p:sldIdLst>
  <p:sldSz cx="9144000" cy="5143500" type="screen16x9"/>
  <p:notesSz cx="6858000" cy="9144000"/>
  <p:embeddedFontLst>
    <p:embeddedFont>
      <p:font typeface="Cambria Math" panose="02040503050406030204" pitchFamily="18" charset="0"/>
      <p:regular r:id="rId32"/>
    </p:embeddedFont>
    <p:embeddedFont>
      <p:font typeface="Lato" panose="020F0502020204030203" pitchFamily="34" charset="0"/>
      <p:regular r:id="rId33"/>
      <p:bold r:id="rId34"/>
      <p:italic r:id="rId35"/>
      <p:boldItalic r:id="rId36"/>
    </p:embeddedFont>
    <p:embeddedFont>
      <p:font typeface="Lexend" panose="020B0604020202020204" charset="0"/>
      <p:regular r:id="rId37"/>
      <p:bold r:id="rId38"/>
    </p:embeddedFont>
    <p:embeddedFont>
      <p:font typeface="Lora" pitchFamily="2" charset="0"/>
      <p:regular r:id="rId39"/>
      <p:bold r:id="rId40"/>
      <p:italic r:id="rId41"/>
      <p:boldItalic r:id="rId42"/>
    </p:embeddedFont>
    <p:embeddedFont>
      <p:font typeface="Raleway"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5AFC4D-33F2-443F-A6DF-D75291F1E627}" v="488" dt="2025-08-09T12:16:41.4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AF5AFC4D-33F2-443F-A6DF-D75291F1E627}"/>
    <pc:docChg chg="custSel addSld modSld sldOrd">
      <pc:chgData name="Owais Ahmed" userId="6abc7d4556b3b071" providerId="LiveId" clId="{AF5AFC4D-33F2-443F-A6DF-D75291F1E627}" dt="2025-08-09T12:16:41.462" v="553" actId="6549"/>
      <pc:docMkLst>
        <pc:docMk/>
      </pc:docMkLst>
      <pc:sldChg chg="modSp mod ord modAnim">
        <pc:chgData name="Owais Ahmed" userId="6abc7d4556b3b071" providerId="LiveId" clId="{AF5AFC4D-33F2-443F-A6DF-D75291F1E627}" dt="2025-08-02T12:28:06.289" v="98" actId="20577"/>
        <pc:sldMkLst>
          <pc:docMk/>
          <pc:sldMk cId="0" sldId="282"/>
        </pc:sldMkLst>
        <pc:spChg chg="mod">
          <ac:chgData name="Owais Ahmed" userId="6abc7d4556b3b071" providerId="LiveId" clId="{AF5AFC4D-33F2-443F-A6DF-D75291F1E627}" dt="2025-08-02T12:28:06.289" v="98" actId="20577"/>
          <ac:spMkLst>
            <pc:docMk/>
            <pc:sldMk cId="0" sldId="282"/>
            <ac:spMk id="354" creationId="{00000000-0000-0000-0000-000000000000}"/>
          </ac:spMkLst>
        </pc:spChg>
      </pc:sldChg>
      <pc:sldChg chg="modSp modAnim">
        <pc:chgData name="Owais Ahmed" userId="6abc7d4556b3b071" providerId="LiveId" clId="{AF5AFC4D-33F2-443F-A6DF-D75291F1E627}" dt="2025-08-02T11:46:43.989" v="62" actId="20577"/>
        <pc:sldMkLst>
          <pc:docMk/>
          <pc:sldMk cId="0" sldId="298"/>
        </pc:sldMkLst>
        <pc:spChg chg="mod">
          <ac:chgData name="Owais Ahmed" userId="6abc7d4556b3b071" providerId="LiveId" clId="{AF5AFC4D-33F2-443F-A6DF-D75291F1E627}" dt="2025-08-02T11:46:43.989" v="62" actId="20577"/>
          <ac:spMkLst>
            <pc:docMk/>
            <pc:sldMk cId="0" sldId="298"/>
            <ac:spMk id="488" creationId="{00000000-0000-0000-0000-000000000000}"/>
          </ac:spMkLst>
        </pc:spChg>
      </pc:sldChg>
      <pc:sldChg chg="modSp mod modAnim">
        <pc:chgData name="Owais Ahmed" userId="6abc7d4556b3b071" providerId="LiveId" clId="{AF5AFC4D-33F2-443F-A6DF-D75291F1E627}" dt="2025-08-09T12:16:41.462" v="553" actId="6549"/>
        <pc:sldMkLst>
          <pc:docMk/>
          <pc:sldMk cId="2331514628" sldId="330"/>
        </pc:sldMkLst>
        <pc:spChg chg="mod">
          <ac:chgData name="Owais Ahmed" userId="6abc7d4556b3b071" providerId="LiveId" clId="{AF5AFC4D-33F2-443F-A6DF-D75291F1E627}" dt="2025-08-09T12:16:41.462" v="553" actId="6549"/>
          <ac:spMkLst>
            <pc:docMk/>
            <pc:sldMk cId="2331514628" sldId="330"/>
            <ac:spMk id="354" creationId="{5903350D-9426-4328-24DD-3D71CB1A8829}"/>
          </ac:spMkLst>
        </pc:spChg>
      </pc:sldChg>
      <pc:sldChg chg="addSp delSp modSp add mod modAnim">
        <pc:chgData name="Owais Ahmed" userId="6abc7d4556b3b071" providerId="LiveId" clId="{AF5AFC4D-33F2-443F-A6DF-D75291F1E627}" dt="2025-08-09T12:12:22.559" v="290"/>
        <pc:sldMkLst>
          <pc:docMk/>
          <pc:sldMk cId="2437591166" sldId="335"/>
        </pc:sldMkLst>
        <pc:spChg chg="mod">
          <ac:chgData name="Owais Ahmed" userId="6abc7d4556b3b071" providerId="LiveId" clId="{AF5AFC4D-33F2-443F-A6DF-D75291F1E627}" dt="2025-08-02T12:30:22.728" v="142" actId="20577"/>
          <ac:spMkLst>
            <pc:docMk/>
            <pc:sldMk cId="2437591166" sldId="335"/>
            <ac:spMk id="353" creationId="{E8949A27-4EF9-FA23-AB85-259429D947CC}"/>
          </ac:spMkLst>
        </pc:spChg>
        <pc:spChg chg="mod">
          <ac:chgData name="Owais Ahmed" userId="6abc7d4556b3b071" providerId="LiveId" clId="{AF5AFC4D-33F2-443F-A6DF-D75291F1E627}" dt="2025-08-02T12:35:24.717" v="263" actId="20577"/>
          <ac:spMkLst>
            <pc:docMk/>
            <pc:sldMk cId="2437591166" sldId="335"/>
            <ac:spMk id="354" creationId="{D24673EF-DA10-250F-D430-80E559F2D5B5}"/>
          </ac:spMkLst>
        </pc:spChg>
        <pc:grpChg chg="add del mod">
          <ac:chgData name="Owais Ahmed" userId="6abc7d4556b3b071" providerId="LiveId" clId="{AF5AFC4D-33F2-443F-A6DF-D75291F1E627}" dt="2025-08-09T12:11:56.659" v="284" actId="165"/>
          <ac:grpSpMkLst>
            <pc:docMk/>
            <pc:sldMk cId="2437591166" sldId="335"/>
            <ac:grpSpMk id="15" creationId="{94BD58C0-1E82-D020-8BBA-18C6A004E100}"/>
          </ac:grpSpMkLst>
        </pc:grpChg>
        <pc:picChg chg="mod topLvl">
          <ac:chgData name="Owais Ahmed" userId="6abc7d4556b3b071" providerId="LiveId" clId="{AF5AFC4D-33F2-443F-A6DF-D75291F1E627}" dt="2025-08-09T12:11:56.659" v="284" actId="165"/>
          <ac:picMkLst>
            <pc:docMk/>
            <pc:sldMk cId="2437591166" sldId="335"/>
            <ac:picMk id="3" creationId="{839C53D3-0872-AF0F-309D-1353C3205943}"/>
          </ac:picMkLst>
        </pc:picChg>
        <pc:cxnChg chg="mod topLvl">
          <ac:chgData name="Owais Ahmed" userId="6abc7d4556b3b071" providerId="LiveId" clId="{AF5AFC4D-33F2-443F-A6DF-D75291F1E627}" dt="2025-08-09T12:11:56.659" v="284" actId="165"/>
          <ac:cxnSpMkLst>
            <pc:docMk/>
            <pc:sldMk cId="2437591166" sldId="335"/>
            <ac:cxnSpMk id="5" creationId="{6323516E-5F75-6739-CC85-DA4900CF6DAC}"/>
          </ac:cxnSpMkLst>
        </pc:cxnChg>
        <pc:cxnChg chg="add mod topLvl">
          <ac:chgData name="Owais Ahmed" userId="6abc7d4556b3b071" providerId="LiveId" clId="{AF5AFC4D-33F2-443F-A6DF-D75291F1E627}" dt="2025-08-09T12:11:56.659" v="284" actId="165"/>
          <ac:cxnSpMkLst>
            <pc:docMk/>
            <pc:sldMk cId="2437591166" sldId="335"/>
            <ac:cxnSpMk id="6" creationId="{8D663A17-B543-27BF-0075-3753B39408D3}"/>
          </ac:cxnSpMkLst>
        </pc:cxnChg>
        <pc:cxnChg chg="add mod topLvl">
          <ac:chgData name="Owais Ahmed" userId="6abc7d4556b3b071" providerId="LiveId" clId="{AF5AFC4D-33F2-443F-A6DF-D75291F1E627}" dt="2025-08-09T12:11:56.659" v="284" actId="165"/>
          <ac:cxnSpMkLst>
            <pc:docMk/>
            <pc:sldMk cId="2437591166" sldId="335"/>
            <ac:cxnSpMk id="9" creationId="{C48CD8C0-BDA2-C9B6-FA48-7AFC71E58C89}"/>
          </ac:cxnSpMkLst>
        </pc:cxnChg>
        <pc:cxnChg chg="add mod topLvl">
          <ac:chgData name="Owais Ahmed" userId="6abc7d4556b3b071" providerId="LiveId" clId="{AF5AFC4D-33F2-443F-A6DF-D75291F1E627}" dt="2025-08-09T12:11:56.659" v="284" actId="165"/>
          <ac:cxnSpMkLst>
            <pc:docMk/>
            <pc:sldMk cId="2437591166" sldId="335"/>
            <ac:cxnSpMk id="11" creationId="{72A5C6DD-8053-3CBE-B0E1-E04CCEFAF142}"/>
          </ac:cxnSpMkLst>
        </pc:cxnChg>
      </pc:sldChg>
    </pc:docChg>
  </pc:docChgLst>
  <pc:docChgLst>
    <pc:chgData name="Owais Ahmed" userId="6abc7d4556b3b071" providerId="LiveId" clId="{14D105BD-6433-42F1-A256-68303CAB7F9C}"/>
    <pc:docChg chg="undo redo custSel addSld delSld modSld sldOrd">
      <pc:chgData name="Owais Ahmed" userId="6abc7d4556b3b071" providerId="LiveId" clId="{14D105BD-6433-42F1-A256-68303CAB7F9C}" dt="2025-05-02T17:01:51.102" v="8710" actId="47"/>
      <pc:docMkLst>
        <pc:docMk/>
      </pc:docMkLst>
      <pc:sldChg chg="modSp mod">
        <pc:chgData name="Owais Ahmed" userId="6abc7d4556b3b071" providerId="LiveId" clId="{14D105BD-6433-42F1-A256-68303CAB7F9C}" dt="2025-04-25T10:32:39.787" v="14" actId="20577"/>
        <pc:sldMkLst>
          <pc:docMk/>
          <pc:sldMk cId="0" sldId="256"/>
        </pc:sldMkLst>
      </pc:sldChg>
      <pc:sldChg chg="modSp mod modAnim modNotesTx">
        <pc:chgData name="Owais Ahmed" userId="6abc7d4556b3b071" providerId="LiveId" clId="{14D105BD-6433-42F1-A256-68303CAB7F9C}" dt="2025-04-25T11:06:32.342" v="1215" actId="5793"/>
        <pc:sldMkLst>
          <pc:docMk/>
          <pc:sldMk cId="0" sldId="257"/>
        </pc:sldMkLst>
      </pc:sldChg>
      <pc:sldChg chg="addSp delSp modSp mod modAnim modNotesTx">
        <pc:chgData name="Owais Ahmed" userId="6abc7d4556b3b071" providerId="LiveId" clId="{14D105BD-6433-42F1-A256-68303CAB7F9C}" dt="2025-04-25T11:06:34.808" v="1217" actId="5793"/>
        <pc:sldMkLst>
          <pc:docMk/>
          <pc:sldMk cId="0" sldId="258"/>
        </pc:sldMkLst>
      </pc:sldChg>
      <pc:sldChg chg="addSp delSp modSp mod modAnim modNotesTx">
        <pc:chgData name="Owais Ahmed" userId="6abc7d4556b3b071" providerId="LiveId" clId="{14D105BD-6433-42F1-A256-68303CAB7F9C}" dt="2025-04-26T12:35:19.495" v="8705"/>
        <pc:sldMkLst>
          <pc:docMk/>
          <pc:sldMk cId="0" sldId="259"/>
        </pc:sldMkLst>
      </pc:sldChg>
      <pc:sldChg chg="del">
        <pc:chgData name="Owais Ahmed" userId="6abc7d4556b3b071" providerId="LiveId" clId="{14D105BD-6433-42F1-A256-68303CAB7F9C}" dt="2025-04-25T10:43:46.593" v="283" actId="47"/>
        <pc:sldMkLst>
          <pc:docMk/>
          <pc:sldMk cId="0" sldId="260"/>
        </pc:sldMkLst>
      </pc:sldChg>
      <pc:sldChg chg="del modNotesTx">
        <pc:chgData name="Owais Ahmed" userId="6abc7d4556b3b071" providerId="LiveId" clId="{14D105BD-6433-42F1-A256-68303CAB7F9C}" dt="2025-04-25T11:13:26.386" v="1614" actId="47"/>
        <pc:sldMkLst>
          <pc:docMk/>
          <pc:sldMk cId="0" sldId="261"/>
        </pc:sldMkLst>
      </pc:sldChg>
      <pc:sldChg chg="del modNotesTx">
        <pc:chgData name="Owais Ahmed" userId="6abc7d4556b3b071" providerId="LiveId" clId="{14D105BD-6433-42F1-A256-68303CAB7F9C}" dt="2025-04-25T11:18:50.024" v="1950" actId="47"/>
        <pc:sldMkLst>
          <pc:docMk/>
          <pc:sldMk cId="0" sldId="262"/>
        </pc:sldMkLst>
      </pc:sldChg>
      <pc:sldChg chg="ord modNotes">
        <pc:chgData name="Owais Ahmed" userId="6abc7d4556b3b071" providerId="LiveId" clId="{14D105BD-6433-42F1-A256-68303CAB7F9C}" dt="2025-04-25T11:20:37.601" v="2013"/>
        <pc:sldMkLst>
          <pc:docMk/>
          <pc:sldMk cId="0" sldId="263"/>
        </pc:sldMkLst>
      </pc:sldChg>
      <pc:sldChg chg="modSp mod">
        <pc:chgData name="Owais Ahmed" userId="6abc7d4556b3b071" providerId="LiveId" clId="{14D105BD-6433-42F1-A256-68303CAB7F9C}" dt="2025-04-25T11:22:25.443" v="2038" actId="20577"/>
        <pc:sldMkLst>
          <pc:docMk/>
          <pc:sldMk cId="0" sldId="264"/>
        </pc:sldMkLst>
      </pc:sldChg>
      <pc:sldChg chg="del">
        <pc:chgData name="Owais Ahmed" userId="6abc7d4556b3b071" providerId="LiveId" clId="{14D105BD-6433-42F1-A256-68303CAB7F9C}" dt="2025-04-25T11:22:43.324" v="2039" actId="47"/>
        <pc:sldMkLst>
          <pc:docMk/>
          <pc:sldMk cId="0" sldId="265"/>
        </pc:sldMkLst>
      </pc:sldChg>
      <pc:sldChg chg="addSp modSp mod modAnim modNotes">
        <pc:chgData name="Owais Ahmed" userId="6abc7d4556b3b071" providerId="LiveId" clId="{14D105BD-6433-42F1-A256-68303CAB7F9C}" dt="2025-04-26T11:50:05.012" v="7133" actId="27636"/>
        <pc:sldMkLst>
          <pc:docMk/>
          <pc:sldMk cId="0" sldId="266"/>
        </pc:sldMkLst>
      </pc:sldChg>
      <pc:sldChg chg="del">
        <pc:chgData name="Owais Ahmed" userId="6abc7d4556b3b071" providerId="LiveId" clId="{14D105BD-6433-42F1-A256-68303CAB7F9C}" dt="2025-04-25T11:22:03.225" v="2035" actId="47"/>
        <pc:sldMkLst>
          <pc:docMk/>
          <pc:sldMk cId="0" sldId="267"/>
        </pc:sldMkLst>
      </pc:sldChg>
      <pc:sldChg chg="del">
        <pc:chgData name="Owais Ahmed" userId="6abc7d4556b3b071" providerId="LiveId" clId="{14D105BD-6433-42F1-A256-68303CAB7F9C}" dt="2025-04-25T11:23:52.351" v="2058" actId="47"/>
        <pc:sldMkLst>
          <pc:docMk/>
          <pc:sldMk cId="0" sldId="268"/>
        </pc:sldMkLst>
      </pc:sldChg>
      <pc:sldChg chg="delSp del mod">
        <pc:chgData name="Owais Ahmed" userId="6abc7d4556b3b071" providerId="LiveId" clId="{14D105BD-6433-42F1-A256-68303CAB7F9C}" dt="2025-04-25T11:24:39.960" v="2092" actId="47"/>
        <pc:sldMkLst>
          <pc:docMk/>
          <pc:sldMk cId="0" sldId="269"/>
        </pc:sldMkLst>
      </pc:sldChg>
      <pc:sldChg chg="addSp delSp modSp mod modAnim modNotesTx">
        <pc:chgData name="Owais Ahmed" userId="6abc7d4556b3b071" providerId="LiveId" clId="{14D105BD-6433-42F1-A256-68303CAB7F9C}" dt="2025-04-25T11:32:51.782" v="2302"/>
        <pc:sldMkLst>
          <pc:docMk/>
          <pc:sldMk cId="0" sldId="270"/>
        </pc:sldMkLst>
      </pc:sldChg>
      <pc:sldChg chg="delSp modSp mod modAnim modNotesTx">
        <pc:chgData name="Owais Ahmed" userId="6abc7d4556b3b071" providerId="LiveId" clId="{14D105BD-6433-42F1-A256-68303CAB7F9C}" dt="2025-04-26T11:50:25.115" v="7136" actId="20577"/>
        <pc:sldMkLst>
          <pc:docMk/>
          <pc:sldMk cId="0" sldId="271"/>
        </pc:sldMkLst>
      </pc:sldChg>
      <pc:sldChg chg="addSp delSp del mod">
        <pc:chgData name="Owais Ahmed" userId="6abc7d4556b3b071" providerId="LiveId" clId="{14D105BD-6433-42F1-A256-68303CAB7F9C}" dt="2025-04-25T11:31:02.221" v="2234" actId="47"/>
        <pc:sldMkLst>
          <pc:docMk/>
          <pc:sldMk cId="0" sldId="272"/>
        </pc:sldMkLst>
      </pc:sldChg>
      <pc:sldChg chg="addSp delSp modSp mod delAnim modAnim">
        <pc:chgData name="Owais Ahmed" userId="6abc7d4556b3b071" providerId="LiveId" clId="{14D105BD-6433-42F1-A256-68303CAB7F9C}" dt="2025-04-25T12:07:52.133" v="3014" actId="6549"/>
        <pc:sldMkLst>
          <pc:docMk/>
          <pc:sldMk cId="0" sldId="273"/>
        </pc:sldMkLst>
      </pc:sldChg>
      <pc:sldChg chg="del">
        <pc:chgData name="Owais Ahmed" userId="6abc7d4556b3b071" providerId="LiveId" clId="{14D105BD-6433-42F1-A256-68303CAB7F9C}" dt="2025-04-25T11:40:30.641" v="2526" actId="47"/>
        <pc:sldMkLst>
          <pc:docMk/>
          <pc:sldMk cId="0" sldId="274"/>
        </pc:sldMkLst>
      </pc:sldChg>
      <pc:sldChg chg="del">
        <pc:chgData name="Owais Ahmed" userId="6abc7d4556b3b071" providerId="LiveId" clId="{14D105BD-6433-42F1-A256-68303CAB7F9C}" dt="2025-04-25T11:41:29.249" v="2642" actId="47"/>
        <pc:sldMkLst>
          <pc:docMk/>
          <pc:sldMk cId="0" sldId="275"/>
        </pc:sldMkLst>
      </pc:sldChg>
      <pc:sldChg chg="del">
        <pc:chgData name="Owais Ahmed" userId="6abc7d4556b3b071" providerId="LiveId" clId="{14D105BD-6433-42F1-A256-68303CAB7F9C}" dt="2025-04-25T11:41:33.280" v="2643" actId="47"/>
        <pc:sldMkLst>
          <pc:docMk/>
          <pc:sldMk cId="0" sldId="276"/>
        </pc:sldMkLst>
      </pc:sldChg>
      <pc:sldChg chg="del">
        <pc:chgData name="Owais Ahmed" userId="6abc7d4556b3b071" providerId="LiveId" clId="{14D105BD-6433-42F1-A256-68303CAB7F9C}" dt="2025-04-25T11:51:04.270" v="2850" actId="47"/>
        <pc:sldMkLst>
          <pc:docMk/>
          <pc:sldMk cId="0" sldId="277"/>
        </pc:sldMkLst>
      </pc:sldChg>
      <pc:sldChg chg="del">
        <pc:chgData name="Owais Ahmed" userId="6abc7d4556b3b071" providerId="LiveId" clId="{14D105BD-6433-42F1-A256-68303CAB7F9C}" dt="2025-04-25T11:51:54.884" v="2941" actId="47"/>
        <pc:sldMkLst>
          <pc:docMk/>
          <pc:sldMk cId="0" sldId="278"/>
        </pc:sldMkLst>
      </pc:sldChg>
      <pc:sldChg chg="delSp modSp del mod">
        <pc:chgData name="Owais Ahmed" userId="6abc7d4556b3b071" providerId="LiveId" clId="{14D105BD-6433-42F1-A256-68303CAB7F9C}" dt="2025-04-25T12:11:22.913" v="3309" actId="47"/>
        <pc:sldMkLst>
          <pc:docMk/>
          <pc:sldMk cId="0" sldId="279"/>
        </pc:sldMkLst>
      </pc:sldChg>
      <pc:sldChg chg="del">
        <pc:chgData name="Owais Ahmed" userId="6abc7d4556b3b071" providerId="LiveId" clId="{14D105BD-6433-42F1-A256-68303CAB7F9C}" dt="2025-04-25T12:19:11.552" v="3622" actId="47"/>
        <pc:sldMkLst>
          <pc:docMk/>
          <pc:sldMk cId="0" sldId="280"/>
        </pc:sldMkLst>
      </pc:sldChg>
      <pc:sldChg chg="add del">
        <pc:chgData name="Owais Ahmed" userId="6abc7d4556b3b071" providerId="LiveId" clId="{14D105BD-6433-42F1-A256-68303CAB7F9C}" dt="2025-04-25T12:19:49.339" v="3627" actId="47"/>
        <pc:sldMkLst>
          <pc:docMk/>
          <pc:sldMk cId="0" sldId="281"/>
        </pc:sldMkLst>
      </pc:sldChg>
      <pc:sldChg chg="delSp modSp mod ord modAnim modNotes">
        <pc:chgData name="Owais Ahmed" userId="6abc7d4556b3b071" providerId="LiveId" clId="{14D105BD-6433-42F1-A256-68303CAB7F9C}" dt="2025-04-26T11:43:41.126" v="6946"/>
        <pc:sldMkLst>
          <pc:docMk/>
          <pc:sldMk cId="0" sldId="282"/>
        </pc:sldMkLst>
      </pc:sldChg>
      <pc:sldChg chg="del">
        <pc:chgData name="Owais Ahmed" userId="6abc7d4556b3b071" providerId="LiveId" clId="{14D105BD-6433-42F1-A256-68303CAB7F9C}" dt="2025-04-25T12:19:50.471" v="3628" actId="47"/>
        <pc:sldMkLst>
          <pc:docMk/>
          <pc:sldMk cId="0" sldId="283"/>
        </pc:sldMkLst>
      </pc:sldChg>
      <pc:sldChg chg="addSp delSp modSp mod">
        <pc:chgData name="Owais Ahmed" userId="6abc7d4556b3b071" providerId="LiveId" clId="{14D105BD-6433-42F1-A256-68303CAB7F9C}" dt="2025-04-25T12:52:44.027" v="4371" actId="20577"/>
        <pc:sldMkLst>
          <pc:docMk/>
          <pc:sldMk cId="0" sldId="284"/>
        </pc:sldMkLst>
      </pc:sldChg>
      <pc:sldChg chg="delSp modSp del mod">
        <pc:chgData name="Owais Ahmed" userId="6abc7d4556b3b071" providerId="LiveId" clId="{14D105BD-6433-42F1-A256-68303CAB7F9C}" dt="2025-04-25T15:06:08.506" v="4884" actId="47"/>
        <pc:sldMkLst>
          <pc:docMk/>
          <pc:sldMk cId="0" sldId="285"/>
        </pc:sldMkLst>
      </pc:sldChg>
      <pc:sldChg chg="del">
        <pc:chgData name="Owais Ahmed" userId="6abc7d4556b3b071" providerId="LiveId" clId="{14D105BD-6433-42F1-A256-68303CAB7F9C}" dt="2025-04-25T15:06:17.173" v="4885" actId="47"/>
        <pc:sldMkLst>
          <pc:docMk/>
          <pc:sldMk cId="0" sldId="286"/>
        </pc:sldMkLst>
      </pc:sldChg>
      <pc:sldChg chg="del">
        <pc:chgData name="Owais Ahmed" userId="6abc7d4556b3b071" providerId="LiveId" clId="{14D105BD-6433-42F1-A256-68303CAB7F9C}" dt="2025-04-25T15:06:51.789" v="4986" actId="47"/>
        <pc:sldMkLst>
          <pc:docMk/>
          <pc:sldMk cId="0" sldId="287"/>
        </pc:sldMkLst>
      </pc:sldChg>
      <pc:sldChg chg="del">
        <pc:chgData name="Owais Ahmed" userId="6abc7d4556b3b071" providerId="LiveId" clId="{14D105BD-6433-42F1-A256-68303CAB7F9C}" dt="2025-04-25T15:15:23.166" v="5636" actId="47"/>
        <pc:sldMkLst>
          <pc:docMk/>
          <pc:sldMk cId="0" sldId="288"/>
        </pc:sldMkLst>
      </pc:sldChg>
      <pc:sldChg chg="del">
        <pc:chgData name="Owais Ahmed" userId="6abc7d4556b3b071" providerId="LiveId" clId="{14D105BD-6433-42F1-A256-68303CAB7F9C}" dt="2025-04-25T15:15:34.911" v="5637" actId="47"/>
        <pc:sldMkLst>
          <pc:docMk/>
          <pc:sldMk cId="0" sldId="289"/>
        </pc:sldMkLst>
      </pc:sldChg>
      <pc:sldChg chg="addSp delSp modSp del mod modNotes">
        <pc:chgData name="Owais Ahmed" userId="6abc7d4556b3b071" providerId="LiveId" clId="{14D105BD-6433-42F1-A256-68303CAB7F9C}" dt="2025-04-25T15:23:32.002" v="5950" actId="47"/>
        <pc:sldMkLst>
          <pc:docMk/>
          <pc:sldMk cId="0" sldId="290"/>
        </pc:sldMkLst>
      </pc:sldChg>
      <pc:sldChg chg="del">
        <pc:chgData name="Owais Ahmed" userId="6abc7d4556b3b071" providerId="LiveId" clId="{14D105BD-6433-42F1-A256-68303CAB7F9C}" dt="2025-04-25T15:27:10.419" v="6130" actId="47"/>
        <pc:sldMkLst>
          <pc:docMk/>
          <pc:sldMk cId="0" sldId="291"/>
        </pc:sldMkLst>
      </pc:sldChg>
      <pc:sldChg chg="add del">
        <pc:chgData name="Owais Ahmed" userId="6abc7d4556b3b071" providerId="LiveId" clId="{14D105BD-6433-42F1-A256-68303CAB7F9C}" dt="2025-04-25T15:27:30.877" v="6135" actId="47"/>
        <pc:sldMkLst>
          <pc:docMk/>
          <pc:sldMk cId="0" sldId="292"/>
        </pc:sldMkLst>
      </pc:sldChg>
      <pc:sldChg chg="del">
        <pc:chgData name="Owais Ahmed" userId="6abc7d4556b3b071" providerId="LiveId" clId="{14D105BD-6433-42F1-A256-68303CAB7F9C}" dt="2025-04-25T15:27:47.902" v="6136" actId="47"/>
        <pc:sldMkLst>
          <pc:docMk/>
          <pc:sldMk cId="0" sldId="293"/>
        </pc:sldMkLst>
      </pc:sldChg>
      <pc:sldChg chg="del">
        <pc:chgData name="Owais Ahmed" userId="6abc7d4556b3b071" providerId="LiveId" clId="{14D105BD-6433-42F1-A256-68303CAB7F9C}" dt="2025-04-25T15:27:57.585" v="6137" actId="47"/>
        <pc:sldMkLst>
          <pc:docMk/>
          <pc:sldMk cId="0" sldId="294"/>
        </pc:sldMkLst>
      </pc:sldChg>
      <pc:sldChg chg="del">
        <pc:chgData name="Owais Ahmed" userId="6abc7d4556b3b071" providerId="LiveId" clId="{14D105BD-6433-42F1-A256-68303CAB7F9C}" dt="2025-04-25T15:27:58.894" v="6138" actId="47"/>
        <pc:sldMkLst>
          <pc:docMk/>
          <pc:sldMk cId="0" sldId="295"/>
        </pc:sldMkLst>
      </pc:sldChg>
      <pc:sldChg chg="del">
        <pc:chgData name="Owais Ahmed" userId="6abc7d4556b3b071" providerId="LiveId" clId="{14D105BD-6433-42F1-A256-68303CAB7F9C}" dt="2025-04-25T15:28:00.725" v="6139" actId="47"/>
        <pc:sldMkLst>
          <pc:docMk/>
          <pc:sldMk cId="0" sldId="296"/>
        </pc:sldMkLst>
      </pc:sldChg>
      <pc:sldChg chg="del">
        <pc:chgData name="Owais Ahmed" userId="6abc7d4556b3b071" providerId="LiveId" clId="{14D105BD-6433-42F1-A256-68303CAB7F9C}" dt="2025-04-26T11:47:01.185" v="7067" actId="47"/>
        <pc:sldMkLst>
          <pc:docMk/>
          <pc:sldMk cId="0" sldId="297"/>
        </pc:sldMkLst>
      </pc:sldChg>
      <pc:sldChg chg="modSp modAnim modNotes">
        <pc:chgData name="Owais Ahmed" userId="6abc7d4556b3b071" providerId="LiveId" clId="{14D105BD-6433-42F1-A256-68303CAB7F9C}" dt="2025-04-26T11:53:24.995" v="7150" actId="20577"/>
        <pc:sldMkLst>
          <pc:docMk/>
          <pc:sldMk cId="0" sldId="298"/>
        </pc:sldMkLst>
      </pc:sldChg>
      <pc:sldChg chg="delSp modSp mod delAnim modAnim modNotes">
        <pc:chgData name="Owais Ahmed" userId="6abc7d4556b3b071" providerId="LiveId" clId="{14D105BD-6433-42F1-A256-68303CAB7F9C}" dt="2025-04-26T12:08:02.056" v="7680" actId="20577"/>
        <pc:sldMkLst>
          <pc:docMk/>
          <pc:sldMk cId="0" sldId="299"/>
        </pc:sldMkLst>
      </pc:sldChg>
      <pc:sldChg chg="addSp modSp mod modAnim">
        <pc:chgData name="Owais Ahmed" userId="6abc7d4556b3b071" providerId="LiveId" clId="{14D105BD-6433-42F1-A256-68303CAB7F9C}" dt="2025-04-26T12:03:10.823" v="7439"/>
        <pc:sldMkLst>
          <pc:docMk/>
          <pc:sldMk cId="0" sldId="300"/>
        </pc:sldMkLst>
      </pc:sldChg>
      <pc:sldChg chg="del">
        <pc:chgData name="Owais Ahmed" userId="6abc7d4556b3b071" providerId="LiveId" clId="{14D105BD-6433-42F1-A256-68303CAB7F9C}" dt="2025-04-26T12:23:01.858" v="7878" actId="47"/>
        <pc:sldMkLst>
          <pc:docMk/>
          <pc:sldMk cId="0" sldId="301"/>
        </pc:sldMkLst>
      </pc:sldChg>
      <pc:sldChg chg="del">
        <pc:chgData name="Owais Ahmed" userId="6abc7d4556b3b071" providerId="LiveId" clId="{14D105BD-6433-42F1-A256-68303CAB7F9C}" dt="2025-04-26T12:22:06.272" v="7875" actId="47"/>
        <pc:sldMkLst>
          <pc:docMk/>
          <pc:sldMk cId="0" sldId="302"/>
        </pc:sldMkLst>
      </pc:sldChg>
      <pc:sldChg chg="del">
        <pc:chgData name="Owais Ahmed" userId="6abc7d4556b3b071" providerId="LiveId" clId="{14D105BD-6433-42F1-A256-68303CAB7F9C}" dt="2025-04-26T12:22:07.162" v="7876" actId="47"/>
        <pc:sldMkLst>
          <pc:docMk/>
          <pc:sldMk cId="0" sldId="303"/>
        </pc:sldMkLst>
      </pc:sldChg>
      <pc:sldChg chg="del">
        <pc:chgData name="Owais Ahmed" userId="6abc7d4556b3b071" providerId="LiveId" clId="{14D105BD-6433-42F1-A256-68303CAB7F9C}" dt="2025-04-26T12:23:01.858" v="7878" actId="47"/>
        <pc:sldMkLst>
          <pc:docMk/>
          <pc:sldMk cId="0" sldId="304"/>
        </pc:sldMkLst>
      </pc:sldChg>
      <pc:sldChg chg="del">
        <pc:chgData name="Owais Ahmed" userId="6abc7d4556b3b071" providerId="LiveId" clId="{14D105BD-6433-42F1-A256-68303CAB7F9C}" dt="2025-04-25T15:57:16.528" v="6140" actId="47"/>
        <pc:sldMkLst>
          <pc:docMk/>
          <pc:sldMk cId="0" sldId="305"/>
        </pc:sldMkLst>
      </pc:sldChg>
      <pc:sldChg chg="del">
        <pc:chgData name="Owais Ahmed" userId="6abc7d4556b3b071" providerId="LiveId" clId="{14D105BD-6433-42F1-A256-68303CAB7F9C}" dt="2025-04-25T15:57:17.392" v="6141" actId="47"/>
        <pc:sldMkLst>
          <pc:docMk/>
          <pc:sldMk cId="0" sldId="306"/>
        </pc:sldMkLst>
      </pc:sldChg>
      <pc:sldChg chg="del">
        <pc:chgData name="Owais Ahmed" userId="6abc7d4556b3b071" providerId="LiveId" clId="{14D105BD-6433-42F1-A256-68303CAB7F9C}" dt="2025-04-25T15:57:18.528" v="6142" actId="47"/>
        <pc:sldMkLst>
          <pc:docMk/>
          <pc:sldMk cId="0" sldId="307"/>
        </pc:sldMkLst>
      </pc:sldChg>
      <pc:sldChg chg="del">
        <pc:chgData name="Owais Ahmed" userId="6abc7d4556b3b071" providerId="LiveId" clId="{14D105BD-6433-42F1-A256-68303CAB7F9C}" dt="2025-04-25T15:57:20.400" v="6143" actId="47"/>
        <pc:sldMkLst>
          <pc:docMk/>
          <pc:sldMk cId="0" sldId="308"/>
        </pc:sldMkLst>
      </pc:sldChg>
      <pc:sldChg chg="modSp del mod">
        <pc:chgData name="Owais Ahmed" userId="6abc7d4556b3b071" providerId="LiveId" clId="{14D105BD-6433-42F1-A256-68303CAB7F9C}" dt="2025-04-26T12:23:01.858" v="7878" actId="47"/>
        <pc:sldMkLst>
          <pc:docMk/>
          <pc:sldMk cId="0" sldId="309"/>
        </pc:sldMkLst>
      </pc:sldChg>
      <pc:sldChg chg="del">
        <pc:chgData name="Owais Ahmed" userId="6abc7d4556b3b071" providerId="LiveId" clId="{14D105BD-6433-42F1-A256-68303CAB7F9C}" dt="2025-04-26T12:23:01.858" v="7878" actId="47"/>
        <pc:sldMkLst>
          <pc:docMk/>
          <pc:sldMk cId="0" sldId="310"/>
        </pc:sldMkLst>
      </pc:sldChg>
      <pc:sldChg chg="del">
        <pc:chgData name="Owais Ahmed" userId="6abc7d4556b3b071" providerId="LiveId" clId="{14D105BD-6433-42F1-A256-68303CAB7F9C}" dt="2025-04-26T12:23:01.858" v="7878" actId="47"/>
        <pc:sldMkLst>
          <pc:docMk/>
          <pc:sldMk cId="0" sldId="311"/>
        </pc:sldMkLst>
      </pc:sldChg>
      <pc:sldChg chg="del">
        <pc:chgData name="Owais Ahmed" userId="6abc7d4556b3b071" providerId="LiveId" clId="{14D105BD-6433-42F1-A256-68303CAB7F9C}" dt="2025-04-26T12:23:01.858" v="7878" actId="47"/>
        <pc:sldMkLst>
          <pc:docMk/>
          <pc:sldMk cId="0" sldId="312"/>
        </pc:sldMkLst>
      </pc:sldChg>
      <pc:sldChg chg="del">
        <pc:chgData name="Owais Ahmed" userId="6abc7d4556b3b071" providerId="LiveId" clId="{14D105BD-6433-42F1-A256-68303CAB7F9C}" dt="2025-04-26T12:23:01.858" v="7878" actId="47"/>
        <pc:sldMkLst>
          <pc:docMk/>
          <pc:sldMk cId="0" sldId="313"/>
        </pc:sldMkLst>
      </pc:sldChg>
      <pc:sldChg chg="del">
        <pc:chgData name="Owais Ahmed" userId="6abc7d4556b3b071" providerId="LiveId" clId="{14D105BD-6433-42F1-A256-68303CAB7F9C}" dt="2025-04-26T12:23:01.858" v="7878" actId="47"/>
        <pc:sldMkLst>
          <pc:docMk/>
          <pc:sldMk cId="0" sldId="314"/>
        </pc:sldMkLst>
      </pc:sldChg>
      <pc:sldChg chg="del">
        <pc:chgData name="Owais Ahmed" userId="6abc7d4556b3b071" providerId="LiveId" clId="{14D105BD-6433-42F1-A256-68303CAB7F9C}" dt="2025-04-26T12:23:01.858" v="7878" actId="47"/>
        <pc:sldMkLst>
          <pc:docMk/>
          <pc:sldMk cId="0" sldId="315"/>
        </pc:sldMkLst>
      </pc:sldChg>
      <pc:sldChg chg="del">
        <pc:chgData name="Owais Ahmed" userId="6abc7d4556b3b071" providerId="LiveId" clId="{14D105BD-6433-42F1-A256-68303CAB7F9C}" dt="2025-04-26T12:23:01.858" v="7878" actId="47"/>
        <pc:sldMkLst>
          <pc:docMk/>
          <pc:sldMk cId="0" sldId="316"/>
        </pc:sldMkLst>
      </pc:sldChg>
      <pc:sldChg chg="del">
        <pc:chgData name="Owais Ahmed" userId="6abc7d4556b3b071" providerId="LiveId" clId="{14D105BD-6433-42F1-A256-68303CAB7F9C}" dt="2025-04-26T12:23:01.858" v="7878" actId="47"/>
        <pc:sldMkLst>
          <pc:docMk/>
          <pc:sldMk cId="0" sldId="317"/>
        </pc:sldMkLst>
      </pc:sldChg>
      <pc:sldChg chg="del">
        <pc:chgData name="Owais Ahmed" userId="6abc7d4556b3b071" providerId="LiveId" clId="{14D105BD-6433-42F1-A256-68303CAB7F9C}" dt="2025-04-26T12:23:01.858" v="7878" actId="47"/>
        <pc:sldMkLst>
          <pc:docMk/>
          <pc:sldMk cId="0" sldId="318"/>
        </pc:sldMkLst>
      </pc:sldChg>
      <pc:sldChg chg="del">
        <pc:chgData name="Owais Ahmed" userId="6abc7d4556b3b071" providerId="LiveId" clId="{14D105BD-6433-42F1-A256-68303CAB7F9C}" dt="2025-04-26T12:23:05.573" v="7879" actId="47"/>
        <pc:sldMkLst>
          <pc:docMk/>
          <pc:sldMk cId="0" sldId="319"/>
        </pc:sldMkLst>
      </pc:sldChg>
      <pc:sldChg chg="del">
        <pc:chgData name="Owais Ahmed" userId="6abc7d4556b3b071" providerId="LiveId" clId="{14D105BD-6433-42F1-A256-68303CAB7F9C}" dt="2025-04-26T12:23:11.431" v="7880" actId="47"/>
        <pc:sldMkLst>
          <pc:docMk/>
          <pc:sldMk cId="0" sldId="320"/>
        </pc:sldMkLst>
      </pc:sldChg>
      <pc:sldChg chg="del">
        <pc:chgData name="Owais Ahmed" userId="6abc7d4556b3b071" providerId="LiveId" clId="{14D105BD-6433-42F1-A256-68303CAB7F9C}" dt="2025-04-26T12:23:19.325" v="7881" actId="47"/>
        <pc:sldMkLst>
          <pc:docMk/>
          <pc:sldMk cId="0" sldId="321"/>
        </pc:sldMkLst>
      </pc:sldChg>
      <pc:sldChg chg="delSp modSp mod">
        <pc:chgData name="Owais Ahmed" userId="6abc7d4556b3b071" providerId="LiveId" clId="{14D105BD-6433-42F1-A256-68303CAB7F9C}" dt="2025-04-26T12:23:39.230" v="7886" actId="20577"/>
        <pc:sldMkLst>
          <pc:docMk/>
          <pc:sldMk cId="0" sldId="322"/>
        </pc:sldMkLst>
      </pc:sldChg>
      <pc:sldChg chg="modSp mod">
        <pc:chgData name="Owais Ahmed" userId="6abc7d4556b3b071" providerId="LiveId" clId="{14D105BD-6433-42F1-A256-68303CAB7F9C}" dt="2025-04-26T13:54:36.681" v="8707" actId="20577"/>
        <pc:sldMkLst>
          <pc:docMk/>
          <pc:sldMk cId="0" sldId="323"/>
        </pc:sldMkLst>
      </pc:sldChg>
      <pc:sldChg chg="addSp delSp modSp add mod modAnim modNotesTx">
        <pc:chgData name="Owais Ahmed" userId="6abc7d4556b3b071" providerId="LiveId" clId="{14D105BD-6433-42F1-A256-68303CAB7F9C}" dt="2025-04-26T11:47:46.367" v="7075" actId="113"/>
        <pc:sldMkLst>
          <pc:docMk/>
          <pc:sldMk cId="3732763155" sldId="324"/>
        </pc:sldMkLst>
      </pc:sldChg>
      <pc:sldChg chg="modSp add mod modAnim modNotesTx">
        <pc:chgData name="Owais Ahmed" userId="6abc7d4556b3b071" providerId="LiveId" clId="{14D105BD-6433-42F1-A256-68303CAB7F9C}" dt="2025-04-26T11:49:02.761" v="7123" actId="20577"/>
        <pc:sldMkLst>
          <pc:docMk/>
          <pc:sldMk cId="3088228634" sldId="325"/>
        </pc:sldMkLst>
      </pc:sldChg>
      <pc:sldChg chg="modSp add mod modAnim modNotesTx">
        <pc:chgData name="Owais Ahmed" userId="6abc7d4556b3b071" providerId="LiveId" clId="{14D105BD-6433-42F1-A256-68303CAB7F9C}" dt="2025-04-25T11:20:34.206" v="2011" actId="20577"/>
        <pc:sldMkLst>
          <pc:docMk/>
          <pc:sldMk cId="2671093673" sldId="326"/>
        </pc:sldMkLst>
      </pc:sldChg>
      <pc:sldChg chg="addSp delSp modSp add mod modAnim modNotesTx">
        <pc:chgData name="Owais Ahmed" userId="6abc7d4556b3b071" providerId="LiveId" clId="{14D105BD-6433-42F1-A256-68303CAB7F9C}" dt="2025-04-26T12:35:28.567" v="8706"/>
        <pc:sldMkLst>
          <pc:docMk/>
          <pc:sldMk cId="981192917" sldId="327"/>
        </pc:sldMkLst>
      </pc:sldChg>
      <pc:sldChg chg="modSp add mod modAnim">
        <pc:chgData name="Owais Ahmed" userId="6abc7d4556b3b071" providerId="LiveId" clId="{14D105BD-6433-42F1-A256-68303CAB7F9C}" dt="2025-04-26T11:49:48.649" v="7131" actId="113"/>
        <pc:sldMkLst>
          <pc:docMk/>
          <pc:sldMk cId="3689507250" sldId="328"/>
        </pc:sldMkLst>
      </pc:sldChg>
      <pc:sldChg chg="addSp modSp add mod modAnim">
        <pc:chgData name="Owais Ahmed" userId="6abc7d4556b3b071" providerId="LiveId" clId="{14D105BD-6433-42F1-A256-68303CAB7F9C}" dt="2025-04-26T11:50:56.534" v="7137" actId="948"/>
        <pc:sldMkLst>
          <pc:docMk/>
          <pc:sldMk cId="3086904792" sldId="329"/>
        </pc:sldMkLst>
      </pc:sldChg>
      <pc:sldChg chg="modSp add del mod modAnim modNotesTx">
        <pc:chgData name="Owais Ahmed" userId="6abc7d4556b3b071" providerId="LiveId" clId="{14D105BD-6433-42F1-A256-68303CAB7F9C}" dt="2025-04-26T11:51:32.709" v="7142" actId="20577"/>
        <pc:sldMkLst>
          <pc:docMk/>
          <pc:sldMk cId="2331514628" sldId="330"/>
        </pc:sldMkLst>
      </pc:sldChg>
      <pc:sldChg chg="modSp add mod modAnim modNotesTx">
        <pc:chgData name="Owais Ahmed" userId="6abc7d4556b3b071" providerId="LiveId" clId="{14D105BD-6433-42F1-A256-68303CAB7F9C}" dt="2025-04-26T11:51:53.022" v="7143" actId="113"/>
        <pc:sldMkLst>
          <pc:docMk/>
          <pc:sldMk cId="2513786817" sldId="331"/>
        </pc:sldMkLst>
      </pc:sldChg>
      <pc:sldChg chg="addSp delSp modSp add mod modAnim modNotesTx">
        <pc:chgData name="Owais Ahmed" userId="6abc7d4556b3b071" providerId="LiveId" clId="{14D105BD-6433-42F1-A256-68303CAB7F9C}" dt="2025-04-26T11:44:46.093" v="6959"/>
        <pc:sldMkLst>
          <pc:docMk/>
          <pc:sldMk cId="320934354" sldId="332"/>
        </pc:sldMkLst>
      </pc:sldChg>
      <pc:sldChg chg="addSp delSp modSp add mod modAnim modNotesTx">
        <pc:chgData name="Owais Ahmed" userId="6abc7d4556b3b071" providerId="LiveId" clId="{14D105BD-6433-42F1-A256-68303CAB7F9C}" dt="2025-04-26T11:53:09.400" v="7146" actId="14100"/>
        <pc:sldMkLst>
          <pc:docMk/>
          <pc:sldMk cId="2655601108" sldId="333"/>
        </pc:sldMkLst>
      </pc:sldChg>
      <pc:sldChg chg="modSp add mod">
        <pc:chgData name="Owais Ahmed" userId="6abc7d4556b3b071" providerId="LiveId" clId="{14D105BD-6433-42F1-A256-68303CAB7F9C}" dt="2025-04-26T12:24:39.757" v="8019" actId="20577"/>
        <pc:sldMkLst>
          <pc:docMk/>
          <pc:sldMk cId="3085099109" sldId="334"/>
        </pc:sldMkLst>
      </pc:sldChg>
      <pc:sldChg chg="add del">
        <pc:chgData name="Owais Ahmed" userId="6abc7d4556b3b071" providerId="LiveId" clId="{14D105BD-6433-42F1-A256-68303CAB7F9C}" dt="2025-05-02T17:01:51.102" v="8710" actId="47"/>
        <pc:sldMkLst>
          <pc:docMk/>
          <pc:sldMk cId="3155612059" sldId="346"/>
        </pc:sldMkLst>
      </pc:sldChg>
      <pc:sldChg chg="add del">
        <pc:chgData name="Owais Ahmed" userId="6abc7d4556b3b071" providerId="LiveId" clId="{14D105BD-6433-42F1-A256-68303CAB7F9C}" dt="2025-05-02T17:01:50.089" v="8709" actId="47"/>
        <pc:sldMkLst>
          <pc:docMk/>
          <pc:sldMk cId="0" sldId="347"/>
        </pc:sldMkLst>
      </pc:sldChg>
      <pc:sldChg chg="add del">
        <pc:chgData name="Owais Ahmed" userId="6abc7d4556b3b071" providerId="LiveId" clId="{14D105BD-6433-42F1-A256-68303CAB7F9C}" dt="2025-05-02T17:01:50.089" v="8709" actId="47"/>
        <pc:sldMkLst>
          <pc:docMk/>
          <pc:sldMk cId="0" sldId="348"/>
        </pc:sldMkLst>
      </pc:sldChg>
      <pc:sldChg chg="add del">
        <pc:chgData name="Owais Ahmed" userId="6abc7d4556b3b071" providerId="LiveId" clId="{14D105BD-6433-42F1-A256-68303CAB7F9C}" dt="2025-05-02T17:01:50.089" v="8709" actId="47"/>
        <pc:sldMkLst>
          <pc:docMk/>
          <pc:sldMk cId="0" sldId="34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f0c5490bd8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2f0c5490bd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f0c5490bd8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f0c5490bd8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D8756686-AA04-3A41-61B6-6396D013C3CF}"/>
            </a:ext>
          </a:extLst>
        </p:cNvPr>
        <p:cNvGrpSpPr/>
        <p:nvPr/>
      </p:nvGrpSpPr>
      <p:grpSpPr>
        <a:xfrm>
          <a:off x="0" y="0"/>
          <a:ext cx="0" cy="0"/>
          <a:chOff x="0" y="0"/>
          <a:chExt cx="0" cy="0"/>
        </a:xfrm>
      </p:grpSpPr>
      <p:sp>
        <p:nvSpPr>
          <p:cNvPr id="133" name="Google Shape;133;g2f0c5490bd8_0_43:notes">
            <a:extLst>
              <a:ext uri="{FF2B5EF4-FFF2-40B4-BE49-F238E27FC236}">
                <a16:creationId xmlns:a16="http://schemas.microsoft.com/office/drawing/2014/main" id="{C3B65093-233E-CCE5-ED6B-61C33EAFAD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f0c5490bd8_0_43:notes">
            <a:extLst>
              <a:ext uri="{FF2B5EF4-FFF2-40B4-BE49-F238E27FC236}">
                <a16:creationId xmlns:a16="http://schemas.microsoft.com/office/drawing/2014/main" id="{38F09E4D-0BD9-335F-8569-E9341C7458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a:p>
        </p:txBody>
      </p:sp>
    </p:spTree>
    <p:extLst>
      <p:ext uri="{BB962C8B-B14F-4D97-AF65-F5344CB8AC3E}">
        <p14:creationId xmlns:p14="http://schemas.microsoft.com/office/powerpoint/2010/main" val="1020220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F9BDD2F9-917A-C5EF-1102-C925BAB6DC30}"/>
            </a:ext>
          </a:extLst>
        </p:cNvPr>
        <p:cNvGrpSpPr/>
        <p:nvPr/>
      </p:nvGrpSpPr>
      <p:grpSpPr>
        <a:xfrm>
          <a:off x="0" y="0"/>
          <a:ext cx="0" cy="0"/>
          <a:chOff x="0" y="0"/>
          <a:chExt cx="0" cy="0"/>
        </a:xfrm>
      </p:grpSpPr>
      <p:sp>
        <p:nvSpPr>
          <p:cNvPr id="133" name="Google Shape;133;g2f0c5490bd8_0_43:notes">
            <a:extLst>
              <a:ext uri="{FF2B5EF4-FFF2-40B4-BE49-F238E27FC236}">
                <a16:creationId xmlns:a16="http://schemas.microsoft.com/office/drawing/2014/main" id="{3F992D97-7FB8-1139-643C-5C2D312B19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f0c5490bd8_0_43:notes">
            <a:extLst>
              <a:ext uri="{FF2B5EF4-FFF2-40B4-BE49-F238E27FC236}">
                <a16:creationId xmlns:a16="http://schemas.microsoft.com/office/drawing/2014/main" id="{565AB5B6-850A-97EA-41F3-251691EACB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a:p>
        </p:txBody>
      </p:sp>
    </p:spTree>
    <p:extLst>
      <p:ext uri="{BB962C8B-B14F-4D97-AF65-F5344CB8AC3E}">
        <p14:creationId xmlns:p14="http://schemas.microsoft.com/office/powerpoint/2010/main" val="1393164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48471872-2B2E-DB9A-D08D-826984BCDB65}"/>
            </a:ext>
          </a:extLst>
        </p:cNvPr>
        <p:cNvGrpSpPr/>
        <p:nvPr/>
      </p:nvGrpSpPr>
      <p:grpSpPr>
        <a:xfrm>
          <a:off x="0" y="0"/>
          <a:ext cx="0" cy="0"/>
          <a:chOff x="0" y="0"/>
          <a:chExt cx="0" cy="0"/>
        </a:xfrm>
      </p:grpSpPr>
      <p:sp>
        <p:nvSpPr>
          <p:cNvPr id="133" name="Google Shape;133;g2f0c5490bd8_0_43:notes">
            <a:extLst>
              <a:ext uri="{FF2B5EF4-FFF2-40B4-BE49-F238E27FC236}">
                <a16:creationId xmlns:a16="http://schemas.microsoft.com/office/drawing/2014/main" id="{870BECB4-1D2C-5526-9321-392657F0B7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f0c5490bd8_0_43:notes">
            <a:extLst>
              <a:ext uri="{FF2B5EF4-FFF2-40B4-BE49-F238E27FC236}">
                <a16:creationId xmlns:a16="http://schemas.microsoft.com/office/drawing/2014/main" id="{5396108F-934B-9D9D-6970-3EAC3FE598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a:p>
        </p:txBody>
      </p:sp>
    </p:spTree>
    <p:extLst>
      <p:ext uri="{BB962C8B-B14F-4D97-AF65-F5344CB8AC3E}">
        <p14:creationId xmlns:p14="http://schemas.microsoft.com/office/powerpoint/2010/main" val="4051060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BA9FB384-0F22-70C7-A66F-433B8A0D28A7}"/>
            </a:ext>
          </a:extLst>
        </p:cNvPr>
        <p:cNvGrpSpPr/>
        <p:nvPr/>
      </p:nvGrpSpPr>
      <p:grpSpPr>
        <a:xfrm>
          <a:off x="0" y="0"/>
          <a:ext cx="0" cy="0"/>
          <a:chOff x="0" y="0"/>
          <a:chExt cx="0" cy="0"/>
        </a:xfrm>
      </p:grpSpPr>
      <p:sp>
        <p:nvSpPr>
          <p:cNvPr id="133" name="Google Shape;133;g2f0c5490bd8_0_43:notes">
            <a:extLst>
              <a:ext uri="{FF2B5EF4-FFF2-40B4-BE49-F238E27FC236}">
                <a16:creationId xmlns:a16="http://schemas.microsoft.com/office/drawing/2014/main" id="{47224D35-BA99-E4BA-D717-90CD09E114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f0c5490bd8_0_43:notes">
            <a:extLst>
              <a:ext uri="{FF2B5EF4-FFF2-40B4-BE49-F238E27FC236}">
                <a16:creationId xmlns:a16="http://schemas.microsoft.com/office/drawing/2014/main" id="{AC2BA4E9-6473-A375-C589-C618467150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a:p>
        </p:txBody>
      </p:sp>
    </p:spTree>
    <p:extLst>
      <p:ext uri="{BB962C8B-B14F-4D97-AF65-F5344CB8AC3E}">
        <p14:creationId xmlns:p14="http://schemas.microsoft.com/office/powerpoint/2010/main" val="3216067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4BF96F47-25EF-BD25-AADA-E48914353E9B}"/>
            </a:ext>
          </a:extLst>
        </p:cNvPr>
        <p:cNvGrpSpPr/>
        <p:nvPr/>
      </p:nvGrpSpPr>
      <p:grpSpPr>
        <a:xfrm>
          <a:off x="0" y="0"/>
          <a:ext cx="0" cy="0"/>
          <a:chOff x="0" y="0"/>
          <a:chExt cx="0" cy="0"/>
        </a:xfrm>
      </p:grpSpPr>
      <p:sp>
        <p:nvSpPr>
          <p:cNvPr id="133" name="Google Shape;133;g2f0c5490bd8_0_43:notes">
            <a:extLst>
              <a:ext uri="{FF2B5EF4-FFF2-40B4-BE49-F238E27FC236}">
                <a16:creationId xmlns:a16="http://schemas.microsoft.com/office/drawing/2014/main" id="{AC7FBF5A-3542-8817-FFD6-6F97F7B6B0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f0c5490bd8_0_43:notes">
            <a:extLst>
              <a:ext uri="{FF2B5EF4-FFF2-40B4-BE49-F238E27FC236}">
                <a16:creationId xmlns:a16="http://schemas.microsoft.com/office/drawing/2014/main" id="{9C7956CB-55D7-5AAE-8342-96ADB26FFB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a:p>
        </p:txBody>
      </p:sp>
    </p:spTree>
    <p:extLst>
      <p:ext uri="{BB962C8B-B14F-4D97-AF65-F5344CB8AC3E}">
        <p14:creationId xmlns:p14="http://schemas.microsoft.com/office/powerpoint/2010/main" val="2607070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Let’s start with an example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f0c5490bd8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2f0c5490bd8_0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Let’s start with an example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f0c5490bd8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g2f0c5490bd8_0_1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235" name="Google Shape;23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500">
                    <a:solidFill>
                      <a:srgbClr val="3A3B41"/>
                    </a:solidFill>
                    <a:highlight>
                      <a:srgbClr val="FFFFFF"/>
                    </a:highlight>
                    <a:latin typeface="Lora"/>
                    <a:ea typeface="Lora"/>
                    <a:cs typeface="Lora"/>
                    <a:sym typeface="Lora"/>
                  </a:rPr>
                  <a:t>So instead, we use a sigmoid function, which </a:t>
                </a:r>
                <a:r>
                  <a:rPr lang="en-GB" sz="1350">
                    <a:solidFill>
                      <a:srgbClr val="333333"/>
                    </a:solidFill>
                    <a:highlight>
                      <a:srgbClr val="FBFBFB"/>
                    </a:highlight>
                  </a:rPr>
                  <a:t>It transforms any value in the domain to a number between 0 and 1. Note that exp(-a) is exponential function which is also represented as </a:t>
                </a:r>
                <a14:m>
                  <m:oMath xmlns:m="http://schemas.openxmlformats.org/officeDocument/2006/math">
                    <m:sSup>
                      <m:sSupPr>
                        <m:ctrlPr>
                          <a:rPr lang="en-GB" sz="1350" b="0" i="1" smtClean="0">
                            <a:solidFill>
                              <a:srgbClr val="333333"/>
                            </a:solidFill>
                            <a:highlight>
                              <a:srgbClr val="FBFBFB"/>
                            </a:highlight>
                            <a:latin typeface="Cambria Math" panose="02040503050406030204" pitchFamily="18" charset="0"/>
                          </a:rPr>
                        </m:ctrlPr>
                      </m:sSupPr>
                      <m:e>
                        <m:r>
                          <a:rPr lang="en-GB" sz="1350" b="0" i="1" smtClean="0">
                            <a:solidFill>
                              <a:srgbClr val="333333"/>
                            </a:solidFill>
                            <a:highlight>
                              <a:srgbClr val="FBFBFB"/>
                            </a:highlight>
                            <a:latin typeface="Cambria Math" panose="02040503050406030204" pitchFamily="18" charset="0"/>
                          </a:rPr>
                          <m:t>𝑒</m:t>
                        </m:r>
                      </m:e>
                      <m:sup>
                        <m:r>
                          <a:rPr lang="en-GB" sz="1350" b="0" i="1" smtClean="0">
                            <a:solidFill>
                              <a:srgbClr val="333333"/>
                            </a:solidFill>
                            <a:highlight>
                              <a:srgbClr val="FBFBFB"/>
                            </a:highlight>
                            <a:latin typeface="Cambria Math" panose="02040503050406030204" pitchFamily="18" charset="0"/>
                          </a:rPr>
                          <m:t>−</m:t>
                        </m:r>
                        <m:r>
                          <a:rPr lang="en-GB" sz="1350" b="0" i="1" smtClean="0">
                            <a:solidFill>
                              <a:srgbClr val="333333"/>
                            </a:solidFill>
                            <a:highlight>
                              <a:srgbClr val="FBFBFB"/>
                            </a:highlight>
                            <a:latin typeface="Cambria Math" panose="02040503050406030204" pitchFamily="18" charset="0"/>
                          </a:rPr>
                          <m:t>𝑎</m:t>
                        </m:r>
                      </m:sup>
                    </m:sSup>
                  </m:oMath>
                </a14:m>
                <a:r>
                  <a:rPr lang="en-GB" sz="1500">
                    <a:solidFill>
                      <a:srgbClr val="3A3B41"/>
                    </a:solidFill>
                    <a:highlight>
                      <a:srgbClr val="FFFFFF"/>
                    </a:highlight>
                    <a:latin typeface="Lora"/>
                    <a:ea typeface="Lora"/>
                    <a:cs typeface="Lora"/>
                    <a:sym typeface="Lora"/>
                  </a:rPr>
                  <a:t> (Base is Euler’s number ~2.178 and </a:t>
                </a:r>
                <a14:m>
                  <m:oMath xmlns:m="http://schemas.openxmlformats.org/officeDocument/2006/math">
                    <m:r>
                      <a:rPr lang="en-GB" sz="1500" i="1" dirty="0" smtClean="0">
                        <a:solidFill>
                          <a:srgbClr val="3A3B41"/>
                        </a:solidFill>
                        <a:highlight>
                          <a:srgbClr val="FFFFFF"/>
                        </a:highlight>
                        <a:latin typeface="Cambria Math" panose="02040503050406030204" pitchFamily="18" charset="0"/>
                        <a:ea typeface="Lora"/>
                        <a:cs typeface="Lora"/>
                        <a:sym typeface="Lora"/>
                      </a:rPr>
                      <m:t>–</m:t>
                    </m:r>
                    <m:r>
                      <a:rPr lang="en-GB" sz="1500" i="1" dirty="0" smtClean="0">
                        <a:solidFill>
                          <a:srgbClr val="3A3B41"/>
                        </a:solidFill>
                        <a:highlight>
                          <a:srgbClr val="FFFFFF"/>
                        </a:highlight>
                        <a:latin typeface="Cambria Math" panose="02040503050406030204" pitchFamily="18" charset="0"/>
                        <a:ea typeface="Lora"/>
                        <a:cs typeface="Lora"/>
                        <a:sym typeface="Lora"/>
                      </a:rPr>
                      <m:t>𝑎</m:t>
                    </m:r>
                  </m:oMath>
                </a14:m>
                <a:r>
                  <a:rPr lang="en-GB" sz="1500">
                    <a:solidFill>
                      <a:srgbClr val="3A3B41"/>
                    </a:solidFill>
                    <a:highlight>
                      <a:srgbClr val="FFFFFF"/>
                    </a:highlight>
                    <a:latin typeface="Lora"/>
                    <a:ea typeface="Lora"/>
                    <a:cs typeface="Lora"/>
                    <a:sym typeface="Lora"/>
                  </a:rPr>
                  <a:t> is exponent)</a:t>
                </a:r>
              </a:p>
              <a:p>
                <a:pPr marL="0" lvl="0" indent="0" algn="l" rtl="0">
                  <a:lnSpc>
                    <a:spcPct val="100000"/>
                  </a:lnSpc>
                  <a:spcBef>
                    <a:spcPts val="1800"/>
                  </a:spcBef>
                  <a:spcAft>
                    <a:spcPts val="0"/>
                  </a:spcAft>
                  <a:buSzPts val="1100"/>
                  <a:buNone/>
                </a:pPr>
                <a:endParaRPr/>
              </a:p>
            </p:txBody>
          </p:sp>
        </mc:Choice>
        <mc:Fallback>
          <p:sp>
            <p:nvSpPr>
              <p:cNvPr id="235" name="Google Shape;23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500">
                    <a:solidFill>
                      <a:srgbClr val="3A3B41"/>
                    </a:solidFill>
                    <a:highlight>
                      <a:srgbClr val="FFFFFF"/>
                    </a:highlight>
                    <a:latin typeface="Lora"/>
                    <a:ea typeface="Lora"/>
                    <a:cs typeface="Lora"/>
                    <a:sym typeface="Lora"/>
                  </a:rPr>
                  <a:t>So instead, we use a sigmoid function, which </a:t>
                </a:r>
                <a:r>
                  <a:rPr lang="en-GB" sz="1350">
                    <a:solidFill>
                      <a:srgbClr val="333333"/>
                    </a:solidFill>
                    <a:highlight>
                      <a:srgbClr val="FBFBFB"/>
                    </a:highlight>
                  </a:rPr>
                  <a:t>It transforms any value in the domain to a number between 0 and 1. Note that exp(-a) is exponential function which is also represented as </a:t>
                </a:r>
                <a:r>
                  <a:rPr lang="en-GB" sz="1350" b="0" i="0">
                    <a:solidFill>
                      <a:srgbClr val="333333"/>
                    </a:solidFill>
                    <a:highlight>
                      <a:srgbClr val="FBFBFB"/>
                    </a:highlight>
                    <a:latin typeface="Cambria Math" panose="02040503050406030204" pitchFamily="18" charset="0"/>
                  </a:rPr>
                  <a:t>𝑒^(−𝑎)</a:t>
                </a:r>
                <a:r>
                  <a:rPr lang="en-GB" sz="1500">
                    <a:solidFill>
                      <a:srgbClr val="3A3B41"/>
                    </a:solidFill>
                    <a:highlight>
                      <a:srgbClr val="FFFFFF"/>
                    </a:highlight>
                    <a:latin typeface="Lora"/>
                    <a:ea typeface="Lora"/>
                    <a:cs typeface="Lora"/>
                    <a:sym typeface="Lora"/>
                  </a:rPr>
                  <a:t> (Base is Euler’s number ~2.178 and </a:t>
                </a:r>
                <a:r>
                  <a:rPr lang="en-GB" sz="1500" i="0" dirty="0">
                    <a:solidFill>
                      <a:srgbClr val="3A3B41"/>
                    </a:solidFill>
                    <a:highlight>
                      <a:srgbClr val="FFFFFF"/>
                    </a:highlight>
                    <a:latin typeface="Cambria Math" panose="02040503050406030204" pitchFamily="18" charset="0"/>
                    <a:ea typeface="Lora"/>
                    <a:cs typeface="Lora"/>
                    <a:sym typeface="Lora"/>
                  </a:rPr>
                  <a:t>–𝑎</a:t>
                </a:r>
                <a:r>
                  <a:rPr lang="en-GB" sz="1500">
                    <a:solidFill>
                      <a:srgbClr val="3A3B41"/>
                    </a:solidFill>
                    <a:highlight>
                      <a:srgbClr val="FFFFFF"/>
                    </a:highlight>
                    <a:latin typeface="Lora"/>
                    <a:ea typeface="Lora"/>
                    <a:cs typeface="Lora"/>
                    <a:sym typeface="Lora"/>
                  </a:rPr>
                  <a:t> is exponent)</a:t>
                </a:r>
              </a:p>
              <a:p>
                <a:pPr marL="0" lvl="0" indent="0" algn="l" rtl="0">
                  <a:lnSpc>
                    <a:spcPct val="100000"/>
                  </a:lnSpc>
                  <a:spcBef>
                    <a:spcPts val="1800"/>
                  </a:spcBef>
                  <a:spcAft>
                    <a:spcPts val="0"/>
                  </a:spcAft>
                  <a:buSzPts val="1100"/>
                  <a:buNone/>
                </a:pPr>
                <a:endParaRPr/>
              </a:p>
            </p:txBody>
          </p:sp>
        </mc:Fallback>
      </mc:AlternateContent>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f0c5490bd8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f0c5490bd8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AC385654-616B-8E81-CEC3-46757B6E995B}"/>
            </a:ext>
          </a:extLst>
        </p:cNvPr>
        <p:cNvGrpSpPr/>
        <p:nvPr/>
      </p:nvGrpSpPr>
      <p:grpSpPr>
        <a:xfrm>
          <a:off x="0" y="0"/>
          <a:ext cx="0" cy="0"/>
          <a:chOff x="0" y="0"/>
          <a:chExt cx="0" cy="0"/>
        </a:xfrm>
      </p:grpSpPr>
      <p:sp>
        <p:nvSpPr>
          <p:cNvPr id="263" name="Google Shape;263;g2f0c5490bd8_0_211:notes">
            <a:extLst>
              <a:ext uri="{FF2B5EF4-FFF2-40B4-BE49-F238E27FC236}">
                <a16:creationId xmlns:a16="http://schemas.microsoft.com/office/drawing/2014/main" id="{85FA4D35-709E-FF3A-43FB-E102DA8B2B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f0c5490bd8_0_211:notes">
            <a:extLst>
              <a:ext uri="{FF2B5EF4-FFF2-40B4-BE49-F238E27FC236}">
                <a16:creationId xmlns:a16="http://schemas.microsoft.com/office/drawing/2014/main" id="{C9A0F93E-71D1-93DE-DD9E-C38B20AC4B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7519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f0c5490bd8_0_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f0c5490bd8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a:extLst>
            <a:ext uri="{FF2B5EF4-FFF2-40B4-BE49-F238E27FC236}">
              <a16:creationId xmlns:a16="http://schemas.microsoft.com/office/drawing/2014/main" id="{2174839C-E382-8EA2-AC7B-0E30E208AD99}"/>
            </a:ext>
          </a:extLst>
        </p:cNvPr>
        <p:cNvGrpSpPr/>
        <p:nvPr/>
      </p:nvGrpSpPr>
      <p:grpSpPr>
        <a:xfrm>
          <a:off x="0" y="0"/>
          <a:ext cx="0" cy="0"/>
          <a:chOff x="0" y="0"/>
          <a:chExt cx="0" cy="0"/>
        </a:xfrm>
      </p:grpSpPr>
      <p:sp>
        <p:nvSpPr>
          <p:cNvPr id="350" name="Google Shape;350;g2f0c5490bd8_0_413:notes">
            <a:extLst>
              <a:ext uri="{FF2B5EF4-FFF2-40B4-BE49-F238E27FC236}">
                <a16:creationId xmlns:a16="http://schemas.microsoft.com/office/drawing/2014/main" id="{F0412EB5-CDA6-7A24-C48C-F1A13EDCF2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f0c5490bd8_0_413:notes">
            <a:extLst>
              <a:ext uri="{FF2B5EF4-FFF2-40B4-BE49-F238E27FC236}">
                <a16:creationId xmlns:a16="http://schemas.microsoft.com/office/drawing/2014/main" id="{5C3ECF09-785F-E506-C73C-C911C9F460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368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a:extLst>
            <a:ext uri="{FF2B5EF4-FFF2-40B4-BE49-F238E27FC236}">
              <a16:creationId xmlns:a16="http://schemas.microsoft.com/office/drawing/2014/main" id="{4FCE3F12-658C-332E-72AA-9742D346B194}"/>
            </a:ext>
          </a:extLst>
        </p:cNvPr>
        <p:cNvGrpSpPr/>
        <p:nvPr/>
      </p:nvGrpSpPr>
      <p:grpSpPr>
        <a:xfrm>
          <a:off x="0" y="0"/>
          <a:ext cx="0" cy="0"/>
          <a:chOff x="0" y="0"/>
          <a:chExt cx="0" cy="0"/>
        </a:xfrm>
      </p:grpSpPr>
      <p:sp>
        <p:nvSpPr>
          <p:cNvPr id="350" name="Google Shape;350;g2f0c5490bd8_0_413:notes">
            <a:extLst>
              <a:ext uri="{FF2B5EF4-FFF2-40B4-BE49-F238E27FC236}">
                <a16:creationId xmlns:a16="http://schemas.microsoft.com/office/drawing/2014/main" id="{DDC711F3-39C5-E142-03EE-0FFA858E18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f0c5490bd8_0_413:notes">
            <a:extLst>
              <a:ext uri="{FF2B5EF4-FFF2-40B4-BE49-F238E27FC236}">
                <a16:creationId xmlns:a16="http://schemas.microsoft.com/office/drawing/2014/main" id="{6924638B-DCA3-79D2-F28F-94F5DD987C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For students with little Mathematical background, explain that there are many ways to draw the regression line, but we are looking for the one that best separates the classes in data</a:t>
            </a:r>
            <a:endParaRPr/>
          </a:p>
        </p:txBody>
      </p:sp>
    </p:spTree>
    <p:extLst>
      <p:ext uri="{BB962C8B-B14F-4D97-AF65-F5344CB8AC3E}">
        <p14:creationId xmlns:p14="http://schemas.microsoft.com/office/powerpoint/2010/main" val="1268908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a:extLst>
            <a:ext uri="{FF2B5EF4-FFF2-40B4-BE49-F238E27FC236}">
              <a16:creationId xmlns:a16="http://schemas.microsoft.com/office/drawing/2014/main" id="{4686873D-E8AA-F6FD-891B-A4B5B0226D3F}"/>
            </a:ext>
          </a:extLst>
        </p:cNvPr>
        <p:cNvGrpSpPr/>
        <p:nvPr/>
      </p:nvGrpSpPr>
      <p:grpSpPr>
        <a:xfrm>
          <a:off x="0" y="0"/>
          <a:ext cx="0" cy="0"/>
          <a:chOff x="0" y="0"/>
          <a:chExt cx="0" cy="0"/>
        </a:xfrm>
      </p:grpSpPr>
      <p:sp>
        <p:nvSpPr>
          <p:cNvPr id="350" name="Google Shape;350;g2f0c5490bd8_0_413:notes">
            <a:extLst>
              <a:ext uri="{FF2B5EF4-FFF2-40B4-BE49-F238E27FC236}">
                <a16:creationId xmlns:a16="http://schemas.microsoft.com/office/drawing/2014/main" id="{DDC08CAE-9786-A643-182B-AC73BC7FE1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f0c5490bd8_0_413:notes">
            <a:extLst>
              <a:ext uri="{FF2B5EF4-FFF2-40B4-BE49-F238E27FC236}">
                <a16:creationId xmlns:a16="http://schemas.microsoft.com/office/drawing/2014/main" id="{671B41D4-602B-1BCB-C450-01516FA63D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09281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a:extLst>
            <a:ext uri="{FF2B5EF4-FFF2-40B4-BE49-F238E27FC236}">
              <a16:creationId xmlns:a16="http://schemas.microsoft.com/office/drawing/2014/main" id="{1F6D102A-8967-3BF4-A223-6B999456CBBD}"/>
            </a:ext>
          </a:extLst>
        </p:cNvPr>
        <p:cNvGrpSpPr/>
        <p:nvPr/>
      </p:nvGrpSpPr>
      <p:grpSpPr>
        <a:xfrm>
          <a:off x="0" y="0"/>
          <a:ext cx="0" cy="0"/>
          <a:chOff x="0" y="0"/>
          <a:chExt cx="0" cy="0"/>
        </a:xfrm>
      </p:grpSpPr>
      <p:sp>
        <p:nvSpPr>
          <p:cNvPr id="350" name="Google Shape;350;g2f0c5490bd8_0_413:notes">
            <a:extLst>
              <a:ext uri="{FF2B5EF4-FFF2-40B4-BE49-F238E27FC236}">
                <a16:creationId xmlns:a16="http://schemas.microsoft.com/office/drawing/2014/main" id="{6FFB5512-DBA3-39B6-9ECD-B10AA7174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mc:Choice xmlns:a14="http://schemas.microsoft.com/office/drawing/2010/main" Requires="a14">
          <p:sp>
            <p:nvSpPr>
              <p:cNvPr id="351" name="Google Shape;351;g2f0c5490bd8_0_413:notes">
                <a:extLst>
                  <a:ext uri="{FF2B5EF4-FFF2-40B4-BE49-F238E27FC236}">
                    <a16:creationId xmlns:a16="http://schemas.microsoft.com/office/drawing/2014/main" id="{311A3E52-CC66-7AC2-263F-C95F6B0F1C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GB"/>
                  <a:t>BCE has two components that are summed up, one for negative class and the other for positive class. For negative examples, the term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d>
                          <m:dPr>
                            <m:ctrlPr>
                              <a:rPr lang="en-GB" b="0" i="1" smtClean="0">
                                <a:latin typeface="Cambria Math" panose="02040503050406030204" pitchFamily="18" charset="0"/>
                              </a:rPr>
                            </m:ctrlPr>
                          </m:dPr>
                          <m:e>
                            <m:sSub>
                              <m:sSubPr>
                                <m:ctrlPr>
                                  <a:rPr lang="en-GB" i="1" smtClean="0">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𝑦</m:t>
                                    </m:r>
                                  </m:e>
                                </m:acc>
                              </m:e>
                              <m:sub>
                                <m:r>
                                  <a:rPr lang="en-GB" i="1">
                                    <a:latin typeface="Cambria Math" panose="02040503050406030204" pitchFamily="18" charset="0"/>
                                    <a:ea typeface="Cambria Math" panose="02040503050406030204" pitchFamily="18" charset="0"/>
                                  </a:rPr>
                                  <m:t>𝑖</m:t>
                                </m:r>
                              </m:sub>
                            </m:sSub>
                          </m:e>
                        </m:d>
                      </m:e>
                    </m:func>
                  </m:oMath>
                </a14:m>
                <a:r>
                  <a:rPr lang="en-GB"/>
                  <a:t> becomes</a:t>
                </a:r>
                <a:r>
                  <a:rPr lang="en-GB" baseline="0"/>
                  <a:t> zero since </a:t>
                </a:r>
                <a14:m>
                  <m:oMath xmlns:m="http://schemas.openxmlformats.org/officeDocument/2006/math">
                    <m:sSub>
                      <m:sSubPr>
                        <m:ctrlPr>
                          <a:rPr lang="en-GB" b="0" i="1" baseline="0" smtClean="0">
                            <a:latin typeface="Cambria Math" panose="02040503050406030204" pitchFamily="18" charset="0"/>
                          </a:rPr>
                        </m:ctrlPr>
                      </m:sSubPr>
                      <m:e>
                        <m:r>
                          <a:rPr lang="en-GB" b="0" i="1" baseline="0" smtClean="0">
                            <a:latin typeface="Cambria Math" panose="02040503050406030204" pitchFamily="18" charset="0"/>
                          </a:rPr>
                          <m:t>𝑦</m:t>
                        </m:r>
                      </m:e>
                      <m:sub>
                        <m:r>
                          <a:rPr lang="en-GB" b="0" i="1" baseline="0" smtClean="0">
                            <a:latin typeface="Cambria Math" panose="02040503050406030204" pitchFamily="18" charset="0"/>
                          </a:rPr>
                          <m:t>𝑖</m:t>
                        </m:r>
                      </m:sub>
                    </m:sSub>
                    <m:r>
                      <a:rPr lang="en-GB" b="0" i="1" baseline="0" smtClean="0">
                        <a:latin typeface="Cambria Math" panose="02040503050406030204" pitchFamily="18" charset="0"/>
                      </a:rPr>
                      <m:t>=</m:t>
                    </m:r>
                    <m:r>
                      <a:rPr lang="en-GB" b="0" i="1" baseline="0" smtClean="0">
                        <a:latin typeface="Cambria Math" panose="02040503050406030204" pitchFamily="18" charset="0"/>
                      </a:rPr>
                      <m:t>0</m:t>
                    </m:r>
                  </m:oMath>
                </a14:m>
                <a:r>
                  <a:rPr lang="en-GB"/>
                  <a:t>. For positive examples, the term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m:t>
                        </m:r>
                        <m:r>
                          <a:rPr lang="en-GB" b="0" i="1"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m:t>
                            </m:r>
                            <m:sSub>
                              <m:sSubPr>
                                <m:ctrlPr>
                                  <a:rPr lang="en-GB" i="1" smtClean="0">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𝑦</m:t>
                                    </m:r>
                                  </m:e>
                                </m:acc>
                              </m:e>
                              <m:sub>
                                <m:r>
                                  <a:rPr lang="en-GB" i="1">
                                    <a:latin typeface="Cambria Math" panose="02040503050406030204" pitchFamily="18" charset="0"/>
                                    <a:ea typeface="Cambria Math" panose="02040503050406030204" pitchFamily="18" charset="0"/>
                                  </a:rPr>
                                  <m:t>𝑖</m:t>
                                </m:r>
                              </m:sub>
                            </m:sSub>
                          </m:e>
                        </m:d>
                      </m:e>
                    </m:func>
                  </m:oMath>
                </a14:m>
                <a:r>
                  <a:rPr lang="en-GB"/>
                  <a:t> becomes</a:t>
                </a:r>
                <a:r>
                  <a:rPr lang="en-GB" baseline="0"/>
                  <a:t> zero since </a:t>
                </a:r>
                <a14:m>
                  <m:oMath xmlns:m="http://schemas.openxmlformats.org/officeDocument/2006/math">
                    <m:sSub>
                      <m:sSubPr>
                        <m:ctrlPr>
                          <a:rPr lang="en-GB" b="0" i="1" baseline="0" smtClean="0">
                            <a:latin typeface="Cambria Math" panose="02040503050406030204" pitchFamily="18" charset="0"/>
                          </a:rPr>
                        </m:ctrlPr>
                      </m:sSubPr>
                      <m:e>
                        <m:r>
                          <a:rPr lang="en-GB" b="0" i="1" baseline="0" smtClean="0">
                            <a:latin typeface="Cambria Math" panose="02040503050406030204" pitchFamily="18" charset="0"/>
                          </a:rPr>
                          <m:t>𝑦</m:t>
                        </m:r>
                      </m:e>
                      <m:sub>
                        <m:r>
                          <a:rPr lang="en-GB" b="0" i="1" baseline="0" smtClean="0">
                            <a:latin typeface="Cambria Math" panose="02040503050406030204" pitchFamily="18" charset="0"/>
                          </a:rPr>
                          <m:t>𝑖</m:t>
                        </m:r>
                      </m:sub>
                    </m:sSub>
                    <m:r>
                      <a:rPr lang="en-GB" b="0" i="1" baseline="0" smtClean="0">
                        <a:latin typeface="Cambria Math" panose="02040503050406030204" pitchFamily="18" charset="0"/>
                      </a:rPr>
                      <m:t>=</m:t>
                    </m:r>
                    <m:r>
                      <a:rPr lang="en-GB" b="0" i="1" baseline="0" smtClean="0">
                        <a:latin typeface="Cambria Math" panose="02040503050406030204" pitchFamily="18" charset="0"/>
                      </a:rPr>
                      <m:t>1</m:t>
                    </m:r>
                  </m:oMath>
                </a14:m>
                <a:endParaRPr lang="en-GB"/>
              </a:p>
            </p:txBody>
          </p:sp>
        </mc:Choice>
        <mc:Fallback>
          <p:sp>
            <p:nvSpPr>
              <p:cNvPr id="351" name="Google Shape;351;g2f0c5490bd8_0_413:notes">
                <a:extLst>
                  <a:ext uri="{FF2B5EF4-FFF2-40B4-BE49-F238E27FC236}">
                    <a16:creationId xmlns:a16="http://schemas.microsoft.com/office/drawing/2014/main" id="{311A3E52-CC66-7AC2-263F-C95F6B0F1C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GB"/>
                  <a:t>BCE has two components that are summed up, one for negative class and the other for positive class. For negative examples, the term </a:t>
                </a:r>
                <a:r>
                  <a:rPr lang="en-GB" b="0" i="0">
                    <a:latin typeface="Cambria Math" panose="02040503050406030204" pitchFamily="18" charset="0"/>
                  </a:rPr>
                  <a:t>𝑦_𝑖  log⁡(</a:t>
                </a:r>
                <a:r>
                  <a:rPr lang="en-GB" i="0">
                    <a:latin typeface="Cambria Math" panose="02040503050406030204" pitchFamily="18" charset="0"/>
                    <a:ea typeface="Cambria Math" panose="02040503050406030204" pitchFamily="18" charset="0"/>
                  </a:rPr>
                  <a:t>𝑦 ̂_𝑖 )</a:t>
                </a:r>
                <a:r>
                  <a:rPr lang="en-GB"/>
                  <a:t> becomes</a:t>
                </a:r>
                <a:r>
                  <a:rPr lang="en-GB" baseline="0"/>
                  <a:t> zero since </a:t>
                </a:r>
                <a:r>
                  <a:rPr lang="en-GB" b="0" i="0" baseline="0">
                    <a:latin typeface="Cambria Math" panose="02040503050406030204" pitchFamily="18" charset="0"/>
                  </a:rPr>
                  <a:t>𝑦_𝑖=0</a:t>
                </a:r>
                <a:r>
                  <a:rPr lang="en-GB"/>
                  <a:t>. For positive examples, the term </a:t>
                </a:r>
                <a:r>
                  <a:rPr lang="en-GB" b="0" i="0">
                    <a:latin typeface="Cambria Math" panose="02040503050406030204" pitchFamily="18" charset="0"/>
                  </a:rPr>
                  <a:t>〖(1−𝑦〗_𝑖)  log⁡(1−</a:t>
                </a:r>
                <a:r>
                  <a:rPr lang="en-GB" i="0">
                    <a:latin typeface="Cambria Math" panose="02040503050406030204" pitchFamily="18" charset="0"/>
                    <a:ea typeface="Cambria Math" panose="02040503050406030204" pitchFamily="18" charset="0"/>
                  </a:rPr>
                  <a:t>𝑦 ̂_𝑖 )</a:t>
                </a:r>
                <a:r>
                  <a:rPr lang="en-GB"/>
                  <a:t> becomes</a:t>
                </a:r>
                <a:r>
                  <a:rPr lang="en-GB" baseline="0"/>
                  <a:t> zero since </a:t>
                </a:r>
                <a:r>
                  <a:rPr lang="en-GB" b="0" i="0" baseline="0">
                    <a:latin typeface="Cambria Math" panose="02040503050406030204" pitchFamily="18" charset="0"/>
                  </a:rPr>
                  <a:t>𝑦_𝑖=1</a:t>
                </a:r>
                <a:endParaRPr lang="en-GB"/>
              </a:p>
            </p:txBody>
          </p:sp>
        </mc:Fallback>
      </mc:AlternateContent>
    </p:spTree>
    <p:extLst>
      <p:ext uri="{BB962C8B-B14F-4D97-AF65-F5344CB8AC3E}">
        <p14:creationId xmlns:p14="http://schemas.microsoft.com/office/powerpoint/2010/main" val="41276304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a:extLst>
            <a:ext uri="{FF2B5EF4-FFF2-40B4-BE49-F238E27FC236}">
              <a16:creationId xmlns:a16="http://schemas.microsoft.com/office/drawing/2014/main" id="{8188AE0E-C362-1307-CA23-D074AFDEA5BE}"/>
            </a:ext>
          </a:extLst>
        </p:cNvPr>
        <p:cNvGrpSpPr/>
        <p:nvPr/>
      </p:nvGrpSpPr>
      <p:grpSpPr>
        <a:xfrm>
          <a:off x="0" y="0"/>
          <a:ext cx="0" cy="0"/>
          <a:chOff x="0" y="0"/>
          <a:chExt cx="0" cy="0"/>
        </a:xfrm>
      </p:grpSpPr>
      <p:sp>
        <p:nvSpPr>
          <p:cNvPr id="350" name="Google Shape;350;g2f0c5490bd8_0_413:notes">
            <a:extLst>
              <a:ext uri="{FF2B5EF4-FFF2-40B4-BE49-F238E27FC236}">
                <a16:creationId xmlns:a16="http://schemas.microsoft.com/office/drawing/2014/main" id="{D4772FCE-215B-5409-F5C7-AE49C23CBA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f0c5490bd8_0_413:notes">
            <a:extLst>
              <a:ext uri="{FF2B5EF4-FFF2-40B4-BE49-F238E27FC236}">
                <a16:creationId xmlns:a16="http://schemas.microsoft.com/office/drawing/2014/main" id="{076E726F-9A3C-A96A-D93D-0399201965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GB"/>
              <a:t>Source: </a:t>
            </a:r>
            <a:r>
              <a:rPr lang="fr-FR" err="1"/>
              <a:t>DigitalSreeni</a:t>
            </a:r>
            <a:r>
              <a:rPr lang="fr-FR"/>
              <a:t> (https://www.youtube.com/watch?v=Md4b67HvmRo)</a:t>
            </a:r>
            <a:endParaRPr lang="en-GB"/>
          </a:p>
          <a:p>
            <a:pPr marL="171450" lvl="0" indent="-171450" algn="l" rtl="0">
              <a:spcBef>
                <a:spcPts val="0"/>
              </a:spcBef>
              <a:spcAft>
                <a:spcPts val="0"/>
              </a:spcAft>
              <a:buFont typeface="Arial" panose="020B0604020202020204" pitchFamily="34" charset="0"/>
              <a:buChar char="•"/>
            </a:pPr>
            <a:endParaRPr lang="en-GB"/>
          </a:p>
        </p:txBody>
      </p:sp>
    </p:spTree>
    <p:extLst>
      <p:ext uri="{BB962C8B-B14F-4D97-AF65-F5344CB8AC3E}">
        <p14:creationId xmlns:p14="http://schemas.microsoft.com/office/powerpoint/2010/main" val="16363573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2f0c5490bd8_0_6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2f0c5490bd8_0_6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1" name="Google Shape;491;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9" name="Google Shape;499;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a:extLst>
            <a:ext uri="{FF2B5EF4-FFF2-40B4-BE49-F238E27FC236}">
              <a16:creationId xmlns:a16="http://schemas.microsoft.com/office/drawing/2014/main" id="{7DFF4761-737B-80F2-E139-10D310D0F11B}"/>
            </a:ext>
          </a:extLst>
        </p:cNvPr>
        <p:cNvGrpSpPr/>
        <p:nvPr/>
      </p:nvGrpSpPr>
      <p:grpSpPr>
        <a:xfrm>
          <a:off x="0" y="0"/>
          <a:ext cx="0" cy="0"/>
          <a:chOff x="0" y="0"/>
          <a:chExt cx="0" cy="0"/>
        </a:xfrm>
      </p:grpSpPr>
      <p:sp>
        <p:nvSpPr>
          <p:cNvPr id="368" name="Google Shape;368;p24:notes">
            <a:extLst>
              <a:ext uri="{FF2B5EF4-FFF2-40B4-BE49-F238E27FC236}">
                <a16:creationId xmlns:a16="http://schemas.microsoft.com/office/drawing/2014/main" id="{9A1F2F65-12C4-8D0C-4040-64F9F5DB77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p24:notes">
            <a:extLst>
              <a:ext uri="{FF2B5EF4-FFF2-40B4-BE49-F238E27FC236}">
                <a16:creationId xmlns:a16="http://schemas.microsoft.com/office/drawing/2014/main" id="{9666737C-C689-2C07-C13F-273BDD9156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71948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2f0c5490bd8_0_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0" name="Google Shape;650;g2f0c5490bd8_0_7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30c564afdfe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30c564afdfe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5000"/>
              <a:buFont typeface="Lexend"/>
              <a:buNone/>
              <a:defRPr sz="5000" b="0">
                <a:latin typeface="Lexend"/>
                <a:ea typeface="Lexend"/>
                <a:cs typeface="Lexend"/>
                <a:sym typeface="Lexend"/>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2" name="Google Shape;12;p2"/>
          <p:cNvSpPr txBox="1">
            <a:spLocks noGrp="1"/>
          </p:cNvSpPr>
          <p:nvPr>
            <p:ph type="subTitle" idx="1"/>
          </p:nvPr>
        </p:nvSpPr>
        <p:spPr>
          <a:xfrm>
            <a:off x="729452" y="298715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800"/>
              <a:buNone/>
              <a:defRPr sz="18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grpSp>
        <p:nvGrpSpPr>
          <p:cNvPr id="13" name="Google Shape;13;p2"/>
          <p:cNvGrpSpPr/>
          <p:nvPr/>
        </p:nvGrpSpPr>
        <p:grpSpPr>
          <a:xfrm>
            <a:off x="830525" y="1179325"/>
            <a:ext cx="1559599" cy="47474"/>
            <a:chOff x="830559" y="793309"/>
            <a:chExt cx="7759198" cy="433550"/>
          </a:xfrm>
        </p:grpSpPr>
        <p:sp>
          <p:nvSpPr>
            <p:cNvPr id="14" name="Google Shape;14;p2"/>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 name="Google Shape;19;p2"/>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20" name="Google Shape;20;p2"/>
          <p:cNvPicPr preferRelativeResize="0"/>
          <p:nvPr/>
        </p:nvPicPr>
        <p:blipFill>
          <a:blip r:embed="rId3">
            <a:alphaModFix/>
          </a:blip>
          <a:stretch>
            <a:fillRect/>
          </a:stretch>
        </p:blipFill>
        <p:spPr>
          <a:xfrm>
            <a:off x="-12" y="24927"/>
            <a:ext cx="981636" cy="437925"/>
          </a:xfrm>
          <a:prstGeom prst="rect">
            <a:avLst/>
          </a:prstGeom>
          <a:noFill/>
          <a:ln>
            <a:noFill/>
          </a:ln>
        </p:spPr>
      </p:pic>
      <p:pic>
        <p:nvPicPr>
          <p:cNvPr id="21" name="Google Shape;21;p2"/>
          <p:cNvPicPr preferRelativeResize="0"/>
          <p:nvPr/>
        </p:nvPicPr>
        <p:blipFill>
          <a:blip r:embed="rId2">
            <a:alphaModFix/>
          </a:blip>
          <a:stretch>
            <a:fillRect/>
          </a:stretch>
        </p:blipFill>
        <p:spPr>
          <a:xfrm>
            <a:off x="5481075" y="3678725"/>
            <a:ext cx="3662925" cy="14647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section title">
  <p:cSld name="TITLE_1">
    <p:bg>
      <p:bgPr>
        <a:solidFill>
          <a:schemeClr val="lt2"/>
        </a:solidFill>
        <a:effectLst/>
      </p:bgPr>
    </p:bg>
    <p:spTree>
      <p:nvGrpSpPr>
        <p:cNvPr id="1" name="Shape 22"/>
        <p:cNvGrpSpPr/>
        <p:nvPr/>
      </p:nvGrpSpPr>
      <p:grpSpPr>
        <a:xfrm>
          <a:off x="0" y="0"/>
          <a:ext cx="0" cy="0"/>
          <a:chOff x="0" y="0"/>
          <a:chExt cx="0" cy="0"/>
        </a:xfrm>
      </p:grpSpPr>
      <p:sp>
        <p:nvSpPr>
          <p:cNvPr id="23" name="Google Shape;23;p3"/>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3400"/>
              <a:buFont typeface="Lexend"/>
              <a:buNone/>
              <a:defRPr sz="3400" b="0">
                <a:latin typeface="Lexend"/>
                <a:ea typeface="Lexend"/>
                <a:cs typeface="Lexend"/>
                <a:sym typeface="Lexend"/>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grpSp>
        <p:nvGrpSpPr>
          <p:cNvPr id="25" name="Google Shape;25;p3"/>
          <p:cNvGrpSpPr/>
          <p:nvPr/>
        </p:nvGrpSpPr>
        <p:grpSpPr>
          <a:xfrm>
            <a:off x="830525" y="1179325"/>
            <a:ext cx="1559599" cy="47474"/>
            <a:chOff x="830559" y="793309"/>
            <a:chExt cx="7759198" cy="433550"/>
          </a:xfrm>
        </p:grpSpPr>
        <p:sp>
          <p:nvSpPr>
            <p:cNvPr id="26" name="Google Shape;26;p3"/>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1" name="Google Shape;31;p3"/>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32"/>
        <p:cNvGrpSpPr/>
        <p:nvPr/>
      </p:nvGrpSpPr>
      <p:grpSpPr>
        <a:xfrm>
          <a:off x="0" y="0"/>
          <a:ext cx="0" cy="0"/>
          <a:chOff x="0" y="0"/>
          <a:chExt cx="0" cy="0"/>
        </a:xfrm>
      </p:grpSpPr>
      <p:sp>
        <p:nvSpPr>
          <p:cNvPr id="33" name="Google Shape;33;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txBox="1">
            <a:spLocks noGrp="1"/>
          </p:cNvSpPr>
          <p:nvPr>
            <p:ph type="title"/>
          </p:nvPr>
        </p:nvSpPr>
        <p:spPr>
          <a:xfrm>
            <a:off x="72780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3200"/>
              <a:buFont typeface="Lexend"/>
              <a:buNone/>
              <a:defRPr sz="3200" b="0">
                <a:latin typeface="Lexend"/>
                <a:ea typeface="Lexend"/>
                <a:cs typeface="Lexend"/>
                <a:sym typeface="Lexend"/>
              </a:defRPr>
            </a:lvl1pPr>
            <a:lvl2pPr lvl="1">
              <a:spcBef>
                <a:spcPts val="0"/>
              </a:spcBef>
              <a:spcAft>
                <a:spcPts val="0"/>
              </a:spcAft>
              <a:buSzPts val="2600"/>
              <a:buFont typeface="Lexend"/>
              <a:buNone/>
              <a:defRPr sz="2600">
                <a:latin typeface="Lexend"/>
                <a:ea typeface="Lexend"/>
                <a:cs typeface="Lexend"/>
                <a:sym typeface="Lexend"/>
              </a:defRPr>
            </a:lvl2pPr>
            <a:lvl3pPr lvl="2">
              <a:spcBef>
                <a:spcPts val="0"/>
              </a:spcBef>
              <a:spcAft>
                <a:spcPts val="0"/>
              </a:spcAft>
              <a:buSzPts val="2600"/>
              <a:buFont typeface="Lexend"/>
              <a:buNone/>
              <a:defRPr sz="2600">
                <a:latin typeface="Lexend"/>
                <a:ea typeface="Lexend"/>
                <a:cs typeface="Lexend"/>
                <a:sym typeface="Lexend"/>
              </a:defRPr>
            </a:lvl3pPr>
            <a:lvl4pPr lvl="3">
              <a:spcBef>
                <a:spcPts val="0"/>
              </a:spcBef>
              <a:spcAft>
                <a:spcPts val="0"/>
              </a:spcAft>
              <a:buSzPts val="2600"/>
              <a:buFont typeface="Lexend"/>
              <a:buNone/>
              <a:defRPr sz="2600">
                <a:latin typeface="Lexend"/>
                <a:ea typeface="Lexend"/>
                <a:cs typeface="Lexend"/>
                <a:sym typeface="Lexend"/>
              </a:defRPr>
            </a:lvl4pPr>
            <a:lvl5pPr lvl="4">
              <a:spcBef>
                <a:spcPts val="0"/>
              </a:spcBef>
              <a:spcAft>
                <a:spcPts val="0"/>
              </a:spcAft>
              <a:buSzPts val="2600"/>
              <a:buFont typeface="Lexend"/>
              <a:buNone/>
              <a:defRPr sz="2600">
                <a:latin typeface="Lexend"/>
                <a:ea typeface="Lexend"/>
                <a:cs typeface="Lexend"/>
                <a:sym typeface="Lexend"/>
              </a:defRPr>
            </a:lvl5pPr>
            <a:lvl6pPr lvl="5">
              <a:spcBef>
                <a:spcPts val="0"/>
              </a:spcBef>
              <a:spcAft>
                <a:spcPts val="0"/>
              </a:spcAft>
              <a:buSzPts val="2600"/>
              <a:buFont typeface="Lexend"/>
              <a:buNone/>
              <a:defRPr sz="2600">
                <a:latin typeface="Lexend"/>
                <a:ea typeface="Lexend"/>
                <a:cs typeface="Lexend"/>
                <a:sym typeface="Lexend"/>
              </a:defRPr>
            </a:lvl6pPr>
            <a:lvl7pPr lvl="6">
              <a:spcBef>
                <a:spcPts val="0"/>
              </a:spcBef>
              <a:spcAft>
                <a:spcPts val="0"/>
              </a:spcAft>
              <a:buSzPts val="2600"/>
              <a:buFont typeface="Lexend"/>
              <a:buNone/>
              <a:defRPr sz="2600">
                <a:latin typeface="Lexend"/>
                <a:ea typeface="Lexend"/>
                <a:cs typeface="Lexend"/>
                <a:sym typeface="Lexend"/>
              </a:defRPr>
            </a:lvl7pPr>
            <a:lvl8pPr lvl="7">
              <a:spcBef>
                <a:spcPts val="0"/>
              </a:spcBef>
              <a:spcAft>
                <a:spcPts val="0"/>
              </a:spcAft>
              <a:buSzPts val="2600"/>
              <a:buFont typeface="Lexend"/>
              <a:buNone/>
              <a:defRPr sz="2600">
                <a:latin typeface="Lexend"/>
                <a:ea typeface="Lexend"/>
                <a:cs typeface="Lexend"/>
                <a:sym typeface="Lexend"/>
              </a:defRPr>
            </a:lvl8pPr>
            <a:lvl9pPr lvl="8">
              <a:spcBef>
                <a:spcPts val="0"/>
              </a:spcBef>
              <a:spcAft>
                <a:spcPts val="0"/>
              </a:spcAft>
              <a:buSzPts val="2600"/>
              <a:buFont typeface="Lexend"/>
              <a:buNone/>
              <a:defRPr sz="2600">
                <a:latin typeface="Lexend"/>
                <a:ea typeface="Lexend"/>
                <a:cs typeface="Lexend"/>
                <a:sym typeface="Lexend"/>
              </a:defRPr>
            </a:lvl9pPr>
          </a:lstStyle>
          <a:p>
            <a:endParaRPr/>
          </a:p>
        </p:txBody>
      </p:sp>
      <p:grpSp>
        <p:nvGrpSpPr>
          <p:cNvPr id="35" name="Google Shape;35;p4"/>
          <p:cNvGrpSpPr/>
          <p:nvPr/>
        </p:nvGrpSpPr>
        <p:grpSpPr>
          <a:xfrm>
            <a:off x="830525" y="1179325"/>
            <a:ext cx="1559599" cy="47474"/>
            <a:chOff x="830559" y="793309"/>
            <a:chExt cx="7759198" cy="433550"/>
          </a:xfrm>
        </p:grpSpPr>
        <p:sp>
          <p:nvSpPr>
            <p:cNvPr id="36" name="Google Shape;36;p4"/>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 name="Google Shape;41;p4"/>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42" name="Google Shape;42;p4"/>
          <p:cNvPicPr preferRelativeResize="0"/>
          <p:nvPr/>
        </p:nvPicPr>
        <p:blipFill>
          <a:blip r:embed="rId3">
            <a:alphaModFix/>
          </a:blip>
          <a:stretch>
            <a:fillRect/>
          </a:stretch>
        </p:blipFill>
        <p:spPr>
          <a:xfrm>
            <a:off x="-12" y="4705527"/>
            <a:ext cx="981636" cy="4379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spTree>
      <p:nvGrpSpPr>
        <p:cNvPr id="1" name="Shape 43"/>
        <p:cNvGrpSpPr/>
        <p:nvPr/>
      </p:nvGrpSpPr>
      <p:grpSpPr>
        <a:xfrm>
          <a:off x="0" y="0"/>
          <a:ext cx="0" cy="0"/>
          <a:chOff x="0" y="0"/>
          <a:chExt cx="0" cy="0"/>
        </a:xfrm>
      </p:grpSpPr>
      <p:sp>
        <p:nvSpPr>
          <p:cNvPr id="44" name="Google Shape;44;p5"/>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Lexend"/>
              <a:buNone/>
              <a:defRPr b="0">
                <a:latin typeface="Lexend"/>
                <a:ea typeface="Lexend"/>
                <a:cs typeface="Lexend"/>
                <a:sym typeface="Lexend"/>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5"/>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grpSp>
        <p:nvGrpSpPr>
          <p:cNvPr id="47" name="Google Shape;47;p5"/>
          <p:cNvGrpSpPr/>
          <p:nvPr/>
        </p:nvGrpSpPr>
        <p:grpSpPr>
          <a:xfrm>
            <a:off x="830525" y="1179325"/>
            <a:ext cx="1559599" cy="47474"/>
            <a:chOff x="830559" y="793309"/>
            <a:chExt cx="7759198" cy="433550"/>
          </a:xfrm>
        </p:grpSpPr>
        <p:sp>
          <p:nvSpPr>
            <p:cNvPr id="48" name="Google Shape;48;p5"/>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3" name="Google Shape;53;p5"/>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slide" type="tx">
  <p:cSld name="TITLE_AND_BODY">
    <p:spTree>
      <p:nvGrpSpPr>
        <p:cNvPr id="1" name="Shape 54"/>
        <p:cNvGrpSpPr/>
        <p:nvPr/>
      </p:nvGrpSpPr>
      <p:grpSpPr>
        <a:xfrm>
          <a:off x="0" y="0"/>
          <a:ext cx="0" cy="0"/>
          <a:chOff x="0" y="0"/>
          <a:chExt cx="0" cy="0"/>
        </a:xfrm>
      </p:grpSpPr>
      <p:sp>
        <p:nvSpPr>
          <p:cNvPr id="55" name="Google Shape;55;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6"/>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3000"/>
              <a:buFont typeface="Lexend"/>
              <a:buNone/>
              <a:defRPr sz="3000" b="0">
                <a:latin typeface="Lexend"/>
                <a:ea typeface="Lexend"/>
                <a:cs typeface="Lexend"/>
                <a:sym typeface="Lexend"/>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7" name="Google Shape;57;p6"/>
          <p:cNvSpPr txBox="1">
            <a:spLocks noGrp="1"/>
          </p:cNvSpPr>
          <p:nvPr>
            <p:ph type="body" idx="1"/>
          </p:nvPr>
        </p:nvSpPr>
        <p:spPr>
          <a:xfrm>
            <a:off x="727650" y="1356627"/>
            <a:ext cx="7688700" cy="3348900"/>
          </a:xfrm>
          <a:prstGeom prst="rect">
            <a:avLst/>
          </a:prstGeom>
        </p:spPr>
        <p:txBody>
          <a:bodyPr spcFirstLastPara="1" wrap="square" lIns="91425" tIns="91425" rIns="91425" bIns="91425" anchor="t" anchorCtr="0">
            <a:normAutofit/>
          </a:bodyPr>
          <a:lstStyle>
            <a:lvl1pPr marL="457200" lvl="0" indent="-342900">
              <a:lnSpc>
                <a:spcPct val="150000"/>
              </a:lnSpc>
              <a:spcBef>
                <a:spcPts val="0"/>
              </a:spcBef>
              <a:spcAft>
                <a:spcPts val="0"/>
              </a:spcAft>
              <a:buSzPts val="1800"/>
              <a:buChar char="●"/>
              <a:defRPr sz="1800"/>
            </a:lvl1pPr>
            <a:lvl2pPr marL="914400" lvl="1" indent="-330200">
              <a:lnSpc>
                <a:spcPct val="150000"/>
              </a:lnSpc>
              <a:spcBef>
                <a:spcPts val="0"/>
              </a:spcBef>
              <a:spcAft>
                <a:spcPts val="0"/>
              </a:spcAft>
              <a:buSzPts val="1600"/>
              <a:buChar char="○"/>
              <a:defRPr sz="1600"/>
            </a:lvl2pPr>
            <a:lvl3pPr marL="1371600" lvl="2" indent="-330200">
              <a:lnSpc>
                <a:spcPct val="150000"/>
              </a:lnSpc>
              <a:spcBef>
                <a:spcPts val="0"/>
              </a:spcBef>
              <a:spcAft>
                <a:spcPts val="0"/>
              </a:spcAft>
              <a:buSzPts val="1600"/>
              <a:buChar char="■"/>
              <a:defRPr sz="1600"/>
            </a:lvl3pPr>
            <a:lvl4pPr marL="1828800" lvl="3" indent="-330200">
              <a:lnSpc>
                <a:spcPct val="150000"/>
              </a:lnSpc>
              <a:spcBef>
                <a:spcPts val="0"/>
              </a:spcBef>
              <a:spcAft>
                <a:spcPts val="0"/>
              </a:spcAft>
              <a:buSzPts val="1600"/>
              <a:buChar char="●"/>
              <a:defRPr sz="1600"/>
            </a:lvl4pPr>
            <a:lvl5pPr marL="2286000" lvl="4" indent="-330200">
              <a:lnSpc>
                <a:spcPct val="150000"/>
              </a:lnSpc>
              <a:spcBef>
                <a:spcPts val="0"/>
              </a:spcBef>
              <a:spcAft>
                <a:spcPts val="0"/>
              </a:spcAft>
              <a:buSzPts val="1600"/>
              <a:buChar char="○"/>
              <a:defRPr sz="1600"/>
            </a:lvl5pPr>
            <a:lvl6pPr marL="2743200" lvl="5" indent="-330200">
              <a:lnSpc>
                <a:spcPct val="150000"/>
              </a:lnSpc>
              <a:spcBef>
                <a:spcPts val="0"/>
              </a:spcBef>
              <a:spcAft>
                <a:spcPts val="0"/>
              </a:spcAft>
              <a:buSzPts val="1600"/>
              <a:buChar char="■"/>
              <a:defRPr sz="1600"/>
            </a:lvl6pPr>
            <a:lvl7pPr marL="3200400" lvl="6" indent="-330200">
              <a:lnSpc>
                <a:spcPct val="150000"/>
              </a:lnSpc>
              <a:spcBef>
                <a:spcPts val="0"/>
              </a:spcBef>
              <a:spcAft>
                <a:spcPts val="0"/>
              </a:spcAft>
              <a:buSzPts val="1600"/>
              <a:buChar char="●"/>
              <a:defRPr sz="1600"/>
            </a:lvl7pPr>
            <a:lvl8pPr marL="3657600" lvl="7" indent="-330200">
              <a:lnSpc>
                <a:spcPct val="150000"/>
              </a:lnSpc>
              <a:spcBef>
                <a:spcPts val="0"/>
              </a:spcBef>
              <a:spcAft>
                <a:spcPts val="0"/>
              </a:spcAft>
              <a:buSzPts val="1600"/>
              <a:buChar char="○"/>
              <a:defRPr sz="1600"/>
            </a:lvl8pPr>
            <a:lvl9pPr marL="4114800" lvl="8" indent="-330200">
              <a:lnSpc>
                <a:spcPct val="150000"/>
              </a:lnSpc>
              <a:spcBef>
                <a:spcPts val="0"/>
              </a:spcBef>
              <a:spcAft>
                <a:spcPts val="0"/>
              </a:spcAft>
              <a:buSzPts val="1600"/>
              <a:buChar char="■"/>
              <a:defRPr sz="1600"/>
            </a:lvl9pPr>
          </a:lstStyle>
          <a:p>
            <a:endParaRPr/>
          </a:p>
        </p:txBody>
      </p:sp>
      <p:grpSp>
        <p:nvGrpSpPr>
          <p:cNvPr id="58" name="Google Shape;58;p6"/>
          <p:cNvGrpSpPr/>
          <p:nvPr/>
        </p:nvGrpSpPr>
        <p:grpSpPr>
          <a:xfrm>
            <a:off x="729450" y="629725"/>
            <a:ext cx="1559599" cy="47474"/>
            <a:chOff x="830559" y="793309"/>
            <a:chExt cx="7759198" cy="433550"/>
          </a:xfrm>
        </p:grpSpPr>
        <p:sp>
          <p:nvSpPr>
            <p:cNvPr id="59" name="Google Shape;59;p6"/>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6"/>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4" name="Google Shape;64;p6"/>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slide">
  <p:cSld name="TITLE_AND_BODY_2">
    <p:spTree>
      <p:nvGrpSpPr>
        <p:cNvPr id="1" name="Shape 65"/>
        <p:cNvGrpSpPr/>
        <p:nvPr/>
      </p:nvGrpSpPr>
      <p:grpSpPr>
        <a:xfrm>
          <a:off x="0" y="0"/>
          <a:ext cx="0" cy="0"/>
          <a:chOff x="0" y="0"/>
          <a:chExt cx="0" cy="0"/>
        </a:xfrm>
      </p:grpSpPr>
      <p:sp>
        <p:nvSpPr>
          <p:cNvPr id="66" name="Google Shape;66;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7"/>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3000"/>
              <a:buFont typeface="Lexend"/>
              <a:buNone/>
              <a:defRPr sz="3000" b="0">
                <a:latin typeface="Lexend"/>
                <a:ea typeface="Lexend"/>
                <a:cs typeface="Lexend"/>
                <a:sym typeface="Lexend"/>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8" name="Google Shape;68;p7"/>
          <p:cNvSpPr txBox="1">
            <a:spLocks noGrp="1"/>
          </p:cNvSpPr>
          <p:nvPr>
            <p:ph type="body" idx="1"/>
          </p:nvPr>
        </p:nvSpPr>
        <p:spPr>
          <a:xfrm>
            <a:off x="727650" y="1356625"/>
            <a:ext cx="4516200" cy="3348900"/>
          </a:xfrm>
          <a:prstGeom prst="rect">
            <a:avLst/>
          </a:prstGeom>
        </p:spPr>
        <p:txBody>
          <a:bodyPr spcFirstLastPara="1" wrap="square" lIns="91425" tIns="91425" rIns="91425" bIns="91425" anchor="t" anchorCtr="0">
            <a:normAutofit/>
          </a:bodyPr>
          <a:lstStyle>
            <a:lvl1pPr marL="457200" lvl="0" indent="-342900">
              <a:lnSpc>
                <a:spcPct val="150000"/>
              </a:lnSpc>
              <a:spcBef>
                <a:spcPts val="0"/>
              </a:spcBef>
              <a:spcAft>
                <a:spcPts val="0"/>
              </a:spcAft>
              <a:buSzPts val="1800"/>
              <a:buChar char="➔"/>
              <a:defRPr sz="1800"/>
            </a:lvl1pPr>
            <a:lvl2pPr marL="914400" lvl="1" indent="-330200">
              <a:lnSpc>
                <a:spcPct val="150000"/>
              </a:lnSpc>
              <a:spcBef>
                <a:spcPts val="0"/>
              </a:spcBef>
              <a:spcAft>
                <a:spcPts val="0"/>
              </a:spcAft>
              <a:buSzPts val="1600"/>
              <a:buChar char="◆"/>
              <a:defRPr sz="1600"/>
            </a:lvl2pPr>
            <a:lvl3pPr marL="1371600" lvl="2" indent="-330200">
              <a:lnSpc>
                <a:spcPct val="150000"/>
              </a:lnSpc>
              <a:spcBef>
                <a:spcPts val="0"/>
              </a:spcBef>
              <a:spcAft>
                <a:spcPts val="0"/>
              </a:spcAft>
              <a:buSzPts val="1600"/>
              <a:buChar char="●"/>
              <a:defRPr sz="1600"/>
            </a:lvl3pPr>
            <a:lvl4pPr marL="1828800" lvl="3" indent="-330200">
              <a:lnSpc>
                <a:spcPct val="150000"/>
              </a:lnSpc>
              <a:spcBef>
                <a:spcPts val="0"/>
              </a:spcBef>
              <a:spcAft>
                <a:spcPts val="0"/>
              </a:spcAft>
              <a:buSzPts val="1600"/>
              <a:buChar char="○"/>
              <a:defRPr sz="1600"/>
            </a:lvl4pPr>
            <a:lvl5pPr marL="2286000" lvl="4" indent="-330200">
              <a:lnSpc>
                <a:spcPct val="150000"/>
              </a:lnSpc>
              <a:spcBef>
                <a:spcPts val="0"/>
              </a:spcBef>
              <a:spcAft>
                <a:spcPts val="0"/>
              </a:spcAft>
              <a:buSzPts val="1600"/>
              <a:buChar char="◆"/>
              <a:defRPr sz="1600"/>
            </a:lvl5pPr>
            <a:lvl6pPr marL="2743200" lvl="5" indent="-330200">
              <a:lnSpc>
                <a:spcPct val="150000"/>
              </a:lnSpc>
              <a:spcBef>
                <a:spcPts val="0"/>
              </a:spcBef>
              <a:spcAft>
                <a:spcPts val="0"/>
              </a:spcAft>
              <a:buSzPts val="1600"/>
              <a:buChar char="●"/>
              <a:defRPr sz="1600"/>
            </a:lvl6pPr>
            <a:lvl7pPr marL="3200400" lvl="6" indent="-330200">
              <a:lnSpc>
                <a:spcPct val="150000"/>
              </a:lnSpc>
              <a:spcBef>
                <a:spcPts val="0"/>
              </a:spcBef>
              <a:spcAft>
                <a:spcPts val="0"/>
              </a:spcAft>
              <a:buSzPts val="1600"/>
              <a:buChar char="○"/>
              <a:defRPr sz="1600"/>
            </a:lvl7pPr>
            <a:lvl8pPr marL="3657600" lvl="7" indent="-330200">
              <a:lnSpc>
                <a:spcPct val="150000"/>
              </a:lnSpc>
              <a:spcBef>
                <a:spcPts val="0"/>
              </a:spcBef>
              <a:spcAft>
                <a:spcPts val="0"/>
              </a:spcAft>
              <a:buSzPts val="1600"/>
              <a:buChar char="◆"/>
              <a:defRPr sz="1600"/>
            </a:lvl8pPr>
            <a:lvl9pPr marL="4114800" lvl="8" indent="-330200">
              <a:lnSpc>
                <a:spcPct val="150000"/>
              </a:lnSpc>
              <a:spcBef>
                <a:spcPts val="0"/>
              </a:spcBef>
              <a:spcAft>
                <a:spcPts val="0"/>
              </a:spcAft>
              <a:buSzPts val="1600"/>
              <a:buChar char="●"/>
              <a:defRPr sz="1600"/>
            </a:lvl9pPr>
          </a:lstStyle>
          <a:p>
            <a:endParaRPr/>
          </a:p>
        </p:txBody>
      </p:sp>
      <p:grpSp>
        <p:nvGrpSpPr>
          <p:cNvPr id="69" name="Google Shape;69;p7"/>
          <p:cNvGrpSpPr/>
          <p:nvPr/>
        </p:nvGrpSpPr>
        <p:grpSpPr>
          <a:xfrm>
            <a:off x="729450" y="629725"/>
            <a:ext cx="1559599" cy="47474"/>
            <a:chOff x="830559" y="793309"/>
            <a:chExt cx="7759198" cy="433550"/>
          </a:xfrm>
        </p:grpSpPr>
        <p:sp>
          <p:nvSpPr>
            <p:cNvPr id="70" name="Google Shape;70;p7"/>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5" name="Google Shape;75;p7"/>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76" name="Google Shape;76;p7"/>
          <p:cNvPicPr preferRelativeResize="0"/>
          <p:nvPr/>
        </p:nvPicPr>
        <p:blipFill>
          <a:blip r:embed="rId3">
            <a:alphaModFix/>
          </a:blip>
          <a:stretch>
            <a:fillRect/>
          </a:stretch>
        </p:blipFill>
        <p:spPr>
          <a:xfrm>
            <a:off x="6048198" y="1401800"/>
            <a:ext cx="2558575" cy="2558575"/>
          </a:xfrm>
          <a:prstGeom prst="rect">
            <a:avLst/>
          </a:prstGeom>
          <a:noFill/>
          <a:ln>
            <a:noFill/>
          </a:ln>
        </p:spPr>
      </p:pic>
      <p:sp>
        <p:nvSpPr>
          <p:cNvPr id="77" name="Google Shape;77;p7"/>
          <p:cNvSpPr txBox="1">
            <a:spLocks noGrp="1"/>
          </p:cNvSpPr>
          <p:nvPr>
            <p:ph type="subTitle" idx="2"/>
          </p:nvPr>
        </p:nvSpPr>
        <p:spPr>
          <a:xfrm>
            <a:off x="6132050" y="3876925"/>
            <a:ext cx="2309100" cy="487800"/>
          </a:xfrm>
          <a:prstGeom prst="rect">
            <a:avLst/>
          </a:prstGeom>
        </p:spPr>
        <p:txBody>
          <a:bodyPr spcFirstLastPara="1" wrap="square" lIns="91425" tIns="91425" rIns="91425" bIns="91425" anchor="t" anchorCtr="0">
            <a:normAutofit/>
          </a:bodyPr>
          <a:lstStyle>
            <a:lvl1pPr lvl="0">
              <a:spcBef>
                <a:spcPts val="0"/>
              </a:spcBef>
              <a:spcAft>
                <a:spcPts val="0"/>
              </a:spcAft>
              <a:buSzPts val="1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ubble content">
  <p:cSld name="TITLE_AND_BODY_1">
    <p:spTree>
      <p:nvGrpSpPr>
        <p:cNvPr id="1" name="Shape 78"/>
        <p:cNvGrpSpPr/>
        <p:nvPr/>
      </p:nvGrpSpPr>
      <p:grpSpPr>
        <a:xfrm>
          <a:off x="0" y="0"/>
          <a:ext cx="0" cy="0"/>
          <a:chOff x="0" y="0"/>
          <a:chExt cx="0" cy="0"/>
        </a:xfrm>
      </p:grpSpPr>
      <p:sp>
        <p:nvSpPr>
          <p:cNvPr id="79" name="Google Shape;79;p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3000"/>
              <a:buFont typeface="Lexend"/>
              <a:buNone/>
              <a:defRPr sz="3000" b="0">
                <a:latin typeface="Lexend"/>
                <a:ea typeface="Lexend"/>
                <a:cs typeface="Lexend"/>
                <a:sym typeface="Lexend"/>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grpSp>
        <p:nvGrpSpPr>
          <p:cNvPr id="81" name="Google Shape;81;p8"/>
          <p:cNvGrpSpPr/>
          <p:nvPr/>
        </p:nvGrpSpPr>
        <p:grpSpPr>
          <a:xfrm>
            <a:off x="729450" y="629725"/>
            <a:ext cx="1559599" cy="47474"/>
            <a:chOff x="830559" y="793309"/>
            <a:chExt cx="7759198" cy="433550"/>
          </a:xfrm>
        </p:grpSpPr>
        <p:sp>
          <p:nvSpPr>
            <p:cNvPr id="82" name="Google Shape;82;p8"/>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7" name="Google Shape;87;p8"/>
          <p:cNvPicPr preferRelativeResize="0"/>
          <p:nvPr/>
        </p:nvPicPr>
        <p:blipFill>
          <a:blip r:embed="rId2">
            <a:alphaModFix/>
          </a:blip>
          <a:stretch>
            <a:fillRect/>
          </a:stretch>
        </p:blipFill>
        <p:spPr>
          <a:xfrm>
            <a:off x="7989902" y="24945"/>
            <a:ext cx="1095101" cy="437925"/>
          </a:xfrm>
          <a:prstGeom prst="rect">
            <a:avLst/>
          </a:prstGeom>
          <a:noFill/>
          <a:ln>
            <a:noFill/>
          </a:ln>
        </p:spPr>
      </p:pic>
      <p:sp>
        <p:nvSpPr>
          <p:cNvPr id="88" name="Google Shape;88;p8"/>
          <p:cNvSpPr/>
          <p:nvPr/>
        </p:nvSpPr>
        <p:spPr>
          <a:xfrm>
            <a:off x="1281725" y="1562850"/>
            <a:ext cx="2104500" cy="26460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9" name="Google Shape;89;p8"/>
          <p:cNvSpPr txBox="1">
            <a:spLocks noGrp="1"/>
          </p:cNvSpPr>
          <p:nvPr>
            <p:ph type="subTitle" idx="1"/>
          </p:nvPr>
        </p:nvSpPr>
        <p:spPr>
          <a:xfrm>
            <a:off x="1281725" y="1636725"/>
            <a:ext cx="2104500" cy="384900"/>
          </a:xfrm>
          <a:prstGeom prst="rect">
            <a:avLst/>
          </a:prstGeom>
        </p:spPr>
        <p:txBody>
          <a:bodyPr spcFirstLastPara="1" wrap="square" lIns="91425" tIns="91425" rIns="91425" bIns="91425" anchor="t" anchorCtr="0">
            <a:normAutofit/>
          </a:bodyPr>
          <a:lstStyle>
            <a:lvl1pPr lvl="0" algn="ctr">
              <a:spcBef>
                <a:spcPts val="0"/>
              </a:spcBef>
              <a:spcAft>
                <a:spcPts val="0"/>
              </a:spcAft>
              <a:buSzPts val="13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a:endParaRPr/>
          </a:p>
        </p:txBody>
      </p:sp>
      <p:sp>
        <p:nvSpPr>
          <p:cNvPr id="90" name="Google Shape;90;p8"/>
          <p:cNvSpPr/>
          <p:nvPr/>
        </p:nvSpPr>
        <p:spPr>
          <a:xfrm>
            <a:off x="3519750" y="1562850"/>
            <a:ext cx="2104500" cy="26460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1" name="Google Shape;91;p8"/>
          <p:cNvSpPr txBox="1">
            <a:spLocks noGrp="1"/>
          </p:cNvSpPr>
          <p:nvPr>
            <p:ph type="subTitle" idx="2"/>
          </p:nvPr>
        </p:nvSpPr>
        <p:spPr>
          <a:xfrm>
            <a:off x="3519750" y="1636725"/>
            <a:ext cx="2104500" cy="384900"/>
          </a:xfrm>
          <a:prstGeom prst="rect">
            <a:avLst/>
          </a:prstGeom>
        </p:spPr>
        <p:txBody>
          <a:bodyPr spcFirstLastPara="1" wrap="square" lIns="91425" tIns="91425" rIns="91425" bIns="91425" anchor="t" anchorCtr="0">
            <a:normAutofit/>
          </a:bodyPr>
          <a:lstStyle>
            <a:lvl1pPr lvl="0" algn="ctr">
              <a:spcBef>
                <a:spcPts val="0"/>
              </a:spcBef>
              <a:spcAft>
                <a:spcPts val="0"/>
              </a:spcAft>
              <a:buSzPts val="13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a:endParaRPr/>
          </a:p>
        </p:txBody>
      </p:sp>
      <p:sp>
        <p:nvSpPr>
          <p:cNvPr id="92" name="Google Shape;92;p8"/>
          <p:cNvSpPr/>
          <p:nvPr/>
        </p:nvSpPr>
        <p:spPr>
          <a:xfrm>
            <a:off x="5757775" y="1562850"/>
            <a:ext cx="2104500" cy="26460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3" name="Google Shape;93;p8"/>
          <p:cNvSpPr txBox="1">
            <a:spLocks noGrp="1"/>
          </p:cNvSpPr>
          <p:nvPr>
            <p:ph type="subTitle" idx="3"/>
          </p:nvPr>
        </p:nvSpPr>
        <p:spPr>
          <a:xfrm>
            <a:off x="5757775" y="1636725"/>
            <a:ext cx="2104500" cy="384900"/>
          </a:xfrm>
          <a:prstGeom prst="rect">
            <a:avLst/>
          </a:prstGeom>
        </p:spPr>
        <p:txBody>
          <a:bodyPr spcFirstLastPara="1" wrap="square" lIns="91425" tIns="91425" rIns="91425" bIns="91425" anchor="t" anchorCtr="0">
            <a:normAutofit/>
          </a:bodyPr>
          <a:lstStyle>
            <a:lvl1pPr lvl="0" algn="ctr">
              <a:spcBef>
                <a:spcPts val="0"/>
              </a:spcBef>
              <a:spcAft>
                <a:spcPts val="0"/>
              </a:spcAft>
              <a:buSzPts val="13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1 1">
  <p:cSld name="SECTION_TITLE_AND_DESCRIPTION_1_1">
    <p:spTree>
      <p:nvGrpSpPr>
        <p:cNvPr id="1" name="Shape 94"/>
        <p:cNvGrpSpPr/>
        <p:nvPr/>
      </p:nvGrpSpPr>
      <p:grpSpPr>
        <a:xfrm>
          <a:off x="0" y="0"/>
          <a:ext cx="0" cy="0"/>
          <a:chOff x="0" y="0"/>
          <a:chExt cx="0" cy="0"/>
        </a:xfrm>
      </p:grpSpPr>
      <p:sp>
        <p:nvSpPr>
          <p:cNvPr id="95" name="Google Shape;95;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Courier New"/>
              <a:buNone/>
              <a:defRPr b="0">
                <a:latin typeface="Courier New"/>
                <a:ea typeface="Courier New"/>
                <a:cs typeface="Courier New"/>
                <a:sym typeface="Courier New"/>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97" name="Google Shape;9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98" name="Google Shape;9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9" name="Google Shape;9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100" name="Google Shape;100;p9"/>
          <p:cNvGrpSpPr/>
          <p:nvPr/>
        </p:nvGrpSpPr>
        <p:grpSpPr>
          <a:xfrm>
            <a:off x="830525" y="1179325"/>
            <a:ext cx="1559599" cy="47474"/>
            <a:chOff x="830559" y="793309"/>
            <a:chExt cx="7759198" cy="433550"/>
          </a:xfrm>
        </p:grpSpPr>
        <p:sp>
          <p:nvSpPr>
            <p:cNvPr id="101" name="Google Shape;101;p9"/>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9"/>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9"/>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9"/>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9"/>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6" name="Google Shape;106;p9"/>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microsoft.com/office/2007/relationships/hdphoto" Target="../media/hdphoto1.wdp"/><Relationship Id="rId5" Type="http://schemas.openxmlformats.org/officeDocument/2006/relationships/image" Target="../media/image19.png"/><Relationship Id="rId4" Type="http://schemas.openxmlformats.org/officeDocument/2006/relationships/hyperlink" Target="https://www.youtube.com/watch?v=Md4b67HvmRo"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0"/>
          <p:cNvSpPr txBox="1">
            <a:spLocks noGrp="1"/>
          </p:cNvSpPr>
          <p:nvPr>
            <p:ph type="ctrTitle"/>
          </p:nvPr>
        </p:nvSpPr>
        <p:spPr>
          <a:xfrm>
            <a:off x="7279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n"/>
              <a:t>Logistic Regression</a:t>
            </a:r>
            <a:endParaRPr/>
          </a:p>
        </p:txBody>
      </p:sp>
      <p:sp>
        <p:nvSpPr>
          <p:cNvPr id="112" name="Google Shape;112;p10"/>
          <p:cNvSpPr txBox="1">
            <a:spLocks noGrp="1"/>
          </p:cNvSpPr>
          <p:nvPr>
            <p:ph type="subTitle" idx="1"/>
          </p:nvPr>
        </p:nvSpPr>
        <p:spPr>
          <a:xfrm>
            <a:off x="727950" y="2665675"/>
            <a:ext cx="7688100" cy="1176000"/>
          </a:xfrm>
          <a:prstGeom prst="rect">
            <a:avLst/>
          </a:prstGeom>
          <a:noFill/>
          <a:ln>
            <a:noFill/>
          </a:ln>
        </p:spPr>
        <p:txBody>
          <a:bodyPr spcFirstLastPara="1" wrap="square" lIns="91425" tIns="91425" rIns="91425" bIns="91425" anchor="t" anchorCtr="0">
            <a:normAutofit/>
          </a:bodyPr>
          <a:lstStyle/>
          <a:p>
            <a:pPr marL="0" lvl="0" indent="0" algn="l" rtl="0">
              <a:lnSpc>
                <a:spcPct val="150000"/>
              </a:lnSpc>
              <a:spcBef>
                <a:spcPts val="0"/>
              </a:spcBef>
              <a:spcAft>
                <a:spcPts val="0"/>
              </a:spcAft>
              <a:buSzPts val="1730"/>
              <a:buNone/>
            </a:pPr>
            <a:r>
              <a:rPr lang="en" sz="1900"/>
              <a:t>Content created by: Mélanie Roschewitz, Pau de Jorge, Chen Chen, Owais Hussain</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1"/>
          <p:cNvSpPr txBox="1">
            <a:spLocks noGrp="1"/>
          </p:cNvSpPr>
          <p:nvPr>
            <p:ph type="body" idx="1"/>
          </p:nvPr>
        </p:nvSpPr>
        <p:spPr>
          <a:xfrm>
            <a:off x="727650" y="1356626"/>
            <a:ext cx="7688700" cy="1005573"/>
          </a:xfrm>
          <a:prstGeom prst="rect">
            <a:avLst/>
          </a:prstGeom>
        </p:spPr>
        <p:txBody>
          <a:bodyPr spcFirstLastPara="1" wrap="square" lIns="91425" tIns="91425" rIns="91425" bIns="91425" anchor="t" anchorCtr="0">
            <a:normAutofit/>
          </a:bodyPr>
          <a:lstStyle/>
          <a:p>
            <a:pPr marL="457200" lvl="0" indent="-311150" algn="l" rtl="0">
              <a:lnSpc>
                <a:spcPct val="100000"/>
              </a:lnSpc>
              <a:spcBef>
                <a:spcPts val="0"/>
              </a:spcBef>
              <a:spcAft>
                <a:spcPts val="0"/>
              </a:spcAft>
              <a:buSzPts val="1300"/>
              <a:buChar char="➔"/>
            </a:pPr>
            <a:r>
              <a:rPr lang="en" sz="1300"/>
              <a:t>We previously focused on regression: where we learn to predict a real value from the input</a:t>
            </a:r>
            <a:endParaRPr sz="1300"/>
          </a:p>
          <a:p>
            <a:pPr marL="457200" lvl="0" indent="-311150" algn="l" rtl="0">
              <a:lnSpc>
                <a:spcPct val="100000"/>
              </a:lnSpc>
              <a:spcBef>
                <a:spcPts val="0"/>
              </a:spcBef>
              <a:spcAft>
                <a:spcPts val="0"/>
              </a:spcAft>
              <a:buSzPts val="1300"/>
              <a:buChar char="➔"/>
            </a:pPr>
            <a:r>
              <a:rPr lang="en" sz="1300"/>
              <a:t>For example, predict the petal length from the petal width.</a:t>
            </a:r>
            <a:endParaRPr sz="1300"/>
          </a:p>
        </p:txBody>
      </p:sp>
      <p:sp>
        <p:nvSpPr>
          <p:cNvPr id="118" name="Google Shape;118;p11"/>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Recap…</a:t>
            </a:r>
            <a:endParaRPr/>
          </a:p>
        </p:txBody>
      </p:sp>
      <p:pic>
        <p:nvPicPr>
          <p:cNvPr id="119" name="Google Shape;119;p11"/>
          <p:cNvPicPr preferRelativeResize="0"/>
          <p:nvPr/>
        </p:nvPicPr>
        <p:blipFill rotWithShape="1">
          <a:blip r:embed="rId3">
            <a:alphaModFix/>
          </a:blip>
          <a:srcRect/>
          <a:stretch/>
        </p:blipFill>
        <p:spPr>
          <a:xfrm>
            <a:off x="534325" y="2310685"/>
            <a:ext cx="3288725" cy="2155627"/>
          </a:xfrm>
          <a:prstGeom prst="rect">
            <a:avLst/>
          </a:prstGeom>
          <a:noFill/>
          <a:ln>
            <a:noFill/>
          </a:ln>
        </p:spPr>
      </p:pic>
      <p:pic>
        <p:nvPicPr>
          <p:cNvPr id="120" name="Google Shape;120;p11" descr="{&quot;id&quot;:&quot;14&quot;,&quot;code&quot;:&quot;\\begin{align*}\n{\\mathcal{L}\\left(a,\\,b\\right)\\,=\\,\\mathrm{MSE}\\left(a,\\,b\\right)}&amp;={\\,\\frac{1}{N}\\sum_{i=1}^{N}\\left(\\hat{y}_{i}\\,-\\,y_{i}\\right)^{2}}\\\\\n{\\,}&amp;={\\frac{1}{N}\\sum_{i=1}^{N}\\left(ax_{i}\\,+\\,b\\,-\\,y_{i}\\right)^{2}}\t\n\\end{align*}&quot;,&quot;backgroundColorModified&quot;:false,&quot;type&quot;:&quot;align*&quot;,&quot;aid&quot;:null,&quot;font&quot;:{&quot;family&quot;:&quot;Lato&quot;,&quot;color&quot;:&quot;#595959&quot;,&quot;size&quot;:15},&quot;backgroundColor&quot;:&quot;#FFFFFF&quot;,&quot;ts&quot;:1616505611149,&quot;cs&quot;:&quot;e5hifUvGzaNoPRznwLMebg==&quot;,&quot;size&quot;:{&quot;width&quot;:413,&quot;height&quot;:121.33333333333333}}"/>
          <p:cNvPicPr preferRelativeResize="0"/>
          <p:nvPr/>
        </p:nvPicPr>
        <p:blipFill rotWithShape="1">
          <a:blip r:embed="rId4">
            <a:alphaModFix/>
          </a:blip>
          <a:srcRect/>
          <a:stretch/>
        </p:blipFill>
        <p:spPr>
          <a:xfrm>
            <a:off x="4848322" y="3026825"/>
            <a:ext cx="3095326" cy="909375"/>
          </a:xfrm>
          <a:prstGeom prst="rect">
            <a:avLst/>
          </a:prstGeom>
          <a:noFill/>
          <a:ln>
            <a:noFill/>
          </a:ln>
        </p:spPr>
      </p:pic>
      <p:sp>
        <p:nvSpPr>
          <p:cNvPr id="121" name="Google Shape;121;p11"/>
          <p:cNvSpPr txBox="1"/>
          <p:nvPr/>
        </p:nvSpPr>
        <p:spPr>
          <a:xfrm>
            <a:off x="4083875" y="2683610"/>
            <a:ext cx="4525800" cy="414699"/>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Clr>
                <a:schemeClr val="accent1"/>
              </a:buClr>
              <a:buSzPts val="1300"/>
              <a:buFont typeface="Lato"/>
              <a:buChar char="●"/>
            </a:pPr>
            <a:r>
              <a:rPr lang="en" sz="1300">
                <a:solidFill>
                  <a:srgbClr val="FF9900"/>
                </a:solidFill>
                <a:latin typeface="Lato"/>
                <a:ea typeface="Lato"/>
                <a:cs typeface="Lato"/>
                <a:sym typeface="Lato"/>
              </a:rPr>
              <a:t>Linear</a:t>
            </a:r>
            <a:r>
              <a:rPr lang="en" sz="1300">
                <a:solidFill>
                  <a:schemeClr val="accent1"/>
                </a:solidFill>
                <a:latin typeface="Lato"/>
                <a:ea typeface="Lato"/>
                <a:cs typeface="Lato"/>
                <a:sym typeface="Lato"/>
              </a:rPr>
              <a:t> </a:t>
            </a:r>
            <a:r>
              <a:rPr lang="en" sz="1300">
                <a:solidFill>
                  <a:schemeClr val="dk1"/>
                </a:solidFill>
                <a:latin typeface="Lato"/>
                <a:ea typeface="Lato"/>
                <a:cs typeface="Lato"/>
                <a:sym typeface="Lato"/>
              </a:rPr>
              <a:t>Regression</a:t>
            </a:r>
            <a:r>
              <a:rPr lang="en" sz="1300">
                <a:solidFill>
                  <a:schemeClr val="accent1"/>
                </a:solidFill>
                <a:latin typeface="Lato"/>
                <a:ea typeface="Lato"/>
                <a:cs typeface="Lato"/>
                <a:sym typeface="Lato"/>
              </a:rPr>
              <a:t> = </a:t>
            </a:r>
            <a:r>
              <a:rPr lang="en" sz="1300">
                <a:solidFill>
                  <a:srgbClr val="FF9900"/>
                </a:solidFill>
                <a:latin typeface="Lato"/>
                <a:ea typeface="Lato"/>
                <a:cs typeface="Lato"/>
                <a:sym typeface="Lato"/>
              </a:rPr>
              <a:t>Linear</a:t>
            </a:r>
            <a:r>
              <a:rPr lang="en" sz="1300">
                <a:solidFill>
                  <a:schemeClr val="accent1"/>
                </a:solidFill>
                <a:latin typeface="Lato"/>
                <a:ea typeface="Lato"/>
                <a:cs typeface="Lato"/>
                <a:sym typeface="Lato"/>
              </a:rPr>
              <a:t> Model + </a:t>
            </a:r>
            <a:r>
              <a:rPr lang="en" sz="1300">
                <a:solidFill>
                  <a:schemeClr val="dk1"/>
                </a:solidFill>
                <a:latin typeface="Lato"/>
                <a:ea typeface="Lato"/>
                <a:cs typeface="Lato"/>
                <a:sym typeface="Lato"/>
              </a:rPr>
              <a:t>Regression</a:t>
            </a:r>
            <a:r>
              <a:rPr lang="en" sz="1300">
                <a:solidFill>
                  <a:schemeClr val="accent1"/>
                </a:solidFill>
                <a:latin typeface="Lato"/>
                <a:ea typeface="Lato"/>
                <a:cs typeface="Lato"/>
                <a:sym typeface="Lato"/>
              </a:rPr>
              <a:t> Task</a:t>
            </a:r>
            <a:endParaRPr sz="1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2"/>
          <p:cNvSpPr txBox="1">
            <a:spLocks noGrp="1"/>
          </p:cNvSpPr>
          <p:nvPr>
            <p:ph type="body" idx="1"/>
          </p:nvPr>
        </p:nvSpPr>
        <p:spPr>
          <a:xfrm>
            <a:off x="727650" y="1356627"/>
            <a:ext cx="7688700" cy="1215123"/>
          </a:xfrm>
          <a:prstGeom prst="rect">
            <a:avLst/>
          </a:prstGeom>
        </p:spPr>
        <p:txBody>
          <a:bodyPr spcFirstLastPara="1" wrap="square" lIns="91425" tIns="91425" rIns="91425" bIns="91425" anchor="t" anchorCtr="0">
            <a:normAutofit/>
          </a:bodyPr>
          <a:lstStyle/>
          <a:p>
            <a:pPr marL="457200" lvl="0" indent="-317500" algn="l" rtl="0">
              <a:lnSpc>
                <a:spcPct val="100000"/>
              </a:lnSpc>
              <a:spcBef>
                <a:spcPts val="0"/>
              </a:spcBef>
              <a:spcAft>
                <a:spcPts val="0"/>
              </a:spcAft>
              <a:buSzPts val="1400"/>
              <a:buChar char="➔"/>
            </a:pPr>
            <a:r>
              <a:rPr lang="en" sz="1400"/>
              <a:t>This week, we focus on </a:t>
            </a:r>
            <a:r>
              <a:rPr lang="en" sz="1400" b="1"/>
              <a:t>classification</a:t>
            </a:r>
            <a:endParaRPr sz="1400" b="1"/>
          </a:p>
          <a:p>
            <a:pPr marL="457200" lvl="0" indent="-317500" algn="l" rtl="0">
              <a:lnSpc>
                <a:spcPct val="100000"/>
              </a:lnSpc>
              <a:spcBef>
                <a:spcPts val="0"/>
              </a:spcBef>
              <a:spcAft>
                <a:spcPts val="0"/>
              </a:spcAft>
              <a:buSzPts val="1400"/>
              <a:buChar char="➔"/>
            </a:pPr>
            <a:r>
              <a:rPr lang="en" sz="1400"/>
              <a:t>For example, can we predict the species of a flower given its petal length and width?</a:t>
            </a:r>
          </a:p>
        </p:txBody>
      </p:sp>
      <p:sp>
        <p:nvSpPr>
          <p:cNvPr id="127" name="Google Shape;127;p12"/>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Introduction</a:t>
            </a:r>
            <a:endParaRPr/>
          </a:p>
        </p:txBody>
      </p:sp>
      <p:pic>
        <p:nvPicPr>
          <p:cNvPr id="2" name="Picture 2" descr="IRIS Flowers Classification Using Machine Learning - Analytics Vidhya">
            <a:extLst>
              <a:ext uri="{FF2B5EF4-FFF2-40B4-BE49-F238E27FC236}">
                <a16:creationId xmlns:a16="http://schemas.microsoft.com/office/drawing/2014/main" id="{FE14316C-8EA1-FD4D-C380-B0BB7A172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7206" y="2571750"/>
            <a:ext cx="5729587" cy="25614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7" name="Google Shape;137;p13"/>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Iris Dataset… again</a:t>
            </a:r>
            <a:endParaRPr/>
          </a:p>
        </p:txBody>
      </p:sp>
      <p:sp>
        <p:nvSpPr>
          <p:cNvPr id="4" name="Google Shape;126;p12">
            <a:extLst>
              <a:ext uri="{FF2B5EF4-FFF2-40B4-BE49-F238E27FC236}">
                <a16:creationId xmlns:a16="http://schemas.microsoft.com/office/drawing/2014/main" id="{FF09028D-C575-9B44-CF5D-0D56ECD1DCFB}"/>
              </a:ext>
            </a:extLst>
          </p:cNvPr>
          <p:cNvSpPr txBox="1">
            <a:spLocks/>
          </p:cNvSpPr>
          <p:nvPr/>
        </p:nvSpPr>
        <p:spPr>
          <a:xfrm>
            <a:off x="727650" y="1356627"/>
            <a:ext cx="7688700" cy="68952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50000"/>
              </a:lnSpc>
              <a:spcBef>
                <a:spcPts val="0"/>
              </a:spcBef>
              <a:spcAft>
                <a:spcPts val="0"/>
              </a:spcAft>
              <a:buClr>
                <a:schemeClr val="accent1"/>
              </a:buClr>
              <a:buSzPts val="1800"/>
              <a:buFont typeface="Lato"/>
              <a:buChar char="●"/>
              <a:defRPr sz="1800" b="0" i="0" u="none" strike="noStrike" cap="none">
                <a:solidFill>
                  <a:schemeClr val="accent1"/>
                </a:solidFill>
                <a:latin typeface="Lato"/>
                <a:ea typeface="Lato"/>
                <a:cs typeface="Lato"/>
                <a:sym typeface="Lato"/>
              </a:defRPr>
            </a:lvl1pPr>
            <a:lvl2pPr marL="914400" marR="0" lvl="1"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2pPr>
            <a:lvl3pPr marL="1371600" marR="0" lvl="2"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3pPr>
            <a:lvl4pPr marL="1828800" marR="0" lvl="3"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4pPr>
            <a:lvl5pPr marL="2286000" marR="0" lvl="4"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5pPr>
            <a:lvl6pPr marL="2743200" marR="0" lvl="5"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6pPr>
            <a:lvl7pPr marL="3200400" marR="0" lvl="6"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7pPr>
            <a:lvl8pPr marL="3657600" marR="0" lvl="7"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8pPr>
            <a:lvl9pPr marL="4114800" marR="0" lvl="8"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9pPr>
          </a:lstStyle>
          <a:p>
            <a:pPr indent="-317500">
              <a:lnSpc>
                <a:spcPct val="100000"/>
              </a:lnSpc>
              <a:buSzPts val="1400"/>
              <a:buFont typeface="Lato"/>
              <a:buChar char="➔"/>
            </a:pPr>
            <a:r>
              <a:rPr lang="en-GB" sz="1400"/>
              <a:t>Let’s look at this </a:t>
            </a:r>
            <a:r>
              <a:rPr lang="en-GB" sz="1400" b="1"/>
              <a:t>Scatter plot</a:t>
            </a:r>
            <a:r>
              <a:rPr lang="en-GB" sz="1400"/>
              <a:t> and try to understand our data</a:t>
            </a:r>
          </a:p>
          <a:p>
            <a:pPr indent="-317500">
              <a:lnSpc>
                <a:spcPct val="100000"/>
              </a:lnSpc>
              <a:buSzPts val="1400"/>
              <a:buFont typeface="Lato"/>
              <a:buChar char="➔"/>
            </a:pPr>
            <a:r>
              <a:rPr lang="en-GB" sz="1400"/>
              <a:t>Here, we have limited the </a:t>
            </a:r>
            <a:r>
              <a:rPr lang="en-GB" sz="1400" b="1"/>
              <a:t>Iris data </a:t>
            </a:r>
            <a:r>
              <a:rPr lang="en-GB" sz="1400"/>
              <a:t>to only two species for simplicity</a:t>
            </a:r>
          </a:p>
        </p:txBody>
      </p:sp>
      <p:pic>
        <p:nvPicPr>
          <p:cNvPr id="1028" name="Picture 4">
            <a:extLst>
              <a:ext uri="{FF2B5EF4-FFF2-40B4-BE49-F238E27FC236}">
                <a16:creationId xmlns:a16="http://schemas.microsoft.com/office/drawing/2014/main" id="{F9719AB8-C39C-53CB-19AE-67176F37BC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46"/>
          <a:stretch/>
        </p:blipFill>
        <p:spPr bwMode="auto">
          <a:xfrm>
            <a:off x="2282957" y="2046156"/>
            <a:ext cx="4353628" cy="30973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E67C73A2-BA61-A49B-0633-418309B3376A}"/>
            </a:ext>
          </a:extLst>
        </p:cNvPr>
        <p:cNvGrpSpPr/>
        <p:nvPr/>
      </p:nvGrpSpPr>
      <p:grpSpPr>
        <a:xfrm>
          <a:off x="0" y="0"/>
          <a:ext cx="0" cy="0"/>
          <a:chOff x="0" y="0"/>
          <a:chExt cx="0" cy="0"/>
        </a:xfrm>
      </p:grpSpPr>
      <p:sp>
        <p:nvSpPr>
          <p:cNvPr id="137" name="Google Shape;137;p13">
            <a:extLst>
              <a:ext uri="{FF2B5EF4-FFF2-40B4-BE49-F238E27FC236}">
                <a16:creationId xmlns:a16="http://schemas.microsoft.com/office/drawing/2014/main" id="{07A3C7C1-7572-3151-7DFA-D3E0843911FD}"/>
              </a:ext>
            </a:extLst>
          </p:cNvPr>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Classification</a:t>
            </a:r>
            <a:endParaRPr/>
          </a:p>
        </p:txBody>
      </p:sp>
      <p:sp>
        <p:nvSpPr>
          <p:cNvPr id="4" name="Google Shape;126;p12">
            <a:extLst>
              <a:ext uri="{FF2B5EF4-FFF2-40B4-BE49-F238E27FC236}">
                <a16:creationId xmlns:a16="http://schemas.microsoft.com/office/drawing/2014/main" id="{5D9E83DD-5B38-883D-E922-45229922B45F}"/>
              </a:ext>
            </a:extLst>
          </p:cNvPr>
          <p:cNvSpPr txBox="1">
            <a:spLocks/>
          </p:cNvSpPr>
          <p:nvPr/>
        </p:nvSpPr>
        <p:spPr>
          <a:xfrm>
            <a:off x="727650" y="1356627"/>
            <a:ext cx="7688700" cy="68952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50000"/>
              </a:lnSpc>
              <a:spcBef>
                <a:spcPts val="0"/>
              </a:spcBef>
              <a:spcAft>
                <a:spcPts val="0"/>
              </a:spcAft>
              <a:buClr>
                <a:schemeClr val="accent1"/>
              </a:buClr>
              <a:buSzPts val="1800"/>
              <a:buFont typeface="Lato"/>
              <a:buChar char="●"/>
              <a:defRPr sz="1800" b="0" i="0" u="none" strike="noStrike" cap="none">
                <a:solidFill>
                  <a:schemeClr val="accent1"/>
                </a:solidFill>
                <a:latin typeface="Lato"/>
                <a:ea typeface="Lato"/>
                <a:cs typeface="Lato"/>
                <a:sym typeface="Lato"/>
              </a:defRPr>
            </a:lvl1pPr>
            <a:lvl2pPr marL="914400" marR="0" lvl="1"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2pPr>
            <a:lvl3pPr marL="1371600" marR="0" lvl="2"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3pPr>
            <a:lvl4pPr marL="1828800" marR="0" lvl="3"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4pPr>
            <a:lvl5pPr marL="2286000" marR="0" lvl="4"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5pPr>
            <a:lvl6pPr marL="2743200" marR="0" lvl="5"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6pPr>
            <a:lvl7pPr marL="3200400" marR="0" lvl="6"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7pPr>
            <a:lvl8pPr marL="3657600" marR="0" lvl="7"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8pPr>
            <a:lvl9pPr marL="4114800" marR="0" lvl="8"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9pPr>
          </a:lstStyle>
          <a:p>
            <a:pPr indent="-317500">
              <a:lnSpc>
                <a:spcPct val="100000"/>
              </a:lnSpc>
              <a:buSzPts val="1400"/>
              <a:buFont typeface="Lato"/>
              <a:buChar char="➔"/>
            </a:pPr>
            <a:r>
              <a:rPr lang="en-GB" sz="1400"/>
              <a:t>Given Petal width and length, how to identify the species of this new point in grey colour?</a:t>
            </a:r>
          </a:p>
          <a:p>
            <a:pPr indent="-317500">
              <a:lnSpc>
                <a:spcPct val="100000"/>
              </a:lnSpc>
              <a:buSzPts val="1400"/>
              <a:buFont typeface="Lato"/>
              <a:buChar char="➔"/>
            </a:pPr>
            <a:r>
              <a:rPr lang="en-GB" sz="1400"/>
              <a:t>Let’s say the Petal width = 1.7 and length = 4.75. Is it </a:t>
            </a:r>
            <a:r>
              <a:rPr lang="en-GB" sz="1400" b="1"/>
              <a:t>Versicolor</a:t>
            </a:r>
            <a:r>
              <a:rPr lang="en-GB" sz="1400"/>
              <a:t> or </a:t>
            </a:r>
            <a:r>
              <a:rPr lang="en-GB" sz="1400" b="1"/>
              <a:t>Virginica</a:t>
            </a:r>
            <a:r>
              <a:rPr lang="en-GB" sz="1400"/>
              <a:t>?</a:t>
            </a:r>
          </a:p>
        </p:txBody>
      </p:sp>
      <p:pic>
        <p:nvPicPr>
          <p:cNvPr id="1028" name="Picture 4">
            <a:extLst>
              <a:ext uri="{FF2B5EF4-FFF2-40B4-BE49-F238E27FC236}">
                <a16:creationId xmlns:a16="http://schemas.microsoft.com/office/drawing/2014/main" id="{10500632-2404-3364-E622-072AE5F608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46"/>
          <a:stretch/>
        </p:blipFill>
        <p:spPr bwMode="auto">
          <a:xfrm>
            <a:off x="2282957" y="2046156"/>
            <a:ext cx="4353628" cy="3097343"/>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92BF4B4D-71FE-F276-6D14-D2BAA3D7C0B3}"/>
              </a:ext>
            </a:extLst>
          </p:cNvPr>
          <p:cNvGrpSpPr/>
          <p:nvPr/>
        </p:nvGrpSpPr>
        <p:grpSpPr>
          <a:xfrm>
            <a:off x="2627735" y="3526715"/>
            <a:ext cx="1832036" cy="1316748"/>
            <a:chOff x="2627735" y="3526715"/>
            <a:chExt cx="1832036" cy="1316748"/>
          </a:xfrm>
        </p:grpSpPr>
        <p:sp>
          <p:nvSpPr>
            <p:cNvPr id="3" name="Oval 2">
              <a:extLst>
                <a:ext uri="{FF2B5EF4-FFF2-40B4-BE49-F238E27FC236}">
                  <a16:creationId xmlns:a16="http://schemas.microsoft.com/office/drawing/2014/main" id="{2EA2C333-39E6-51F9-5059-FE26D9539BD3}"/>
                </a:ext>
              </a:extLst>
            </p:cNvPr>
            <p:cNvSpPr/>
            <p:nvPr/>
          </p:nvSpPr>
          <p:spPr>
            <a:xfrm>
              <a:off x="4365094" y="3526715"/>
              <a:ext cx="94677" cy="94677"/>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PK"/>
            </a:p>
          </p:txBody>
        </p:sp>
        <p:cxnSp>
          <p:nvCxnSpPr>
            <p:cNvPr id="6" name="Straight Connector 5">
              <a:extLst>
                <a:ext uri="{FF2B5EF4-FFF2-40B4-BE49-F238E27FC236}">
                  <a16:creationId xmlns:a16="http://schemas.microsoft.com/office/drawing/2014/main" id="{F39F39F9-7B3D-0464-0AFA-952CED67C466}"/>
                </a:ext>
              </a:extLst>
            </p:cNvPr>
            <p:cNvCxnSpPr>
              <a:cxnSpLocks/>
              <a:stCxn id="3" idx="2"/>
            </p:cNvCxnSpPr>
            <p:nvPr/>
          </p:nvCxnSpPr>
          <p:spPr>
            <a:xfrm flipH="1" flipV="1">
              <a:off x="2627735" y="3560189"/>
              <a:ext cx="1737359" cy="13865"/>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AE53446F-EBDF-8DFF-9C00-160F807E1CAC}"/>
                </a:ext>
              </a:extLst>
            </p:cNvPr>
            <p:cNvCxnSpPr>
              <a:stCxn id="3" idx="4"/>
            </p:cNvCxnSpPr>
            <p:nvPr/>
          </p:nvCxnSpPr>
          <p:spPr>
            <a:xfrm flipH="1">
              <a:off x="4412432" y="3621392"/>
              <a:ext cx="1" cy="1222071"/>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3732763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8D852C7F-C798-05F0-952A-62CCCECCEEB7}"/>
            </a:ext>
          </a:extLst>
        </p:cNvPr>
        <p:cNvGrpSpPr/>
        <p:nvPr/>
      </p:nvGrpSpPr>
      <p:grpSpPr>
        <a:xfrm>
          <a:off x="0" y="0"/>
          <a:ext cx="0" cy="0"/>
          <a:chOff x="0" y="0"/>
          <a:chExt cx="0" cy="0"/>
        </a:xfrm>
      </p:grpSpPr>
      <p:sp>
        <p:nvSpPr>
          <p:cNvPr id="137" name="Google Shape;137;p13">
            <a:extLst>
              <a:ext uri="{FF2B5EF4-FFF2-40B4-BE49-F238E27FC236}">
                <a16:creationId xmlns:a16="http://schemas.microsoft.com/office/drawing/2014/main" id="{123AA176-5FB1-BFED-F087-BF570BCA22B7}"/>
              </a:ext>
            </a:extLst>
          </p:cNvPr>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Classification</a:t>
            </a:r>
            <a:endParaRPr/>
          </a:p>
        </p:txBody>
      </p:sp>
      <p:sp>
        <p:nvSpPr>
          <p:cNvPr id="4" name="Google Shape;126;p12">
            <a:extLst>
              <a:ext uri="{FF2B5EF4-FFF2-40B4-BE49-F238E27FC236}">
                <a16:creationId xmlns:a16="http://schemas.microsoft.com/office/drawing/2014/main" id="{3F3FC898-4544-C952-6895-A96B8ABA67A3}"/>
              </a:ext>
            </a:extLst>
          </p:cNvPr>
          <p:cNvSpPr txBox="1">
            <a:spLocks/>
          </p:cNvSpPr>
          <p:nvPr/>
        </p:nvSpPr>
        <p:spPr>
          <a:xfrm>
            <a:off x="727650" y="1356627"/>
            <a:ext cx="7688700" cy="689529"/>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L="457200" marR="0" lvl="0" indent="-342900" algn="l" rtl="0">
              <a:lnSpc>
                <a:spcPct val="150000"/>
              </a:lnSpc>
              <a:spcBef>
                <a:spcPts val="0"/>
              </a:spcBef>
              <a:spcAft>
                <a:spcPts val="0"/>
              </a:spcAft>
              <a:buClr>
                <a:schemeClr val="accent1"/>
              </a:buClr>
              <a:buSzPts val="1800"/>
              <a:buFont typeface="Lato"/>
              <a:buChar char="●"/>
              <a:defRPr sz="1800" b="0" i="0" u="none" strike="noStrike" cap="none">
                <a:solidFill>
                  <a:schemeClr val="accent1"/>
                </a:solidFill>
                <a:latin typeface="Lato"/>
                <a:ea typeface="Lato"/>
                <a:cs typeface="Lato"/>
                <a:sym typeface="Lato"/>
              </a:defRPr>
            </a:lvl1pPr>
            <a:lvl2pPr marL="914400" marR="0" lvl="1"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2pPr>
            <a:lvl3pPr marL="1371600" marR="0" lvl="2"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3pPr>
            <a:lvl4pPr marL="1828800" marR="0" lvl="3"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4pPr>
            <a:lvl5pPr marL="2286000" marR="0" lvl="4"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5pPr>
            <a:lvl6pPr marL="2743200" marR="0" lvl="5"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6pPr>
            <a:lvl7pPr marL="3200400" marR="0" lvl="6"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7pPr>
            <a:lvl8pPr marL="3657600" marR="0" lvl="7"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8pPr>
            <a:lvl9pPr marL="4114800" marR="0" lvl="8"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9pPr>
          </a:lstStyle>
          <a:p>
            <a:pPr indent="-317500">
              <a:lnSpc>
                <a:spcPct val="100000"/>
              </a:lnSpc>
              <a:buSzPts val="1400"/>
              <a:buFont typeface="Lato"/>
              <a:buChar char="➔"/>
            </a:pPr>
            <a:r>
              <a:rPr lang="en-GB" sz="1400"/>
              <a:t>We can make an educated guess by looking for visual closeness and classify as Versicolor. OR look at width and classify as Virginica, since all (except one) Versicolor examples are under 1.7cm</a:t>
            </a:r>
          </a:p>
        </p:txBody>
      </p:sp>
      <p:pic>
        <p:nvPicPr>
          <p:cNvPr id="1028" name="Picture 4">
            <a:extLst>
              <a:ext uri="{FF2B5EF4-FFF2-40B4-BE49-F238E27FC236}">
                <a16:creationId xmlns:a16="http://schemas.microsoft.com/office/drawing/2014/main" id="{603DF18B-AA71-F60A-512D-EC96FAE484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46"/>
          <a:stretch/>
        </p:blipFill>
        <p:spPr bwMode="auto">
          <a:xfrm>
            <a:off x="2282957" y="2046156"/>
            <a:ext cx="4353628" cy="3097343"/>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AAAD2D18-40EF-A111-3FF6-1CA295AF66A8}"/>
              </a:ext>
            </a:extLst>
          </p:cNvPr>
          <p:cNvGrpSpPr/>
          <p:nvPr/>
        </p:nvGrpSpPr>
        <p:grpSpPr>
          <a:xfrm>
            <a:off x="2627735" y="3526715"/>
            <a:ext cx="1832036" cy="1316748"/>
            <a:chOff x="2627735" y="3526715"/>
            <a:chExt cx="1832036" cy="1316748"/>
          </a:xfrm>
        </p:grpSpPr>
        <p:sp>
          <p:nvSpPr>
            <p:cNvPr id="3" name="Oval 2">
              <a:extLst>
                <a:ext uri="{FF2B5EF4-FFF2-40B4-BE49-F238E27FC236}">
                  <a16:creationId xmlns:a16="http://schemas.microsoft.com/office/drawing/2014/main" id="{C3A75E67-E655-885F-AD19-055830F4F632}"/>
                </a:ext>
              </a:extLst>
            </p:cNvPr>
            <p:cNvSpPr/>
            <p:nvPr/>
          </p:nvSpPr>
          <p:spPr>
            <a:xfrm>
              <a:off x="4365094" y="3526715"/>
              <a:ext cx="94677" cy="94677"/>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PK"/>
            </a:p>
          </p:txBody>
        </p:sp>
        <p:cxnSp>
          <p:nvCxnSpPr>
            <p:cNvPr id="6" name="Straight Connector 5">
              <a:extLst>
                <a:ext uri="{FF2B5EF4-FFF2-40B4-BE49-F238E27FC236}">
                  <a16:creationId xmlns:a16="http://schemas.microsoft.com/office/drawing/2014/main" id="{5723248B-24B0-4674-86EC-7652C7D4F739}"/>
                </a:ext>
              </a:extLst>
            </p:cNvPr>
            <p:cNvCxnSpPr>
              <a:cxnSpLocks/>
              <a:stCxn id="3" idx="2"/>
            </p:cNvCxnSpPr>
            <p:nvPr/>
          </p:nvCxnSpPr>
          <p:spPr>
            <a:xfrm flipH="1" flipV="1">
              <a:off x="2627735" y="3560189"/>
              <a:ext cx="1737359" cy="13865"/>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D2CB5D92-0D90-CB57-4845-76B7002577B6}"/>
                </a:ext>
              </a:extLst>
            </p:cNvPr>
            <p:cNvCxnSpPr>
              <a:stCxn id="3" idx="4"/>
            </p:cNvCxnSpPr>
            <p:nvPr/>
          </p:nvCxnSpPr>
          <p:spPr>
            <a:xfrm flipH="1">
              <a:off x="4412432" y="3621392"/>
              <a:ext cx="1" cy="1222071"/>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3088228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77D6D5CD-621E-E557-75E5-4167B7D36AA5}"/>
            </a:ext>
          </a:extLst>
        </p:cNvPr>
        <p:cNvGrpSpPr/>
        <p:nvPr/>
      </p:nvGrpSpPr>
      <p:grpSpPr>
        <a:xfrm>
          <a:off x="0" y="0"/>
          <a:ext cx="0" cy="0"/>
          <a:chOff x="0" y="0"/>
          <a:chExt cx="0" cy="0"/>
        </a:xfrm>
      </p:grpSpPr>
      <p:sp>
        <p:nvSpPr>
          <p:cNvPr id="137" name="Google Shape;137;p13">
            <a:extLst>
              <a:ext uri="{FF2B5EF4-FFF2-40B4-BE49-F238E27FC236}">
                <a16:creationId xmlns:a16="http://schemas.microsoft.com/office/drawing/2014/main" id="{5DFDA62A-5494-06C4-4542-E4AE25952999}"/>
              </a:ext>
            </a:extLst>
          </p:cNvPr>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Classification</a:t>
            </a:r>
            <a:endParaRPr/>
          </a:p>
        </p:txBody>
      </p:sp>
      <p:sp>
        <p:nvSpPr>
          <p:cNvPr id="4" name="Google Shape;126;p12">
            <a:extLst>
              <a:ext uri="{FF2B5EF4-FFF2-40B4-BE49-F238E27FC236}">
                <a16:creationId xmlns:a16="http://schemas.microsoft.com/office/drawing/2014/main" id="{254529E6-5049-0F89-5168-DFEF34BDEF0D}"/>
              </a:ext>
            </a:extLst>
          </p:cNvPr>
          <p:cNvSpPr txBox="1">
            <a:spLocks/>
          </p:cNvSpPr>
          <p:nvPr/>
        </p:nvSpPr>
        <p:spPr>
          <a:xfrm>
            <a:off x="727650" y="1356627"/>
            <a:ext cx="7688700" cy="68952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50000"/>
              </a:lnSpc>
              <a:spcBef>
                <a:spcPts val="0"/>
              </a:spcBef>
              <a:spcAft>
                <a:spcPts val="0"/>
              </a:spcAft>
              <a:buClr>
                <a:schemeClr val="accent1"/>
              </a:buClr>
              <a:buSzPts val="1800"/>
              <a:buFont typeface="Lato"/>
              <a:buChar char="●"/>
              <a:defRPr sz="1800" b="0" i="0" u="none" strike="noStrike" cap="none">
                <a:solidFill>
                  <a:schemeClr val="accent1"/>
                </a:solidFill>
                <a:latin typeface="Lato"/>
                <a:ea typeface="Lato"/>
                <a:cs typeface="Lato"/>
                <a:sym typeface="Lato"/>
              </a:defRPr>
            </a:lvl1pPr>
            <a:lvl2pPr marL="914400" marR="0" lvl="1"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2pPr>
            <a:lvl3pPr marL="1371600" marR="0" lvl="2"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3pPr>
            <a:lvl4pPr marL="1828800" marR="0" lvl="3"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4pPr>
            <a:lvl5pPr marL="2286000" marR="0" lvl="4"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5pPr>
            <a:lvl6pPr marL="2743200" marR="0" lvl="5"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6pPr>
            <a:lvl7pPr marL="3200400" marR="0" lvl="6"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7pPr>
            <a:lvl8pPr marL="3657600" marR="0" lvl="7"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8pPr>
            <a:lvl9pPr marL="4114800" marR="0" lvl="8"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9pPr>
          </a:lstStyle>
          <a:p>
            <a:pPr indent="-317500">
              <a:lnSpc>
                <a:spcPct val="100000"/>
              </a:lnSpc>
              <a:buSzPts val="1400"/>
              <a:buFont typeface="Lato"/>
              <a:buChar char="➔"/>
            </a:pPr>
            <a:r>
              <a:rPr lang="en-GB" sz="1400"/>
              <a:t>What if I told you the answer is Versicolor?</a:t>
            </a:r>
          </a:p>
          <a:p>
            <a:pPr indent="-317500">
              <a:lnSpc>
                <a:spcPct val="100000"/>
              </a:lnSpc>
              <a:buSzPts val="1400"/>
              <a:buFont typeface="Lato"/>
              <a:buChar char="➔"/>
            </a:pPr>
            <a:r>
              <a:rPr lang="en-GB" sz="1400"/>
              <a:t>And that we are 57% sure that this is the right answer?</a:t>
            </a:r>
          </a:p>
        </p:txBody>
      </p:sp>
      <p:pic>
        <p:nvPicPr>
          <p:cNvPr id="1028" name="Picture 4">
            <a:extLst>
              <a:ext uri="{FF2B5EF4-FFF2-40B4-BE49-F238E27FC236}">
                <a16:creationId xmlns:a16="http://schemas.microsoft.com/office/drawing/2014/main" id="{433B9FD3-B8A8-5D8D-6E9A-D76FCFCF36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46"/>
          <a:stretch/>
        </p:blipFill>
        <p:spPr bwMode="auto">
          <a:xfrm>
            <a:off x="2282957" y="2046156"/>
            <a:ext cx="4353628" cy="3097343"/>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BA2E84B3-EB44-C63F-048E-54DFE391A3F5}"/>
              </a:ext>
            </a:extLst>
          </p:cNvPr>
          <p:cNvGrpSpPr/>
          <p:nvPr/>
        </p:nvGrpSpPr>
        <p:grpSpPr>
          <a:xfrm>
            <a:off x="2627735" y="3526715"/>
            <a:ext cx="1832036" cy="1316748"/>
            <a:chOff x="2627735" y="3526715"/>
            <a:chExt cx="1832036" cy="1316748"/>
          </a:xfrm>
        </p:grpSpPr>
        <p:sp>
          <p:nvSpPr>
            <p:cNvPr id="3" name="Oval 2">
              <a:extLst>
                <a:ext uri="{FF2B5EF4-FFF2-40B4-BE49-F238E27FC236}">
                  <a16:creationId xmlns:a16="http://schemas.microsoft.com/office/drawing/2014/main" id="{54B70596-0BE9-52E7-B235-E7DE0B6A224E}"/>
                </a:ext>
              </a:extLst>
            </p:cNvPr>
            <p:cNvSpPr/>
            <p:nvPr/>
          </p:nvSpPr>
          <p:spPr>
            <a:xfrm>
              <a:off x="4365094" y="3526715"/>
              <a:ext cx="94677" cy="94677"/>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PK"/>
            </a:p>
          </p:txBody>
        </p:sp>
        <p:cxnSp>
          <p:nvCxnSpPr>
            <p:cNvPr id="6" name="Straight Connector 5">
              <a:extLst>
                <a:ext uri="{FF2B5EF4-FFF2-40B4-BE49-F238E27FC236}">
                  <a16:creationId xmlns:a16="http://schemas.microsoft.com/office/drawing/2014/main" id="{3F492A47-F68F-DD47-9EA2-A42467BAF289}"/>
                </a:ext>
              </a:extLst>
            </p:cNvPr>
            <p:cNvCxnSpPr>
              <a:cxnSpLocks/>
              <a:stCxn id="3" idx="2"/>
            </p:cNvCxnSpPr>
            <p:nvPr/>
          </p:nvCxnSpPr>
          <p:spPr>
            <a:xfrm flipH="1" flipV="1">
              <a:off x="2627735" y="3560189"/>
              <a:ext cx="1737359" cy="13865"/>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CAA43998-1C20-D6ED-1700-B44BAA4F9F69}"/>
                </a:ext>
              </a:extLst>
            </p:cNvPr>
            <p:cNvCxnSpPr>
              <a:stCxn id="3" idx="4"/>
            </p:cNvCxnSpPr>
            <p:nvPr/>
          </p:nvCxnSpPr>
          <p:spPr>
            <a:xfrm flipH="1">
              <a:off x="4412432" y="3621392"/>
              <a:ext cx="1" cy="1222071"/>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67109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7"/>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89"/>
              <a:buNone/>
            </a:pPr>
            <a:r>
              <a:rPr lang="en"/>
              <a:t>Logistic regression for classification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E33DDC5A-ABEA-CC06-B9ED-AB770A2A4FDB}"/>
            </a:ext>
          </a:extLst>
        </p:cNvPr>
        <p:cNvGrpSpPr/>
        <p:nvPr/>
      </p:nvGrpSpPr>
      <p:grpSpPr>
        <a:xfrm>
          <a:off x="0" y="0"/>
          <a:ext cx="0" cy="0"/>
          <a:chOff x="0" y="0"/>
          <a:chExt cx="0" cy="0"/>
        </a:xfrm>
      </p:grpSpPr>
      <p:sp>
        <p:nvSpPr>
          <p:cNvPr id="137" name="Google Shape;137;p13">
            <a:extLst>
              <a:ext uri="{FF2B5EF4-FFF2-40B4-BE49-F238E27FC236}">
                <a16:creationId xmlns:a16="http://schemas.microsoft.com/office/drawing/2014/main" id="{F08C4714-85E1-2641-5B36-275117BE5D9F}"/>
              </a:ext>
            </a:extLst>
          </p:cNvPr>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a:lnSpc>
                <a:spcPct val="100000"/>
              </a:lnSpc>
              <a:spcBef>
                <a:spcPts val="0"/>
              </a:spcBef>
              <a:spcAft>
                <a:spcPts val="0"/>
              </a:spcAft>
              <a:buSzPct val="96296"/>
              <a:buNone/>
            </a:pPr>
            <a:r>
              <a:rPr lang="en"/>
              <a:t>Logistic Regression</a:t>
            </a:r>
            <a:endParaRPr/>
          </a:p>
        </p:txBody>
      </p:sp>
      <p:sp>
        <p:nvSpPr>
          <p:cNvPr id="4" name="Google Shape;126;p12">
            <a:extLst>
              <a:ext uri="{FF2B5EF4-FFF2-40B4-BE49-F238E27FC236}">
                <a16:creationId xmlns:a16="http://schemas.microsoft.com/office/drawing/2014/main" id="{E556B8DA-A829-582C-6C24-CB7B53DA220D}"/>
              </a:ext>
            </a:extLst>
          </p:cNvPr>
          <p:cNvSpPr txBox="1">
            <a:spLocks/>
          </p:cNvSpPr>
          <p:nvPr/>
        </p:nvSpPr>
        <p:spPr>
          <a:xfrm>
            <a:off x="727650" y="1356627"/>
            <a:ext cx="7688700" cy="62141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50000"/>
              </a:lnSpc>
              <a:spcBef>
                <a:spcPts val="0"/>
              </a:spcBef>
              <a:spcAft>
                <a:spcPts val="0"/>
              </a:spcAft>
              <a:buClr>
                <a:schemeClr val="accent1"/>
              </a:buClr>
              <a:buSzPts val="1800"/>
              <a:buFont typeface="Lato"/>
              <a:buChar char="●"/>
              <a:defRPr sz="1800" b="0" i="0" u="none" strike="noStrike" cap="none">
                <a:solidFill>
                  <a:schemeClr val="accent1"/>
                </a:solidFill>
                <a:latin typeface="Lato"/>
                <a:ea typeface="Lato"/>
                <a:cs typeface="Lato"/>
                <a:sym typeface="Lato"/>
              </a:defRPr>
            </a:lvl1pPr>
            <a:lvl2pPr marL="914400" marR="0" lvl="1"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2pPr>
            <a:lvl3pPr marL="1371600" marR="0" lvl="2"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3pPr>
            <a:lvl4pPr marL="1828800" marR="0" lvl="3"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4pPr>
            <a:lvl5pPr marL="2286000" marR="0" lvl="4"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5pPr>
            <a:lvl6pPr marL="2743200" marR="0" lvl="5"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6pPr>
            <a:lvl7pPr marL="3200400" marR="0" lvl="6"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7pPr>
            <a:lvl8pPr marL="3657600" marR="0" lvl="7"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8pPr>
            <a:lvl9pPr marL="4114800" marR="0" lvl="8"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9pPr>
          </a:lstStyle>
          <a:p>
            <a:pPr indent="-317500">
              <a:lnSpc>
                <a:spcPct val="100000"/>
              </a:lnSpc>
              <a:buSzPts val="1400"/>
              <a:buFont typeface="Lato"/>
              <a:buChar char="➔"/>
            </a:pPr>
            <a:r>
              <a:rPr lang="en-GB" sz="1400"/>
              <a:t>Logistic regression is a linear model, in which a line separates classes of data. This line is called </a:t>
            </a:r>
            <a:r>
              <a:rPr lang="en-GB" sz="1400" b="1" i="1"/>
              <a:t>decision boundary</a:t>
            </a:r>
            <a:r>
              <a:rPr lang="en-GB" sz="1400" i="1"/>
              <a:t>.</a:t>
            </a:r>
            <a:endParaRPr lang="en-GB" sz="1400"/>
          </a:p>
        </p:txBody>
      </p:sp>
      <p:grpSp>
        <p:nvGrpSpPr>
          <p:cNvPr id="8" name="Group 7">
            <a:extLst>
              <a:ext uri="{FF2B5EF4-FFF2-40B4-BE49-F238E27FC236}">
                <a16:creationId xmlns:a16="http://schemas.microsoft.com/office/drawing/2014/main" id="{141759A5-5B59-7277-6A43-38AB6DDE260E}"/>
              </a:ext>
            </a:extLst>
          </p:cNvPr>
          <p:cNvGrpSpPr/>
          <p:nvPr/>
        </p:nvGrpSpPr>
        <p:grpSpPr>
          <a:xfrm>
            <a:off x="2287611" y="1978044"/>
            <a:ext cx="4353628" cy="3097343"/>
            <a:chOff x="2282957" y="2046156"/>
            <a:chExt cx="4353628" cy="3097343"/>
          </a:xfrm>
        </p:grpSpPr>
        <p:pic>
          <p:nvPicPr>
            <p:cNvPr id="1028" name="Picture 4">
              <a:extLst>
                <a:ext uri="{FF2B5EF4-FFF2-40B4-BE49-F238E27FC236}">
                  <a16:creationId xmlns:a16="http://schemas.microsoft.com/office/drawing/2014/main" id="{9D0288D3-FBBB-8FBE-501A-719BBA45AE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46"/>
            <a:stretch/>
          </p:blipFill>
          <p:spPr bwMode="auto">
            <a:xfrm>
              <a:off x="2282957" y="2046156"/>
              <a:ext cx="4353628" cy="3097343"/>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7F88B087-C8AF-CF5F-A246-BCBE98DD2593}"/>
                </a:ext>
              </a:extLst>
            </p:cNvPr>
            <p:cNvSpPr/>
            <p:nvPr/>
          </p:nvSpPr>
          <p:spPr>
            <a:xfrm>
              <a:off x="4365094" y="3526715"/>
              <a:ext cx="94677" cy="94677"/>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PK"/>
            </a:p>
          </p:txBody>
        </p:sp>
        <p:cxnSp>
          <p:nvCxnSpPr>
            <p:cNvPr id="5" name="Straight Connector 4">
              <a:extLst>
                <a:ext uri="{FF2B5EF4-FFF2-40B4-BE49-F238E27FC236}">
                  <a16:creationId xmlns:a16="http://schemas.microsoft.com/office/drawing/2014/main" id="{D71AE5E0-7DC7-3CA5-F0D4-AB7B2BE56807}"/>
                </a:ext>
              </a:extLst>
            </p:cNvPr>
            <p:cNvCxnSpPr>
              <a:cxnSpLocks/>
            </p:cNvCxnSpPr>
            <p:nvPr/>
          </p:nvCxnSpPr>
          <p:spPr>
            <a:xfrm>
              <a:off x="3687580" y="2046156"/>
              <a:ext cx="1521502" cy="2789812"/>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98119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BB4B8E22-7AAA-D67E-3A28-941A2C6605B4}"/>
            </a:ext>
          </a:extLst>
        </p:cNvPr>
        <p:cNvGrpSpPr/>
        <p:nvPr/>
      </p:nvGrpSpPr>
      <p:grpSpPr>
        <a:xfrm>
          <a:off x="0" y="0"/>
          <a:ext cx="0" cy="0"/>
          <a:chOff x="0" y="0"/>
          <a:chExt cx="0" cy="0"/>
        </a:xfrm>
      </p:grpSpPr>
      <p:sp>
        <p:nvSpPr>
          <p:cNvPr id="137" name="Google Shape;137;p13">
            <a:extLst>
              <a:ext uri="{FF2B5EF4-FFF2-40B4-BE49-F238E27FC236}">
                <a16:creationId xmlns:a16="http://schemas.microsoft.com/office/drawing/2014/main" id="{CE6DAAEB-A673-7C0D-CA39-60AA4E5F3544}"/>
              </a:ext>
            </a:extLst>
          </p:cNvPr>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Logistic Regression</a:t>
            </a:r>
            <a:endParaRPr/>
          </a:p>
        </p:txBody>
      </p:sp>
      <p:sp>
        <p:nvSpPr>
          <p:cNvPr id="4" name="Google Shape;126;p12">
            <a:extLst>
              <a:ext uri="{FF2B5EF4-FFF2-40B4-BE49-F238E27FC236}">
                <a16:creationId xmlns:a16="http://schemas.microsoft.com/office/drawing/2014/main" id="{66659D4C-B7E9-DA1A-D179-062493605EA9}"/>
              </a:ext>
            </a:extLst>
          </p:cNvPr>
          <p:cNvSpPr txBox="1">
            <a:spLocks/>
          </p:cNvSpPr>
          <p:nvPr/>
        </p:nvSpPr>
        <p:spPr>
          <a:xfrm>
            <a:off x="727650" y="1356628"/>
            <a:ext cx="8201200" cy="621416"/>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L="457200" marR="0" lvl="0" indent="-342900" algn="l" rtl="0">
              <a:lnSpc>
                <a:spcPct val="150000"/>
              </a:lnSpc>
              <a:spcBef>
                <a:spcPts val="0"/>
              </a:spcBef>
              <a:spcAft>
                <a:spcPts val="0"/>
              </a:spcAft>
              <a:buClr>
                <a:schemeClr val="accent1"/>
              </a:buClr>
              <a:buSzPts val="1800"/>
              <a:buFont typeface="Lato"/>
              <a:buChar char="●"/>
              <a:defRPr sz="1800" b="0" i="0" u="none" strike="noStrike" cap="none">
                <a:solidFill>
                  <a:schemeClr val="accent1"/>
                </a:solidFill>
                <a:latin typeface="Lato"/>
                <a:ea typeface="Lato"/>
                <a:cs typeface="Lato"/>
                <a:sym typeface="Lato"/>
              </a:defRPr>
            </a:lvl1pPr>
            <a:lvl2pPr marL="914400" marR="0" lvl="1"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2pPr>
            <a:lvl3pPr marL="1371600" marR="0" lvl="2"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3pPr>
            <a:lvl4pPr marL="1828800" marR="0" lvl="3"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4pPr>
            <a:lvl5pPr marL="2286000" marR="0" lvl="4"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5pPr>
            <a:lvl6pPr marL="2743200" marR="0" lvl="5"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6pPr>
            <a:lvl7pPr marL="3200400" marR="0" lvl="6"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7pPr>
            <a:lvl8pPr marL="3657600" marR="0" lvl="7"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8pPr>
            <a:lvl9pPr marL="4114800" marR="0" lvl="8" indent="-330200" algn="l" rtl="0">
              <a:lnSpc>
                <a:spcPct val="150000"/>
              </a:lnSpc>
              <a:spcBef>
                <a:spcPts val="0"/>
              </a:spcBef>
              <a:spcAft>
                <a:spcPts val="0"/>
              </a:spcAft>
              <a:buClr>
                <a:schemeClr val="accent1"/>
              </a:buClr>
              <a:buSzPts val="1600"/>
              <a:buFont typeface="Lato"/>
              <a:buChar char="■"/>
              <a:defRPr sz="1600" b="0" i="0" u="none" strike="noStrike" cap="none">
                <a:solidFill>
                  <a:schemeClr val="accent1"/>
                </a:solidFill>
                <a:latin typeface="Lato"/>
                <a:ea typeface="Lato"/>
                <a:cs typeface="Lato"/>
                <a:sym typeface="Lato"/>
              </a:defRPr>
            </a:lvl9pPr>
          </a:lstStyle>
          <a:p>
            <a:pPr indent="-317500">
              <a:lnSpc>
                <a:spcPct val="100000"/>
              </a:lnSpc>
              <a:buSzPts val="1400"/>
              <a:buFont typeface="Lato"/>
              <a:buChar char="➔"/>
            </a:pPr>
            <a:r>
              <a:rPr lang="en-GB" sz="1400"/>
              <a:t>Linear Regression and Logistic Regression are both linear models.</a:t>
            </a:r>
          </a:p>
          <a:p>
            <a:pPr indent="-317500">
              <a:lnSpc>
                <a:spcPct val="100000"/>
              </a:lnSpc>
              <a:buSzPts val="1400"/>
              <a:buFont typeface="Lato"/>
              <a:buChar char="➔"/>
            </a:pPr>
            <a:r>
              <a:rPr lang="en-GB" sz="1400"/>
              <a:t>One is used to predict continuous data and the other to predict </a:t>
            </a:r>
            <a:r>
              <a:rPr lang="en-GB" sz="1400" b="1"/>
              <a:t>probability of categorical outcomes</a:t>
            </a:r>
            <a:r>
              <a:rPr lang="en-GB" sz="1400"/>
              <a:t>.</a:t>
            </a:r>
          </a:p>
        </p:txBody>
      </p:sp>
      <p:grpSp>
        <p:nvGrpSpPr>
          <p:cNvPr id="8" name="Group 7">
            <a:extLst>
              <a:ext uri="{FF2B5EF4-FFF2-40B4-BE49-F238E27FC236}">
                <a16:creationId xmlns:a16="http://schemas.microsoft.com/office/drawing/2014/main" id="{CFF906CA-30DB-1065-DE17-B29421F79521}"/>
              </a:ext>
            </a:extLst>
          </p:cNvPr>
          <p:cNvGrpSpPr/>
          <p:nvPr/>
        </p:nvGrpSpPr>
        <p:grpSpPr>
          <a:xfrm>
            <a:off x="110797" y="1978044"/>
            <a:ext cx="4353628" cy="3097343"/>
            <a:chOff x="2282957" y="2046156"/>
            <a:chExt cx="4353628" cy="3097343"/>
          </a:xfrm>
        </p:grpSpPr>
        <p:pic>
          <p:nvPicPr>
            <p:cNvPr id="1028" name="Picture 4">
              <a:extLst>
                <a:ext uri="{FF2B5EF4-FFF2-40B4-BE49-F238E27FC236}">
                  <a16:creationId xmlns:a16="http://schemas.microsoft.com/office/drawing/2014/main" id="{E0155E34-7EB1-37F5-0649-885AEF356B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46"/>
            <a:stretch/>
          </p:blipFill>
          <p:spPr bwMode="auto">
            <a:xfrm>
              <a:off x="2282957" y="2046156"/>
              <a:ext cx="4353628" cy="3097343"/>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4D0B3B44-570B-D04F-CC24-735990FD409A}"/>
                </a:ext>
              </a:extLst>
            </p:cNvPr>
            <p:cNvSpPr/>
            <p:nvPr/>
          </p:nvSpPr>
          <p:spPr>
            <a:xfrm>
              <a:off x="4365094" y="3526715"/>
              <a:ext cx="94677" cy="94677"/>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PK"/>
            </a:p>
          </p:txBody>
        </p:sp>
        <p:cxnSp>
          <p:nvCxnSpPr>
            <p:cNvPr id="5" name="Straight Connector 4">
              <a:extLst>
                <a:ext uri="{FF2B5EF4-FFF2-40B4-BE49-F238E27FC236}">
                  <a16:creationId xmlns:a16="http://schemas.microsoft.com/office/drawing/2014/main" id="{51807BC1-1C32-83C9-832D-2449329A2725}"/>
                </a:ext>
              </a:extLst>
            </p:cNvPr>
            <p:cNvCxnSpPr>
              <a:cxnSpLocks/>
            </p:cNvCxnSpPr>
            <p:nvPr/>
          </p:nvCxnSpPr>
          <p:spPr>
            <a:xfrm>
              <a:off x="3687580" y="2046156"/>
              <a:ext cx="1521502" cy="2789812"/>
            </a:xfrm>
            <a:prstGeom prst="line">
              <a:avLst/>
            </a:prstGeom>
          </p:spPr>
          <p:style>
            <a:lnRef idx="2">
              <a:schemeClr val="dk1"/>
            </a:lnRef>
            <a:fillRef idx="0">
              <a:schemeClr val="dk1"/>
            </a:fillRef>
            <a:effectRef idx="1">
              <a:schemeClr val="dk1"/>
            </a:effectRef>
            <a:fontRef idx="minor">
              <a:schemeClr val="tx1"/>
            </a:fontRef>
          </p:style>
        </p:cxnSp>
      </p:grpSp>
      <p:grpSp>
        <p:nvGrpSpPr>
          <p:cNvPr id="19" name="Group 18">
            <a:extLst>
              <a:ext uri="{FF2B5EF4-FFF2-40B4-BE49-F238E27FC236}">
                <a16:creationId xmlns:a16="http://schemas.microsoft.com/office/drawing/2014/main" id="{F3FAACB5-9000-672B-E01C-C854CC2B2037}"/>
              </a:ext>
            </a:extLst>
          </p:cNvPr>
          <p:cNvGrpSpPr/>
          <p:nvPr/>
        </p:nvGrpSpPr>
        <p:grpSpPr>
          <a:xfrm>
            <a:off x="4575222" y="1978043"/>
            <a:ext cx="4353628" cy="3097343"/>
            <a:chOff x="4575222" y="1978043"/>
            <a:chExt cx="4353628" cy="3097343"/>
          </a:xfrm>
        </p:grpSpPr>
        <p:pic>
          <p:nvPicPr>
            <p:cNvPr id="12" name="Picture 4">
              <a:extLst>
                <a:ext uri="{FF2B5EF4-FFF2-40B4-BE49-F238E27FC236}">
                  <a16:creationId xmlns:a16="http://schemas.microsoft.com/office/drawing/2014/main" id="{57942A89-8D09-ED12-8727-D0F8FDE797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46"/>
            <a:stretch/>
          </p:blipFill>
          <p:spPr bwMode="auto">
            <a:xfrm>
              <a:off x="4575222" y="1978043"/>
              <a:ext cx="4353628" cy="3097343"/>
            </a:xfrm>
            <a:prstGeom prst="rect">
              <a:avLst/>
            </a:prstGeom>
            <a:noFill/>
            <a:extLst>
              <a:ext uri="{909E8E84-426E-40DD-AFC4-6F175D3DCCD1}">
                <a14:hiddenFill xmlns:a14="http://schemas.microsoft.com/office/drawing/2010/main">
                  <a:solidFill>
                    <a:srgbClr val="FFFFFF"/>
                  </a:solidFill>
                </a14:hiddenFill>
              </a:ext>
            </a:extLst>
          </p:spPr>
        </p:pic>
        <p:sp>
          <p:nvSpPr>
            <p:cNvPr id="13" name="Oval 12">
              <a:extLst>
                <a:ext uri="{FF2B5EF4-FFF2-40B4-BE49-F238E27FC236}">
                  <a16:creationId xmlns:a16="http://schemas.microsoft.com/office/drawing/2014/main" id="{7FC4F17D-7215-8ABF-6625-B82E6883F1B5}"/>
                </a:ext>
              </a:extLst>
            </p:cNvPr>
            <p:cNvSpPr/>
            <p:nvPr/>
          </p:nvSpPr>
          <p:spPr>
            <a:xfrm>
              <a:off x="6657359" y="3458602"/>
              <a:ext cx="94677" cy="94677"/>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PK"/>
            </a:p>
          </p:txBody>
        </p:sp>
        <p:cxnSp>
          <p:nvCxnSpPr>
            <p:cNvPr id="18" name="Straight Connector 17">
              <a:extLst>
                <a:ext uri="{FF2B5EF4-FFF2-40B4-BE49-F238E27FC236}">
                  <a16:creationId xmlns:a16="http://schemas.microsoft.com/office/drawing/2014/main" id="{471F4FC5-E79C-7E5B-610E-3CD46C9AC0AE}"/>
                </a:ext>
              </a:extLst>
            </p:cNvPr>
            <p:cNvCxnSpPr>
              <a:cxnSpLocks/>
            </p:cNvCxnSpPr>
            <p:nvPr/>
          </p:nvCxnSpPr>
          <p:spPr>
            <a:xfrm flipH="1">
              <a:off x="5478905" y="2190395"/>
              <a:ext cx="2713220" cy="2577461"/>
            </a:xfrm>
            <a:prstGeom prst="line">
              <a:avLst/>
            </a:prstGeom>
          </p:spPr>
          <p:style>
            <a:lnRef idx="2">
              <a:schemeClr val="accent3"/>
            </a:lnRef>
            <a:fillRef idx="0">
              <a:schemeClr val="accent3"/>
            </a:fillRef>
            <a:effectRef idx="1">
              <a:schemeClr val="accent3"/>
            </a:effectRef>
            <a:fontRef idx="minor">
              <a:schemeClr val="tx1"/>
            </a:fontRef>
          </p:style>
        </p:cxnSp>
      </p:grpSp>
    </p:spTree>
    <p:extLst>
      <p:ext uri="{BB962C8B-B14F-4D97-AF65-F5344CB8AC3E}">
        <p14:creationId xmlns:p14="http://schemas.microsoft.com/office/powerpoint/2010/main" val="368950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8"/>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Motivation</a:t>
            </a:r>
            <a:endParaRPr/>
          </a:p>
        </p:txBody>
      </p:sp>
      <p:sp>
        <p:nvSpPr>
          <p:cNvPr id="186" name="Google Shape;186;p18"/>
          <p:cNvSpPr txBox="1">
            <a:spLocks noGrp="1"/>
          </p:cNvSpPr>
          <p:nvPr>
            <p:ph type="body" idx="1"/>
          </p:nvPr>
        </p:nvSpPr>
        <p:spPr>
          <a:xfrm>
            <a:off x="727650" y="1356627"/>
            <a:ext cx="7688700" cy="3348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Let’s look at an even simpler example…</a:t>
            </a:r>
            <a:endParaRPr sz="1600"/>
          </a:p>
          <a:p>
            <a:pPr marL="457200" lvl="0" indent="-330200" algn="l" rtl="0">
              <a:lnSpc>
                <a:spcPct val="115000"/>
              </a:lnSpc>
              <a:spcBef>
                <a:spcPts val="1200"/>
              </a:spcBef>
              <a:spcAft>
                <a:spcPts val="0"/>
              </a:spcAft>
              <a:buSzPts val="1600"/>
              <a:buChar char="➔"/>
            </a:pPr>
            <a:r>
              <a:rPr lang="en" sz="1600"/>
              <a:t>We want to predict whether a student will pass or fail a test given the number of hours they studied before.</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0"/>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Motivation</a:t>
            </a:r>
            <a:endParaRPr/>
          </a:p>
        </p:txBody>
      </p:sp>
      <p:sp>
        <p:nvSpPr>
          <p:cNvPr id="199" name="Google Shape;199;p20"/>
          <p:cNvSpPr txBox="1">
            <a:spLocks noGrp="1"/>
          </p:cNvSpPr>
          <p:nvPr>
            <p:ph type="body" idx="1"/>
          </p:nvPr>
        </p:nvSpPr>
        <p:spPr>
          <a:xfrm>
            <a:off x="727650" y="1356625"/>
            <a:ext cx="4563700" cy="33489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SzPts val="1600"/>
              <a:buChar char="➔"/>
            </a:pPr>
            <a:r>
              <a:rPr lang="en" sz="1600"/>
              <a:t>We have collected some data from past exams.</a:t>
            </a:r>
            <a:endParaRPr sz="1600"/>
          </a:p>
          <a:p>
            <a:pPr marL="457200" lvl="0" indent="-330200" algn="l" rtl="0">
              <a:lnSpc>
                <a:spcPct val="115000"/>
              </a:lnSpc>
              <a:spcBef>
                <a:spcPts val="0"/>
              </a:spcBef>
              <a:spcAft>
                <a:spcPts val="0"/>
              </a:spcAft>
              <a:buSzPts val="1600"/>
              <a:buChar char="➔"/>
            </a:pPr>
            <a:r>
              <a:rPr lang="en" sz="1600"/>
              <a:t>Here we only have one </a:t>
            </a:r>
            <a:r>
              <a:rPr lang="en" sz="1600" b="1"/>
              <a:t>feature</a:t>
            </a:r>
            <a:r>
              <a:rPr lang="en" sz="1600"/>
              <a:t>: ‘hours studied’ to predict our binary </a:t>
            </a:r>
            <a:r>
              <a:rPr lang="en" sz="1600" b="1"/>
              <a:t>target</a:t>
            </a:r>
            <a:r>
              <a:rPr lang="en" sz="1600"/>
              <a:t> ‘test is passed’.</a:t>
            </a:r>
          </a:p>
          <a:p>
            <a:pPr lvl="0" indent="-330200">
              <a:lnSpc>
                <a:spcPct val="115000"/>
              </a:lnSpc>
              <a:buSzPts val="1600"/>
              <a:buChar char="➔"/>
            </a:pPr>
            <a:r>
              <a:rPr lang="en" sz="1600"/>
              <a:t>Will linear regression work?</a:t>
            </a:r>
          </a:p>
          <a:p>
            <a:pPr lvl="0" indent="-330200">
              <a:lnSpc>
                <a:spcPct val="115000"/>
              </a:lnSpc>
              <a:buSzPts val="1600"/>
              <a:buChar char="➔"/>
            </a:pPr>
            <a:r>
              <a:rPr lang="en" sz="1600"/>
              <a:t>No!! We are not predicting a real number, instead we would like to predict how likely we are to pass the test, i.e. predict a </a:t>
            </a:r>
            <a:r>
              <a:rPr lang="en" sz="1600" b="1"/>
              <a:t>probability</a:t>
            </a:r>
            <a:endParaRPr sz="1600"/>
          </a:p>
        </p:txBody>
      </p:sp>
      <p:pic>
        <p:nvPicPr>
          <p:cNvPr id="200" name="Google Shape;200;p20"/>
          <p:cNvPicPr preferRelativeResize="0"/>
          <p:nvPr/>
        </p:nvPicPr>
        <p:blipFill>
          <a:blip r:embed="rId3">
            <a:alphaModFix/>
          </a:blip>
          <a:stretch>
            <a:fillRect/>
          </a:stretch>
        </p:blipFill>
        <p:spPr>
          <a:xfrm>
            <a:off x="5291350" y="1582599"/>
            <a:ext cx="3282449" cy="2500925"/>
          </a:xfrm>
          <a:prstGeom prst="rect">
            <a:avLst/>
          </a:prstGeom>
          <a:noFill/>
          <a:ln>
            <a:noFill/>
          </a:ln>
        </p:spPr>
      </p:pic>
      <p:cxnSp>
        <p:nvCxnSpPr>
          <p:cNvPr id="223" name="Google Shape;223;p23"/>
          <p:cNvCxnSpPr>
            <a:cxnSpLocks/>
          </p:cNvCxnSpPr>
          <p:nvPr/>
        </p:nvCxnSpPr>
        <p:spPr>
          <a:xfrm flipV="1">
            <a:off x="6145967" y="1678898"/>
            <a:ext cx="1806315" cy="2023672"/>
          </a:xfrm>
          <a:prstGeom prst="straightConnector1">
            <a:avLst/>
          </a:prstGeom>
          <a:ln>
            <a:headEnd type="none" w="sm" len="sm"/>
            <a:tailEnd type="none" w="sm" len="sm"/>
          </a:ln>
        </p:spPr>
        <p:style>
          <a:lnRef idx="2">
            <a:schemeClr val="accent3"/>
          </a:lnRef>
          <a:fillRef idx="0">
            <a:schemeClr val="accent3"/>
          </a:fillRef>
          <a:effectRef idx="1">
            <a:schemeClr val="accent3"/>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9" name="Google Shape;229;p24"/>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Predicting Probabilities</a:t>
            </a:r>
            <a:endParaRPr/>
          </a:p>
        </p:txBody>
      </p:sp>
      <p:sp>
        <p:nvSpPr>
          <p:cNvPr id="230" name="Google Shape;230;p24"/>
          <p:cNvSpPr txBox="1">
            <a:spLocks noGrp="1"/>
          </p:cNvSpPr>
          <p:nvPr>
            <p:ph type="body" idx="1"/>
          </p:nvPr>
        </p:nvSpPr>
        <p:spPr>
          <a:xfrm>
            <a:off x="727650" y="1356625"/>
            <a:ext cx="4256700" cy="33489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1200"/>
              </a:spcBef>
              <a:spcAft>
                <a:spcPts val="0"/>
              </a:spcAft>
              <a:buSzPts val="1600"/>
              <a:buChar char="➔"/>
            </a:pPr>
            <a:r>
              <a:rPr lang="en" sz="1600"/>
              <a:t>We want to predict </a:t>
            </a:r>
            <a:r>
              <a:rPr lang="en" sz="1600" b="1"/>
              <a:t> the probability of the student passing the test the number of hours they studied before</a:t>
            </a:r>
            <a:r>
              <a:rPr lang="en" sz="1600"/>
              <a:t>.</a:t>
            </a:r>
            <a:endParaRPr sz="1600"/>
          </a:p>
          <a:p>
            <a:pPr marL="457200" lvl="0" indent="-330200" algn="l" rtl="0">
              <a:lnSpc>
                <a:spcPct val="115000"/>
              </a:lnSpc>
              <a:spcBef>
                <a:spcPts val="1200"/>
              </a:spcBef>
              <a:spcAft>
                <a:spcPts val="0"/>
              </a:spcAft>
              <a:buSzPts val="1600"/>
              <a:buChar char="➔"/>
            </a:pPr>
            <a:r>
              <a:rPr lang="en" sz="1600"/>
              <a:t>It should have values between 0 and 1 </a:t>
            </a:r>
          </a:p>
          <a:p>
            <a:pPr marL="457200" lvl="0" indent="-330200" algn="l" rtl="0">
              <a:lnSpc>
                <a:spcPct val="115000"/>
              </a:lnSpc>
              <a:spcBef>
                <a:spcPts val="1200"/>
              </a:spcBef>
              <a:spcAft>
                <a:spcPts val="0"/>
              </a:spcAft>
              <a:buSzPts val="1600"/>
              <a:buChar char="➔"/>
            </a:pPr>
            <a:endParaRPr sz="1600"/>
          </a:p>
        </p:txBody>
      </p:sp>
      <p:grpSp>
        <p:nvGrpSpPr>
          <p:cNvPr id="3" name="Group 2">
            <a:extLst>
              <a:ext uri="{FF2B5EF4-FFF2-40B4-BE49-F238E27FC236}">
                <a16:creationId xmlns:a16="http://schemas.microsoft.com/office/drawing/2014/main" id="{3CA5D9DF-6BF4-BF2A-6AD4-45071B060181}"/>
              </a:ext>
            </a:extLst>
          </p:cNvPr>
          <p:cNvGrpSpPr/>
          <p:nvPr/>
        </p:nvGrpSpPr>
        <p:grpSpPr>
          <a:xfrm>
            <a:off x="5291350" y="1321286"/>
            <a:ext cx="3282449" cy="2500925"/>
            <a:chOff x="5291350" y="1321286"/>
            <a:chExt cx="3282449" cy="2500925"/>
          </a:xfrm>
        </p:grpSpPr>
        <p:grpSp>
          <p:nvGrpSpPr>
            <p:cNvPr id="2" name="Group 1">
              <a:extLst>
                <a:ext uri="{FF2B5EF4-FFF2-40B4-BE49-F238E27FC236}">
                  <a16:creationId xmlns:a16="http://schemas.microsoft.com/office/drawing/2014/main" id="{CE52913E-9015-1853-71B9-E8B3180C4212}"/>
                </a:ext>
              </a:extLst>
            </p:cNvPr>
            <p:cNvGrpSpPr/>
            <p:nvPr/>
          </p:nvGrpSpPr>
          <p:grpSpPr>
            <a:xfrm>
              <a:off x="5291350" y="1321286"/>
              <a:ext cx="3282449" cy="2500925"/>
              <a:chOff x="5291350" y="1321286"/>
              <a:chExt cx="3282449" cy="2500925"/>
            </a:xfrm>
          </p:grpSpPr>
          <p:pic>
            <p:nvPicPr>
              <p:cNvPr id="228" name="Google Shape;228;p24"/>
              <p:cNvPicPr preferRelativeResize="0"/>
              <p:nvPr/>
            </p:nvPicPr>
            <p:blipFill>
              <a:blip r:embed="rId3">
                <a:alphaModFix/>
              </a:blip>
              <a:stretch>
                <a:fillRect/>
              </a:stretch>
            </p:blipFill>
            <p:spPr>
              <a:xfrm>
                <a:off x="5291350" y="1321286"/>
                <a:ext cx="3282449" cy="2500925"/>
              </a:xfrm>
              <a:prstGeom prst="rect">
                <a:avLst/>
              </a:prstGeom>
              <a:noFill/>
              <a:ln>
                <a:noFill/>
              </a:ln>
            </p:spPr>
          </p:pic>
          <p:cxnSp>
            <p:nvCxnSpPr>
              <p:cNvPr id="231" name="Google Shape;231;p24"/>
              <p:cNvCxnSpPr/>
              <p:nvPr/>
            </p:nvCxnSpPr>
            <p:spPr>
              <a:xfrm rot="10800000" flipH="1">
                <a:off x="5748350" y="1550700"/>
                <a:ext cx="2678700" cy="1764600"/>
              </a:xfrm>
              <a:prstGeom prst="curvedConnector3">
                <a:avLst>
                  <a:gd name="adj1" fmla="val 51102"/>
                </a:avLst>
              </a:prstGeom>
              <a:noFill/>
              <a:ln w="9525" cap="flat" cmpd="sng">
                <a:solidFill>
                  <a:schemeClr val="dk2"/>
                </a:solidFill>
                <a:prstDash val="solid"/>
                <a:round/>
                <a:headEnd type="none" w="sm" len="sm"/>
                <a:tailEnd type="none" w="sm" len="sm"/>
              </a:ln>
            </p:spPr>
          </p:cxnSp>
        </p:grpSp>
        <p:sp>
          <p:nvSpPr>
            <p:cNvPr id="232" name="Google Shape;232;p24"/>
            <p:cNvSpPr txBox="1"/>
            <p:nvPr/>
          </p:nvSpPr>
          <p:spPr>
            <a:xfrm>
              <a:off x="5700750" y="1705600"/>
              <a:ext cx="17679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Clr>
                  <a:srgbClr val="000000"/>
                </a:buClr>
                <a:buSzPts val="1300"/>
                <a:buFont typeface="Arial"/>
                <a:buNone/>
              </a:pPr>
              <a:r>
                <a:rPr lang="en" sz="1300" b="1" i="0" u="none" strike="noStrike" cap="none">
                  <a:solidFill>
                    <a:schemeClr val="accent1"/>
                  </a:solidFill>
                  <a:latin typeface="Lato"/>
                  <a:ea typeface="Lato"/>
                  <a:cs typeface="Lato"/>
                  <a:sym typeface="Lato"/>
                </a:rPr>
                <a:t>Something like this!</a:t>
              </a:r>
              <a:endParaRPr sz="1300" b="1" i="0" u="none" strike="noStrike" cap="none">
                <a:solidFill>
                  <a:schemeClr val="accent1"/>
                </a:solidFill>
                <a:latin typeface="Lato"/>
                <a:ea typeface="Lato"/>
                <a:cs typeface="Lato"/>
                <a:sym typeface="La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5"/>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Sigmoid function</a:t>
            </a:r>
            <a:endParaRPr/>
          </a:p>
        </p:txBody>
      </p:sp>
      <p:pic>
        <p:nvPicPr>
          <p:cNvPr id="239" name="Google Shape;239;p25"/>
          <p:cNvPicPr preferRelativeResize="0"/>
          <p:nvPr/>
        </p:nvPicPr>
        <p:blipFill rotWithShape="1">
          <a:blip r:embed="rId3">
            <a:alphaModFix/>
          </a:blip>
          <a:srcRect/>
          <a:stretch/>
        </p:blipFill>
        <p:spPr>
          <a:xfrm>
            <a:off x="4503100" y="1354313"/>
            <a:ext cx="4488499" cy="2992917"/>
          </a:xfrm>
          <a:prstGeom prst="rect">
            <a:avLst/>
          </a:prstGeom>
          <a:noFill/>
          <a:ln>
            <a:noFill/>
          </a:ln>
        </p:spPr>
      </p:pic>
      <mc:AlternateContent xmlns:mc="http://schemas.openxmlformats.org/markup-compatibility/2006">
        <mc:Choice xmlns:a14="http://schemas.microsoft.com/office/drawing/2010/main" Requires="a14">
          <p:sp>
            <p:nvSpPr>
              <p:cNvPr id="240" name="Google Shape;240;p25"/>
              <p:cNvSpPr txBox="1"/>
              <p:nvPr/>
            </p:nvSpPr>
            <p:spPr>
              <a:xfrm>
                <a:off x="729450" y="1460775"/>
                <a:ext cx="3890400" cy="3165901"/>
              </a:xfrm>
              <a:prstGeom prst="rect">
                <a:avLst/>
              </a:prstGeom>
              <a:noFill/>
              <a:ln>
                <a:noFill/>
              </a:ln>
            </p:spPr>
            <p:txBody>
              <a:bodyPr spcFirstLastPara="1" wrap="square" lIns="91425" tIns="91425" rIns="91425" bIns="91425" anchor="t" anchorCtr="0">
                <a:spAutoFit/>
              </a:bodyPr>
              <a:lstStyle/>
              <a:p>
                <a:pPr marL="457200" marR="0" lvl="0" indent="-323850" algn="l" rtl="0">
                  <a:lnSpc>
                    <a:spcPct val="115000"/>
                  </a:lnSpc>
                  <a:spcBef>
                    <a:spcPts val="0"/>
                  </a:spcBef>
                  <a:spcAft>
                    <a:spcPts val="0"/>
                  </a:spcAft>
                  <a:buClr>
                    <a:schemeClr val="accent1"/>
                  </a:buClr>
                  <a:buSzPts val="1500"/>
                  <a:buFont typeface="Lato"/>
                  <a:buChar char="➔"/>
                </a:pPr>
                <a:r>
                  <a:rPr lang="en-GB" sz="1500" b="0" i="0" u="none" strike="noStrike" cap="none">
                    <a:solidFill>
                      <a:schemeClr val="accent1"/>
                    </a:solidFill>
                    <a:latin typeface="Lato"/>
                    <a:ea typeface="Lato"/>
                    <a:cs typeface="Lato"/>
                    <a:sym typeface="Lato"/>
                  </a:rPr>
                  <a:t>Sigmoid means ‘S’ shaped. </a:t>
                </a:r>
              </a:p>
              <a:p>
                <a:pPr marL="457200" marR="0" lvl="0" indent="-323850" algn="l" rtl="0">
                  <a:lnSpc>
                    <a:spcPct val="115000"/>
                  </a:lnSpc>
                  <a:spcBef>
                    <a:spcPts val="0"/>
                  </a:spcBef>
                  <a:spcAft>
                    <a:spcPts val="0"/>
                  </a:spcAft>
                  <a:buClr>
                    <a:schemeClr val="accent1"/>
                  </a:buClr>
                  <a:buSzPts val="1500"/>
                  <a:buFont typeface="Lato"/>
                  <a:buChar char="➔"/>
                </a:pPr>
                <a:r>
                  <a:rPr lang="en-GB" sz="1500" b="0" i="0" u="none" strike="noStrike" cap="none">
                    <a:solidFill>
                      <a:schemeClr val="accent1"/>
                    </a:solidFill>
                    <a:latin typeface="Lato"/>
                    <a:ea typeface="Lato"/>
                    <a:cs typeface="Lato"/>
                    <a:sym typeface="Lato"/>
                  </a:rPr>
                  <a:t>Also known as </a:t>
                </a:r>
                <a:r>
                  <a:rPr lang="en-GB" sz="1500" b="1" i="0" u="none" strike="noStrike" cap="none">
                    <a:solidFill>
                      <a:schemeClr val="accent1"/>
                    </a:solidFill>
                    <a:latin typeface="Lato"/>
                    <a:ea typeface="Lato"/>
                    <a:cs typeface="Lato"/>
                    <a:sym typeface="Lato"/>
                  </a:rPr>
                  <a:t>squashing function</a:t>
                </a:r>
                <a:r>
                  <a:rPr lang="en-GB" sz="1500" b="0" i="0" u="none" strike="noStrike" cap="none">
                    <a:solidFill>
                      <a:schemeClr val="accent1"/>
                    </a:solidFill>
                    <a:latin typeface="Lato"/>
                    <a:ea typeface="Lato"/>
                    <a:cs typeface="Lato"/>
                    <a:sym typeface="Lato"/>
                  </a:rPr>
                  <a:t> because it maps real values to [0,1].  </a:t>
                </a:r>
              </a:p>
              <a:p>
                <a:pPr marL="457200" marR="0" lvl="0" indent="-323850" algn="l" rtl="0">
                  <a:lnSpc>
                    <a:spcPct val="115000"/>
                  </a:lnSpc>
                  <a:spcBef>
                    <a:spcPts val="0"/>
                  </a:spcBef>
                  <a:spcAft>
                    <a:spcPts val="0"/>
                  </a:spcAft>
                  <a:buClr>
                    <a:schemeClr val="accent1"/>
                  </a:buClr>
                  <a:buSzPts val="1500"/>
                  <a:buFont typeface="Lato"/>
                  <a:buChar char="➔"/>
                </a:pPr>
                <a:r>
                  <a:rPr lang="en-GB" sz="1500" b="0" i="0" u="none" strike="noStrike" cap="none">
                    <a:solidFill>
                      <a:schemeClr val="accent1"/>
                    </a:solidFill>
                    <a:latin typeface="Lato"/>
                    <a:ea typeface="Lato"/>
                    <a:cs typeface="Lato"/>
                    <a:sym typeface="Lato"/>
                  </a:rPr>
                  <a:t>Widely used in classification algorithms.</a:t>
                </a:r>
              </a:p>
              <a:p>
                <a:pPr marL="457200" marR="0" lvl="0" indent="-323850" algn="l" rtl="0">
                  <a:lnSpc>
                    <a:spcPct val="115000"/>
                  </a:lnSpc>
                  <a:spcBef>
                    <a:spcPts val="0"/>
                  </a:spcBef>
                  <a:spcAft>
                    <a:spcPts val="0"/>
                  </a:spcAft>
                  <a:buClr>
                    <a:schemeClr val="accent1"/>
                  </a:buClr>
                  <a:buSzPts val="1500"/>
                  <a:buFont typeface="Lato"/>
                  <a:buChar char="➔"/>
                </a:pPr>
                <a14:m>
                  <m:oMath xmlns:m="http://schemas.openxmlformats.org/officeDocument/2006/math">
                    <m:r>
                      <a:rPr lang="ar-SA" sz="1500" b="0" i="1" u="none" strike="noStrike" cap="none" smtClean="0">
                        <a:solidFill>
                          <a:schemeClr val="bg2"/>
                        </a:solidFill>
                        <a:latin typeface="Cambria Math" panose="02040503050406030204" pitchFamily="18" charset="0"/>
                        <a:ea typeface="Lato"/>
                        <a:cs typeface="Lato"/>
                        <a:sym typeface="Lato"/>
                      </a:rPr>
                      <m:t>𝜎</m:t>
                    </m:r>
                    <m:d>
                      <m:dPr>
                        <m:ctrlPr>
                          <a:rPr lang="ar-SA" sz="1500" b="0" i="1" u="none" strike="noStrike" cap="none" smtClean="0">
                            <a:solidFill>
                              <a:schemeClr val="bg2"/>
                            </a:solidFill>
                            <a:latin typeface="Cambria Math" panose="02040503050406030204" pitchFamily="18" charset="0"/>
                            <a:ea typeface="Lato"/>
                            <a:cs typeface="Lato"/>
                            <a:sym typeface="Lato"/>
                          </a:rPr>
                        </m:ctrlPr>
                      </m:dPr>
                      <m:e>
                        <m:r>
                          <a:rPr lang="ar-SA" sz="1500" b="0" i="1" u="none" strike="noStrike" cap="none" smtClean="0">
                            <a:solidFill>
                              <a:schemeClr val="bg2"/>
                            </a:solidFill>
                            <a:latin typeface="Cambria Math" panose="02040503050406030204" pitchFamily="18" charset="0"/>
                            <a:ea typeface="Lato"/>
                            <a:cs typeface="Lato"/>
                            <a:sym typeface="Lato"/>
                          </a:rPr>
                          <m:t>𝑎</m:t>
                        </m:r>
                      </m:e>
                    </m:d>
                    <m:r>
                      <a:rPr lang="ar-SA" sz="1500" b="0" i="1" u="none" strike="noStrike" cap="none" smtClean="0">
                        <a:solidFill>
                          <a:schemeClr val="bg2"/>
                        </a:solidFill>
                        <a:latin typeface="Cambria Math" panose="02040503050406030204" pitchFamily="18" charset="0"/>
                        <a:ea typeface="Lato"/>
                        <a:cs typeface="Lato"/>
                        <a:sym typeface="Lato"/>
                      </a:rPr>
                      <m:t>=</m:t>
                    </m:r>
                    <m:f>
                      <m:fPr>
                        <m:ctrlPr>
                          <a:rPr lang="ar-SA" sz="1500" b="0" i="1" u="none" strike="noStrike" cap="none" smtClean="0">
                            <a:solidFill>
                              <a:schemeClr val="bg2"/>
                            </a:solidFill>
                            <a:latin typeface="Cambria Math" panose="02040503050406030204" pitchFamily="18" charset="0"/>
                            <a:ea typeface="Lato"/>
                            <a:cs typeface="Lato"/>
                            <a:sym typeface="Lato"/>
                          </a:rPr>
                        </m:ctrlPr>
                      </m:fPr>
                      <m:num>
                        <m:r>
                          <a:rPr lang="ar-SA" sz="1500" b="0" i="1" u="none" strike="noStrike" cap="none" smtClean="0">
                            <a:solidFill>
                              <a:schemeClr val="bg2"/>
                            </a:solidFill>
                            <a:latin typeface="Cambria Math" panose="02040503050406030204" pitchFamily="18" charset="0"/>
                            <a:ea typeface="Lato"/>
                            <a:cs typeface="Lato"/>
                            <a:sym typeface="Lato"/>
                          </a:rPr>
                          <m:t>1</m:t>
                        </m:r>
                      </m:num>
                      <m:den>
                        <m:r>
                          <a:rPr lang="ar-SA" sz="1500" b="0" i="1" u="none" strike="noStrike" cap="none" smtClean="0">
                            <a:solidFill>
                              <a:schemeClr val="bg2"/>
                            </a:solidFill>
                            <a:latin typeface="Cambria Math" panose="02040503050406030204" pitchFamily="18" charset="0"/>
                            <a:ea typeface="Lato"/>
                            <a:cs typeface="Lato"/>
                            <a:sym typeface="Lato"/>
                          </a:rPr>
                          <m:t>1</m:t>
                        </m:r>
                        <m:r>
                          <a:rPr lang="ar-SA" sz="1500" b="0" i="1" u="none" strike="noStrike" cap="none" smtClean="0">
                            <a:solidFill>
                              <a:schemeClr val="bg2"/>
                            </a:solidFill>
                            <a:latin typeface="Cambria Math" panose="02040503050406030204" pitchFamily="18" charset="0"/>
                            <a:ea typeface="Lato"/>
                            <a:cs typeface="Lato"/>
                            <a:sym typeface="Lato"/>
                          </a:rPr>
                          <m:t>+</m:t>
                        </m:r>
                        <m:func>
                          <m:funcPr>
                            <m:ctrlPr>
                              <a:rPr lang="ar-SA" sz="1500" b="0" i="1" u="none" strike="noStrike" cap="none" smtClean="0">
                                <a:solidFill>
                                  <a:schemeClr val="bg2"/>
                                </a:solidFill>
                                <a:latin typeface="Cambria Math" panose="02040503050406030204" pitchFamily="18" charset="0"/>
                                <a:ea typeface="Lato"/>
                                <a:cs typeface="Lato"/>
                                <a:sym typeface="Lato"/>
                              </a:rPr>
                            </m:ctrlPr>
                          </m:funcPr>
                          <m:fName>
                            <m:r>
                              <m:rPr>
                                <m:sty m:val="p"/>
                              </m:rPr>
                              <a:rPr lang="en-GB" sz="1500" b="0" i="0" u="none" strike="noStrike" cap="none" smtClean="0">
                                <a:solidFill>
                                  <a:schemeClr val="bg2"/>
                                </a:solidFill>
                                <a:latin typeface="Cambria Math" panose="02040503050406030204" pitchFamily="18" charset="0"/>
                                <a:ea typeface="Lato"/>
                                <a:cs typeface="Lato"/>
                                <a:sym typeface="Lato"/>
                              </a:rPr>
                              <m:t>exp</m:t>
                            </m:r>
                          </m:fName>
                          <m:e>
                            <m:d>
                              <m:dPr>
                                <m:ctrlPr>
                                  <a:rPr lang="ar-SA" sz="1500" b="0" i="1" u="none" strike="noStrike" cap="none" smtClean="0">
                                    <a:solidFill>
                                      <a:schemeClr val="bg2"/>
                                    </a:solidFill>
                                    <a:latin typeface="Cambria Math" panose="02040503050406030204" pitchFamily="18" charset="0"/>
                                    <a:ea typeface="Lato"/>
                                    <a:cs typeface="Lato"/>
                                    <a:sym typeface="Lato"/>
                                  </a:rPr>
                                </m:ctrlPr>
                              </m:dPr>
                              <m:e>
                                <m:r>
                                  <a:rPr lang="ar-SA" sz="1500" b="0" i="1" u="none" strike="noStrike" cap="none" smtClean="0">
                                    <a:solidFill>
                                      <a:schemeClr val="bg2"/>
                                    </a:solidFill>
                                    <a:latin typeface="Cambria Math" panose="02040503050406030204" pitchFamily="18" charset="0"/>
                                    <a:ea typeface="Lato"/>
                                    <a:cs typeface="Lato"/>
                                    <a:sym typeface="Lato"/>
                                  </a:rPr>
                                  <m:t>−</m:t>
                                </m:r>
                                <m:r>
                                  <a:rPr lang="ar-SA" sz="1500" b="0" i="1" u="none" strike="noStrike" cap="none" smtClean="0">
                                    <a:solidFill>
                                      <a:schemeClr val="bg2"/>
                                    </a:solidFill>
                                    <a:latin typeface="Cambria Math" panose="02040503050406030204" pitchFamily="18" charset="0"/>
                                    <a:ea typeface="Lato"/>
                                    <a:cs typeface="Lato"/>
                                    <a:sym typeface="Lato"/>
                                  </a:rPr>
                                  <m:t>𝑎</m:t>
                                </m:r>
                              </m:e>
                            </m:d>
                          </m:e>
                        </m:func>
                      </m:den>
                    </m:f>
                    <m:r>
                      <a:rPr lang="ar-SA" sz="1500" b="0" i="1" u="none" strike="noStrike" cap="none" smtClean="0">
                        <a:solidFill>
                          <a:schemeClr val="bg2"/>
                        </a:solidFill>
                        <a:latin typeface="Cambria Math" panose="02040503050406030204" pitchFamily="18" charset="0"/>
                        <a:ea typeface="Lato"/>
                        <a:cs typeface="Lato"/>
                        <a:sym typeface="Lato"/>
                      </a:rPr>
                      <m:t>;</m:t>
                    </m:r>
                    <m:d>
                      <m:dPr>
                        <m:begChr m:val="{"/>
                        <m:endChr m:val=""/>
                        <m:ctrlPr>
                          <a:rPr lang="ar-SA" sz="1500" b="0" i="1" u="none" strike="noStrike" cap="none" smtClean="0">
                            <a:solidFill>
                              <a:schemeClr val="bg2"/>
                            </a:solidFill>
                            <a:latin typeface="Cambria Math" panose="02040503050406030204" pitchFamily="18" charset="0"/>
                            <a:ea typeface="Lato"/>
                            <a:cs typeface="Lato"/>
                            <a:sym typeface="Lato"/>
                          </a:rPr>
                        </m:ctrlPr>
                      </m:dPr>
                      <m:e>
                        <m:eqArr>
                          <m:eqArrPr>
                            <m:ctrlPr>
                              <a:rPr lang="ar-SA" sz="1500" b="0" i="1" u="none" strike="noStrike" cap="none" smtClean="0">
                                <a:solidFill>
                                  <a:schemeClr val="bg2"/>
                                </a:solidFill>
                                <a:latin typeface="Cambria Math" panose="02040503050406030204" pitchFamily="18" charset="0"/>
                                <a:ea typeface="Lato"/>
                                <a:cs typeface="Lato"/>
                                <a:sym typeface="Lato"/>
                              </a:rPr>
                            </m:ctrlPr>
                          </m:eqArrPr>
                          <m:e>
                            <m:r>
                              <a:rPr lang="ar-SA" sz="1500" b="0" i="1" u="none" strike="noStrike" cap="none" smtClean="0">
                                <a:solidFill>
                                  <a:schemeClr val="bg2"/>
                                </a:solidFill>
                                <a:latin typeface="Cambria Math" panose="02040503050406030204" pitchFamily="18" charset="0"/>
                                <a:ea typeface="Lato"/>
                                <a:cs typeface="Lato"/>
                                <a:sym typeface="Lato"/>
                              </a:rPr>
                              <m:t>1</m:t>
                            </m:r>
                            <m:r>
                              <a:rPr lang="ar-SA" sz="1500" b="0" i="1" u="none" strike="noStrike" cap="none" smtClean="0">
                                <a:solidFill>
                                  <a:schemeClr val="bg2"/>
                                </a:solidFill>
                                <a:latin typeface="Cambria Math" panose="02040503050406030204" pitchFamily="18" charset="0"/>
                                <a:ea typeface="Lato"/>
                                <a:cs typeface="Lato"/>
                                <a:sym typeface="Lato"/>
                              </a:rPr>
                              <m:t> </m:t>
                            </m:r>
                            <m:r>
                              <a:rPr lang="ar-SA" sz="1500" b="0" i="1" u="none" strike="noStrike" cap="none" smtClean="0">
                                <a:solidFill>
                                  <a:schemeClr val="bg2"/>
                                </a:solidFill>
                                <a:latin typeface="Cambria Math" panose="02040503050406030204" pitchFamily="18" charset="0"/>
                                <a:ea typeface="Lato"/>
                                <a:cs typeface="Lato"/>
                                <a:sym typeface="Lato"/>
                              </a:rPr>
                              <m:t>𝑤</m:t>
                            </m:r>
                            <m:r>
                              <a:rPr lang="ar-SA" sz="1500" b="0" i="1" u="none" strike="noStrike" cap="none" smtClean="0">
                                <a:solidFill>
                                  <a:schemeClr val="bg2"/>
                                </a:solidFill>
                                <a:latin typeface="Cambria Math" panose="02040503050406030204" pitchFamily="18" charset="0"/>
                                <a:ea typeface="Lato"/>
                                <a:cs typeface="Lato"/>
                                <a:sym typeface="Lato"/>
                              </a:rPr>
                              <m:t>h</m:t>
                            </m:r>
                            <m:r>
                              <a:rPr lang="ar-SA" sz="1500" b="0" i="1" u="none" strike="noStrike" cap="none" smtClean="0">
                                <a:solidFill>
                                  <a:schemeClr val="bg2"/>
                                </a:solidFill>
                                <a:latin typeface="Cambria Math" panose="02040503050406030204" pitchFamily="18" charset="0"/>
                                <a:ea typeface="Lato"/>
                                <a:cs typeface="Lato"/>
                                <a:sym typeface="Lato"/>
                              </a:rPr>
                              <m:t>𝑒𝑛</m:t>
                            </m:r>
                            <m:r>
                              <a:rPr lang="ar-SA" sz="1500" b="0" i="1" u="none" strike="noStrike" cap="none" smtClean="0">
                                <a:solidFill>
                                  <a:schemeClr val="bg2"/>
                                </a:solidFill>
                                <a:latin typeface="Cambria Math" panose="02040503050406030204" pitchFamily="18" charset="0"/>
                                <a:ea typeface="Lato"/>
                                <a:cs typeface="Lato"/>
                                <a:sym typeface="Lato"/>
                              </a:rPr>
                              <m:t> </m:t>
                            </m:r>
                            <m:r>
                              <a:rPr lang="ar-SA" sz="1500" b="0" i="1" u="none" strike="noStrike" cap="none" smtClean="0">
                                <a:solidFill>
                                  <a:schemeClr val="bg2"/>
                                </a:solidFill>
                                <a:latin typeface="Cambria Math" panose="02040503050406030204" pitchFamily="18" charset="0"/>
                                <a:ea typeface="Lato"/>
                                <a:cs typeface="Lato"/>
                                <a:sym typeface="Lato"/>
                              </a:rPr>
                              <m:t>𝑎</m:t>
                            </m:r>
                            <m:r>
                              <a:rPr lang="ar-SA" sz="1500" b="0" i="1" u="none" strike="noStrike" cap="none" smtClean="0">
                                <a:solidFill>
                                  <a:schemeClr val="bg2"/>
                                </a:solidFill>
                                <a:latin typeface="Cambria Math" panose="02040503050406030204" pitchFamily="18" charset="0"/>
                                <a:ea typeface="Lato"/>
                                <a:cs typeface="Lato"/>
                                <a:sym typeface="Lato"/>
                              </a:rPr>
                              <m:t>=</m:t>
                            </m:r>
                            <m:r>
                              <a:rPr lang="ar-SA" sz="1500" b="0" i="1" u="none" strike="noStrike" cap="none" smtClean="0">
                                <a:solidFill>
                                  <a:schemeClr val="bg2"/>
                                </a:solidFill>
                                <a:latin typeface="Cambria Math" panose="02040503050406030204" pitchFamily="18" charset="0"/>
                                <a:ea typeface="Cambria Math" panose="02040503050406030204" pitchFamily="18" charset="0"/>
                                <a:cs typeface="Lato"/>
                                <a:sym typeface="Lato"/>
                              </a:rPr>
                              <m:t>∞</m:t>
                            </m:r>
                          </m:e>
                          <m:e>
                            <m:r>
                              <a:rPr lang="ar-SA" sz="1500" b="0" i="1" u="none" strike="noStrike" cap="none" smtClean="0">
                                <a:solidFill>
                                  <a:schemeClr val="bg2"/>
                                </a:solidFill>
                                <a:latin typeface="Cambria Math" panose="02040503050406030204" pitchFamily="18" charset="0"/>
                                <a:ea typeface="Lato"/>
                                <a:cs typeface="Lato"/>
                                <a:sym typeface="Lato"/>
                              </a:rPr>
                              <m:t>0</m:t>
                            </m:r>
                            <m:r>
                              <a:rPr lang="ar-SA" sz="1500" b="0" i="1" u="none" strike="noStrike" cap="none" smtClean="0">
                                <a:solidFill>
                                  <a:schemeClr val="bg2"/>
                                </a:solidFill>
                                <a:latin typeface="Cambria Math" panose="02040503050406030204" pitchFamily="18" charset="0"/>
                                <a:ea typeface="Lato"/>
                                <a:cs typeface="Lato"/>
                                <a:sym typeface="Lato"/>
                              </a:rPr>
                              <m:t> </m:t>
                            </m:r>
                            <m:r>
                              <a:rPr lang="ar-SA" sz="1500" b="0" i="1" u="none" strike="noStrike" cap="none" smtClean="0">
                                <a:solidFill>
                                  <a:schemeClr val="bg2"/>
                                </a:solidFill>
                                <a:latin typeface="Cambria Math" panose="02040503050406030204" pitchFamily="18" charset="0"/>
                                <a:ea typeface="Lato"/>
                                <a:cs typeface="Lato"/>
                                <a:sym typeface="Lato"/>
                              </a:rPr>
                              <m:t>𝑤</m:t>
                            </m:r>
                            <m:r>
                              <a:rPr lang="ar-SA" sz="1500" b="0" i="1" u="none" strike="noStrike" cap="none" smtClean="0">
                                <a:solidFill>
                                  <a:schemeClr val="bg2"/>
                                </a:solidFill>
                                <a:latin typeface="Cambria Math" panose="02040503050406030204" pitchFamily="18" charset="0"/>
                                <a:ea typeface="Lato"/>
                                <a:cs typeface="Lato"/>
                                <a:sym typeface="Lato"/>
                              </a:rPr>
                              <m:t>h</m:t>
                            </m:r>
                            <m:r>
                              <a:rPr lang="ar-SA" sz="1500" b="0" i="1" u="none" strike="noStrike" cap="none" smtClean="0">
                                <a:solidFill>
                                  <a:schemeClr val="bg2"/>
                                </a:solidFill>
                                <a:latin typeface="Cambria Math" panose="02040503050406030204" pitchFamily="18" charset="0"/>
                                <a:ea typeface="Lato"/>
                                <a:cs typeface="Lato"/>
                                <a:sym typeface="Lato"/>
                              </a:rPr>
                              <m:t>𝑒𝑛</m:t>
                            </m:r>
                            <m:r>
                              <a:rPr lang="ar-SA" sz="1500" b="0" i="1" u="none" strike="noStrike" cap="none" smtClean="0">
                                <a:solidFill>
                                  <a:schemeClr val="bg2"/>
                                </a:solidFill>
                                <a:latin typeface="Cambria Math" panose="02040503050406030204" pitchFamily="18" charset="0"/>
                                <a:ea typeface="Lato"/>
                                <a:cs typeface="Lato"/>
                                <a:sym typeface="Lato"/>
                              </a:rPr>
                              <m:t> </m:t>
                            </m:r>
                            <m:r>
                              <a:rPr lang="ar-SA" sz="1500" b="0" i="1" u="none" strike="noStrike" cap="none" smtClean="0">
                                <a:solidFill>
                                  <a:schemeClr val="bg2"/>
                                </a:solidFill>
                                <a:latin typeface="Cambria Math" panose="02040503050406030204" pitchFamily="18" charset="0"/>
                                <a:ea typeface="Lato"/>
                                <a:cs typeface="Lato"/>
                                <a:sym typeface="Lato"/>
                              </a:rPr>
                              <m:t>𝑎</m:t>
                            </m:r>
                            <m:r>
                              <a:rPr lang="ar-SA" sz="1500" b="0" i="1" u="none" strike="noStrike" cap="none" smtClean="0">
                                <a:solidFill>
                                  <a:schemeClr val="bg2"/>
                                </a:solidFill>
                                <a:latin typeface="Cambria Math" panose="02040503050406030204" pitchFamily="18" charset="0"/>
                                <a:ea typeface="Lato"/>
                                <a:cs typeface="Lato"/>
                                <a:sym typeface="Lato"/>
                              </a:rPr>
                              <m:t>=−</m:t>
                            </m:r>
                            <m:r>
                              <a:rPr lang="ar-SA" sz="1500" b="0" i="1" u="none" strike="noStrike" cap="none" smtClean="0">
                                <a:solidFill>
                                  <a:schemeClr val="bg2"/>
                                </a:solidFill>
                                <a:latin typeface="Cambria Math" panose="02040503050406030204" pitchFamily="18" charset="0"/>
                                <a:ea typeface="Cambria Math" panose="02040503050406030204" pitchFamily="18" charset="0"/>
                                <a:cs typeface="Lato"/>
                                <a:sym typeface="Lato"/>
                              </a:rPr>
                              <m:t>∞</m:t>
                            </m:r>
                          </m:e>
                        </m:eqArr>
                      </m:e>
                    </m:d>
                  </m:oMath>
                </a14:m>
                <a:endParaRPr lang="en-GB" sz="1500" b="0" i="0" u="none" strike="noStrike" cap="none">
                  <a:solidFill>
                    <a:schemeClr val="bg2"/>
                  </a:solidFill>
                  <a:latin typeface="Lato"/>
                  <a:ea typeface="Lato"/>
                  <a:cs typeface="Lato"/>
                  <a:sym typeface="Lato"/>
                </a:endParaRPr>
              </a:p>
              <a:p>
                <a:pPr marL="457200" marR="0" lvl="0" indent="-323850" algn="l" rtl="0">
                  <a:lnSpc>
                    <a:spcPct val="115000"/>
                  </a:lnSpc>
                  <a:spcBef>
                    <a:spcPts val="0"/>
                  </a:spcBef>
                  <a:spcAft>
                    <a:spcPts val="0"/>
                  </a:spcAft>
                  <a:buClr>
                    <a:schemeClr val="accent1"/>
                  </a:buClr>
                  <a:buSzPts val="1500"/>
                  <a:buFont typeface="Lato"/>
                  <a:buChar char="➔"/>
                </a:pPr>
                <a:r>
                  <a:rPr lang="en-GB" sz="1500" b="0">
                    <a:solidFill>
                      <a:schemeClr val="accent1"/>
                    </a:solidFill>
                    <a:ea typeface="Lato"/>
                    <a:cs typeface="Lato"/>
                    <a:sym typeface="Lato"/>
                  </a:rPr>
                  <a:t>Note! </a:t>
                </a:r>
                <a14:m>
                  <m:oMath xmlns:m="http://schemas.openxmlformats.org/officeDocument/2006/math">
                    <m:func>
                      <m:funcPr>
                        <m:ctrlPr>
                          <a:rPr lang="en-GB" sz="1500" b="0" i="1" smtClean="0">
                            <a:solidFill>
                              <a:schemeClr val="accent1"/>
                            </a:solidFill>
                            <a:latin typeface="Cambria Math" panose="02040503050406030204" pitchFamily="18" charset="0"/>
                            <a:ea typeface="Lato"/>
                            <a:cs typeface="Lato"/>
                            <a:sym typeface="Lato"/>
                          </a:rPr>
                        </m:ctrlPr>
                      </m:funcPr>
                      <m:fName>
                        <m:r>
                          <m:rPr>
                            <m:sty m:val="p"/>
                          </m:rPr>
                          <a:rPr lang="en-GB" sz="1500" b="0" i="0" smtClean="0">
                            <a:solidFill>
                              <a:schemeClr val="accent1"/>
                            </a:solidFill>
                            <a:latin typeface="Cambria Math" panose="02040503050406030204" pitchFamily="18" charset="0"/>
                            <a:ea typeface="Lato"/>
                            <a:cs typeface="Lato"/>
                            <a:sym typeface="Lato"/>
                          </a:rPr>
                          <m:t>exp</m:t>
                        </m:r>
                      </m:fName>
                      <m:e>
                        <m:d>
                          <m:dPr>
                            <m:ctrlPr>
                              <a:rPr lang="en-GB" sz="1500" b="0" i="1" smtClean="0">
                                <a:solidFill>
                                  <a:schemeClr val="accent1"/>
                                </a:solidFill>
                                <a:latin typeface="Cambria Math" panose="02040503050406030204" pitchFamily="18" charset="0"/>
                                <a:ea typeface="Lato"/>
                                <a:cs typeface="Lato"/>
                                <a:sym typeface="Lato"/>
                              </a:rPr>
                            </m:ctrlPr>
                          </m:dPr>
                          <m:e>
                            <m:r>
                              <a:rPr lang="en-GB" sz="1500" b="0" i="1" smtClean="0">
                                <a:solidFill>
                                  <a:schemeClr val="accent1"/>
                                </a:solidFill>
                                <a:latin typeface="Cambria Math" panose="02040503050406030204" pitchFamily="18" charset="0"/>
                                <a:ea typeface="Lato"/>
                                <a:cs typeface="Lato"/>
                                <a:sym typeface="Lato"/>
                              </a:rPr>
                              <m:t>−</m:t>
                            </m:r>
                            <m:r>
                              <a:rPr lang="en-GB" sz="1500" b="0" i="1" smtClean="0">
                                <a:solidFill>
                                  <a:schemeClr val="accent1"/>
                                </a:solidFill>
                                <a:latin typeface="Cambria Math" panose="02040503050406030204" pitchFamily="18" charset="0"/>
                                <a:ea typeface="Lato"/>
                                <a:cs typeface="Lato"/>
                                <a:sym typeface="Lato"/>
                              </a:rPr>
                              <m:t>𝑎</m:t>
                            </m:r>
                          </m:e>
                        </m:d>
                      </m:e>
                    </m:func>
                    <m:r>
                      <a:rPr lang="en-GB" sz="1500" b="0" i="1" smtClean="0">
                        <a:solidFill>
                          <a:schemeClr val="accent1"/>
                        </a:solidFill>
                        <a:latin typeface="Cambria Math" panose="02040503050406030204" pitchFamily="18" charset="0"/>
                        <a:ea typeface="Lato"/>
                        <a:cs typeface="Lato"/>
                        <a:sym typeface="Lato"/>
                      </a:rPr>
                      <m:t>=</m:t>
                    </m:r>
                    <m:sSup>
                      <m:sSupPr>
                        <m:ctrlPr>
                          <a:rPr lang="en-GB" sz="1500" b="0" i="1" smtClean="0">
                            <a:solidFill>
                              <a:schemeClr val="accent1"/>
                            </a:solidFill>
                            <a:latin typeface="Cambria Math" panose="02040503050406030204" pitchFamily="18" charset="0"/>
                            <a:ea typeface="Lato"/>
                            <a:cs typeface="Lato"/>
                            <a:sym typeface="Lato"/>
                          </a:rPr>
                        </m:ctrlPr>
                      </m:sSupPr>
                      <m:e>
                        <m:r>
                          <a:rPr lang="en-GB" sz="1500" b="0" i="1" smtClean="0">
                            <a:solidFill>
                              <a:schemeClr val="accent1"/>
                            </a:solidFill>
                            <a:latin typeface="Cambria Math" panose="02040503050406030204" pitchFamily="18" charset="0"/>
                            <a:ea typeface="Lato"/>
                            <a:cs typeface="Lato"/>
                            <a:sym typeface="Lato"/>
                          </a:rPr>
                          <m:t>𝑒</m:t>
                        </m:r>
                      </m:e>
                      <m:sup>
                        <m:r>
                          <a:rPr lang="en-GB" sz="1500" b="0" i="1" smtClean="0">
                            <a:solidFill>
                              <a:schemeClr val="accent1"/>
                            </a:solidFill>
                            <a:latin typeface="Cambria Math" panose="02040503050406030204" pitchFamily="18" charset="0"/>
                            <a:ea typeface="Lato"/>
                            <a:cs typeface="Lato"/>
                            <a:sym typeface="Lato"/>
                          </a:rPr>
                          <m:t>−</m:t>
                        </m:r>
                        <m:r>
                          <a:rPr lang="en-GB" sz="1500" b="0" i="1" smtClean="0">
                            <a:solidFill>
                              <a:schemeClr val="accent1"/>
                            </a:solidFill>
                            <a:latin typeface="Cambria Math" panose="02040503050406030204" pitchFamily="18" charset="0"/>
                            <a:ea typeface="Lato"/>
                            <a:cs typeface="Lato"/>
                            <a:sym typeface="Lato"/>
                          </a:rPr>
                          <m:t>𝑎</m:t>
                        </m:r>
                      </m:sup>
                    </m:sSup>
                  </m:oMath>
                </a14:m>
                <a:r>
                  <a:rPr lang="en-GB" sz="1500">
                    <a:solidFill>
                      <a:schemeClr val="accent1"/>
                    </a:solidFill>
                    <a:latin typeface="Lato"/>
                    <a:ea typeface="Lato"/>
                    <a:cs typeface="Lato"/>
                    <a:sym typeface="Lato"/>
                  </a:rPr>
                  <a:t> (Euler’s number)</a:t>
                </a:r>
              </a:p>
              <a:p>
                <a:pPr marL="457200" marR="0" lvl="0" indent="-323850" algn="l" rtl="0">
                  <a:lnSpc>
                    <a:spcPct val="115000"/>
                  </a:lnSpc>
                  <a:spcBef>
                    <a:spcPts val="0"/>
                  </a:spcBef>
                  <a:spcAft>
                    <a:spcPts val="0"/>
                  </a:spcAft>
                  <a:buClr>
                    <a:schemeClr val="accent1"/>
                  </a:buClr>
                  <a:buSzPts val="1500"/>
                  <a:buFont typeface="Lato"/>
                  <a:buChar char="➔"/>
                </a:pPr>
                <a:r>
                  <a:rPr lang="en-GB" sz="1500">
                    <a:solidFill>
                      <a:schemeClr val="accent1"/>
                    </a:solidFill>
                    <a:latin typeface="Lato"/>
                    <a:ea typeface="Lato"/>
                    <a:cs typeface="Lato"/>
                    <a:sym typeface="Lato"/>
                  </a:rPr>
                  <a:t>It is also evident that:</a:t>
                </a:r>
                <a:endParaRPr lang="en-GB" sz="1500" b="0" i="1">
                  <a:solidFill>
                    <a:schemeClr val="accent1"/>
                  </a:solidFill>
                  <a:latin typeface="Cambria Math" panose="02040503050406030204" pitchFamily="18" charset="0"/>
                  <a:ea typeface="Lato"/>
                  <a:cs typeface="Lato"/>
                  <a:sym typeface="Lato"/>
                </a:endParaRPr>
              </a:p>
              <a:p>
                <a:pPr marL="457200" marR="0" lvl="0" indent="-323850" algn="l" rtl="0">
                  <a:lnSpc>
                    <a:spcPct val="115000"/>
                  </a:lnSpc>
                  <a:spcBef>
                    <a:spcPts val="0"/>
                  </a:spcBef>
                  <a:spcAft>
                    <a:spcPts val="0"/>
                  </a:spcAft>
                  <a:buClr>
                    <a:schemeClr val="accent1"/>
                  </a:buClr>
                  <a:buSzPts val="1500"/>
                  <a:buFont typeface="Lato"/>
                  <a:buChar char="➔"/>
                </a:pPr>
                <a14:m>
                  <m:oMath xmlns:m="http://schemas.openxmlformats.org/officeDocument/2006/math">
                    <m:r>
                      <a:rPr lang="en-GB" sz="1500" b="0" i="1" smtClean="0">
                        <a:solidFill>
                          <a:schemeClr val="accent1"/>
                        </a:solidFill>
                        <a:latin typeface="Cambria Math" panose="02040503050406030204" pitchFamily="18" charset="0"/>
                        <a:ea typeface="Lato"/>
                        <a:cs typeface="Lato"/>
                        <a:sym typeface="Lato"/>
                      </a:rPr>
                      <m:t>𝑥</m:t>
                    </m:r>
                    <m:r>
                      <a:rPr lang="en-GB" sz="1500" b="0" i="1" smtClean="0">
                        <a:solidFill>
                          <a:schemeClr val="accent1"/>
                        </a:solidFill>
                        <a:latin typeface="Cambria Math" panose="02040503050406030204" pitchFamily="18" charset="0"/>
                        <a:ea typeface="Lato"/>
                        <a:cs typeface="Lato"/>
                        <a:sym typeface="Lato"/>
                      </a:rPr>
                      <m:t>&lt;</m:t>
                    </m:r>
                    <m:r>
                      <a:rPr lang="en-GB" sz="1500" b="0" i="1" smtClean="0">
                        <a:solidFill>
                          <a:schemeClr val="accent1"/>
                        </a:solidFill>
                        <a:latin typeface="Cambria Math" panose="02040503050406030204" pitchFamily="18" charset="0"/>
                        <a:ea typeface="Lato"/>
                        <a:cs typeface="Lato"/>
                        <a:sym typeface="Lato"/>
                      </a:rPr>
                      <m:t>0</m:t>
                    </m:r>
                    <m:r>
                      <a:rPr lang="en-GB" sz="1500" b="0" i="1" smtClean="0">
                        <a:solidFill>
                          <a:schemeClr val="accent1"/>
                        </a:solidFill>
                        <a:latin typeface="Cambria Math" panose="02040503050406030204" pitchFamily="18" charset="0"/>
                        <a:ea typeface="Lato"/>
                        <a:cs typeface="Lato"/>
                        <a:sym typeface="Lato"/>
                      </a:rPr>
                      <m:t> </m:t>
                    </m:r>
                    <m:r>
                      <a:rPr lang="en-GB" sz="1500" b="0" i="1" smtClean="0">
                        <a:solidFill>
                          <a:schemeClr val="accent1"/>
                        </a:solidFill>
                        <a:latin typeface="Cambria Math" panose="02040503050406030204" pitchFamily="18" charset="0"/>
                        <a:ea typeface="Lato"/>
                        <a:cs typeface="Lato"/>
                        <a:sym typeface="Lato"/>
                      </a:rPr>
                      <m:t>𝑖𝑓</m:t>
                    </m:r>
                    <m:r>
                      <a:rPr lang="en-GB" sz="1500" b="0" i="1" smtClean="0">
                        <a:solidFill>
                          <a:schemeClr val="accent1"/>
                        </a:solidFill>
                        <a:latin typeface="Cambria Math" panose="02040503050406030204" pitchFamily="18" charset="0"/>
                        <a:ea typeface="Lato"/>
                        <a:cs typeface="Lato"/>
                        <a:sym typeface="Lato"/>
                      </a:rPr>
                      <m:t> </m:t>
                    </m:r>
                    <m:r>
                      <a:rPr lang="en-GB" sz="1500" b="0" i="1" smtClean="0">
                        <a:solidFill>
                          <a:schemeClr val="accent1"/>
                        </a:solidFill>
                        <a:latin typeface="Cambria Math" panose="02040503050406030204" pitchFamily="18" charset="0"/>
                        <a:ea typeface="Lato"/>
                        <a:cs typeface="Lato"/>
                        <a:sym typeface="Lato"/>
                      </a:rPr>
                      <m:t>𝑎</m:t>
                    </m:r>
                    <m:r>
                      <a:rPr lang="en-GB" sz="1500" b="0" i="1" smtClean="0">
                        <a:solidFill>
                          <a:schemeClr val="accent1"/>
                        </a:solidFill>
                        <a:latin typeface="Cambria Math" panose="02040503050406030204" pitchFamily="18" charset="0"/>
                        <a:ea typeface="Lato"/>
                        <a:cs typeface="Lato"/>
                        <a:sym typeface="Lato"/>
                      </a:rPr>
                      <m:t>&lt;</m:t>
                    </m:r>
                    <m:r>
                      <a:rPr lang="en-GB" sz="1500" b="0" i="1" smtClean="0">
                        <a:solidFill>
                          <a:schemeClr val="accent1"/>
                        </a:solidFill>
                        <a:latin typeface="Cambria Math" panose="02040503050406030204" pitchFamily="18" charset="0"/>
                        <a:ea typeface="Lato"/>
                        <a:cs typeface="Lato"/>
                        <a:sym typeface="Lato"/>
                      </a:rPr>
                      <m:t>0</m:t>
                    </m:r>
                    <m:r>
                      <a:rPr lang="en-GB" sz="1500" b="0" i="1" smtClean="0">
                        <a:solidFill>
                          <a:schemeClr val="accent1"/>
                        </a:solidFill>
                        <a:latin typeface="Cambria Math" panose="02040503050406030204" pitchFamily="18" charset="0"/>
                        <a:ea typeface="Lato"/>
                        <a:cs typeface="Lato"/>
                        <a:sym typeface="Lato"/>
                      </a:rPr>
                      <m:t>.</m:t>
                    </m:r>
                    <m:r>
                      <a:rPr lang="en-GB" sz="1500" b="0" i="1" smtClean="0">
                        <a:solidFill>
                          <a:schemeClr val="accent1"/>
                        </a:solidFill>
                        <a:latin typeface="Cambria Math" panose="02040503050406030204" pitchFamily="18" charset="0"/>
                        <a:ea typeface="Lato"/>
                        <a:cs typeface="Lato"/>
                        <a:sym typeface="Lato"/>
                      </a:rPr>
                      <m:t>5</m:t>
                    </m:r>
                  </m:oMath>
                </a14:m>
                <a:endParaRPr lang="en-GB" sz="1500" b="0" i="0">
                  <a:solidFill>
                    <a:schemeClr val="accent1"/>
                  </a:solidFill>
                  <a:latin typeface="Lato"/>
                  <a:ea typeface="Lato"/>
                  <a:cs typeface="Lato"/>
                  <a:sym typeface="Lato"/>
                </a:endParaRPr>
              </a:p>
              <a:p>
                <a:pPr marL="457200" marR="0" lvl="0" indent="-323850" algn="l" rtl="0">
                  <a:lnSpc>
                    <a:spcPct val="115000"/>
                  </a:lnSpc>
                  <a:spcBef>
                    <a:spcPts val="0"/>
                  </a:spcBef>
                  <a:spcAft>
                    <a:spcPts val="0"/>
                  </a:spcAft>
                  <a:buClr>
                    <a:schemeClr val="accent1"/>
                  </a:buClr>
                  <a:buSzPts val="1500"/>
                  <a:buFont typeface="Lato"/>
                  <a:buChar char="➔"/>
                </a:pPr>
                <a14:m>
                  <m:oMath xmlns:m="http://schemas.openxmlformats.org/officeDocument/2006/math">
                    <m:r>
                      <a:rPr lang="en-GB" sz="1500" b="0" i="1" u="none" strike="noStrike" cap="none" smtClean="0">
                        <a:solidFill>
                          <a:schemeClr val="accent1"/>
                        </a:solidFill>
                        <a:latin typeface="Cambria Math" panose="02040503050406030204" pitchFamily="18" charset="0"/>
                        <a:ea typeface="Lato"/>
                        <a:cs typeface="Lato"/>
                        <a:sym typeface="Lato"/>
                      </a:rPr>
                      <m:t>𝑥</m:t>
                    </m:r>
                    <m:r>
                      <a:rPr lang="en-GB" sz="1500" b="0" i="1" u="none" strike="noStrike" cap="none" smtClean="0">
                        <a:solidFill>
                          <a:schemeClr val="accent1"/>
                        </a:solidFill>
                        <a:latin typeface="Cambria Math" panose="02040503050406030204" pitchFamily="18" charset="0"/>
                        <a:ea typeface="Lato"/>
                        <a:cs typeface="Lato"/>
                        <a:sym typeface="Lato"/>
                      </a:rPr>
                      <m:t>&gt;</m:t>
                    </m:r>
                    <m:r>
                      <a:rPr lang="en-GB" sz="1500" b="0" i="1" u="none" strike="noStrike" cap="none" smtClean="0">
                        <a:solidFill>
                          <a:schemeClr val="accent1"/>
                        </a:solidFill>
                        <a:latin typeface="Cambria Math" panose="02040503050406030204" pitchFamily="18" charset="0"/>
                        <a:ea typeface="Lato"/>
                        <a:cs typeface="Lato"/>
                        <a:sym typeface="Lato"/>
                      </a:rPr>
                      <m:t>0</m:t>
                    </m:r>
                    <m:r>
                      <a:rPr lang="en-GB" sz="1500" b="0" i="1" u="none" strike="noStrike" cap="none" smtClean="0">
                        <a:solidFill>
                          <a:schemeClr val="accent1"/>
                        </a:solidFill>
                        <a:latin typeface="Cambria Math" panose="02040503050406030204" pitchFamily="18" charset="0"/>
                        <a:ea typeface="Lato"/>
                        <a:cs typeface="Lato"/>
                        <a:sym typeface="Lato"/>
                      </a:rPr>
                      <m:t> </m:t>
                    </m:r>
                    <m:r>
                      <a:rPr lang="en-GB" sz="1500" b="0" i="1" u="none" strike="noStrike" cap="none" smtClean="0">
                        <a:solidFill>
                          <a:schemeClr val="accent1"/>
                        </a:solidFill>
                        <a:latin typeface="Cambria Math" panose="02040503050406030204" pitchFamily="18" charset="0"/>
                        <a:ea typeface="Lato"/>
                        <a:cs typeface="Lato"/>
                        <a:sym typeface="Lato"/>
                      </a:rPr>
                      <m:t>𝑖𝑓</m:t>
                    </m:r>
                    <m:r>
                      <a:rPr lang="en-GB" sz="1500" b="0" i="1" u="none" strike="noStrike" cap="none" smtClean="0">
                        <a:solidFill>
                          <a:schemeClr val="accent1"/>
                        </a:solidFill>
                        <a:latin typeface="Cambria Math" panose="02040503050406030204" pitchFamily="18" charset="0"/>
                        <a:ea typeface="Lato"/>
                        <a:cs typeface="Lato"/>
                        <a:sym typeface="Lato"/>
                      </a:rPr>
                      <m:t> </m:t>
                    </m:r>
                    <m:r>
                      <a:rPr lang="en-GB" sz="1500" b="0" i="1" u="none" strike="noStrike" cap="none" smtClean="0">
                        <a:solidFill>
                          <a:schemeClr val="accent1"/>
                        </a:solidFill>
                        <a:latin typeface="Cambria Math" panose="02040503050406030204" pitchFamily="18" charset="0"/>
                        <a:ea typeface="Lato"/>
                        <a:cs typeface="Lato"/>
                        <a:sym typeface="Lato"/>
                      </a:rPr>
                      <m:t>𝑎</m:t>
                    </m:r>
                    <m:r>
                      <a:rPr lang="en-GB" sz="1500" b="0" i="1" u="none" strike="noStrike" cap="none" smtClean="0">
                        <a:solidFill>
                          <a:schemeClr val="accent1"/>
                        </a:solidFill>
                        <a:latin typeface="Cambria Math" panose="02040503050406030204" pitchFamily="18" charset="0"/>
                        <a:ea typeface="Lato"/>
                        <a:cs typeface="Lato"/>
                        <a:sym typeface="Lato"/>
                      </a:rPr>
                      <m:t>&gt;</m:t>
                    </m:r>
                    <m:r>
                      <a:rPr lang="en-GB" sz="1500" b="0" i="1" u="none" strike="noStrike" cap="none" smtClean="0">
                        <a:solidFill>
                          <a:schemeClr val="accent1"/>
                        </a:solidFill>
                        <a:latin typeface="Cambria Math" panose="02040503050406030204" pitchFamily="18" charset="0"/>
                        <a:ea typeface="Lato"/>
                        <a:cs typeface="Lato"/>
                        <a:sym typeface="Lato"/>
                      </a:rPr>
                      <m:t>0</m:t>
                    </m:r>
                    <m:r>
                      <a:rPr lang="en-GB" sz="1500" b="0" i="1" u="none" strike="noStrike" cap="none" smtClean="0">
                        <a:solidFill>
                          <a:schemeClr val="accent1"/>
                        </a:solidFill>
                        <a:latin typeface="Cambria Math" panose="02040503050406030204" pitchFamily="18" charset="0"/>
                        <a:ea typeface="Lato"/>
                        <a:cs typeface="Lato"/>
                        <a:sym typeface="Lato"/>
                      </a:rPr>
                      <m:t>.</m:t>
                    </m:r>
                    <m:r>
                      <a:rPr lang="en-GB" sz="1500" b="0" i="1" u="none" strike="noStrike" cap="none" smtClean="0">
                        <a:solidFill>
                          <a:schemeClr val="accent1"/>
                        </a:solidFill>
                        <a:latin typeface="Cambria Math" panose="02040503050406030204" pitchFamily="18" charset="0"/>
                        <a:ea typeface="Lato"/>
                        <a:cs typeface="Lato"/>
                        <a:sym typeface="Lato"/>
                      </a:rPr>
                      <m:t>5</m:t>
                    </m:r>
                  </m:oMath>
                </a14:m>
                <a:endParaRPr lang="ar-SA" sz="1500" b="0" i="0" u="none" strike="noStrike" cap="none">
                  <a:solidFill>
                    <a:schemeClr val="accent1"/>
                  </a:solidFill>
                  <a:latin typeface="Lato"/>
                  <a:ea typeface="Lato"/>
                  <a:cs typeface="Lato"/>
                  <a:sym typeface="Lato"/>
                </a:endParaRPr>
              </a:p>
            </p:txBody>
          </p:sp>
        </mc:Choice>
        <mc:Fallback>
          <p:sp>
            <p:nvSpPr>
              <p:cNvPr id="240" name="Google Shape;240;p25"/>
              <p:cNvSpPr txBox="1">
                <a:spLocks noRot="1" noChangeAspect="1" noMove="1" noResize="1" noEditPoints="1" noAdjustHandles="1" noChangeArrowheads="1" noChangeShapeType="1" noTextEdit="1"/>
              </p:cNvSpPr>
              <p:nvPr/>
            </p:nvSpPr>
            <p:spPr>
              <a:xfrm>
                <a:off x="729450" y="1460775"/>
                <a:ext cx="3890400" cy="3165901"/>
              </a:xfrm>
              <a:prstGeom prst="rect">
                <a:avLst/>
              </a:prstGeom>
              <a:blipFill>
                <a:blip r:embed="rId4"/>
                <a:stretch>
                  <a:fillRect/>
                </a:stretch>
              </a:blipFill>
              <a:ln>
                <a:noFill/>
              </a:ln>
            </p:spPr>
            <p:txBody>
              <a:bodyPr/>
              <a:lstStyle/>
              <a:p>
                <a:r>
                  <a:rPr lang="en-PK">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7"/>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Logistic regression model</a:t>
            </a:r>
            <a:endParaRPr/>
          </a:p>
        </p:txBody>
      </p:sp>
      <mc:AlternateContent xmlns:mc="http://schemas.openxmlformats.org/markup-compatibility/2006">
        <mc:Choice xmlns:a14="http://schemas.microsoft.com/office/drawing/2010/main" Requires="a14">
          <p:sp>
            <p:nvSpPr>
              <p:cNvPr id="267" name="Google Shape;267;p27"/>
              <p:cNvSpPr txBox="1">
                <a:spLocks noGrp="1"/>
              </p:cNvSpPr>
              <p:nvPr>
                <p:ph type="body" idx="1"/>
              </p:nvPr>
            </p:nvSpPr>
            <p:spPr>
              <a:xfrm>
                <a:off x="727650" y="1356627"/>
                <a:ext cx="4436461" cy="3348900"/>
              </a:xfrm>
              <a:prstGeom prst="rect">
                <a:avLst/>
              </a:prstGeom>
            </p:spPr>
            <p:txBody>
              <a:bodyPr spcFirstLastPara="1" wrap="square" lIns="91425" tIns="91425" rIns="91425" bIns="91425" anchor="t" anchorCtr="0">
                <a:normAutofit fontScale="92500"/>
              </a:bodyPr>
              <a:lstStyle/>
              <a:p>
                <a:pPr marL="133350" marR="0" lvl="0" indent="0" algn="l" rtl="0">
                  <a:lnSpc>
                    <a:spcPct val="115000"/>
                  </a:lnSpc>
                  <a:spcBef>
                    <a:spcPts val="0"/>
                  </a:spcBef>
                  <a:spcAft>
                    <a:spcPts val="0"/>
                  </a:spcAft>
                  <a:buClr>
                    <a:schemeClr val="accent1"/>
                  </a:buClr>
                  <a:buSzPts val="1500"/>
                  <a:buNone/>
                </a:pPr>
                <a:r>
                  <a:rPr lang="en-GB" sz="1800" b="0" i="0" u="none" strike="noStrike" cap="none">
                    <a:solidFill>
                      <a:schemeClr val="accent1"/>
                    </a:solidFill>
                    <a:latin typeface="Lato"/>
                    <a:ea typeface="Lato"/>
                    <a:cs typeface="Lato"/>
                    <a:sym typeface="Lato"/>
                  </a:rPr>
                  <a:t>Back to the example</a:t>
                </a:r>
              </a:p>
              <a:p>
                <a:pPr marL="457200" marR="0" lvl="0" indent="-323850" algn="l" rtl="0">
                  <a:lnSpc>
                    <a:spcPct val="115000"/>
                  </a:lnSpc>
                  <a:spcBef>
                    <a:spcPts val="0"/>
                  </a:spcBef>
                  <a:spcAft>
                    <a:spcPts val="0"/>
                  </a:spcAft>
                  <a:buClr>
                    <a:schemeClr val="accent1"/>
                  </a:buClr>
                  <a:buSzPts val="1500"/>
                  <a:buFont typeface="Lato"/>
                  <a:buChar char="➔"/>
                </a:pPr>
                <a:r>
                  <a:rPr lang="en-GB" sz="1800" b="0" i="0" u="none" strike="noStrike" cap="none">
                    <a:solidFill>
                      <a:schemeClr val="accent1"/>
                    </a:solidFill>
                    <a:latin typeface="Lato"/>
                    <a:ea typeface="Lato"/>
                    <a:cs typeface="Lato"/>
                    <a:sym typeface="Lato"/>
                  </a:rPr>
                  <a:t>Step 1 is linear regression: </a:t>
                </a:r>
                <a14:m>
                  <m:oMath xmlns:m="http://schemas.openxmlformats.org/officeDocument/2006/math">
                    <m:r>
                      <a:rPr lang="en-GB" sz="1800" b="0" i="1" u="none" strike="noStrike" cap="none" smtClean="0">
                        <a:solidFill>
                          <a:schemeClr val="accent1"/>
                        </a:solidFill>
                        <a:latin typeface="Cambria Math" panose="02040503050406030204" pitchFamily="18" charset="0"/>
                        <a:ea typeface="Lato"/>
                        <a:cs typeface="Lato"/>
                        <a:sym typeface="Lato"/>
                      </a:rPr>
                      <m:t>𝑦</m:t>
                    </m:r>
                    <m:r>
                      <a:rPr lang="en-GB" sz="1800" b="0" i="1" u="none" strike="noStrike" cap="none" smtClean="0">
                        <a:solidFill>
                          <a:schemeClr val="accent1"/>
                        </a:solidFill>
                        <a:latin typeface="Cambria Math" panose="02040503050406030204" pitchFamily="18" charset="0"/>
                        <a:ea typeface="Lato"/>
                        <a:cs typeface="Lato"/>
                        <a:sym typeface="Lato"/>
                      </a:rPr>
                      <m:t>=</m:t>
                    </m:r>
                    <m:r>
                      <a:rPr lang="en-GB" sz="1800" b="0" i="1" u="none" strike="noStrike" cap="none" smtClean="0">
                        <a:solidFill>
                          <a:schemeClr val="accent1"/>
                        </a:solidFill>
                        <a:latin typeface="Cambria Math" panose="02040503050406030204" pitchFamily="18" charset="0"/>
                        <a:ea typeface="Lato"/>
                        <a:cs typeface="Lato"/>
                        <a:sym typeface="Lato"/>
                      </a:rPr>
                      <m:t>2</m:t>
                    </m:r>
                    <m:r>
                      <a:rPr lang="en-GB" sz="1800" b="0" i="1" u="none" strike="noStrike" cap="none" smtClean="0">
                        <a:solidFill>
                          <a:schemeClr val="accent1"/>
                        </a:solidFill>
                        <a:latin typeface="Cambria Math" panose="02040503050406030204" pitchFamily="18" charset="0"/>
                        <a:ea typeface="Lato"/>
                        <a:cs typeface="Lato"/>
                        <a:sym typeface="Lato"/>
                      </a:rPr>
                      <m:t>.</m:t>
                    </m:r>
                    <m:r>
                      <a:rPr lang="en-GB" sz="1800" b="0" i="1" u="none" strike="noStrike" cap="none" smtClean="0">
                        <a:solidFill>
                          <a:schemeClr val="accent1"/>
                        </a:solidFill>
                        <a:latin typeface="Cambria Math" panose="02040503050406030204" pitchFamily="18" charset="0"/>
                        <a:ea typeface="Lato"/>
                        <a:cs typeface="Lato"/>
                        <a:sym typeface="Lato"/>
                      </a:rPr>
                      <m:t>5</m:t>
                    </m:r>
                    <m:r>
                      <a:rPr lang="en-GB" sz="1800" b="0" i="1" u="none" strike="noStrike" cap="none" smtClean="0">
                        <a:solidFill>
                          <a:schemeClr val="accent1"/>
                        </a:solidFill>
                        <a:latin typeface="Cambria Math" panose="02040503050406030204" pitchFamily="18" charset="0"/>
                        <a:ea typeface="Lato"/>
                        <a:cs typeface="Lato"/>
                        <a:sym typeface="Lato"/>
                      </a:rPr>
                      <m:t>𝑥</m:t>
                    </m:r>
                    <m:r>
                      <a:rPr lang="en-GB" sz="1800" b="0" i="1" u="none" strike="noStrike" cap="none" smtClean="0">
                        <a:solidFill>
                          <a:schemeClr val="accent1"/>
                        </a:solidFill>
                        <a:latin typeface="Cambria Math" panose="02040503050406030204" pitchFamily="18" charset="0"/>
                        <a:ea typeface="Cambria Math" panose="02040503050406030204" pitchFamily="18" charset="0"/>
                        <a:sym typeface="Lato"/>
                      </a:rPr>
                      <m:t>−</m:t>
                    </m:r>
                    <m:r>
                      <a:rPr lang="en-GB" sz="1800" b="0" i="1" u="none" strike="noStrike" cap="none" smtClean="0">
                        <a:solidFill>
                          <a:schemeClr val="accent1"/>
                        </a:solidFill>
                        <a:latin typeface="Cambria Math" panose="02040503050406030204" pitchFamily="18" charset="0"/>
                        <a:ea typeface="Cambria Math" panose="02040503050406030204" pitchFamily="18" charset="0"/>
                        <a:sym typeface="Lato"/>
                      </a:rPr>
                      <m:t>7</m:t>
                    </m:r>
                  </m:oMath>
                </a14:m>
                <a:endParaRPr lang="en-GB" sz="1800" b="0" i="0" u="none" strike="noStrike" cap="none">
                  <a:solidFill>
                    <a:schemeClr val="accent1"/>
                  </a:solidFill>
                  <a:latin typeface="Lato"/>
                  <a:ea typeface="Lato"/>
                  <a:cs typeface="Lato"/>
                  <a:sym typeface="Lato"/>
                </a:endParaRPr>
              </a:p>
              <a:p>
                <a:pPr marL="457200" marR="0" lvl="0" indent="-323850" algn="l" rtl="0">
                  <a:lnSpc>
                    <a:spcPct val="115000"/>
                  </a:lnSpc>
                  <a:spcBef>
                    <a:spcPts val="0"/>
                  </a:spcBef>
                  <a:spcAft>
                    <a:spcPts val="0"/>
                  </a:spcAft>
                  <a:buClr>
                    <a:schemeClr val="accent1"/>
                  </a:buClr>
                  <a:buSzPts val="1500"/>
                  <a:buFont typeface="Lato"/>
                  <a:buChar char="➔"/>
                </a:pPr>
                <a:r>
                  <a:rPr lang="en-GB"/>
                  <a:t>If </a:t>
                </a:r>
                <a14:m>
                  <m:oMath xmlns:m="http://schemas.openxmlformats.org/officeDocument/2006/math">
                    <m:r>
                      <a:rPr lang="en-GB" b="0" i="1" smtClean="0">
                        <a:latin typeface="Cambria Math" panose="02040503050406030204" pitchFamily="18" charset="0"/>
                      </a:rPr>
                      <m:t>𝑦</m:t>
                    </m:r>
                  </m:oMath>
                </a14:m>
                <a:r>
                  <a:rPr lang="en-GB" sz="1800" b="0" i="0" u="none" strike="noStrike" cap="none">
                    <a:solidFill>
                      <a:schemeClr val="accent1"/>
                    </a:solidFill>
                    <a:latin typeface="Lato"/>
                    <a:ea typeface="Lato"/>
                    <a:cs typeface="Lato"/>
                    <a:sym typeface="Lato"/>
                  </a:rPr>
                  <a:t> lies on left side, then the student fails, otherwise passes.</a:t>
                </a:r>
              </a:p>
              <a:p>
                <a:pPr marL="457200" marR="0" lvl="0" indent="-323850" algn="l" rtl="0">
                  <a:lnSpc>
                    <a:spcPct val="115000"/>
                  </a:lnSpc>
                  <a:spcBef>
                    <a:spcPts val="0"/>
                  </a:spcBef>
                  <a:spcAft>
                    <a:spcPts val="0"/>
                  </a:spcAft>
                  <a:buClr>
                    <a:schemeClr val="accent1"/>
                  </a:buClr>
                  <a:buSzPts val="1500"/>
                  <a:buFont typeface="Lato"/>
                  <a:buChar char="➔"/>
                </a:pPr>
                <a:r>
                  <a:rPr lang="en-GB"/>
                  <a:t>What if sigmoid function is applied to decision boundary?</a:t>
                </a:r>
              </a:p>
              <a:p>
                <a:pPr marL="457200" marR="0" lvl="0" indent="-323850" algn="l" rtl="0">
                  <a:lnSpc>
                    <a:spcPct val="115000"/>
                  </a:lnSpc>
                  <a:spcBef>
                    <a:spcPts val="0"/>
                  </a:spcBef>
                  <a:spcAft>
                    <a:spcPts val="0"/>
                  </a:spcAft>
                  <a:buClr>
                    <a:schemeClr val="accent1"/>
                  </a:buClr>
                  <a:buSzPts val="1500"/>
                  <a:buFont typeface="Lato"/>
                  <a:buChar char="➔"/>
                </a:pPr>
                <a:r>
                  <a:rPr lang="en-GB" sz="1800" b="0" i="0" u="none" strike="noStrike" cap="none">
                    <a:solidFill>
                      <a:schemeClr val="accent1"/>
                    </a:solidFill>
                    <a:latin typeface="Lato"/>
                    <a:ea typeface="Lato"/>
                    <a:cs typeface="Lato"/>
                    <a:sym typeface="Lato"/>
                  </a:rPr>
                  <a:t>The question we ask is this:</a:t>
                </a:r>
              </a:p>
              <a:p>
                <a:pPr marL="457200" marR="0" lvl="0" indent="-323850" algn="l" rtl="0">
                  <a:lnSpc>
                    <a:spcPct val="115000"/>
                  </a:lnSpc>
                  <a:spcBef>
                    <a:spcPts val="0"/>
                  </a:spcBef>
                  <a:spcAft>
                    <a:spcPts val="0"/>
                  </a:spcAft>
                  <a:buClr>
                    <a:schemeClr val="accent1"/>
                  </a:buClr>
                  <a:buSzPts val="1500"/>
                  <a:buFont typeface="Lato"/>
                  <a:buChar char="➔"/>
                </a:pPr>
                <a:r>
                  <a:rPr lang="en-GB" sz="1800" b="0" i="0" u="none" strike="noStrike" cap="none">
                    <a:solidFill>
                      <a:schemeClr val="accent1"/>
                    </a:solidFill>
                    <a:latin typeface="Lato"/>
                    <a:ea typeface="Lato"/>
                    <a:cs typeface="Lato"/>
                    <a:sym typeface="Lato"/>
                  </a:rPr>
                  <a:t>Is </a:t>
                </a:r>
                <a14:m>
                  <m:oMath xmlns:m="http://schemas.openxmlformats.org/officeDocument/2006/math">
                    <m:r>
                      <a:rPr lang="en-GB" sz="1800" b="0" i="1" u="none" strike="noStrike" cap="none" smtClean="0">
                        <a:solidFill>
                          <a:schemeClr val="accent1"/>
                        </a:solidFill>
                        <a:latin typeface="Cambria Math" panose="02040503050406030204" pitchFamily="18" charset="0"/>
                        <a:ea typeface="Lato"/>
                        <a:cs typeface="Lato"/>
                        <a:sym typeface="Lato"/>
                      </a:rPr>
                      <m:t>𝑃</m:t>
                    </m:r>
                    <m:r>
                      <a:rPr lang="en-GB" sz="1800" b="0" i="1" u="none" strike="noStrike" cap="none" smtClean="0">
                        <a:solidFill>
                          <a:schemeClr val="accent1"/>
                        </a:solidFill>
                        <a:latin typeface="Cambria Math" panose="02040503050406030204" pitchFamily="18" charset="0"/>
                        <a:ea typeface="Lato"/>
                        <a:cs typeface="Lato"/>
                        <a:sym typeface="Lato"/>
                      </a:rPr>
                      <m:t>=</m:t>
                    </m:r>
                    <m:r>
                      <a:rPr lang="en-GB" sz="1800" b="0" i="1" u="none" strike="noStrike" cap="none" smtClean="0">
                        <a:solidFill>
                          <a:schemeClr val="accent1"/>
                        </a:solidFill>
                        <a:latin typeface="Cambria Math" panose="02040503050406030204" pitchFamily="18" charset="0"/>
                        <a:ea typeface="Lato"/>
                        <a:cs typeface="Lato"/>
                        <a:sym typeface="Lato"/>
                      </a:rPr>
                      <m:t>𝜎</m:t>
                    </m:r>
                    <m:d>
                      <m:dPr>
                        <m:ctrlPr>
                          <a:rPr lang="en-GB" sz="1800" b="0" i="1" u="none" strike="noStrike" cap="none" smtClean="0">
                            <a:solidFill>
                              <a:schemeClr val="accent1"/>
                            </a:solidFill>
                            <a:latin typeface="Cambria Math" panose="02040503050406030204" pitchFamily="18" charset="0"/>
                            <a:ea typeface="Lato"/>
                            <a:cs typeface="Lato"/>
                            <a:sym typeface="Lato"/>
                          </a:rPr>
                        </m:ctrlPr>
                      </m:dPr>
                      <m:e>
                        <m:r>
                          <a:rPr lang="en-GB" sz="1800" b="0" i="1" u="none" strike="noStrike" cap="none" smtClean="0">
                            <a:solidFill>
                              <a:schemeClr val="accent1"/>
                            </a:solidFill>
                            <a:latin typeface="Cambria Math" panose="02040503050406030204" pitchFamily="18" charset="0"/>
                            <a:ea typeface="Lato"/>
                            <a:cs typeface="Lato"/>
                            <a:sym typeface="Lato"/>
                          </a:rPr>
                          <m:t>𝑦</m:t>
                        </m:r>
                      </m:e>
                    </m:d>
                    <m:r>
                      <a:rPr lang="en-GB" sz="1800" b="0" i="1" u="none" strike="noStrike" cap="none" smtClean="0">
                        <a:solidFill>
                          <a:schemeClr val="accent1"/>
                        </a:solidFill>
                        <a:latin typeface="Cambria Math" panose="02040503050406030204" pitchFamily="18" charset="0"/>
                        <a:ea typeface="Lato"/>
                        <a:cs typeface="Lato"/>
                        <a:sym typeface="Lato"/>
                      </a:rPr>
                      <m:t>≥</m:t>
                    </m:r>
                    <m:r>
                      <a:rPr lang="en-GB" sz="1800" b="0" i="1" u="none" strike="noStrike" cap="none" smtClean="0">
                        <a:solidFill>
                          <a:schemeClr val="accent1"/>
                        </a:solidFill>
                        <a:latin typeface="Cambria Math" panose="02040503050406030204" pitchFamily="18" charset="0"/>
                        <a:ea typeface="Lato"/>
                        <a:cs typeface="Lato"/>
                        <a:sym typeface="Lato"/>
                      </a:rPr>
                      <m:t>0</m:t>
                    </m:r>
                    <m:r>
                      <a:rPr lang="en-GB" sz="1800" b="0" i="1" u="none" strike="noStrike" cap="none" smtClean="0">
                        <a:solidFill>
                          <a:schemeClr val="accent1"/>
                        </a:solidFill>
                        <a:latin typeface="Cambria Math" panose="02040503050406030204" pitchFamily="18" charset="0"/>
                        <a:ea typeface="Lato"/>
                        <a:cs typeface="Lato"/>
                        <a:sym typeface="Lato"/>
                      </a:rPr>
                      <m:t>.</m:t>
                    </m:r>
                    <m:r>
                      <a:rPr lang="en-GB" sz="1800" b="0" i="1" u="none" strike="noStrike" cap="none" smtClean="0">
                        <a:solidFill>
                          <a:schemeClr val="accent1"/>
                        </a:solidFill>
                        <a:latin typeface="Cambria Math" panose="02040503050406030204" pitchFamily="18" charset="0"/>
                        <a:ea typeface="Lato"/>
                        <a:cs typeface="Lato"/>
                        <a:sym typeface="Lato"/>
                      </a:rPr>
                      <m:t>5</m:t>
                    </m:r>
                  </m:oMath>
                </a14:m>
                <a:r>
                  <a:rPr lang="en-GB" sz="1800" b="0" i="0" u="none" strike="noStrike" cap="none">
                    <a:solidFill>
                      <a:schemeClr val="accent1"/>
                    </a:solidFill>
                    <a:latin typeface="Lato"/>
                    <a:ea typeface="Lato"/>
                    <a:cs typeface="Lato"/>
                    <a:sym typeface="Lato"/>
                  </a:rPr>
                  <a:t>? Given </a:t>
                </a:r>
                <a14:m>
                  <m:oMath xmlns:m="http://schemas.openxmlformats.org/officeDocument/2006/math">
                    <m:r>
                      <a:rPr lang="en-GB" sz="1800" b="0" i="1" u="none" strike="noStrike" cap="none" smtClean="0">
                        <a:solidFill>
                          <a:schemeClr val="accent1"/>
                        </a:solidFill>
                        <a:latin typeface="Cambria Math" panose="02040503050406030204" pitchFamily="18" charset="0"/>
                        <a:ea typeface="Lato"/>
                        <a:cs typeface="Lato"/>
                        <a:sym typeface="Lato"/>
                      </a:rPr>
                      <m:t>𝑦</m:t>
                    </m:r>
                    <m:r>
                      <a:rPr lang="en-GB" sz="1800" b="0" i="1" u="none" strike="noStrike" cap="none" smtClean="0">
                        <a:solidFill>
                          <a:schemeClr val="accent1"/>
                        </a:solidFill>
                        <a:latin typeface="Cambria Math" panose="02040503050406030204" pitchFamily="18" charset="0"/>
                        <a:ea typeface="Lato"/>
                        <a:cs typeface="Lato"/>
                        <a:sym typeface="Lato"/>
                      </a:rPr>
                      <m:t>=</m:t>
                    </m:r>
                    <m:r>
                      <a:rPr lang="en-GB" sz="1800" b="0" i="1" u="none" strike="noStrike" cap="none" smtClean="0">
                        <a:solidFill>
                          <a:schemeClr val="accent1"/>
                        </a:solidFill>
                        <a:latin typeface="Cambria Math" panose="02040503050406030204" pitchFamily="18" charset="0"/>
                        <a:ea typeface="Lato"/>
                        <a:cs typeface="Lato"/>
                        <a:sym typeface="Lato"/>
                      </a:rPr>
                      <m:t>2</m:t>
                    </m:r>
                    <m:r>
                      <a:rPr lang="en-GB" sz="1800" b="0" i="1" u="none" strike="noStrike" cap="none" smtClean="0">
                        <a:solidFill>
                          <a:schemeClr val="accent1"/>
                        </a:solidFill>
                        <a:latin typeface="Cambria Math" panose="02040503050406030204" pitchFamily="18" charset="0"/>
                        <a:ea typeface="Lato"/>
                        <a:cs typeface="Lato"/>
                        <a:sym typeface="Lato"/>
                      </a:rPr>
                      <m:t>.</m:t>
                    </m:r>
                    <m:r>
                      <a:rPr lang="en-GB" sz="1800" b="0" i="1" u="none" strike="noStrike" cap="none" smtClean="0">
                        <a:solidFill>
                          <a:schemeClr val="accent1"/>
                        </a:solidFill>
                        <a:latin typeface="Cambria Math" panose="02040503050406030204" pitchFamily="18" charset="0"/>
                        <a:ea typeface="Lato"/>
                        <a:cs typeface="Lato"/>
                        <a:sym typeface="Lato"/>
                      </a:rPr>
                      <m:t>5</m:t>
                    </m:r>
                    <m:r>
                      <a:rPr lang="en-GB" sz="1800" b="0" i="1" u="none" strike="noStrike" cap="none" smtClean="0">
                        <a:solidFill>
                          <a:schemeClr val="accent1"/>
                        </a:solidFill>
                        <a:latin typeface="Cambria Math" panose="02040503050406030204" pitchFamily="18" charset="0"/>
                        <a:ea typeface="Lato"/>
                        <a:cs typeface="Lato"/>
                        <a:sym typeface="Lato"/>
                      </a:rPr>
                      <m:t>𝑥</m:t>
                    </m:r>
                    <m:r>
                      <a:rPr lang="en-GB" sz="1800" b="0" i="1" u="none" strike="noStrike" cap="none" smtClean="0">
                        <a:solidFill>
                          <a:schemeClr val="accent1"/>
                        </a:solidFill>
                        <a:latin typeface="Cambria Math" panose="02040503050406030204" pitchFamily="18" charset="0"/>
                        <a:ea typeface="Lato"/>
                        <a:cs typeface="Lato"/>
                        <a:sym typeface="Lato"/>
                      </a:rPr>
                      <m:t>−</m:t>
                    </m:r>
                    <m:r>
                      <a:rPr lang="en-GB" sz="1800" b="0" i="1" u="none" strike="noStrike" cap="none" smtClean="0">
                        <a:solidFill>
                          <a:schemeClr val="accent1"/>
                        </a:solidFill>
                        <a:latin typeface="Cambria Math" panose="02040503050406030204" pitchFamily="18" charset="0"/>
                        <a:ea typeface="Lato"/>
                        <a:cs typeface="Lato"/>
                        <a:sym typeface="Lato"/>
                      </a:rPr>
                      <m:t>7</m:t>
                    </m:r>
                  </m:oMath>
                </a14:m>
                <a:endParaRPr lang="en-GB" sz="1800" b="0" i="0" u="none" strike="noStrike" cap="none">
                  <a:solidFill>
                    <a:schemeClr val="accent1"/>
                  </a:solidFill>
                  <a:latin typeface="Lato"/>
                  <a:ea typeface="Lato"/>
                  <a:cs typeface="Lato"/>
                  <a:sym typeface="Lato"/>
                </a:endParaRPr>
              </a:p>
              <a:p>
                <a:pPr marL="457200" marR="0" lvl="0" indent="-323850" algn="l" rtl="0">
                  <a:lnSpc>
                    <a:spcPct val="115000"/>
                  </a:lnSpc>
                  <a:spcBef>
                    <a:spcPts val="0"/>
                  </a:spcBef>
                  <a:spcAft>
                    <a:spcPts val="0"/>
                  </a:spcAft>
                  <a:buClr>
                    <a:schemeClr val="accent1"/>
                  </a:buClr>
                  <a:buSzPts val="1500"/>
                  <a:buFont typeface="Lato"/>
                  <a:buChar char="➔"/>
                </a:pPr>
                <a:r>
                  <a:rPr lang="en-GB"/>
                  <a:t>If so, then the student will be classified as passing with probability </a:t>
                </a:r>
                <a14:m>
                  <m:oMath xmlns:m="http://schemas.openxmlformats.org/officeDocument/2006/math">
                    <m:r>
                      <a:rPr lang="en-GB" b="0" i="1" smtClean="0">
                        <a:latin typeface="Cambria Math" panose="02040503050406030204" pitchFamily="18" charset="0"/>
                      </a:rPr>
                      <m:t>𝑃</m:t>
                    </m:r>
                  </m:oMath>
                </a14:m>
                <a:r>
                  <a:rPr lang="en-GB" sz="1800" b="0" i="0" u="none" strike="noStrike" cap="none">
                    <a:solidFill>
                      <a:schemeClr val="accent1"/>
                    </a:solidFill>
                    <a:latin typeface="Lato"/>
                    <a:ea typeface="Lato"/>
                    <a:cs typeface="Lato"/>
                    <a:sym typeface="Lato"/>
                  </a:rPr>
                  <a:t>.</a:t>
                </a:r>
              </a:p>
            </p:txBody>
          </p:sp>
        </mc:Choice>
        <mc:Fallback>
          <p:sp>
            <p:nvSpPr>
              <p:cNvPr id="267" name="Google Shape;267;p27"/>
              <p:cNvSpPr txBox="1">
                <a:spLocks noGrp="1" noRot="1" noChangeAspect="1" noMove="1" noResize="1" noEditPoints="1" noAdjustHandles="1" noChangeArrowheads="1" noChangeShapeType="1" noTextEdit="1"/>
              </p:cNvSpPr>
              <p:nvPr>
                <p:ph type="body" idx="1"/>
              </p:nvPr>
            </p:nvSpPr>
            <p:spPr>
              <a:xfrm>
                <a:off x="727650" y="1356627"/>
                <a:ext cx="4436461" cy="3348900"/>
              </a:xfrm>
              <a:prstGeom prst="rect">
                <a:avLst/>
              </a:prstGeom>
              <a:blipFill>
                <a:blip r:embed="rId3"/>
                <a:stretch>
                  <a:fillRect/>
                </a:stretch>
              </a:blipFill>
            </p:spPr>
            <p:txBody>
              <a:bodyPr/>
              <a:lstStyle/>
              <a:p>
                <a:r>
                  <a:rPr lang="en-PK">
                    <a:noFill/>
                  </a:rPr>
                  <a:t> </a:t>
                </a:r>
              </a:p>
            </p:txBody>
          </p:sp>
        </mc:Fallback>
      </mc:AlternateContent>
      <p:pic>
        <p:nvPicPr>
          <p:cNvPr id="268" name="Google Shape;268;p27"/>
          <p:cNvPicPr preferRelativeResize="0"/>
          <p:nvPr/>
        </p:nvPicPr>
        <p:blipFill>
          <a:blip r:embed="rId4">
            <a:alphaModFix/>
          </a:blip>
          <a:stretch>
            <a:fillRect/>
          </a:stretch>
        </p:blipFill>
        <p:spPr>
          <a:xfrm>
            <a:off x="5164111" y="1556962"/>
            <a:ext cx="3979889" cy="3032310"/>
          </a:xfrm>
          <a:prstGeom prst="rect">
            <a:avLst/>
          </a:prstGeom>
          <a:noFill/>
          <a:ln>
            <a:noFill/>
          </a:ln>
        </p:spPr>
      </p:pic>
      <p:cxnSp>
        <p:nvCxnSpPr>
          <p:cNvPr id="15" name="Connector: Curved 14">
            <a:extLst>
              <a:ext uri="{FF2B5EF4-FFF2-40B4-BE49-F238E27FC236}">
                <a16:creationId xmlns:a16="http://schemas.microsoft.com/office/drawing/2014/main" id="{5FD3D035-03D6-D7F4-A779-77849E3A0B73}"/>
              </a:ext>
            </a:extLst>
          </p:cNvPr>
          <p:cNvCxnSpPr>
            <a:cxnSpLocks/>
          </p:cNvCxnSpPr>
          <p:nvPr/>
        </p:nvCxnSpPr>
        <p:spPr>
          <a:xfrm flipV="1">
            <a:off x="5600700" y="1828800"/>
            <a:ext cx="3474720" cy="2171700"/>
          </a:xfrm>
          <a:prstGeom prst="curvedConnector3">
            <a:avLst/>
          </a:prstGeom>
        </p:spPr>
        <p:style>
          <a:lnRef idx="2">
            <a:schemeClr val="dk1"/>
          </a:lnRef>
          <a:fillRef idx="0">
            <a:schemeClr val="dk1"/>
          </a:fillRef>
          <a:effectRef idx="1">
            <a:schemeClr val="dk1"/>
          </a:effectRef>
          <a:fontRef idx="minor">
            <a:schemeClr val="tx1"/>
          </a:fontRef>
        </p:style>
      </p:cxnSp>
      <p:cxnSp>
        <p:nvCxnSpPr>
          <p:cNvPr id="21" name="Google Shape;223;p23">
            <a:extLst>
              <a:ext uri="{FF2B5EF4-FFF2-40B4-BE49-F238E27FC236}">
                <a16:creationId xmlns:a16="http://schemas.microsoft.com/office/drawing/2014/main" id="{7064C5FB-2DB5-387E-238C-74DEFF7247C3}"/>
              </a:ext>
            </a:extLst>
          </p:cNvPr>
          <p:cNvCxnSpPr>
            <a:cxnSpLocks/>
          </p:cNvCxnSpPr>
          <p:nvPr/>
        </p:nvCxnSpPr>
        <p:spPr>
          <a:xfrm flipV="1">
            <a:off x="7000407" y="1626433"/>
            <a:ext cx="562131" cy="2585803"/>
          </a:xfrm>
          <a:prstGeom prst="straightConnector1">
            <a:avLst/>
          </a:prstGeom>
          <a:ln>
            <a:headEnd type="none" w="sm" len="sm"/>
            <a:tailEnd type="none" w="sm" len="sm"/>
          </a:ln>
        </p:spPr>
        <p:style>
          <a:lnRef idx="2">
            <a:schemeClr val="accent3"/>
          </a:lnRef>
          <a:fillRef idx="0">
            <a:schemeClr val="accent3"/>
          </a:fillRef>
          <a:effectRef idx="1">
            <a:schemeClr val="accent3"/>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7">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7">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7">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7">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BECF6B77-0A91-A097-B155-DEE1A291014C}"/>
            </a:ext>
          </a:extLst>
        </p:cNvPr>
        <p:cNvGrpSpPr/>
        <p:nvPr/>
      </p:nvGrpSpPr>
      <p:grpSpPr>
        <a:xfrm>
          <a:off x="0" y="0"/>
          <a:ext cx="0" cy="0"/>
          <a:chOff x="0" y="0"/>
          <a:chExt cx="0" cy="0"/>
        </a:xfrm>
      </p:grpSpPr>
      <p:sp>
        <p:nvSpPr>
          <p:cNvPr id="266" name="Google Shape;266;p27">
            <a:extLst>
              <a:ext uri="{FF2B5EF4-FFF2-40B4-BE49-F238E27FC236}">
                <a16:creationId xmlns:a16="http://schemas.microsoft.com/office/drawing/2014/main" id="{986EEAB0-2221-1D9B-20CD-42274B0C84D8}"/>
              </a:ext>
            </a:extLst>
          </p:cNvPr>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Logistic regression model</a:t>
            </a:r>
            <a:endParaRPr/>
          </a:p>
        </p:txBody>
      </p:sp>
      <mc:AlternateContent xmlns:mc="http://schemas.openxmlformats.org/markup-compatibility/2006">
        <mc:Choice xmlns:a14="http://schemas.microsoft.com/office/drawing/2010/main" Requires="a14">
          <p:sp>
            <p:nvSpPr>
              <p:cNvPr id="267" name="Google Shape;267;p27">
                <a:extLst>
                  <a:ext uri="{FF2B5EF4-FFF2-40B4-BE49-F238E27FC236}">
                    <a16:creationId xmlns:a16="http://schemas.microsoft.com/office/drawing/2014/main" id="{EFF23C45-E5C7-EC99-2794-FA57A0E32B5F}"/>
                  </a:ext>
                </a:extLst>
              </p:cNvPr>
              <p:cNvSpPr txBox="1">
                <a:spLocks noGrp="1"/>
              </p:cNvSpPr>
              <p:nvPr>
                <p:ph type="body" idx="1"/>
              </p:nvPr>
            </p:nvSpPr>
            <p:spPr>
              <a:xfrm>
                <a:off x="727650" y="1356627"/>
                <a:ext cx="4436461" cy="3348900"/>
              </a:xfrm>
              <a:prstGeom prst="rect">
                <a:avLst/>
              </a:prstGeom>
            </p:spPr>
            <p:txBody>
              <a:bodyPr spcFirstLastPara="1" wrap="square" lIns="91425" tIns="91425" rIns="91425" bIns="91425" anchor="t" anchorCtr="0">
                <a:normAutofit fontScale="77500" lnSpcReduction="20000"/>
              </a:bodyPr>
              <a:lstStyle/>
              <a:p>
                <a:pPr lvl="0">
                  <a:buChar char="➔"/>
                </a:pPr>
                <a:r>
                  <a:rPr lang="en"/>
                  <a:t>Logistic regression is combination of Linear regression and Sigmoind function.</a:t>
                </a:r>
              </a:p>
              <a:p>
                <a:pPr lvl="0">
                  <a:buChar char="➔"/>
                </a:pPr>
                <a:r>
                  <a:rPr lang="en"/>
                  <a:t>Mathemtically: </a:t>
                </a:r>
                <a14:m>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r>
                      <a:rPr lang="en-GB" i="1">
                        <a:latin typeface="Cambria Math" panose="02040503050406030204" pitchFamily="18" charset="0"/>
                      </a:rPr>
                      <m:t>𝜎</m:t>
                    </m:r>
                    <m:d>
                      <m:dPr>
                        <m:ctrlPr>
                          <a:rPr lang="en-GB" i="1">
                            <a:latin typeface="Cambria Math" panose="02040503050406030204" pitchFamily="18" charset="0"/>
                          </a:rPr>
                        </m:ctrlPr>
                      </m:dPr>
                      <m:e>
                        <m:r>
                          <a:rPr lang="en-GB" i="1">
                            <a:latin typeface="Cambria Math" panose="02040503050406030204" pitchFamily="18" charset="0"/>
                          </a:rPr>
                          <m:t>𝑎𝑥</m:t>
                        </m:r>
                        <m:r>
                          <a:rPr lang="en-GB" i="1">
                            <a:latin typeface="Cambria Math" panose="02040503050406030204" pitchFamily="18" charset="0"/>
                          </a:rPr>
                          <m:t>+</m:t>
                        </m:r>
                        <m:r>
                          <a:rPr lang="en-GB" i="1">
                            <a:latin typeface="Cambria Math" panose="02040503050406030204" pitchFamily="18" charset="0"/>
                          </a:rPr>
                          <m:t>𝑏</m:t>
                        </m:r>
                      </m:e>
                    </m:d>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1+</m:t>
                        </m:r>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𝑎𝑥</m:t>
                                </m:r>
                                <m:r>
                                  <a:rPr lang="en-GB" i="1">
                                    <a:latin typeface="Cambria Math" panose="02040503050406030204" pitchFamily="18" charset="0"/>
                                  </a:rPr>
                                  <m:t>+</m:t>
                                </m:r>
                                <m:r>
                                  <a:rPr lang="en-GB" i="1">
                                    <a:latin typeface="Cambria Math" panose="02040503050406030204" pitchFamily="18" charset="0"/>
                                  </a:rPr>
                                  <m:t>𝑏</m:t>
                                </m:r>
                              </m:e>
                            </m:d>
                          </m:sup>
                        </m:sSup>
                      </m:den>
                    </m:f>
                  </m:oMath>
                </a14:m>
                <a:endParaRPr lang="en"/>
              </a:p>
              <a:p>
                <a:pPr lvl="0">
                  <a:buChar char="➔"/>
                </a:pPr>
                <a:r>
                  <a:rPr lang="en"/>
                  <a:t>Where </a:t>
                </a:r>
                <a14:m>
                  <m:oMath xmlns:m="http://schemas.openxmlformats.org/officeDocument/2006/math">
                    <m:r>
                      <a:rPr lang="en-GB" i="1">
                        <a:latin typeface="Cambria Math" panose="02040503050406030204" pitchFamily="18" charset="0"/>
                      </a:rPr>
                      <m:t>𝑎𝑥</m:t>
                    </m:r>
                    <m:r>
                      <a:rPr lang="en-GB" i="1">
                        <a:latin typeface="Cambria Math" panose="02040503050406030204" pitchFamily="18" charset="0"/>
                      </a:rPr>
                      <m:t>+</m:t>
                    </m:r>
                    <m:r>
                      <a:rPr lang="en-GB" i="1">
                        <a:latin typeface="Cambria Math" panose="02040503050406030204" pitchFamily="18" charset="0"/>
                      </a:rPr>
                      <m:t>𝑏</m:t>
                    </m:r>
                  </m:oMath>
                </a14:m>
                <a:r>
                  <a:rPr lang="en"/>
                  <a:t> is the equation of decision boundary and </a:t>
                </a:r>
                <a14:m>
                  <m:oMath xmlns:m="http://schemas.openxmlformats.org/officeDocument/2006/math">
                    <m:r>
                      <a:rPr lang="en-GB" i="1">
                        <a:latin typeface="Cambria Math" panose="02040503050406030204" pitchFamily="18" charset="0"/>
                      </a:rPr>
                      <m:t>𝜎</m:t>
                    </m:r>
                  </m:oMath>
                </a14:m>
                <a:r>
                  <a:rPr lang="en"/>
                  <a:t> is the sigmoid function.</a:t>
                </a:r>
              </a:p>
              <a:p>
                <a:pPr lvl="0">
                  <a:buChar char="➔"/>
                </a:pPr>
                <a:r>
                  <a:rPr lang="en"/>
                  <a:t>E.g. if a student studies for 3 hours, then</a:t>
                </a:r>
              </a:p>
              <a:p>
                <a:pPr lvl="0">
                  <a:buChar char="➔"/>
                </a:pPr>
                <a14:m>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3</m:t>
                        </m:r>
                      </m:e>
                    </m:d>
                    <m:r>
                      <a:rPr lang="en-GB" b="0" i="1" smtClean="0">
                        <a:latin typeface="Cambria Math" panose="02040503050406030204" pitchFamily="18" charset="0"/>
                      </a:rPr>
                      <m:t>=</m:t>
                    </m:r>
                    <m:r>
                      <a:rPr lang="en-GB" b="0" i="1" smtClean="0">
                        <a:latin typeface="Cambria Math" panose="02040503050406030204" pitchFamily="18" charset="0"/>
                      </a:rPr>
                      <m:t>𝜎</m:t>
                    </m:r>
                    <m:d>
                      <m:dPr>
                        <m:ctrlPr>
                          <a:rPr lang="en-GB" b="0" i="1" smtClean="0">
                            <a:latin typeface="Cambria Math" panose="02040503050406030204" pitchFamily="18" charset="0"/>
                          </a:rPr>
                        </m:ctrlPr>
                      </m:dPr>
                      <m:e>
                        <m:r>
                          <a:rPr lang="en-GB" i="1">
                            <a:latin typeface="Cambria Math" panose="02040503050406030204" pitchFamily="18" charset="0"/>
                          </a:rPr>
                          <m:t>2.5</m:t>
                        </m:r>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3.5</m:t>
                        </m:r>
                        <m:r>
                          <a:rPr lang="en-GB" i="1">
                            <a:latin typeface="Cambria Math" panose="02040503050406030204" pitchFamily="18" charset="0"/>
                          </a:rPr>
                          <m:t>−7</m:t>
                        </m:r>
                      </m:e>
                    </m:d>
                    <m:r>
                      <a:rPr lang="en-GB" b="0" i="1" smtClean="0">
                        <a:latin typeface="Cambria Math" panose="02040503050406030204" pitchFamily="18" charset="0"/>
                      </a:rPr>
                      <m:t>=</m:t>
                    </m:r>
                    <m:r>
                      <a:rPr lang="en-GB" b="0" i="1" smtClean="0">
                        <a:latin typeface="Cambria Math" panose="02040503050406030204" pitchFamily="18" charset="0"/>
                      </a:rPr>
                      <m:t>𝜎</m:t>
                    </m:r>
                    <m:d>
                      <m:dPr>
                        <m:ctrlPr>
                          <a:rPr lang="en-GB" b="0" i="1" smtClean="0">
                            <a:latin typeface="Cambria Math" panose="02040503050406030204" pitchFamily="18" charset="0"/>
                          </a:rPr>
                        </m:ctrlPr>
                      </m:dPr>
                      <m:e>
                        <m:r>
                          <a:rPr lang="en-GB" b="0" i="1" smtClean="0">
                            <a:latin typeface="Cambria Math" panose="02040503050406030204" pitchFamily="18" charset="0"/>
                          </a:rPr>
                          <m:t>0.5</m:t>
                        </m:r>
                      </m:e>
                    </m:d>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1+</m:t>
                        </m:r>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m:t>
                            </m:r>
                            <m:r>
                              <a:rPr lang="en-GB" b="0" i="1" smtClean="0">
                                <a:latin typeface="Cambria Math" panose="02040503050406030204" pitchFamily="18" charset="0"/>
                              </a:rPr>
                              <m:t>0.5</m:t>
                            </m:r>
                          </m:sup>
                        </m:sSup>
                      </m:den>
                    </m:f>
                  </m:oMath>
                </a14:m>
                <a:endParaRPr lang="en"/>
              </a:p>
              <a:p>
                <a:pPr lvl="0">
                  <a:buChar char="➔"/>
                </a:pPr>
                <a14:m>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3</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1.6.365</m:t>
                        </m:r>
                      </m:den>
                    </m:f>
                    <m:r>
                      <a:rPr lang="en-GB" b="0" i="1" smtClean="0">
                        <a:latin typeface="Cambria Math" panose="02040503050406030204" pitchFamily="18" charset="0"/>
                        <a:ea typeface="Cambria Math" panose="02040503050406030204" pitchFamily="18" charset="0"/>
                      </a:rPr>
                      <m:t>≈0.6225</m:t>
                    </m:r>
                  </m:oMath>
                </a14:m>
                <a:endParaRPr lang="en"/>
              </a:p>
              <a:p>
                <a:pPr lvl="0">
                  <a:buChar char="➔"/>
                </a:pPr>
                <a:r>
                  <a:rPr lang="en"/>
                  <a:t>Therefore, we predict with 0.6 probability that the student will pass the exam.</a:t>
                </a:r>
              </a:p>
            </p:txBody>
          </p:sp>
        </mc:Choice>
        <mc:Fallback>
          <p:sp>
            <p:nvSpPr>
              <p:cNvPr id="267" name="Google Shape;267;p27">
                <a:extLst>
                  <a:ext uri="{FF2B5EF4-FFF2-40B4-BE49-F238E27FC236}">
                    <a16:creationId xmlns:a16="http://schemas.microsoft.com/office/drawing/2014/main" id="{EFF23C45-E5C7-EC99-2794-FA57A0E32B5F}"/>
                  </a:ext>
                </a:extLst>
              </p:cNvPr>
              <p:cNvSpPr txBox="1">
                <a:spLocks noGrp="1" noRot="1" noChangeAspect="1" noMove="1" noResize="1" noEditPoints="1" noAdjustHandles="1" noChangeArrowheads="1" noChangeShapeType="1" noTextEdit="1"/>
              </p:cNvSpPr>
              <p:nvPr>
                <p:ph type="body" idx="1"/>
              </p:nvPr>
            </p:nvSpPr>
            <p:spPr>
              <a:xfrm>
                <a:off x="727650" y="1356627"/>
                <a:ext cx="4436461" cy="3348900"/>
              </a:xfrm>
              <a:prstGeom prst="rect">
                <a:avLst/>
              </a:prstGeom>
              <a:blipFill>
                <a:blip r:embed="rId3"/>
                <a:stretch>
                  <a:fillRect t="-1093"/>
                </a:stretch>
              </a:blipFill>
            </p:spPr>
            <p:txBody>
              <a:bodyPr/>
              <a:lstStyle/>
              <a:p>
                <a:r>
                  <a:rPr lang="en-PK">
                    <a:noFill/>
                  </a:rPr>
                  <a:t> </a:t>
                </a:r>
              </a:p>
            </p:txBody>
          </p:sp>
        </mc:Fallback>
      </mc:AlternateContent>
      <p:grpSp>
        <p:nvGrpSpPr>
          <p:cNvPr id="2" name="Group 1">
            <a:extLst>
              <a:ext uri="{FF2B5EF4-FFF2-40B4-BE49-F238E27FC236}">
                <a16:creationId xmlns:a16="http://schemas.microsoft.com/office/drawing/2014/main" id="{06A98C6F-618F-AD14-7F6C-3AB1F820225B}"/>
              </a:ext>
            </a:extLst>
          </p:cNvPr>
          <p:cNvGrpSpPr/>
          <p:nvPr/>
        </p:nvGrpSpPr>
        <p:grpSpPr>
          <a:xfrm>
            <a:off x="5164111" y="1556962"/>
            <a:ext cx="3979889" cy="3032310"/>
            <a:chOff x="5164111" y="1556962"/>
            <a:chExt cx="3979889" cy="3032310"/>
          </a:xfrm>
        </p:grpSpPr>
        <p:pic>
          <p:nvPicPr>
            <p:cNvPr id="268" name="Google Shape;268;p27">
              <a:extLst>
                <a:ext uri="{FF2B5EF4-FFF2-40B4-BE49-F238E27FC236}">
                  <a16:creationId xmlns:a16="http://schemas.microsoft.com/office/drawing/2014/main" id="{A8EBA81F-9B12-DC30-901C-A1B7316969BE}"/>
                </a:ext>
              </a:extLst>
            </p:cNvPr>
            <p:cNvPicPr preferRelativeResize="0"/>
            <p:nvPr/>
          </p:nvPicPr>
          <p:blipFill>
            <a:blip r:embed="rId4">
              <a:alphaModFix/>
            </a:blip>
            <a:stretch>
              <a:fillRect/>
            </a:stretch>
          </p:blipFill>
          <p:spPr>
            <a:xfrm>
              <a:off x="5164111" y="1556962"/>
              <a:ext cx="3979889" cy="3032310"/>
            </a:xfrm>
            <a:prstGeom prst="rect">
              <a:avLst/>
            </a:prstGeom>
            <a:noFill/>
            <a:ln>
              <a:noFill/>
            </a:ln>
          </p:spPr>
        </p:pic>
        <p:cxnSp>
          <p:nvCxnSpPr>
            <p:cNvPr id="21" name="Google Shape;223;p23">
              <a:extLst>
                <a:ext uri="{FF2B5EF4-FFF2-40B4-BE49-F238E27FC236}">
                  <a16:creationId xmlns:a16="http://schemas.microsoft.com/office/drawing/2014/main" id="{8E4D6759-D97C-3EAF-87BC-F7C9AF52CF12}"/>
                </a:ext>
              </a:extLst>
            </p:cNvPr>
            <p:cNvCxnSpPr>
              <a:cxnSpLocks/>
            </p:cNvCxnSpPr>
            <p:nvPr/>
          </p:nvCxnSpPr>
          <p:spPr>
            <a:xfrm flipV="1">
              <a:off x="7000407" y="1626433"/>
              <a:ext cx="487180" cy="2585803"/>
            </a:xfrm>
            <a:prstGeom prst="straightConnector1">
              <a:avLst/>
            </a:prstGeom>
            <a:ln>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15" name="Connector: Curved 14">
              <a:extLst>
                <a:ext uri="{FF2B5EF4-FFF2-40B4-BE49-F238E27FC236}">
                  <a16:creationId xmlns:a16="http://schemas.microsoft.com/office/drawing/2014/main" id="{A1048EBB-6D7B-1ED8-C35D-CBEC38B2D956}"/>
                </a:ext>
              </a:extLst>
            </p:cNvPr>
            <p:cNvCxnSpPr>
              <a:cxnSpLocks/>
            </p:cNvCxnSpPr>
            <p:nvPr/>
          </p:nvCxnSpPr>
          <p:spPr>
            <a:xfrm flipV="1">
              <a:off x="5600700" y="1828800"/>
              <a:ext cx="3474720" cy="2171700"/>
            </a:xfrm>
            <a:prstGeom prst="curvedConnector3">
              <a:avLst>
                <a:gd name="adj1" fmla="val 47412"/>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086904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8"/>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89"/>
              <a:buNone/>
            </a:pPr>
            <a:r>
              <a:rPr lang="en"/>
              <a:t>Implementation on Google Colab</a:t>
            </a:r>
            <a:endParaRPr/>
          </a:p>
        </p:txBody>
      </p:sp>
      <p:sp>
        <p:nvSpPr>
          <p:cNvPr id="8" name="Google Shape;431;p47">
            <a:extLst>
              <a:ext uri="{FF2B5EF4-FFF2-40B4-BE49-F238E27FC236}">
                <a16:creationId xmlns:a16="http://schemas.microsoft.com/office/drawing/2014/main" id="{CB52BA69-1A3F-710E-3C80-A6EB797F7C37}"/>
              </a:ext>
            </a:extLst>
          </p:cNvPr>
          <p:cNvSpPr txBox="1">
            <a:spLocks/>
          </p:cNvSpPr>
          <p:nvPr/>
        </p:nvSpPr>
        <p:spPr>
          <a:xfrm>
            <a:off x="727650" y="2571749"/>
            <a:ext cx="7688700" cy="247227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30200">
              <a:lnSpc>
                <a:spcPct val="115000"/>
              </a:lnSpc>
              <a:buSzPts val="1600"/>
              <a:buFont typeface="Arial"/>
              <a:buChar char="➔"/>
            </a:pPr>
            <a:r>
              <a:rPr lang="cy-GB" sz="1600"/>
              <a:t>Objective 1: Load the Iris dataset into a Pandas data frame and filter out examples where species = ‘Setosa’.</a:t>
            </a:r>
          </a:p>
          <a:p>
            <a:pPr marL="457200" indent="-330200">
              <a:lnSpc>
                <a:spcPct val="115000"/>
              </a:lnSpc>
              <a:buSzPts val="1600"/>
              <a:buFont typeface="Arial"/>
              <a:buChar char="➔"/>
            </a:pPr>
            <a:r>
              <a:rPr lang="cy-GB" sz="1600"/>
              <a:t>Objective 2: Using Scikit-Learn, fit a Logistic model to predict “species” from “petal width” and “petal length”</a:t>
            </a:r>
          </a:p>
          <a:p>
            <a:pPr marL="457200" indent="-330200">
              <a:lnSpc>
                <a:spcPct val="115000"/>
              </a:lnSpc>
              <a:buSzPts val="1600"/>
              <a:buFont typeface="Arial"/>
              <a:buChar char="➔"/>
            </a:pPr>
            <a:r>
              <a:rPr lang="cy-GB" sz="1600"/>
              <a:t>Objective 3: Test the model for a few examples and print the predictions with their respective probabilities</a:t>
            </a:r>
          </a:p>
          <a:p>
            <a:pPr marL="457200" indent="-330200">
              <a:lnSpc>
                <a:spcPct val="115000"/>
              </a:lnSpc>
              <a:buSzPts val="1600"/>
              <a:buFont typeface="Arial"/>
              <a:buChar char="➔"/>
            </a:pPr>
            <a:endParaRPr lang="cy-GB"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6"/>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Extension to more dimensions</a:t>
            </a:r>
            <a:endParaRPr/>
          </a:p>
          <a:p>
            <a:pPr marL="0" lvl="0" indent="0" algn="l" rtl="0">
              <a:spcBef>
                <a:spcPts val="0"/>
              </a:spcBef>
              <a:spcAft>
                <a:spcPts val="0"/>
              </a:spcAft>
              <a:buNone/>
            </a:pPr>
            <a:endParaRPr/>
          </a:p>
        </p:txBody>
      </p:sp>
      <mc:AlternateContent xmlns:mc="http://schemas.openxmlformats.org/markup-compatibility/2006">
        <mc:Choice xmlns:a14="http://schemas.microsoft.com/office/drawing/2010/main" Requires="a14">
          <p:sp>
            <p:nvSpPr>
              <p:cNvPr id="354" name="Google Shape;354;p36"/>
              <p:cNvSpPr txBox="1">
                <a:spLocks noGrp="1"/>
              </p:cNvSpPr>
              <p:nvPr>
                <p:ph type="body" idx="1"/>
              </p:nvPr>
            </p:nvSpPr>
            <p:spPr>
              <a:xfrm>
                <a:off x="727650" y="1356627"/>
                <a:ext cx="7688700" cy="33489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GB"/>
                  <a:t>What if we had more features?</a:t>
                </a:r>
              </a:p>
              <a:p>
                <a:pPr marL="457200" lvl="0" indent="-342900" algn="l" rtl="0">
                  <a:spcBef>
                    <a:spcPts val="0"/>
                  </a:spcBef>
                  <a:spcAft>
                    <a:spcPts val="0"/>
                  </a:spcAft>
                  <a:buSzPts val="1800"/>
                  <a:buChar char="➔"/>
                </a:pPr>
                <a:r>
                  <a:rPr lang="en-GB"/>
                  <a:t>Recall Linear Regression in multiple dimensions:</a:t>
                </a:r>
              </a:p>
              <a:p>
                <a:pPr marL="914400" lvl="1" indent="-349250" algn="l" rtl="0">
                  <a:spcBef>
                    <a:spcPts val="400"/>
                  </a:spcBef>
                  <a:spcAft>
                    <a:spcPts val="0"/>
                  </a:spcAft>
                  <a:buSzPts val="1900"/>
                  <a:buChar char="◆"/>
                </a:pPr>
                <a14:m>
                  <m:oMath xmlns:m="http://schemas.openxmlformats.org/officeDocument/2006/math">
                    <m:r>
                      <a:rPr lang="en-GB" sz="1900" i="1" dirty="0" smtClean="0">
                        <a:latin typeface="Cambria Math" panose="02040503050406030204" pitchFamily="18" charset="0"/>
                        <a:ea typeface="Times New Roman"/>
                        <a:cs typeface="Times New Roman"/>
                        <a:sym typeface="Times New Roman"/>
                      </a:rPr>
                      <m:t>𝑦</m:t>
                    </m:r>
                    <m:r>
                      <a:rPr lang="en-GB" sz="1900" i="1" dirty="0" smtClean="0">
                        <a:latin typeface="Cambria Math" panose="02040503050406030204" pitchFamily="18" charset="0"/>
                        <a:ea typeface="Times New Roman"/>
                        <a:cs typeface="Times New Roman"/>
                        <a:sym typeface="Times New Roman"/>
                      </a:rPr>
                      <m:t>=</m:t>
                    </m:r>
                    <m:r>
                      <a:rPr lang="en-GB" sz="1900" b="1" i="1" dirty="0">
                        <a:latin typeface="Cambria Math" panose="02040503050406030204" pitchFamily="18" charset="0"/>
                        <a:ea typeface="Times New Roman"/>
                        <a:cs typeface="Times New Roman"/>
                        <a:sym typeface="Times New Roman"/>
                      </a:rPr>
                      <m:t>𝒂</m:t>
                    </m:r>
                    <m:r>
                      <a:rPr lang="en-GB" sz="1900" i="1" baseline="30000" dirty="0">
                        <a:latin typeface="Cambria Math" panose="02040503050406030204" pitchFamily="18" charset="0"/>
                        <a:ea typeface="Times New Roman"/>
                        <a:cs typeface="Times New Roman"/>
                        <a:sym typeface="Times New Roman"/>
                      </a:rPr>
                      <m:t>𝑇</m:t>
                    </m:r>
                    <m:r>
                      <a:rPr lang="en-GB" sz="1900" b="1" i="1" dirty="0">
                        <a:latin typeface="Cambria Math" panose="02040503050406030204" pitchFamily="18" charset="0"/>
                        <a:ea typeface="Times New Roman"/>
                        <a:cs typeface="Times New Roman"/>
                        <a:sym typeface="Times New Roman"/>
                      </a:rPr>
                      <m:t>𝒙</m:t>
                    </m:r>
                  </m:oMath>
                </a14:m>
                <a:r>
                  <a:rPr lang="en-GB" sz="1900"/>
                  <a:t>, where </a:t>
                </a:r>
                <a14:m>
                  <m:oMath xmlns:m="http://schemas.openxmlformats.org/officeDocument/2006/math">
                    <m:sSup>
                      <m:sSupPr>
                        <m:ctrlPr>
                          <a:rPr lang="en-GB" sz="1900" b="1" i="1" dirty="0" smtClean="0">
                            <a:latin typeface="Cambria Math" panose="02040503050406030204" pitchFamily="18" charset="0"/>
                            <a:ea typeface="Times New Roman"/>
                            <a:cs typeface="Times New Roman"/>
                            <a:sym typeface="Times New Roman"/>
                          </a:rPr>
                        </m:ctrlPr>
                      </m:sSupPr>
                      <m:e>
                        <m:r>
                          <a:rPr lang="en-GB" sz="1900" b="1" i="1" dirty="0" smtClean="0">
                            <a:latin typeface="Cambria Math" panose="02040503050406030204" pitchFamily="18" charset="0"/>
                            <a:ea typeface="Times New Roman"/>
                            <a:cs typeface="Times New Roman"/>
                            <a:sym typeface="Times New Roman"/>
                          </a:rPr>
                          <m:t>𝒂</m:t>
                        </m:r>
                      </m:e>
                      <m:sup>
                        <m:r>
                          <a:rPr lang="en-GB" sz="1900" b="1" i="1" dirty="0" smtClean="0">
                            <a:latin typeface="Cambria Math" panose="02040503050406030204" pitchFamily="18" charset="0"/>
                            <a:ea typeface="Times New Roman"/>
                            <a:cs typeface="Times New Roman"/>
                            <a:sym typeface="Times New Roman"/>
                          </a:rPr>
                          <m:t>𝑻</m:t>
                        </m:r>
                      </m:sup>
                    </m:sSup>
                    <m:r>
                      <a:rPr lang="en-GB" sz="1900" i="1" dirty="0">
                        <a:latin typeface="Cambria Math" panose="02040503050406030204" pitchFamily="18" charset="0"/>
                        <a:ea typeface="Times New Roman"/>
                        <a:cs typeface="Times New Roman"/>
                        <a:sym typeface="Times New Roman"/>
                      </a:rPr>
                      <m:t>=</m:t>
                    </m:r>
                    <m:d>
                      <m:dPr>
                        <m:begChr m:val="["/>
                        <m:endChr m:val="]"/>
                        <m:ctrlPr>
                          <a:rPr lang="en-GB" sz="1900" b="0" i="1" dirty="0" smtClean="0">
                            <a:latin typeface="Cambria Math" panose="02040503050406030204" pitchFamily="18" charset="0"/>
                            <a:cs typeface="Times New Roman"/>
                            <a:sym typeface="Times New Roman"/>
                          </a:rPr>
                        </m:ctrlPr>
                      </m:dPr>
                      <m:e>
                        <m:sSub>
                          <m:sSubPr>
                            <m:ctrlPr>
                              <a:rPr lang="en-GB" sz="1900" b="0" i="1" dirty="0" smtClean="0">
                                <a:latin typeface="Cambria Math" panose="02040503050406030204" pitchFamily="18" charset="0"/>
                                <a:cs typeface="Times New Roman"/>
                                <a:sym typeface="Times New Roman"/>
                              </a:rPr>
                            </m:ctrlPr>
                          </m:sSubPr>
                          <m:e>
                            <m:r>
                              <a:rPr lang="en-GB" sz="1900" b="0" i="1" dirty="0" smtClean="0">
                                <a:latin typeface="Cambria Math" panose="02040503050406030204" pitchFamily="18" charset="0"/>
                                <a:cs typeface="Times New Roman"/>
                                <a:sym typeface="Times New Roman"/>
                              </a:rPr>
                              <m:t>𝑎</m:t>
                            </m:r>
                          </m:e>
                          <m:sub>
                            <m:r>
                              <a:rPr lang="en-GB" sz="1900" b="0" i="1" dirty="0" smtClean="0">
                                <a:latin typeface="Cambria Math" panose="02040503050406030204" pitchFamily="18" charset="0"/>
                                <a:cs typeface="Times New Roman"/>
                                <a:sym typeface="Times New Roman"/>
                              </a:rPr>
                              <m:t>1</m:t>
                            </m:r>
                          </m:sub>
                        </m:sSub>
                        <m:r>
                          <a:rPr lang="en-GB" sz="1900" b="0" i="1" dirty="0" smtClean="0">
                            <a:latin typeface="Cambria Math" panose="02040503050406030204" pitchFamily="18" charset="0"/>
                            <a:cs typeface="Times New Roman"/>
                            <a:sym typeface="Times New Roman"/>
                          </a:rPr>
                          <m:t>,</m:t>
                        </m:r>
                        <m:sSub>
                          <m:sSubPr>
                            <m:ctrlPr>
                              <a:rPr lang="en-GB" sz="1900" b="0" i="1" dirty="0" smtClean="0">
                                <a:latin typeface="Cambria Math" panose="02040503050406030204" pitchFamily="18" charset="0"/>
                                <a:cs typeface="Times New Roman"/>
                                <a:sym typeface="Times New Roman"/>
                              </a:rPr>
                            </m:ctrlPr>
                          </m:sSubPr>
                          <m:e>
                            <m:r>
                              <a:rPr lang="en-GB" sz="1900" b="0" i="1" dirty="0" smtClean="0">
                                <a:latin typeface="Cambria Math" panose="02040503050406030204" pitchFamily="18" charset="0"/>
                                <a:cs typeface="Times New Roman"/>
                                <a:sym typeface="Times New Roman"/>
                              </a:rPr>
                              <m:t>𝑎</m:t>
                            </m:r>
                          </m:e>
                          <m:sub>
                            <m:r>
                              <a:rPr lang="en-GB" sz="1900" b="0" i="1" dirty="0" smtClean="0">
                                <a:latin typeface="Cambria Math" panose="02040503050406030204" pitchFamily="18" charset="0"/>
                                <a:cs typeface="Times New Roman"/>
                                <a:sym typeface="Times New Roman"/>
                              </a:rPr>
                              <m:t>2</m:t>
                            </m:r>
                          </m:sub>
                        </m:sSub>
                        <m:r>
                          <a:rPr lang="en-GB" sz="1900" b="0" i="1" dirty="0" smtClean="0">
                            <a:latin typeface="Cambria Math" panose="02040503050406030204" pitchFamily="18" charset="0"/>
                            <a:cs typeface="Times New Roman"/>
                            <a:sym typeface="Times New Roman"/>
                          </a:rPr>
                          <m:t>,…,</m:t>
                        </m:r>
                        <m:sSub>
                          <m:sSubPr>
                            <m:ctrlPr>
                              <a:rPr lang="en-GB" sz="1900" b="0" i="1" dirty="0" smtClean="0">
                                <a:latin typeface="Cambria Math" panose="02040503050406030204" pitchFamily="18" charset="0"/>
                                <a:cs typeface="Times New Roman"/>
                                <a:sym typeface="Times New Roman"/>
                              </a:rPr>
                            </m:ctrlPr>
                          </m:sSubPr>
                          <m:e>
                            <m:r>
                              <a:rPr lang="en-GB" sz="1900" b="0" i="1" dirty="0" smtClean="0">
                                <a:latin typeface="Cambria Math" panose="02040503050406030204" pitchFamily="18" charset="0"/>
                                <a:cs typeface="Times New Roman"/>
                                <a:sym typeface="Times New Roman"/>
                              </a:rPr>
                              <m:t>𝑎</m:t>
                            </m:r>
                          </m:e>
                          <m:sub>
                            <m:r>
                              <a:rPr lang="en-GB" sz="1900" b="0" i="1" dirty="0" smtClean="0">
                                <a:latin typeface="Cambria Math" panose="02040503050406030204" pitchFamily="18" charset="0"/>
                                <a:cs typeface="Times New Roman"/>
                                <a:sym typeface="Times New Roman"/>
                              </a:rPr>
                              <m:t>𝑛</m:t>
                            </m:r>
                          </m:sub>
                        </m:sSub>
                        <m:r>
                          <a:rPr lang="en-GB" sz="1900" b="0" i="1" dirty="0" smtClean="0">
                            <a:latin typeface="Cambria Math" panose="02040503050406030204" pitchFamily="18" charset="0"/>
                            <a:cs typeface="Times New Roman"/>
                            <a:sym typeface="Times New Roman"/>
                          </a:rPr>
                          <m:t>,</m:t>
                        </m:r>
                        <m:r>
                          <a:rPr lang="en-GB" sz="1900" b="0" i="1" dirty="0" smtClean="0">
                            <a:latin typeface="Cambria Math" panose="02040503050406030204" pitchFamily="18" charset="0"/>
                            <a:cs typeface="Times New Roman"/>
                            <a:sym typeface="Times New Roman"/>
                          </a:rPr>
                          <m:t>𝑏</m:t>
                        </m:r>
                      </m:e>
                    </m:d>
                  </m:oMath>
                </a14:m>
                <a:r>
                  <a:rPr lang="en-GB" sz="1900"/>
                  <a:t> and </a:t>
                </a:r>
                <a14:m>
                  <m:oMath xmlns:m="http://schemas.openxmlformats.org/officeDocument/2006/math">
                    <m:r>
                      <a:rPr lang="en-GB" sz="1900" b="1" i="1" dirty="0" smtClean="0">
                        <a:latin typeface="Cambria Math" panose="02040503050406030204" pitchFamily="18" charset="0"/>
                        <a:ea typeface="Times New Roman"/>
                        <a:cs typeface="Times New Roman"/>
                        <a:sym typeface="Times New Roman"/>
                      </a:rPr>
                      <m:t>𝒙</m:t>
                    </m:r>
                    <m:r>
                      <a:rPr lang="en-GB" sz="1900" i="1" dirty="0" smtClean="0">
                        <a:latin typeface="Cambria Math" panose="02040503050406030204" pitchFamily="18" charset="0"/>
                        <a:ea typeface="Times New Roman"/>
                        <a:cs typeface="Times New Roman"/>
                        <a:sym typeface="Times New Roman"/>
                      </a:rPr>
                      <m:t>=[</m:t>
                    </m:r>
                    <m:r>
                      <a:rPr lang="en-GB" sz="1900" i="1" dirty="0">
                        <a:latin typeface="Cambria Math" panose="02040503050406030204" pitchFamily="18" charset="0"/>
                        <a:ea typeface="Times New Roman"/>
                        <a:cs typeface="Times New Roman"/>
                        <a:sym typeface="Times New Roman"/>
                      </a:rPr>
                      <m:t>𝑥</m:t>
                    </m:r>
                    <m:r>
                      <a:rPr lang="en-GB" sz="1900" i="1" baseline="-25000" dirty="0">
                        <a:latin typeface="Cambria Math" panose="02040503050406030204" pitchFamily="18" charset="0"/>
                        <a:ea typeface="Times New Roman"/>
                        <a:cs typeface="Times New Roman"/>
                        <a:sym typeface="Times New Roman"/>
                      </a:rPr>
                      <m:t>1</m:t>
                    </m:r>
                    <m:r>
                      <a:rPr lang="en-GB" sz="1900" i="1" dirty="0">
                        <a:latin typeface="Cambria Math" panose="02040503050406030204" pitchFamily="18" charset="0"/>
                        <a:ea typeface="Times New Roman"/>
                        <a:cs typeface="Times New Roman"/>
                        <a:sym typeface="Times New Roman"/>
                      </a:rPr>
                      <m:t>,</m:t>
                    </m:r>
                    <m:r>
                      <a:rPr lang="en-GB" sz="1900" i="1" dirty="0">
                        <a:latin typeface="Cambria Math" panose="02040503050406030204" pitchFamily="18" charset="0"/>
                        <a:ea typeface="Times New Roman"/>
                        <a:cs typeface="Times New Roman"/>
                        <a:sym typeface="Times New Roman"/>
                      </a:rPr>
                      <m:t>𝑥</m:t>
                    </m:r>
                    <m:r>
                      <a:rPr lang="en-GB" sz="1900" i="1" baseline="-25000" dirty="0">
                        <a:latin typeface="Cambria Math" panose="02040503050406030204" pitchFamily="18" charset="0"/>
                        <a:ea typeface="Times New Roman"/>
                        <a:cs typeface="Times New Roman"/>
                        <a:sym typeface="Times New Roman"/>
                      </a:rPr>
                      <m:t>2</m:t>
                    </m:r>
                    <m:r>
                      <a:rPr lang="en-GB" sz="1900" i="1" dirty="0">
                        <a:latin typeface="Cambria Math" panose="02040503050406030204" pitchFamily="18" charset="0"/>
                        <a:ea typeface="Times New Roman"/>
                        <a:cs typeface="Times New Roman"/>
                        <a:sym typeface="Times New Roman"/>
                      </a:rPr>
                      <m:t>,.., </m:t>
                    </m:r>
                    <m:sSub>
                      <m:sSubPr>
                        <m:ctrlPr>
                          <a:rPr lang="en-GB" sz="1900" b="0" i="1" dirty="0" smtClean="0">
                            <a:latin typeface="Cambria Math" panose="02040503050406030204" pitchFamily="18" charset="0"/>
                            <a:ea typeface="Times New Roman"/>
                            <a:cs typeface="Times New Roman"/>
                            <a:sym typeface="Times New Roman"/>
                          </a:rPr>
                        </m:ctrlPr>
                      </m:sSubPr>
                      <m:e>
                        <m:r>
                          <a:rPr lang="en-GB" sz="1900" i="1" dirty="0">
                            <a:latin typeface="Cambria Math" panose="02040503050406030204" pitchFamily="18" charset="0"/>
                            <a:ea typeface="Times New Roman"/>
                            <a:cs typeface="Times New Roman"/>
                            <a:sym typeface="Times New Roman"/>
                          </a:rPr>
                          <m:t>𝑥</m:t>
                        </m:r>
                      </m:e>
                      <m:sub>
                        <m:r>
                          <a:rPr lang="en-GB" sz="1900" b="0" i="1" dirty="0" smtClean="0">
                            <a:latin typeface="Cambria Math" panose="02040503050406030204" pitchFamily="18" charset="0"/>
                            <a:ea typeface="Times New Roman"/>
                            <a:cs typeface="Times New Roman"/>
                            <a:sym typeface="Times New Roman"/>
                          </a:rPr>
                          <m:t>𝑛</m:t>
                        </m:r>
                      </m:sub>
                    </m:sSub>
                    <m:r>
                      <a:rPr lang="en-GB" sz="1900" i="1" dirty="0">
                        <a:latin typeface="Cambria Math" panose="02040503050406030204" pitchFamily="18" charset="0"/>
                        <a:ea typeface="Times New Roman"/>
                        <a:cs typeface="Times New Roman"/>
                        <a:sym typeface="Times New Roman"/>
                      </a:rPr>
                      <m:t> ,</m:t>
                    </m:r>
                    <m:r>
                      <a:rPr lang="en-GB" sz="1900" i="1" dirty="0">
                        <a:latin typeface="Cambria Math" panose="02040503050406030204" pitchFamily="18" charset="0"/>
                        <a:ea typeface="Times New Roman"/>
                        <a:cs typeface="Times New Roman"/>
                        <a:sym typeface="Times New Roman"/>
                      </a:rPr>
                      <m:t>1</m:t>
                    </m:r>
                    <m:r>
                      <a:rPr lang="en-GB" sz="1900" i="1" dirty="0">
                        <a:latin typeface="Cambria Math" panose="02040503050406030204" pitchFamily="18" charset="0"/>
                        <a:ea typeface="Times New Roman"/>
                        <a:cs typeface="Times New Roman"/>
                        <a:sym typeface="Times New Roman"/>
                      </a:rPr>
                      <m:t>]</m:t>
                    </m:r>
                  </m:oMath>
                </a14:m>
                <a:endParaRPr lang="en-GB" sz="1900"/>
              </a:p>
              <a:p>
                <a:pPr marL="457200" lvl="0" indent="-342900" algn="l" rtl="0">
                  <a:spcBef>
                    <a:spcPts val="400"/>
                  </a:spcBef>
                  <a:spcAft>
                    <a:spcPts val="0"/>
                  </a:spcAft>
                  <a:buSzPts val="1800"/>
                  <a:buChar char="➔"/>
                </a:pPr>
                <a:r>
                  <a:rPr lang="en-GB"/>
                  <a:t>We can do the same for the logistic regression:</a:t>
                </a:r>
              </a:p>
              <a:p>
                <a:pPr lvl="1">
                  <a:spcBef>
                    <a:spcPts val="400"/>
                  </a:spcBef>
                  <a:buChar char="◆"/>
                </a:pPr>
                <a14:m>
                  <m:oMath xmlns:m="http://schemas.openxmlformats.org/officeDocument/2006/math">
                    <m:r>
                      <a:rPr lang="en-GB" b="0" i="1" smtClean="0">
                        <a:latin typeface="Cambria Math" panose="02040503050406030204" pitchFamily="18" charset="0"/>
                      </a:rPr>
                      <m:t>𝑃</m:t>
                    </m:r>
                    <m:d>
                      <m:dPr>
                        <m:ctrlPr>
                          <a:rPr lang="ar-SA" b="0" i="1" smtClean="0">
                            <a:latin typeface="Cambria Math" panose="02040503050406030204" pitchFamily="18" charset="0"/>
                          </a:rPr>
                        </m:ctrlPr>
                      </m:dPr>
                      <m:e>
                        <m:r>
                          <a:rPr lang="ar-SA" b="0" i="1" smtClean="0">
                            <a:latin typeface="Cambria Math" panose="02040503050406030204" pitchFamily="18" charset="0"/>
                          </a:rPr>
                          <m:t>𝑦</m:t>
                        </m:r>
                        <m:r>
                          <a:rPr lang="ar-SA" b="0" i="1" smtClean="0">
                            <a:latin typeface="Cambria Math" panose="02040503050406030204" pitchFamily="18" charset="0"/>
                          </a:rPr>
                          <m:t>=</m:t>
                        </m:r>
                        <m:r>
                          <a:rPr lang="ar-SA" b="0" i="1" smtClean="0">
                            <a:latin typeface="Cambria Math" panose="02040503050406030204" pitchFamily="18" charset="0"/>
                          </a:rPr>
                          <m:t>1</m:t>
                        </m:r>
                      </m:e>
                      <m:e>
                        <m:r>
                          <a:rPr lang="ar-SA" b="0" i="1" smtClean="0">
                            <a:latin typeface="Cambria Math" panose="02040503050406030204" pitchFamily="18" charset="0"/>
                          </a:rPr>
                          <m:t>𝑥</m:t>
                        </m:r>
                      </m:e>
                    </m:d>
                    <m:r>
                      <a:rPr lang="ar-SA" b="0" i="1" smtClean="0">
                        <a:latin typeface="Cambria Math" panose="02040503050406030204" pitchFamily="18" charset="0"/>
                      </a:rPr>
                      <m:t>=</m:t>
                    </m:r>
                    <m:r>
                      <a:rPr lang="ar-SA" b="0" i="1" smtClean="0">
                        <a:latin typeface="Cambria Math" panose="02040503050406030204" pitchFamily="18" charset="0"/>
                      </a:rPr>
                      <m:t>𝜎</m:t>
                    </m:r>
                    <m:d>
                      <m:dPr>
                        <m:ctrlPr>
                          <a:rPr lang="ar-SA" b="0" i="1" smtClean="0">
                            <a:latin typeface="Cambria Math" panose="02040503050406030204" pitchFamily="18" charset="0"/>
                          </a:rPr>
                        </m:ctrlPr>
                      </m:dPr>
                      <m:e>
                        <m:sSup>
                          <m:sSupPr>
                            <m:ctrlPr>
                              <a:rPr lang="ar-SA" b="0" i="1" smtClean="0">
                                <a:latin typeface="Cambria Math" panose="02040503050406030204" pitchFamily="18" charset="0"/>
                              </a:rPr>
                            </m:ctrlPr>
                          </m:sSupPr>
                          <m:e>
                            <m:r>
                              <a:rPr lang="ar-SA" b="0" i="1" smtClean="0">
                                <a:latin typeface="Cambria Math" panose="02040503050406030204" pitchFamily="18" charset="0"/>
                              </a:rPr>
                              <m:t>𝑎</m:t>
                            </m:r>
                          </m:e>
                          <m:sup>
                            <m:r>
                              <a:rPr lang="ar-SA" b="0" i="1" smtClean="0">
                                <a:latin typeface="Cambria Math" panose="02040503050406030204" pitchFamily="18" charset="0"/>
                              </a:rPr>
                              <m:t>𝑇</m:t>
                            </m:r>
                          </m:sup>
                        </m:sSup>
                        <m:r>
                          <a:rPr lang="ar-SA" b="0" i="1" smtClean="0">
                            <a:latin typeface="Cambria Math" panose="02040503050406030204" pitchFamily="18" charset="0"/>
                          </a:rPr>
                          <m:t>𝑥</m:t>
                        </m:r>
                      </m:e>
                    </m:d>
                    <m:r>
                      <a:rPr lang="ar-SA" b="0" i="1" smtClean="0">
                        <a:latin typeface="Cambria Math" panose="02040503050406030204" pitchFamily="18" charset="0"/>
                      </a:rPr>
                      <m:t>=</m:t>
                    </m:r>
                    <m:f>
                      <m:fPr>
                        <m:ctrlPr>
                          <a:rPr lang="ar-SA" i="1">
                            <a:latin typeface="Cambria Math" panose="02040503050406030204" pitchFamily="18" charset="0"/>
                          </a:rPr>
                        </m:ctrlPr>
                      </m:fPr>
                      <m:num>
                        <m:r>
                          <a:rPr lang="ar-SA" i="1">
                            <a:latin typeface="Cambria Math" panose="02040503050406030204" pitchFamily="18" charset="0"/>
                          </a:rPr>
                          <m:t>1</m:t>
                        </m:r>
                      </m:num>
                      <m:den>
                        <m:r>
                          <a:rPr lang="ar-SA" i="1">
                            <a:latin typeface="Cambria Math" panose="02040503050406030204" pitchFamily="18" charset="0"/>
                          </a:rPr>
                          <m:t>1</m:t>
                        </m:r>
                        <m:r>
                          <a:rPr lang="ar-SA" i="1">
                            <a:latin typeface="Cambria Math" panose="02040503050406030204" pitchFamily="18" charset="0"/>
                          </a:rPr>
                          <m:t>+</m:t>
                        </m:r>
                        <m:sSup>
                          <m:sSupPr>
                            <m:ctrlPr>
                              <a:rPr lang="ar-SA" i="1">
                                <a:latin typeface="Cambria Math" panose="02040503050406030204" pitchFamily="18" charset="0"/>
                              </a:rPr>
                            </m:ctrlPr>
                          </m:sSupPr>
                          <m:e>
                            <m:r>
                              <a:rPr lang="ar-SA" i="1">
                                <a:latin typeface="Cambria Math" panose="02040503050406030204" pitchFamily="18" charset="0"/>
                              </a:rPr>
                              <m:t>𝑒</m:t>
                            </m:r>
                          </m:e>
                          <m:sup>
                            <m:r>
                              <a:rPr lang="ar-SA" i="1">
                                <a:latin typeface="Cambria Math" panose="02040503050406030204" pitchFamily="18" charset="0"/>
                              </a:rPr>
                              <m:t>−</m:t>
                            </m:r>
                            <m:d>
                              <m:dPr>
                                <m:ctrlPr>
                                  <a:rPr lang="ar-SA" i="1">
                                    <a:latin typeface="Cambria Math" panose="02040503050406030204" pitchFamily="18" charset="0"/>
                                  </a:rPr>
                                </m:ctrlPr>
                              </m:dPr>
                              <m:e>
                                <m:sSup>
                                  <m:sSupPr>
                                    <m:ctrlPr>
                                      <a:rPr lang="ar-SA" b="0" i="1" smtClean="0">
                                        <a:latin typeface="Cambria Math" panose="02040503050406030204" pitchFamily="18" charset="0"/>
                                      </a:rPr>
                                    </m:ctrlPr>
                                  </m:sSupPr>
                                  <m:e>
                                    <m:r>
                                      <a:rPr lang="ar-SA" i="1">
                                        <a:latin typeface="Cambria Math" panose="02040503050406030204" pitchFamily="18" charset="0"/>
                                      </a:rPr>
                                      <m:t>𝑎</m:t>
                                    </m:r>
                                  </m:e>
                                  <m:sup>
                                    <m:r>
                                      <a:rPr lang="ar-SA" b="0" i="1" smtClean="0">
                                        <a:latin typeface="Cambria Math" panose="02040503050406030204" pitchFamily="18" charset="0"/>
                                      </a:rPr>
                                      <m:t>𝑇</m:t>
                                    </m:r>
                                  </m:sup>
                                </m:sSup>
                                <m:r>
                                  <a:rPr lang="ar-SA" b="0" i="1" smtClean="0">
                                    <a:latin typeface="Cambria Math" panose="02040503050406030204" pitchFamily="18" charset="0"/>
                                  </a:rPr>
                                  <m:t>𝑥</m:t>
                                </m:r>
                              </m:e>
                            </m:d>
                          </m:sup>
                        </m:sSup>
                      </m:den>
                    </m:f>
                  </m:oMath>
                </a14:m>
                <a:endParaRPr lang="en-GB"/>
              </a:p>
              <a:p>
                <a:pPr marL="457200" lvl="0" indent="-342900" algn="l" rtl="0">
                  <a:spcBef>
                    <a:spcPts val="400"/>
                  </a:spcBef>
                  <a:spcAft>
                    <a:spcPts val="0"/>
                  </a:spcAft>
                  <a:buSzPts val="1800"/>
                  <a:buChar char="➔"/>
                </a:pPr>
                <a:r>
                  <a:rPr lang="en-GB"/>
                  <a:t>FYI: The mathematically correct way to read this equation is “The probability that </a:t>
                </a:r>
                <a14:m>
                  <m:oMath xmlns:m="http://schemas.openxmlformats.org/officeDocument/2006/math">
                    <m:r>
                      <a:rPr lang="en-GB" b="0" i="1" smtClean="0">
                        <a:latin typeface="Cambria Math" panose="02040503050406030204" pitchFamily="18" charset="0"/>
                      </a:rPr>
                      <m:t>𝑦</m:t>
                    </m:r>
                  </m:oMath>
                </a14:m>
                <a:r>
                  <a:rPr lang="en-GB"/>
                  <a:t> equals </a:t>
                </a:r>
                <a14:m>
                  <m:oMath xmlns:m="http://schemas.openxmlformats.org/officeDocument/2006/math">
                    <m:r>
                      <a:rPr lang="en-GB" b="0" i="1" smtClean="0">
                        <a:latin typeface="Cambria Math" panose="02040503050406030204" pitchFamily="18" charset="0"/>
                      </a:rPr>
                      <m:t>1</m:t>
                    </m:r>
                  </m:oMath>
                </a14:m>
                <a:r>
                  <a:rPr lang="en-GB"/>
                  <a:t> given </a:t>
                </a:r>
                <a14:m>
                  <m:oMath xmlns:m="http://schemas.openxmlformats.org/officeDocument/2006/math">
                    <m:r>
                      <a:rPr lang="en-GB" b="0" i="1" smtClean="0">
                        <a:latin typeface="Cambria Math" panose="02040503050406030204" pitchFamily="18" charset="0"/>
                      </a:rPr>
                      <m:t>𝑥</m:t>
                    </m:r>
                  </m:oMath>
                </a14:m>
                <a:r>
                  <a:rPr lang="en-GB"/>
                  <a:t> is the sigmoid of dot product between transpose of weight vector </a:t>
                </a:r>
                <a14:m>
                  <m:oMath xmlns:m="http://schemas.openxmlformats.org/officeDocument/2006/math">
                    <m:r>
                      <a:rPr lang="en-GB" b="0" i="1" smtClean="0">
                        <a:latin typeface="Cambria Math" panose="02040503050406030204" pitchFamily="18" charset="0"/>
                      </a:rPr>
                      <m:t>𝑎</m:t>
                    </m:r>
                  </m:oMath>
                </a14:m>
                <a:r>
                  <a:rPr lang="en-GB"/>
                  <a:t> and </a:t>
                </a:r>
                <a14:m>
                  <m:oMath xmlns:m="http://schemas.openxmlformats.org/officeDocument/2006/math">
                    <m:r>
                      <a:rPr lang="en-GB" b="0" i="1" smtClean="0">
                        <a:latin typeface="Cambria Math" panose="02040503050406030204" pitchFamily="18" charset="0"/>
                      </a:rPr>
                      <m:t>𝑥</m:t>
                    </m:r>
                  </m:oMath>
                </a14:m>
                <a:r>
                  <a:rPr lang="en-GB"/>
                  <a:t>.</a:t>
                </a:r>
              </a:p>
            </p:txBody>
          </p:sp>
        </mc:Choice>
        <mc:Fallback>
          <p:sp>
            <p:nvSpPr>
              <p:cNvPr id="354" name="Google Shape;354;p36"/>
              <p:cNvSpPr txBox="1">
                <a:spLocks noGrp="1" noRot="1" noChangeAspect="1" noMove="1" noResize="1" noEditPoints="1" noAdjustHandles="1" noChangeArrowheads="1" noChangeShapeType="1" noTextEdit="1"/>
              </p:cNvSpPr>
              <p:nvPr>
                <p:ph type="body" idx="1"/>
              </p:nvPr>
            </p:nvSpPr>
            <p:spPr>
              <a:xfrm>
                <a:off x="727650" y="1356627"/>
                <a:ext cx="7688700" cy="3348900"/>
              </a:xfrm>
              <a:prstGeom prst="rect">
                <a:avLst/>
              </a:prstGeom>
              <a:blipFill>
                <a:blip r:embed="rId3"/>
                <a:stretch>
                  <a:fillRect/>
                </a:stretch>
              </a:blipFill>
            </p:spPr>
            <p:txBody>
              <a:bodyPr/>
              <a:lstStyle/>
              <a:p>
                <a:r>
                  <a:rPr lang="en-PK">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2">
          <a:extLst>
            <a:ext uri="{FF2B5EF4-FFF2-40B4-BE49-F238E27FC236}">
              <a16:creationId xmlns:a16="http://schemas.microsoft.com/office/drawing/2014/main" id="{10CFB575-2CC5-7C1E-550C-10AAE6EB8813}"/>
            </a:ext>
          </a:extLst>
        </p:cNvPr>
        <p:cNvGrpSpPr/>
        <p:nvPr/>
      </p:nvGrpSpPr>
      <p:grpSpPr>
        <a:xfrm>
          <a:off x="0" y="0"/>
          <a:ext cx="0" cy="0"/>
          <a:chOff x="0" y="0"/>
          <a:chExt cx="0" cy="0"/>
        </a:xfrm>
      </p:grpSpPr>
      <p:sp>
        <p:nvSpPr>
          <p:cNvPr id="353" name="Google Shape;353;p36">
            <a:extLst>
              <a:ext uri="{FF2B5EF4-FFF2-40B4-BE49-F238E27FC236}">
                <a16:creationId xmlns:a16="http://schemas.microsoft.com/office/drawing/2014/main" id="{E8949A27-4EF9-FA23-AB85-259429D947CC}"/>
              </a:ext>
            </a:extLst>
          </p:cNvPr>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How to Choose an optimal Line</a:t>
            </a:r>
            <a:endParaRPr/>
          </a:p>
          <a:p>
            <a:pPr marL="0" lvl="0" indent="0" algn="l" rtl="0">
              <a:spcBef>
                <a:spcPts val="0"/>
              </a:spcBef>
              <a:spcAft>
                <a:spcPts val="0"/>
              </a:spcAft>
              <a:buNone/>
            </a:pPr>
            <a:endParaRPr/>
          </a:p>
        </p:txBody>
      </p:sp>
      <mc:AlternateContent xmlns:mc="http://schemas.openxmlformats.org/markup-compatibility/2006">
        <mc:Choice xmlns:a14="http://schemas.microsoft.com/office/drawing/2010/main" Requires="a14">
          <p:sp>
            <p:nvSpPr>
              <p:cNvPr id="354" name="Google Shape;354;p36">
                <a:extLst>
                  <a:ext uri="{FF2B5EF4-FFF2-40B4-BE49-F238E27FC236}">
                    <a16:creationId xmlns:a16="http://schemas.microsoft.com/office/drawing/2014/main" id="{D24673EF-DA10-250F-D430-80E559F2D5B5}"/>
                  </a:ext>
                </a:extLst>
              </p:cNvPr>
              <p:cNvSpPr txBox="1">
                <a:spLocks noGrp="1"/>
              </p:cNvSpPr>
              <p:nvPr>
                <p:ph type="body" idx="1"/>
              </p:nvPr>
            </p:nvSpPr>
            <p:spPr>
              <a:xfrm>
                <a:off x="727650" y="1356627"/>
                <a:ext cx="7688700" cy="5352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GB"/>
                  <a:t>How to “learn” the “best” line, or the values of </a:t>
                </a:r>
                <a14:m>
                  <m:oMath xmlns:m="http://schemas.openxmlformats.org/officeDocument/2006/math">
                    <m:r>
                      <a:rPr lang="en-GB" i="1" dirty="0" smtClean="0">
                        <a:latin typeface="Cambria Math" panose="02040503050406030204" pitchFamily="18" charset="0"/>
                      </a:rPr>
                      <m:t>𝑎</m:t>
                    </m:r>
                  </m:oMath>
                </a14:m>
                <a:r>
                  <a:rPr lang="en-GB"/>
                  <a:t> and </a:t>
                </a:r>
                <a14:m>
                  <m:oMath xmlns:m="http://schemas.openxmlformats.org/officeDocument/2006/math">
                    <m:r>
                      <a:rPr lang="en-GB" i="1" dirty="0" smtClean="0">
                        <a:latin typeface="Cambria Math" panose="02040503050406030204" pitchFamily="18" charset="0"/>
                      </a:rPr>
                      <m:t>𝑏</m:t>
                    </m:r>
                  </m:oMath>
                </a14:m>
                <a:r>
                  <a:rPr lang="en-GB"/>
                  <a:t>, a.k.a. weights</a:t>
                </a:r>
              </a:p>
            </p:txBody>
          </p:sp>
        </mc:Choice>
        <mc:Fallback>
          <p:sp>
            <p:nvSpPr>
              <p:cNvPr id="354" name="Google Shape;354;p36">
                <a:extLst>
                  <a:ext uri="{FF2B5EF4-FFF2-40B4-BE49-F238E27FC236}">
                    <a16:creationId xmlns:a16="http://schemas.microsoft.com/office/drawing/2014/main" id="{D24673EF-DA10-250F-D430-80E559F2D5B5}"/>
                  </a:ext>
                </a:extLst>
              </p:cNvPr>
              <p:cNvSpPr txBox="1">
                <a:spLocks noGrp="1" noRot="1" noChangeAspect="1" noMove="1" noResize="1" noEditPoints="1" noAdjustHandles="1" noChangeArrowheads="1" noChangeShapeType="1" noTextEdit="1"/>
              </p:cNvSpPr>
              <p:nvPr>
                <p:ph type="body" idx="1"/>
              </p:nvPr>
            </p:nvSpPr>
            <p:spPr>
              <a:xfrm>
                <a:off x="727650" y="1356627"/>
                <a:ext cx="7688700" cy="535200"/>
              </a:xfrm>
              <a:prstGeom prst="rect">
                <a:avLst/>
              </a:prstGeom>
              <a:blipFill>
                <a:blip r:embed="rId3"/>
                <a:stretch>
                  <a:fillRect b="-5747"/>
                </a:stretch>
              </a:blipFill>
            </p:spPr>
            <p:txBody>
              <a:bodyPr/>
              <a:lstStyle/>
              <a:p>
                <a:r>
                  <a:rPr lang="en-PK">
                    <a:noFill/>
                  </a:rPr>
                  <a:t> </a:t>
                </a:r>
              </a:p>
            </p:txBody>
          </p:sp>
        </mc:Fallback>
      </mc:AlternateContent>
      <p:pic>
        <p:nvPicPr>
          <p:cNvPr id="3" name="Picture 4">
            <a:extLst>
              <a:ext uri="{FF2B5EF4-FFF2-40B4-BE49-F238E27FC236}">
                <a16:creationId xmlns:a16="http://schemas.microsoft.com/office/drawing/2014/main" id="{839C53D3-0872-AF0F-309D-1353C32059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746"/>
          <a:stretch/>
        </p:blipFill>
        <p:spPr bwMode="auto">
          <a:xfrm>
            <a:off x="2395186" y="1891827"/>
            <a:ext cx="4353628" cy="309734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6323516E-5F75-6739-CC85-DA4900CF6DAC}"/>
              </a:ext>
            </a:extLst>
          </p:cNvPr>
          <p:cNvCxnSpPr>
            <a:cxnSpLocks/>
          </p:cNvCxnSpPr>
          <p:nvPr/>
        </p:nvCxnSpPr>
        <p:spPr>
          <a:xfrm>
            <a:off x="3799809" y="1899322"/>
            <a:ext cx="1521502" cy="2789812"/>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8D663A17-B543-27BF-0075-3753B39408D3}"/>
              </a:ext>
            </a:extLst>
          </p:cNvPr>
          <p:cNvCxnSpPr>
            <a:cxnSpLocks/>
          </p:cNvCxnSpPr>
          <p:nvPr/>
        </p:nvCxnSpPr>
        <p:spPr>
          <a:xfrm>
            <a:off x="4152275" y="1899322"/>
            <a:ext cx="974361" cy="2789812"/>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48CD8C0-BDA2-C9B6-FA48-7AFC71E58C89}"/>
              </a:ext>
            </a:extLst>
          </p:cNvPr>
          <p:cNvCxnSpPr>
            <a:cxnSpLocks/>
          </p:cNvCxnSpPr>
          <p:nvPr/>
        </p:nvCxnSpPr>
        <p:spPr>
          <a:xfrm>
            <a:off x="4464425" y="1899322"/>
            <a:ext cx="744955" cy="2789812"/>
          </a:xfrm>
          <a:prstGeom prst="line">
            <a:avLst/>
          </a:prstGeom>
        </p:spPr>
        <p:style>
          <a:lnRef idx="2">
            <a:schemeClr val="accent3"/>
          </a:lnRef>
          <a:fillRef idx="0">
            <a:schemeClr val="accent3"/>
          </a:fillRef>
          <a:effectRef idx="1">
            <a:schemeClr val="accent3"/>
          </a:effectRef>
          <a:fontRef idx="minor">
            <a:schemeClr val="tx1"/>
          </a:fontRef>
        </p:style>
      </p:cxnSp>
      <p:cxnSp>
        <p:nvCxnSpPr>
          <p:cNvPr id="11" name="Straight Connector 10">
            <a:extLst>
              <a:ext uri="{FF2B5EF4-FFF2-40B4-BE49-F238E27FC236}">
                <a16:creationId xmlns:a16="http://schemas.microsoft.com/office/drawing/2014/main" id="{72A5C6DD-8053-3CBE-B0E1-E04CCEFAF142}"/>
              </a:ext>
            </a:extLst>
          </p:cNvPr>
          <p:cNvCxnSpPr>
            <a:cxnSpLocks/>
          </p:cNvCxnSpPr>
          <p:nvPr/>
        </p:nvCxnSpPr>
        <p:spPr>
          <a:xfrm>
            <a:off x="3436396" y="1899322"/>
            <a:ext cx="2379788" cy="2789812"/>
          </a:xfrm>
          <a:prstGeom prst="line">
            <a:avLst/>
          </a:prstGeom>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43759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2">
          <a:extLst>
            <a:ext uri="{FF2B5EF4-FFF2-40B4-BE49-F238E27FC236}">
              <a16:creationId xmlns:a16="http://schemas.microsoft.com/office/drawing/2014/main" id="{3B1E1F41-6335-7060-6AAC-498CE09880F3}"/>
            </a:ext>
          </a:extLst>
        </p:cNvPr>
        <p:cNvGrpSpPr/>
        <p:nvPr/>
      </p:nvGrpSpPr>
      <p:grpSpPr>
        <a:xfrm>
          <a:off x="0" y="0"/>
          <a:ext cx="0" cy="0"/>
          <a:chOff x="0" y="0"/>
          <a:chExt cx="0" cy="0"/>
        </a:xfrm>
      </p:grpSpPr>
      <p:sp>
        <p:nvSpPr>
          <p:cNvPr id="353" name="Google Shape;353;p36">
            <a:extLst>
              <a:ext uri="{FF2B5EF4-FFF2-40B4-BE49-F238E27FC236}">
                <a16:creationId xmlns:a16="http://schemas.microsoft.com/office/drawing/2014/main" id="{66333735-0CB8-099D-4F8E-E9EDB84A313E}"/>
              </a:ext>
            </a:extLst>
          </p:cNvPr>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by minimizing the loss</a:t>
            </a:r>
            <a:endParaRPr/>
          </a:p>
        </p:txBody>
      </p:sp>
      <mc:AlternateContent xmlns:mc="http://schemas.openxmlformats.org/markup-compatibility/2006">
        <mc:Choice xmlns:a14="http://schemas.microsoft.com/office/drawing/2010/main" Requires="a14">
          <p:sp>
            <p:nvSpPr>
              <p:cNvPr id="354" name="Google Shape;354;p36">
                <a:extLst>
                  <a:ext uri="{FF2B5EF4-FFF2-40B4-BE49-F238E27FC236}">
                    <a16:creationId xmlns:a16="http://schemas.microsoft.com/office/drawing/2014/main" id="{5903350D-9426-4328-24DD-3D71CB1A8829}"/>
                  </a:ext>
                </a:extLst>
              </p:cNvPr>
              <p:cNvSpPr txBox="1">
                <a:spLocks noGrp="1"/>
              </p:cNvSpPr>
              <p:nvPr>
                <p:ph type="body" idx="1"/>
              </p:nvPr>
            </p:nvSpPr>
            <p:spPr>
              <a:xfrm>
                <a:off x="727650" y="1356627"/>
                <a:ext cx="7688700" cy="3348900"/>
              </a:xfrm>
              <a:prstGeom prst="rect">
                <a:avLst/>
              </a:prstGeom>
            </p:spPr>
            <p:txBody>
              <a:bodyPr spcFirstLastPara="1" wrap="square" lIns="91425" tIns="91425" rIns="91425" bIns="91425" anchor="t" anchorCtr="0">
                <a:normAutofit fontScale="92500" lnSpcReduction="10000"/>
              </a:bodyPr>
              <a:lstStyle/>
              <a:p>
                <a:pPr>
                  <a:buFont typeface="Lato"/>
                  <a:buChar char="➔"/>
                </a:pPr>
                <a:r>
                  <a:rPr lang="en-GB"/>
                  <a:t>When we train the model, we want it to find the best parameters </a:t>
                </a:r>
                <a14:m>
                  <m:oMath xmlns:m="http://schemas.openxmlformats.org/officeDocument/2006/math">
                    <m:r>
                      <a:rPr lang="en-GB" i="1" dirty="0" smtClean="0">
                        <a:latin typeface="Cambria Math" panose="02040503050406030204" pitchFamily="18" charset="0"/>
                      </a:rPr>
                      <m:t>𝑎</m:t>
                    </m:r>
                  </m:oMath>
                </a14:m>
                <a:r>
                  <a:rPr lang="en-GB"/>
                  <a:t>, such that the training loss is minimised:</a:t>
                </a:r>
              </a:p>
              <a:p>
                <a:pPr marL="0" lvl="0" indent="0">
                  <a:lnSpc>
                    <a:spcPct val="115000"/>
                  </a:lnSpc>
                  <a:buSzPts val="1300"/>
                  <a:buNone/>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𝑎𝑟𝑔𝑚𝑎</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𝑎</m:t>
                          </m:r>
                        </m:sub>
                      </m:sSub>
                      <m:r>
                        <a:rPr lang="en-GB" i="1">
                          <a:latin typeface="Cambria Math" panose="02040503050406030204" pitchFamily="18" charset="0"/>
                          <a:ea typeface="Cambria Math" panose="02040503050406030204" pitchFamily="18" charset="0"/>
                        </a:rPr>
                        <m:t>ℒ</m:t>
                      </m:r>
                      <m:d>
                        <m:dPr>
                          <m:ctrlPr>
                            <a:rPr lang="en-GB" i="1">
                              <a:latin typeface="Cambria Math" panose="02040503050406030204" pitchFamily="18" charset="0"/>
                            </a:rPr>
                          </m:ctrlPr>
                        </m:dPr>
                        <m:e>
                          <m:r>
                            <a:rPr lang="en-GB" i="1">
                              <a:latin typeface="Cambria Math" panose="02040503050406030204" pitchFamily="18" charset="0"/>
                            </a:rPr>
                            <m:t>𝑎</m:t>
                          </m:r>
                        </m:e>
                      </m:d>
                    </m:oMath>
                  </m:oMathPara>
                </a14:m>
                <a:endParaRPr lang="en-GB"/>
              </a:p>
              <a:p>
                <a:pPr>
                  <a:buFont typeface="Lato"/>
                  <a:buChar char="➔"/>
                </a:pPr>
                <a:r>
                  <a:rPr lang="en"/>
                  <a:t>In other words,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m:t>
                        </m:r>
                      </m:sup>
                    </m:sSup>
                  </m:oMath>
                </a14:m>
                <a:r>
                  <a:rPr lang="en-GB"/>
                  <a:t> is the </a:t>
                </a:r>
                <a:r>
                  <a:rPr lang="en-GB" b="1"/>
                  <a:t>best parameter (or set of parameters)</a:t>
                </a:r>
                <a:r>
                  <a:rPr lang="en-GB"/>
                  <a:t> that make data most probable under the Logistic Regression model.</a:t>
                </a:r>
                <a:endParaRPr lang="en"/>
              </a:p>
              <a:p>
                <a:pPr>
                  <a:buFont typeface="Lato"/>
                  <a:buChar char="➔"/>
                </a:pPr>
                <a:r>
                  <a:rPr lang="en"/>
                  <a:t>One – impractical way to find best parameters is trying all possibilities.</a:t>
                </a:r>
              </a:p>
              <a:p>
                <a:pPr>
                  <a:buFont typeface="Lato"/>
                  <a:buChar char="➔"/>
                </a:pPr>
                <a:r>
                  <a:rPr lang="en"/>
                  <a:t>But for a realistic solution, we need two things:</a:t>
                </a:r>
              </a:p>
              <a:p>
                <a:pPr marL="927100" lvl="1" indent="-342900">
                  <a:buFont typeface="+mj-lt"/>
                  <a:buAutoNum type="arabicPeriod"/>
                </a:pPr>
                <a:r>
                  <a:rPr lang="en"/>
                  <a:t>A </a:t>
                </a:r>
                <a:r>
                  <a:rPr lang="en" b="1"/>
                  <a:t>Loss function</a:t>
                </a:r>
                <a:r>
                  <a:rPr lang="en"/>
                  <a:t>, which will penalize our model for making mistakes.</a:t>
                </a:r>
              </a:p>
              <a:p>
                <a:pPr marL="927100" lvl="1" indent="-342900">
                  <a:buFont typeface="+mj-lt"/>
                  <a:buAutoNum type="arabicPeriod"/>
                </a:pPr>
                <a:r>
                  <a:rPr lang="en"/>
                  <a:t>An </a:t>
                </a:r>
                <a:r>
                  <a:rPr lang="en" b="1"/>
                  <a:t>Optimizer, </a:t>
                </a:r>
                <a:r>
                  <a:rPr lang="en"/>
                  <a:t>which will update the weights of our model to fit the data.</a:t>
                </a:r>
              </a:p>
              <a:p>
                <a:pPr marL="927100" lvl="1" indent="-342900">
                  <a:buFont typeface="+mj-lt"/>
                  <a:buAutoNum type="arabicPeriod"/>
                </a:pPr>
                <a:endParaRPr lang="en-GB"/>
              </a:p>
            </p:txBody>
          </p:sp>
        </mc:Choice>
        <mc:Fallback>
          <p:sp>
            <p:nvSpPr>
              <p:cNvPr id="354" name="Google Shape;354;p36">
                <a:extLst>
                  <a:ext uri="{FF2B5EF4-FFF2-40B4-BE49-F238E27FC236}">
                    <a16:creationId xmlns:a16="http://schemas.microsoft.com/office/drawing/2014/main" id="{5903350D-9426-4328-24DD-3D71CB1A8829}"/>
                  </a:ext>
                </a:extLst>
              </p:cNvPr>
              <p:cNvSpPr txBox="1">
                <a:spLocks noGrp="1" noRot="1" noChangeAspect="1" noMove="1" noResize="1" noEditPoints="1" noAdjustHandles="1" noChangeArrowheads="1" noChangeShapeType="1" noTextEdit="1"/>
              </p:cNvSpPr>
              <p:nvPr>
                <p:ph type="body" idx="1"/>
              </p:nvPr>
            </p:nvSpPr>
            <p:spPr>
              <a:xfrm>
                <a:off x="727650" y="1356627"/>
                <a:ext cx="7688700" cy="3348900"/>
              </a:xfrm>
              <a:prstGeom prst="rect">
                <a:avLst/>
              </a:prstGeom>
              <a:blipFill>
                <a:blip r:embed="rId3"/>
                <a:stretch>
                  <a:fillRect/>
                </a:stretch>
              </a:blipFill>
            </p:spPr>
            <p:txBody>
              <a:bodyPr/>
              <a:lstStyle/>
              <a:p>
                <a:r>
                  <a:rPr lang="en-PK">
                    <a:noFill/>
                  </a:rPr>
                  <a:t> </a:t>
                </a:r>
              </a:p>
            </p:txBody>
          </p:sp>
        </mc:Fallback>
      </mc:AlternateContent>
    </p:spTree>
    <p:extLst>
      <p:ext uri="{BB962C8B-B14F-4D97-AF65-F5344CB8AC3E}">
        <p14:creationId xmlns:p14="http://schemas.microsoft.com/office/powerpoint/2010/main" val="233151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5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5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2">
          <a:extLst>
            <a:ext uri="{FF2B5EF4-FFF2-40B4-BE49-F238E27FC236}">
              <a16:creationId xmlns:a16="http://schemas.microsoft.com/office/drawing/2014/main" id="{799CF8C9-D858-9A97-EBCD-79F4C6813E8C}"/>
            </a:ext>
          </a:extLst>
        </p:cNvPr>
        <p:cNvGrpSpPr/>
        <p:nvPr/>
      </p:nvGrpSpPr>
      <p:grpSpPr>
        <a:xfrm>
          <a:off x="0" y="0"/>
          <a:ext cx="0" cy="0"/>
          <a:chOff x="0" y="0"/>
          <a:chExt cx="0" cy="0"/>
        </a:xfrm>
      </p:grpSpPr>
      <p:sp>
        <p:nvSpPr>
          <p:cNvPr id="353" name="Google Shape;353;p36">
            <a:extLst>
              <a:ext uri="{FF2B5EF4-FFF2-40B4-BE49-F238E27FC236}">
                <a16:creationId xmlns:a16="http://schemas.microsoft.com/office/drawing/2014/main" id="{5C018262-765A-3F87-DE90-80AC5554BF42}"/>
              </a:ext>
            </a:extLst>
          </p:cNvPr>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by minimizing the loss</a:t>
            </a:r>
            <a:endParaRPr/>
          </a:p>
        </p:txBody>
      </p:sp>
      <mc:AlternateContent xmlns:mc="http://schemas.openxmlformats.org/markup-compatibility/2006">
        <mc:Choice xmlns:a14="http://schemas.microsoft.com/office/drawing/2010/main" Requires="a14">
          <p:sp>
            <p:nvSpPr>
              <p:cNvPr id="354" name="Google Shape;354;p36">
                <a:extLst>
                  <a:ext uri="{FF2B5EF4-FFF2-40B4-BE49-F238E27FC236}">
                    <a16:creationId xmlns:a16="http://schemas.microsoft.com/office/drawing/2014/main" id="{95E68C49-77A1-52BF-0DA1-F231DF5BE882}"/>
                  </a:ext>
                </a:extLst>
              </p:cNvPr>
              <p:cNvSpPr txBox="1">
                <a:spLocks noGrp="1"/>
              </p:cNvSpPr>
              <p:nvPr>
                <p:ph type="body" idx="1"/>
              </p:nvPr>
            </p:nvSpPr>
            <p:spPr>
              <a:xfrm>
                <a:off x="727650" y="1356627"/>
                <a:ext cx="7688700" cy="3348900"/>
              </a:xfrm>
              <a:prstGeom prst="rect">
                <a:avLst/>
              </a:prstGeom>
            </p:spPr>
            <p:txBody>
              <a:bodyPr spcFirstLastPara="1" wrap="square" lIns="91425" tIns="91425" rIns="91425" bIns="91425" anchor="t" anchorCtr="0">
                <a:normAutofit/>
              </a:bodyPr>
              <a:lstStyle/>
              <a:p>
                <a:pPr>
                  <a:buFont typeface="Lato"/>
                  <a:buChar char="➔"/>
                </a:pPr>
                <a:r>
                  <a:rPr lang="en-GB"/>
                  <a:t>Recall from Linear regression that the loss function we used was MSE (Mean Squared Error)</a:t>
                </a:r>
              </a:p>
              <a:p>
                <a:pPr>
                  <a:buFont typeface="Lato"/>
                  <a:buChar char="➔"/>
                </a:pPr>
                <a:r>
                  <a:rPr lang="en-GB"/>
                  <a:t>In case of Logistic regression, we need another function which measures the difference between actual labels and predicted labels.</a:t>
                </a:r>
              </a:p>
              <a:p>
                <a:pPr>
                  <a:buFont typeface="Lato"/>
                  <a:buChar char="➔"/>
                </a:pPr>
                <a:r>
                  <a:rPr lang="en-GB"/>
                  <a:t>This function should </a:t>
                </a:r>
                <a:r>
                  <a:rPr lang="en-GB" b="1"/>
                  <a:t>penalize </a:t>
                </a:r>
                <a:r>
                  <a:rPr lang="en-GB"/>
                  <a:t>the model if its prediction is incorrect, i.e. predicted probability </a:t>
                </a:r>
                <a14:m>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1</m:t>
                        </m:r>
                      </m:e>
                      <m:e>
                        <m:r>
                          <a:rPr lang="en-GB" b="0" i="1" smtClean="0">
                            <a:latin typeface="Cambria Math" panose="02040503050406030204" pitchFamily="18" charset="0"/>
                          </a:rPr>
                          <m:t>𝑥</m:t>
                        </m:r>
                      </m:e>
                    </m:d>
                  </m:oMath>
                </a14:m>
                <a:r>
                  <a:rPr lang="en-GB"/>
                  <a:t> is high when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𝑡𝑟𝑢𝑒</m:t>
                        </m:r>
                      </m:sub>
                    </m:sSub>
                    <m:r>
                      <a:rPr lang="en-GB" b="0" i="1" smtClean="0">
                        <a:latin typeface="Cambria Math" panose="02040503050406030204" pitchFamily="18" charset="0"/>
                      </a:rPr>
                      <m:t>=</m:t>
                    </m:r>
                    <m:r>
                      <a:rPr lang="en-GB" b="0" i="1" smtClean="0">
                        <a:latin typeface="Cambria Math" panose="02040503050406030204" pitchFamily="18" charset="0"/>
                      </a:rPr>
                      <m:t>0</m:t>
                    </m:r>
                  </m:oMath>
                </a14:m>
                <a:r>
                  <a:rPr lang="en-GB"/>
                  <a:t> OR </a:t>
                </a:r>
                <a14:m>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1</m:t>
                        </m:r>
                      </m:e>
                      <m:e>
                        <m:r>
                          <a:rPr lang="en-GB" i="1">
                            <a:latin typeface="Cambria Math" panose="02040503050406030204" pitchFamily="18" charset="0"/>
                          </a:rPr>
                          <m:t>𝑥</m:t>
                        </m:r>
                      </m:e>
                    </m:d>
                  </m:oMath>
                </a14:m>
                <a:r>
                  <a:rPr lang="en-GB"/>
                  <a:t> is low when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𝑡𝑟𝑢𝑒</m:t>
                        </m:r>
                      </m:sub>
                    </m:sSub>
                    <m:r>
                      <a:rPr lang="en-GB" i="1">
                        <a:latin typeface="Cambria Math" panose="02040503050406030204" pitchFamily="18" charset="0"/>
                      </a:rPr>
                      <m:t>=</m:t>
                    </m:r>
                    <m:r>
                      <a:rPr lang="en-GB" b="0" i="1" smtClean="0">
                        <a:latin typeface="Cambria Math" panose="02040503050406030204" pitchFamily="18" charset="0"/>
                      </a:rPr>
                      <m:t>1</m:t>
                    </m:r>
                  </m:oMath>
                </a14:m>
                <a:r>
                  <a:rPr lang="en-GB"/>
                  <a:t>. </a:t>
                </a:r>
              </a:p>
            </p:txBody>
          </p:sp>
        </mc:Choice>
        <mc:Fallback>
          <p:sp>
            <p:nvSpPr>
              <p:cNvPr id="354" name="Google Shape;354;p36">
                <a:extLst>
                  <a:ext uri="{FF2B5EF4-FFF2-40B4-BE49-F238E27FC236}">
                    <a16:creationId xmlns:a16="http://schemas.microsoft.com/office/drawing/2014/main" id="{95E68C49-77A1-52BF-0DA1-F231DF5BE882}"/>
                  </a:ext>
                </a:extLst>
              </p:cNvPr>
              <p:cNvSpPr txBox="1">
                <a:spLocks noGrp="1" noRot="1" noChangeAspect="1" noMove="1" noResize="1" noEditPoints="1" noAdjustHandles="1" noChangeArrowheads="1" noChangeShapeType="1" noTextEdit="1"/>
              </p:cNvSpPr>
              <p:nvPr>
                <p:ph type="body" idx="1"/>
              </p:nvPr>
            </p:nvSpPr>
            <p:spPr>
              <a:xfrm>
                <a:off x="727650" y="1356627"/>
                <a:ext cx="7688700" cy="3348900"/>
              </a:xfrm>
              <a:prstGeom prst="rect">
                <a:avLst/>
              </a:prstGeom>
              <a:blipFill>
                <a:blip r:embed="rId3"/>
                <a:stretch>
                  <a:fillRect r="-317"/>
                </a:stretch>
              </a:blipFill>
            </p:spPr>
            <p:txBody>
              <a:bodyPr/>
              <a:lstStyle/>
              <a:p>
                <a:r>
                  <a:rPr lang="en-PK">
                    <a:noFill/>
                  </a:rPr>
                  <a:t> </a:t>
                </a:r>
              </a:p>
            </p:txBody>
          </p:sp>
        </mc:Fallback>
      </mc:AlternateContent>
    </p:spTree>
    <p:extLst>
      <p:ext uri="{BB962C8B-B14F-4D97-AF65-F5344CB8AC3E}">
        <p14:creationId xmlns:p14="http://schemas.microsoft.com/office/powerpoint/2010/main" val="251378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2">
          <a:extLst>
            <a:ext uri="{FF2B5EF4-FFF2-40B4-BE49-F238E27FC236}">
              <a16:creationId xmlns:a16="http://schemas.microsoft.com/office/drawing/2014/main" id="{B3726F84-BC1C-F142-F4A0-C939C95E9104}"/>
            </a:ext>
          </a:extLst>
        </p:cNvPr>
        <p:cNvGrpSpPr/>
        <p:nvPr/>
      </p:nvGrpSpPr>
      <p:grpSpPr>
        <a:xfrm>
          <a:off x="0" y="0"/>
          <a:ext cx="0" cy="0"/>
          <a:chOff x="0" y="0"/>
          <a:chExt cx="0" cy="0"/>
        </a:xfrm>
      </p:grpSpPr>
      <p:sp>
        <p:nvSpPr>
          <p:cNvPr id="353" name="Google Shape;353;p36">
            <a:extLst>
              <a:ext uri="{FF2B5EF4-FFF2-40B4-BE49-F238E27FC236}">
                <a16:creationId xmlns:a16="http://schemas.microsoft.com/office/drawing/2014/main" id="{3685E50A-E55C-9B79-EBA9-3F36F8FC0A24}"/>
              </a:ext>
            </a:extLst>
          </p:cNvPr>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Binary Cross Entropy</a:t>
            </a:r>
            <a:endParaRPr/>
          </a:p>
        </p:txBody>
      </p:sp>
      <mc:AlternateContent xmlns:mc="http://schemas.openxmlformats.org/markup-compatibility/2006">
        <mc:Choice xmlns:a14="http://schemas.microsoft.com/office/drawing/2010/main" Requires="a14">
          <p:sp>
            <p:nvSpPr>
              <p:cNvPr id="354" name="Google Shape;354;p36">
                <a:extLst>
                  <a:ext uri="{FF2B5EF4-FFF2-40B4-BE49-F238E27FC236}">
                    <a16:creationId xmlns:a16="http://schemas.microsoft.com/office/drawing/2014/main" id="{CB0DE480-835B-2162-DCE0-4C8D72355C24}"/>
                  </a:ext>
                </a:extLst>
              </p:cNvPr>
              <p:cNvSpPr txBox="1">
                <a:spLocks noGrp="1"/>
              </p:cNvSpPr>
              <p:nvPr>
                <p:ph type="body" idx="1"/>
              </p:nvPr>
            </p:nvSpPr>
            <p:spPr>
              <a:xfrm>
                <a:off x="727650" y="1356627"/>
                <a:ext cx="7688700" cy="3109685"/>
              </a:xfrm>
              <a:prstGeom prst="rect">
                <a:avLst/>
              </a:prstGeom>
            </p:spPr>
            <p:txBody>
              <a:bodyPr spcFirstLastPara="1" wrap="square" lIns="91425" tIns="91425" rIns="91425" bIns="91425" anchor="t" anchorCtr="0">
                <a:normAutofit fontScale="92500"/>
              </a:bodyPr>
              <a:lstStyle/>
              <a:p>
                <a:pPr>
                  <a:buFont typeface="Lato"/>
                  <a:buChar char="➔"/>
                </a:pPr>
                <a:r>
                  <a:rPr lang="en-GB"/>
                  <a:t>Binary Cross Entropy is the loss function we use.</a:t>
                </a:r>
              </a:p>
              <a:p>
                <a:pPr marL="114300" indent="0">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ℒ</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𝑎</m:t>
                          </m:r>
                        </m:e>
                      </m:d>
                      <m:r>
                        <a:rPr lang="en-GB" b="0" i="1" smtClean="0">
                          <a:latin typeface="Cambria Math" panose="02040503050406030204" pitchFamily="18" charset="0"/>
                          <a:ea typeface="Cambria Math" panose="02040503050406030204" pitchFamily="18" charset="0"/>
                        </a:rPr>
                        <m:t>=−</m:t>
                      </m:r>
                      <m:f>
                        <m:fPr>
                          <m:ctrlPr>
                            <a:rPr lang="en-GB" i="1">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𝑁</m:t>
                          </m:r>
                        </m:den>
                      </m:f>
                      <m:nary>
                        <m:naryPr>
                          <m:chr m:val="∑"/>
                          <m:supHide m:val="on"/>
                          <m:ctrlPr>
                            <a:rPr lang="en-GB" i="1">
                              <a:latin typeface="Cambria Math" panose="02040503050406030204" pitchFamily="18" charset="0"/>
                              <a:ea typeface="Cambria Math" panose="02040503050406030204" pitchFamily="18" charset="0"/>
                            </a:rPr>
                          </m:ctrlPr>
                        </m:naryPr>
                        <m:sub>
                          <m:r>
                            <a:rPr lang="en-GB" i="1">
                              <a:latin typeface="Cambria Math" panose="02040503050406030204" pitchFamily="18" charset="0"/>
                              <a:ea typeface="Cambria Math" panose="02040503050406030204" pitchFamily="18" charset="0"/>
                            </a:rPr>
                            <m:t>𝑖</m:t>
                          </m:r>
                        </m:sub>
                        <m:sup/>
                        <m:e>
                          <m:d>
                            <m:dPr>
                              <m:begChr m:val="["/>
                              <m:endChr m:val="]"/>
                              <m:ctrlPr>
                                <a:rPr lang="en-GB" i="1">
                                  <a:latin typeface="Cambria Math" panose="02040503050406030204" pitchFamily="18" charset="0"/>
                                  <a:ea typeface="Cambria Math" panose="02040503050406030204" pitchFamily="18" charset="0"/>
                                </a:rPr>
                              </m:ctrlPr>
                            </m:dPr>
                            <m:e>
                              <m:sSub>
                                <m:sSubPr>
                                  <m:ctrlPr>
                                    <a:rPr lang="en-GB" i="1">
                                      <a:solidFill>
                                        <a:srgbClr val="00B050"/>
                                      </a:solidFill>
                                      <a:latin typeface="Cambria Math" panose="02040503050406030204" pitchFamily="18" charset="0"/>
                                      <a:ea typeface="Cambria Math" panose="02040503050406030204" pitchFamily="18" charset="0"/>
                                    </a:rPr>
                                  </m:ctrlPr>
                                </m:sSubPr>
                                <m:e>
                                  <m:r>
                                    <a:rPr lang="en-GB" i="1">
                                      <a:solidFill>
                                        <a:srgbClr val="00B050"/>
                                      </a:solidFill>
                                      <a:latin typeface="Cambria Math" panose="02040503050406030204" pitchFamily="18" charset="0"/>
                                      <a:ea typeface="Cambria Math" panose="02040503050406030204" pitchFamily="18" charset="0"/>
                                    </a:rPr>
                                    <m:t>𝑦</m:t>
                                  </m:r>
                                </m:e>
                                <m:sub>
                                  <m:r>
                                    <a:rPr lang="en-GB" i="1">
                                      <a:solidFill>
                                        <a:srgbClr val="00B050"/>
                                      </a:solidFill>
                                      <a:latin typeface="Cambria Math" panose="02040503050406030204" pitchFamily="18" charset="0"/>
                                      <a:ea typeface="Cambria Math" panose="02040503050406030204" pitchFamily="18" charset="0"/>
                                    </a:rPr>
                                    <m:t>𝑖</m:t>
                                  </m:r>
                                </m:sub>
                              </m:sSub>
                              <m:func>
                                <m:funcPr>
                                  <m:ctrlPr>
                                    <a:rPr lang="en-GB" i="1">
                                      <a:solidFill>
                                        <a:srgbClr val="00B050"/>
                                      </a:solidFill>
                                      <a:latin typeface="Cambria Math" panose="02040503050406030204" pitchFamily="18" charset="0"/>
                                      <a:ea typeface="Cambria Math" panose="02040503050406030204" pitchFamily="18" charset="0"/>
                                    </a:rPr>
                                  </m:ctrlPr>
                                </m:funcPr>
                                <m:fName>
                                  <m:r>
                                    <m:rPr>
                                      <m:sty m:val="p"/>
                                    </m:rPr>
                                    <a:rPr lang="en-GB">
                                      <a:solidFill>
                                        <a:srgbClr val="00B050"/>
                                      </a:solidFill>
                                      <a:latin typeface="Cambria Math" panose="02040503050406030204" pitchFamily="18" charset="0"/>
                                      <a:ea typeface="Cambria Math" panose="02040503050406030204" pitchFamily="18" charset="0"/>
                                    </a:rPr>
                                    <m:t>log</m:t>
                                  </m:r>
                                </m:fName>
                                <m:e>
                                  <m:d>
                                    <m:dPr>
                                      <m:ctrlPr>
                                        <a:rPr lang="en-GB" i="1">
                                          <a:solidFill>
                                            <a:srgbClr val="00B050"/>
                                          </a:solidFill>
                                          <a:latin typeface="Cambria Math" panose="02040503050406030204" pitchFamily="18" charset="0"/>
                                          <a:ea typeface="Cambria Math" panose="02040503050406030204" pitchFamily="18" charset="0"/>
                                        </a:rPr>
                                      </m:ctrlPr>
                                    </m:dPr>
                                    <m:e>
                                      <m:sSub>
                                        <m:sSubPr>
                                          <m:ctrlPr>
                                            <a:rPr lang="en-GB" i="1">
                                              <a:solidFill>
                                                <a:srgbClr val="00B050"/>
                                              </a:solidFill>
                                              <a:latin typeface="Cambria Math" panose="02040503050406030204" pitchFamily="18" charset="0"/>
                                              <a:ea typeface="Cambria Math" panose="02040503050406030204" pitchFamily="18" charset="0"/>
                                            </a:rPr>
                                          </m:ctrlPr>
                                        </m:sSubPr>
                                        <m:e>
                                          <m:acc>
                                            <m:accPr>
                                              <m:chr m:val="̂"/>
                                              <m:ctrlPr>
                                                <a:rPr lang="en-GB" i="1">
                                                  <a:solidFill>
                                                    <a:srgbClr val="00B050"/>
                                                  </a:solidFill>
                                                  <a:latin typeface="Cambria Math" panose="02040503050406030204" pitchFamily="18" charset="0"/>
                                                  <a:ea typeface="Cambria Math" panose="02040503050406030204" pitchFamily="18" charset="0"/>
                                                </a:rPr>
                                              </m:ctrlPr>
                                            </m:accPr>
                                            <m:e>
                                              <m:r>
                                                <a:rPr lang="en-GB" i="1">
                                                  <a:solidFill>
                                                    <a:srgbClr val="00B050"/>
                                                  </a:solidFill>
                                                  <a:latin typeface="Cambria Math" panose="02040503050406030204" pitchFamily="18" charset="0"/>
                                                  <a:ea typeface="Cambria Math" panose="02040503050406030204" pitchFamily="18" charset="0"/>
                                                </a:rPr>
                                                <m:t>𝑦</m:t>
                                              </m:r>
                                            </m:e>
                                          </m:acc>
                                        </m:e>
                                        <m:sub>
                                          <m:r>
                                            <a:rPr lang="en-GB" i="1">
                                              <a:solidFill>
                                                <a:srgbClr val="00B050"/>
                                              </a:solidFill>
                                              <a:latin typeface="Cambria Math" panose="02040503050406030204" pitchFamily="18" charset="0"/>
                                              <a:ea typeface="Cambria Math" panose="02040503050406030204" pitchFamily="18" charset="0"/>
                                            </a:rPr>
                                            <m:t>𝑖</m:t>
                                          </m:r>
                                        </m:sub>
                                      </m:sSub>
                                    </m:e>
                                  </m:d>
                                </m:e>
                              </m:func>
                              <m:r>
                                <a:rPr lang="en-GB" i="1">
                                  <a:latin typeface="Cambria Math" panose="02040503050406030204" pitchFamily="18" charset="0"/>
                                  <a:ea typeface="Cambria Math" panose="02040503050406030204" pitchFamily="18" charset="0"/>
                                </a:rPr>
                                <m:t>+</m:t>
                              </m:r>
                              <m:d>
                                <m:dPr>
                                  <m:ctrlPr>
                                    <a:rPr lang="en-GB" i="1">
                                      <a:solidFill>
                                        <a:srgbClr val="FF0000"/>
                                      </a:solidFill>
                                      <a:latin typeface="Cambria Math" panose="02040503050406030204" pitchFamily="18" charset="0"/>
                                      <a:ea typeface="Cambria Math" panose="02040503050406030204" pitchFamily="18" charset="0"/>
                                    </a:rPr>
                                  </m:ctrlPr>
                                </m:dPr>
                                <m:e>
                                  <m:r>
                                    <a:rPr lang="en-GB" i="1">
                                      <a:solidFill>
                                        <a:srgbClr val="FF0000"/>
                                      </a:solidFill>
                                      <a:latin typeface="Cambria Math" panose="02040503050406030204" pitchFamily="18" charset="0"/>
                                      <a:ea typeface="Cambria Math" panose="02040503050406030204" pitchFamily="18" charset="0"/>
                                    </a:rPr>
                                    <m:t>1</m:t>
                                  </m:r>
                                  <m:r>
                                    <a:rPr lang="en-GB" i="1">
                                      <a:solidFill>
                                        <a:srgbClr val="FF0000"/>
                                      </a:solidFill>
                                      <a:latin typeface="Cambria Math" panose="02040503050406030204" pitchFamily="18" charset="0"/>
                                      <a:ea typeface="Cambria Math" panose="02040503050406030204" pitchFamily="18" charset="0"/>
                                    </a:rPr>
                                    <m:t>−</m:t>
                                  </m:r>
                                  <m:sSub>
                                    <m:sSubPr>
                                      <m:ctrlPr>
                                        <a:rPr lang="en-GB" i="1">
                                          <a:solidFill>
                                            <a:srgbClr val="FF0000"/>
                                          </a:solidFill>
                                          <a:latin typeface="Cambria Math" panose="02040503050406030204" pitchFamily="18" charset="0"/>
                                          <a:ea typeface="Cambria Math" panose="02040503050406030204" pitchFamily="18" charset="0"/>
                                        </a:rPr>
                                      </m:ctrlPr>
                                    </m:sSubPr>
                                    <m:e>
                                      <m:r>
                                        <a:rPr lang="en-GB" i="1">
                                          <a:solidFill>
                                            <a:srgbClr val="FF0000"/>
                                          </a:solidFill>
                                          <a:latin typeface="Cambria Math" panose="02040503050406030204" pitchFamily="18" charset="0"/>
                                          <a:ea typeface="Cambria Math" panose="02040503050406030204" pitchFamily="18" charset="0"/>
                                        </a:rPr>
                                        <m:t>𝑦</m:t>
                                      </m:r>
                                    </m:e>
                                    <m:sub>
                                      <m:r>
                                        <a:rPr lang="en-GB" i="1">
                                          <a:solidFill>
                                            <a:srgbClr val="FF0000"/>
                                          </a:solidFill>
                                          <a:latin typeface="Cambria Math" panose="02040503050406030204" pitchFamily="18" charset="0"/>
                                          <a:ea typeface="Cambria Math" panose="02040503050406030204" pitchFamily="18" charset="0"/>
                                        </a:rPr>
                                        <m:t>𝑖</m:t>
                                      </m:r>
                                    </m:sub>
                                  </m:sSub>
                                </m:e>
                              </m:d>
                              <m:func>
                                <m:funcPr>
                                  <m:ctrlPr>
                                    <a:rPr lang="en-GB" i="1">
                                      <a:solidFill>
                                        <a:srgbClr val="FF0000"/>
                                      </a:solidFill>
                                      <a:latin typeface="Cambria Math" panose="02040503050406030204" pitchFamily="18" charset="0"/>
                                      <a:ea typeface="Cambria Math" panose="02040503050406030204" pitchFamily="18" charset="0"/>
                                    </a:rPr>
                                  </m:ctrlPr>
                                </m:funcPr>
                                <m:fName>
                                  <m:r>
                                    <m:rPr>
                                      <m:sty m:val="p"/>
                                    </m:rPr>
                                    <a:rPr lang="en-GB">
                                      <a:solidFill>
                                        <a:srgbClr val="FF0000"/>
                                      </a:solidFill>
                                      <a:latin typeface="Cambria Math" panose="02040503050406030204" pitchFamily="18" charset="0"/>
                                      <a:ea typeface="Cambria Math" panose="02040503050406030204" pitchFamily="18" charset="0"/>
                                    </a:rPr>
                                    <m:t>log</m:t>
                                  </m:r>
                                </m:fName>
                                <m:e>
                                  <m:d>
                                    <m:dPr>
                                      <m:ctrlPr>
                                        <a:rPr lang="en-GB" i="1">
                                          <a:solidFill>
                                            <a:srgbClr val="FF0000"/>
                                          </a:solidFill>
                                          <a:latin typeface="Cambria Math" panose="02040503050406030204" pitchFamily="18" charset="0"/>
                                          <a:ea typeface="Cambria Math" panose="02040503050406030204" pitchFamily="18" charset="0"/>
                                        </a:rPr>
                                      </m:ctrlPr>
                                    </m:dPr>
                                    <m:e>
                                      <m:r>
                                        <a:rPr lang="en-GB" i="1">
                                          <a:solidFill>
                                            <a:srgbClr val="FF0000"/>
                                          </a:solidFill>
                                          <a:latin typeface="Cambria Math" panose="02040503050406030204" pitchFamily="18" charset="0"/>
                                          <a:ea typeface="Cambria Math" panose="02040503050406030204" pitchFamily="18" charset="0"/>
                                        </a:rPr>
                                        <m:t>1</m:t>
                                      </m:r>
                                      <m:r>
                                        <a:rPr lang="en-GB" i="1">
                                          <a:solidFill>
                                            <a:srgbClr val="FF0000"/>
                                          </a:solidFill>
                                          <a:latin typeface="Cambria Math" panose="02040503050406030204" pitchFamily="18" charset="0"/>
                                          <a:ea typeface="Cambria Math" panose="02040503050406030204" pitchFamily="18" charset="0"/>
                                        </a:rPr>
                                        <m:t>−</m:t>
                                      </m:r>
                                      <m:sSub>
                                        <m:sSubPr>
                                          <m:ctrlPr>
                                            <a:rPr lang="en-GB" i="1">
                                              <a:solidFill>
                                                <a:srgbClr val="FF0000"/>
                                              </a:solidFill>
                                              <a:latin typeface="Cambria Math" panose="02040503050406030204" pitchFamily="18" charset="0"/>
                                              <a:ea typeface="Cambria Math" panose="02040503050406030204" pitchFamily="18" charset="0"/>
                                            </a:rPr>
                                          </m:ctrlPr>
                                        </m:sSubPr>
                                        <m:e>
                                          <m:acc>
                                            <m:accPr>
                                              <m:chr m:val="̂"/>
                                              <m:ctrlPr>
                                                <a:rPr lang="en-GB" i="1">
                                                  <a:solidFill>
                                                    <a:srgbClr val="FF0000"/>
                                                  </a:solidFill>
                                                  <a:latin typeface="Cambria Math" panose="02040503050406030204" pitchFamily="18" charset="0"/>
                                                  <a:ea typeface="Cambria Math" panose="02040503050406030204" pitchFamily="18" charset="0"/>
                                                </a:rPr>
                                              </m:ctrlPr>
                                            </m:accPr>
                                            <m:e>
                                              <m:r>
                                                <a:rPr lang="en-GB" i="1">
                                                  <a:solidFill>
                                                    <a:srgbClr val="FF0000"/>
                                                  </a:solidFill>
                                                  <a:latin typeface="Cambria Math" panose="02040503050406030204" pitchFamily="18" charset="0"/>
                                                  <a:ea typeface="Cambria Math" panose="02040503050406030204" pitchFamily="18" charset="0"/>
                                                </a:rPr>
                                                <m:t>𝑦</m:t>
                                              </m:r>
                                            </m:e>
                                          </m:acc>
                                        </m:e>
                                        <m:sub>
                                          <m:r>
                                            <a:rPr lang="en-GB" i="1">
                                              <a:solidFill>
                                                <a:srgbClr val="FF0000"/>
                                              </a:solidFill>
                                              <a:latin typeface="Cambria Math" panose="02040503050406030204" pitchFamily="18" charset="0"/>
                                              <a:ea typeface="Cambria Math" panose="02040503050406030204" pitchFamily="18" charset="0"/>
                                            </a:rPr>
                                            <m:t>𝑖</m:t>
                                          </m:r>
                                        </m:sub>
                                      </m:sSub>
                                    </m:e>
                                  </m:d>
                                </m:e>
                              </m:func>
                            </m:e>
                          </m:d>
                        </m:e>
                      </m:nary>
                    </m:oMath>
                  </m:oMathPara>
                </a14:m>
                <a:endParaRPr lang="en-GB" b="1"/>
              </a:p>
              <a:p>
                <a:pPr>
                  <a:buFont typeface="Lato"/>
                  <a:buChar char="➔"/>
                </a:pPr>
                <a:r>
                  <a:rPr lang="en-GB"/>
                  <a:t>Here, </a:t>
                </a:r>
                <a14:m>
                  <m:oMath xmlns:m="http://schemas.openxmlformats.org/officeDocument/2006/math">
                    <m:r>
                      <a:rPr lang="en-GB" i="1" smtClean="0">
                        <a:latin typeface="Cambria Math" panose="02040503050406030204" pitchFamily="18" charset="0"/>
                        <a:ea typeface="Cambria Math" panose="02040503050406030204" pitchFamily="18" charset="0"/>
                      </a:rPr>
                      <m:t>ℒ</m:t>
                    </m:r>
                  </m:oMath>
                </a14:m>
                <a:r>
                  <a:rPr lang="en-GB"/>
                  <a:t> (just ‘L’ in a fancy font) representing loss; </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𝑦</m:t>
                        </m:r>
                      </m:e>
                      <m:sub>
                        <m:r>
                          <a:rPr lang="en-GB" i="1">
                            <a:latin typeface="Cambria Math" panose="02040503050406030204" pitchFamily="18" charset="0"/>
                            <a:ea typeface="Cambria Math" panose="02040503050406030204" pitchFamily="18" charset="0"/>
                          </a:rPr>
                          <m:t>𝑖</m:t>
                        </m:r>
                      </m:sub>
                    </m:sSub>
                  </m:oMath>
                </a14:m>
                <a:r>
                  <a:rPr lang="en-GB"/>
                  <a:t> is the actual label; </a:t>
                </a:r>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𝑦</m:t>
                            </m:r>
                          </m:e>
                        </m:acc>
                      </m:e>
                      <m:sub>
                        <m:r>
                          <a:rPr lang="en-GB" i="1">
                            <a:latin typeface="Cambria Math" panose="02040503050406030204" pitchFamily="18" charset="0"/>
                            <a:ea typeface="Cambria Math" panose="02040503050406030204" pitchFamily="18" charset="0"/>
                          </a:rPr>
                          <m:t>𝑖</m:t>
                        </m:r>
                      </m:sub>
                    </m:sSub>
                  </m:oMath>
                </a14:m>
                <a:r>
                  <a:rPr lang="en-GB"/>
                  <a:t> (calculated by sigmoid function) is predicted probability </a:t>
                </a:r>
                <a14:m>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1</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e>
                    </m:d>
                  </m:oMath>
                </a14:m>
                <a:endParaRPr lang="en-GB"/>
              </a:p>
              <a:p>
                <a:pPr>
                  <a:buFont typeface="Lato"/>
                  <a:buChar char="➔"/>
                </a:pPr>
                <a:r>
                  <a:rPr lang="en-GB"/>
                  <a:t>FYI: the term Entropy comes from Physics and is interpreted as degree of randomness or disorder.</a:t>
                </a:r>
              </a:p>
            </p:txBody>
          </p:sp>
        </mc:Choice>
        <mc:Fallback>
          <p:sp>
            <p:nvSpPr>
              <p:cNvPr id="354" name="Google Shape;354;p36">
                <a:extLst>
                  <a:ext uri="{FF2B5EF4-FFF2-40B4-BE49-F238E27FC236}">
                    <a16:creationId xmlns:a16="http://schemas.microsoft.com/office/drawing/2014/main" id="{CB0DE480-835B-2162-DCE0-4C8D72355C24}"/>
                  </a:ext>
                </a:extLst>
              </p:cNvPr>
              <p:cNvSpPr txBox="1">
                <a:spLocks noGrp="1" noRot="1" noChangeAspect="1" noMove="1" noResize="1" noEditPoints="1" noAdjustHandles="1" noChangeArrowheads="1" noChangeShapeType="1" noTextEdit="1"/>
              </p:cNvSpPr>
              <p:nvPr>
                <p:ph type="body" idx="1"/>
              </p:nvPr>
            </p:nvSpPr>
            <p:spPr>
              <a:xfrm>
                <a:off x="727650" y="1356627"/>
                <a:ext cx="7688700" cy="3109685"/>
              </a:xfrm>
              <a:prstGeom prst="rect">
                <a:avLst/>
              </a:prstGeom>
              <a:blipFill>
                <a:blip r:embed="rId3"/>
                <a:stretch>
                  <a:fillRect r="-79"/>
                </a:stretch>
              </a:blipFill>
            </p:spPr>
            <p:txBody>
              <a:bodyPr/>
              <a:lstStyle/>
              <a:p>
                <a:r>
                  <a:rPr lang="en-PK">
                    <a:noFill/>
                  </a:rPr>
                  <a:t> </a:t>
                </a:r>
              </a:p>
            </p:txBody>
          </p:sp>
        </mc:Fallback>
      </mc:AlternateContent>
      <p:sp>
        <p:nvSpPr>
          <p:cNvPr id="2" name="TextBox 1">
            <a:extLst>
              <a:ext uri="{FF2B5EF4-FFF2-40B4-BE49-F238E27FC236}">
                <a16:creationId xmlns:a16="http://schemas.microsoft.com/office/drawing/2014/main" id="{D26D0E1C-CC8C-044E-9C6E-CE7DF1553DCD}"/>
              </a:ext>
            </a:extLst>
          </p:cNvPr>
          <p:cNvSpPr txBox="1"/>
          <p:nvPr/>
        </p:nvSpPr>
        <p:spPr>
          <a:xfrm>
            <a:off x="3560163" y="2032243"/>
            <a:ext cx="3207895" cy="307777"/>
          </a:xfrm>
          <a:prstGeom prst="rect">
            <a:avLst/>
          </a:prstGeom>
          <a:noFill/>
        </p:spPr>
        <p:txBody>
          <a:bodyPr wrap="square" rtlCol="0">
            <a:spAutoFit/>
          </a:bodyPr>
          <a:lstStyle/>
          <a:p>
            <a:pPr algn="ctr"/>
            <a:r>
              <a:rPr lang="en-GB">
                <a:solidFill>
                  <a:schemeClr val="accent1"/>
                </a:solidFill>
              </a:rPr>
              <a:t>For Class=1	For Class=0</a:t>
            </a:r>
            <a:endParaRPr lang="en-PK">
              <a:solidFill>
                <a:schemeClr val="accent1"/>
              </a:solidFill>
            </a:endParaRPr>
          </a:p>
        </p:txBody>
      </p:sp>
    </p:spTree>
    <p:extLst>
      <p:ext uri="{BB962C8B-B14F-4D97-AF65-F5344CB8AC3E}">
        <p14:creationId xmlns:p14="http://schemas.microsoft.com/office/powerpoint/2010/main" val="320934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2">
          <a:extLst>
            <a:ext uri="{FF2B5EF4-FFF2-40B4-BE49-F238E27FC236}">
              <a16:creationId xmlns:a16="http://schemas.microsoft.com/office/drawing/2014/main" id="{1E5B57FB-42C8-1DA4-CA40-911F9BEFBD88}"/>
            </a:ext>
          </a:extLst>
        </p:cNvPr>
        <p:cNvGrpSpPr/>
        <p:nvPr/>
      </p:nvGrpSpPr>
      <p:grpSpPr>
        <a:xfrm>
          <a:off x="0" y="0"/>
          <a:ext cx="0" cy="0"/>
          <a:chOff x="0" y="0"/>
          <a:chExt cx="0" cy="0"/>
        </a:xfrm>
      </p:grpSpPr>
      <p:sp>
        <p:nvSpPr>
          <p:cNvPr id="353" name="Google Shape;353;p36">
            <a:extLst>
              <a:ext uri="{FF2B5EF4-FFF2-40B4-BE49-F238E27FC236}">
                <a16:creationId xmlns:a16="http://schemas.microsoft.com/office/drawing/2014/main" id="{CBBDCF72-744C-A248-9BC1-74859CF308C4}"/>
              </a:ext>
            </a:extLst>
          </p:cNvPr>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Binary Cross Entropy</a:t>
            </a:r>
            <a:endParaRPr/>
          </a:p>
        </p:txBody>
      </p:sp>
      <mc:AlternateContent xmlns:mc="http://schemas.openxmlformats.org/markup-compatibility/2006">
        <mc:Choice xmlns:a14="http://schemas.microsoft.com/office/drawing/2010/main" Requires="a14">
          <p:sp>
            <p:nvSpPr>
              <p:cNvPr id="354" name="Google Shape;354;p36">
                <a:extLst>
                  <a:ext uri="{FF2B5EF4-FFF2-40B4-BE49-F238E27FC236}">
                    <a16:creationId xmlns:a16="http://schemas.microsoft.com/office/drawing/2014/main" id="{D440271D-D10B-8339-F96D-098F28327406}"/>
                  </a:ext>
                </a:extLst>
              </p:cNvPr>
              <p:cNvSpPr txBox="1">
                <a:spLocks noGrp="1"/>
              </p:cNvSpPr>
              <p:nvPr>
                <p:ph type="body" idx="1"/>
              </p:nvPr>
            </p:nvSpPr>
            <p:spPr>
              <a:xfrm>
                <a:off x="727650" y="1356627"/>
                <a:ext cx="3844350" cy="3237858"/>
              </a:xfrm>
              <a:prstGeom prst="rect">
                <a:avLst/>
              </a:prstGeom>
            </p:spPr>
            <p:txBody>
              <a:bodyPr spcFirstLastPara="1" wrap="square" lIns="91425" tIns="91425" rIns="91425" bIns="91425" anchor="t" anchorCtr="0">
                <a:normAutofit fontScale="92500"/>
              </a:bodyPr>
              <a:lstStyle/>
              <a:p>
                <a:pPr>
                  <a:buFont typeface="Lato"/>
                  <a:buChar char="➔"/>
                </a:pPr>
                <a:r>
                  <a:rPr lang="en-GB"/>
                  <a:t>BCE can be understood visually as a plot between </a:t>
                </a:r>
                <a14:m>
                  <m:oMath xmlns:m="http://schemas.openxmlformats.org/officeDocument/2006/math">
                    <m:r>
                      <a:rPr lang="en-GB" b="0" i="1" smtClean="0">
                        <a:latin typeface="Cambria Math" panose="02040503050406030204" pitchFamily="18" charset="0"/>
                      </a:rPr>
                      <m:t>𝑥</m:t>
                    </m:r>
                  </m:oMath>
                </a14:m>
                <a:r>
                  <a:rPr lang="en-GB"/>
                  <a:t> and </a:t>
                </a:r>
                <a14:m>
                  <m:oMath xmlns:m="http://schemas.openxmlformats.org/officeDocument/2006/math">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e>
                    </m:func>
                  </m:oMath>
                </a14:m>
                <a:endParaRPr lang="en-GB"/>
              </a:p>
              <a:p>
                <a:pPr>
                  <a:buFont typeface="Lato"/>
                  <a:buChar char="➔"/>
                </a:pPr>
                <a:r>
                  <a:rPr lang="en-GB"/>
                  <a:t>When we have </a:t>
                </a:r>
                <a14:m>
                  <m:oMath xmlns:m="http://schemas.openxmlformats.org/officeDocument/2006/math">
                    <m:r>
                      <a:rPr lang="en-GB" b="0" i="1" dirty="0" smtClean="0">
                        <a:latin typeface="Cambria Math" panose="02040503050406030204" pitchFamily="18" charset="0"/>
                      </a:rPr>
                      <m:t>𝑃</m:t>
                    </m:r>
                    <m:r>
                      <a:rPr lang="en-GB" b="0" i="1" dirty="0" smtClean="0">
                        <a:latin typeface="Cambria Math" panose="02040503050406030204" pitchFamily="18" charset="0"/>
                      </a:rPr>
                      <m:t>&gt;</m:t>
                    </m:r>
                    <m:r>
                      <a:rPr lang="en-GB" b="0" i="1" dirty="0" smtClean="0">
                        <a:latin typeface="Cambria Math" panose="02040503050406030204" pitchFamily="18" charset="0"/>
                      </a:rPr>
                      <m:t>0</m:t>
                    </m:r>
                    <m:r>
                      <a:rPr lang="en-GB" b="0" i="1" dirty="0" smtClean="0">
                        <a:latin typeface="Cambria Math" panose="02040503050406030204" pitchFamily="18" charset="0"/>
                      </a:rPr>
                      <m:t>.</m:t>
                    </m:r>
                    <m:r>
                      <a:rPr lang="en-GB" b="0" i="1" dirty="0" smtClean="0">
                        <a:latin typeface="Cambria Math" panose="02040503050406030204" pitchFamily="18" charset="0"/>
                      </a:rPr>
                      <m:t>5</m:t>
                    </m:r>
                  </m:oMath>
                </a14:m>
                <a:r>
                  <a:rPr lang="en-GB"/>
                  <a:t>, the loss is low, meaning good prediction.</a:t>
                </a:r>
              </a:p>
              <a:p>
                <a:pPr>
                  <a:buFont typeface="Lato"/>
                  <a:buChar char="➔"/>
                </a:pPr>
                <a:r>
                  <a:rPr lang="en-GB"/>
                  <a:t>For cases where </a:t>
                </a:r>
                <a14:m>
                  <m:oMath xmlns:m="http://schemas.openxmlformats.org/officeDocument/2006/math">
                    <m:r>
                      <a:rPr lang="en-GB" b="0" i="1" smtClean="0">
                        <a:latin typeface="Cambria Math" panose="02040503050406030204" pitchFamily="18" charset="0"/>
                      </a:rPr>
                      <m:t>𝑃</m:t>
                    </m:r>
                    <m:r>
                      <a:rPr lang="en-GB" b="0" i="1" smtClean="0">
                        <a:latin typeface="Cambria Math" panose="02040503050406030204" pitchFamily="18" charset="0"/>
                      </a:rPr>
                      <m:t>&lt;</m:t>
                    </m:r>
                    <m:r>
                      <a:rPr lang="en-GB" b="0" i="1" smtClean="0">
                        <a:latin typeface="Cambria Math" panose="02040503050406030204" pitchFamily="18" charset="0"/>
                      </a:rPr>
                      <m:t>0</m:t>
                    </m:r>
                    <m:r>
                      <a:rPr lang="en-GB" b="0" i="1" smtClean="0">
                        <a:latin typeface="Cambria Math" panose="02040503050406030204" pitchFamily="18" charset="0"/>
                      </a:rPr>
                      <m:t>.</m:t>
                    </m:r>
                    <m:r>
                      <a:rPr lang="en-GB" b="0" i="1" smtClean="0">
                        <a:latin typeface="Cambria Math" panose="02040503050406030204" pitchFamily="18" charset="0"/>
                      </a:rPr>
                      <m:t>5</m:t>
                    </m:r>
                  </m:oMath>
                </a14:m>
                <a:r>
                  <a:rPr lang="en-GB"/>
                  <a:t>, the loss is high, meaning bad prediction.</a:t>
                </a:r>
              </a:p>
              <a:p>
                <a:pPr marL="114300" indent="0">
                  <a:buNone/>
                </a:pPr>
                <a:endParaRPr lang="en-GB"/>
              </a:p>
            </p:txBody>
          </p:sp>
        </mc:Choice>
        <mc:Fallback>
          <p:sp>
            <p:nvSpPr>
              <p:cNvPr id="354" name="Google Shape;354;p36">
                <a:extLst>
                  <a:ext uri="{FF2B5EF4-FFF2-40B4-BE49-F238E27FC236}">
                    <a16:creationId xmlns:a16="http://schemas.microsoft.com/office/drawing/2014/main" id="{D440271D-D10B-8339-F96D-098F28327406}"/>
                  </a:ext>
                </a:extLst>
              </p:cNvPr>
              <p:cNvSpPr txBox="1">
                <a:spLocks noGrp="1" noRot="1" noChangeAspect="1" noMove="1" noResize="1" noEditPoints="1" noAdjustHandles="1" noChangeArrowheads="1" noChangeShapeType="1" noTextEdit="1"/>
              </p:cNvSpPr>
              <p:nvPr>
                <p:ph type="body" idx="1"/>
              </p:nvPr>
            </p:nvSpPr>
            <p:spPr>
              <a:xfrm>
                <a:off x="727650" y="1356627"/>
                <a:ext cx="3844350" cy="3237858"/>
              </a:xfrm>
              <a:prstGeom prst="rect">
                <a:avLst/>
              </a:prstGeom>
              <a:blipFill>
                <a:blip r:embed="rId3"/>
                <a:stretch>
                  <a:fillRect r="-792"/>
                </a:stretch>
              </a:blipFill>
            </p:spPr>
            <p:txBody>
              <a:bodyPr/>
              <a:lstStyle/>
              <a:p>
                <a:r>
                  <a:rPr lang="en-PK">
                    <a:noFill/>
                  </a:rPr>
                  <a:t> </a:t>
                </a:r>
              </a:p>
            </p:txBody>
          </p:sp>
        </mc:Fallback>
      </mc:AlternateContent>
      <p:pic>
        <p:nvPicPr>
          <p:cNvPr id="4" name="Picture 3" descr="Attribution: DigitalSreeni&#10;https://www.youtube.com/watch?v=Md4b67HvmRo">
            <a:hlinkClick r:id="rId4"/>
            <a:extLst>
              <a:ext uri="{FF2B5EF4-FFF2-40B4-BE49-F238E27FC236}">
                <a16:creationId xmlns:a16="http://schemas.microsoft.com/office/drawing/2014/main" id="{9D731B86-102A-08E3-841D-B495042D8646}"/>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rcRect b="740"/>
          <a:stretch/>
        </p:blipFill>
        <p:spPr>
          <a:xfrm>
            <a:off x="4572000" y="1419037"/>
            <a:ext cx="4198248" cy="3175448"/>
          </a:xfrm>
          <a:prstGeom prst="rect">
            <a:avLst/>
          </a:prstGeom>
        </p:spPr>
      </p:pic>
    </p:spTree>
    <p:extLst>
      <p:ext uri="{BB962C8B-B14F-4D97-AF65-F5344CB8AC3E}">
        <p14:creationId xmlns:p14="http://schemas.microsoft.com/office/powerpoint/2010/main" val="265560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52"/>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Minimising the loss</a:t>
            </a:r>
            <a:endParaRPr/>
          </a:p>
        </p:txBody>
      </p:sp>
      <mc:AlternateContent xmlns:mc="http://schemas.openxmlformats.org/markup-compatibility/2006">
        <mc:Choice xmlns:a14="http://schemas.microsoft.com/office/drawing/2010/main" Requires="a14">
          <p:sp>
            <p:nvSpPr>
              <p:cNvPr id="488" name="Google Shape;488;p52"/>
              <p:cNvSpPr txBox="1">
                <a:spLocks noGrp="1"/>
              </p:cNvSpPr>
              <p:nvPr>
                <p:ph type="body" idx="1"/>
              </p:nvPr>
            </p:nvSpPr>
            <p:spPr>
              <a:xfrm>
                <a:off x="727650" y="1356627"/>
                <a:ext cx="7688700" cy="3348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We need to optimise model parameter(s) </a:t>
                </a:r>
                <a14:m>
                  <m:oMath xmlns:m="http://schemas.openxmlformats.org/officeDocument/2006/math">
                    <m:r>
                      <a:rPr lang="en" b="1" i="1" dirty="0" smtClean="0">
                        <a:latin typeface="Cambria Math" panose="02040503050406030204" pitchFamily="18" charset="0"/>
                        <a:ea typeface="Times New Roman"/>
                        <a:cs typeface="Times New Roman"/>
                        <a:sym typeface="Times New Roman"/>
                      </a:rPr>
                      <m:t>𝒂</m:t>
                    </m:r>
                  </m:oMath>
                </a14:m>
                <a:r>
                  <a:rPr lang="en"/>
                  <a:t> such that the loss is minimised</a:t>
                </a:r>
                <a:endParaRPr/>
              </a:p>
              <a:p>
                <a:pPr marL="457200" lvl="0" indent="-342900" algn="l" rtl="0">
                  <a:spcBef>
                    <a:spcPts val="0"/>
                  </a:spcBef>
                  <a:spcAft>
                    <a:spcPts val="0"/>
                  </a:spcAft>
                  <a:buSzPts val="1800"/>
                  <a:buChar char="●"/>
                </a:pPr>
                <a:r>
                  <a:rPr lang="en"/>
                  <a:t>Although we compute the solution analytically, depending on the model and loss function that’s not always possible</a:t>
                </a:r>
                <a:endParaRPr/>
              </a:p>
              <a:p>
                <a:pPr marL="457200" lvl="0" indent="-342900" algn="l" rtl="0">
                  <a:spcBef>
                    <a:spcPts val="0"/>
                  </a:spcBef>
                  <a:spcAft>
                    <a:spcPts val="0"/>
                  </a:spcAft>
                  <a:buSzPts val="1800"/>
                  <a:buChar char="●"/>
                </a:pPr>
                <a:r>
                  <a:rPr lang="en"/>
                  <a:t>This time we use an </a:t>
                </a:r>
                <a:r>
                  <a:rPr lang="en" b="1"/>
                  <a:t>iterative optimisation </a:t>
                </a:r>
                <a:r>
                  <a:rPr lang="en"/>
                  <a:t>process called </a:t>
                </a:r>
                <a:r>
                  <a:rPr lang="en" b="1"/>
                  <a:t>gradient descent</a:t>
                </a:r>
                <a:endParaRPr b="1"/>
              </a:p>
            </p:txBody>
          </p:sp>
        </mc:Choice>
        <mc:Fallback>
          <p:sp>
            <p:nvSpPr>
              <p:cNvPr id="488" name="Google Shape;488;p52"/>
              <p:cNvSpPr txBox="1">
                <a:spLocks noGrp="1" noRot="1" noChangeAspect="1" noMove="1" noResize="1" noEditPoints="1" noAdjustHandles="1" noChangeArrowheads="1" noChangeShapeType="1" noTextEdit="1"/>
              </p:cNvSpPr>
              <p:nvPr>
                <p:ph type="body" idx="1"/>
              </p:nvPr>
            </p:nvSpPr>
            <p:spPr>
              <a:xfrm>
                <a:off x="727650" y="1356627"/>
                <a:ext cx="7688700" cy="3348900"/>
              </a:xfrm>
              <a:prstGeom prst="rect">
                <a:avLst/>
              </a:prstGeom>
              <a:blipFill>
                <a:blip r:embed="rId3"/>
                <a:stretch>
                  <a:fillRect/>
                </a:stretch>
              </a:blipFill>
            </p:spPr>
            <p:txBody>
              <a:bodyPr/>
              <a:lstStyle/>
              <a:p>
                <a:r>
                  <a:rPr lang="en-PK">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53"/>
          <p:cNvSpPr txBox="1">
            <a:spLocks noGrp="1"/>
          </p:cNvSpPr>
          <p:nvPr>
            <p:ph type="title"/>
          </p:nvPr>
        </p:nvSpPr>
        <p:spPr>
          <a:xfrm>
            <a:off x="729450" y="819125"/>
            <a:ext cx="46539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Gradient descent</a:t>
            </a:r>
            <a:endParaRPr/>
          </a:p>
        </p:txBody>
      </p:sp>
      <mc:AlternateContent xmlns:mc="http://schemas.openxmlformats.org/markup-compatibility/2006">
        <mc:Choice xmlns:a14="http://schemas.microsoft.com/office/drawing/2010/main" Requires="a14">
          <p:sp>
            <p:nvSpPr>
              <p:cNvPr id="494" name="Google Shape;494;p53"/>
              <p:cNvSpPr txBox="1">
                <a:spLocks noGrp="1"/>
              </p:cNvSpPr>
              <p:nvPr>
                <p:ph type="body" idx="1"/>
              </p:nvPr>
            </p:nvSpPr>
            <p:spPr>
              <a:xfrm>
                <a:off x="431200" y="1529724"/>
                <a:ext cx="4223700" cy="3432019"/>
              </a:xfrm>
              <a:prstGeom prst="rect">
                <a:avLst/>
              </a:prstGeom>
              <a:noFill/>
              <a:ln>
                <a:noFill/>
              </a:ln>
            </p:spPr>
            <p:txBody>
              <a:bodyPr spcFirstLastPara="1" wrap="square" lIns="91425" tIns="91425" rIns="91425" bIns="91425" anchor="t" anchorCtr="0">
                <a:normAutofit fontScale="92500" lnSpcReduction="20000"/>
              </a:bodyPr>
              <a:lstStyle/>
              <a:p>
                <a:pPr marL="457200" lvl="0" indent="-325755" algn="l" rtl="0">
                  <a:lnSpc>
                    <a:spcPct val="115000"/>
                  </a:lnSpc>
                  <a:spcBef>
                    <a:spcPts val="0"/>
                  </a:spcBef>
                  <a:spcAft>
                    <a:spcPts val="0"/>
                  </a:spcAft>
                  <a:buSzPct val="100000"/>
                  <a:buChar char="➔"/>
                </a:pPr>
                <a:r>
                  <a:rPr lang="en-GB"/>
                  <a:t>To minimize the loss function we will use </a:t>
                </a:r>
                <a:r>
                  <a:rPr lang="en-GB" b="1"/>
                  <a:t>gradient descent.</a:t>
                </a:r>
              </a:p>
              <a:p>
                <a:pPr indent="-325755">
                  <a:lnSpc>
                    <a:spcPct val="115000"/>
                  </a:lnSpc>
                  <a:buSzPct val="100000"/>
                  <a:buFont typeface="Lato"/>
                  <a:buChar char="➔"/>
                </a:pPr>
                <a:r>
                  <a:rPr lang="en-GB"/>
                  <a:t>Let’s call </a:t>
                </a:r>
                <a14:m>
                  <m:oMath xmlns:m="http://schemas.openxmlformats.org/officeDocument/2006/math">
                    <m:r>
                      <a:rPr lang="en-GB" sz="1917" b="1" i="1" dirty="0">
                        <a:latin typeface="Cambria Math" panose="02040503050406030204" pitchFamily="18" charset="0"/>
                        <a:ea typeface="Times New Roman"/>
                        <a:cs typeface="Times New Roman"/>
                        <a:sym typeface="Times New Roman"/>
                      </a:rPr>
                      <m:t>𝒘</m:t>
                    </m:r>
                  </m:oMath>
                </a14:m>
                <a:r>
                  <a:rPr lang="en-GB"/>
                  <a:t> the set of model parameters from any model.</a:t>
                </a:r>
              </a:p>
              <a:p>
                <a:pPr marL="457200" lvl="0" indent="-325755" algn="l" rtl="0">
                  <a:lnSpc>
                    <a:spcPct val="115000"/>
                  </a:lnSpc>
                  <a:spcBef>
                    <a:spcPts val="0"/>
                  </a:spcBef>
                  <a:spcAft>
                    <a:spcPts val="0"/>
                  </a:spcAft>
                  <a:buSzPct val="100000"/>
                  <a:buChar char="➔"/>
                </a:pPr>
                <a:r>
                  <a:rPr lang="en-GB"/>
                  <a:t>We take small steps in the direction opposite to the gradient.</a:t>
                </a:r>
              </a:p>
              <a:p>
                <a:pPr lvl="0" indent="-325755">
                  <a:lnSpc>
                    <a:spcPct val="115000"/>
                  </a:lnSpc>
                  <a:buSzPct val="100000"/>
                  <a:buChar char="➔"/>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𝑡</m:t>
                        </m:r>
                      </m:sub>
                    </m:sSub>
                    <m:sSub>
                      <m:sSubPr>
                        <m:ctrlPr>
                          <a:rPr lang="en-GB" b="0" i="1" smtClean="0">
                            <a:latin typeface="Cambria Math" panose="02040503050406030204" pitchFamily="18" charset="0"/>
                            <a:ea typeface="Cambria Math" panose="02040503050406030204" pitchFamily="18" charset="0"/>
                          </a:rPr>
                        </m:ctrlPr>
                      </m:sSubPr>
                      <m:e>
                        <m:r>
                          <m:rPr>
                            <m:sty m:val="p"/>
                          </m:rPr>
                          <a:rPr lang="en-GB" b="0" i="1" smtClean="0">
                            <a:latin typeface="Cambria Math" panose="02040503050406030204" pitchFamily="18" charset="0"/>
                            <a:ea typeface="Cambria Math" panose="02040503050406030204" pitchFamily="18" charset="0"/>
                          </a:rPr>
                          <m:t>∇</m:t>
                        </m:r>
                      </m:e>
                      <m:sub>
                        <m:r>
                          <a:rPr lang="en-GB" b="0" i="1" smtClean="0">
                            <a:latin typeface="Cambria Math" panose="02040503050406030204" pitchFamily="18" charset="0"/>
                            <a:ea typeface="Cambria Math" panose="02040503050406030204" pitchFamily="18" charset="0"/>
                          </a:rPr>
                          <m:t>𝑤</m:t>
                        </m:r>
                      </m:sub>
                    </m:sSub>
                    <m:r>
                      <a:rPr lang="en-GB" i="1">
                        <a:latin typeface="Cambria Math" panose="02040503050406030204" pitchFamily="18" charset="0"/>
                        <a:ea typeface="Cambria Math" panose="02040503050406030204" pitchFamily="18" charset="0"/>
                      </a:rPr>
                      <m:t>ℒ</m:t>
                    </m:r>
                    <m:d>
                      <m:dPr>
                        <m:ctrlPr>
                          <a:rPr lang="en-GB" i="1">
                            <a:latin typeface="Cambria Math" panose="02040503050406030204" pitchFamily="18" charset="0"/>
                            <a:ea typeface="Cambria Math" panose="02040503050406030204" pitchFamily="18" charset="0"/>
                          </a:rPr>
                        </m:ctrlPr>
                      </m:dPr>
                      <m:e>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𝑤</m:t>
                            </m:r>
                          </m:e>
                          <m:sub>
                            <m:r>
                              <a:rPr lang="en-GB" b="0" i="1" smtClean="0">
                                <a:latin typeface="Cambria Math" panose="02040503050406030204" pitchFamily="18" charset="0"/>
                                <a:ea typeface="Cambria Math" panose="02040503050406030204" pitchFamily="18" charset="0"/>
                              </a:rPr>
                              <m:t>𝑡</m:t>
                            </m:r>
                          </m:sub>
                        </m:s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1</m:t>
                        </m:r>
                      </m:e>
                    </m:d>
                  </m:oMath>
                </a14:m>
                <a:endParaRPr lang="en-GB"/>
              </a:p>
              <a:p>
                <a:pPr lvl="0" indent="-325755">
                  <a:lnSpc>
                    <a:spcPct val="115000"/>
                  </a:lnSpc>
                  <a:buSzPct val="100000"/>
                  <a:buChar char="➔"/>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𝑡</m:t>
                        </m:r>
                      </m:sub>
                    </m:sSub>
                  </m:oMath>
                </a14:m>
                <a:r>
                  <a:rPr lang="en-GB"/>
                  <a:t> is the updated weight vector at time </a:t>
                </a:r>
                <a14:m>
                  <m:oMath xmlns:m="http://schemas.openxmlformats.org/officeDocument/2006/math">
                    <m:r>
                      <a:rPr lang="en-GB" b="0" i="1" smtClean="0">
                        <a:latin typeface="Cambria Math" panose="02040503050406030204" pitchFamily="18" charset="0"/>
                      </a:rPr>
                      <m:t>𝑡</m:t>
                    </m:r>
                  </m:oMath>
                </a14:m>
                <a:r>
                  <a:rPr lang="en-GB"/>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𝑤</m:t>
                        </m:r>
                      </m:e>
                      <m:sub>
                        <m:r>
                          <a:rPr lang="en-GB" i="1">
                            <a:latin typeface="Cambria Math" panose="02040503050406030204" pitchFamily="18" charset="0"/>
                          </a:rPr>
                          <m:t>𝑡</m:t>
                        </m:r>
                        <m:r>
                          <a:rPr lang="en-GB" i="1">
                            <a:latin typeface="Cambria Math" panose="02040503050406030204" pitchFamily="18" charset="0"/>
                          </a:rPr>
                          <m:t>−</m:t>
                        </m:r>
                        <m:r>
                          <a:rPr lang="en-GB" i="1">
                            <a:latin typeface="Cambria Math" panose="02040503050406030204" pitchFamily="18" charset="0"/>
                          </a:rPr>
                          <m:t>1</m:t>
                        </m:r>
                      </m:sub>
                    </m:sSub>
                  </m:oMath>
                </a14:m>
                <a:r>
                  <a:rPr lang="en-GB"/>
                  <a:t> is the weight vector from previous step;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𝛼</m:t>
                        </m:r>
                      </m:e>
                      <m:sub>
                        <m:r>
                          <a:rPr lang="en-GB" i="1">
                            <a:latin typeface="Cambria Math" panose="02040503050406030204" pitchFamily="18" charset="0"/>
                          </a:rPr>
                          <m:t>𝑡</m:t>
                        </m:r>
                      </m:sub>
                    </m:sSub>
                  </m:oMath>
                </a14:m>
                <a:r>
                  <a:rPr lang="en-GB"/>
                  <a:t> is learning rate;</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m:rPr>
                            <m:sty m:val="p"/>
                          </m:rPr>
                          <a:rPr lang="en-GB" i="1">
                            <a:latin typeface="Cambria Math" panose="02040503050406030204" pitchFamily="18" charset="0"/>
                            <a:ea typeface="Cambria Math" panose="02040503050406030204" pitchFamily="18" charset="0"/>
                          </a:rPr>
                          <m:t>∇</m:t>
                        </m:r>
                      </m:e>
                      <m:sub>
                        <m:r>
                          <a:rPr lang="en-GB" i="1">
                            <a:latin typeface="Cambria Math" panose="02040503050406030204" pitchFamily="18" charset="0"/>
                            <a:ea typeface="Cambria Math" panose="02040503050406030204" pitchFamily="18" charset="0"/>
                          </a:rPr>
                          <m:t>𝑤</m:t>
                        </m:r>
                      </m:sub>
                    </m:sSub>
                    <m:r>
                      <a:rPr lang="en-GB" i="1">
                        <a:latin typeface="Cambria Math" panose="02040503050406030204" pitchFamily="18" charset="0"/>
                        <a:ea typeface="Cambria Math" panose="02040503050406030204" pitchFamily="18" charset="0"/>
                      </a:rPr>
                      <m:t>ℒ</m:t>
                    </m:r>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𝑤</m:t>
                            </m:r>
                          </m:e>
                          <m:sub>
                            <m:r>
                              <a:rPr lang="en-GB" i="1">
                                <a:latin typeface="Cambria Math" panose="02040503050406030204" pitchFamily="18" charset="0"/>
                                <a:ea typeface="Cambria Math" panose="02040503050406030204" pitchFamily="18" charset="0"/>
                              </a:rPr>
                              <m:t>𝑡</m:t>
                            </m:r>
                          </m:sub>
                        </m:sSub>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1</m:t>
                        </m:r>
                      </m:e>
                    </m:d>
                  </m:oMath>
                </a14:m>
                <a:r>
                  <a:rPr lang="en-GB"/>
                  <a:t> is the gradient of loss from previous step.</a:t>
                </a:r>
                <a:endParaRPr/>
              </a:p>
            </p:txBody>
          </p:sp>
        </mc:Choice>
        <mc:Fallback>
          <p:sp>
            <p:nvSpPr>
              <p:cNvPr id="494" name="Google Shape;494;p53"/>
              <p:cNvSpPr txBox="1">
                <a:spLocks noGrp="1" noRot="1" noChangeAspect="1" noMove="1" noResize="1" noEditPoints="1" noAdjustHandles="1" noChangeArrowheads="1" noChangeShapeType="1" noTextEdit="1"/>
              </p:cNvSpPr>
              <p:nvPr>
                <p:ph type="body" idx="1"/>
              </p:nvPr>
            </p:nvSpPr>
            <p:spPr>
              <a:xfrm>
                <a:off x="431200" y="1529724"/>
                <a:ext cx="4223700" cy="3432019"/>
              </a:xfrm>
              <a:prstGeom prst="rect">
                <a:avLst/>
              </a:prstGeom>
              <a:blipFill>
                <a:blip r:embed="rId3"/>
                <a:stretch>
                  <a:fillRect t="-355" r="-1876"/>
                </a:stretch>
              </a:blipFill>
              <a:ln>
                <a:noFill/>
              </a:ln>
            </p:spPr>
            <p:txBody>
              <a:bodyPr/>
              <a:lstStyle/>
              <a:p>
                <a:r>
                  <a:rPr lang="en-PK">
                    <a:noFill/>
                  </a:rPr>
                  <a:t> </a:t>
                </a:r>
              </a:p>
            </p:txBody>
          </p:sp>
        </mc:Fallback>
      </mc:AlternateContent>
      <p:pic>
        <p:nvPicPr>
          <p:cNvPr id="495" name="Google Shape;495;p53"/>
          <p:cNvPicPr preferRelativeResize="0"/>
          <p:nvPr/>
        </p:nvPicPr>
        <p:blipFill rotWithShape="1">
          <a:blip r:embed="rId4">
            <a:alphaModFix/>
          </a:blip>
          <a:srcRect/>
          <a:stretch/>
        </p:blipFill>
        <p:spPr>
          <a:xfrm>
            <a:off x="4807300" y="1506725"/>
            <a:ext cx="4184299" cy="26082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54"/>
          <p:cNvSpPr txBox="1">
            <a:spLocks noGrp="1"/>
          </p:cNvSpPr>
          <p:nvPr>
            <p:ph type="title"/>
          </p:nvPr>
        </p:nvSpPr>
        <p:spPr>
          <a:xfrm>
            <a:off x="620075" y="677188"/>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6296"/>
              <a:buNone/>
            </a:pPr>
            <a:r>
              <a:rPr lang="en"/>
              <a:t>Learning rate matters</a:t>
            </a:r>
            <a:endParaRPr/>
          </a:p>
        </p:txBody>
      </p:sp>
      <p:pic>
        <p:nvPicPr>
          <p:cNvPr id="502" name="Google Shape;502;p54"/>
          <p:cNvPicPr preferRelativeResize="0"/>
          <p:nvPr/>
        </p:nvPicPr>
        <p:blipFill rotWithShape="1">
          <a:blip r:embed="rId3">
            <a:alphaModFix/>
          </a:blip>
          <a:srcRect/>
          <a:stretch/>
        </p:blipFill>
        <p:spPr>
          <a:xfrm>
            <a:off x="55566" y="2254977"/>
            <a:ext cx="9032867" cy="2571856"/>
          </a:xfrm>
          <a:prstGeom prst="rect">
            <a:avLst/>
          </a:prstGeom>
          <a:noFill/>
          <a:ln>
            <a:noFill/>
          </a:ln>
        </p:spPr>
      </p:pic>
      <mc:AlternateContent xmlns:mc="http://schemas.openxmlformats.org/markup-compatibility/2006">
        <mc:Choice xmlns:a14="http://schemas.microsoft.com/office/drawing/2010/main" Requires="a14">
          <p:sp>
            <p:nvSpPr>
              <p:cNvPr id="2" name="Google Shape;488;p52">
                <a:extLst>
                  <a:ext uri="{FF2B5EF4-FFF2-40B4-BE49-F238E27FC236}">
                    <a16:creationId xmlns:a16="http://schemas.microsoft.com/office/drawing/2014/main" id="{4EA801B9-E842-9A05-B4FC-7B5859BE58E3}"/>
                  </a:ext>
                </a:extLst>
              </p:cNvPr>
              <p:cNvSpPr txBox="1">
                <a:spLocks noGrp="1"/>
              </p:cNvSpPr>
              <p:nvPr>
                <p:ph type="body" idx="1"/>
              </p:nvPr>
            </p:nvSpPr>
            <p:spPr>
              <a:xfrm>
                <a:off x="727650" y="1356627"/>
                <a:ext cx="7688700" cy="89835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
                  <a:t>Very high learning rate can miss the optimal values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m:t>
                        </m:r>
                      </m:sup>
                    </m:sSup>
                  </m:oMath>
                </a14:m>
                <a:r>
                  <a:rPr lang="en-GB"/>
                  <a:t>.</a:t>
                </a:r>
              </a:p>
              <a:p>
                <a:pPr marL="457200" lvl="0" indent="-342900" algn="l" rtl="0">
                  <a:spcBef>
                    <a:spcPts val="0"/>
                  </a:spcBef>
                  <a:spcAft>
                    <a:spcPts val="0"/>
                  </a:spcAft>
                  <a:buSzPts val="1800"/>
                  <a:buChar char="●"/>
                </a:pPr>
                <a:r>
                  <a:rPr lang="en-GB"/>
                  <a:t>Very low learning rate may require too many iterations.</a:t>
                </a:r>
                <a:endParaRPr/>
              </a:p>
            </p:txBody>
          </p:sp>
        </mc:Choice>
        <mc:Fallback>
          <p:sp>
            <p:nvSpPr>
              <p:cNvPr id="2" name="Google Shape;488;p52">
                <a:extLst>
                  <a:ext uri="{FF2B5EF4-FFF2-40B4-BE49-F238E27FC236}">
                    <a16:creationId xmlns:a16="http://schemas.microsoft.com/office/drawing/2014/main" id="{4EA801B9-E842-9A05-B4FC-7B5859BE58E3}"/>
                  </a:ext>
                </a:extLst>
              </p:cNvPr>
              <p:cNvSpPr txBox="1">
                <a:spLocks noGrp="1" noRot="1" noChangeAspect="1" noMove="1" noResize="1" noEditPoints="1" noAdjustHandles="1" noChangeArrowheads="1" noChangeShapeType="1" noTextEdit="1"/>
              </p:cNvSpPr>
              <p:nvPr>
                <p:ph type="body" idx="1"/>
              </p:nvPr>
            </p:nvSpPr>
            <p:spPr>
              <a:xfrm>
                <a:off x="727650" y="1356627"/>
                <a:ext cx="7688700" cy="898350"/>
              </a:xfrm>
              <a:prstGeom prst="rect">
                <a:avLst/>
              </a:prstGeom>
              <a:blipFill>
                <a:blip r:embed="rId4"/>
                <a:stretch>
                  <a:fillRect/>
                </a:stretch>
              </a:blipFill>
            </p:spPr>
            <p:txBody>
              <a:bodyPr/>
              <a:lstStyle/>
              <a:p>
                <a:r>
                  <a:rPr lang="en-PK">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0">
          <a:extLst>
            <a:ext uri="{FF2B5EF4-FFF2-40B4-BE49-F238E27FC236}">
              <a16:creationId xmlns:a16="http://schemas.microsoft.com/office/drawing/2014/main" id="{8C28E7CD-D1BD-BCD2-55C9-29ED5B2765F9}"/>
            </a:ext>
          </a:extLst>
        </p:cNvPr>
        <p:cNvGrpSpPr/>
        <p:nvPr/>
      </p:nvGrpSpPr>
      <p:grpSpPr>
        <a:xfrm>
          <a:off x="0" y="0"/>
          <a:ext cx="0" cy="0"/>
          <a:chOff x="0" y="0"/>
          <a:chExt cx="0" cy="0"/>
        </a:xfrm>
      </p:grpSpPr>
      <p:sp>
        <p:nvSpPr>
          <p:cNvPr id="371" name="Google Shape;371;p38">
            <a:extLst>
              <a:ext uri="{FF2B5EF4-FFF2-40B4-BE49-F238E27FC236}">
                <a16:creationId xmlns:a16="http://schemas.microsoft.com/office/drawing/2014/main" id="{E5CBB972-0B6F-53E1-85F4-7A030AD5BC4A}"/>
              </a:ext>
            </a:extLst>
          </p:cNvPr>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89"/>
              <a:buNone/>
            </a:pPr>
            <a:r>
              <a:rPr lang="en"/>
              <a:t>Implementation on Google Colab</a:t>
            </a:r>
            <a:endParaRPr/>
          </a:p>
        </p:txBody>
      </p:sp>
      <p:sp>
        <p:nvSpPr>
          <p:cNvPr id="8" name="Google Shape;431;p47">
            <a:extLst>
              <a:ext uri="{FF2B5EF4-FFF2-40B4-BE49-F238E27FC236}">
                <a16:creationId xmlns:a16="http://schemas.microsoft.com/office/drawing/2014/main" id="{CD8C2470-D294-51AC-96BD-E0AB86365BE9}"/>
              </a:ext>
            </a:extLst>
          </p:cNvPr>
          <p:cNvSpPr txBox="1">
            <a:spLocks/>
          </p:cNvSpPr>
          <p:nvPr/>
        </p:nvSpPr>
        <p:spPr>
          <a:xfrm>
            <a:off x="727650" y="2571749"/>
            <a:ext cx="7688700" cy="247227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30200">
              <a:lnSpc>
                <a:spcPct val="115000"/>
              </a:lnSpc>
              <a:buSzPts val="1600"/>
              <a:buFont typeface="Arial"/>
              <a:buChar char="➔"/>
            </a:pPr>
            <a:r>
              <a:rPr lang="cy-GB" sz="1600"/>
              <a:t>Objective 1: Calculate Cross-entropy loss of the model trained for Iris data in previous exercie.</a:t>
            </a:r>
          </a:p>
          <a:p>
            <a:pPr marL="457200" indent="-330200">
              <a:lnSpc>
                <a:spcPct val="115000"/>
              </a:lnSpc>
              <a:buSzPts val="1600"/>
              <a:buFont typeface="Arial"/>
              <a:buChar char="➔"/>
            </a:pPr>
            <a:r>
              <a:rPr lang="cy-GB" sz="1600"/>
              <a:t>Extra: Visualize the decision boundary (use AI to generate code and assess  what each line does)</a:t>
            </a:r>
          </a:p>
        </p:txBody>
      </p:sp>
    </p:spTree>
    <p:extLst>
      <p:ext uri="{BB962C8B-B14F-4D97-AF65-F5344CB8AC3E}">
        <p14:creationId xmlns:p14="http://schemas.microsoft.com/office/powerpoint/2010/main" val="3085099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76"/>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600"/>
              <a:buNone/>
            </a:pPr>
            <a:r>
              <a:rPr lang="en">
                <a:latin typeface="Lexend"/>
                <a:ea typeface="Lexend"/>
                <a:cs typeface="Lexend"/>
                <a:sym typeface="Lexend"/>
              </a:rPr>
              <a:t>Pros and Cons of Logistic regression</a:t>
            </a:r>
            <a:endParaRPr>
              <a:latin typeface="Lexend"/>
              <a:ea typeface="Lexend"/>
              <a:cs typeface="Lexend"/>
              <a:sym typeface="Lexend"/>
            </a:endParaRPr>
          </a:p>
        </p:txBody>
      </p:sp>
      <p:sp>
        <p:nvSpPr>
          <p:cNvPr id="653" name="Google Shape;653;p76"/>
          <p:cNvSpPr txBox="1">
            <a:spLocks noGrp="1"/>
          </p:cNvSpPr>
          <p:nvPr>
            <p:ph type="body" idx="2"/>
          </p:nvPr>
        </p:nvSpPr>
        <p:spPr>
          <a:xfrm>
            <a:off x="4873600" y="1069325"/>
            <a:ext cx="4071600" cy="3557400"/>
          </a:xfrm>
          <a:prstGeom prst="rect">
            <a:avLst/>
          </a:prstGeom>
          <a:noFill/>
          <a:ln>
            <a:noFill/>
          </a:ln>
        </p:spPr>
        <p:txBody>
          <a:bodyPr spcFirstLastPara="1" wrap="square" lIns="91425" tIns="91425" rIns="91425" bIns="91425" anchor="t" anchorCtr="0">
            <a:normAutofit/>
          </a:bodyPr>
          <a:lstStyle/>
          <a:p>
            <a:pPr marL="457200" lvl="0" indent="-323850" algn="l" rtl="0">
              <a:lnSpc>
                <a:spcPct val="115000"/>
              </a:lnSpc>
              <a:spcBef>
                <a:spcPts val="0"/>
              </a:spcBef>
              <a:spcAft>
                <a:spcPts val="0"/>
              </a:spcAft>
              <a:buSzPts val="1500"/>
              <a:buChar char="➔"/>
            </a:pPr>
            <a:r>
              <a:rPr lang="en" sz="1500">
                <a:highlight>
                  <a:srgbClr val="FFFFFF"/>
                </a:highlight>
              </a:rPr>
              <a:t>Advantages:</a:t>
            </a:r>
            <a:endParaRPr/>
          </a:p>
          <a:p>
            <a:pPr marL="914400" lvl="1" indent="-323850" algn="l" rtl="0">
              <a:lnSpc>
                <a:spcPct val="115000"/>
              </a:lnSpc>
              <a:spcBef>
                <a:spcPts val="0"/>
              </a:spcBef>
              <a:spcAft>
                <a:spcPts val="0"/>
              </a:spcAft>
              <a:buSzPts val="1500"/>
              <a:buChar char="◆"/>
            </a:pPr>
            <a:r>
              <a:rPr lang="en" sz="1500">
                <a:highlight>
                  <a:srgbClr val="FFFFFF"/>
                </a:highlight>
              </a:rPr>
              <a:t>Easy to understand and easy to train</a:t>
            </a:r>
            <a:endParaRPr/>
          </a:p>
          <a:p>
            <a:pPr marL="914400" lvl="1" indent="-323850" algn="l" rtl="0">
              <a:lnSpc>
                <a:spcPct val="115000"/>
              </a:lnSpc>
              <a:spcBef>
                <a:spcPts val="0"/>
              </a:spcBef>
              <a:spcAft>
                <a:spcPts val="0"/>
              </a:spcAft>
              <a:buSzPts val="1500"/>
              <a:buChar char="◆"/>
            </a:pPr>
            <a:r>
              <a:rPr lang="en" sz="1500">
                <a:highlight>
                  <a:srgbClr val="FFFFFF"/>
                </a:highlight>
              </a:rPr>
              <a:t>Performs well when the dataset is linearly separable</a:t>
            </a:r>
            <a:endParaRPr sz="1500">
              <a:highlight>
                <a:srgbClr val="FFFFFF"/>
              </a:highlight>
            </a:endParaRPr>
          </a:p>
          <a:p>
            <a:pPr marL="914400" lvl="1" indent="-323850" algn="l" rtl="0">
              <a:lnSpc>
                <a:spcPct val="115000"/>
              </a:lnSpc>
              <a:spcBef>
                <a:spcPts val="0"/>
              </a:spcBef>
              <a:spcAft>
                <a:spcPts val="0"/>
              </a:spcAft>
              <a:buSzPts val="1500"/>
              <a:buChar char="◆"/>
            </a:pPr>
            <a:r>
              <a:rPr lang="en" sz="1500">
                <a:highlight>
                  <a:srgbClr val="FFFFFF"/>
                </a:highlight>
              </a:rPr>
              <a:t>High interpretability</a:t>
            </a:r>
            <a:endParaRPr sz="1500">
              <a:highlight>
                <a:srgbClr val="FFFFFF"/>
              </a:highlight>
            </a:endParaRPr>
          </a:p>
          <a:p>
            <a:pPr marL="457200" lvl="0" indent="-323850" algn="l" rtl="0">
              <a:lnSpc>
                <a:spcPct val="115000"/>
              </a:lnSpc>
              <a:spcBef>
                <a:spcPts val="0"/>
              </a:spcBef>
              <a:spcAft>
                <a:spcPts val="0"/>
              </a:spcAft>
              <a:buSzPts val="1500"/>
              <a:buChar char="➔"/>
            </a:pPr>
            <a:r>
              <a:rPr lang="en" sz="1500">
                <a:highlight>
                  <a:srgbClr val="FFFFFF"/>
                </a:highlight>
              </a:rPr>
              <a:t>Disadvantages:</a:t>
            </a:r>
            <a:endParaRPr sz="1500">
              <a:highlight>
                <a:srgbClr val="FFFFFF"/>
              </a:highlight>
            </a:endParaRPr>
          </a:p>
          <a:p>
            <a:pPr marL="914400" lvl="1" indent="-323850" algn="l" rtl="0">
              <a:lnSpc>
                <a:spcPct val="115000"/>
              </a:lnSpc>
              <a:spcBef>
                <a:spcPts val="0"/>
              </a:spcBef>
              <a:spcAft>
                <a:spcPts val="0"/>
              </a:spcAft>
              <a:buSzPts val="1500"/>
              <a:buChar char="◆"/>
            </a:pPr>
            <a:r>
              <a:rPr lang="en" sz="1500" b="1">
                <a:highlight>
                  <a:srgbClr val="FFFFFF"/>
                </a:highlight>
              </a:rPr>
              <a:t>Not suitable for nonlinearly separable datasets</a:t>
            </a:r>
            <a:endParaRPr sz="1500" b="1">
              <a:highlight>
                <a:srgbClr val="FFFFFF"/>
              </a:highlight>
            </a:endParaRPr>
          </a:p>
          <a:p>
            <a:pPr marL="914400" lvl="1" indent="-323850" algn="l" rtl="0">
              <a:lnSpc>
                <a:spcPct val="115000"/>
              </a:lnSpc>
              <a:spcBef>
                <a:spcPts val="0"/>
              </a:spcBef>
              <a:spcAft>
                <a:spcPts val="0"/>
              </a:spcAft>
              <a:buSzPts val="1500"/>
              <a:buChar char="◆"/>
            </a:pPr>
            <a:r>
              <a:rPr lang="en" sz="1500">
                <a:highlight>
                  <a:srgbClr val="FFFFFF"/>
                </a:highlight>
              </a:rPr>
              <a:t>Will overfit if the number of observations is lesser than the number of features</a:t>
            </a:r>
            <a:endParaRPr sz="1500">
              <a:highlight>
                <a:srgbClr val="FFFFFF"/>
              </a:highlight>
            </a:endParaRPr>
          </a:p>
        </p:txBody>
      </p:sp>
      <p:pic>
        <p:nvPicPr>
          <p:cNvPr id="654" name="Google Shape;654;p76"/>
          <p:cNvPicPr preferRelativeResize="0"/>
          <p:nvPr/>
        </p:nvPicPr>
        <p:blipFill rotWithShape="1">
          <a:blip r:embed="rId3">
            <a:alphaModFix/>
          </a:blip>
          <a:srcRect/>
          <a:stretch/>
        </p:blipFill>
        <p:spPr>
          <a:xfrm>
            <a:off x="637125" y="2837802"/>
            <a:ext cx="2920399" cy="2147851"/>
          </a:xfrm>
          <a:prstGeom prst="rect">
            <a:avLst/>
          </a:prstGeom>
          <a:noFill/>
          <a:ln>
            <a:noFill/>
          </a:ln>
        </p:spPr>
      </p:pic>
      <p:cxnSp>
        <p:nvCxnSpPr>
          <p:cNvPr id="655" name="Google Shape;655;p76"/>
          <p:cNvCxnSpPr/>
          <p:nvPr/>
        </p:nvCxnSpPr>
        <p:spPr>
          <a:xfrm>
            <a:off x="1018041" y="3855735"/>
            <a:ext cx="2404500" cy="19200"/>
          </a:xfrm>
          <a:prstGeom prst="straightConnector1">
            <a:avLst/>
          </a:prstGeom>
          <a:noFill/>
          <a:ln w="19050" cap="flat" cmpd="sng">
            <a:solidFill>
              <a:schemeClr val="dk2"/>
            </a:solidFill>
            <a:prstDash val="solid"/>
            <a:round/>
            <a:headEnd type="none" w="sm" len="sm"/>
            <a:tailEnd type="none" w="sm" len="sm"/>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77"/>
          <p:cNvSpPr txBox="1">
            <a:spLocks noGrp="1"/>
          </p:cNvSpPr>
          <p:nvPr>
            <p:ph type="title"/>
          </p:nvPr>
        </p:nvSpPr>
        <p:spPr>
          <a:xfrm>
            <a:off x="620075" y="67718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Thank you!</a:t>
            </a:r>
            <a:endParaRPr/>
          </a:p>
        </p:txBody>
      </p:sp>
      <p:sp>
        <p:nvSpPr>
          <p:cNvPr id="662" name="Google Shape;662;p77"/>
          <p:cNvSpPr txBox="1">
            <a:spLocks noGrp="1"/>
          </p:cNvSpPr>
          <p:nvPr>
            <p:ph type="subTitle" idx="2"/>
          </p:nvPr>
        </p:nvSpPr>
        <p:spPr>
          <a:xfrm>
            <a:off x="6132050" y="3876925"/>
            <a:ext cx="2309100" cy="6540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1200"/>
              </a:spcAft>
              <a:buNone/>
            </a:pPr>
            <a:r>
              <a:rPr lang="en"/>
              <a:t>Please share your feedback with us for this week (2mins)!</a:t>
            </a:r>
            <a:endParaRPr/>
          </a:p>
        </p:txBody>
      </p:sp>
      <p:sp>
        <p:nvSpPr>
          <p:cNvPr id="663" name="Google Shape;663;p77"/>
          <p:cNvSpPr txBox="1">
            <a:spLocks noGrp="1"/>
          </p:cNvSpPr>
          <p:nvPr>
            <p:ph type="body" idx="1"/>
          </p:nvPr>
        </p:nvSpPr>
        <p:spPr>
          <a:xfrm>
            <a:off x="686525" y="1356625"/>
            <a:ext cx="4516200" cy="3537664"/>
          </a:xfrm>
          <a:prstGeom prst="rect">
            <a:avLst/>
          </a:prstGeom>
        </p:spPr>
        <p:txBody>
          <a:bodyPr spcFirstLastPara="1" wrap="square" lIns="91425" tIns="91425" rIns="91425" bIns="91425" anchor="t" anchorCtr="0">
            <a:normAutofit fontScale="92500" lnSpcReduction="20000"/>
          </a:bodyPr>
          <a:lstStyle/>
          <a:p>
            <a:pPr marL="285750" indent="-285750">
              <a:spcAft>
                <a:spcPts val="1200"/>
              </a:spcAft>
            </a:pPr>
            <a:r>
              <a:rPr lang="en" sz="1400"/>
              <a:t>You have completed second milestone in the machine learning domain.</a:t>
            </a:r>
          </a:p>
          <a:p>
            <a:pPr marL="285750" indent="-285750">
              <a:spcAft>
                <a:spcPts val="1200"/>
              </a:spcAft>
            </a:pPr>
            <a:r>
              <a:rPr lang="en" sz="1400"/>
              <a:t>DIY! Prepare a dataset from your income and expenses: date, amount, income_expense, payer_payee, category (food, academic, utility, etc.), balance. You can get some insight from any expense manager app.</a:t>
            </a:r>
          </a:p>
          <a:p>
            <a:pPr marL="285750" indent="-285750">
              <a:spcAft>
                <a:spcPts val="1200"/>
              </a:spcAft>
            </a:pPr>
            <a:r>
              <a:rPr lang="en" sz="1400"/>
              <a:t>Train a Linear regression model to predict your balance at any date.</a:t>
            </a:r>
          </a:p>
          <a:p>
            <a:pPr marL="285750" indent="-285750">
              <a:spcAft>
                <a:spcPts val="1200"/>
              </a:spcAft>
            </a:pPr>
            <a:r>
              <a:rPr lang="en" sz="1400"/>
              <a:t>Train a Logistic regression model to classify whether an expense is recurring or not.</a:t>
            </a: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1655</Words>
  <Application>Microsoft Office PowerPoint</Application>
  <PresentationFormat>On-screen Show (16:9)</PresentationFormat>
  <Paragraphs>134</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Cambria Math</vt:lpstr>
      <vt:lpstr>Lato</vt:lpstr>
      <vt:lpstr>Lexend</vt:lpstr>
      <vt:lpstr>Lora</vt:lpstr>
      <vt:lpstr>Raleway</vt:lpstr>
      <vt:lpstr>Streamline</vt:lpstr>
      <vt:lpstr>Logistic Regression</vt:lpstr>
      <vt:lpstr>Recap…</vt:lpstr>
      <vt:lpstr>Introduction</vt:lpstr>
      <vt:lpstr>Iris Dataset… again</vt:lpstr>
      <vt:lpstr>Classification</vt:lpstr>
      <vt:lpstr>Classification</vt:lpstr>
      <vt:lpstr>Classification</vt:lpstr>
      <vt:lpstr>Logistic regression for classification</vt:lpstr>
      <vt:lpstr>Logistic Regression</vt:lpstr>
      <vt:lpstr>Logistic Regression</vt:lpstr>
      <vt:lpstr>Motivation</vt:lpstr>
      <vt:lpstr>Motivation</vt:lpstr>
      <vt:lpstr>Predicting Probabilities</vt:lpstr>
      <vt:lpstr>Sigmoid function</vt:lpstr>
      <vt:lpstr>Logistic regression model</vt:lpstr>
      <vt:lpstr>Logistic regression model</vt:lpstr>
      <vt:lpstr>Implementation on Google Colab</vt:lpstr>
      <vt:lpstr>Extension to more dimensions </vt:lpstr>
      <vt:lpstr>How to Choose an optimal Line </vt:lpstr>
      <vt:lpstr>“Learning” by minimizing the loss</vt:lpstr>
      <vt:lpstr>“Learning” by minimizing the loss</vt:lpstr>
      <vt:lpstr>Binary Cross Entropy</vt:lpstr>
      <vt:lpstr>Binary Cross Entropy</vt:lpstr>
      <vt:lpstr>Minimising the loss</vt:lpstr>
      <vt:lpstr>Gradient descent</vt:lpstr>
      <vt:lpstr>Learning rate matters</vt:lpstr>
      <vt:lpstr>Implementation on Google Colab</vt:lpstr>
      <vt:lpstr>Pros and Cons of Logistic regression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Owais Ahmed</cp:lastModifiedBy>
  <cp:revision>1</cp:revision>
  <dcterms:modified xsi:type="dcterms:W3CDTF">2025-08-09T12:31:13Z</dcterms:modified>
</cp:coreProperties>
</file>