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95" r:id="rId6"/>
    <p:sldId id="287" r:id="rId7"/>
    <p:sldId id="288" r:id="rId8"/>
    <p:sldId id="289" r:id="rId9"/>
    <p:sldId id="285" r:id="rId10"/>
    <p:sldId id="290" r:id="rId11"/>
    <p:sldId id="291" r:id="rId12"/>
    <p:sldId id="292" r:id="rId13"/>
    <p:sldId id="293" r:id="rId14"/>
    <p:sldId id="294" r:id="rId15"/>
    <p:sldId id="282" r:id="rId16"/>
  </p:sldIdLst>
  <p:sldSz cx="9144000" cy="5143500" type="screen16x9"/>
  <p:notesSz cx="6858000" cy="9144000"/>
  <p:embeddedFontLst>
    <p:embeddedFont>
      <p:font typeface="Cascadia Code" panose="020B0609020000020004" pitchFamily="49" charset="0"/>
      <p:regular r:id="rId18"/>
      <p:bold r:id="rId19"/>
      <p:italic r:id="rId20"/>
      <p:boldItalic r:id="rId21"/>
    </p:embeddedFont>
    <p:embeddedFont>
      <p:font typeface="Dubai Medium" panose="020B0603030403030204" pitchFamily="34" charset="-78"/>
      <p:regular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Roboto Mono" panose="00000009000000000000" pitchFamily="49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BFEFC5-E1E2-4FE9-A380-C45EA8FEA887}" v="67" dt="2025-06-21T13:13:36.461"/>
  </p1510:revLst>
</p1510:revInfo>
</file>

<file path=ppt/tableStyles.xml><?xml version="1.0" encoding="utf-8"?>
<a:tblStyleLst xmlns:a="http://schemas.openxmlformats.org/drawingml/2006/main" def="{0CDD1E92-189E-40AD-8222-719FFBB4DE74}">
  <a:tblStyle styleId="{0CDD1E92-189E-40AD-8222-719FFBB4DE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81"/>
  </p:normalViewPr>
  <p:slideViewPr>
    <p:cSldViewPr snapToGrid="0">
      <p:cViewPr varScale="1">
        <p:scale>
          <a:sx n="128" d="100"/>
          <a:sy n="128" d="100"/>
        </p:scale>
        <p:origin x="1128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microsoft.com/office/2016/11/relationships/changesInfo" Target="changesInfos/changesInfo1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E9BFEFC5-E1E2-4FE9-A380-C45EA8FEA887}"/>
    <pc:docChg chg="modSld">
      <pc:chgData name="Owais Ahmed" userId="6abc7d4556b3b071" providerId="LiveId" clId="{E9BFEFC5-E1E2-4FE9-A380-C45EA8FEA887}" dt="2025-06-21T13:13:36.461" v="66" actId="948"/>
      <pc:docMkLst>
        <pc:docMk/>
      </pc:docMkLst>
      <pc:sldChg chg="modSp">
        <pc:chgData name="Owais Ahmed" userId="6abc7d4556b3b071" providerId="LiveId" clId="{E9BFEFC5-E1E2-4FE9-A380-C45EA8FEA887}" dt="2025-06-21T11:37:59.905" v="1" actId="20577"/>
        <pc:sldMkLst>
          <pc:docMk/>
          <pc:sldMk cId="0" sldId="259"/>
        </pc:sldMkLst>
        <pc:spChg chg="mod">
          <ac:chgData name="Owais Ahmed" userId="6abc7d4556b3b071" providerId="LiveId" clId="{E9BFEFC5-E1E2-4FE9-A380-C45EA8FEA887}" dt="2025-06-21T11:37:59.905" v="1" actId="20577"/>
          <ac:spMkLst>
            <pc:docMk/>
            <pc:sldMk cId="0" sldId="259"/>
            <ac:spMk id="84" creationId="{00000000-0000-0000-0000-000000000000}"/>
          </ac:spMkLst>
        </pc:spChg>
      </pc:sldChg>
      <pc:sldChg chg="modSp">
        <pc:chgData name="Owais Ahmed" userId="6abc7d4556b3b071" providerId="LiveId" clId="{E9BFEFC5-E1E2-4FE9-A380-C45EA8FEA887}" dt="2025-06-21T13:13:36.461" v="66" actId="948"/>
        <pc:sldMkLst>
          <pc:docMk/>
          <pc:sldMk cId="3263356164" sldId="288"/>
        </pc:sldMkLst>
        <pc:spChg chg="mod">
          <ac:chgData name="Owais Ahmed" userId="6abc7d4556b3b071" providerId="LiveId" clId="{E9BFEFC5-E1E2-4FE9-A380-C45EA8FEA887}" dt="2025-06-21T13:13:36.461" v="66" actId="948"/>
          <ac:spMkLst>
            <pc:docMk/>
            <pc:sldMk cId="3263356164" sldId="288"/>
            <ac:spMk id="84" creationId="{0E4BC626-F17F-88DB-A46E-537BA741193B}"/>
          </ac:spMkLst>
        </pc:spChg>
      </pc:sldChg>
      <pc:sldChg chg="modSp">
        <pc:chgData name="Owais Ahmed" userId="6abc7d4556b3b071" providerId="LiveId" clId="{E9BFEFC5-E1E2-4FE9-A380-C45EA8FEA887}" dt="2025-06-21T11:43:17.981" v="65" actId="20577"/>
        <pc:sldMkLst>
          <pc:docMk/>
          <pc:sldMk cId="3902833562" sldId="289"/>
        </pc:sldMkLst>
        <pc:spChg chg="mod">
          <ac:chgData name="Owais Ahmed" userId="6abc7d4556b3b071" providerId="LiveId" clId="{E9BFEFC5-E1E2-4FE9-A380-C45EA8FEA887}" dt="2025-06-21T11:43:17.981" v="65" actId="20577"/>
          <ac:spMkLst>
            <pc:docMk/>
            <pc:sldMk cId="3902833562" sldId="289"/>
            <ac:spMk id="84" creationId="{1D7E0670-965C-E3FA-555E-FD50987D0AE3}"/>
          </ac:spMkLst>
        </pc:spChg>
      </pc:sldChg>
    </pc:docChg>
  </pc:docChgLst>
  <pc:docChgLst>
    <pc:chgData name="Owais Ahmed" userId="6abc7d4556b3b071" providerId="LiveId" clId="{39A783AA-260F-4BAB-974F-2514B535EA84}"/>
    <pc:docChg chg="undo custSel addSld modSld">
      <pc:chgData name="Owais Ahmed" userId="6abc7d4556b3b071" providerId="LiveId" clId="{39A783AA-260F-4BAB-974F-2514B535EA84}" dt="2025-01-26T03:48:38.635" v="685" actId="20577"/>
      <pc:docMkLst>
        <pc:docMk/>
      </pc:docMkLst>
      <pc:sldChg chg="modSp modAnim">
        <pc:chgData name="Owais Ahmed" userId="6abc7d4556b3b071" providerId="LiveId" clId="{39A783AA-260F-4BAB-974F-2514B535EA84}" dt="2025-01-26T03:23:07.231" v="28" actId="20577"/>
        <pc:sldMkLst>
          <pc:docMk/>
          <pc:sldMk cId="0" sldId="257"/>
        </pc:sldMkLst>
      </pc:sldChg>
      <pc:sldChg chg="modSp mod">
        <pc:chgData name="Owais Ahmed" userId="6abc7d4556b3b071" providerId="LiveId" clId="{39A783AA-260F-4BAB-974F-2514B535EA84}" dt="2025-01-26T03:34:34.592" v="170" actId="33524"/>
        <pc:sldMkLst>
          <pc:docMk/>
          <pc:sldMk cId="0" sldId="282"/>
        </pc:sldMkLst>
      </pc:sldChg>
      <pc:sldChg chg="modSp">
        <pc:chgData name="Owais Ahmed" userId="6abc7d4556b3b071" providerId="LiveId" clId="{39A783AA-260F-4BAB-974F-2514B535EA84}" dt="2025-01-26T03:34:11.555" v="169" actId="14100"/>
        <pc:sldMkLst>
          <pc:docMk/>
          <pc:sldMk cId="2252627262" sldId="292"/>
        </pc:sldMkLst>
      </pc:sldChg>
      <pc:sldChg chg="modSp add mod">
        <pc:chgData name="Owais Ahmed" userId="6abc7d4556b3b071" providerId="LiveId" clId="{39A783AA-260F-4BAB-974F-2514B535EA84}" dt="2025-01-26T03:48:38.635" v="685" actId="20577"/>
        <pc:sldMkLst>
          <pc:docMk/>
          <pc:sldMk cId="1346606958" sldId="294"/>
        </pc:sldMkLst>
      </pc:sldChg>
      <pc:sldChg chg="addSp delSp modSp add mod modAnim">
        <pc:chgData name="Owais Ahmed" userId="6abc7d4556b3b071" providerId="LiveId" clId="{39A783AA-260F-4BAB-974F-2514B535EA84}" dt="2025-01-26T03:33:05.706" v="165"/>
        <pc:sldMkLst>
          <pc:docMk/>
          <pc:sldMk cId="838545828" sldId="295"/>
        </pc:sldMkLst>
      </pc:sldChg>
    </pc:docChg>
  </pc:docChgLst>
  <pc:docChgLst>
    <pc:chgData name="Owais Ahmed" userId="6abc7d4556b3b071" providerId="LiveId" clId="{4AC56EF9-5E17-431F-9D2E-22C829E47DA2}"/>
    <pc:docChg chg="undo redo custSel addSld delSld modSld sldOrd">
      <pc:chgData name="Owais Ahmed" userId="6abc7d4556b3b071" providerId="LiveId" clId="{4AC56EF9-5E17-431F-9D2E-22C829E47DA2}" dt="2025-01-28T18:36:00.565" v="6173"/>
      <pc:docMkLst>
        <pc:docMk/>
      </pc:docMkLst>
      <pc:sldChg chg="modSp mod">
        <pc:chgData name="Owais Ahmed" userId="6abc7d4556b3b071" providerId="LiveId" clId="{4AC56EF9-5E17-431F-9D2E-22C829E47DA2}" dt="2025-01-25T09:46:05.765" v="46" actId="20577"/>
        <pc:sldMkLst>
          <pc:docMk/>
          <pc:sldMk cId="0" sldId="256"/>
        </pc:sldMkLst>
      </pc:sldChg>
      <pc:sldChg chg="modSp mod modAnim">
        <pc:chgData name="Owais Ahmed" userId="6abc7d4556b3b071" providerId="LiveId" clId="{4AC56EF9-5E17-431F-9D2E-22C829E47DA2}" dt="2025-01-25T18:30:29.539" v="5973" actId="20577"/>
        <pc:sldMkLst>
          <pc:docMk/>
          <pc:sldMk cId="0" sldId="257"/>
        </pc:sldMkLst>
      </pc:sldChg>
      <pc:sldChg chg="addSp delSp modSp mod modAnim">
        <pc:chgData name="Owais Ahmed" userId="6abc7d4556b3b071" providerId="LiveId" clId="{4AC56EF9-5E17-431F-9D2E-22C829E47DA2}" dt="2025-01-25T16:26:54.166" v="2143"/>
        <pc:sldMkLst>
          <pc:docMk/>
          <pc:sldMk cId="0" sldId="258"/>
        </pc:sldMkLst>
      </pc:sldChg>
      <pc:sldChg chg="addSp delSp modSp mod modAnim chgLayout">
        <pc:chgData name="Owais Ahmed" userId="6abc7d4556b3b071" providerId="LiveId" clId="{4AC56EF9-5E17-431F-9D2E-22C829E47DA2}" dt="2025-01-25T17:21:10.726" v="2450"/>
        <pc:sldMkLst>
          <pc:docMk/>
          <pc:sldMk cId="0" sldId="259"/>
        </pc:sldMkLst>
      </pc:sldChg>
      <pc:sldChg chg="del">
        <pc:chgData name="Owais Ahmed" userId="6abc7d4556b3b071" providerId="LiveId" clId="{4AC56EF9-5E17-431F-9D2E-22C829E47DA2}" dt="2025-01-25T17:14:15.053" v="2400" actId="47"/>
        <pc:sldMkLst>
          <pc:docMk/>
          <pc:sldMk cId="0" sldId="260"/>
        </pc:sldMkLst>
      </pc:sldChg>
      <pc:sldChg chg="del">
        <pc:chgData name="Owais Ahmed" userId="6abc7d4556b3b071" providerId="LiveId" clId="{4AC56EF9-5E17-431F-9D2E-22C829E47DA2}" dt="2025-01-25T17:14:16.286" v="2401" actId="47"/>
        <pc:sldMkLst>
          <pc:docMk/>
          <pc:sldMk cId="0" sldId="261"/>
        </pc:sldMkLst>
      </pc:sldChg>
      <pc:sldChg chg="del">
        <pc:chgData name="Owais Ahmed" userId="6abc7d4556b3b071" providerId="LiveId" clId="{4AC56EF9-5E17-431F-9D2E-22C829E47DA2}" dt="2025-01-25T17:14:17.651" v="2402" actId="47"/>
        <pc:sldMkLst>
          <pc:docMk/>
          <pc:sldMk cId="0" sldId="262"/>
        </pc:sldMkLst>
      </pc:sldChg>
      <pc:sldChg chg="del">
        <pc:chgData name="Owais Ahmed" userId="6abc7d4556b3b071" providerId="LiveId" clId="{4AC56EF9-5E17-431F-9D2E-22C829E47DA2}" dt="2025-01-25T18:01:50.851" v="4371" actId="47"/>
        <pc:sldMkLst>
          <pc:docMk/>
          <pc:sldMk cId="0" sldId="263"/>
        </pc:sldMkLst>
      </pc:sldChg>
      <pc:sldChg chg="del">
        <pc:chgData name="Owais Ahmed" userId="6abc7d4556b3b071" providerId="LiveId" clId="{4AC56EF9-5E17-431F-9D2E-22C829E47DA2}" dt="2025-01-25T17:14:19.662" v="2403" actId="47"/>
        <pc:sldMkLst>
          <pc:docMk/>
          <pc:sldMk cId="0" sldId="264"/>
        </pc:sldMkLst>
      </pc:sldChg>
      <pc:sldChg chg="del">
        <pc:chgData name="Owais Ahmed" userId="6abc7d4556b3b071" providerId="LiveId" clId="{4AC56EF9-5E17-431F-9D2E-22C829E47DA2}" dt="2025-01-25T17:14:20.033" v="2404" actId="47"/>
        <pc:sldMkLst>
          <pc:docMk/>
          <pc:sldMk cId="0" sldId="265"/>
        </pc:sldMkLst>
      </pc:sldChg>
      <pc:sldChg chg="del">
        <pc:chgData name="Owais Ahmed" userId="6abc7d4556b3b071" providerId="LiveId" clId="{4AC56EF9-5E17-431F-9D2E-22C829E47DA2}" dt="2025-01-25T17:14:20.378" v="2405" actId="47"/>
        <pc:sldMkLst>
          <pc:docMk/>
          <pc:sldMk cId="0" sldId="266"/>
        </pc:sldMkLst>
      </pc:sldChg>
      <pc:sldChg chg="del">
        <pc:chgData name="Owais Ahmed" userId="6abc7d4556b3b071" providerId="LiveId" clId="{4AC56EF9-5E17-431F-9D2E-22C829E47DA2}" dt="2025-01-25T17:14:20.737" v="2406" actId="47"/>
        <pc:sldMkLst>
          <pc:docMk/>
          <pc:sldMk cId="0" sldId="267"/>
        </pc:sldMkLst>
      </pc:sldChg>
      <pc:sldChg chg="del">
        <pc:chgData name="Owais Ahmed" userId="6abc7d4556b3b071" providerId="LiveId" clId="{4AC56EF9-5E17-431F-9D2E-22C829E47DA2}" dt="2025-01-25T17:14:21.067" v="2407" actId="47"/>
        <pc:sldMkLst>
          <pc:docMk/>
          <pc:sldMk cId="0" sldId="268"/>
        </pc:sldMkLst>
      </pc:sldChg>
      <pc:sldChg chg="del">
        <pc:chgData name="Owais Ahmed" userId="6abc7d4556b3b071" providerId="LiveId" clId="{4AC56EF9-5E17-431F-9D2E-22C829E47DA2}" dt="2025-01-25T17:14:21.328" v="2408" actId="47"/>
        <pc:sldMkLst>
          <pc:docMk/>
          <pc:sldMk cId="0" sldId="269"/>
        </pc:sldMkLst>
      </pc:sldChg>
      <pc:sldChg chg="del">
        <pc:chgData name="Owais Ahmed" userId="6abc7d4556b3b071" providerId="LiveId" clId="{4AC56EF9-5E17-431F-9D2E-22C829E47DA2}" dt="2025-01-25T17:14:21.556" v="2409" actId="47"/>
        <pc:sldMkLst>
          <pc:docMk/>
          <pc:sldMk cId="0" sldId="270"/>
        </pc:sldMkLst>
      </pc:sldChg>
      <pc:sldChg chg="del">
        <pc:chgData name="Owais Ahmed" userId="6abc7d4556b3b071" providerId="LiveId" clId="{4AC56EF9-5E17-431F-9D2E-22C829E47DA2}" dt="2025-01-25T17:14:21.745" v="2410" actId="47"/>
        <pc:sldMkLst>
          <pc:docMk/>
          <pc:sldMk cId="0" sldId="271"/>
        </pc:sldMkLst>
      </pc:sldChg>
      <pc:sldChg chg="del">
        <pc:chgData name="Owais Ahmed" userId="6abc7d4556b3b071" providerId="LiveId" clId="{4AC56EF9-5E17-431F-9D2E-22C829E47DA2}" dt="2025-01-25T17:14:21.914" v="2411" actId="47"/>
        <pc:sldMkLst>
          <pc:docMk/>
          <pc:sldMk cId="0" sldId="272"/>
        </pc:sldMkLst>
      </pc:sldChg>
      <pc:sldChg chg="del">
        <pc:chgData name="Owais Ahmed" userId="6abc7d4556b3b071" providerId="LiveId" clId="{4AC56EF9-5E17-431F-9D2E-22C829E47DA2}" dt="2025-01-25T17:14:22.085" v="2412" actId="47"/>
        <pc:sldMkLst>
          <pc:docMk/>
          <pc:sldMk cId="0" sldId="273"/>
        </pc:sldMkLst>
      </pc:sldChg>
      <pc:sldChg chg="del">
        <pc:chgData name="Owais Ahmed" userId="6abc7d4556b3b071" providerId="LiveId" clId="{4AC56EF9-5E17-431F-9D2E-22C829E47DA2}" dt="2025-01-25T17:14:22.248" v="2413" actId="47"/>
        <pc:sldMkLst>
          <pc:docMk/>
          <pc:sldMk cId="0" sldId="274"/>
        </pc:sldMkLst>
      </pc:sldChg>
      <pc:sldChg chg="del">
        <pc:chgData name="Owais Ahmed" userId="6abc7d4556b3b071" providerId="LiveId" clId="{4AC56EF9-5E17-431F-9D2E-22C829E47DA2}" dt="2025-01-25T17:14:22.449" v="2414" actId="47"/>
        <pc:sldMkLst>
          <pc:docMk/>
          <pc:sldMk cId="0" sldId="275"/>
        </pc:sldMkLst>
      </pc:sldChg>
      <pc:sldChg chg="del">
        <pc:chgData name="Owais Ahmed" userId="6abc7d4556b3b071" providerId="LiveId" clId="{4AC56EF9-5E17-431F-9D2E-22C829E47DA2}" dt="2025-01-25T17:14:23.497" v="2415" actId="47"/>
        <pc:sldMkLst>
          <pc:docMk/>
          <pc:sldMk cId="0" sldId="276"/>
        </pc:sldMkLst>
      </pc:sldChg>
      <pc:sldChg chg="del">
        <pc:chgData name="Owais Ahmed" userId="6abc7d4556b3b071" providerId="LiveId" clId="{4AC56EF9-5E17-431F-9D2E-22C829E47DA2}" dt="2025-01-25T17:14:23.728" v="2416" actId="47"/>
        <pc:sldMkLst>
          <pc:docMk/>
          <pc:sldMk cId="0" sldId="277"/>
        </pc:sldMkLst>
      </pc:sldChg>
      <pc:sldChg chg="del">
        <pc:chgData name="Owais Ahmed" userId="6abc7d4556b3b071" providerId="LiveId" clId="{4AC56EF9-5E17-431F-9D2E-22C829E47DA2}" dt="2025-01-25T17:14:23.975" v="2417" actId="47"/>
        <pc:sldMkLst>
          <pc:docMk/>
          <pc:sldMk cId="0" sldId="278"/>
        </pc:sldMkLst>
      </pc:sldChg>
      <pc:sldChg chg="del">
        <pc:chgData name="Owais Ahmed" userId="6abc7d4556b3b071" providerId="LiveId" clId="{4AC56EF9-5E17-431F-9D2E-22C829E47DA2}" dt="2025-01-25T17:14:24.208" v="2418" actId="47"/>
        <pc:sldMkLst>
          <pc:docMk/>
          <pc:sldMk cId="0" sldId="279"/>
        </pc:sldMkLst>
      </pc:sldChg>
      <pc:sldChg chg="del">
        <pc:chgData name="Owais Ahmed" userId="6abc7d4556b3b071" providerId="LiveId" clId="{4AC56EF9-5E17-431F-9D2E-22C829E47DA2}" dt="2025-01-25T17:14:24.404" v="2419" actId="47"/>
        <pc:sldMkLst>
          <pc:docMk/>
          <pc:sldMk cId="0" sldId="280"/>
        </pc:sldMkLst>
      </pc:sldChg>
      <pc:sldChg chg="delSp modSp add del mod">
        <pc:chgData name="Owais Ahmed" userId="6abc7d4556b3b071" providerId="LiveId" clId="{4AC56EF9-5E17-431F-9D2E-22C829E47DA2}" dt="2025-01-25T18:02:28.849" v="4410" actId="47"/>
        <pc:sldMkLst>
          <pc:docMk/>
          <pc:sldMk cId="0" sldId="281"/>
        </pc:sldMkLst>
      </pc:sldChg>
      <pc:sldChg chg="modSp add del mod">
        <pc:chgData name="Owais Ahmed" userId="6abc7d4556b3b071" providerId="LiveId" clId="{4AC56EF9-5E17-431F-9D2E-22C829E47DA2}" dt="2025-01-25T18:32:03.040" v="6160" actId="20577"/>
        <pc:sldMkLst>
          <pc:docMk/>
          <pc:sldMk cId="0" sldId="282"/>
        </pc:sldMkLst>
      </pc:sldChg>
      <pc:sldChg chg="del">
        <pc:chgData name="Owais Ahmed" userId="6abc7d4556b3b071" providerId="LiveId" clId="{4AC56EF9-5E17-431F-9D2E-22C829E47DA2}" dt="2025-01-25T18:36:02.623" v="6161" actId="47"/>
        <pc:sldMkLst>
          <pc:docMk/>
          <pc:sldMk cId="0" sldId="283"/>
        </pc:sldMkLst>
      </pc:sldChg>
      <pc:sldChg chg="modSp add del mod modAnim">
        <pc:chgData name="Owais Ahmed" userId="6abc7d4556b3b071" providerId="LiveId" clId="{4AC56EF9-5E17-431F-9D2E-22C829E47DA2}" dt="2025-01-25T17:22:03.325" v="2453" actId="47"/>
        <pc:sldMkLst>
          <pc:docMk/>
          <pc:sldMk cId="317629038" sldId="284"/>
        </pc:sldMkLst>
      </pc:sldChg>
      <pc:sldChg chg="modSp add mod modAnim">
        <pc:chgData name="Owais Ahmed" userId="6abc7d4556b3b071" providerId="LiveId" clId="{4AC56EF9-5E17-431F-9D2E-22C829E47DA2}" dt="2025-01-25T17:27:30.229" v="2479" actId="122"/>
        <pc:sldMkLst>
          <pc:docMk/>
          <pc:sldMk cId="949111973" sldId="285"/>
        </pc:sldMkLst>
      </pc:sldChg>
      <pc:sldChg chg="add del">
        <pc:chgData name="Owais Ahmed" userId="6abc7d4556b3b071" providerId="LiveId" clId="{4AC56EF9-5E17-431F-9D2E-22C829E47DA2}" dt="2025-01-25T17:27:47.558" v="2480" actId="47"/>
        <pc:sldMkLst>
          <pc:docMk/>
          <pc:sldMk cId="1150592311" sldId="286"/>
        </pc:sldMkLst>
      </pc:sldChg>
      <pc:sldChg chg="addSp delSp modSp add modAnim">
        <pc:chgData name="Owais Ahmed" userId="6abc7d4556b3b071" providerId="LiveId" clId="{4AC56EF9-5E17-431F-9D2E-22C829E47DA2}" dt="2025-01-25T17:27:16.840" v="2475"/>
        <pc:sldMkLst>
          <pc:docMk/>
          <pc:sldMk cId="2707733048" sldId="287"/>
        </pc:sldMkLst>
      </pc:sldChg>
      <pc:sldChg chg="addSp delSp modSp add modAnim">
        <pc:chgData name="Owais Ahmed" userId="6abc7d4556b3b071" providerId="LiveId" clId="{4AC56EF9-5E17-431F-9D2E-22C829E47DA2}" dt="2025-01-28T17:57:30.079" v="6163"/>
        <pc:sldMkLst>
          <pc:docMk/>
          <pc:sldMk cId="3263356164" sldId="288"/>
        </pc:sldMkLst>
      </pc:sldChg>
      <pc:sldChg chg="addSp delSp modSp add modAnim">
        <pc:chgData name="Owais Ahmed" userId="6abc7d4556b3b071" providerId="LiveId" clId="{4AC56EF9-5E17-431F-9D2E-22C829E47DA2}" dt="2025-01-25T17:27:08.312" v="2473"/>
        <pc:sldMkLst>
          <pc:docMk/>
          <pc:sldMk cId="3902833562" sldId="289"/>
        </pc:sldMkLst>
      </pc:sldChg>
      <pc:sldChg chg="addSp modSp add mod modAnim">
        <pc:chgData name="Owais Ahmed" userId="6abc7d4556b3b071" providerId="LiveId" clId="{4AC56EF9-5E17-431F-9D2E-22C829E47DA2}" dt="2025-01-25T17:47:02.656" v="3232" actId="403"/>
        <pc:sldMkLst>
          <pc:docMk/>
          <pc:sldMk cId="85087622" sldId="290"/>
        </pc:sldMkLst>
      </pc:sldChg>
      <pc:sldChg chg="modSp add mod ord modAnim">
        <pc:chgData name="Owais Ahmed" userId="6abc7d4556b3b071" providerId="LiveId" clId="{4AC56EF9-5E17-431F-9D2E-22C829E47DA2}" dt="2025-01-28T18:14:17.353" v="6165"/>
        <pc:sldMkLst>
          <pc:docMk/>
          <pc:sldMk cId="152209092" sldId="291"/>
        </pc:sldMkLst>
      </pc:sldChg>
      <pc:sldChg chg="addSp modSp add mod modAnim">
        <pc:chgData name="Owais Ahmed" userId="6abc7d4556b3b071" providerId="LiveId" clId="{4AC56EF9-5E17-431F-9D2E-22C829E47DA2}" dt="2025-01-25T18:18:06.554" v="5153" actId="27636"/>
        <pc:sldMkLst>
          <pc:docMk/>
          <pc:sldMk cId="2252627262" sldId="292"/>
        </pc:sldMkLst>
      </pc:sldChg>
      <pc:sldChg chg="modSp add mod ord modAnim">
        <pc:chgData name="Owais Ahmed" userId="6abc7d4556b3b071" providerId="LiveId" clId="{4AC56EF9-5E17-431F-9D2E-22C829E47DA2}" dt="2025-01-28T18:14:26.648" v="6167"/>
        <pc:sldMkLst>
          <pc:docMk/>
          <pc:sldMk cId="3534966488" sldId="293"/>
        </pc:sldMkLst>
      </pc:sldChg>
      <pc:sldChg chg="modSp mod modAnim">
        <pc:chgData name="Owais Ahmed" userId="6abc7d4556b3b071" providerId="LiveId" clId="{4AC56EF9-5E17-431F-9D2E-22C829E47DA2}" dt="2025-01-28T18:36:00.565" v="6173"/>
        <pc:sldMkLst>
          <pc:docMk/>
          <pc:sldMk cId="1346606958" sldId="294"/>
        </pc:sldMkLst>
      </pc:sldChg>
    </pc:docChg>
  </pc:docChgLst>
  <pc:docChgLst>
    <pc:chgData name="Owais Ahmed" userId="6abc7d4556b3b071" providerId="LiveId" clId="{6CD3F9AC-78EB-49C9-8211-A7C9C20401AD}"/>
    <pc:docChg chg="modSld">
      <pc:chgData name="Owais Ahmed" userId="6abc7d4556b3b071" providerId="LiveId" clId="{6CD3F9AC-78EB-49C9-8211-A7C9C20401AD}" dt="2025-04-29T08:43:52.290" v="209" actId="20577"/>
      <pc:docMkLst>
        <pc:docMk/>
      </pc:docMkLst>
      <pc:sldChg chg="modSp">
        <pc:chgData name="Owais Ahmed" userId="6abc7d4556b3b071" providerId="LiveId" clId="{6CD3F9AC-78EB-49C9-8211-A7C9C20401AD}" dt="2025-04-29T08:41:35.166" v="23" actId="12"/>
        <pc:sldMkLst>
          <pc:docMk/>
          <pc:sldMk cId="0" sldId="258"/>
        </pc:sldMkLst>
        <pc:spChg chg="mod">
          <ac:chgData name="Owais Ahmed" userId="6abc7d4556b3b071" providerId="LiveId" clId="{6CD3F9AC-78EB-49C9-8211-A7C9C20401AD}" dt="2025-04-29T08:41:35.166" v="23" actId="12"/>
          <ac:spMkLst>
            <pc:docMk/>
            <pc:sldMk cId="0" sldId="258"/>
            <ac:spMk id="77" creationId="{00000000-0000-0000-0000-000000000000}"/>
          </ac:spMkLst>
        </pc:spChg>
      </pc:sldChg>
      <pc:sldChg chg="modSp mod">
        <pc:chgData name="Owais Ahmed" userId="6abc7d4556b3b071" providerId="LiveId" clId="{6CD3F9AC-78EB-49C9-8211-A7C9C20401AD}" dt="2025-04-29T08:37:39.624" v="21" actId="20577"/>
        <pc:sldMkLst>
          <pc:docMk/>
          <pc:sldMk cId="0" sldId="259"/>
        </pc:sldMkLst>
        <pc:spChg chg="mod">
          <ac:chgData name="Owais Ahmed" userId="6abc7d4556b3b071" providerId="LiveId" clId="{6CD3F9AC-78EB-49C9-8211-A7C9C20401AD}" dt="2025-04-29T08:37:39.624" v="21" actId="20577"/>
          <ac:spMkLst>
            <pc:docMk/>
            <pc:sldMk cId="0" sldId="259"/>
            <ac:spMk id="84" creationId="{00000000-0000-0000-0000-000000000000}"/>
          </ac:spMkLst>
        </pc:spChg>
      </pc:sldChg>
      <pc:sldChg chg="modSp">
        <pc:chgData name="Owais Ahmed" userId="6abc7d4556b3b071" providerId="LiveId" clId="{6CD3F9AC-78EB-49C9-8211-A7C9C20401AD}" dt="2025-04-29T08:42:42.333" v="37" actId="20577"/>
        <pc:sldMkLst>
          <pc:docMk/>
          <pc:sldMk cId="3902833562" sldId="289"/>
        </pc:sldMkLst>
        <pc:spChg chg="mod">
          <ac:chgData name="Owais Ahmed" userId="6abc7d4556b3b071" providerId="LiveId" clId="{6CD3F9AC-78EB-49C9-8211-A7C9C20401AD}" dt="2025-04-29T08:42:42.333" v="37" actId="20577"/>
          <ac:spMkLst>
            <pc:docMk/>
            <pc:sldMk cId="3902833562" sldId="289"/>
            <ac:spMk id="84" creationId="{1D7E0670-965C-E3FA-555E-FD50987D0AE3}"/>
          </ac:spMkLst>
        </pc:spChg>
      </pc:sldChg>
      <pc:sldChg chg="modNotesTx">
        <pc:chgData name="Owais Ahmed" userId="6abc7d4556b3b071" providerId="LiveId" clId="{6CD3F9AC-78EB-49C9-8211-A7C9C20401AD}" dt="2025-04-29T08:43:52.290" v="209" actId="20577"/>
        <pc:sldMkLst>
          <pc:docMk/>
          <pc:sldMk cId="85087622" sldId="290"/>
        </pc:sldMkLst>
      </pc:sldChg>
    </pc:docChg>
  </pc:docChgLst>
  <pc:docChgLst>
    <pc:chgData name="Owais Ahmed" userId="6abc7d4556b3b071" providerId="LiveId" clId="{57772D70-8203-E64B-B20E-7E001CF89300}"/>
    <pc:docChg chg="modSld">
      <pc:chgData name="Owais Ahmed" userId="6abc7d4556b3b071" providerId="LiveId" clId="{57772D70-8203-E64B-B20E-7E001CF89300}" dt="2025-01-29T15:34:40.073" v="1" actId="20577"/>
      <pc:docMkLst>
        <pc:docMk/>
      </pc:docMkLst>
      <pc:sldChg chg="modSp modAnim">
        <pc:chgData name="Owais Ahmed" userId="6abc7d4556b3b071" providerId="LiveId" clId="{57772D70-8203-E64B-B20E-7E001CF89300}" dt="2025-01-29T15:34:40.073" v="1" actId="20577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c6a44857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c6a44857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fc6a44857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fc6a44857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C51CF815-7097-6438-4ABB-BEB5AE06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D3142D06-4BDB-C858-A165-AD54151AD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5383750B-62A0-4FA2-0698-F6F7CDAD2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6702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6F4B4B7F-1701-89A1-3F5D-B3C2F3DA9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EFA9AD88-6E96-ED1A-033B-A6BA54C58D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FF1FF7FB-B243-B5E2-35B2-3F4EA93745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44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0E525BA1-F2B4-6CE4-5789-67E4E63C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541EF912-991D-39CF-E5E4-3236A0A69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3B18DC41-0A9D-FD58-201C-24B6AFA3B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432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98EA62F2-0890-7546-5EA3-648106CB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E48D5CF9-B283-F471-E305-76EAE6BDA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7DF2C821-6B48-8B24-C97B-16A9288B0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492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CAF4C8CC-7370-9DC2-DB10-7C9F85BD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DDC0F068-CA79-16E7-3FB1-A858CCBEB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26A5D4C0-0BE0-62F9-DA04-A29181FF7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143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CE93DA22-2CD9-551E-429B-ED2244164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78307631-4F36-A75A-1943-A33ABDA696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35EDED49-C05A-A1F5-5C72-96618F9C5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Highlight how significant the impact can be in such cases if the translation does not reflect </a:t>
            </a:r>
            <a:r>
              <a:rPr lang="en-GB"/>
              <a:t>the intended </a:t>
            </a:r>
            <a:r>
              <a:rPr lang="en-GB" dirty="0"/>
              <a:t>meaning.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5404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0989A8D0-D611-6D9E-6A70-803F0FF12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E86FB1A0-5D88-CB51-1593-BA9B663C5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F1AB634F-5138-DA06-F864-2E7D71648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526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4368A0FE-F06F-4284-6BDC-92EF7D08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84DAB11F-B26F-C3E8-F20F-24AE853AFB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89391DF2-26FC-A610-B250-31F754FA5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7471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4980BAA5-ED23-9F21-9228-90B92A68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7C002E61-1E2B-73A1-2299-6916ED371F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3E8C71C8-12ED-DB12-14C1-D698CF9D1F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1867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3BAB965B-24C8-3A72-9FFB-211CBC4A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c6a44857d_0_65:notes">
            <a:extLst>
              <a:ext uri="{FF2B5EF4-FFF2-40B4-BE49-F238E27FC236}">
                <a16:creationId xmlns:a16="http://schemas.microsoft.com/office/drawing/2014/main" id="{9C3C804E-5A65-9667-1EEC-4B357288E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c6a44857d_0_65:notes">
            <a:extLst>
              <a:ext uri="{FF2B5EF4-FFF2-40B4-BE49-F238E27FC236}">
                <a16:creationId xmlns:a16="http://schemas.microsoft.com/office/drawing/2014/main" id="{EA63A75E-82C0-2C4E-C752-C6806D2242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567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fc6a44857d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fc6a44857d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ourier New"/>
              <a:buNone/>
              <a:defRPr sz="4200" b="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Google Shape;2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24927"/>
            <a:ext cx="981636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None/>
              <a:defRPr sz="2600" b="0"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27" name="Google Shape;27;p3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2" name="Google Shape;3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4705527"/>
            <a:ext cx="981636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Courier New"/>
              <a:buNone/>
              <a:defRPr sz="2600" b="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0" name="Google Shape;40;p4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41" name="Google Shape;41;p4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" name="Google Shape;4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729450" y="819113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Courier New"/>
              <a:buNone/>
              <a:defRPr sz="2600" b="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729450" y="1491375"/>
            <a:ext cx="7688700" cy="28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52" name="Google Shape;52;p5"/>
          <p:cNvGrpSpPr/>
          <p:nvPr/>
        </p:nvGrpSpPr>
        <p:grpSpPr>
          <a:xfrm>
            <a:off x="729450" y="713925"/>
            <a:ext cx="1559599" cy="47474"/>
            <a:chOff x="830559" y="793309"/>
            <a:chExt cx="7759198" cy="433550"/>
          </a:xfrm>
        </p:grpSpPr>
        <p:sp>
          <p:nvSpPr>
            <p:cNvPr id="53" name="Google Shape;53;p5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" name="Google Shape;5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4705527"/>
            <a:ext cx="981636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Artificial Intelligence in Action</a:t>
            </a:r>
            <a:endParaRPr dirty="0"/>
          </a:p>
        </p:txBody>
      </p:sp>
      <p:sp>
        <p:nvSpPr>
          <p:cNvPr id="65" name="Google Shape;65;p6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Owais Hussain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9450" y="819113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Contents</a:t>
            </a:r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729450" y="1491375"/>
            <a:ext cx="7688700" cy="3226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400" dirty="0"/>
              <a:t>What is Artificial Intelligence?</a:t>
            </a:r>
            <a:endParaRPr sz="1400" dirty="0"/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 dirty="0"/>
              <a:t>Content generation</a:t>
            </a: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 dirty="0"/>
              <a:t>Translation</a:t>
            </a: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 dirty="0"/>
              <a:t>Search</a:t>
            </a: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 dirty="0"/>
              <a:t>Instruction generation</a:t>
            </a: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 dirty="0"/>
              <a:t>Auto tutoring</a:t>
            </a: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/>
              <a:t>Entertainment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729450" y="819113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is Artificial Intelligence?</a:t>
            </a:r>
            <a:endParaRPr dirty="0"/>
          </a:p>
        </p:txBody>
      </p:sp>
      <p:sp>
        <p:nvSpPr>
          <p:cNvPr id="77" name="Google Shape;77;p8"/>
          <p:cNvSpPr txBox="1">
            <a:spLocks noGrp="1"/>
          </p:cNvSpPr>
          <p:nvPr>
            <p:ph type="body" idx="1"/>
          </p:nvPr>
        </p:nvSpPr>
        <p:spPr>
          <a:xfrm>
            <a:off x="729450" y="1491375"/>
            <a:ext cx="3898500" cy="28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 dirty="0"/>
              <a:t>Artificial Intelligence is the ability of a machine to </a:t>
            </a:r>
            <a:r>
              <a:rPr lang="en-US" sz="1400" i="1" dirty="0"/>
              <a:t>think</a:t>
            </a:r>
            <a:r>
              <a:rPr lang="en-US" sz="1400" dirty="0"/>
              <a:t> like a human.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 dirty="0"/>
              <a:t>At Present, AI: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300"/>
              <a:buFont typeface="Wingdings" panose="05000000000000000000" pitchFamily="2" charset="2"/>
              <a:buChar char="Ø"/>
            </a:pPr>
            <a:r>
              <a:rPr lang="en-US" sz="1400" dirty="0"/>
              <a:t>is capable of mimicking humans in speech, decision making, pattern matching, object identification, problem solving.</a:t>
            </a:r>
          </a:p>
          <a:p>
            <a:pP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1400" dirty="0"/>
              <a:t>cannot make original contributions.</a:t>
            </a:r>
          </a:p>
          <a:p>
            <a:pP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1400" dirty="0"/>
              <a:t>cannot reason beyond its dataset.</a:t>
            </a:r>
          </a:p>
        </p:txBody>
      </p:sp>
      <p:pic>
        <p:nvPicPr>
          <p:cNvPr id="1026" name="Picture 2" descr="What is Artificial Intelligence (AI)? – Towards Data Science">
            <a:extLst>
              <a:ext uri="{FF2B5EF4-FFF2-40B4-BE49-F238E27FC236}">
                <a16:creationId xmlns:a16="http://schemas.microsoft.com/office/drawing/2014/main" id="{6B81036E-1300-DAE3-DE2B-AAAB94BB0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968" y="1491095"/>
            <a:ext cx="3798000" cy="284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Content Generation</a:t>
            </a:r>
            <a:endParaRPr dirty="0"/>
          </a:p>
        </p:txBody>
      </p:sp>
      <p:sp>
        <p:nvSpPr>
          <p:cNvPr id="84" name="Google Shape;84;p9"/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384255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400" dirty="0"/>
              <a:t>Text generation using ChatGPT</a:t>
            </a:r>
          </a:p>
          <a:p>
            <a:pPr marL="146050" lvl="0" indent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lang="en-GB" sz="1400" dirty="0"/>
          </a:p>
          <a:p>
            <a:pPr marL="146050" lvl="0" indent="0">
              <a:buNone/>
            </a:pP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“Generate a bedtime story for my daughter that I can read to her in 15 minutes. The story should showcase Alladin’s friendship with Genie. She is 7 years old and already knows the base story.”</a:t>
            </a:r>
          </a:p>
        </p:txBody>
      </p:sp>
      <p:pic>
        <p:nvPicPr>
          <p:cNvPr id="2050" name="Picture 2" descr="Mengenal ChatGPT dan Apa Pentingnya Bagi Kehidupan!">
            <a:extLst>
              <a:ext uri="{FF2B5EF4-FFF2-40B4-BE49-F238E27FC236}">
                <a16:creationId xmlns:a16="http://schemas.microsoft.com/office/drawing/2014/main" id="{C682394A-6661-C6A2-4BA0-07CC8ED38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91374"/>
            <a:ext cx="4086013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943E0A27-9847-0BA0-FD4E-F545DA4D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E440A5AD-6DB3-A3C3-51AC-38FA09481F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Content Generation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9BDCD1E6-892B-0670-2665-F0E953C118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384255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400" dirty="0"/>
              <a:t>Poetry using Gemini</a:t>
            </a:r>
          </a:p>
          <a:p>
            <a:pPr marL="146050" lvl="0" indent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lang="en-GB" sz="1400" dirty="0"/>
          </a:p>
          <a:p>
            <a:pPr marL="146050" lvl="0" indent="0">
              <a:buNone/>
            </a:pP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</a:t>
            </a:r>
            <a:r>
              <a:rPr lang="en-GB" dirty="0"/>
              <a:t>Write me a poem to motivate young girls from Pakistan, highlight that they are an integral part of society and nation's future depends on them</a:t>
            </a: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CF2C7-DDFC-A945-B389-552B520E0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276" y="1354314"/>
            <a:ext cx="3198390" cy="319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4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D3B54410-6F57-5F30-9074-CC8E5FC0F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974C1EE1-CA31-DB4B-3B3E-B2455027D4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Content Generation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73D07733-1B0B-3287-E3EC-B9BF65DD6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384255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GB" sz="1600" dirty="0"/>
              <a:t>Summary generation using Copilot</a:t>
            </a:r>
          </a:p>
          <a:p>
            <a:pPr marL="146050" lvl="0" indent="0">
              <a:buNone/>
            </a:pPr>
            <a:endParaRPr lang="en-GB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146050" lvl="0" indent="0">
              <a:buNone/>
            </a:pPr>
            <a:r>
              <a:rPr lang="en-GB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“Generate a summary of the famous book Who moved my cheese? The summary should be under 1000 words and use bullet points.”</a:t>
            </a:r>
          </a:p>
        </p:txBody>
      </p:sp>
      <p:pic>
        <p:nvPicPr>
          <p:cNvPr id="3074" name="Picture 2" descr="Learn to be a Mindmapper - Lim Choon Boo: My Mind Map on Dr Spencer ...">
            <a:extLst>
              <a:ext uri="{FF2B5EF4-FFF2-40B4-BE49-F238E27FC236}">
                <a16:creationId xmlns:a16="http://schemas.microsoft.com/office/drawing/2014/main" id="{ACC43D7B-DB4A-96EE-D339-9EEA8024F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477" y="1354313"/>
            <a:ext cx="2158777" cy="333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73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07D1B4EA-987F-F594-5666-1F1FD408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D30D44DC-B000-D24E-0940-F8E4B689F0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Content Generation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0E4BC626-F17F-88DB-A46E-537BA7411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384255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GB" sz="1600" dirty="0"/>
              <a:t>Image generation using Dall-E</a:t>
            </a:r>
          </a:p>
          <a:p>
            <a:pPr marL="146050" lvl="0" indent="0">
              <a:buNone/>
            </a:pPr>
            <a:endParaRPr lang="en-GB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146050" lvl="0" indent="0">
              <a:buNone/>
            </a:pPr>
            <a:r>
              <a:rPr lang="en-GB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“Generate an image of a polar bear eating Donor kabab rolls in the Sahara Desert.”</a:t>
            </a:r>
            <a:endParaRPr lang="en-GB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4098" name="Picture 2" descr="6 Tips To Create Images With DALL-E 2 + Prompt Examples - Kimp">
            <a:extLst>
              <a:ext uri="{FF2B5EF4-FFF2-40B4-BE49-F238E27FC236}">
                <a16:creationId xmlns:a16="http://schemas.microsoft.com/office/drawing/2014/main" id="{2D0F1A49-EFD5-DE38-AC7A-776F9A6B1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91374"/>
            <a:ext cx="4114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35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3C0A44B5-A773-85BB-2DA4-4CB930EF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7269FFBF-156B-AD38-E4B5-651F97621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Content Generation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1D7E0670-965C-E3FA-555E-FD50987D0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384255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sz="1600" dirty="0"/>
              <a:t>Video generation using Sora</a:t>
            </a:r>
          </a:p>
          <a:p>
            <a:pPr marL="146050" lvl="0" indent="0">
              <a:buNone/>
            </a:pPr>
            <a:endParaRPr lang="en-GB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146050" lvl="0" indent="0">
              <a:buNone/>
            </a:pPr>
            <a:r>
              <a:rPr lang="en-GB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“Generate a realistic video depicting how pollution is devastating marine life.”</a:t>
            </a:r>
            <a:endParaRPr lang="en-GB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122" name="Picture 2" descr="If you thought Sora was impressive now watch it with AI generated sound ...">
            <a:extLst>
              <a:ext uri="{FF2B5EF4-FFF2-40B4-BE49-F238E27FC236}">
                <a16:creationId xmlns:a16="http://schemas.microsoft.com/office/drawing/2014/main" id="{4C0E36C1-66A5-3519-BF35-9E27FBCF8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03188"/>
            <a:ext cx="405765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83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43F2FF57-526D-9D4C-846A-BDC3DEDA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64B2B86D-758F-6DC9-418E-D202F95BB1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Content Generation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CA1A2746-E1D1-727A-EB78-BF8529A787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768870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GB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dirty="0"/>
              <a:t>DIY:</a:t>
            </a:r>
          </a:p>
          <a:p>
            <a:pPr marL="146050" indent="0" algn="ctr">
              <a:buNone/>
            </a:pPr>
            <a:r>
              <a:rPr lang="en-GB" dirty="0"/>
              <a:t>Find a good AI voice changer and record a 15 second clip.</a:t>
            </a:r>
          </a:p>
        </p:txBody>
      </p:sp>
    </p:spTree>
    <p:extLst>
      <p:ext uri="{BB962C8B-B14F-4D97-AF65-F5344CB8AC3E}">
        <p14:creationId xmlns:p14="http://schemas.microsoft.com/office/powerpoint/2010/main" val="94911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1A42CA60-6DAB-54A2-B25E-6F1E2254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1E1004BF-20CF-5CBA-3606-F13E5F806A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Translation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69C7069B-C812-3E91-E606-6B75CD390A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803355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sz="1600" dirty="0"/>
              <a:t>How would you translate this prescription in Urdu?</a:t>
            </a:r>
          </a:p>
          <a:p>
            <a:pPr marL="146050" indent="0" algn="ctr">
              <a:buNone/>
            </a:pPr>
            <a:r>
              <a:rPr lang="en-GB" sz="1600" dirty="0"/>
              <a:t>“Paracetamol 100ml every 6 hours for 5 days and 300ml Ibuprofen every alternate day after meals for 7 days.”</a:t>
            </a:r>
          </a:p>
          <a:p>
            <a:r>
              <a:rPr lang="en-GB" sz="1600" dirty="0"/>
              <a:t>Using Dictionary:</a:t>
            </a:r>
          </a:p>
          <a:p>
            <a:pPr marL="146050" indent="0" algn="r" rtl="1">
              <a:buNone/>
            </a:pPr>
            <a:r>
              <a:rPr lang="ur-PK" sz="1400" dirty="0">
                <a:latin typeface="Dubai Medium" panose="020B0603030403030204" pitchFamily="34" charset="-78"/>
                <a:cs typeface="Dubai Medium" panose="020B0603030403030204" pitchFamily="34" charset="-78"/>
              </a:rPr>
              <a:t>پیراسیٹامول سو ملی لیٹر ہر چھ گھنٹے پانچ دن اور تین سو ملی لیٹر آئیبوپروفین ہر متبادل دن بعد کھانوں کے سات دن۔</a:t>
            </a:r>
            <a:endParaRPr lang="en-GB" sz="1400" dirty="0"/>
          </a:p>
          <a:p>
            <a:r>
              <a:rPr lang="en-GB" sz="1600" dirty="0"/>
              <a:t>Google Translate</a:t>
            </a:r>
            <a:r>
              <a:rPr lang="ur-PK" sz="1600" dirty="0"/>
              <a:t>:</a:t>
            </a:r>
          </a:p>
          <a:p>
            <a:pPr marL="146050" indent="0" algn="r" rtl="1">
              <a:buNone/>
            </a:pPr>
            <a:r>
              <a:rPr lang="ur-PK" sz="1400" dirty="0">
                <a:latin typeface="Dubai Medium" panose="020B0603030403030204" pitchFamily="34" charset="-78"/>
                <a:cs typeface="Dubai Medium" panose="020B0603030403030204" pitchFamily="34" charset="-78"/>
              </a:rPr>
              <a:t>پیراسیٹامول 100 ملی لیٹر ہر 6 گھنٹے بعد 5 دن اور 300 ملی لیٹر آئبوپروفین ہر متبادل دن کھانے کے بعد 7 دن۔</a:t>
            </a:r>
            <a:endParaRPr lang="en-GB" sz="14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  <a:p>
            <a:r>
              <a:rPr lang="en-GB" sz="1600" dirty="0"/>
              <a:t>ChatGPT:</a:t>
            </a:r>
          </a:p>
          <a:p>
            <a:pPr marL="146050" indent="0" algn="r" rtl="1">
              <a:buNone/>
            </a:pPr>
            <a:r>
              <a:rPr lang="ur-PK" sz="1400" dirty="0">
                <a:latin typeface="Dubai Medium" panose="020B0603030403030204" pitchFamily="34" charset="-78"/>
                <a:cs typeface="Dubai Medium" panose="020B0603030403030204" pitchFamily="34" charset="-78"/>
              </a:rPr>
              <a:t>پیرسٹا مول 100 ملی لیٹر ہر 6 گھنٹے کے بعد 5 دن تک استعمال کریں اور آئیبوپروفین 300 ملی لیٹر ہر دوسرے دن کھانے کے بعد 7 دن تک استعمال کریں۔</a:t>
            </a:r>
            <a:endParaRPr lang="en-GB" sz="14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8508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11CC9BC1-21FA-307D-F6AC-DD8930A4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A0302A0B-307C-A60D-4229-A9A5A0625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Search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531638F4-9AF1-BCA0-AF53-118C94D1E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768870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dirty="0"/>
              <a:t>Traditional search engines are still fast and effective.</a:t>
            </a:r>
          </a:p>
          <a:p>
            <a:r>
              <a:rPr lang="en-GB" dirty="0"/>
              <a:t>Not for every case.</a:t>
            </a:r>
          </a:p>
          <a:p>
            <a:r>
              <a:rPr lang="en-GB" dirty="0"/>
              <a:t>Search query:</a:t>
            </a:r>
          </a:p>
          <a:p>
            <a:pPr marL="146050" indent="0" algn="ctr">
              <a:buNone/>
            </a:pPr>
            <a:r>
              <a:rPr lang="en-GB" dirty="0"/>
              <a:t>“list of books on Machine learning taught at Ivy league institutes to undergraduate students”</a:t>
            </a:r>
          </a:p>
          <a:p>
            <a:r>
              <a:rPr lang="en-GB" dirty="0"/>
              <a:t>Try Google and Bing search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Search for list of Ivy league institutes.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For each of these institutes you need a list of books taught.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Filter out books on Machine learning.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Keep the ones taught only in undergraduate programs.</a:t>
            </a:r>
          </a:p>
          <a:p>
            <a:r>
              <a:rPr lang="en-GB" dirty="0"/>
              <a:t>Now try ChatGPT</a:t>
            </a:r>
          </a:p>
          <a:p>
            <a:r>
              <a:rPr lang="en-GB" dirty="0"/>
              <a:t>AI-based search is better when context impacts search results.</a:t>
            </a:r>
          </a:p>
        </p:txBody>
      </p:sp>
    </p:spTree>
    <p:extLst>
      <p:ext uri="{BB962C8B-B14F-4D97-AF65-F5344CB8AC3E}">
        <p14:creationId xmlns:p14="http://schemas.microsoft.com/office/powerpoint/2010/main" val="15220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2AF6D0E2-6326-23C9-8C68-92AA1D12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ED2525C7-C096-4804-4D93-015E013FDC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Instruction Generation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6915F841-6236-92E1-D39A-2D6BCC015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384255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dirty="0"/>
              <a:t>Who wouldn’t love authentic Hyderabadi Biryani?! But you need a recipe</a:t>
            </a:r>
          </a:p>
          <a:p>
            <a:r>
              <a:rPr lang="en-GB" dirty="0"/>
              <a:t>YouTube:</a:t>
            </a:r>
          </a:p>
          <a:p>
            <a:pPr lvl="1"/>
            <a:r>
              <a:rPr lang="en-GB" sz="1200" dirty="0"/>
              <a:t>Difficult to find authentic recipe in English</a:t>
            </a:r>
          </a:p>
          <a:p>
            <a:pPr lvl="1"/>
            <a:r>
              <a:rPr lang="en-GB" sz="1200" dirty="0"/>
              <a:t>Cannot use alternate ingredients</a:t>
            </a:r>
          </a:p>
          <a:p>
            <a:r>
              <a:rPr lang="en-GB" dirty="0"/>
              <a:t>Google:</a:t>
            </a:r>
          </a:p>
          <a:p>
            <a:pPr lvl="1"/>
            <a:r>
              <a:rPr lang="en-GB" sz="1200" dirty="0"/>
              <a:t>Can only be used as-is</a:t>
            </a:r>
          </a:p>
          <a:p>
            <a:pPr lvl="1"/>
            <a:r>
              <a:rPr lang="en-GB" sz="1200" dirty="0"/>
              <a:t>No further explanation if you get stuck</a:t>
            </a:r>
          </a:p>
          <a:p>
            <a:r>
              <a:rPr lang="en-GB" dirty="0"/>
              <a:t>Now try ChatGPT:</a:t>
            </a:r>
          </a:p>
          <a:p>
            <a:pPr marL="146050" indent="0">
              <a:buNone/>
            </a:pPr>
            <a:r>
              <a:rPr lang="en-GB" dirty="0"/>
              <a:t>“Give me a recipe for authentic Hyderabadi Biryani. Write Urdu translation of ingredients in brackets. Include tips for beginners.”</a:t>
            </a:r>
          </a:p>
          <a:p>
            <a:endParaRPr lang="en-GB" dirty="0"/>
          </a:p>
        </p:txBody>
      </p:sp>
      <p:pic>
        <p:nvPicPr>
          <p:cNvPr id="7170" name="Picture 2" descr="a learner cooking authentic hyderabadi biryani">
            <a:extLst>
              <a:ext uri="{FF2B5EF4-FFF2-40B4-BE49-F238E27FC236}">
                <a16:creationId xmlns:a16="http://schemas.microsoft.com/office/drawing/2014/main" id="{D7B7C6FB-6895-C085-BF97-A2821593D6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93"/>
          <a:stretch/>
        </p:blipFill>
        <p:spPr bwMode="auto">
          <a:xfrm>
            <a:off x="5079100" y="1354313"/>
            <a:ext cx="3421476" cy="297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62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4BE2004D-32BD-54D3-D9FE-312889AFC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74F96E8D-41A1-CD0D-BCAB-7916A8CB1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Auto Tutoring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3C03DDCE-D1B1-76A6-9980-625127431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768870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sz="1400" dirty="0"/>
              <a:t>Interactive</a:t>
            </a:r>
          </a:p>
          <a:p>
            <a:r>
              <a:rPr lang="en-GB" sz="1400" dirty="0"/>
              <a:t>Personalized</a:t>
            </a:r>
          </a:p>
          <a:p>
            <a:r>
              <a:rPr lang="en-GB" sz="1400" dirty="0"/>
              <a:t>Instant feedback</a:t>
            </a:r>
          </a:p>
          <a:p>
            <a:r>
              <a:rPr lang="en-GB" sz="1400" dirty="0"/>
              <a:t>Self-paced</a:t>
            </a:r>
          </a:p>
          <a:p>
            <a:r>
              <a:rPr lang="en-GB" sz="1400" dirty="0"/>
              <a:t>Examples:</a:t>
            </a:r>
          </a:p>
          <a:p>
            <a:pPr lvl="1"/>
            <a:r>
              <a:rPr lang="en-GB" sz="1400" dirty="0"/>
              <a:t>Teach me how to solve quadratic equations step by step</a:t>
            </a:r>
          </a:p>
          <a:p>
            <a:pPr lvl="1"/>
            <a:r>
              <a:rPr lang="en-GB" sz="1400" dirty="0"/>
              <a:t>Teach me how to write a program in Python to generate a series of Prime numbers</a:t>
            </a:r>
          </a:p>
          <a:p>
            <a:pPr lvl="1"/>
            <a:r>
              <a:rPr lang="en-GB" sz="1400" dirty="0"/>
              <a:t>Create a quiz composed of 10 MCQs on the battel of Panipat</a:t>
            </a:r>
          </a:p>
          <a:p>
            <a:pPr lvl="1"/>
            <a:r>
              <a:rPr lang="en-GB" sz="1400" dirty="0"/>
              <a:t>Help me write a persuasive letter to the dean on enabling 24/7 access to AI labs.</a:t>
            </a:r>
          </a:p>
          <a:p>
            <a:r>
              <a:rPr lang="en-GB" sz="1400" dirty="0"/>
              <a:t>DIY: generate a 10-day course on improving Cultural Intelligence. (I highly recommend using </a:t>
            </a:r>
            <a:r>
              <a:rPr lang="en-GB" sz="1400" dirty="0" err="1"/>
              <a:t>Deepseek</a:t>
            </a:r>
            <a:r>
              <a:rPr lang="en-GB" sz="1400" dirty="0"/>
              <a:t> R1 for this)</a:t>
            </a:r>
          </a:p>
        </p:txBody>
      </p:sp>
    </p:spTree>
    <p:extLst>
      <p:ext uri="{BB962C8B-B14F-4D97-AF65-F5344CB8AC3E}">
        <p14:creationId xmlns:p14="http://schemas.microsoft.com/office/powerpoint/2010/main" val="353496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8AEDF465-C47E-44C6-75FE-6180FEA18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E7EEF33B-E768-941B-FBF1-9F3C59E5D3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Entertainment</a:t>
            </a:r>
            <a:endParaRPr dirty="0"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98088A93-D2AE-E3AE-128F-CB9DD20EC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4"/>
            <a:ext cx="3842550" cy="319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GB" sz="1400" dirty="0"/>
              <a:t>Playing </a:t>
            </a:r>
            <a:r>
              <a:rPr lang="en-GB" sz="1400" dirty="0" err="1"/>
              <a:t>Kasoti</a:t>
            </a:r>
            <a:r>
              <a:rPr lang="en-GB" sz="1400" dirty="0"/>
              <a:t> with ChatGPT with the following rules:</a:t>
            </a:r>
          </a:p>
          <a:p>
            <a:pPr marL="488950" indent="-342900">
              <a:buFont typeface="+mj-lt"/>
              <a:buAutoNum type="arabicPeriod"/>
            </a:pPr>
            <a:r>
              <a:rPr lang="en-GB" sz="1400" dirty="0"/>
              <a:t>I will think of something or someone popular.</a:t>
            </a:r>
          </a:p>
          <a:p>
            <a:pPr marL="488950" indent="-342900">
              <a:buFont typeface="+mj-lt"/>
              <a:buAutoNum type="arabicPeriod"/>
            </a:pPr>
            <a:r>
              <a:rPr lang="en-GB" sz="1400" dirty="0"/>
              <a:t>You have 20 questions to guess the name.</a:t>
            </a:r>
          </a:p>
          <a:p>
            <a:pPr marL="488950" indent="-342900">
              <a:buFont typeface="+mj-lt"/>
              <a:buAutoNum type="arabicPeriod"/>
            </a:pPr>
            <a:r>
              <a:rPr lang="en-GB" sz="1400" dirty="0"/>
              <a:t>I will answer only with Yes, No or Maybe.</a:t>
            </a:r>
          </a:p>
          <a:p>
            <a:pPr marL="488950" indent="-342900">
              <a:buFont typeface="+mj-lt"/>
              <a:buAutoNum type="arabicPeriod"/>
            </a:pPr>
            <a:r>
              <a:rPr lang="en-GB" sz="1400" dirty="0"/>
              <a:t>If my answer is Maybe, the question does not count.</a:t>
            </a:r>
          </a:p>
          <a:p>
            <a:pPr marL="488950" indent="-342900">
              <a:buFont typeface="+mj-lt"/>
              <a:buAutoNum type="arabicPeriod"/>
            </a:pPr>
            <a:r>
              <a:rPr lang="en-GB" sz="1400" dirty="0"/>
              <a:t>Keep count of my questions.</a:t>
            </a:r>
          </a:p>
          <a:p>
            <a:pPr marL="488950" indent="-342900">
              <a:buFont typeface="+mj-lt"/>
              <a:buAutoNum type="arabicPeriod"/>
            </a:pPr>
            <a:r>
              <a:rPr lang="en-GB" sz="1400" dirty="0"/>
              <a:t>Once you mention the name, the game ends and you win if the name is correct, otherwise you lose.</a:t>
            </a:r>
          </a:p>
          <a:p>
            <a:pPr marL="488950" indent="-342900">
              <a:buFont typeface="+mj-lt"/>
              <a:buAutoNum type="arabicPeriod"/>
            </a:pPr>
            <a:r>
              <a:rPr lang="en-GB" sz="1400" dirty="0"/>
              <a:t>If you are unable to guess after 20 questions, you lose.</a:t>
            </a:r>
          </a:p>
          <a:p>
            <a:endParaRPr lang="en-GB"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4E9CA6-52AD-365C-71BE-86A185340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440" y="1086713"/>
            <a:ext cx="3656110" cy="365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>
            <a:spLocks noGrp="1"/>
          </p:cNvSpPr>
          <p:nvPr>
            <p:ph type="title"/>
          </p:nvPr>
        </p:nvSpPr>
        <p:spPr>
          <a:xfrm>
            <a:off x="729450" y="819113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That’s it!</a:t>
            </a:r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body" idx="1"/>
          </p:nvPr>
        </p:nvSpPr>
        <p:spPr>
          <a:xfrm>
            <a:off x="729450" y="1491375"/>
            <a:ext cx="7809300" cy="20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dirty="0"/>
              <a:t>Hang on to these slides, they’ll help you in the breakout session.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dirty="0"/>
              <a:t>We hope this presentation gave you a good flavour of Machine Intelligence and you’re already planning to make full use of these tools for self-improvement and learning.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60" name="Google Shape;260;p32"/>
          <p:cNvSpPr txBox="1"/>
          <p:nvPr/>
        </p:nvSpPr>
        <p:spPr>
          <a:xfrm>
            <a:off x="2308400" y="2330825"/>
            <a:ext cx="645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2297200" y="2980775"/>
            <a:ext cx="49755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764</Words>
  <Application>Microsoft Office PowerPoint</Application>
  <PresentationFormat>On-screen Show (16:9)</PresentationFormat>
  <Paragraphs>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Roboto Mono</vt:lpstr>
      <vt:lpstr>Courier New</vt:lpstr>
      <vt:lpstr>Dubai Medium</vt:lpstr>
      <vt:lpstr>Raleway</vt:lpstr>
      <vt:lpstr>Wingdings</vt:lpstr>
      <vt:lpstr>Lato</vt:lpstr>
      <vt:lpstr>Cascadia Code</vt:lpstr>
      <vt:lpstr>Arial</vt:lpstr>
      <vt:lpstr>Streamline</vt:lpstr>
      <vt:lpstr>Artificial Intelligence in Action</vt:lpstr>
      <vt:lpstr>Contents</vt:lpstr>
      <vt:lpstr>What is Artificial Intelligence?</vt:lpstr>
      <vt:lpstr>Content Generation</vt:lpstr>
      <vt:lpstr>Content Generation</vt:lpstr>
      <vt:lpstr>Content Generation</vt:lpstr>
      <vt:lpstr>Content Generation</vt:lpstr>
      <vt:lpstr>Content Generation</vt:lpstr>
      <vt:lpstr>Content Generation</vt:lpstr>
      <vt:lpstr>Translation</vt:lpstr>
      <vt:lpstr>Search</vt:lpstr>
      <vt:lpstr>Instruction Generation</vt:lpstr>
      <vt:lpstr>Auto Tutoring</vt:lpstr>
      <vt:lpstr>Entertainment</vt:lpstr>
      <vt:lpstr>That’s 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Owais Ahmed</cp:lastModifiedBy>
  <cp:revision>1</cp:revision>
  <dcterms:modified xsi:type="dcterms:W3CDTF">2025-06-21T13:13:48Z</dcterms:modified>
</cp:coreProperties>
</file>