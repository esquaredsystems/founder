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6" r:id="rId1"/>
  </p:sldMasterIdLst>
  <p:notesMasterIdLst>
    <p:notesMasterId r:id="rId18"/>
  </p:notesMasterIdLst>
  <p:sldIdLst>
    <p:sldId id="256" r:id="rId2"/>
    <p:sldId id="258" r:id="rId3"/>
    <p:sldId id="263" r:id="rId4"/>
    <p:sldId id="304" r:id="rId5"/>
    <p:sldId id="306" r:id="rId6"/>
    <p:sldId id="340" r:id="rId7"/>
    <p:sldId id="341" r:id="rId8"/>
    <p:sldId id="342" r:id="rId9"/>
    <p:sldId id="343" r:id="rId10"/>
    <p:sldId id="344" r:id="rId11"/>
    <p:sldId id="314" r:id="rId12"/>
    <p:sldId id="317" r:id="rId13"/>
    <p:sldId id="345" r:id="rId14"/>
    <p:sldId id="284" r:id="rId15"/>
    <p:sldId id="322" r:id="rId16"/>
    <p:sldId id="339" r:id="rId17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9"/>
    </p:embeddedFont>
    <p:embeddedFont>
      <p:font typeface="Lato" panose="020F0502020204030203" pitchFamily="34" charset="0"/>
      <p:regular r:id="rId20"/>
      <p:bold r:id="rId21"/>
      <p:italic r:id="rId22"/>
      <p:boldItalic r:id="rId23"/>
    </p:embeddedFont>
    <p:embeddedFont>
      <p:font typeface="Lexend" panose="020B0604020202020204" charset="0"/>
      <p:regular r:id="rId24"/>
      <p:bold r:id="rId25"/>
    </p:embeddedFont>
    <p:embeddedFont>
      <p:font typeface="Raleway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9B82FB-B7F4-4CB3-95C2-DAA6FE45D762}" v="1347" dt="2025-05-02T17:07:55.9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23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222" y="3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14D105BD-6433-42F1-A256-68303CAB7F9C}"/>
    <pc:docChg chg="undo redo custSel addSld delSld modSld sldOrd">
      <pc:chgData name="Owais Ahmed" userId="6abc7d4556b3b071" providerId="LiveId" clId="{14D105BD-6433-42F1-A256-68303CAB7F9C}" dt="2025-04-26T13:54:36.681" v="8707" actId="20577"/>
      <pc:docMkLst>
        <pc:docMk/>
      </pc:docMkLst>
      <pc:sldChg chg="modSp mod">
        <pc:chgData name="Owais Ahmed" userId="6abc7d4556b3b071" providerId="LiveId" clId="{14D105BD-6433-42F1-A256-68303CAB7F9C}" dt="2025-04-25T10:32:39.787" v="14" actId="20577"/>
        <pc:sldMkLst>
          <pc:docMk/>
          <pc:sldMk cId="0" sldId="256"/>
        </pc:sldMkLst>
        <pc:spChg chg="mod">
          <ac:chgData name="Owais Ahmed" userId="6abc7d4556b3b071" providerId="LiveId" clId="{14D105BD-6433-42F1-A256-68303CAB7F9C}" dt="2025-04-25T10:32:39.787" v="14" actId="20577"/>
          <ac:spMkLst>
            <pc:docMk/>
            <pc:sldMk cId="0" sldId="256"/>
            <ac:spMk id="112" creationId="{00000000-0000-0000-0000-000000000000}"/>
          </ac:spMkLst>
        </pc:spChg>
      </pc:sldChg>
      <pc:sldChg chg="modSp mod modAnim modNotesTx">
        <pc:chgData name="Owais Ahmed" userId="6abc7d4556b3b071" providerId="LiveId" clId="{14D105BD-6433-42F1-A256-68303CAB7F9C}" dt="2025-04-25T11:06:32.342" v="1215" actId="5793"/>
        <pc:sldMkLst>
          <pc:docMk/>
          <pc:sldMk cId="0" sldId="257"/>
        </pc:sldMkLst>
      </pc:sldChg>
      <pc:sldChg chg="addSp delSp modSp mod modAnim modNotesTx">
        <pc:chgData name="Owais Ahmed" userId="6abc7d4556b3b071" providerId="LiveId" clId="{14D105BD-6433-42F1-A256-68303CAB7F9C}" dt="2025-04-25T11:06:34.808" v="1217" actId="5793"/>
        <pc:sldMkLst>
          <pc:docMk/>
          <pc:sldMk cId="0" sldId="258"/>
        </pc:sldMkLst>
        <pc:spChg chg="mod">
          <ac:chgData name="Owais Ahmed" userId="6abc7d4556b3b071" providerId="LiveId" clId="{14D105BD-6433-42F1-A256-68303CAB7F9C}" dt="2025-04-25T10:50:10.564" v="457" actId="20577"/>
          <ac:spMkLst>
            <pc:docMk/>
            <pc:sldMk cId="0" sldId="258"/>
            <ac:spMk id="126" creationId="{00000000-0000-0000-0000-000000000000}"/>
          </ac:spMkLst>
        </pc:spChg>
        <pc:picChg chg="add mod">
          <ac:chgData name="Owais Ahmed" userId="6abc7d4556b3b071" providerId="LiveId" clId="{14D105BD-6433-42F1-A256-68303CAB7F9C}" dt="2025-04-25T10:33:58.890" v="42" actId="27636"/>
          <ac:picMkLst>
            <pc:docMk/>
            <pc:sldMk cId="0" sldId="258"/>
            <ac:picMk id="2" creationId="{FE14316C-8EA1-FD4D-C380-B0BB7A172325}"/>
          </ac:picMkLst>
        </pc:picChg>
      </pc:sldChg>
      <pc:sldChg chg="addSp delSp modSp mod modAnim modNotesTx">
        <pc:chgData name="Owais Ahmed" userId="6abc7d4556b3b071" providerId="LiveId" clId="{14D105BD-6433-42F1-A256-68303CAB7F9C}" dt="2025-04-26T12:35:19.495" v="8705"/>
        <pc:sldMkLst>
          <pc:docMk/>
          <pc:sldMk cId="0" sldId="259"/>
        </pc:sldMkLst>
      </pc:sldChg>
      <pc:sldChg chg="del">
        <pc:chgData name="Owais Ahmed" userId="6abc7d4556b3b071" providerId="LiveId" clId="{14D105BD-6433-42F1-A256-68303CAB7F9C}" dt="2025-04-25T10:43:46.593" v="283" actId="47"/>
        <pc:sldMkLst>
          <pc:docMk/>
          <pc:sldMk cId="0" sldId="260"/>
        </pc:sldMkLst>
      </pc:sldChg>
      <pc:sldChg chg="del modNotesTx">
        <pc:chgData name="Owais Ahmed" userId="6abc7d4556b3b071" providerId="LiveId" clId="{14D105BD-6433-42F1-A256-68303CAB7F9C}" dt="2025-04-25T11:13:26.386" v="1614" actId="47"/>
        <pc:sldMkLst>
          <pc:docMk/>
          <pc:sldMk cId="0" sldId="261"/>
        </pc:sldMkLst>
      </pc:sldChg>
      <pc:sldChg chg="del modNotesTx">
        <pc:chgData name="Owais Ahmed" userId="6abc7d4556b3b071" providerId="LiveId" clId="{14D105BD-6433-42F1-A256-68303CAB7F9C}" dt="2025-04-25T11:18:50.024" v="1950" actId="47"/>
        <pc:sldMkLst>
          <pc:docMk/>
          <pc:sldMk cId="0" sldId="262"/>
        </pc:sldMkLst>
      </pc:sldChg>
      <pc:sldChg chg="ord modNotes">
        <pc:chgData name="Owais Ahmed" userId="6abc7d4556b3b071" providerId="LiveId" clId="{14D105BD-6433-42F1-A256-68303CAB7F9C}" dt="2025-04-25T11:20:37.601" v="2013"/>
        <pc:sldMkLst>
          <pc:docMk/>
          <pc:sldMk cId="0" sldId="263"/>
        </pc:sldMkLst>
      </pc:sldChg>
      <pc:sldChg chg="modSp mod">
        <pc:chgData name="Owais Ahmed" userId="6abc7d4556b3b071" providerId="LiveId" clId="{14D105BD-6433-42F1-A256-68303CAB7F9C}" dt="2025-04-25T11:22:25.443" v="2038" actId="20577"/>
        <pc:sldMkLst>
          <pc:docMk/>
          <pc:sldMk cId="0" sldId="264"/>
        </pc:sldMkLst>
      </pc:sldChg>
      <pc:sldChg chg="del">
        <pc:chgData name="Owais Ahmed" userId="6abc7d4556b3b071" providerId="LiveId" clId="{14D105BD-6433-42F1-A256-68303CAB7F9C}" dt="2025-04-25T11:22:43.324" v="2039" actId="47"/>
        <pc:sldMkLst>
          <pc:docMk/>
          <pc:sldMk cId="0" sldId="265"/>
        </pc:sldMkLst>
      </pc:sldChg>
      <pc:sldChg chg="addSp modSp mod modAnim modNotes">
        <pc:chgData name="Owais Ahmed" userId="6abc7d4556b3b071" providerId="LiveId" clId="{14D105BD-6433-42F1-A256-68303CAB7F9C}" dt="2025-04-26T11:50:05.012" v="7133" actId="27636"/>
        <pc:sldMkLst>
          <pc:docMk/>
          <pc:sldMk cId="0" sldId="266"/>
        </pc:sldMkLst>
      </pc:sldChg>
      <pc:sldChg chg="del">
        <pc:chgData name="Owais Ahmed" userId="6abc7d4556b3b071" providerId="LiveId" clId="{14D105BD-6433-42F1-A256-68303CAB7F9C}" dt="2025-04-25T11:22:03.225" v="2035" actId="47"/>
        <pc:sldMkLst>
          <pc:docMk/>
          <pc:sldMk cId="0" sldId="267"/>
        </pc:sldMkLst>
      </pc:sldChg>
      <pc:sldChg chg="del">
        <pc:chgData name="Owais Ahmed" userId="6abc7d4556b3b071" providerId="LiveId" clId="{14D105BD-6433-42F1-A256-68303CAB7F9C}" dt="2025-04-25T11:23:52.351" v="2058" actId="47"/>
        <pc:sldMkLst>
          <pc:docMk/>
          <pc:sldMk cId="0" sldId="268"/>
        </pc:sldMkLst>
      </pc:sldChg>
      <pc:sldChg chg="delSp del mod">
        <pc:chgData name="Owais Ahmed" userId="6abc7d4556b3b071" providerId="LiveId" clId="{14D105BD-6433-42F1-A256-68303CAB7F9C}" dt="2025-04-25T11:24:39.960" v="2092" actId="47"/>
        <pc:sldMkLst>
          <pc:docMk/>
          <pc:sldMk cId="0" sldId="269"/>
        </pc:sldMkLst>
      </pc:sldChg>
      <pc:sldChg chg="addSp delSp modSp mod modAnim modNotesTx">
        <pc:chgData name="Owais Ahmed" userId="6abc7d4556b3b071" providerId="LiveId" clId="{14D105BD-6433-42F1-A256-68303CAB7F9C}" dt="2025-04-25T11:32:51.782" v="2302"/>
        <pc:sldMkLst>
          <pc:docMk/>
          <pc:sldMk cId="0" sldId="270"/>
        </pc:sldMkLst>
      </pc:sldChg>
      <pc:sldChg chg="delSp modSp mod modAnim modNotesTx">
        <pc:chgData name="Owais Ahmed" userId="6abc7d4556b3b071" providerId="LiveId" clId="{14D105BD-6433-42F1-A256-68303CAB7F9C}" dt="2025-04-26T11:50:25.115" v="7136" actId="20577"/>
        <pc:sldMkLst>
          <pc:docMk/>
          <pc:sldMk cId="0" sldId="271"/>
        </pc:sldMkLst>
      </pc:sldChg>
      <pc:sldChg chg="addSp delSp del mod">
        <pc:chgData name="Owais Ahmed" userId="6abc7d4556b3b071" providerId="LiveId" clId="{14D105BD-6433-42F1-A256-68303CAB7F9C}" dt="2025-04-25T11:31:02.221" v="2234" actId="47"/>
        <pc:sldMkLst>
          <pc:docMk/>
          <pc:sldMk cId="0" sldId="272"/>
        </pc:sldMkLst>
      </pc:sldChg>
      <pc:sldChg chg="addSp delSp modSp mod delAnim modAnim">
        <pc:chgData name="Owais Ahmed" userId="6abc7d4556b3b071" providerId="LiveId" clId="{14D105BD-6433-42F1-A256-68303CAB7F9C}" dt="2025-04-25T12:07:52.133" v="3014" actId="6549"/>
        <pc:sldMkLst>
          <pc:docMk/>
          <pc:sldMk cId="0" sldId="273"/>
        </pc:sldMkLst>
      </pc:sldChg>
      <pc:sldChg chg="del">
        <pc:chgData name="Owais Ahmed" userId="6abc7d4556b3b071" providerId="LiveId" clId="{14D105BD-6433-42F1-A256-68303CAB7F9C}" dt="2025-04-25T11:40:30.641" v="2526" actId="47"/>
        <pc:sldMkLst>
          <pc:docMk/>
          <pc:sldMk cId="0" sldId="274"/>
        </pc:sldMkLst>
      </pc:sldChg>
      <pc:sldChg chg="del">
        <pc:chgData name="Owais Ahmed" userId="6abc7d4556b3b071" providerId="LiveId" clId="{14D105BD-6433-42F1-A256-68303CAB7F9C}" dt="2025-04-25T11:41:29.249" v="2642" actId="47"/>
        <pc:sldMkLst>
          <pc:docMk/>
          <pc:sldMk cId="0" sldId="275"/>
        </pc:sldMkLst>
      </pc:sldChg>
      <pc:sldChg chg="del">
        <pc:chgData name="Owais Ahmed" userId="6abc7d4556b3b071" providerId="LiveId" clId="{14D105BD-6433-42F1-A256-68303CAB7F9C}" dt="2025-04-25T11:41:33.280" v="2643" actId="47"/>
        <pc:sldMkLst>
          <pc:docMk/>
          <pc:sldMk cId="0" sldId="276"/>
        </pc:sldMkLst>
      </pc:sldChg>
      <pc:sldChg chg="del">
        <pc:chgData name="Owais Ahmed" userId="6abc7d4556b3b071" providerId="LiveId" clId="{14D105BD-6433-42F1-A256-68303CAB7F9C}" dt="2025-04-25T11:51:04.270" v="2850" actId="47"/>
        <pc:sldMkLst>
          <pc:docMk/>
          <pc:sldMk cId="0" sldId="277"/>
        </pc:sldMkLst>
      </pc:sldChg>
      <pc:sldChg chg="del">
        <pc:chgData name="Owais Ahmed" userId="6abc7d4556b3b071" providerId="LiveId" clId="{14D105BD-6433-42F1-A256-68303CAB7F9C}" dt="2025-04-25T11:51:54.884" v="2941" actId="47"/>
        <pc:sldMkLst>
          <pc:docMk/>
          <pc:sldMk cId="0" sldId="278"/>
        </pc:sldMkLst>
      </pc:sldChg>
      <pc:sldChg chg="delSp modSp del mod">
        <pc:chgData name="Owais Ahmed" userId="6abc7d4556b3b071" providerId="LiveId" clId="{14D105BD-6433-42F1-A256-68303CAB7F9C}" dt="2025-04-25T12:11:22.913" v="3309" actId="47"/>
        <pc:sldMkLst>
          <pc:docMk/>
          <pc:sldMk cId="0" sldId="279"/>
        </pc:sldMkLst>
      </pc:sldChg>
      <pc:sldChg chg="del">
        <pc:chgData name="Owais Ahmed" userId="6abc7d4556b3b071" providerId="LiveId" clId="{14D105BD-6433-42F1-A256-68303CAB7F9C}" dt="2025-04-25T12:19:11.552" v="3622" actId="47"/>
        <pc:sldMkLst>
          <pc:docMk/>
          <pc:sldMk cId="0" sldId="280"/>
        </pc:sldMkLst>
      </pc:sldChg>
      <pc:sldChg chg="add del">
        <pc:chgData name="Owais Ahmed" userId="6abc7d4556b3b071" providerId="LiveId" clId="{14D105BD-6433-42F1-A256-68303CAB7F9C}" dt="2025-04-25T12:19:49.339" v="3627" actId="47"/>
        <pc:sldMkLst>
          <pc:docMk/>
          <pc:sldMk cId="0" sldId="281"/>
        </pc:sldMkLst>
      </pc:sldChg>
      <pc:sldChg chg="delSp modSp mod ord modAnim modNotes">
        <pc:chgData name="Owais Ahmed" userId="6abc7d4556b3b071" providerId="LiveId" clId="{14D105BD-6433-42F1-A256-68303CAB7F9C}" dt="2025-04-26T11:43:41.126" v="6946"/>
        <pc:sldMkLst>
          <pc:docMk/>
          <pc:sldMk cId="0" sldId="282"/>
        </pc:sldMkLst>
      </pc:sldChg>
      <pc:sldChg chg="del">
        <pc:chgData name="Owais Ahmed" userId="6abc7d4556b3b071" providerId="LiveId" clId="{14D105BD-6433-42F1-A256-68303CAB7F9C}" dt="2025-04-25T12:19:50.471" v="3628" actId="47"/>
        <pc:sldMkLst>
          <pc:docMk/>
          <pc:sldMk cId="0" sldId="283"/>
        </pc:sldMkLst>
      </pc:sldChg>
      <pc:sldChg chg="addSp delSp modSp mod">
        <pc:chgData name="Owais Ahmed" userId="6abc7d4556b3b071" providerId="LiveId" clId="{14D105BD-6433-42F1-A256-68303CAB7F9C}" dt="2025-04-25T12:52:44.027" v="4371" actId="20577"/>
        <pc:sldMkLst>
          <pc:docMk/>
          <pc:sldMk cId="0" sldId="284"/>
        </pc:sldMkLst>
        <pc:spChg chg="add mod">
          <ac:chgData name="Owais Ahmed" userId="6abc7d4556b3b071" providerId="LiveId" clId="{14D105BD-6433-42F1-A256-68303CAB7F9C}" dt="2025-04-25T12:52:44.027" v="4371" actId="20577"/>
          <ac:spMkLst>
            <pc:docMk/>
            <pc:sldMk cId="0" sldId="284"/>
            <ac:spMk id="8" creationId="{CB52BA69-1A3F-710E-3C80-A6EB797F7C37}"/>
          </ac:spMkLst>
        </pc:spChg>
        <pc:spChg chg="mod">
          <ac:chgData name="Owais Ahmed" userId="6abc7d4556b3b071" providerId="LiveId" clId="{14D105BD-6433-42F1-A256-68303CAB7F9C}" dt="2025-04-25T12:43:45.349" v="4054" actId="20577"/>
          <ac:spMkLst>
            <pc:docMk/>
            <pc:sldMk cId="0" sldId="284"/>
            <ac:spMk id="371" creationId="{00000000-0000-0000-0000-000000000000}"/>
          </ac:spMkLst>
        </pc:spChg>
      </pc:sldChg>
      <pc:sldChg chg="delSp modSp del mod">
        <pc:chgData name="Owais Ahmed" userId="6abc7d4556b3b071" providerId="LiveId" clId="{14D105BD-6433-42F1-A256-68303CAB7F9C}" dt="2025-04-25T15:06:08.506" v="4884" actId="47"/>
        <pc:sldMkLst>
          <pc:docMk/>
          <pc:sldMk cId="0" sldId="285"/>
        </pc:sldMkLst>
      </pc:sldChg>
      <pc:sldChg chg="del">
        <pc:chgData name="Owais Ahmed" userId="6abc7d4556b3b071" providerId="LiveId" clId="{14D105BD-6433-42F1-A256-68303CAB7F9C}" dt="2025-04-25T15:06:17.173" v="4885" actId="47"/>
        <pc:sldMkLst>
          <pc:docMk/>
          <pc:sldMk cId="0" sldId="286"/>
        </pc:sldMkLst>
      </pc:sldChg>
      <pc:sldChg chg="del">
        <pc:chgData name="Owais Ahmed" userId="6abc7d4556b3b071" providerId="LiveId" clId="{14D105BD-6433-42F1-A256-68303CAB7F9C}" dt="2025-04-25T15:06:51.789" v="4986" actId="47"/>
        <pc:sldMkLst>
          <pc:docMk/>
          <pc:sldMk cId="0" sldId="287"/>
        </pc:sldMkLst>
      </pc:sldChg>
      <pc:sldChg chg="del">
        <pc:chgData name="Owais Ahmed" userId="6abc7d4556b3b071" providerId="LiveId" clId="{14D105BD-6433-42F1-A256-68303CAB7F9C}" dt="2025-04-25T15:15:23.166" v="5636" actId="47"/>
        <pc:sldMkLst>
          <pc:docMk/>
          <pc:sldMk cId="0" sldId="288"/>
        </pc:sldMkLst>
      </pc:sldChg>
      <pc:sldChg chg="del">
        <pc:chgData name="Owais Ahmed" userId="6abc7d4556b3b071" providerId="LiveId" clId="{14D105BD-6433-42F1-A256-68303CAB7F9C}" dt="2025-04-25T15:15:34.911" v="5637" actId="47"/>
        <pc:sldMkLst>
          <pc:docMk/>
          <pc:sldMk cId="0" sldId="289"/>
        </pc:sldMkLst>
      </pc:sldChg>
      <pc:sldChg chg="addSp delSp modSp del mod modNotes">
        <pc:chgData name="Owais Ahmed" userId="6abc7d4556b3b071" providerId="LiveId" clId="{14D105BD-6433-42F1-A256-68303CAB7F9C}" dt="2025-04-25T15:23:32.002" v="5950" actId="47"/>
        <pc:sldMkLst>
          <pc:docMk/>
          <pc:sldMk cId="0" sldId="290"/>
        </pc:sldMkLst>
      </pc:sldChg>
      <pc:sldChg chg="del">
        <pc:chgData name="Owais Ahmed" userId="6abc7d4556b3b071" providerId="LiveId" clId="{14D105BD-6433-42F1-A256-68303CAB7F9C}" dt="2025-04-25T15:27:10.419" v="6130" actId="47"/>
        <pc:sldMkLst>
          <pc:docMk/>
          <pc:sldMk cId="0" sldId="291"/>
        </pc:sldMkLst>
      </pc:sldChg>
      <pc:sldChg chg="add del">
        <pc:chgData name="Owais Ahmed" userId="6abc7d4556b3b071" providerId="LiveId" clId="{14D105BD-6433-42F1-A256-68303CAB7F9C}" dt="2025-04-25T15:27:30.877" v="6135" actId="47"/>
        <pc:sldMkLst>
          <pc:docMk/>
          <pc:sldMk cId="0" sldId="292"/>
        </pc:sldMkLst>
      </pc:sldChg>
      <pc:sldChg chg="del">
        <pc:chgData name="Owais Ahmed" userId="6abc7d4556b3b071" providerId="LiveId" clId="{14D105BD-6433-42F1-A256-68303CAB7F9C}" dt="2025-04-25T15:27:47.902" v="6136" actId="47"/>
        <pc:sldMkLst>
          <pc:docMk/>
          <pc:sldMk cId="0" sldId="293"/>
        </pc:sldMkLst>
      </pc:sldChg>
      <pc:sldChg chg="del">
        <pc:chgData name="Owais Ahmed" userId="6abc7d4556b3b071" providerId="LiveId" clId="{14D105BD-6433-42F1-A256-68303CAB7F9C}" dt="2025-04-25T15:27:57.585" v="6137" actId="47"/>
        <pc:sldMkLst>
          <pc:docMk/>
          <pc:sldMk cId="0" sldId="294"/>
        </pc:sldMkLst>
      </pc:sldChg>
      <pc:sldChg chg="del">
        <pc:chgData name="Owais Ahmed" userId="6abc7d4556b3b071" providerId="LiveId" clId="{14D105BD-6433-42F1-A256-68303CAB7F9C}" dt="2025-04-25T15:27:58.894" v="6138" actId="47"/>
        <pc:sldMkLst>
          <pc:docMk/>
          <pc:sldMk cId="0" sldId="295"/>
        </pc:sldMkLst>
      </pc:sldChg>
      <pc:sldChg chg="del">
        <pc:chgData name="Owais Ahmed" userId="6abc7d4556b3b071" providerId="LiveId" clId="{14D105BD-6433-42F1-A256-68303CAB7F9C}" dt="2025-04-25T15:28:00.725" v="6139" actId="47"/>
        <pc:sldMkLst>
          <pc:docMk/>
          <pc:sldMk cId="0" sldId="296"/>
        </pc:sldMkLst>
      </pc:sldChg>
      <pc:sldChg chg="del">
        <pc:chgData name="Owais Ahmed" userId="6abc7d4556b3b071" providerId="LiveId" clId="{14D105BD-6433-42F1-A256-68303CAB7F9C}" dt="2025-04-26T11:47:01.185" v="7067" actId="47"/>
        <pc:sldMkLst>
          <pc:docMk/>
          <pc:sldMk cId="0" sldId="297"/>
        </pc:sldMkLst>
      </pc:sldChg>
      <pc:sldChg chg="modSp modAnim modNotes">
        <pc:chgData name="Owais Ahmed" userId="6abc7d4556b3b071" providerId="LiveId" clId="{14D105BD-6433-42F1-A256-68303CAB7F9C}" dt="2025-04-26T11:53:24.995" v="7150" actId="20577"/>
        <pc:sldMkLst>
          <pc:docMk/>
          <pc:sldMk cId="0" sldId="298"/>
        </pc:sldMkLst>
      </pc:sldChg>
      <pc:sldChg chg="delSp modSp mod delAnim modAnim modNotes">
        <pc:chgData name="Owais Ahmed" userId="6abc7d4556b3b071" providerId="LiveId" clId="{14D105BD-6433-42F1-A256-68303CAB7F9C}" dt="2025-04-26T12:08:02.056" v="7680" actId="20577"/>
        <pc:sldMkLst>
          <pc:docMk/>
          <pc:sldMk cId="0" sldId="299"/>
        </pc:sldMkLst>
      </pc:sldChg>
      <pc:sldChg chg="addSp modSp mod modAnim">
        <pc:chgData name="Owais Ahmed" userId="6abc7d4556b3b071" providerId="LiveId" clId="{14D105BD-6433-42F1-A256-68303CAB7F9C}" dt="2025-04-26T12:03:10.823" v="7439"/>
        <pc:sldMkLst>
          <pc:docMk/>
          <pc:sldMk cId="0" sldId="300"/>
        </pc:sldMkLst>
      </pc:sldChg>
      <pc:sldChg chg="del">
        <pc:chgData name="Owais Ahmed" userId="6abc7d4556b3b071" providerId="LiveId" clId="{14D105BD-6433-42F1-A256-68303CAB7F9C}" dt="2025-04-26T12:23:01.858" v="7878" actId="47"/>
        <pc:sldMkLst>
          <pc:docMk/>
          <pc:sldMk cId="0" sldId="301"/>
        </pc:sldMkLst>
      </pc:sldChg>
      <pc:sldChg chg="del">
        <pc:chgData name="Owais Ahmed" userId="6abc7d4556b3b071" providerId="LiveId" clId="{14D105BD-6433-42F1-A256-68303CAB7F9C}" dt="2025-04-26T12:22:06.272" v="7875" actId="47"/>
        <pc:sldMkLst>
          <pc:docMk/>
          <pc:sldMk cId="0" sldId="302"/>
        </pc:sldMkLst>
      </pc:sldChg>
      <pc:sldChg chg="del">
        <pc:chgData name="Owais Ahmed" userId="6abc7d4556b3b071" providerId="LiveId" clId="{14D105BD-6433-42F1-A256-68303CAB7F9C}" dt="2025-04-26T12:22:07.162" v="7876" actId="47"/>
        <pc:sldMkLst>
          <pc:docMk/>
          <pc:sldMk cId="0" sldId="303"/>
        </pc:sldMkLst>
      </pc:sldChg>
      <pc:sldChg chg="del">
        <pc:chgData name="Owais Ahmed" userId="6abc7d4556b3b071" providerId="LiveId" clId="{14D105BD-6433-42F1-A256-68303CAB7F9C}" dt="2025-04-26T12:23:01.858" v="7878" actId="47"/>
        <pc:sldMkLst>
          <pc:docMk/>
          <pc:sldMk cId="0" sldId="304"/>
        </pc:sldMkLst>
      </pc:sldChg>
      <pc:sldChg chg="del">
        <pc:chgData name="Owais Ahmed" userId="6abc7d4556b3b071" providerId="LiveId" clId="{14D105BD-6433-42F1-A256-68303CAB7F9C}" dt="2025-04-25T15:57:16.528" v="6140" actId="47"/>
        <pc:sldMkLst>
          <pc:docMk/>
          <pc:sldMk cId="0" sldId="305"/>
        </pc:sldMkLst>
      </pc:sldChg>
      <pc:sldChg chg="del">
        <pc:chgData name="Owais Ahmed" userId="6abc7d4556b3b071" providerId="LiveId" clId="{14D105BD-6433-42F1-A256-68303CAB7F9C}" dt="2025-04-25T15:57:17.392" v="6141" actId="47"/>
        <pc:sldMkLst>
          <pc:docMk/>
          <pc:sldMk cId="0" sldId="306"/>
        </pc:sldMkLst>
      </pc:sldChg>
      <pc:sldChg chg="del">
        <pc:chgData name="Owais Ahmed" userId="6abc7d4556b3b071" providerId="LiveId" clId="{14D105BD-6433-42F1-A256-68303CAB7F9C}" dt="2025-04-25T15:57:18.528" v="6142" actId="47"/>
        <pc:sldMkLst>
          <pc:docMk/>
          <pc:sldMk cId="0" sldId="307"/>
        </pc:sldMkLst>
      </pc:sldChg>
      <pc:sldChg chg="del">
        <pc:chgData name="Owais Ahmed" userId="6abc7d4556b3b071" providerId="LiveId" clId="{14D105BD-6433-42F1-A256-68303CAB7F9C}" dt="2025-04-25T15:57:20.400" v="6143" actId="47"/>
        <pc:sldMkLst>
          <pc:docMk/>
          <pc:sldMk cId="0" sldId="308"/>
        </pc:sldMkLst>
      </pc:sldChg>
      <pc:sldChg chg="modSp del mod">
        <pc:chgData name="Owais Ahmed" userId="6abc7d4556b3b071" providerId="LiveId" clId="{14D105BD-6433-42F1-A256-68303CAB7F9C}" dt="2025-04-26T12:23:01.858" v="7878" actId="47"/>
        <pc:sldMkLst>
          <pc:docMk/>
          <pc:sldMk cId="0" sldId="309"/>
        </pc:sldMkLst>
      </pc:sldChg>
      <pc:sldChg chg="del">
        <pc:chgData name="Owais Ahmed" userId="6abc7d4556b3b071" providerId="LiveId" clId="{14D105BD-6433-42F1-A256-68303CAB7F9C}" dt="2025-04-26T12:23:01.858" v="7878" actId="47"/>
        <pc:sldMkLst>
          <pc:docMk/>
          <pc:sldMk cId="0" sldId="310"/>
        </pc:sldMkLst>
      </pc:sldChg>
      <pc:sldChg chg="del">
        <pc:chgData name="Owais Ahmed" userId="6abc7d4556b3b071" providerId="LiveId" clId="{14D105BD-6433-42F1-A256-68303CAB7F9C}" dt="2025-04-26T12:23:01.858" v="7878" actId="47"/>
        <pc:sldMkLst>
          <pc:docMk/>
          <pc:sldMk cId="0" sldId="311"/>
        </pc:sldMkLst>
      </pc:sldChg>
      <pc:sldChg chg="del">
        <pc:chgData name="Owais Ahmed" userId="6abc7d4556b3b071" providerId="LiveId" clId="{14D105BD-6433-42F1-A256-68303CAB7F9C}" dt="2025-04-26T12:23:01.858" v="7878" actId="47"/>
        <pc:sldMkLst>
          <pc:docMk/>
          <pc:sldMk cId="0" sldId="312"/>
        </pc:sldMkLst>
      </pc:sldChg>
      <pc:sldChg chg="del">
        <pc:chgData name="Owais Ahmed" userId="6abc7d4556b3b071" providerId="LiveId" clId="{14D105BD-6433-42F1-A256-68303CAB7F9C}" dt="2025-04-26T12:23:01.858" v="7878" actId="47"/>
        <pc:sldMkLst>
          <pc:docMk/>
          <pc:sldMk cId="0" sldId="313"/>
        </pc:sldMkLst>
      </pc:sldChg>
      <pc:sldChg chg="del">
        <pc:chgData name="Owais Ahmed" userId="6abc7d4556b3b071" providerId="LiveId" clId="{14D105BD-6433-42F1-A256-68303CAB7F9C}" dt="2025-04-26T12:23:01.858" v="7878" actId="47"/>
        <pc:sldMkLst>
          <pc:docMk/>
          <pc:sldMk cId="0" sldId="314"/>
        </pc:sldMkLst>
      </pc:sldChg>
      <pc:sldChg chg="del">
        <pc:chgData name="Owais Ahmed" userId="6abc7d4556b3b071" providerId="LiveId" clId="{14D105BD-6433-42F1-A256-68303CAB7F9C}" dt="2025-04-26T12:23:01.858" v="7878" actId="47"/>
        <pc:sldMkLst>
          <pc:docMk/>
          <pc:sldMk cId="0" sldId="315"/>
        </pc:sldMkLst>
      </pc:sldChg>
      <pc:sldChg chg="del">
        <pc:chgData name="Owais Ahmed" userId="6abc7d4556b3b071" providerId="LiveId" clId="{14D105BD-6433-42F1-A256-68303CAB7F9C}" dt="2025-04-26T12:23:01.858" v="7878" actId="47"/>
        <pc:sldMkLst>
          <pc:docMk/>
          <pc:sldMk cId="0" sldId="316"/>
        </pc:sldMkLst>
      </pc:sldChg>
      <pc:sldChg chg="del">
        <pc:chgData name="Owais Ahmed" userId="6abc7d4556b3b071" providerId="LiveId" clId="{14D105BD-6433-42F1-A256-68303CAB7F9C}" dt="2025-04-26T12:23:01.858" v="7878" actId="47"/>
        <pc:sldMkLst>
          <pc:docMk/>
          <pc:sldMk cId="0" sldId="317"/>
        </pc:sldMkLst>
      </pc:sldChg>
      <pc:sldChg chg="del">
        <pc:chgData name="Owais Ahmed" userId="6abc7d4556b3b071" providerId="LiveId" clId="{14D105BD-6433-42F1-A256-68303CAB7F9C}" dt="2025-04-26T12:23:01.858" v="7878" actId="47"/>
        <pc:sldMkLst>
          <pc:docMk/>
          <pc:sldMk cId="0" sldId="318"/>
        </pc:sldMkLst>
      </pc:sldChg>
      <pc:sldChg chg="del">
        <pc:chgData name="Owais Ahmed" userId="6abc7d4556b3b071" providerId="LiveId" clId="{14D105BD-6433-42F1-A256-68303CAB7F9C}" dt="2025-04-26T12:23:05.573" v="7879" actId="47"/>
        <pc:sldMkLst>
          <pc:docMk/>
          <pc:sldMk cId="0" sldId="319"/>
        </pc:sldMkLst>
      </pc:sldChg>
      <pc:sldChg chg="del">
        <pc:chgData name="Owais Ahmed" userId="6abc7d4556b3b071" providerId="LiveId" clId="{14D105BD-6433-42F1-A256-68303CAB7F9C}" dt="2025-04-26T12:23:11.431" v="7880" actId="47"/>
        <pc:sldMkLst>
          <pc:docMk/>
          <pc:sldMk cId="0" sldId="320"/>
        </pc:sldMkLst>
      </pc:sldChg>
      <pc:sldChg chg="del">
        <pc:chgData name="Owais Ahmed" userId="6abc7d4556b3b071" providerId="LiveId" clId="{14D105BD-6433-42F1-A256-68303CAB7F9C}" dt="2025-04-26T12:23:19.325" v="7881" actId="47"/>
        <pc:sldMkLst>
          <pc:docMk/>
          <pc:sldMk cId="0" sldId="321"/>
        </pc:sldMkLst>
      </pc:sldChg>
      <pc:sldChg chg="delSp modSp mod">
        <pc:chgData name="Owais Ahmed" userId="6abc7d4556b3b071" providerId="LiveId" clId="{14D105BD-6433-42F1-A256-68303CAB7F9C}" dt="2025-04-26T12:23:39.230" v="7886" actId="20577"/>
        <pc:sldMkLst>
          <pc:docMk/>
          <pc:sldMk cId="0" sldId="322"/>
        </pc:sldMkLst>
        <pc:spChg chg="mod">
          <ac:chgData name="Owais Ahmed" userId="6abc7d4556b3b071" providerId="LiveId" clId="{14D105BD-6433-42F1-A256-68303CAB7F9C}" dt="2025-04-26T12:23:39.230" v="7886" actId="20577"/>
          <ac:spMkLst>
            <pc:docMk/>
            <pc:sldMk cId="0" sldId="322"/>
            <ac:spMk id="653" creationId="{00000000-0000-0000-0000-000000000000}"/>
          </ac:spMkLst>
        </pc:spChg>
      </pc:sldChg>
      <pc:sldChg chg="modSp mod">
        <pc:chgData name="Owais Ahmed" userId="6abc7d4556b3b071" providerId="LiveId" clId="{14D105BD-6433-42F1-A256-68303CAB7F9C}" dt="2025-04-26T13:54:36.681" v="8707" actId="20577"/>
        <pc:sldMkLst>
          <pc:docMk/>
          <pc:sldMk cId="0" sldId="323"/>
        </pc:sldMkLst>
      </pc:sldChg>
      <pc:sldChg chg="addSp delSp modSp add mod modAnim modNotesTx">
        <pc:chgData name="Owais Ahmed" userId="6abc7d4556b3b071" providerId="LiveId" clId="{14D105BD-6433-42F1-A256-68303CAB7F9C}" dt="2025-04-26T11:47:46.367" v="7075" actId="113"/>
        <pc:sldMkLst>
          <pc:docMk/>
          <pc:sldMk cId="3732763155" sldId="324"/>
        </pc:sldMkLst>
      </pc:sldChg>
      <pc:sldChg chg="modSp add mod modAnim modNotesTx">
        <pc:chgData name="Owais Ahmed" userId="6abc7d4556b3b071" providerId="LiveId" clId="{14D105BD-6433-42F1-A256-68303CAB7F9C}" dt="2025-04-26T11:49:02.761" v="7123" actId="20577"/>
        <pc:sldMkLst>
          <pc:docMk/>
          <pc:sldMk cId="3088228634" sldId="325"/>
        </pc:sldMkLst>
      </pc:sldChg>
      <pc:sldChg chg="modSp add mod modAnim modNotesTx">
        <pc:chgData name="Owais Ahmed" userId="6abc7d4556b3b071" providerId="LiveId" clId="{14D105BD-6433-42F1-A256-68303CAB7F9C}" dt="2025-04-25T11:20:34.206" v="2011" actId="20577"/>
        <pc:sldMkLst>
          <pc:docMk/>
          <pc:sldMk cId="2671093673" sldId="326"/>
        </pc:sldMkLst>
      </pc:sldChg>
      <pc:sldChg chg="addSp delSp modSp add mod modAnim modNotesTx">
        <pc:chgData name="Owais Ahmed" userId="6abc7d4556b3b071" providerId="LiveId" clId="{14D105BD-6433-42F1-A256-68303CAB7F9C}" dt="2025-04-26T12:35:28.567" v="8706"/>
        <pc:sldMkLst>
          <pc:docMk/>
          <pc:sldMk cId="981192917" sldId="327"/>
        </pc:sldMkLst>
      </pc:sldChg>
      <pc:sldChg chg="modSp add mod modAnim">
        <pc:chgData name="Owais Ahmed" userId="6abc7d4556b3b071" providerId="LiveId" clId="{14D105BD-6433-42F1-A256-68303CAB7F9C}" dt="2025-04-26T11:49:48.649" v="7131" actId="113"/>
        <pc:sldMkLst>
          <pc:docMk/>
          <pc:sldMk cId="3689507250" sldId="328"/>
        </pc:sldMkLst>
      </pc:sldChg>
      <pc:sldChg chg="addSp modSp add mod modAnim">
        <pc:chgData name="Owais Ahmed" userId="6abc7d4556b3b071" providerId="LiveId" clId="{14D105BD-6433-42F1-A256-68303CAB7F9C}" dt="2025-04-26T11:50:56.534" v="7137" actId="948"/>
        <pc:sldMkLst>
          <pc:docMk/>
          <pc:sldMk cId="3086904792" sldId="329"/>
        </pc:sldMkLst>
      </pc:sldChg>
      <pc:sldChg chg="modSp add del mod modAnim modNotesTx">
        <pc:chgData name="Owais Ahmed" userId="6abc7d4556b3b071" providerId="LiveId" clId="{14D105BD-6433-42F1-A256-68303CAB7F9C}" dt="2025-04-26T11:51:32.709" v="7142" actId="20577"/>
        <pc:sldMkLst>
          <pc:docMk/>
          <pc:sldMk cId="2331514628" sldId="330"/>
        </pc:sldMkLst>
      </pc:sldChg>
      <pc:sldChg chg="modSp add mod modAnim modNotesTx">
        <pc:chgData name="Owais Ahmed" userId="6abc7d4556b3b071" providerId="LiveId" clId="{14D105BD-6433-42F1-A256-68303CAB7F9C}" dt="2025-04-26T11:51:53.022" v="7143" actId="113"/>
        <pc:sldMkLst>
          <pc:docMk/>
          <pc:sldMk cId="2513786817" sldId="331"/>
        </pc:sldMkLst>
      </pc:sldChg>
      <pc:sldChg chg="addSp delSp modSp add mod modAnim modNotesTx">
        <pc:chgData name="Owais Ahmed" userId="6abc7d4556b3b071" providerId="LiveId" clId="{14D105BD-6433-42F1-A256-68303CAB7F9C}" dt="2025-04-26T11:44:46.093" v="6959"/>
        <pc:sldMkLst>
          <pc:docMk/>
          <pc:sldMk cId="320934354" sldId="332"/>
        </pc:sldMkLst>
      </pc:sldChg>
      <pc:sldChg chg="addSp delSp modSp add mod modAnim modNotesTx">
        <pc:chgData name="Owais Ahmed" userId="6abc7d4556b3b071" providerId="LiveId" clId="{14D105BD-6433-42F1-A256-68303CAB7F9C}" dt="2025-04-26T11:53:09.400" v="7146" actId="14100"/>
        <pc:sldMkLst>
          <pc:docMk/>
          <pc:sldMk cId="2655601108" sldId="333"/>
        </pc:sldMkLst>
      </pc:sldChg>
      <pc:sldChg chg="modSp add mod">
        <pc:chgData name="Owais Ahmed" userId="6abc7d4556b3b071" providerId="LiveId" clId="{14D105BD-6433-42F1-A256-68303CAB7F9C}" dt="2025-04-26T12:24:39.757" v="8019" actId="20577"/>
        <pc:sldMkLst>
          <pc:docMk/>
          <pc:sldMk cId="3085099109" sldId="334"/>
        </pc:sldMkLst>
      </pc:sldChg>
    </pc:docChg>
  </pc:docChgLst>
  <pc:docChgLst>
    <pc:chgData name="Owais Ahmed" userId="6abc7d4556b3b071" providerId="LiveId" clId="{459B82FB-B7F4-4CB3-95C2-DAA6FE45D762}"/>
    <pc:docChg chg="undo redo custSel addSld delSld modSld sldOrd">
      <pc:chgData name="Owais Ahmed" userId="6abc7d4556b3b071" providerId="LiveId" clId="{459B82FB-B7F4-4CB3-95C2-DAA6FE45D762}" dt="2025-05-02T17:07:55.972" v="4565"/>
      <pc:docMkLst>
        <pc:docMk/>
      </pc:docMkLst>
      <pc:sldChg chg="modSp mod">
        <pc:chgData name="Owais Ahmed" userId="6abc7d4556b3b071" providerId="LiveId" clId="{459B82FB-B7F4-4CB3-95C2-DAA6FE45D762}" dt="2025-05-02T15:15:17.731" v="148" actId="20577"/>
        <pc:sldMkLst>
          <pc:docMk/>
          <pc:sldMk cId="0" sldId="256"/>
        </pc:sldMkLst>
        <pc:spChg chg="mod">
          <ac:chgData name="Owais Ahmed" userId="6abc7d4556b3b071" providerId="LiveId" clId="{459B82FB-B7F4-4CB3-95C2-DAA6FE45D762}" dt="2025-05-02T15:15:17.731" v="148" actId="20577"/>
          <ac:spMkLst>
            <pc:docMk/>
            <pc:sldMk cId="0" sldId="256"/>
            <ac:spMk id="111" creationId="{00000000-0000-0000-0000-000000000000}"/>
          </ac:spMkLst>
        </pc:spChg>
      </pc:sldChg>
      <pc:sldChg chg="delSp modSp del mod delAnim modAnim">
        <pc:chgData name="Owais Ahmed" userId="6abc7d4556b3b071" providerId="LiveId" clId="{459B82FB-B7F4-4CB3-95C2-DAA6FE45D762}" dt="2025-05-02T15:16:48.065" v="356" actId="47"/>
        <pc:sldMkLst>
          <pc:docMk/>
          <pc:sldMk cId="0" sldId="257"/>
        </pc:sldMkLst>
        <pc:spChg chg="mod">
          <ac:chgData name="Owais Ahmed" userId="6abc7d4556b3b071" providerId="LiveId" clId="{459B82FB-B7F4-4CB3-95C2-DAA6FE45D762}" dt="2025-05-02T15:16:20.729" v="351" actId="20577"/>
          <ac:spMkLst>
            <pc:docMk/>
            <pc:sldMk cId="0" sldId="257"/>
            <ac:spMk id="117" creationId="{00000000-0000-0000-0000-000000000000}"/>
          </ac:spMkLst>
        </pc:spChg>
        <pc:spChg chg="del">
          <ac:chgData name="Owais Ahmed" userId="6abc7d4556b3b071" providerId="LiveId" clId="{459B82FB-B7F4-4CB3-95C2-DAA6FE45D762}" dt="2025-05-02T15:16:23.844" v="352" actId="478"/>
          <ac:spMkLst>
            <pc:docMk/>
            <pc:sldMk cId="0" sldId="257"/>
            <ac:spMk id="121" creationId="{00000000-0000-0000-0000-000000000000}"/>
          </ac:spMkLst>
        </pc:spChg>
        <pc:picChg chg="del">
          <ac:chgData name="Owais Ahmed" userId="6abc7d4556b3b071" providerId="LiveId" clId="{459B82FB-B7F4-4CB3-95C2-DAA6FE45D762}" dt="2025-05-02T15:16:25.193" v="354" actId="478"/>
          <ac:picMkLst>
            <pc:docMk/>
            <pc:sldMk cId="0" sldId="257"/>
            <ac:picMk id="119" creationId="{00000000-0000-0000-0000-000000000000}"/>
          </ac:picMkLst>
        </pc:picChg>
        <pc:picChg chg="del">
          <ac:chgData name="Owais Ahmed" userId="6abc7d4556b3b071" providerId="LiveId" clId="{459B82FB-B7F4-4CB3-95C2-DAA6FE45D762}" dt="2025-05-02T15:16:24.305" v="353" actId="478"/>
          <ac:picMkLst>
            <pc:docMk/>
            <pc:sldMk cId="0" sldId="257"/>
            <ac:picMk id="120" creationId="{00000000-0000-0000-0000-000000000000}"/>
          </ac:picMkLst>
        </pc:picChg>
      </pc:sldChg>
      <pc:sldChg chg="modSp mod modAnim">
        <pc:chgData name="Owais Ahmed" userId="6abc7d4556b3b071" providerId="LiveId" clId="{459B82FB-B7F4-4CB3-95C2-DAA6FE45D762}" dt="2025-05-02T17:05:19.396" v="4528" actId="2710"/>
        <pc:sldMkLst>
          <pc:docMk/>
          <pc:sldMk cId="0" sldId="258"/>
        </pc:sldMkLst>
        <pc:spChg chg="mod">
          <ac:chgData name="Owais Ahmed" userId="6abc7d4556b3b071" providerId="LiveId" clId="{459B82FB-B7F4-4CB3-95C2-DAA6FE45D762}" dt="2025-05-02T17:05:19.396" v="4528" actId="2710"/>
          <ac:spMkLst>
            <pc:docMk/>
            <pc:sldMk cId="0" sldId="258"/>
            <ac:spMk id="126" creationId="{00000000-0000-0000-0000-000000000000}"/>
          </ac:spMkLst>
        </pc:spChg>
        <pc:spChg chg="mod">
          <ac:chgData name="Owais Ahmed" userId="6abc7d4556b3b071" providerId="LiveId" clId="{459B82FB-B7F4-4CB3-95C2-DAA6FE45D762}" dt="2025-05-02T15:16:51.204" v="365" actId="5793"/>
          <ac:spMkLst>
            <pc:docMk/>
            <pc:sldMk cId="0" sldId="258"/>
            <ac:spMk id="127" creationId="{00000000-0000-0000-0000-000000000000}"/>
          </ac:spMkLst>
        </pc:spChg>
      </pc:sldChg>
      <pc:sldChg chg="del">
        <pc:chgData name="Owais Ahmed" userId="6abc7d4556b3b071" providerId="LiveId" clId="{459B82FB-B7F4-4CB3-95C2-DAA6FE45D762}" dt="2025-05-02T15:11:46.115" v="3" actId="47"/>
        <pc:sldMkLst>
          <pc:docMk/>
          <pc:sldMk cId="0" sldId="259"/>
        </pc:sldMkLst>
      </pc:sldChg>
      <pc:sldChg chg="modSp mod">
        <pc:chgData name="Owais Ahmed" userId="6abc7d4556b3b071" providerId="LiveId" clId="{459B82FB-B7F4-4CB3-95C2-DAA6FE45D762}" dt="2025-05-02T15:12:05.494" v="35" actId="20577"/>
        <pc:sldMkLst>
          <pc:docMk/>
          <pc:sldMk cId="0" sldId="263"/>
        </pc:sldMkLst>
        <pc:spChg chg="mod">
          <ac:chgData name="Owais Ahmed" userId="6abc7d4556b3b071" providerId="LiveId" clId="{459B82FB-B7F4-4CB3-95C2-DAA6FE45D762}" dt="2025-05-02T15:12:05.494" v="35" actId="20577"/>
          <ac:spMkLst>
            <pc:docMk/>
            <pc:sldMk cId="0" sldId="263"/>
            <ac:spMk id="180" creationId="{00000000-0000-0000-0000-000000000000}"/>
          </ac:spMkLst>
        </pc:spChg>
      </pc:sldChg>
      <pc:sldChg chg="del">
        <pc:chgData name="Owais Ahmed" userId="6abc7d4556b3b071" providerId="LiveId" clId="{459B82FB-B7F4-4CB3-95C2-DAA6FE45D762}" dt="2025-05-02T15:12:49.595" v="43" actId="47"/>
        <pc:sldMkLst>
          <pc:docMk/>
          <pc:sldMk cId="0" sldId="264"/>
        </pc:sldMkLst>
      </pc:sldChg>
      <pc:sldChg chg="del">
        <pc:chgData name="Owais Ahmed" userId="6abc7d4556b3b071" providerId="LiveId" clId="{459B82FB-B7F4-4CB3-95C2-DAA6FE45D762}" dt="2025-05-02T15:12:51.009" v="44" actId="47"/>
        <pc:sldMkLst>
          <pc:docMk/>
          <pc:sldMk cId="0" sldId="266"/>
        </pc:sldMkLst>
      </pc:sldChg>
      <pc:sldChg chg="modSp add del mod modAnim">
        <pc:chgData name="Owais Ahmed" userId="6abc7d4556b3b071" providerId="LiveId" clId="{459B82FB-B7F4-4CB3-95C2-DAA6FE45D762}" dt="2025-05-02T15:49:01.528" v="1629" actId="47"/>
        <pc:sldMkLst>
          <pc:docMk/>
          <pc:sldMk cId="1217980921" sldId="269"/>
        </pc:sldMkLst>
        <pc:spChg chg="mod">
          <ac:chgData name="Owais Ahmed" userId="6abc7d4556b3b071" providerId="LiveId" clId="{459B82FB-B7F4-4CB3-95C2-DAA6FE45D762}" dt="2025-05-02T15:46:27.668" v="1596" actId="27636"/>
          <ac:spMkLst>
            <pc:docMk/>
            <pc:sldMk cId="1217980921" sldId="269"/>
            <ac:spMk id="2" creationId="{00000000-0000-0000-0000-000000000000}"/>
          </ac:spMkLst>
        </pc:spChg>
        <pc:spChg chg="mod">
          <ac:chgData name="Owais Ahmed" userId="6abc7d4556b3b071" providerId="LiveId" clId="{459B82FB-B7F4-4CB3-95C2-DAA6FE45D762}" dt="2025-05-02T15:48:26.526" v="1623" actId="6549"/>
          <ac:spMkLst>
            <pc:docMk/>
            <pc:sldMk cId="1217980921" sldId="269"/>
            <ac:spMk id="3" creationId="{00000000-0000-0000-0000-000000000000}"/>
          </ac:spMkLst>
        </pc:spChg>
        <pc:graphicFrameChg chg="mod modGraphic">
          <ac:chgData name="Owais Ahmed" userId="6abc7d4556b3b071" providerId="LiveId" clId="{459B82FB-B7F4-4CB3-95C2-DAA6FE45D762}" dt="2025-05-02T15:48:11.637" v="1621" actId="6549"/>
          <ac:graphicFrameMkLst>
            <pc:docMk/>
            <pc:sldMk cId="1217980921" sldId="269"/>
            <ac:graphicFrameMk id="5" creationId="{00000000-0000-0000-0000-000000000000}"/>
          </ac:graphicFrameMkLst>
        </pc:graphicFrameChg>
      </pc:sldChg>
      <pc:sldChg chg="del">
        <pc:chgData name="Owais Ahmed" userId="6abc7d4556b3b071" providerId="LiveId" clId="{459B82FB-B7F4-4CB3-95C2-DAA6FE45D762}" dt="2025-05-02T15:12:51.490" v="45" actId="47"/>
        <pc:sldMkLst>
          <pc:docMk/>
          <pc:sldMk cId="0" sldId="270"/>
        </pc:sldMkLst>
      </pc:sldChg>
      <pc:sldChg chg="del">
        <pc:chgData name="Owais Ahmed" userId="6abc7d4556b3b071" providerId="LiveId" clId="{459B82FB-B7F4-4CB3-95C2-DAA6FE45D762}" dt="2025-05-02T15:12:51.796" v="46" actId="47"/>
        <pc:sldMkLst>
          <pc:docMk/>
          <pc:sldMk cId="0" sldId="271"/>
        </pc:sldMkLst>
      </pc:sldChg>
      <pc:sldChg chg="del">
        <pc:chgData name="Owais Ahmed" userId="6abc7d4556b3b071" providerId="LiveId" clId="{459B82FB-B7F4-4CB3-95C2-DAA6FE45D762}" dt="2025-05-02T15:12:51.958" v="47" actId="47"/>
        <pc:sldMkLst>
          <pc:docMk/>
          <pc:sldMk cId="0" sldId="273"/>
        </pc:sldMkLst>
      </pc:sldChg>
      <pc:sldChg chg="add del">
        <pc:chgData name="Owais Ahmed" userId="6abc7d4556b3b071" providerId="LiveId" clId="{459B82FB-B7F4-4CB3-95C2-DAA6FE45D762}" dt="2025-05-02T15:44:52.531" v="1559" actId="47"/>
        <pc:sldMkLst>
          <pc:docMk/>
          <pc:sldMk cId="1182662408" sldId="276"/>
        </pc:sldMkLst>
      </pc:sldChg>
      <pc:sldChg chg="modSp add del mod">
        <pc:chgData name="Owais Ahmed" userId="6abc7d4556b3b071" providerId="LiveId" clId="{459B82FB-B7F4-4CB3-95C2-DAA6FE45D762}" dt="2025-05-02T16:16:37.161" v="3232"/>
        <pc:sldMkLst>
          <pc:docMk/>
          <pc:sldMk cId="2644519056" sldId="278"/>
        </pc:sldMkLst>
        <pc:spChg chg="mod">
          <ac:chgData name="Owais Ahmed" userId="6abc7d4556b3b071" providerId="LiveId" clId="{459B82FB-B7F4-4CB3-95C2-DAA6FE45D762}" dt="2025-05-02T16:16:37.161" v="3232"/>
          <ac:spMkLst>
            <pc:docMk/>
            <pc:sldMk cId="2644519056" sldId="278"/>
            <ac:spMk id="2" creationId="{00000000-0000-0000-0000-000000000000}"/>
          </ac:spMkLst>
        </pc:spChg>
      </pc:sldChg>
      <pc:sldChg chg="del">
        <pc:chgData name="Owais Ahmed" userId="6abc7d4556b3b071" providerId="LiveId" clId="{459B82FB-B7F4-4CB3-95C2-DAA6FE45D762}" dt="2025-05-02T15:12:52.311" v="49" actId="47"/>
        <pc:sldMkLst>
          <pc:docMk/>
          <pc:sldMk cId="0" sldId="282"/>
        </pc:sldMkLst>
      </pc:sldChg>
      <pc:sldChg chg="modSp mod">
        <pc:chgData name="Owais Ahmed" userId="6abc7d4556b3b071" providerId="LiveId" clId="{459B82FB-B7F4-4CB3-95C2-DAA6FE45D762}" dt="2025-05-02T17:02:26.158" v="4281" actId="20577"/>
        <pc:sldMkLst>
          <pc:docMk/>
          <pc:sldMk cId="0" sldId="284"/>
        </pc:sldMkLst>
        <pc:spChg chg="mod">
          <ac:chgData name="Owais Ahmed" userId="6abc7d4556b3b071" providerId="LiveId" clId="{459B82FB-B7F4-4CB3-95C2-DAA6FE45D762}" dt="2025-05-02T17:02:26.158" v="4281" actId="20577"/>
          <ac:spMkLst>
            <pc:docMk/>
            <pc:sldMk cId="0" sldId="284"/>
            <ac:spMk id="8" creationId="{CB52BA69-1A3F-710E-3C80-A6EB797F7C37}"/>
          </ac:spMkLst>
        </pc:spChg>
      </pc:sldChg>
      <pc:sldChg chg="del">
        <pc:chgData name="Owais Ahmed" userId="6abc7d4556b3b071" providerId="LiveId" clId="{459B82FB-B7F4-4CB3-95C2-DAA6FE45D762}" dt="2025-05-02T17:02:34.205" v="4282" actId="47"/>
        <pc:sldMkLst>
          <pc:docMk/>
          <pc:sldMk cId="0" sldId="298"/>
        </pc:sldMkLst>
      </pc:sldChg>
      <pc:sldChg chg="del">
        <pc:chgData name="Owais Ahmed" userId="6abc7d4556b3b071" providerId="LiveId" clId="{459B82FB-B7F4-4CB3-95C2-DAA6FE45D762}" dt="2025-05-02T17:02:34.865" v="4283" actId="47"/>
        <pc:sldMkLst>
          <pc:docMk/>
          <pc:sldMk cId="0" sldId="299"/>
        </pc:sldMkLst>
      </pc:sldChg>
      <pc:sldChg chg="del">
        <pc:chgData name="Owais Ahmed" userId="6abc7d4556b3b071" providerId="LiveId" clId="{459B82FB-B7F4-4CB3-95C2-DAA6FE45D762}" dt="2025-05-02T17:02:35.517" v="4284" actId="47"/>
        <pc:sldMkLst>
          <pc:docMk/>
          <pc:sldMk cId="0" sldId="300"/>
        </pc:sldMkLst>
      </pc:sldChg>
      <pc:sldChg chg="add del">
        <pc:chgData name="Owais Ahmed" userId="6abc7d4556b3b071" providerId="LiveId" clId="{459B82FB-B7F4-4CB3-95C2-DAA6FE45D762}" dt="2025-05-02T17:02:48.285" v="4289" actId="47"/>
        <pc:sldMkLst>
          <pc:docMk/>
          <pc:sldMk cId="0" sldId="301"/>
        </pc:sldMkLst>
      </pc:sldChg>
      <pc:sldChg chg="add del">
        <pc:chgData name="Owais Ahmed" userId="6abc7d4556b3b071" providerId="LiveId" clId="{459B82FB-B7F4-4CB3-95C2-DAA6FE45D762}" dt="2025-05-02T15:12:35.471" v="39" actId="2696"/>
        <pc:sldMkLst>
          <pc:docMk/>
          <pc:sldMk cId="0" sldId="302"/>
        </pc:sldMkLst>
      </pc:sldChg>
      <pc:sldChg chg="add del">
        <pc:chgData name="Owais Ahmed" userId="6abc7d4556b3b071" providerId="LiveId" clId="{459B82FB-B7F4-4CB3-95C2-DAA6FE45D762}" dt="2025-05-02T15:18:33.519" v="568" actId="47"/>
        <pc:sldMkLst>
          <pc:docMk/>
          <pc:sldMk cId="1680422707" sldId="302"/>
        </pc:sldMkLst>
      </pc:sldChg>
      <pc:sldChg chg="add del">
        <pc:chgData name="Owais Ahmed" userId="6abc7d4556b3b071" providerId="LiveId" clId="{459B82FB-B7F4-4CB3-95C2-DAA6FE45D762}" dt="2025-05-02T15:12:35.471" v="39" actId="2696"/>
        <pc:sldMkLst>
          <pc:docMk/>
          <pc:sldMk cId="0" sldId="303"/>
        </pc:sldMkLst>
      </pc:sldChg>
      <pc:sldChg chg="add del">
        <pc:chgData name="Owais Ahmed" userId="6abc7d4556b3b071" providerId="LiveId" clId="{459B82FB-B7F4-4CB3-95C2-DAA6FE45D762}" dt="2025-05-02T15:18:39.248" v="569" actId="47"/>
        <pc:sldMkLst>
          <pc:docMk/>
          <pc:sldMk cId="1840321015" sldId="303"/>
        </pc:sldMkLst>
      </pc:sldChg>
      <pc:sldChg chg="add del">
        <pc:chgData name="Owais Ahmed" userId="6abc7d4556b3b071" providerId="LiveId" clId="{459B82FB-B7F4-4CB3-95C2-DAA6FE45D762}" dt="2025-05-02T15:12:35.471" v="39" actId="2696"/>
        <pc:sldMkLst>
          <pc:docMk/>
          <pc:sldMk cId="0" sldId="304"/>
        </pc:sldMkLst>
      </pc:sldChg>
      <pc:sldChg chg="modSp add mod modAnim">
        <pc:chgData name="Owais Ahmed" userId="6abc7d4556b3b071" providerId="LiveId" clId="{459B82FB-B7F4-4CB3-95C2-DAA6FE45D762}" dt="2025-05-02T17:05:54.473" v="4537"/>
        <pc:sldMkLst>
          <pc:docMk/>
          <pc:sldMk cId="4030728385" sldId="304"/>
        </pc:sldMkLst>
        <pc:spChg chg="mod">
          <ac:chgData name="Owais Ahmed" userId="6abc7d4556b3b071" providerId="LiveId" clId="{459B82FB-B7F4-4CB3-95C2-DAA6FE45D762}" dt="2025-05-02T17:05:34.885" v="4531" actId="20577"/>
          <ac:spMkLst>
            <pc:docMk/>
            <pc:sldMk cId="4030728385" sldId="304"/>
            <ac:spMk id="525" creationId="{00000000-0000-0000-0000-000000000000}"/>
          </ac:spMkLst>
        </pc:spChg>
      </pc:sldChg>
      <pc:sldChg chg="add del">
        <pc:chgData name="Owais Ahmed" userId="6abc7d4556b3b071" providerId="LiveId" clId="{459B82FB-B7F4-4CB3-95C2-DAA6FE45D762}" dt="2025-05-02T15:12:35.471" v="39" actId="2696"/>
        <pc:sldMkLst>
          <pc:docMk/>
          <pc:sldMk cId="0" sldId="305"/>
        </pc:sldMkLst>
      </pc:sldChg>
      <pc:sldChg chg="delSp modSp add del mod">
        <pc:chgData name="Owais Ahmed" userId="6abc7d4556b3b071" providerId="LiveId" clId="{459B82FB-B7F4-4CB3-95C2-DAA6FE45D762}" dt="2025-05-02T15:19:06.047" v="579" actId="47"/>
        <pc:sldMkLst>
          <pc:docMk/>
          <pc:sldMk cId="3053076532" sldId="305"/>
        </pc:sldMkLst>
        <pc:spChg chg="mod">
          <ac:chgData name="Owais Ahmed" userId="6abc7d4556b3b071" providerId="LiveId" clId="{459B82FB-B7F4-4CB3-95C2-DAA6FE45D762}" dt="2025-05-02T15:19:01.081" v="574" actId="21"/>
          <ac:spMkLst>
            <pc:docMk/>
            <pc:sldMk cId="3053076532" sldId="305"/>
            <ac:spMk id="531" creationId="{00000000-0000-0000-0000-000000000000}"/>
          </ac:spMkLst>
        </pc:spChg>
        <pc:picChg chg="del mod">
          <ac:chgData name="Owais Ahmed" userId="6abc7d4556b3b071" providerId="LiveId" clId="{459B82FB-B7F4-4CB3-95C2-DAA6FE45D762}" dt="2025-05-02T15:18:48.118" v="571" actId="478"/>
          <ac:picMkLst>
            <pc:docMk/>
            <pc:sldMk cId="3053076532" sldId="305"/>
            <ac:picMk id="532" creationId="{00000000-0000-0000-0000-000000000000}"/>
          </ac:picMkLst>
        </pc:picChg>
      </pc:sldChg>
      <pc:sldChg chg="add del">
        <pc:chgData name="Owais Ahmed" userId="6abc7d4556b3b071" providerId="LiveId" clId="{459B82FB-B7F4-4CB3-95C2-DAA6FE45D762}" dt="2025-05-02T15:12:35.471" v="39" actId="2696"/>
        <pc:sldMkLst>
          <pc:docMk/>
          <pc:sldMk cId="0" sldId="306"/>
        </pc:sldMkLst>
      </pc:sldChg>
      <pc:sldChg chg="delSp modSp add mod modAnim modNotesTx">
        <pc:chgData name="Owais Ahmed" userId="6abc7d4556b3b071" providerId="LiveId" clId="{459B82FB-B7F4-4CB3-95C2-DAA6FE45D762}" dt="2025-05-02T17:06:06.936" v="4541"/>
        <pc:sldMkLst>
          <pc:docMk/>
          <pc:sldMk cId="940334687" sldId="306"/>
        </pc:sldMkLst>
        <pc:spChg chg="mod">
          <ac:chgData name="Owais Ahmed" userId="6abc7d4556b3b071" providerId="LiveId" clId="{459B82FB-B7F4-4CB3-95C2-DAA6FE45D762}" dt="2025-05-02T15:21:45.981" v="804" actId="20577"/>
          <ac:spMkLst>
            <pc:docMk/>
            <pc:sldMk cId="940334687" sldId="306"/>
            <ac:spMk id="537" creationId="{00000000-0000-0000-0000-000000000000}"/>
          </ac:spMkLst>
        </pc:spChg>
        <pc:spChg chg="mod">
          <ac:chgData name="Owais Ahmed" userId="6abc7d4556b3b071" providerId="LiveId" clId="{459B82FB-B7F4-4CB3-95C2-DAA6FE45D762}" dt="2025-05-02T15:35:16.600" v="1152" actId="6549"/>
          <ac:spMkLst>
            <pc:docMk/>
            <pc:sldMk cId="940334687" sldId="306"/>
            <ac:spMk id="538" creationId="{00000000-0000-0000-0000-000000000000}"/>
          </ac:spMkLst>
        </pc:spChg>
        <pc:picChg chg="del">
          <ac:chgData name="Owais Ahmed" userId="6abc7d4556b3b071" providerId="LiveId" clId="{459B82FB-B7F4-4CB3-95C2-DAA6FE45D762}" dt="2025-05-02T15:21:49.044" v="805" actId="478"/>
          <ac:picMkLst>
            <pc:docMk/>
            <pc:sldMk cId="940334687" sldId="306"/>
            <ac:picMk id="539" creationId="{00000000-0000-0000-0000-000000000000}"/>
          </ac:picMkLst>
        </pc:picChg>
      </pc:sldChg>
      <pc:sldChg chg="add del">
        <pc:chgData name="Owais Ahmed" userId="6abc7d4556b3b071" providerId="LiveId" clId="{459B82FB-B7F4-4CB3-95C2-DAA6FE45D762}" dt="2025-05-02T15:12:35.471" v="39" actId="2696"/>
        <pc:sldMkLst>
          <pc:docMk/>
          <pc:sldMk cId="0" sldId="307"/>
        </pc:sldMkLst>
      </pc:sldChg>
      <pc:sldChg chg="add del">
        <pc:chgData name="Owais Ahmed" userId="6abc7d4556b3b071" providerId="LiveId" clId="{459B82FB-B7F4-4CB3-95C2-DAA6FE45D762}" dt="2025-05-02T15:45:57.325" v="1592" actId="47"/>
        <pc:sldMkLst>
          <pc:docMk/>
          <pc:sldMk cId="304585626" sldId="307"/>
        </pc:sldMkLst>
      </pc:sldChg>
      <pc:sldChg chg="add del">
        <pc:chgData name="Owais Ahmed" userId="6abc7d4556b3b071" providerId="LiveId" clId="{459B82FB-B7F4-4CB3-95C2-DAA6FE45D762}" dt="2025-05-02T15:12:35.471" v="39" actId="2696"/>
        <pc:sldMkLst>
          <pc:docMk/>
          <pc:sldMk cId="0" sldId="308"/>
        </pc:sldMkLst>
      </pc:sldChg>
      <pc:sldChg chg="add del">
        <pc:chgData name="Owais Ahmed" userId="6abc7d4556b3b071" providerId="LiveId" clId="{459B82FB-B7F4-4CB3-95C2-DAA6FE45D762}" dt="2025-05-02T15:46:05.571" v="1593" actId="47"/>
        <pc:sldMkLst>
          <pc:docMk/>
          <pc:sldMk cId="3773029870" sldId="308"/>
        </pc:sldMkLst>
      </pc:sldChg>
      <pc:sldChg chg="add del">
        <pc:chgData name="Owais Ahmed" userId="6abc7d4556b3b071" providerId="LiveId" clId="{459B82FB-B7F4-4CB3-95C2-DAA6FE45D762}" dt="2025-05-02T15:12:35.471" v="39" actId="2696"/>
        <pc:sldMkLst>
          <pc:docMk/>
          <pc:sldMk cId="0" sldId="309"/>
        </pc:sldMkLst>
      </pc:sldChg>
      <pc:sldChg chg="add del">
        <pc:chgData name="Owais Ahmed" userId="6abc7d4556b3b071" providerId="LiveId" clId="{459B82FB-B7F4-4CB3-95C2-DAA6FE45D762}" dt="2025-05-02T15:46:08.458" v="1594" actId="47"/>
        <pc:sldMkLst>
          <pc:docMk/>
          <pc:sldMk cId="3039040413" sldId="309"/>
        </pc:sldMkLst>
      </pc:sldChg>
      <pc:sldChg chg="add del">
        <pc:chgData name="Owais Ahmed" userId="6abc7d4556b3b071" providerId="LiveId" clId="{459B82FB-B7F4-4CB3-95C2-DAA6FE45D762}" dt="2025-05-02T15:12:35.471" v="39" actId="2696"/>
        <pc:sldMkLst>
          <pc:docMk/>
          <pc:sldMk cId="0" sldId="310"/>
        </pc:sldMkLst>
      </pc:sldChg>
      <pc:sldChg chg="add del modNotesTx">
        <pc:chgData name="Owais Ahmed" userId="6abc7d4556b3b071" providerId="LiveId" clId="{459B82FB-B7F4-4CB3-95C2-DAA6FE45D762}" dt="2025-05-02T15:53:05.334" v="1916" actId="47"/>
        <pc:sldMkLst>
          <pc:docMk/>
          <pc:sldMk cId="400093242" sldId="310"/>
        </pc:sldMkLst>
      </pc:sldChg>
      <pc:sldChg chg="add del">
        <pc:chgData name="Owais Ahmed" userId="6abc7d4556b3b071" providerId="LiveId" clId="{459B82FB-B7F4-4CB3-95C2-DAA6FE45D762}" dt="2025-05-02T15:12:35.471" v="39" actId="2696"/>
        <pc:sldMkLst>
          <pc:docMk/>
          <pc:sldMk cId="0" sldId="311"/>
        </pc:sldMkLst>
      </pc:sldChg>
      <pc:sldChg chg="add del">
        <pc:chgData name="Owais Ahmed" userId="6abc7d4556b3b071" providerId="LiveId" clId="{459B82FB-B7F4-4CB3-95C2-DAA6FE45D762}" dt="2025-05-02T15:53:06.332" v="1917" actId="47"/>
        <pc:sldMkLst>
          <pc:docMk/>
          <pc:sldMk cId="3231084317" sldId="311"/>
        </pc:sldMkLst>
      </pc:sldChg>
      <pc:sldChg chg="add del">
        <pc:chgData name="Owais Ahmed" userId="6abc7d4556b3b071" providerId="LiveId" clId="{459B82FB-B7F4-4CB3-95C2-DAA6FE45D762}" dt="2025-05-02T15:12:35.471" v="39" actId="2696"/>
        <pc:sldMkLst>
          <pc:docMk/>
          <pc:sldMk cId="0" sldId="312"/>
        </pc:sldMkLst>
      </pc:sldChg>
      <pc:sldChg chg="add del">
        <pc:chgData name="Owais Ahmed" userId="6abc7d4556b3b071" providerId="LiveId" clId="{459B82FB-B7F4-4CB3-95C2-DAA6FE45D762}" dt="2025-05-02T15:53:11.165" v="1918" actId="47"/>
        <pc:sldMkLst>
          <pc:docMk/>
          <pc:sldMk cId="1455699607" sldId="312"/>
        </pc:sldMkLst>
      </pc:sldChg>
      <pc:sldChg chg="add del">
        <pc:chgData name="Owais Ahmed" userId="6abc7d4556b3b071" providerId="LiveId" clId="{459B82FB-B7F4-4CB3-95C2-DAA6FE45D762}" dt="2025-05-02T15:12:35.471" v="39" actId="2696"/>
        <pc:sldMkLst>
          <pc:docMk/>
          <pc:sldMk cId="0" sldId="313"/>
        </pc:sldMkLst>
      </pc:sldChg>
      <pc:sldChg chg="add del">
        <pc:chgData name="Owais Ahmed" userId="6abc7d4556b3b071" providerId="LiveId" clId="{459B82FB-B7F4-4CB3-95C2-DAA6FE45D762}" dt="2025-05-02T16:13:07.721" v="3121" actId="47"/>
        <pc:sldMkLst>
          <pc:docMk/>
          <pc:sldMk cId="2172548921" sldId="313"/>
        </pc:sldMkLst>
      </pc:sldChg>
      <pc:sldChg chg="modSp add del mod">
        <pc:chgData name="Owais Ahmed" userId="6abc7d4556b3b071" providerId="LiveId" clId="{459B82FB-B7F4-4CB3-95C2-DAA6FE45D762}" dt="2025-05-02T15:12:35.471" v="39" actId="2696"/>
        <pc:sldMkLst>
          <pc:docMk/>
          <pc:sldMk cId="0" sldId="314"/>
        </pc:sldMkLst>
        <pc:spChg chg="mod">
          <ac:chgData name="Owais Ahmed" userId="6abc7d4556b3b071" providerId="LiveId" clId="{459B82FB-B7F4-4CB3-95C2-DAA6FE45D762}" dt="2025-05-02T15:11:36.868" v="1" actId="27636"/>
          <ac:spMkLst>
            <pc:docMk/>
            <pc:sldMk cId="0" sldId="314"/>
            <ac:spMk id="600" creationId="{00000000-0000-0000-0000-000000000000}"/>
          </ac:spMkLst>
        </pc:spChg>
      </pc:sldChg>
      <pc:sldChg chg="modSp add mod modAnim">
        <pc:chgData name="Owais Ahmed" userId="6abc7d4556b3b071" providerId="LiveId" clId="{459B82FB-B7F4-4CB3-95C2-DAA6FE45D762}" dt="2025-05-02T17:07:42.867" v="4561"/>
        <pc:sldMkLst>
          <pc:docMk/>
          <pc:sldMk cId="37898491" sldId="314"/>
        </pc:sldMkLst>
        <pc:spChg chg="mod">
          <ac:chgData name="Owais Ahmed" userId="6abc7d4556b3b071" providerId="LiveId" clId="{459B82FB-B7F4-4CB3-95C2-DAA6FE45D762}" dt="2025-05-02T16:36:43.872" v="3725" actId="20577"/>
          <ac:spMkLst>
            <pc:docMk/>
            <pc:sldMk cId="37898491" sldId="314"/>
            <ac:spMk id="600" creationId="{00000000-0000-0000-0000-000000000000}"/>
          </ac:spMkLst>
        </pc:spChg>
      </pc:sldChg>
      <pc:sldChg chg="add del">
        <pc:chgData name="Owais Ahmed" userId="6abc7d4556b3b071" providerId="LiveId" clId="{459B82FB-B7F4-4CB3-95C2-DAA6FE45D762}" dt="2025-05-02T15:12:35.471" v="39" actId="2696"/>
        <pc:sldMkLst>
          <pc:docMk/>
          <pc:sldMk cId="0" sldId="315"/>
        </pc:sldMkLst>
      </pc:sldChg>
      <pc:sldChg chg="modSp add del mod">
        <pc:chgData name="Owais Ahmed" userId="6abc7d4556b3b071" providerId="LiveId" clId="{459B82FB-B7F4-4CB3-95C2-DAA6FE45D762}" dt="2025-05-02T16:15:46.999" v="3216" actId="47"/>
        <pc:sldMkLst>
          <pc:docMk/>
          <pc:sldMk cId="3361867171" sldId="315"/>
        </pc:sldMkLst>
        <pc:spChg chg="mod">
          <ac:chgData name="Owais Ahmed" userId="6abc7d4556b3b071" providerId="LiveId" clId="{459B82FB-B7F4-4CB3-95C2-DAA6FE45D762}" dt="2025-05-02T16:13:47.354" v="3125" actId="21"/>
          <ac:spMkLst>
            <pc:docMk/>
            <pc:sldMk cId="3361867171" sldId="315"/>
            <ac:spMk id="606" creationId="{00000000-0000-0000-0000-000000000000}"/>
          </ac:spMkLst>
        </pc:spChg>
      </pc:sldChg>
      <pc:sldChg chg="add del">
        <pc:chgData name="Owais Ahmed" userId="6abc7d4556b3b071" providerId="LiveId" clId="{459B82FB-B7F4-4CB3-95C2-DAA6FE45D762}" dt="2025-05-02T15:12:35.471" v="39" actId="2696"/>
        <pc:sldMkLst>
          <pc:docMk/>
          <pc:sldMk cId="0" sldId="316"/>
        </pc:sldMkLst>
      </pc:sldChg>
      <pc:sldChg chg="add del">
        <pc:chgData name="Owais Ahmed" userId="6abc7d4556b3b071" providerId="LiveId" clId="{459B82FB-B7F4-4CB3-95C2-DAA6FE45D762}" dt="2025-05-02T16:13:22.315" v="3122" actId="47"/>
        <pc:sldMkLst>
          <pc:docMk/>
          <pc:sldMk cId="1197257857" sldId="316"/>
        </pc:sldMkLst>
      </pc:sldChg>
      <pc:sldChg chg="add del">
        <pc:chgData name="Owais Ahmed" userId="6abc7d4556b3b071" providerId="LiveId" clId="{459B82FB-B7F4-4CB3-95C2-DAA6FE45D762}" dt="2025-05-02T15:12:35.471" v="39" actId="2696"/>
        <pc:sldMkLst>
          <pc:docMk/>
          <pc:sldMk cId="0" sldId="317"/>
        </pc:sldMkLst>
      </pc:sldChg>
      <pc:sldChg chg="addSp delSp modSp add mod modAnim modNotesTx">
        <pc:chgData name="Owais Ahmed" userId="6abc7d4556b3b071" providerId="LiveId" clId="{459B82FB-B7F4-4CB3-95C2-DAA6FE45D762}" dt="2025-05-02T17:07:55.972" v="4565"/>
        <pc:sldMkLst>
          <pc:docMk/>
          <pc:sldMk cId="2092375943" sldId="317"/>
        </pc:sldMkLst>
        <pc:spChg chg="mod">
          <ac:chgData name="Owais Ahmed" userId="6abc7d4556b3b071" providerId="LiveId" clId="{459B82FB-B7F4-4CB3-95C2-DAA6FE45D762}" dt="2025-05-02T16:15:53.261" v="3217" actId="20577"/>
          <ac:spMkLst>
            <pc:docMk/>
            <pc:sldMk cId="2092375943" sldId="317"/>
            <ac:spMk id="618" creationId="{00000000-0000-0000-0000-000000000000}"/>
          </ac:spMkLst>
        </pc:spChg>
        <pc:spChg chg="mod">
          <ac:chgData name="Owais Ahmed" userId="6abc7d4556b3b071" providerId="LiveId" clId="{459B82FB-B7F4-4CB3-95C2-DAA6FE45D762}" dt="2025-05-02T16:20:27.088" v="3435" actId="6549"/>
          <ac:spMkLst>
            <pc:docMk/>
            <pc:sldMk cId="2092375943" sldId="317"/>
            <ac:spMk id="619" creationId="{00000000-0000-0000-0000-000000000000}"/>
          </ac:spMkLst>
        </pc:spChg>
        <pc:picChg chg="add mod">
          <ac:chgData name="Owais Ahmed" userId="6abc7d4556b3b071" providerId="LiveId" clId="{459B82FB-B7F4-4CB3-95C2-DAA6FE45D762}" dt="2025-05-02T16:17:27.682" v="3246" actId="14100"/>
          <ac:picMkLst>
            <pc:docMk/>
            <pc:sldMk cId="2092375943" sldId="317"/>
            <ac:picMk id="2" creationId="{DFA87B22-D921-7432-39D6-84F5F2A64180}"/>
          </ac:picMkLst>
        </pc:picChg>
        <pc:picChg chg="del">
          <ac:chgData name="Owais Ahmed" userId="6abc7d4556b3b071" providerId="LiveId" clId="{459B82FB-B7F4-4CB3-95C2-DAA6FE45D762}" dt="2025-05-02T16:16:39.955" v="3233" actId="478"/>
          <ac:picMkLst>
            <pc:docMk/>
            <pc:sldMk cId="2092375943" sldId="317"/>
            <ac:picMk id="620" creationId="{00000000-0000-0000-0000-000000000000}"/>
          </ac:picMkLst>
        </pc:picChg>
      </pc:sldChg>
      <pc:sldChg chg="add del">
        <pc:chgData name="Owais Ahmed" userId="6abc7d4556b3b071" providerId="LiveId" clId="{459B82FB-B7F4-4CB3-95C2-DAA6FE45D762}" dt="2025-05-02T15:12:35.471" v="39" actId="2696"/>
        <pc:sldMkLst>
          <pc:docMk/>
          <pc:sldMk cId="0" sldId="318"/>
        </pc:sldMkLst>
      </pc:sldChg>
      <pc:sldChg chg="add del">
        <pc:chgData name="Owais Ahmed" userId="6abc7d4556b3b071" providerId="LiveId" clId="{459B82FB-B7F4-4CB3-95C2-DAA6FE45D762}" dt="2025-05-02T16:20:34.739" v="3436" actId="47"/>
        <pc:sldMkLst>
          <pc:docMk/>
          <pc:sldMk cId="3868692795" sldId="318"/>
        </pc:sldMkLst>
      </pc:sldChg>
      <pc:sldChg chg="add del">
        <pc:chgData name="Owais Ahmed" userId="6abc7d4556b3b071" providerId="LiveId" clId="{459B82FB-B7F4-4CB3-95C2-DAA6FE45D762}" dt="2025-05-02T15:12:18.122" v="38" actId="47"/>
        <pc:sldMkLst>
          <pc:docMk/>
          <pc:sldMk cId="0" sldId="319"/>
        </pc:sldMkLst>
      </pc:sldChg>
      <pc:sldChg chg="add del">
        <pc:chgData name="Owais Ahmed" userId="6abc7d4556b3b071" providerId="LiveId" clId="{459B82FB-B7F4-4CB3-95C2-DAA6FE45D762}" dt="2025-05-02T15:12:35.471" v="39" actId="2696"/>
        <pc:sldMkLst>
          <pc:docMk/>
          <pc:sldMk cId="0" sldId="320"/>
        </pc:sldMkLst>
      </pc:sldChg>
      <pc:sldChg chg="add del">
        <pc:chgData name="Owais Ahmed" userId="6abc7d4556b3b071" providerId="LiveId" clId="{459B82FB-B7F4-4CB3-95C2-DAA6FE45D762}" dt="2025-05-02T15:13:25.880" v="54" actId="47"/>
        <pc:sldMkLst>
          <pc:docMk/>
          <pc:sldMk cId="3987598450" sldId="320"/>
        </pc:sldMkLst>
      </pc:sldChg>
      <pc:sldChg chg="add del">
        <pc:chgData name="Owais Ahmed" userId="6abc7d4556b3b071" providerId="LiveId" clId="{459B82FB-B7F4-4CB3-95C2-DAA6FE45D762}" dt="2025-05-02T15:12:12.971" v="36" actId="47"/>
        <pc:sldMkLst>
          <pc:docMk/>
          <pc:sldMk cId="0" sldId="321"/>
        </pc:sldMkLst>
      </pc:sldChg>
      <pc:sldChg chg="del">
        <pc:chgData name="Owais Ahmed" userId="6abc7d4556b3b071" providerId="LiveId" clId="{459B82FB-B7F4-4CB3-95C2-DAA6FE45D762}" dt="2025-05-02T17:02:54.868" v="4290" actId="47"/>
        <pc:sldMkLst>
          <pc:docMk/>
          <pc:sldMk cId="0" sldId="323"/>
        </pc:sldMkLst>
      </pc:sldChg>
      <pc:sldChg chg="del">
        <pc:chgData name="Owais Ahmed" userId="6abc7d4556b3b071" providerId="LiveId" clId="{459B82FB-B7F4-4CB3-95C2-DAA6FE45D762}" dt="2025-05-02T15:11:46.617" v="4" actId="47"/>
        <pc:sldMkLst>
          <pc:docMk/>
          <pc:sldMk cId="3732763155" sldId="324"/>
        </pc:sldMkLst>
      </pc:sldChg>
      <pc:sldChg chg="del">
        <pc:chgData name="Owais Ahmed" userId="6abc7d4556b3b071" providerId="LiveId" clId="{459B82FB-B7F4-4CB3-95C2-DAA6FE45D762}" dt="2025-05-02T15:11:46.951" v="5" actId="47"/>
        <pc:sldMkLst>
          <pc:docMk/>
          <pc:sldMk cId="3088228634" sldId="325"/>
        </pc:sldMkLst>
      </pc:sldChg>
      <pc:sldChg chg="del">
        <pc:chgData name="Owais Ahmed" userId="6abc7d4556b3b071" providerId="LiveId" clId="{459B82FB-B7F4-4CB3-95C2-DAA6FE45D762}" dt="2025-05-02T15:11:50.460" v="6" actId="47"/>
        <pc:sldMkLst>
          <pc:docMk/>
          <pc:sldMk cId="2671093673" sldId="326"/>
        </pc:sldMkLst>
      </pc:sldChg>
      <pc:sldChg chg="del">
        <pc:chgData name="Owais Ahmed" userId="6abc7d4556b3b071" providerId="LiveId" clId="{459B82FB-B7F4-4CB3-95C2-DAA6FE45D762}" dt="2025-05-02T15:12:46.074" v="41" actId="47"/>
        <pc:sldMkLst>
          <pc:docMk/>
          <pc:sldMk cId="981192917" sldId="327"/>
        </pc:sldMkLst>
      </pc:sldChg>
      <pc:sldChg chg="del">
        <pc:chgData name="Owais Ahmed" userId="6abc7d4556b3b071" providerId="LiveId" clId="{459B82FB-B7F4-4CB3-95C2-DAA6FE45D762}" dt="2025-05-02T15:12:47.736" v="42" actId="47"/>
        <pc:sldMkLst>
          <pc:docMk/>
          <pc:sldMk cId="3689507250" sldId="328"/>
        </pc:sldMkLst>
      </pc:sldChg>
      <pc:sldChg chg="del">
        <pc:chgData name="Owais Ahmed" userId="6abc7d4556b3b071" providerId="LiveId" clId="{459B82FB-B7F4-4CB3-95C2-DAA6FE45D762}" dt="2025-05-02T15:12:52.174" v="48" actId="47"/>
        <pc:sldMkLst>
          <pc:docMk/>
          <pc:sldMk cId="3086904792" sldId="329"/>
        </pc:sldMkLst>
      </pc:sldChg>
      <pc:sldChg chg="del">
        <pc:chgData name="Owais Ahmed" userId="6abc7d4556b3b071" providerId="LiveId" clId="{459B82FB-B7F4-4CB3-95C2-DAA6FE45D762}" dt="2025-05-02T15:12:59.842" v="50" actId="47"/>
        <pc:sldMkLst>
          <pc:docMk/>
          <pc:sldMk cId="2331514628" sldId="330"/>
        </pc:sldMkLst>
      </pc:sldChg>
      <pc:sldChg chg="del">
        <pc:chgData name="Owais Ahmed" userId="6abc7d4556b3b071" providerId="LiveId" clId="{459B82FB-B7F4-4CB3-95C2-DAA6FE45D762}" dt="2025-05-02T15:13:00.266" v="51" actId="47"/>
        <pc:sldMkLst>
          <pc:docMk/>
          <pc:sldMk cId="2513786817" sldId="331"/>
        </pc:sldMkLst>
      </pc:sldChg>
      <pc:sldChg chg="del">
        <pc:chgData name="Owais Ahmed" userId="6abc7d4556b3b071" providerId="LiveId" clId="{459B82FB-B7F4-4CB3-95C2-DAA6FE45D762}" dt="2025-05-02T15:13:01.042" v="52" actId="47"/>
        <pc:sldMkLst>
          <pc:docMk/>
          <pc:sldMk cId="320934354" sldId="332"/>
        </pc:sldMkLst>
      </pc:sldChg>
      <pc:sldChg chg="del">
        <pc:chgData name="Owais Ahmed" userId="6abc7d4556b3b071" providerId="LiveId" clId="{459B82FB-B7F4-4CB3-95C2-DAA6FE45D762}" dt="2025-05-02T15:13:01.635" v="53" actId="47"/>
        <pc:sldMkLst>
          <pc:docMk/>
          <pc:sldMk cId="2655601108" sldId="333"/>
        </pc:sldMkLst>
      </pc:sldChg>
      <pc:sldChg chg="add del">
        <pc:chgData name="Owais Ahmed" userId="6abc7d4556b3b071" providerId="LiveId" clId="{459B82FB-B7F4-4CB3-95C2-DAA6FE45D762}" dt="2025-05-02T17:02:36.795" v="4285" actId="47"/>
        <pc:sldMkLst>
          <pc:docMk/>
          <pc:sldMk cId="3085099109" sldId="334"/>
        </pc:sldMkLst>
      </pc:sldChg>
      <pc:sldChg chg="add del">
        <pc:chgData name="Owais Ahmed" userId="6abc7d4556b3b071" providerId="LiveId" clId="{459B82FB-B7F4-4CB3-95C2-DAA6FE45D762}" dt="2025-05-02T17:02:44.479" v="4286" actId="47"/>
        <pc:sldMkLst>
          <pc:docMk/>
          <pc:sldMk cId="0" sldId="335"/>
        </pc:sldMkLst>
      </pc:sldChg>
      <pc:sldChg chg="add del">
        <pc:chgData name="Owais Ahmed" userId="6abc7d4556b3b071" providerId="LiveId" clId="{459B82FB-B7F4-4CB3-95C2-DAA6FE45D762}" dt="2025-05-02T17:02:45.134" v="4287" actId="47"/>
        <pc:sldMkLst>
          <pc:docMk/>
          <pc:sldMk cId="0" sldId="336"/>
        </pc:sldMkLst>
      </pc:sldChg>
      <pc:sldChg chg="add del">
        <pc:chgData name="Owais Ahmed" userId="6abc7d4556b3b071" providerId="LiveId" clId="{459B82FB-B7F4-4CB3-95C2-DAA6FE45D762}" dt="2025-05-02T17:02:46.253" v="4288" actId="47"/>
        <pc:sldMkLst>
          <pc:docMk/>
          <pc:sldMk cId="0" sldId="337"/>
        </pc:sldMkLst>
      </pc:sldChg>
      <pc:sldChg chg="add del">
        <pc:chgData name="Owais Ahmed" userId="6abc7d4556b3b071" providerId="LiveId" clId="{459B82FB-B7F4-4CB3-95C2-DAA6FE45D762}" dt="2025-05-02T15:12:14.167" v="37" actId="47"/>
        <pc:sldMkLst>
          <pc:docMk/>
          <pc:sldMk cId="0" sldId="338"/>
        </pc:sldMkLst>
      </pc:sldChg>
      <pc:sldChg chg="modSp add mod">
        <pc:chgData name="Owais Ahmed" userId="6abc7d4556b3b071" providerId="LiveId" clId="{459B82FB-B7F4-4CB3-95C2-DAA6FE45D762}" dt="2025-05-02T17:04:13.370" v="4524" actId="20577"/>
        <pc:sldMkLst>
          <pc:docMk/>
          <pc:sldMk cId="0" sldId="339"/>
        </pc:sldMkLst>
        <pc:spChg chg="mod">
          <ac:chgData name="Owais Ahmed" userId="6abc7d4556b3b071" providerId="LiveId" clId="{459B82FB-B7F4-4CB3-95C2-DAA6FE45D762}" dt="2025-05-02T15:11:36.900" v="2" actId="27636"/>
          <ac:spMkLst>
            <pc:docMk/>
            <pc:sldMk cId="0" sldId="339"/>
            <ac:spMk id="662" creationId="{00000000-0000-0000-0000-000000000000}"/>
          </ac:spMkLst>
        </pc:spChg>
        <pc:spChg chg="mod">
          <ac:chgData name="Owais Ahmed" userId="6abc7d4556b3b071" providerId="LiveId" clId="{459B82FB-B7F4-4CB3-95C2-DAA6FE45D762}" dt="2025-05-02T17:04:13.370" v="4524" actId="20577"/>
          <ac:spMkLst>
            <pc:docMk/>
            <pc:sldMk cId="0" sldId="339"/>
            <ac:spMk id="663" creationId="{00000000-0000-0000-0000-000000000000}"/>
          </ac:spMkLst>
        </pc:spChg>
      </pc:sldChg>
      <pc:sldChg chg="addSp delSp modSp add mod modAnim modNotesTx">
        <pc:chgData name="Owais Ahmed" userId="6abc7d4556b3b071" providerId="LiveId" clId="{459B82FB-B7F4-4CB3-95C2-DAA6FE45D762}" dt="2025-05-02T17:06:32.750" v="4547"/>
        <pc:sldMkLst>
          <pc:docMk/>
          <pc:sldMk cId="477753777" sldId="340"/>
        </pc:sldMkLst>
        <pc:spChg chg="add del mod">
          <ac:chgData name="Owais Ahmed" userId="6abc7d4556b3b071" providerId="LiveId" clId="{459B82FB-B7F4-4CB3-95C2-DAA6FE45D762}" dt="2025-05-02T15:45:08.743" v="1584" actId="20577"/>
          <ac:spMkLst>
            <pc:docMk/>
            <pc:sldMk cId="477753777" sldId="340"/>
            <ac:spMk id="3" creationId="{03A0036A-C747-1009-B486-EB20725B7898}"/>
          </ac:spMkLst>
        </pc:spChg>
        <pc:spChg chg="add mod">
          <ac:chgData name="Owais Ahmed" userId="6abc7d4556b3b071" providerId="LiveId" clId="{459B82FB-B7F4-4CB3-95C2-DAA6FE45D762}" dt="2025-05-02T15:36:19.328" v="1185"/>
          <ac:spMkLst>
            <pc:docMk/>
            <pc:sldMk cId="477753777" sldId="340"/>
            <ac:spMk id="4" creationId="{4C001FB0-4F17-C81D-5683-AB2F1070D6D4}"/>
          </ac:spMkLst>
        </pc:spChg>
        <pc:spChg chg="add mod">
          <ac:chgData name="Owais Ahmed" userId="6abc7d4556b3b071" providerId="LiveId" clId="{459B82FB-B7F4-4CB3-95C2-DAA6FE45D762}" dt="2025-05-02T15:36:19.328" v="1185"/>
          <ac:spMkLst>
            <pc:docMk/>
            <pc:sldMk cId="477753777" sldId="340"/>
            <ac:spMk id="5" creationId="{1FF2919A-9744-CB5D-D892-EA8EBA0994A0}"/>
          </ac:spMkLst>
        </pc:spChg>
        <pc:spChg chg="add mod">
          <ac:chgData name="Owais Ahmed" userId="6abc7d4556b3b071" providerId="LiveId" clId="{459B82FB-B7F4-4CB3-95C2-DAA6FE45D762}" dt="2025-05-02T15:36:22.203" v="1187"/>
          <ac:spMkLst>
            <pc:docMk/>
            <pc:sldMk cId="477753777" sldId="340"/>
            <ac:spMk id="7" creationId="{32B67718-4E2F-DBF9-90D8-9029E35B2B13}"/>
          </ac:spMkLst>
        </pc:spChg>
        <pc:spChg chg="add mod">
          <ac:chgData name="Owais Ahmed" userId="6abc7d4556b3b071" providerId="LiveId" clId="{459B82FB-B7F4-4CB3-95C2-DAA6FE45D762}" dt="2025-05-02T15:36:22.203" v="1187"/>
          <ac:spMkLst>
            <pc:docMk/>
            <pc:sldMk cId="477753777" sldId="340"/>
            <ac:spMk id="8" creationId="{2D409D20-410D-4007-867B-5EB957C6250C}"/>
          </ac:spMkLst>
        </pc:spChg>
        <pc:spChg chg="add mod">
          <ac:chgData name="Owais Ahmed" userId="6abc7d4556b3b071" providerId="LiveId" clId="{459B82FB-B7F4-4CB3-95C2-DAA6FE45D762}" dt="2025-05-02T15:36:43.416" v="1190"/>
          <ac:spMkLst>
            <pc:docMk/>
            <pc:sldMk cId="477753777" sldId="340"/>
            <ac:spMk id="10" creationId="{8CB523B2-E719-DB16-1625-B43F0AAAFBE3}"/>
          </ac:spMkLst>
        </pc:spChg>
        <pc:spChg chg="add mod">
          <ac:chgData name="Owais Ahmed" userId="6abc7d4556b3b071" providerId="LiveId" clId="{459B82FB-B7F4-4CB3-95C2-DAA6FE45D762}" dt="2025-05-02T15:36:43.416" v="1190"/>
          <ac:spMkLst>
            <pc:docMk/>
            <pc:sldMk cId="477753777" sldId="340"/>
            <ac:spMk id="11" creationId="{9758D38F-52A3-4C10-D8CB-EB537E381278}"/>
          </ac:spMkLst>
        </pc:spChg>
        <pc:spChg chg="add mod">
          <ac:chgData name="Owais Ahmed" userId="6abc7d4556b3b071" providerId="LiveId" clId="{459B82FB-B7F4-4CB3-95C2-DAA6FE45D762}" dt="2025-05-02T15:36:52.424" v="1194"/>
          <ac:spMkLst>
            <pc:docMk/>
            <pc:sldMk cId="477753777" sldId="340"/>
            <ac:spMk id="12" creationId="{187E6C72-D9E8-6FF1-293D-BBC5F14B6B90}"/>
          </ac:spMkLst>
        </pc:spChg>
        <pc:spChg chg="add mod">
          <ac:chgData name="Owais Ahmed" userId="6abc7d4556b3b071" providerId="LiveId" clId="{459B82FB-B7F4-4CB3-95C2-DAA6FE45D762}" dt="2025-05-02T15:36:52.424" v="1194"/>
          <ac:spMkLst>
            <pc:docMk/>
            <pc:sldMk cId="477753777" sldId="340"/>
            <ac:spMk id="13" creationId="{E0A6D085-44C3-7783-6005-7794B2F6B16D}"/>
          </ac:spMkLst>
        </pc:spChg>
        <pc:spChg chg="add mod">
          <ac:chgData name="Owais Ahmed" userId="6abc7d4556b3b071" providerId="LiveId" clId="{459B82FB-B7F4-4CB3-95C2-DAA6FE45D762}" dt="2025-05-02T15:38:07.952" v="1226"/>
          <ac:spMkLst>
            <pc:docMk/>
            <pc:sldMk cId="477753777" sldId="340"/>
            <ac:spMk id="16" creationId="{E231C215-B719-E59D-4B47-16E974A03CCC}"/>
          </ac:spMkLst>
        </pc:spChg>
        <pc:spChg chg="mod">
          <ac:chgData name="Owais Ahmed" userId="6abc7d4556b3b071" providerId="LiveId" clId="{459B82FB-B7F4-4CB3-95C2-DAA6FE45D762}" dt="2025-05-02T15:35:56.089" v="1180" actId="20577"/>
          <ac:spMkLst>
            <pc:docMk/>
            <pc:sldMk cId="477753777" sldId="340"/>
            <ac:spMk id="537" creationId="{5EF197F6-D41A-0203-F5CE-EFEBF554ED11}"/>
          </ac:spMkLst>
        </pc:spChg>
        <pc:spChg chg="del">
          <ac:chgData name="Owais Ahmed" userId="6abc7d4556b3b071" providerId="LiveId" clId="{459B82FB-B7F4-4CB3-95C2-DAA6FE45D762}" dt="2025-05-02T15:36:16.962" v="1181" actId="478"/>
          <ac:spMkLst>
            <pc:docMk/>
            <pc:sldMk cId="477753777" sldId="340"/>
            <ac:spMk id="538" creationId="{7FBF6737-F43E-335E-9D75-6A3CB5714BF5}"/>
          </ac:spMkLst>
        </pc:spChg>
        <pc:graphicFrameChg chg="add mod">
          <ac:chgData name="Owais Ahmed" userId="6abc7d4556b3b071" providerId="LiveId" clId="{459B82FB-B7F4-4CB3-95C2-DAA6FE45D762}" dt="2025-05-02T15:36:17.178" v="1182"/>
          <ac:graphicFrameMkLst>
            <pc:docMk/>
            <pc:sldMk cId="477753777" sldId="340"/>
            <ac:graphicFrameMk id="6" creationId="{75341642-9751-188A-D0CE-2CAA4E5F67F8}"/>
          </ac:graphicFrameMkLst>
        </pc:graphicFrameChg>
        <pc:graphicFrameChg chg="add mod">
          <ac:chgData name="Owais Ahmed" userId="6abc7d4556b3b071" providerId="LiveId" clId="{459B82FB-B7F4-4CB3-95C2-DAA6FE45D762}" dt="2025-05-02T15:36:20.799" v="1186"/>
          <ac:graphicFrameMkLst>
            <pc:docMk/>
            <pc:sldMk cId="477753777" sldId="340"/>
            <ac:graphicFrameMk id="9" creationId="{26A25E08-23C8-350C-6703-C4661CAA75DD}"/>
          </ac:graphicFrameMkLst>
        </pc:graphicFrameChg>
        <pc:graphicFrameChg chg="add mod">
          <ac:chgData name="Owais Ahmed" userId="6abc7d4556b3b071" providerId="LiveId" clId="{459B82FB-B7F4-4CB3-95C2-DAA6FE45D762}" dt="2025-05-02T15:36:50.276" v="1193"/>
          <ac:graphicFrameMkLst>
            <pc:docMk/>
            <pc:sldMk cId="477753777" sldId="340"/>
            <ac:graphicFrameMk id="14" creationId="{DAA5F481-F79A-4007-09CD-DAD13A0D9E10}"/>
          </ac:graphicFrameMkLst>
        </pc:graphicFrameChg>
        <pc:graphicFrameChg chg="add mod">
          <ac:chgData name="Owais Ahmed" userId="6abc7d4556b3b071" providerId="LiveId" clId="{459B82FB-B7F4-4CB3-95C2-DAA6FE45D762}" dt="2025-05-02T15:36:50.276" v="1193"/>
          <ac:graphicFrameMkLst>
            <pc:docMk/>
            <pc:sldMk cId="477753777" sldId="340"/>
            <ac:graphicFrameMk id="15" creationId="{E21F4432-3FBC-7453-4B95-92C6CC633600}"/>
          </ac:graphicFrameMkLst>
        </pc:graphicFrameChg>
        <pc:graphicFrameChg chg="add mod modGraphic">
          <ac:chgData name="Owais Ahmed" userId="6abc7d4556b3b071" providerId="LiveId" clId="{459B82FB-B7F4-4CB3-95C2-DAA6FE45D762}" dt="2025-05-02T15:41:52.682" v="1376" actId="1076"/>
          <ac:graphicFrameMkLst>
            <pc:docMk/>
            <pc:sldMk cId="477753777" sldId="340"/>
            <ac:graphicFrameMk id="17" creationId="{CC7619F3-52EE-D529-F2A9-7774F15D3779}"/>
          </ac:graphicFrameMkLst>
        </pc:graphicFrameChg>
      </pc:sldChg>
      <pc:sldChg chg="addSp delSp modSp add mod modAnim modNotesTx">
        <pc:chgData name="Owais Ahmed" userId="6abc7d4556b3b071" providerId="LiveId" clId="{459B82FB-B7F4-4CB3-95C2-DAA6FE45D762}" dt="2025-05-02T17:07:01.647" v="4551"/>
        <pc:sldMkLst>
          <pc:docMk/>
          <pc:sldMk cId="1840179246" sldId="341"/>
        </pc:sldMkLst>
        <pc:spChg chg="mod">
          <ac:chgData name="Owais Ahmed" userId="6abc7d4556b3b071" providerId="LiveId" clId="{459B82FB-B7F4-4CB3-95C2-DAA6FE45D762}" dt="2025-05-02T15:51:12.788" v="1894" actId="27636"/>
          <ac:spMkLst>
            <pc:docMk/>
            <pc:sldMk cId="1840179246" sldId="341"/>
            <ac:spMk id="3" creationId="{1D4C0ECE-018B-879B-7695-0CE438BC9497}"/>
          </ac:spMkLst>
        </pc:spChg>
        <pc:spChg chg="mod">
          <ac:chgData name="Owais Ahmed" userId="6abc7d4556b3b071" providerId="LiveId" clId="{459B82FB-B7F4-4CB3-95C2-DAA6FE45D762}" dt="2025-05-02T15:49:07.109" v="1645" actId="20577"/>
          <ac:spMkLst>
            <pc:docMk/>
            <pc:sldMk cId="1840179246" sldId="341"/>
            <ac:spMk id="537" creationId="{4E80B076-BF60-2A40-1319-31EE87875481}"/>
          </ac:spMkLst>
        </pc:spChg>
        <pc:graphicFrameChg chg="add mod modGraphic">
          <ac:chgData name="Owais Ahmed" userId="6abc7d4556b3b071" providerId="LiveId" clId="{459B82FB-B7F4-4CB3-95C2-DAA6FE45D762}" dt="2025-05-02T15:52:49.264" v="1914" actId="1076"/>
          <ac:graphicFrameMkLst>
            <pc:docMk/>
            <pc:sldMk cId="1840179246" sldId="341"/>
            <ac:graphicFrameMk id="2" creationId="{E5166B78-3156-6E23-7C4A-3F2082C30103}"/>
          </ac:graphicFrameMkLst>
        </pc:graphicFrameChg>
        <pc:graphicFrameChg chg="del">
          <ac:chgData name="Owais Ahmed" userId="6abc7d4556b3b071" providerId="LiveId" clId="{459B82FB-B7F4-4CB3-95C2-DAA6FE45D762}" dt="2025-05-02T15:48:50.462" v="1625" actId="478"/>
          <ac:graphicFrameMkLst>
            <pc:docMk/>
            <pc:sldMk cId="1840179246" sldId="341"/>
            <ac:graphicFrameMk id="17" creationId="{7DDB0853-853F-4E66-357D-BC9184D986AD}"/>
          </ac:graphicFrameMkLst>
        </pc:graphicFrameChg>
      </pc:sldChg>
      <pc:sldChg chg="delSp modSp add mod modAnim">
        <pc:chgData name="Owais Ahmed" userId="6abc7d4556b3b071" providerId="LiveId" clId="{459B82FB-B7F4-4CB3-95C2-DAA6FE45D762}" dt="2025-05-02T17:07:16.050" v="4554"/>
        <pc:sldMkLst>
          <pc:docMk/>
          <pc:sldMk cId="1331698070" sldId="342"/>
        </pc:sldMkLst>
        <pc:spChg chg="mod">
          <ac:chgData name="Owais Ahmed" userId="6abc7d4556b3b071" providerId="LiveId" clId="{459B82FB-B7F4-4CB3-95C2-DAA6FE45D762}" dt="2025-05-02T15:59:47.978" v="2385" actId="6549"/>
          <ac:spMkLst>
            <pc:docMk/>
            <pc:sldMk cId="1331698070" sldId="342"/>
            <ac:spMk id="3" creationId="{C4EC8367-5677-0745-E725-556C3BDA3FD1}"/>
          </ac:spMkLst>
        </pc:spChg>
        <pc:spChg chg="mod">
          <ac:chgData name="Owais Ahmed" userId="6abc7d4556b3b071" providerId="LiveId" clId="{459B82FB-B7F4-4CB3-95C2-DAA6FE45D762}" dt="2025-05-02T15:54:30.321" v="1983" actId="6549"/>
          <ac:spMkLst>
            <pc:docMk/>
            <pc:sldMk cId="1331698070" sldId="342"/>
            <ac:spMk id="537" creationId="{B337D3FF-40C4-DBF6-60FB-D24D3FA2ACD3}"/>
          </ac:spMkLst>
        </pc:spChg>
        <pc:graphicFrameChg chg="del">
          <ac:chgData name="Owais Ahmed" userId="6abc7d4556b3b071" providerId="LiveId" clId="{459B82FB-B7F4-4CB3-95C2-DAA6FE45D762}" dt="2025-05-02T15:58:11.732" v="2217" actId="478"/>
          <ac:graphicFrameMkLst>
            <pc:docMk/>
            <pc:sldMk cId="1331698070" sldId="342"/>
            <ac:graphicFrameMk id="2" creationId="{1EC3B90C-0ACA-DF91-10C2-299D5DB7F7B8}"/>
          </ac:graphicFrameMkLst>
        </pc:graphicFrameChg>
      </pc:sldChg>
      <pc:sldChg chg="modSp add mod ord modAnim modNotesTx">
        <pc:chgData name="Owais Ahmed" userId="6abc7d4556b3b071" providerId="LiveId" clId="{459B82FB-B7F4-4CB3-95C2-DAA6FE45D762}" dt="2025-05-02T17:07:22.305" v="4556"/>
        <pc:sldMkLst>
          <pc:docMk/>
          <pc:sldMk cId="4281227804" sldId="343"/>
        </pc:sldMkLst>
        <pc:spChg chg="mod">
          <ac:chgData name="Owais Ahmed" userId="6abc7d4556b3b071" providerId="LiveId" clId="{459B82FB-B7F4-4CB3-95C2-DAA6FE45D762}" dt="2025-05-02T16:00:52.137" v="2403" actId="20577"/>
          <ac:spMkLst>
            <pc:docMk/>
            <pc:sldMk cId="4281227804" sldId="343"/>
            <ac:spMk id="537" creationId="{E3039D7F-65CA-8C31-E0A6-1A79E334C218}"/>
          </ac:spMkLst>
        </pc:spChg>
        <pc:spChg chg="mod">
          <ac:chgData name="Owais Ahmed" userId="6abc7d4556b3b071" providerId="LiveId" clId="{459B82FB-B7F4-4CB3-95C2-DAA6FE45D762}" dt="2025-05-02T16:03:55.472" v="2707" actId="20577"/>
          <ac:spMkLst>
            <pc:docMk/>
            <pc:sldMk cId="4281227804" sldId="343"/>
            <ac:spMk id="538" creationId="{907A1695-D3E9-F035-C1A7-5505FE20E0B7}"/>
          </ac:spMkLst>
        </pc:spChg>
      </pc:sldChg>
      <pc:sldChg chg="modSp add mod modAnim">
        <pc:chgData name="Owais Ahmed" userId="6abc7d4556b3b071" providerId="LiveId" clId="{459B82FB-B7F4-4CB3-95C2-DAA6FE45D762}" dt="2025-05-02T17:07:29.160" v="4558"/>
        <pc:sldMkLst>
          <pc:docMk/>
          <pc:sldMk cId="3995004637" sldId="344"/>
        </pc:sldMkLst>
        <pc:spChg chg="mod">
          <ac:chgData name="Owais Ahmed" userId="6abc7d4556b3b071" providerId="LiveId" clId="{459B82FB-B7F4-4CB3-95C2-DAA6FE45D762}" dt="2025-05-02T16:06:36.612" v="2763" actId="20577"/>
          <ac:spMkLst>
            <pc:docMk/>
            <pc:sldMk cId="3995004637" sldId="344"/>
            <ac:spMk id="537" creationId="{76E5108C-53E5-42F7-29F2-B6AA120027A0}"/>
          </ac:spMkLst>
        </pc:spChg>
        <pc:spChg chg="mod">
          <ac:chgData name="Owais Ahmed" userId="6abc7d4556b3b071" providerId="LiveId" clId="{459B82FB-B7F4-4CB3-95C2-DAA6FE45D762}" dt="2025-05-02T16:12:08.217" v="3120" actId="948"/>
          <ac:spMkLst>
            <pc:docMk/>
            <pc:sldMk cId="3995004637" sldId="344"/>
            <ac:spMk id="538" creationId="{870B5530-F989-A18D-C211-E18F7450DEF7}"/>
          </ac:spMkLst>
        </pc:spChg>
      </pc:sldChg>
      <pc:sldChg chg="modSp add mod modAnim">
        <pc:chgData name="Owais Ahmed" userId="6abc7d4556b3b071" providerId="LiveId" clId="{459B82FB-B7F4-4CB3-95C2-DAA6FE45D762}" dt="2025-05-02T16:26:32.426" v="3712" actId="20577"/>
        <pc:sldMkLst>
          <pc:docMk/>
          <pc:sldMk cId="4842667" sldId="345"/>
        </pc:sldMkLst>
        <pc:spChg chg="mod">
          <ac:chgData name="Owais Ahmed" userId="6abc7d4556b3b071" providerId="LiveId" clId="{459B82FB-B7F4-4CB3-95C2-DAA6FE45D762}" dt="2025-05-02T16:21:06.999" v="3490" actId="20577"/>
          <ac:spMkLst>
            <pc:docMk/>
            <pc:sldMk cId="4842667" sldId="345"/>
            <ac:spMk id="487" creationId="{A2309358-DF49-CD0C-6F58-114A660B46B2}"/>
          </ac:spMkLst>
        </pc:spChg>
        <pc:spChg chg="mod">
          <ac:chgData name="Owais Ahmed" userId="6abc7d4556b3b071" providerId="LiveId" clId="{459B82FB-B7F4-4CB3-95C2-DAA6FE45D762}" dt="2025-05-02T16:26:32.426" v="3712" actId="20577"/>
          <ac:spMkLst>
            <pc:docMk/>
            <pc:sldMk cId="4842667" sldId="345"/>
            <ac:spMk id="488" creationId="{5E53831C-8AD2-B4C4-69AF-B004B6C9F011}"/>
          </ac:spMkLst>
        </pc:spChg>
      </pc:sldChg>
      <pc:sldChg chg="modSp add del mod">
        <pc:chgData name="Owais Ahmed" userId="6abc7d4556b3b071" providerId="LiveId" clId="{459B82FB-B7F4-4CB3-95C2-DAA6FE45D762}" dt="2025-05-02T17:02:19.104" v="4279"/>
        <pc:sldMkLst>
          <pc:docMk/>
          <pc:sldMk cId="3155612059" sldId="346"/>
        </pc:sldMkLst>
        <pc:spChg chg="mod">
          <ac:chgData name="Owais Ahmed" userId="6abc7d4556b3b071" providerId="LiveId" clId="{459B82FB-B7F4-4CB3-95C2-DAA6FE45D762}" dt="2025-05-02T17:02:18.903" v="4278" actId="20577"/>
          <ac:spMkLst>
            <pc:docMk/>
            <pc:sldMk cId="3155612059" sldId="346"/>
            <ac:spMk id="180" creationId="{00B53E97-9352-5047-DC07-703A1AE7DD6C}"/>
          </ac:spMkLst>
        </pc:spChg>
      </pc:sldChg>
      <pc:sldMasterChg chg="delSldLayout">
        <pc:chgData name="Owais Ahmed" userId="6abc7d4556b3b071" providerId="LiveId" clId="{459B82FB-B7F4-4CB3-95C2-DAA6FE45D762}" dt="2025-05-02T15:49:01.528" v="1629" actId="47"/>
        <pc:sldMasterMkLst>
          <pc:docMk/>
          <pc:sldMasterMk cId="0" sldId="2147483656"/>
        </pc:sldMasterMkLst>
        <pc:sldLayoutChg chg="del">
          <pc:chgData name="Owais Ahmed" userId="6abc7d4556b3b071" providerId="LiveId" clId="{459B82FB-B7F4-4CB3-95C2-DAA6FE45D762}" dt="2025-05-02T15:44:52.531" v="1559" actId="47"/>
          <pc:sldLayoutMkLst>
            <pc:docMk/>
            <pc:sldMasterMk cId="0" sldId="2147483656"/>
            <pc:sldLayoutMk cId="454652157" sldId="2147483657"/>
          </pc:sldLayoutMkLst>
        </pc:sldLayoutChg>
        <pc:sldLayoutChg chg="del">
          <pc:chgData name="Owais Ahmed" userId="6abc7d4556b3b071" providerId="LiveId" clId="{459B82FB-B7F4-4CB3-95C2-DAA6FE45D762}" dt="2025-05-02T15:49:01.528" v="1629" actId="47"/>
          <pc:sldLayoutMkLst>
            <pc:docMk/>
            <pc:sldMasterMk cId="0" sldId="2147483656"/>
            <pc:sldLayoutMk cId="3792209435" sldId="2147483657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f0c5490bd8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g2f0c5490bd8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Lato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8" name="Google Shape;17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2" name="Google Shape;522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96169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2f0c5490bd8_0_6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5" name="Google Shape;535;g2f0c5490bd8_0_6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 panose="020B0604020202020204" pitchFamily="34" charset="0"/>
              <a:buChar char="•"/>
            </a:pPr>
            <a:r>
              <a:rPr lang="en-GB" dirty="0"/>
              <a:t>Recall (Sensitivity)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 panose="020B0604020202020204" pitchFamily="34" charset="0"/>
              <a:buChar char="•"/>
            </a:pPr>
            <a:r>
              <a:rPr lang="en-GB" dirty="0"/>
              <a:t>Precision</a:t>
            </a:r>
          </a:p>
        </p:txBody>
      </p:sp>
    </p:spTree>
    <p:extLst>
      <p:ext uri="{BB962C8B-B14F-4D97-AF65-F5344CB8AC3E}">
        <p14:creationId xmlns:p14="http://schemas.microsoft.com/office/powerpoint/2010/main" val="7826463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>
          <a:extLst>
            <a:ext uri="{FF2B5EF4-FFF2-40B4-BE49-F238E27FC236}">
              <a16:creationId xmlns:a16="http://schemas.microsoft.com/office/drawing/2014/main" id="{18AF525D-888E-D1B8-DBBF-7CD6FC68C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2f0c5490bd8_0_626:notes">
            <a:extLst>
              <a:ext uri="{FF2B5EF4-FFF2-40B4-BE49-F238E27FC236}">
                <a16:creationId xmlns:a16="http://schemas.microsoft.com/office/drawing/2014/main" id="{146EFD9A-3B2C-8FAD-95B3-340B290EFD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5" name="Google Shape;535;g2f0c5490bd8_0_626:notes">
            <a:extLst>
              <a:ext uri="{FF2B5EF4-FFF2-40B4-BE49-F238E27FC236}">
                <a16:creationId xmlns:a16="http://schemas.microsoft.com/office/drawing/2014/main" id="{62166BB2-E232-9150-7AFD-D6B296080F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Model ‘A’ does not call it positive until it is very confident.</a:t>
            </a:r>
          </a:p>
          <a:p>
            <a:r>
              <a:rPr lang="en-US" dirty="0"/>
              <a:t>The high-risk cancer procedure should have high precision, even if it means it will reject some of the actual cancer patients.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69548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>
          <a:extLst>
            <a:ext uri="{FF2B5EF4-FFF2-40B4-BE49-F238E27FC236}">
              <a16:creationId xmlns:a16="http://schemas.microsoft.com/office/drawing/2014/main" id="{1C3FBEE6-FF28-701E-C9A2-4DB9A1585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2f0c5490bd8_0_626:notes">
            <a:extLst>
              <a:ext uri="{FF2B5EF4-FFF2-40B4-BE49-F238E27FC236}">
                <a16:creationId xmlns:a16="http://schemas.microsoft.com/office/drawing/2014/main" id="{684EBD55-F6CA-0B47-FF28-6C275B0189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5" name="Google Shape;535;g2f0c5490bd8_0_626:notes">
            <a:extLst>
              <a:ext uri="{FF2B5EF4-FFF2-40B4-BE49-F238E27FC236}">
                <a16:creationId xmlns:a16="http://schemas.microsoft.com/office/drawing/2014/main" id="{96CCAA74-EEB5-500A-7BA2-31210ABB68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0011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>
          <a:extLst>
            <a:ext uri="{FF2B5EF4-FFF2-40B4-BE49-F238E27FC236}">
              <a16:creationId xmlns:a16="http://schemas.microsoft.com/office/drawing/2014/main" id="{3B39A586-FB64-8628-AF8E-05E0537B5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2f0c5490bd8_0_626:notes">
            <a:extLst>
              <a:ext uri="{FF2B5EF4-FFF2-40B4-BE49-F238E27FC236}">
                <a16:creationId xmlns:a16="http://schemas.microsoft.com/office/drawing/2014/main" id="{218E0863-9CAB-DCFB-B261-EE0AA9FD37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5" name="Google Shape;535;g2f0c5490bd8_0_626:notes">
            <a:extLst>
              <a:ext uri="{FF2B5EF4-FFF2-40B4-BE49-F238E27FC236}">
                <a16:creationId xmlns:a16="http://schemas.microsoft.com/office/drawing/2014/main" id="{3329A66E-5CAE-F3C7-CAF2-D5EDC59583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1172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>
          <a:extLst>
            <a:ext uri="{FF2B5EF4-FFF2-40B4-BE49-F238E27FC236}">
              <a16:creationId xmlns:a16="http://schemas.microsoft.com/office/drawing/2014/main" id="{DFD32471-4AE4-52DE-2319-3B1819507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2f0c5490bd8_0_626:notes">
            <a:extLst>
              <a:ext uri="{FF2B5EF4-FFF2-40B4-BE49-F238E27FC236}">
                <a16:creationId xmlns:a16="http://schemas.microsoft.com/office/drawing/2014/main" id="{852AFDA6-C33E-E0C9-F61E-E1360FEBF7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5" name="Google Shape;535;g2f0c5490bd8_0_626:notes">
            <a:extLst>
              <a:ext uri="{FF2B5EF4-FFF2-40B4-BE49-F238E27FC236}">
                <a16:creationId xmlns:a16="http://schemas.microsoft.com/office/drawing/2014/main" id="{20597F93-C967-229A-ABD5-0E2313D77D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15656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>
          <a:extLst>
            <a:ext uri="{FF2B5EF4-FFF2-40B4-BE49-F238E27FC236}">
              <a16:creationId xmlns:a16="http://schemas.microsoft.com/office/drawing/2014/main" id="{2D5B9DC8-E1F1-0E8F-D779-AB7165EA7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2f0c5490bd8_0_626:notes">
            <a:extLst>
              <a:ext uri="{FF2B5EF4-FFF2-40B4-BE49-F238E27FC236}">
                <a16:creationId xmlns:a16="http://schemas.microsoft.com/office/drawing/2014/main" id="{9B28CA73-997C-3B8C-791A-052D49D4C4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5" name="Google Shape;535;g2f0c5490bd8_0_626:notes">
            <a:extLst>
              <a:ext uri="{FF2B5EF4-FFF2-40B4-BE49-F238E27FC236}">
                <a16:creationId xmlns:a16="http://schemas.microsoft.com/office/drawing/2014/main" id="{809765F2-8286-AAC3-126F-EEA14AE4EA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33722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2f0c5490bd8_0_6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2f0c5490bd8_0_6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63711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6" name="Google Shape;616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140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005604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>
          <a:extLst>
            <a:ext uri="{FF2B5EF4-FFF2-40B4-BE49-F238E27FC236}">
              <a16:creationId xmlns:a16="http://schemas.microsoft.com/office/drawing/2014/main" id="{61AEA9F7-77D9-1D60-44C9-541E38B19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2f0c5490bd8_0_604:notes">
            <a:extLst>
              <a:ext uri="{FF2B5EF4-FFF2-40B4-BE49-F238E27FC236}">
                <a16:creationId xmlns:a16="http://schemas.microsoft.com/office/drawing/2014/main" id="{CFBEC3FD-E00F-73F6-61C9-C919E72C24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2f0c5490bd8_0_604:notes">
            <a:extLst>
              <a:ext uri="{FF2B5EF4-FFF2-40B4-BE49-F238E27FC236}">
                <a16:creationId xmlns:a16="http://schemas.microsoft.com/office/drawing/2014/main" id="{A8202BF6-8E93-7026-0B62-80EC02429B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06349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9" name="Google Shape;369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2f0c5490bd8_0_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0" name="Google Shape;650;g2f0c5490bd8_0_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0c564afdfe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30c564afdfe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Lexend"/>
              <a:buNone/>
              <a:defRPr sz="50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729452" y="298715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830525" y="1179325"/>
            <a:ext cx="1559599" cy="47474"/>
            <a:chOff x="830559" y="793309"/>
            <a:chExt cx="7759198" cy="433550"/>
          </a:xfrm>
        </p:grpSpPr>
        <p:sp>
          <p:nvSpPr>
            <p:cNvPr id="14" name="Google Shape;14;p2"/>
            <p:cNvSpPr/>
            <p:nvPr/>
          </p:nvSpPr>
          <p:spPr>
            <a:xfrm rot="-5400000">
              <a:off x="2950806" y="235459"/>
              <a:ext cx="433500" cy="1549200"/>
            </a:xfrm>
            <a:prstGeom prst="rect">
              <a:avLst/>
            </a:prstGeom>
            <a:solidFill>
              <a:srgbClr val="2063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1395009" y="228909"/>
              <a:ext cx="433500" cy="1562400"/>
            </a:xfrm>
            <a:prstGeom prst="rect">
              <a:avLst/>
            </a:prstGeom>
            <a:solidFill>
              <a:srgbClr val="173F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4500006" y="235459"/>
              <a:ext cx="433500" cy="1549200"/>
            </a:xfrm>
            <a:prstGeom prst="rect">
              <a:avLst/>
            </a:prstGeom>
            <a:solidFill>
              <a:srgbClr val="3C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-5400000">
              <a:off x="6049206" y="235459"/>
              <a:ext cx="433500" cy="1549200"/>
            </a:xfrm>
            <a:prstGeom prst="rect">
              <a:avLst/>
            </a:prstGeom>
            <a:solidFill>
              <a:srgbClr val="F6D5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5400000">
              <a:off x="7598406" y="235459"/>
              <a:ext cx="433500" cy="1549200"/>
            </a:xfrm>
            <a:prstGeom prst="rect">
              <a:avLst/>
            </a:prstGeom>
            <a:solidFill>
              <a:srgbClr val="ED55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9" name="Google Shape;1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89902" y="24945"/>
            <a:ext cx="1095101" cy="43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24927"/>
            <a:ext cx="981636" cy="43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81075" y="3678725"/>
            <a:ext cx="3662925" cy="146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section title">
  <p:cSld name="TITLE_1">
    <p:bg>
      <p:bgPr>
        <a:solidFill>
          <a:schemeClr val="lt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Font typeface="Lexend"/>
              <a:buNone/>
              <a:defRPr sz="34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grpSp>
        <p:nvGrpSpPr>
          <p:cNvPr id="25" name="Google Shape;25;p3"/>
          <p:cNvGrpSpPr/>
          <p:nvPr/>
        </p:nvGrpSpPr>
        <p:grpSpPr>
          <a:xfrm>
            <a:off x="830525" y="1179325"/>
            <a:ext cx="1559599" cy="47474"/>
            <a:chOff x="830559" y="793309"/>
            <a:chExt cx="7759198" cy="433550"/>
          </a:xfrm>
        </p:grpSpPr>
        <p:sp>
          <p:nvSpPr>
            <p:cNvPr id="26" name="Google Shape;26;p3"/>
            <p:cNvSpPr/>
            <p:nvPr/>
          </p:nvSpPr>
          <p:spPr>
            <a:xfrm rot="-5400000">
              <a:off x="2950806" y="235459"/>
              <a:ext cx="433500" cy="1549200"/>
            </a:xfrm>
            <a:prstGeom prst="rect">
              <a:avLst/>
            </a:prstGeom>
            <a:solidFill>
              <a:srgbClr val="2063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1395009" y="228909"/>
              <a:ext cx="433500" cy="1562400"/>
            </a:xfrm>
            <a:prstGeom prst="rect">
              <a:avLst/>
            </a:prstGeom>
            <a:solidFill>
              <a:srgbClr val="173F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rot="-5400000">
              <a:off x="4500006" y="235459"/>
              <a:ext cx="433500" cy="1549200"/>
            </a:xfrm>
            <a:prstGeom prst="rect">
              <a:avLst/>
            </a:prstGeom>
            <a:solidFill>
              <a:srgbClr val="3C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049206" y="235459"/>
              <a:ext cx="433500" cy="1549200"/>
            </a:xfrm>
            <a:prstGeom prst="rect">
              <a:avLst/>
            </a:prstGeom>
            <a:solidFill>
              <a:srgbClr val="F6D5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-5400000">
              <a:off x="7598406" y="235459"/>
              <a:ext cx="433500" cy="1549200"/>
            </a:xfrm>
            <a:prstGeom prst="rect">
              <a:avLst/>
            </a:prstGeom>
            <a:solidFill>
              <a:srgbClr val="ED55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1" name="Google Shape;3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89902" y="24945"/>
            <a:ext cx="1095101" cy="43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72780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Font typeface="Lexend"/>
              <a:buNone/>
              <a:defRPr sz="32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Lexend"/>
              <a:buNone/>
              <a:defRPr sz="2600"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Lexend"/>
              <a:buNone/>
              <a:defRPr sz="2600"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Lexend"/>
              <a:buNone/>
              <a:defRPr sz="2600"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Lexend"/>
              <a:buNone/>
              <a:defRPr sz="2600"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Lexend"/>
              <a:buNone/>
              <a:defRPr sz="2600"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Lexend"/>
              <a:buNone/>
              <a:defRPr sz="2600"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Lexend"/>
              <a:buNone/>
              <a:defRPr sz="2600"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Lexend"/>
              <a:buNone/>
              <a:defRPr sz="2600"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grpSp>
        <p:nvGrpSpPr>
          <p:cNvPr id="35" name="Google Shape;35;p4"/>
          <p:cNvGrpSpPr/>
          <p:nvPr/>
        </p:nvGrpSpPr>
        <p:grpSpPr>
          <a:xfrm>
            <a:off x="830525" y="1179325"/>
            <a:ext cx="1559599" cy="47474"/>
            <a:chOff x="830559" y="793309"/>
            <a:chExt cx="7759198" cy="433550"/>
          </a:xfrm>
        </p:grpSpPr>
        <p:sp>
          <p:nvSpPr>
            <p:cNvPr id="36" name="Google Shape;36;p4"/>
            <p:cNvSpPr/>
            <p:nvPr/>
          </p:nvSpPr>
          <p:spPr>
            <a:xfrm rot="-5400000">
              <a:off x="2950806" y="235459"/>
              <a:ext cx="433500" cy="1549200"/>
            </a:xfrm>
            <a:prstGeom prst="rect">
              <a:avLst/>
            </a:prstGeom>
            <a:solidFill>
              <a:srgbClr val="2063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 rot="-5400000">
              <a:off x="1395009" y="228909"/>
              <a:ext cx="433500" cy="1562400"/>
            </a:xfrm>
            <a:prstGeom prst="rect">
              <a:avLst/>
            </a:prstGeom>
            <a:solidFill>
              <a:srgbClr val="173F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4"/>
            <p:cNvSpPr/>
            <p:nvPr/>
          </p:nvSpPr>
          <p:spPr>
            <a:xfrm rot="-5400000">
              <a:off x="4500006" y="235459"/>
              <a:ext cx="433500" cy="1549200"/>
            </a:xfrm>
            <a:prstGeom prst="rect">
              <a:avLst/>
            </a:prstGeom>
            <a:solidFill>
              <a:srgbClr val="3C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4"/>
            <p:cNvSpPr/>
            <p:nvPr/>
          </p:nvSpPr>
          <p:spPr>
            <a:xfrm rot="-5400000">
              <a:off x="6049206" y="235459"/>
              <a:ext cx="433500" cy="1549200"/>
            </a:xfrm>
            <a:prstGeom prst="rect">
              <a:avLst/>
            </a:prstGeom>
            <a:solidFill>
              <a:srgbClr val="F6D5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4"/>
            <p:cNvSpPr/>
            <p:nvPr/>
          </p:nvSpPr>
          <p:spPr>
            <a:xfrm rot="-5400000">
              <a:off x="7598406" y="235459"/>
              <a:ext cx="433500" cy="1549200"/>
            </a:xfrm>
            <a:prstGeom prst="rect">
              <a:avLst/>
            </a:prstGeom>
            <a:solidFill>
              <a:srgbClr val="ED55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1" name="Google Shape;41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89902" y="24945"/>
            <a:ext cx="1095101" cy="43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4705527"/>
            <a:ext cx="981636" cy="43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1">
  <p:cSld name="SECTION_TITLE_AND_DESCRIPTION_1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47" name="Google Shape;47;p5"/>
          <p:cNvGrpSpPr/>
          <p:nvPr/>
        </p:nvGrpSpPr>
        <p:grpSpPr>
          <a:xfrm>
            <a:off x="830525" y="1179325"/>
            <a:ext cx="1559599" cy="47474"/>
            <a:chOff x="830559" y="793309"/>
            <a:chExt cx="7759198" cy="433550"/>
          </a:xfrm>
        </p:grpSpPr>
        <p:sp>
          <p:nvSpPr>
            <p:cNvPr id="48" name="Google Shape;48;p5"/>
            <p:cNvSpPr/>
            <p:nvPr/>
          </p:nvSpPr>
          <p:spPr>
            <a:xfrm rot="-5400000">
              <a:off x="2950806" y="235459"/>
              <a:ext cx="433500" cy="1549200"/>
            </a:xfrm>
            <a:prstGeom prst="rect">
              <a:avLst/>
            </a:prstGeom>
            <a:solidFill>
              <a:srgbClr val="2063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-5400000">
              <a:off x="1395009" y="228909"/>
              <a:ext cx="433500" cy="1562400"/>
            </a:xfrm>
            <a:prstGeom prst="rect">
              <a:avLst/>
            </a:prstGeom>
            <a:solidFill>
              <a:srgbClr val="173F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5"/>
            <p:cNvSpPr/>
            <p:nvPr/>
          </p:nvSpPr>
          <p:spPr>
            <a:xfrm rot="-5400000">
              <a:off x="4500006" y="235459"/>
              <a:ext cx="433500" cy="1549200"/>
            </a:xfrm>
            <a:prstGeom prst="rect">
              <a:avLst/>
            </a:prstGeom>
            <a:solidFill>
              <a:srgbClr val="3C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rot="-5400000">
              <a:off x="6049206" y="235459"/>
              <a:ext cx="433500" cy="1549200"/>
            </a:xfrm>
            <a:prstGeom prst="rect">
              <a:avLst/>
            </a:prstGeom>
            <a:solidFill>
              <a:srgbClr val="F6D5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5"/>
            <p:cNvSpPr/>
            <p:nvPr/>
          </p:nvSpPr>
          <p:spPr>
            <a:xfrm rot="-5400000">
              <a:off x="7598406" y="235459"/>
              <a:ext cx="433500" cy="1549200"/>
            </a:xfrm>
            <a:prstGeom prst="rect">
              <a:avLst/>
            </a:prstGeom>
            <a:solidFill>
              <a:srgbClr val="ED55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3" name="Google Shape;5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89902" y="24945"/>
            <a:ext cx="1095101" cy="43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slide" type="tx">
  <p:cSld name="TITLE_AND_BOD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6"/>
          <p:cNvSpPr txBox="1">
            <a:spLocks noGrp="1"/>
          </p:cNvSpPr>
          <p:nvPr>
            <p:ph type="title"/>
          </p:nvPr>
        </p:nvSpPr>
        <p:spPr>
          <a:xfrm>
            <a:off x="620075" y="6771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7" name="Google Shape;57;p6"/>
          <p:cNvSpPr txBox="1">
            <a:spLocks noGrp="1"/>
          </p:cNvSpPr>
          <p:nvPr>
            <p:ph type="body" idx="1"/>
          </p:nvPr>
        </p:nvSpPr>
        <p:spPr>
          <a:xfrm>
            <a:off x="727650" y="1356627"/>
            <a:ext cx="7688700" cy="33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grpSp>
        <p:nvGrpSpPr>
          <p:cNvPr id="58" name="Google Shape;58;p6"/>
          <p:cNvGrpSpPr/>
          <p:nvPr/>
        </p:nvGrpSpPr>
        <p:grpSpPr>
          <a:xfrm>
            <a:off x="729450" y="629725"/>
            <a:ext cx="1559599" cy="47474"/>
            <a:chOff x="830559" y="793309"/>
            <a:chExt cx="7759198" cy="433550"/>
          </a:xfrm>
        </p:grpSpPr>
        <p:sp>
          <p:nvSpPr>
            <p:cNvPr id="59" name="Google Shape;59;p6"/>
            <p:cNvSpPr/>
            <p:nvPr/>
          </p:nvSpPr>
          <p:spPr>
            <a:xfrm rot="-5400000">
              <a:off x="2950806" y="235459"/>
              <a:ext cx="433500" cy="1549200"/>
            </a:xfrm>
            <a:prstGeom prst="rect">
              <a:avLst/>
            </a:prstGeom>
            <a:solidFill>
              <a:srgbClr val="2063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6"/>
            <p:cNvSpPr/>
            <p:nvPr/>
          </p:nvSpPr>
          <p:spPr>
            <a:xfrm rot="-5400000">
              <a:off x="1395009" y="228909"/>
              <a:ext cx="433500" cy="1562400"/>
            </a:xfrm>
            <a:prstGeom prst="rect">
              <a:avLst/>
            </a:prstGeom>
            <a:solidFill>
              <a:srgbClr val="173F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6"/>
            <p:cNvSpPr/>
            <p:nvPr/>
          </p:nvSpPr>
          <p:spPr>
            <a:xfrm rot="-5400000">
              <a:off x="4500006" y="235459"/>
              <a:ext cx="433500" cy="1549200"/>
            </a:xfrm>
            <a:prstGeom prst="rect">
              <a:avLst/>
            </a:prstGeom>
            <a:solidFill>
              <a:srgbClr val="3C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6"/>
            <p:cNvSpPr/>
            <p:nvPr/>
          </p:nvSpPr>
          <p:spPr>
            <a:xfrm rot="-5400000">
              <a:off x="6049206" y="235459"/>
              <a:ext cx="433500" cy="1549200"/>
            </a:xfrm>
            <a:prstGeom prst="rect">
              <a:avLst/>
            </a:prstGeom>
            <a:solidFill>
              <a:srgbClr val="F6D5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6"/>
            <p:cNvSpPr/>
            <p:nvPr/>
          </p:nvSpPr>
          <p:spPr>
            <a:xfrm rot="-5400000">
              <a:off x="7598406" y="235459"/>
              <a:ext cx="433500" cy="1549200"/>
            </a:xfrm>
            <a:prstGeom prst="rect">
              <a:avLst/>
            </a:prstGeom>
            <a:solidFill>
              <a:srgbClr val="ED55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4" name="Google Shape;64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89902" y="24945"/>
            <a:ext cx="1095101" cy="43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slide">
  <p:cSld name="TITLE_AND_BODY_2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title"/>
          </p:nvPr>
        </p:nvSpPr>
        <p:spPr>
          <a:xfrm>
            <a:off x="620075" y="6771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body" idx="1"/>
          </p:nvPr>
        </p:nvSpPr>
        <p:spPr>
          <a:xfrm>
            <a:off x="727650" y="1356625"/>
            <a:ext cx="4516200" cy="33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➔"/>
              <a:defRPr sz="1800"/>
            </a:lvl1pPr>
            <a:lvl2pPr marL="914400" lvl="1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◆"/>
              <a:defRPr sz="1600"/>
            </a:lvl2pPr>
            <a:lvl3pPr marL="1371600" lvl="2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3pPr>
            <a:lvl4pPr marL="1828800" lvl="3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4pPr>
            <a:lvl5pPr marL="2286000" lvl="4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◆"/>
              <a:defRPr sz="1600"/>
            </a:lvl5pPr>
            <a:lvl6pPr marL="2743200" lvl="5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6pPr>
            <a:lvl7pPr marL="3200400" lvl="6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7pPr>
            <a:lvl8pPr marL="3657600" lvl="7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◆"/>
              <a:defRPr sz="1600"/>
            </a:lvl8pPr>
            <a:lvl9pPr marL="4114800" lvl="8" indent="-330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9pPr>
          </a:lstStyle>
          <a:p>
            <a:endParaRPr/>
          </a:p>
        </p:txBody>
      </p:sp>
      <p:grpSp>
        <p:nvGrpSpPr>
          <p:cNvPr id="69" name="Google Shape;69;p7"/>
          <p:cNvGrpSpPr/>
          <p:nvPr/>
        </p:nvGrpSpPr>
        <p:grpSpPr>
          <a:xfrm>
            <a:off x="729450" y="629725"/>
            <a:ext cx="1559599" cy="47474"/>
            <a:chOff x="830559" y="793309"/>
            <a:chExt cx="7759198" cy="433550"/>
          </a:xfrm>
        </p:grpSpPr>
        <p:sp>
          <p:nvSpPr>
            <p:cNvPr id="70" name="Google Shape;70;p7"/>
            <p:cNvSpPr/>
            <p:nvPr/>
          </p:nvSpPr>
          <p:spPr>
            <a:xfrm rot="-5400000">
              <a:off x="2950806" y="235459"/>
              <a:ext cx="433500" cy="1549200"/>
            </a:xfrm>
            <a:prstGeom prst="rect">
              <a:avLst/>
            </a:prstGeom>
            <a:solidFill>
              <a:srgbClr val="2063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7"/>
            <p:cNvSpPr/>
            <p:nvPr/>
          </p:nvSpPr>
          <p:spPr>
            <a:xfrm rot="-5400000">
              <a:off x="1395009" y="228909"/>
              <a:ext cx="433500" cy="1562400"/>
            </a:xfrm>
            <a:prstGeom prst="rect">
              <a:avLst/>
            </a:prstGeom>
            <a:solidFill>
              <a:srgbClr val="173F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7"/>
            <p:cNvSpPr/>
            <p:nvPr/>
          </p:nvSpPr>
          <p:spPr>
            <a:xfrm rot="-5400000">
              <a:off x="4500006" y="235459"/>
              <a:ext cx="433500" cy="1549200"/>
            </a:xfrm>
            <a:prstGeom prst="rect">
              <a:avLst/>
            </a:prstGeom>
            <a:solidFill>
              <a:srgbClr val="3C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7"/>
            <p:cNvSpPr/>
            <p:nvPr/>
          </p:nvSpPr>
          <p:spPr>
            <a:xfrm rot="-5400000">
              <a:off x="6049206" y="235459"/>
              <a:ext cx="433500" cy="1549200"/>
            </a:xfrm>
            <a:prstGeom prst="rect">
              <a:avLst/>
            </a:prstGeom>
            <a:solidFill>
              <a:srgbClr val="F6D5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7"/>
            <p:cNvSpPr/>
            <p:nvPr/>
          </p:nvSpPr>
          <p:spPr>
            <a:xfrm rot="-5400000">
              <a:off x="7598406" y="235459"/>
              <a:ext cx="433500" cy="1549200"/>
            </a:xfrm>
            <a:prstGeom prst="rect">
              <a:avLst/>
            </a:prstGeom>
            <a:solidFill>
              <a:srgbClr val="ED55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5" name="Google Shape;75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89902" y="24945"/>
            <a:ext cx="1095101" cy="43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8198" y="1401800"/>
            <a:ext cx="2558575" cy="25585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"/>
          <p:cNvSpPr txBox="1">
            <a:spLocks noGrp="1"/>
          </p:cNvSpPr>
          <p:nvPr>
            <p:ph type="subTitle" idx="2"/>
          </p:nvPr>
        </p:nvSpPr>
        <p:spPr>
          <a:xfrm>
            <a:off x="6132050" y="3876925"/>
            <a:ext cx="2309100" cy="48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bble content">
  <p:cSld name="TITLE_AND_BODY_1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8"/>
          <p:cNvSpPr txBox="1">
            <a:spLocks noGrp="1"/>
          </p:cNvSpPr>
          <p:nvPr>
            <p:ph type="title"/>
          </p:nvPr>
        </p:nvSpPr>
        <p:spPr>
          <a:xfrm>
            <a:off x="620075" y="6771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 b="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grpSp>
        <p:nvGrpSpPr>
          <p:cNvPr id="81" name="Google Shape;81;p8"/>
          <p:cNvGrpSpPr/>
          <p:nvPr/>
        </p:nvGrpSpPr>
        <p:grpSpPr>
          <a:xfrm>
            <a:off x="729450" y="629725"/>
            <a:ext cx="1559599" cy="47474"/>
            <a:chOff x="830559" y="793309"/>
            <a:chExt cx="7759198" cy="433550"/>
          </a:xfrm>
        </p:grpSpPr>
        <p:sp>
          <p:nvSpPr>
            <p:cNvPr id="82" name="Google Shape;82;p8"/>
            <p:cNvSpPr/>
            <p:nvPr/>
          </p:nvSpPr>
          <p:spPr>
            <a:xfrm rot="-5400000">
              <a:off x="2950806" y="235459"/>
              <a:ext cx="433500" cy="1549200"/>
            </a:xfrm>
            <a:prstGeom prst="rect">
              <a:avLst/>
            </a:prstGeom>
            <a:solidFill>
              <a:srgbClr val="2063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rot="-5400000">
              <a:off x="1395009" y="228909"/>
              <a:ext cx="433500" cy="1562400"/>
            </a:xfrm>
            <a:prstGeom prst="rect">
              <a:avLst/>
            </a:prstGeom>
            <a:solidFill>
              <a:srgbClr val="173F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4500006" y="235459"/>
              <a:ext cx="433500" cy="1549200"/>
            </a:xfrm>
            <a:prstGeom prst="rect">
              <a:avLst/>
            </a:prstGeom>
            <a:solidFill>
              <a:srgbClr val="3C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rot="-5400000">
              <a:off x="6049206" y="235459"/>
              <a:ext cx="433500" cy="1549200"/>
            </a:xfrm>
            <a:prstGeom prst="rect">
              <a:avLst/>
            </a:prstGeom>
            <a:solidFill>
              <a:srgbClr val="F6D5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7598406" y="235459"/>
              <a:ext cx="433500" cy="1549200"/>
            </a:xfrm>
            <a:prstGeom prst="rect">
              <a:avLst/>
            </a:prstGeom>
            <a:solidFill>
              <a:srgbClr val="ED55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7" name="Google Shape;8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89902" y="24945"/>
            <a:ext cx="1095101" cy="4379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"/>
          <p:cNvSpPr/>
          <p:nvPr/>
        </p:nvSpPr>
        <p:spPr>
          <a:xfrm>
            <a:off x="1281725" y="1562850"/>
            <a:ext cx="2104500" cy="26460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9" name="Google Shape;89;p8"/>
          <p:cNvSpPr txBox="1">
            <a:spLocks noGrp="1"/>
          </p:cNvSpPr>
          <p:nvPr>
            <p:ph type="subTitle" idx="1"/>
          </p:nvPr>
        </p:nvSpPr>
        <p:spPr>
          <a:xfrm>
            <a:off x="1281725" y="1636725"/>
            <a:ext cx="2104500" cy="3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/>
          <p:nvPr/>
        </p:nvSpPr>
        <p:spPr>
          <a:xfrm>
            <a:off x="3519750" y="1562850"/>
            <a:ext cx="2104500" cy="26460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1" name="Google Shape;91;p8"/>
          <p:cNvSpPr txBox="1">
            <a:spLocks noGrp="1"/>
          </p:cNvSpPr>
          <p:nvPr>
            <p:ph type="subTitle" idx="2"/>
          </p:nvPr>
        </p:nvSpPr>
        <p:spPr>
          <a:xfrm>
            <a:off x="3519750" y="1636725"/>
            <a:ext cx="2104500" cy="3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8"/>
          <p:cNvSpPr/>
          <p:nvPr/>
        </p:nvSpPr>
        <p:spPr>
          <a:xfrm>
            <a:off x="5757775" y="1562850"/>
            <a:ext cx="2104500" cy="26460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3" name="Google Shape;93;p8"/>
          <p:cNvSpPr txBox="1">
            <a:spLocks noGrp="1"/>
          </p:cNvSpPr>
          <p:nvPr>
            <p:ph type="subTitle" idx="3"/>
          </p:nvPr>
        </p:nvSpPr>
        <p:spPr>
          <a:xfrm>
            <a:off x="5757775" y="1636725"/>
            <a:ext cx="2104500" cy="3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1 1">
  <p:cSld name="SECTION_TITLE_AND_DESCRIPTION_1_1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Courier New"/>
              <a:buNone/>
              <a:defRPr b="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00" name="Google Shape;100;p9"/>
          <p:cNvGrpSpPr/>
          <p:nvPr/>
        </p:nvGrpSpPr>
        <p:grpSpPr>
          <a:xfrm>
            <a:off x="830525" y="1179325"/>
            <a:ext cx="1559599" cy="47474"/>
            <a:chOff x="830559" y="793309"/>
            <a:chExt cx="7759198" cy="433550"/>
          </a:xfrm>
        </p:grpSpPr>
        <p:sp>
          <p:nvSpPr>
            <p:cNvPr id="101" name="Google Shape;101;p9"/>
            <p:cNvSpPr/>
            <p:nvPr/>
          </p:nvSpPr>
          <p:spPr>
            <a:xfrm rot="-5400000">
              <a:off x="2950806" y="235459"/>
              <a:ext cx="433500" cy="1549200"/>
            </a:xfrm>
            <a:prstGeom prst="rect">
              <a:avLst/>
            </a:prstGeom>
            <a:solidFill>
              <a:srgbClr val="2063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9"/>
            <p:cNvSpPr/>
            <p:nvPr/>
          </p:nvSpPr>
          <p:spPr>
            <a:xfrm rot="-5400000">
              <a:off x="1395009" y="228909"/>
              <a:ext cx="433500" cy="1562400"/>
            </a:xfrm>
            <a:prstGeom prst="rect">
              <a:avLst/>
            </a:prstGeom>
            <a:solidFill>
              <a:srgbClr val="173F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9"/>
            <p:cNvSpPr/>
            <p:nvPr/>
          </p:nvSpPr>
          <p:spPr>
            <a:xfrm rot="-5400000">
              <a:off x="4500006" y="235459"/>
              <a:ext cx="433500" cy="1549200"/>
            </a:xfrm>
            <a:prstGeom prst="rect">
              <a:avLst/>
            </a:prstGeom>
            <a:solidFill>
              <a:srgbClr val="3CA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9"/>
            <p:cNvSpPr/>
            <p:nvPr/>
          </p:nvSpPr>
          <p:spPr>
            <a:xfrm rot="-5400000">
              <a:off x="6049206" y="235459"/>
              <a:ext cx="433500" cy="1549200"/>
            </a:xfrm>
            <a:prstGeom prst="rect">
              <a:avLst/>
            </a:prstGeom>
            <a:solidFill>
              <a:srgbClr val="F6D5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9"/>
            <p:cNvSpPr/>
            <p:nvPr/>
          </p:nvSpPr>
          <p:spPr>
            <a:xfrm rot="-5400000">
              <a:off x="7598406" y="235459"/>
              <a:ext cx="433500" cy="1549200"/>
            </a:xfrm>
            <a:prstGeom prst="rect">
              <a:avLst/>
            </a:prstGeom>
            <a:solidFill>
              <a:srgbClr val="ED55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6" name="Google Shape;10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89902" y="24945"/>
            <a:ext cx="1095101" cy="43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0"/>
          <p:cNvSpPr txBox="1">
            <a:spLocks noGrp="1"/>
          </p:cNvSpPr>
          <p:nvPr>
            <p:ph type="ctrTitle"/>
          </p:nvPr>
        </p:nvSpPr>
        <p:spPr>
          <a:xfrm>
            <a:off x="7279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dirty="0"/>
              <a:t>Evaluating Machine Learning Models</a:t>
            </a:r>
            <a:endParaRPr dirty="0"/>
          </a:p>
        </p:txBody>
      </p:sp>
      <p:sp>
        <p:nvSpPr>
          <p:cNvPr id="112" name="Google Shape;112;p10"/>
          <p:cNvSpPr txBox="1">
            <a:spLocks noGrp="1"/>
          </p:cNvSpPr>
          <p:nvPr>
            <p:ph type="subTitle" idx="1"/>
          </p:nvPr>
        </p:nvSpPr>
        <p:spPr>
          <a:xfrm>
            <a:off x="727950" y="2665675"/>
            <a:ext cx="7688100" cy="11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30"/>
              <a:buNone/>
            </a:pPr>
            <a:r>
              <a:rPr lang="en" sz="1900" dirty="0"/>
              <a:t>Content created by: Mélanie Roschewitz, Pau de Jorge, Chen Chen, Owais Hussain</a:t>
            </a:r>
            <a:endParaRPr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2"/>
          <p:cNvSpPr txBox="1">
            <a:spLocks noGrp="1"/>
          </p:cNvSpPr>
          <p:nvPr>
            <p:ph type="body" idx="1"/>
          </p:nvPr>
        </p:nvSpPr>
        <p:spPr>
          <a:xfrm>
            <a:off x="727650" y="1356627"/>
            <a:ext cx="7688700" cy="12151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-311150">
              <a:lnSpc>
                <a:spcPct val="100000"/>
              </a:lnSpc>
              <a:buSzPts val="1300"/>
              <a:buChar char="➔"/>
            </a:pPr>
            <a:r>
              <a:rPr lang="en-GB" sz="1400" dirty="0"/>
              <a:t>We have learned to create Linear models for both Regression and Classification.</a:t>
            </a:r>
          </a:p>
          <a:p>
            <a:pPr lvl="0" indent="-311150">
              <a:lnSpc>
                <a:spcPct val="100000"/>
              </a:lnSpc>
              <a:buSzPts val="1300"/>
              <a:buChar char="➔"/>
            </a:pPr>
            <a:r>
              <a:rPr lang="en-GB" sz="1400" dirty="0"/>
              <a:t>We used MSE and Binary Cross-Entropy to measure how good our models are.</a:t>
            </a:r>
          </a:p>
          <a:p>
            <a:pPr lvl="0" indent="-311150">
              <a:lnSpc>
                <a:spcPct val="100000"/>
              </a:lnSpc>
              <a:buSzPts val="1300"/>
              <a:buChar char="➔"/>
            </a:pPr>
            <a:r>
              <a:rPr lang="en-GB" sz="1400" dirty="0"/>
              <a:t>The famous Iris dataset was used for both type of models.</a:t>
            </a:r>
          </a:p>
          <a:p>
            <a:pPr lvl="0" indent="-311150">
              <a:lnSpc>
                <a:spcPct val="100000"/>
              </a:lnSpc>
              <a:buSzPts val="1300"/>
              <a:buChar char="➔"/>
            </a:pPr>
            <a:r>
              <a:rPr lang="en-GB" sz="1400" dirty="0"/>
              <a:t>Today, we take a deep dive into how to evaluate our models for real-world use cases.</a:t>
            </a:r>
          </a:p>
        </p:txBody>
      </p:sp>
      <p:sp>
        <p:nvSpPr>
          <p:cNvPr id="127" name="Google Shape;127;p12"/>
          <p:cNvSpPr txBox="1">
            <a:spLocks noGrp="1"/>
          </p:cNvSpPr>
          <p:nvPr>
            <p:ph type="title"/>
          </p:nvPr>
        </p:nvSpPr>
        <p:spPr>
          <a:xfrm>
            <a:off x="620075" y="677188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6296"/>
              <a:buNone/>
            </a:pPr>
            <a:r>
              <a:rPr lang="en" dirty="0"/>
              <a:t>Recap…</a:t>
            </a:r>
            <a:endParaRPr dirty="0"/>
          </a:p>
        </p:txBody>
      </p:sp>
      <p:pic>
        <p:nvPicPr>
          <p:cNvPr id="2" name="Picture 2" descr="IRIS Flowers Classification Using Machine Learning - Analytics Vidhya">
            <a:extLst>
              <a:ext uri="{FF2B5EF4-FFF2-40B4-BE49-F238E27FC236}">
                <a16:creationId xmlns:a16="http://schemas.microsoft.com/office/drawing/2014/main" id="{FE14316C-8EA1-FD4D-C380-B0BB7A172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7206" y="2571750"/>
            <a:ext cx="5729587" cy="2561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9"/>
              <a:buNone/>
            </a:pPr>
            <a:r>
              <a:rPr lang="en" dirty="0"/>
              <a:t>Evaluating a model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8"/>
          <p:cNvSpPr txBox="1">
            <a:spLocks noGrp="1"/>
          </p:cNvSpPr>
          <p:nvPr>
            <p:ph type="title"/>
          </p:nvPr>
        </p:nvSpPr>
        <p:spPr>
          <a:xfrm>
            <a:off x="620075" y="677188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6296"/>
              <a:buNone/>
            </a:pPr>
            <a:r>
              <a:rPr lang="en"/>
              <a:t>Evaluating a classifier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5" name="Google Shape;525;p58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27650" y="1356627"/>
                <a:ext cx="7688700" cy="3650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rmAutofit fontScale="92500" lnSpcReduction="20000"/>
              </a:bodyPr>
              <a:lstStyle/>
              <a:p>
                <a:pPr marL="457200" lvl="0" indent="-334327" algn="l" rtl="0">
                  <a:spcBef>
                    <a:spcPts val="0"/>
                  </a:spcBef>
                  <a:spcAft>
                    <a:spcPts val="0"/>
                  </a:spcAft>
                  <a:buSzPct val="100000"/>
                  <a:buChar char="➔"/>
                </a:pPr>
                <a:r>
                  <a:rPr lang="en-GB" dirty="0"/>
                  <a:t>We have seen a way to evaluate the performance of a classifier. Can you guess?</a:t>
                </a:r>
              </a:p>
              <a:p>
                <a:pPr marL="457200" lvl="0" indent="-334327" algn="l" rtl="0">
                  <a:spcBef>
                    <a:spcPts val="0"/>
                  </a:spcBef>
                  <a:spcAft>
                    <a:spcPts val="0"/>
                  </a:spcAft>
                  <a:buSzPct val="100000"/>
                  <a:buChar char="➔"/>
                </a:pPr>
                <a:r>
                  <a:rPr lang="en-GB" b="1" dirty="0"/>
                  <a:t>Answer:</a:t>
                </a:r>
                <a:r>
                  <a:rPr lang="en-GB" dirty="0"/>
                  <a:t> The loss function!</a:t>
                </a:r>
              </a:p>
              <a:p>
                <a:pPr marL="457200" lvl="0" indent="-334327" algn="l" rtl="0">
                  <a:spcBef>
                    <a:spcPts val="0"/>
                  </a:spcBef>
                  <a:spcAft>
                    <a:spcPts val="0"/>
                  </a:spcAft>
                  <a:buSzPct val="100000"/>
                  <a:buChar char="➔"/>
                </a:pPr>
                <a:r>
                  <a:rPr lang="en-GB" dirty="0"/>
                  <a:t>However, loss functions can vary and get more complicated (out of the scope of this lecture)... and it’s not very intuitive !</a:t>
                </a:r>
              </a:p>
              <a:p>
                <a:pPr marL="457200" lvl="0" indent="-334327" algn="l" rtl="0">
                  <a:spcBef>
                    <a:spcPts val="0"/>
                  </a:spcBef>
                  <a:spcAft>
                    <a:spcPts val="0"/>
                  </a:spcAft>
                  <a:buSzPct val="100000"/>
                  <a:buChar char="➔"/>
                </a:pPr>
                <a:r>
                  <a:rPr lang="en-GB" dirty="0"/>
                  <a:t>The most intuitive way to evaluate a classifier is the </a:t>
                </a:r>
                <a:r>
                  <a:rPr lang="en-GB" b="1" dirty="0"/>
                  <a:t>accuracy </a:t>
                </a:r>
                <a:r>
                  <a:rPr lang="en-GB" dirty="0"/>
                  <a:t>which is the fraction of correctly classified examples:</a:t>
                </a:r>
              </a:p>
              <a:p>
                <a:pPr marL="122873" indent="0">
                  <a:buSzPct val="1000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𝐴𝑐𝑐𝑢𝑟𝑎𝑐𝑦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𝐶𝑜𝑟𝑟𝑒𝑐𝑡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𝑃𝑟𝑒𝑑𝑖𝑐𝑡𝑖𝑜𝑛𝑠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𝑃𝑟𝑒𝑑𝑖𝑐𝑡𝑖𝑜𝑛𝑠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pPr marL="457200" lvl="0" indent="-334327" algn="l" rtl="0">
                  <a:spcBef>
                    <a:spcPts val="0"/>
                  </a:spcBef>
                  <a:spcAft>
                    <a:spcPts val="0"/>
                  </a:spcAft>
                  <a:buSzPct val="100000"/>
                  <a:buChar char="➔"/>
                </a:pPr>
                <a:r>
                  <a:rPr lang="en-GB" dirty="0"/>
                  <a:t>But is Accuracy enough?</a:t>
                </a:r>
              </a:p>
            </p:txBody>
          </p:sp>
        </mc:Choice>
        <mc:Fallback>
          <p:sp>
            <p:nvSpPr>
              <p:cNvPr id="525" name="Google Shape;525;p58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27650" y="1356627"/>
                <a:ext cx="7688700" cy="3650088"/>
              </a:xfrm>
              <a:prstGeom prst="rect">
                <a:avLst/>
              </a:prstGeom>
              <a:blipFill>
                <a:blip r:embed="rId3"/>
                <a:stretch>
                  <a:fillRect r="-4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0728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0"/>
          <p:cNvSpPr txBox="1">
            <a:spLocks noGrp="1"/>
          </p:cNvSpPr>
          <p:nvPr>
            <p:ph type="title"/>
          </p:nvPr>
        </p:nvSpPr>
        <p:spPr>
          <a:xfrm>
            <a:off x="620075" y="677188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6296"/>
              <a:buNone/>
            </a:pPr>
            <a:r>
              <a:rPr lang="en-GB" dirty="0"/>
              <a:t>High Accuracy trap</a:t>
            </a:r>
            <a:endParaRPr dirty="0"/>
          </a:p>
        </p:txBody>
      </p:sp>
      <p:sp>
        <p:nvSpPr>
          <p:cNvPr id="538" name="Google Shape;538;p60"/>
          <p:cNvSpPr txBox="1">
            <a:spLocks noGrp="1"/>
          </p:cNvSpPr>
          <p:nvPr>
            <p:ph type="body" idx="1"/>
          </p:nvPr>
        </p:nvSpPr>
        <p:spPr>
          <a:xfrm>
            <a:off x="727650" y="1356627"/>
            <a:ext cx="7688700" cy="33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➔"/>
            </a:pPr>
            <a:r>
              <a:rPr lang="en-GB" b="1" dirty="0"/>
              <a:t>Case 1: </a:t>
            </a:r>
            <a:r>
              <a:rPr lang="en-GB" dirty="0"/>
              <a:t>National security force wants to install a radar which detects unauthorized aircrafts in the airspace.</a:t>
            </a:r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➔"/>
            </a:pPr>
            <a:r>
              <a:rPr lang="en-GB" b="1" dirty="0"/>
              <a:t>Case 2: </a:t>
            </a:r>
            <a:r>
              <a:rPr lang="en-GB" dirty="0"/>
              <a:t>Health ministry wants to classify high-risk, potentially cancerous people for a new preventive therapy that has serious side effects.</a:t>
            </a:r>
          </a:p>
          <a:p>
            <a:pPr marL="457200" lvl="0" indent="-334327" algn="l">
              <a:spcBef>
                <a:spcPts val="0"/>
              </a:spcBef>
              <a:spcAft>
                <a:spcPts val="0"/>
              </a:spcAft>
              <a:buSzPct val="100000"/>
              <a:buChar char="➔"/>
            </a:pPr>
            <a:r>
              <a:rPr lang="en-GB" b="1" dirty="0"/>
              <a:t>Case 3: </a:t>
            </a:r>
            <a:r>
              <a:rPr lang="en-GB" dirty="0"/>
              <a:t>An academic grant is awarding scholarships to study abroad, only to candidates who are likely to finish their degree.</a:t>
            </a:r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➔"/>
            </a:pPr>
            <a:r>
              <a:rPr lang="en-GB" dirty="0"/>
              <a:t>Which one is the right metric for these cases?</a:t>
            </a:r>
          </a:p>
        </p:txBody>
      </p:sp>
    </p:spTree>
    <p:extLst>
      <p:ext uri="{BB962C8B-B14F-4D97-AF65-F5344CB8AC3E}">
        <p14:creationId xmlns:p14="http://schemas.microsoft.com/office/powerpoint/2010/main" val="940334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>
          <a:extLst>
            <a:ext uri="{FF2B5EF4-FFF2-40B4-BE49-F238E27FC236}">
              <a16:creationId xmlns:a16="http://schemas.microsoft.com/office/drawing/2014/main" id="{E39D524F-70A4-2BA1-D633-66827E8EE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0">
            <a:extLst>
              <a:ext uri="{FF2B5EF4-FFF2-40B4-BE49-F238E27FC236}">
                <a16:creationId xmlns:a16="http://schemas.microsoft.com/office/drawing/2014/main" id="{5EF197F6-D41A-0203-F5CE-EFEBF554ED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0075" y="677188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6296"/>
              <a:buNone/>
            </a:pPr>
            <a:r>
              <a:rPr lang="en-GB" dirty="0"/>
              <a:t>Choosing the right metric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3A0036A-C747-1009-B486-EB20725B789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27650" y="1356627"/>
                <a:ext cx="7688700" cy="2121195"/>
              </a:xfrm>
            </p:spPr>
            <p:txBody>
              <a:bodyPr/>
              <a:lstStyle/>
              <a:p>
                <a:r>
                  <a:rPr lang="en-GB" dirty="0"/>
                  <a:t>Model ‘A’ vs ‘B’ predicting 100 examples.</a:t>
                </a:r>
              </a:p>
              <a:p>
                <a:r>
                  <a:rPr lang="en-GB" dirty="0"/>
                  <a:t>Accuracy: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𝐴𝑐𝑐𝑢𝑟𝑎𝑐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𝐴𝑐𝑐𝑢𝑟𝑎𝑐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lang="en-GB" dirty="0"/>
              </a:p>
              <a:p>
                <a:r>
                  <a:rPr lang="en-GB" dirty="0"/>
                  <a:t>Precision: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𝑃𝑟𝑒𝑐𝑖𝑠𝑖𝑜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𝑃𝑟𝑒𝑐𝑖𝑠𝑖𝑜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GB" dirty="0"/>
              </a:p>
              <a:p>
                <a:r>
                  <a:rPr lang="en-GB" dirty="0"/>
                  <a:t>Recall (Sensitivity):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𝑅𝑒𝑐𝑎𝑙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64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𝑅𝑒𝑐𝑎𝑙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83</m:t>
                    </m:r>
                  </m:oMath>
                </a14:m>
                <a:endParaRPr lang="en-GB" dirty="0"/>
              </a:p>
              <a:p>
                <a:endParaRPr lang="en-PK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3A0036A-C747-1009-B486-EB20725B78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27650" y="1356627"/>
                <a:ext cx="7688700" cy="2121195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CC7619F3-52EE-D529-F2A9-7774F15D37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930579"/>
              </p:ext>
            </p:extLst>
          </p:nvPr>
        </p:nvGraphicFramePr>
        <p:xfrm>
          <a:off x="1524000" y="3477822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2787630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75787495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795371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37230589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8112583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04141070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GB" dirty="0"/>
                        <a:t>Model ‘A’</a:t>
                      </a:r>
                      <a:endParaRPr lang="en-PK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GB" dirty="0"/>
                        <a:t>Model ‘B’</a:t>
                      </a:r>
                      <a:endParaRPr lang="en-PK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P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3310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PK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Positive</a:t>
                      </a:r>
                      <a:endParaRPr lang="en-PK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Negative</a:t>
                      </a:r>
                      <a:endParaRPr lang="en-PK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PK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Positive</a:t>
                      </a:r>
                      <a:endParaRPr lang="en-PK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Negative</a:t>
                      </a:r>
                      <a:endParaRPr lang="en-PK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166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Positive</a:t>
                      </a:r>
                      <a:endParaRPr lang="en-PK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45</a:t>
                      </a:r>
                      <a:endParaRPr lang="en-PK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en-PK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Positive</a:t>
                      </a:r>
                      <a:endParaRPr lang="en-PK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25</a:t>
                      </a:r>
                      <a:endParaRPr lang="en-PK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25</a:t>
                      </a:r>
                      <a:endParaRPr lang="en-PK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683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Negative</a:t>
                      </a:r>
                      <a:endParaRPr lang="en-PK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25</a:t>
                      </a:r>
                      <a:endParaRPr lang="en-PK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25</a:t>
                      </a:r>
                      <a:endParaRPr lang="en-PK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Negative</a:t>
                      </a:r>
                      <a:endParaRPr lang="en-PK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en-PK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solidFill>
                            <a:sysClr val="windowText" lastClr="000000"/>
                          </a:solidFill>
                        </a:rPr>
                        <a:t>45</a:t>
                      </a:r>
                      <a:endParaRPr lang="en-PK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3024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7753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>
          <a:extLst>
            <a:ext uri="{FF2B5EF4-FFF2-40B4-BE49-F238E27FC236}">
              <a16:creationId xmlns:a16="http://schemas.microsoft.com/office/drawing/2014/main" id="{9E926745-5C47-A5E3-0CF1-305DDEF37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0">
            <a:extLst>
              <a:ext uri="{FF2B5EF4-FFF2-40B4-BE49-F238E27FC236}">
                <a16:creationId xmlns:a16="http://schemas.microsoft.com/office/drawing/2014/main" id="{4E80B076-BF60-2A40-1319-31EE878754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0075" y="677188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6296"/>
              <a:buNone/>
            </a:pPr>
            <a:r>
              <a:rPr lang="en-GB" dirty="0"/>
              <a:t>Confusion Matrix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C0ECE-018B-879B-7695-0CE438BC9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7650" y="1356628"/>
            <a:ext cx="7688700" cy="1673210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Accuracy: correct predictions</a:t>
            </a:r>
          </a:p>
          <a:p>
            <a:r>
              <a:rPr lang="en-GB" dirty="0"/>
              <a:t>Precision: of all examples predicted as Positive, how many were really  positive?</a:t>
            </a:r>
          </a:p>
          <a:p>
            <a:r>
              <a:rPr lang="en-GB" dirty="0"/>
              <a:t>Recall: of all Positive examples, how many were identified?</a:t>
            </a:r>
          </a:p>
          <a:p>
            <a:endParaRPr lang="en-PK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E5166B78-3156-6E23-7C4A-3F2082C3010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87724915"/>
                  </p:ext>
                </p:extLst>
              </p:nvPr>
            </p:nvGraphicFramePr>
            <p:xfrm>
              <a:off x="803333" y="3029837"/>
              <a:ext cx="7537333" cy="1942942"/>
            </p:xfrm>
            <a:graphic>
              <a:graphicData uri="http://schemas.openxmlformats.org/drawingml/2006/table">
                <a:tbl>
                  <a:tblPr firstRow="1" bandRow="1">
                    <a:tableStyleId>{69CF1AB2-1976-4502-BF36-3FF5EA218861}</a:tableStyleId>
                  </a:tblPr>
                  <a:tblGrid>
                    <a:gridCol w="125622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562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5622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5622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38944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122997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278130">
                    <a:tc rowSpan="2" gridSpan="2">
                      <a:txBody>
                        <a:bodyPr/>
                        <a:lstStyle/>
                        <a:p>
                          <a:endParaRPr lang="en-US" sz="11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68580" marR="68580" marT="34290" marB="34290"/>
                    </a:tc>
                    <a:tc rowSpan="2"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ysClr val="windowText" lastClr="000000"/>
                              </a:solidFill>
                            </a:rPr>
                            <a:t>Target</a:t>
                          </a:r>
                        </a:p>
                      </a:txBody>
                      <a:tcPr marL="68580" marR="68580" marT="34290" marB="34290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rowSpan="2" gridSpan="2">
                      <a:txBody>
                        <a:bodyPr/>
                        <a:lstStyle/>
                        <a:p>
                          <a:endParaRPr lang="en-US" sz="11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68580" marR="68580" marT="34290" marB="34290"/>
                    </a:tc>
                    <a:tc rowSpan="2"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8130">
                    <a:tc gridSpan="2"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ysClr val="windowText" lastClr="000000"/>
                              </a:solidFill>
                            </a:rPr>
                            <a:t>Positive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ysClr val="windowText" lastClr="000000"/>
                              </a:solidFill>
                            </a:rPr>
                            <a:t>Negative</a:t>
                          </a:r>
                        </a:p>
                      </a:txBody>
                      <a:tcPr marL="68580" marR="68580" marT="34290" marB="34290"/>
                    </a:tc>
                    <a:tc gridSpan="2"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45281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ysClr val="windowText" lastClr="000000"/>
                              </a:solidFill>
                            </a:rPr>
                            <a:t>Model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b="1" dirty="0">
                              <a:solidFill>
                                <a:sysClr val="windowText" lastClr="000000"/>
                              </a:solidFill>
                            </a:rPr>
                            <a:t>Positive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dirty="0" smtClean="0">
                                    <a:solidFill>
                                      <a:sysClr val="windowText" lastClr="000000"/>
                                    </a:solidFill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sz="11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100" b="0" dirty="0" smtClean="0">
                                    <a:solidFill>
                                      <a:sysClr val="windowText" lastClr="000000"/>
                                    </a:solidFill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 sz="11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>
                              <a:solidFill>
                                <a:sysClr val="windowText" lastClr="000000"/>
                              </a:solidFill>
                            </a:rPr>
                            <a:t>Precision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100" b="0" smtClean="0">
                                        <a:solidFill>
                                          <a:sysClr val="windowText" lastClr="000000"/>
                                        </a:solidFill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100" b="0" smtClean="0">
                                        <a:solidFill>
                                          <a:sysClr val="windowText" lastClr="000000"/>
                                        </a:solidFill>
                                      </a:rPr>
                                      <m:t>𝑎</m:t>
                                    </m:r>
                                  </m:num>
                                  <m:den>
                                    <m:r>
                                      <a:rPr lang="en-US" sz="1100" b="0" smtClean="0">
                                        <a:solidFill>
                                          <a:sysClr val="windowText" lastClr="000000"/>
                                        </a:solidFill>
                                      </a:rPr>
                                      <m:t>𝑎</m:t>
                                    </m:r>
                                    <m:r>
                                      <a:rPr lang="en-US" sz="1100" b="0" smtClean="0">
                                        <a:solidFill>
                                          <a:sysClr val="windowText" lastClr="000000"/>
                                        </a:solidFill>
                                      </a:rPr>
                                      <m:t>+</m:t>
                                    </m:r>
                                    <m:r>
                                      <a:rPr lang="en-US" sz="1100" b="0" smtClean="0">
                                        <a:solidFill>
                                          <a:sysClr val="windowText" lastClr="000000"/>
                                        </a:solidFill>
                                      </a:rPr>
                                      <m:t>𝑏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1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5047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b="1" dirty="0">
                              <a:solidFill>
                                <a:sysClr val="windowText" lastClr="000000"/>
                              </a:solidFill>
                            </a:rPr>
                            <a:t>Negative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dirty="0" smtClean="0">
                                    <a:solidFill>
                                      <a:sysClr val="windowText" lastClr="000000"/>
                                    </a:solidFill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US" sz="11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100" b="0" dirty="0" smtClean="0">
                                    <a:solidFill>
                                      <a:sysClr val="windowText" lastClr="000000"/>
                                    </a:solidFill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en-US" sz="11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endParaRPr lang="en-US" sz="11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sz="11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78130">
                    <a:tc rowSpan="2" gridSpan="2">
                      <a:txBody>
                        <a:bodyPr/>
                        <a:lstStyle/>
                        <a:p>
                          <a:endParaRPr lang="en-US" sz="11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68580" marR="68580" marT="34290" marB="34290"/>
                    </a:tc>
                    <a:tc rowSpan="2"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ysClr val="windowText" lastClr="000000"/>
                              </a:solidFill>
                            </a:rPr>
                            <a:t>Recall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1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68580" marR="68580" marT="34290" marB="34290"/>
                    </a:tc>
                    <a:tc rowSpan="2" grid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dirty="0" smtClean="0">
                                    <a:solidFill>
                                      <a:sysClr val="windowText" lastClr="000000"/>
                                    </a:solidFill>
                                  </a:rPr>
                                  <m:t>𝐴</m:t>
                                </m:r>
                                <m:r>
                                  <a:rPr lang="en-US" sz="1100" b="0" dirty="0" smtClean="0">
                                    <a:solidFill>
                                      <a:sysClr val="windowText" lastClr="000000"/>
                                    </a:solidFill>
                                  </a:rPr>
                                  <m:t>𝑐</m:t>
                                </m:r>
                                <m:r>
                                  <a:rPr lang="en-US" sz="1100" dirty="0" smtClean="0">
                                    <a:solidFill>
                                      <a:sysClr val="windowText" lastClr="000000"/>
                                    </a:solidFill>
                                  </a:rPr>
                                  <m:t>𝑐</m:t>
                                </m:r>
                                <m:r>
                                  <a:rPr lang="en-US" sz="1100" b="0" dirty="0" smtClean="0">
                                    <a:solidFill>
                                      <a:sysClr val="windowText" lastClr="000000"/>
                                    </a:solidFill>
                                  </a:rPr>
                                  <m:t>𝑢𝑟𝑎𝑐𝑦</m:t>
                                </m:r>
                                <m:r>
                                  <a:rPr lang="en-US" sz="1100" baseline="0" dirty="0" smtClean="0">
                                    <a:solidFill>
                                      <a:sysClr val="windowText" lastClr="000000"/>
                                    </a:solidFill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100" b="0" baseline="0" dirty="0" smtClean="0">
                                        <a:solidFill>
                                          <a:sysClr val="windowText" lastClr="000000"/>
                                        </a:solidFill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100" b="0" baseline="0" dirty="0" smtClean="0">
                                        <a:solidFill>
                                          <a:sysClr val="windowText" lastClr="000000"/>
                                        </a:solidFill>
                                      </a:rPr>
                                      <m:t>𝑎</m:t>
                                    </m:r>
                                    <m:r>
                                      <a:rPr lang="en-US" sz="1100" b="0" baseline="0" dirty="0" smtClean="0">
                                        <a:solidFill>
                                          <a:sysClr val="windowText" lastClr="000000"/>
                                        </a:solidFill>
                                      </a:rPr>
                                      <m:t>+</m:t>
                                    </m:r>
                                    <m:r>
                                      <a:rPr lang="en-US" sz="1100" b="0" baseline="0" dirty="0" smtClean="0">
                                        <a:solidFill>
                                          <a:sysClr val="windowText" lastClr="000000"/>
                                        </a:solidFill>
                                      </a:rPr>
                                      <m:t>𝑑</m:t>
                                    </m:r>
                                  </m:num>
                                  <m:den>
                                    <m:r>
                                      <a:rPr lang="en-US" sz="1100" b="0" baseline="0" dirty="0" smtClean="0">
                                        <a:solidFill>
                                          <a:sysClr val="windowText" lastClr="000000"/>
                                        </a:solidFill>
                                      </a:rPr>
                                      <m:t>𝑎</m:t>
                                    </m:r>
                                    <m:r>
                                      <a:rPr lang="en-US" sz="1100" b="0" baseline="0" dirty="0" smtClean="0">
                                        <a:solidFill>
                                          <a:sysClr val="windowText" lastClr="000000"/>
                                        </a:solidFill>
                                      </a:rPr>
                                      <m:t>+</m:t>
                                    </m:r>
                                    <m:r>
                                      <a:rPr lang="en-US" sz="1100" b="0" baseline="0" dirty="0" smtClean="0">
                                        <a:solidFill>
                                          <a:sysClr val="windowText" lastClr="000000"/>
                                        </a:solidFill>
                                      </a:rPr>
                                      <m:t>𝑏</m:t>
                                    </m:r>
                                    <m:r>
                                      <a:rPr lang="en-US" sz="1100" b="0" baseline="0" dirty="0" smtClean="0">
                                        <a:solidFill>
                                          <a:sysClr val="windowText" lastClr="000000"/>
                                        </a:solidFill>
                                      </a:rPr>
                                      <m:t>+</m:t>
                                    </m:r>
                                    <m:r>
                                      <a:rPr lang="en-US" sz="1100" b="0" baseline="0" dirty="0" smtClean="0">
                                        <a:solidFill>
                                          <a:sysClr val="windowText" lastClr="000000"/>
                                        </a:solidFill>
                                      </a:rPr>
                                      <m:t>𝑐</m:t>
                                    </m:r>
                                    <m:r>
                                      <a:rPr lang="en-US" sz="1100" b="0" baseline="0" dirty="0" smtClean="0">
                                        <a:solidFill>
                                          <a:sysClr val="windowText" lastClr="000000"/>
                                        </a:solidFill>
                                      </a:rPr>
                                      <m:t>+</m:t>
                                    </m:r>
                                    <m:r>
                                      <a:rPr lang="en-US" sz="1100" b="0" baseline="0" dirty="0" smtClean="0">
                                        <a:solidFill>
                                          <a:sysClr val="windowText" lastClr="000000"/>
                                        </a:solidFill>
                                      </a:rPr>
                                      <m:t>𝑑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1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68580" marR="68580" marT="34290" marB="34290" anchor="ctr"/>
                    </a:tc>
                    <a:tc rowSpan="2"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5047">
                    <a:tc gridSpan="2"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100" b="0" smtClean="0">
                                        <a:solidFill>
                                          <a:sysClr val="windowText" lastClr="000000"/>
                                        </a:solidFill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100" b="0" smtClean="0">
                                        <a:solidFill>
                                          <a:sysClr val="windowText" lastClr="000000"/>
                                        </a:solidFill>
                                      </a:rPr>
                                      <m:t>𝑎</m:t>
                                    </m:r>
                                  </m:num>
                                  <m:den>
                                    <m:r>
                                      <a:rPr lang="en-US" sz="1100" b="0" smtClean="0">
                                        <a:solidFill>
                                          <a:sysClr val="windowText" lastClr="000000"/>
                                        </a:solidFill>
                                      </a:rPr>
                                      <m:t>𝑎</m:t>
                                    </m:r>
                                    <m:r>
                                      <a:rPr lang="en-US" sz="1100" b="0" smtClean="0">
                                        <a:solidFill>
                                          <a:sysClr val="windowText" lastClr="000000"/>
                                        </a:solidFill>
                                      </a:rPr>
                                      <m:t>+</m:t>
                                    </m:r>
                                    <m:r>
                                      <a:rPr lang="en-US" sz="1100" b="0" smtClean="0">
                                        <a:solidFill>
                                          <a:sysClr val="windowText" lastClr="000000"/>
                                        </a:solidFill>
                                      </a:rPr>
                                      <m:t>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1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1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68580" marR="68580" marT="34290" marB="34290"/>
                    </a:tc>
                    <a:tc gridSpan="2"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E5166B78-3156-6E23-7C4A-3F2082C3010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87724915"/>
                  </p:ext>
                </p:extLst>
              </p:nvPr>
            </p:nvGraphicFramePr>
            <p:xfrm>
              <a:off x="803333" y="3029837"/>
              <a:ext cx="7537333" cy="1942942"/>
            </p:xfrm>
            <a:graphic>
              <a:graphicData uri="http://schemas.openxmlformats.org/drawingml/2006/table">
                <a:tbl>
                  <a:tblPr firstRow="1" bandRow="1">
                    <a:tableStyleId>{69CF1AB2-1976-4502-BF36-3FF5EA218861}</a:tableStyleId>
                  </a:tblPr>
                  <a:tblGrid>
                    <a:gridCol w="125622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562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5622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5622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38944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122997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278130">
                    <a:tc rowSpan="2" gridSpan="2">
                      <a:txBody>
                        <a:bodyPr/>
                        <a:lstStyle/>
                        <a:p>
                          <a:endParaRPr lang="en-US" sz="11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68580" marR="68580" marT="34290" marB="34290"/>
                    </a:tc>
                    <a:tc rowSpan="2"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ysClr val="windowText" lastClr="000000"/>
                              </a:solidFill>
                            </a:rPr>
                            <a:t>Target</a:t>
                          </a:r>
                        </a:p>
                      </a:txBody>
                      <a:tcPr marL="68580" marR="68580" marT="34290" marB="34290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rowSpan="2" gridSpan="2">
                      <a:txBody>
                        <a:bodyPr/>
                        <a:lstStyle/>
                        <a:p>
                          <a:endParaRPr lang="en-US" sz="11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68580" marR="68580" marT="34290" marB="34290"/>
                    </a:tc>
                    <a:tc rowSpan="2"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8130">
                    <a:tc gridSpan="2"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ysClr val="windowText" lastClr="000000"/>
                              </a:solidFill>
                            </a:rPr>
                            <a:t>Positive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ysClr val="windowText" lastClr="000000"/>
                              </a:solidFill>
                            </a:rPr>
                            <a:t>Negative</a:t>
                          </a:r>
                        </a:p>
                      </a:txBody>
                      <a:tcPr marL="68580" marR="68580" marT="34290" marB="34290"/>
                    </a:tc>
                    <a:tc gridSpan="2"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58458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ysClr val="windowText" lastClr="000000"/>
                              </a:solidFill>
                            </a:rPr>
                            <a:t>Model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b="1" dirty="0">
                              <a:solidFill>
                                <a:sysClr val="windowText" lastClr="000000"/>
                              </a:solidFill>
                            </a:rPr>
                            <a:t>Positive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68580" marR="68580" marT="34290" marB="34290" anchor="ctr">
                        <a:blipFill>
                          <a:blip r:embed="rId3"/>
                          <a:stretch>
                            <a:fillRect l="-200971" t="-159322" r="-301456" b="-2898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68580" marR="68580" marT="34290" marB="34290" anchor="ctr">
                        <a:blipFill>
                          <a:blip r:embed="rId3"/>
                          <a:stretch>
                            <a:fillRect l="-300971" t="-159322" r="-201456" b="-2898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dirty="0">
                              <a:solidFill>
                                <a:sysClr val="windowText" lastClr="000000"/>
                              </a:solidFill>
                            </a:rPr>
                            <a:t>Precision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68580" marR="68580" marT="34290" marB="34290" anchor="ctr">
                        <a:blipFill>
                          <a:blip r:embed="rId3"/>
                          <a:stretch>
                            <a:fillRect l="-573370" t="-159322" r="-1087" b="-2898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5047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 b="1" dirty="0">
                              <a:solidFill>
                                <a:sysClr val="windowText" lastClr="000000"/>
                              </a:solidFill>
                            </a:rPr>
                            <a:t>Negative</a:t>
                          </a: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68580" marR="68580" marT="34290" marB="34290" anchor="ctr">
                        <a:blipFill>
                          <a:blip r:embed="rId3"/>
                          <a:stretch>
                            <a:fillRect l="-200971" t="-246774" r="-301456" b="-1758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68580" marR="68580" marT="34290" marB="34290" anchor="ctr">
                        <a:blipFill>
                          <a:blip r:embed="rId3"/>
                          <a:stretch>
                            <a:fillRect l="-300971" t="-246774" r="-201456" b="-1758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1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68580" marR="68580" marT="34290" marB="34290" anchor="ctr"/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sz="11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68580" marR="68580" marT="34290" marB="3429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78130">
                    <a:tc rowSpan="2" gridSpan="2">
                      <a:txBody>
                        <a:bodyPr/>
                        <a:lstStyle/>
                        <a:p>
                          <a:endParaRPr lang="en-US" sz="11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68580" marR="68580" marT="34290" marB="34290"/>
                    </a:tc>
                    <a:tc rowSpan="2"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dirty="0">
                              <a:solidFill>
                                <a:sysClr val="windowText" lastClr="000000"/>
                              </a:solidFill>
                            </a:rPr>
                            <a:t>Recall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1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68580" marR="68580" marT="34290" marB="34290"/>
                    </a:tc>
                    <a:tc rowSpan="2" gridSpan="2"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68580" marR="68580" marT="34290" marB="34290" anchor="ctr">
                        <a:blipFill>
                          <a:blip r:embed="rId3"/>
                          <a:stretch>
                            <a:fillRect l="-200000" t="-200935" r="-484" b="-1869"/>
                          </a:stretch>
                        </a:blipFill>
                      </a:tcPr>
                    </a:tc>
                    <a:tc rowSpan="2"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5047">
                    <a:tc gridSpan="2"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PK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200971" t="-419355" r="-301456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110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68580" marR="68580" marT="34290" marB="34290"/>
                    </a:tc>
                    <a:tc gridSpan="2" v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40179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>
          <a:extLst>
            <a:ext uri="{FF2B5EF4-FFF2-40B4-BE49-F238E27FC236}">
              <a16:creationId xmlns:a16="http://schemas.microsoft.com/office/drawing/2014/main" id="{1495CAFC-90B3-18AB-0A32-0E005E249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0">
            <a:extLst>
              <a:ext uri="{FF2B5EF4-FFF2-40B4-BE49-F238E27FC236}">
                <a16:creationId xmlns:a16="http://schemas.microsoft.com/office/drawing/2014/main" id="{B337D3FF-40C4-DBF6-60FB-D24D3FA2AC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0075" y="677188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6296"/>
              <a:buNone/>
            </a:pPr>
            <a:r>
              <a:rPr lang="en-GB" dirty="0"/>
              <a:t>F1-Score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4EC8367-5677-0745-E725-556C3BDA3FD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27650" y="1356628"/>
                <a:ext cx="7688700" cy="3605116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Harmonic mean between Precision and Recall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2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𝑃𝑟𝑒𝑐𝑖𝑠𝑖𝑜𝑛</m:t>
                        </m:r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𝑅𝑒𝑐𝑎𝑙𝑙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𝑃𝑟𝑒𝑐𝑖𝑠𝑖𝑜𝑛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𝑅𝑒𝑐𝑎𝑙𝑙</m:t>
                        </m:r>
                      </m:den>
                    </m:f>
                  </m:oMath>
                </a14:m>
                <a:r>
                  <a:rPr lang="en-GB" dirty="0"/>
                  <a:t> </a:t>
                </a:r>
              </a:p>
              <a:p>
                <a:r>
                  <a:rPr lang="en-GB" b="0" dirty="0"/>
                  <a:t>Biased F1-Score: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𝑃𝑟𝑒𝑐𝑖𝑠𝑖𝑜𝑛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𝑅𝑒𝑐𝑎𝑙𝑙</m:t>
                        </m:r>
                      </m:num>
                      <m:den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𝑃𝑟𝑒𝑐𝑖𝑠𝑖𝑜𝑛</m:t>
                            </m:r>
                          </m:e>
                        </m:d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𝑅𝑒𝑐𝑎𝑙𝑙</m:t>
                        </m:r>
                      </m:den>
                    </m:f>
                  </m:oMath>
                </a14:m>
                <a:endParaRPr lang="en-GB" dirty="0"/>
              </a:p>
              <a:p>
                <a:r>
                  <a:rPr lang="en-GB" dirty="0"/>
                  <a:t>The second equation says that Precision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GB" dirty="0"/>
                  <a:t> times more important than recall.</a:t>
                </a:r>
              </a:p>
              <a:p>
                <a:pPr marL="114300" indent="0">
                  <a:buNone/>
                </a:pPr>
                <a:r>
                  <a:rPr lang="en-GB" i="1" dirty="0"/>
                  <a:t>NOTE: F1-score is not the same as F-statistic which is used in analysis of variance</a:t>
                </a: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4EC8367-5677-0745-E725-556C3BDA3F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27650" y="1356628"/>
                <a:ext cx="7688700" cy="3605116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1698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>
          <a:extLst>
            <a:ext uri="{FF2B5EF4-FFF2-40B4-BE49-F238E27FC236}">
              <a16:creationId xmlns:a16="http://schemas.microsoft.com/office/drawing/2014/main" id="{2B915A40-5F0F-33B2-1C2E-0F0365EE6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0">
            <a:extLst>
              <a:ext uri="{FF2B5EF4-FFF2-40B4-BE49-F238E27FC236}">
                <a16:creationId xmlns:a16="http://schemas.microsoft.com/office/drawing/2014/main" id="{E3039D7F-65CA-8C31-E0A6-1A79E334C2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0075" y="677188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6296"/>
              <a:buNone/>
            </a:pPr>
            <a:r>
              <a:rPr lang="en-GB" dirty="0"/>
              <a:t>99% Accuracy Trap</a:t>
            </a:r>
            <a:endParaRPr dirty="0"/>
          </a:p>
        </p:txBody>
      </p:sp>
      <p:sp>
        <p:nvSpPr>
          <p:cNvPr id="538" name="Google Shape;538;p60">
            <a:extLst>
              <a:ext uri="{FF2B5EF4-FFF2-40B4-BE49-F238E27FC236}">
                <a16:creationId xmlns:a16="http://schemas.microsoft.com/office/drawing/2014/main" id="{907A1695-D3E9-F035-C1A7-5505FE20E0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7650" y="1356627"/>
            <a:ext cx="7688700" cy="33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➔"/>
            </a:pPr>
            <a:r>
              <a:rPr lang="en-GB" b="1" dirty="0"/>
              <a:t>Trap: </a:t>
            </a:r>
            <a:r>
              <a:rPr lang="en-GB" b="1" i="1" dirty="0"/>
              <a:t>“</a:t>
            </a:r>
            <a:r>
              <a:rPr lang="en-GB" i="1" dirty="0"/>
              <a:t>My model is 99% accurate. I shouldn’t need other metrics”.</a:t>
            </a:r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➔"/>
            </a:pPr>
            <a:r>
              <a:rPr lang="en-GB" b="1" dirty="0"/>
              <a:t>Case 4: </a:t>
            </a:r>
            <a:r>
              <a:rPr lang="en-GB" dirty="0"/>
              <a:t>Airport Security requires a model, which can detect arms in luggage.</a:t>
            </a:r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➔"/>
            </a:pPr>
            <a:r>
              <a:rPr lang="en-GB" dirty="0"/>
              <a:t>The problem? In real world, 999 out of 1000 passengers will not be carrying a weapon luggage.</a:t>
            </a:r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➔"/>
            </a:pPr>
            <a:r>
              <a:rPr lang="en-GB" dirty="0"/>
              <a:t>Meaning if your model Predicts them all as Negative, it will still be 99.9% Accurate.</a:t>
            </a:r>
          </a:p>
        </p:txBody>
      </p:sp>
    </p:spTree>
    <p:extLst>
      <p:ext uri="{BB962C8B-B14F-4D97-AF65-F5344CB8AC3E}">
        <p14:creationId xmlns:p14="http://schemas.microsoft.com/office/powerpoint/2010/main" val="4281227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>
          <a:extLst>
            <a:ext uri="{FF2B5EF4-FFF2-40B4-BE49-F238E27FC236}">
              <a16:creationId xmlns:a16="http://schemas.microsoft.com/office/drawing/2014/main" id="{6989CB0C-438B-5F99-A62D-7FA9ECBC5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0">
            <a:extLst>
              <a:ext uri="{FF2B5EF4-FFF2-40B4-BE49-F238E27FC236}">
                <a16:creationId xmlns:a16="http://schemas.microsoft.com/office/drawing/2014/main" id="{76E5108C-53E5-42F7-29F2-B6AA120027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0075" y="677188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6296"/>
              <a:buNone/>
            </a:pPr>
            <a:r>
              <a:rPr lang="en-GB" dirty="0"/>
              <a:t>Custom Metrics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8" name="Google Shape;538;p60">
                <a:extLst>
                  <a:ext uri="{FF2B5EF4-FFF2-40B4-BE49-F238E27FC236}">
                    <a16:creationId xmlns:a16="http://schemas.microsoft.com/office/drawing/2014/main" id="{870B5530-F989-A18D-C211-E18F7450DEF7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27650" y="1356627"/>
                <a:ext cx="7688700" cy="334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rmAutofit/>
              </a:bodyPr>
              <a:lstStyle/>
              <a:p>
                <a:pPr marL="457200" lvl="0" indent="-334327" algn="l" rtl="0">
                  <a:spcBef>
                    <a:spcPts val="0"/>
                  </a:spcBef>
                  <a:spcAft>
                    <a:spcPts val="0"/>
                  </a:spcAft>
                  <a:buSzPct val="100000"/>
                  <a:buChar char="➔"/>
                </a:pPr>
                <a:r>
                  <a:rPr lang="en-GB" dirty="0"/>
                  <a:t>Let’s try to solve the previous example.</a:t>
                </a:r>
              </a:p>
              <a:p>
                <a:pPr marL="457200" lvl="0" indent="-334327" algn="l" rtl="0">
                  <a:spcBef>
                    <a:spcPts val="0"/>
                  </a:spcBef>
                  <a:spcAft>
                    <a:spcPts val="0"/>
                  </a:spcAft>
                  <a:buSzPct val="100000"/>
                  <a:buChar char="➔"/>
                </a:pPr>
                <a:r>
                  <a:rPr lang="en-GB" dirty="0"/>
                  <a:t>We invent a custom metric (let’s call it Penalized Accuracy) where the model is penalized more if it misses out a positive.</a:t>
                </a:r>
              </a:p>
              <a:p>
                <a:pPr lvl="0" indent="-334327">
                  <a:buSzPct val="100000"/>
                  <a:buChar char="➔"/>
                </a:pP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𝑃𝑒𝑛𝐴𝑐𝑐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  <m:r>
                          <a:rPr lang="en-GB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en-GB" dirty="0"/>
                  <a:t> 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dirty="0"/>
                  <a:t> is the penalty paid if the model identifies a Positive as a Negative.</a:t>
                </a:r>
              </a:p>
            </p:txBody>
          </p:sp>
        </mc:Choice>
        <mc:Fallback>
          <p:sp>
            <p:nvSpPr>
              <p:cNvPr id="538" name="Google Shape;538;p60">
                <a:extLst>
                  <a:ext uri="{FF2B5EF4-FFF2-40B4-BE49-F238E27FC236}">
                    <a16:creationId xmlns:a16="http://schemas.microsoft.com/office/drawing/2014/main" id="{870B5530-F989-A18D-C211-E18F7450DEF7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27650" y="1356627"/>
                <a:ext cx="7688700" cy="3348900"/>
              </a:xfrm>
              <a:prstGeom prst="rect">
                <a:avLst/>
              </a:prstGeom>
              <a:blipFill>
                <a:blip r:embed="rId3"/>
                <a:stretch>
                  <a:fillRect r="-3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5004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68"/>
          <p:cNvSpPr txBox="1">
            <a:spLocks noGrp="1"/>
          </p:cNvSpPr>
          <p:nvPr>
            <p:ph type="title"/>
          </p:nvPr>
        </p:nvSpPr>
        <p:spPr>
          <a:xfrm>
            <a:off x="620075" y="6771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role of the classification threshold</a:t>
            </a: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0" name="Google Shape;600;p68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27650" y="1589702"/>
                <a:ext cx="7688700" cy="33489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rmAutofit fontScale="85000" lnSpcReduction="10000"/>
              </a:bodyPr>
              <a:lstStyle/>
              <a:p>
                <a:pPr marL="457200" lvl="0" indent="-334327" algn="l" rtl="0">
                  <a:spcBef>
                    <a:spcPts val="0"/>
                  </a:spcBef>
                  <a:spcAft>
                    <a:spcPts val="0"/>
                  </a:spcAft>
                  <a:buSzPct val="100000"/>
                  <a:buChar char="➔"/>
                </a:pPr>
                <a:r>
                  <a:rPr lang="en-GB" dirty="0"/>
                  <a:t>Our model return a probability. </a:t>
                </a:r>
              </a:p>
              <a:p>
                <a:pPr marL="457200" lvl="0" indent="-334327" algn="l" rtl="0">
                  <a:spcBef>
                    <a:spcPts val="0"/>
                  </a:spcBef>
                  <a:spcAft>
                    <a:spcPts val="0"/>
                  </a:spcAft>
                  <a:buSzPct val="100000"/>
                  <a:buChar char="➔"/>
                </a:pPr>
                <a:r>
                  <a:rPr lang="en-GB" dirty="0"/>
                  <a:t>To make it a binary prediction we need to pick a threshold</a:t>
                </a:r>
              </a:p>
              <a:p>
                <a:pPr marL="457200" lvl="0" indent="-334327" algn="l" rtl="0">
                  <a:spcBef>
                    <a:spcPts val="0"/>
                  </a:spcBef>
                  <a:spcAft>
                    <a:spcPts val="0"/>
                  </a:spcAft>
                  <a:buSzPct val="100000"/>
                  <a:buChar char="➔"/>
                </a:pPr>
                <a:r>
                  <a:rPr lang="en-GB" dirty="0"/>
                  <a:t>The most intuitive one is a 0.5 threshold. </a:t>
                </a:r>
              </a:p>
              <a:p>
                <a:pPr marL="914400" lvl="1" indent="-322580" algn="l" rtl="0">
                  <a:spcBef>
                    <a:spcPts val="0"/>
                  </a:spcBef>
                  <a:spcAft>
                    <a:spcPts val="0"/>
                  </a:spcAft>
                  <a:buSzPct val="100000"/>
                  <a:buChar char="◆"/>
                </a:pP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𝐼𝑓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=1)≥0.5→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𝐶𝑙𝑎𝑠𝑠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1</m:t>
                    </m:r>
                  </m:oMath>
                </a14:m>
                <a:endParaRPr lang="en-GB" dirty="0"/>
              </a:p>
              <a:p>
                <a:pPr marL="914400" lvl="1" indent="-322580" algn="l" rtl="0">
                  <a:spcBef>
                    <a:spcPts val="0"/>
                  </a:spcBef>
                  <a:spcAft>
                    <a:spcPts val="0"/>
                  </a:spcAft>
                  <a:buSzPct val="100000"/>
                  <a:buChar char="◆"/>
                </a:pP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𝐼𝑓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ur-PK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ur-PK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ur-PK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ur-PK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ur-PK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ur-PK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ur-PK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ur-PK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ur-PK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ur-PK" i="1" dirty="0" smtClean="0">
                        <a:latin typeface="Cambria Math" panose="02040503050406030204" pitchFamily="18" charset="0"/>
                      </a:rPr>
                      <m:t>𝐶𝑙𝑎𝑠𝑠</m:t>
                    </m:r>
                    <m:r>
                      <a:rPr lang="ur-PK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ur-PK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ur-PK" dirty="0"/>
              </a:p>
              <a:p>
                <a:pPr marL="457200" lvl="0" indent="-334327" algn="l" rtl="0">
                  <a:spcBef>
                    <a:spcPts val="0"/>
                  </a:spcBef>
                  <a:spcAft>
                    <a:spcPts val="0"/>
                  </a:spcAft>
                  <a:buSzPct val="100000"/>
                  <a:buChar char="➔"/>
                </a:pPr>
                <a:r>
                  <a:rPr lang="en-GB" dirty="0"/>
                  <a:t>But we can also adjust the threshold to control the type of error we make. E.g.:</a:t>
                </a:r>
              </a:p>
              <a:p>
                <a:pPr marL="914400" lvl="1" indent="-322580" algn="l" rtl="0">
                  <a:spcBef>
                    <a:spcPts val="0"/>
                  </a:spcBef>
                  <a:spcAft>
                    <a:spcPts val="0"/>
                  </a:spcAft>
                  <a:buSzPct val="100000"/>
                  <a:buChar char="◆"/>
                </a:pPr>
                <a:r>
                  <a:rPr lang="en-GB" dirty="0"/>
                  <a:t>It is worse to miss out (false negative) during luggage scanning.</a:t>
                </a:r>
              </a:p>
              <a:p>
                <a:pPr marL="914400" lvl="1" indent="-322580" algn="l" rtl="0">
                  <a:spcBef>
                    <a:spcPts val="0"/>
                  </a:spcBef>
                  <a:spcAft>
                    <a:spcPts val="0"/>
                  </a:spcAft>
                  <a:buSzPct val="100000"/>
                  <a:buChar char="◆"/>
                </a:pPr>
                <a:r>
                  <a:rPr lang="en-GB" dirty="0"/>
                  <a:t>In this case we might prefer to lower the threshold classification (to decrease the number of false negative).</a:t>
                </a:r>
                <a:endParaRPr dirty="0"/>
              </a:p>
            </p:txBody>
          </p:sp>
        </mc:Choice>
        <mc:Fallback>
          <p:sp>
            <p:nvSpPr>
              <p:cNvPr id="600" name="Google Shape;600;p68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27650" y="1589702"/>
                <a:ext cx="7688700" cy="3348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98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71"/>
          <p:cNvSpPr txBox="1">
            <a:spLocks noGrp="1"/>
          </p:cNvSpPr>
          <p:nvPr>
            <p:ph type="title"/>
          </p:nvPr>
        </p:nvSpPr>
        <p:spPr>
          <a:xfrm>
            <a:off x="620075" y="677209"/>
            <a:ext cx="7688700" cy="9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6296"/>
              <a:buNone/>
            </a:pPr>
            <a:r>
              <a:rPr lang="en" dirty="0"/>
              <a:t>ROC curve (Receiver Operating Characteristic) and ROC-AUC score</a:t>
            </a:r>
            <a:endParaRPr dirty="0"/>
          </a:p>
        </p:txBody>
      </p:sp>
      <p:sp>
        <p:nvSpPr>
          <p:cNvPr id="619" name="Google Shape;619;p71"/>
          <p:cNvSpPr txBox="1">
            <a:spLocks noGrp="1"/>
          </p:cNvSpPr>
          <p:nvPr>
            <p:ph type="body" idx="1"/>
          </p:nvPr>
        </p:nvSpPr>
        <p:spPr>
          <a:xfrm>
            <a:off x="727650" y="1720499"/>
            <a:ext cx="3844350" cy="3241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en" sz="1550" dirty="0">
                <a:highlight>
                  <a:schemeClr val="lt1"/>
                </a:highlight>
              </a:rPr>
              <a:t>Summarizes the model’s performance by evaluating the trade offs between</a:t>
            </a:r>
            <a:r>
              <a:rPr lang="en" sz="1550" b="1" dirty="0">
                <a:highlight>
                  <a:schemeClr val="lt1"/>
                </a:highlight>
              </a:rPr>
              <a:t> TPR  </a:t>
            </a:r>
            <a:r>
              <a:rPr lang="en" sz="1550" dirty="0">
                <a:highlight>
                  <a:schemeClr val="lt1"/>
                </a:highlight>
              </a:rPr>
              <a:t>(True Positive rate) and</a:t>
            </a:r>
            <a:r>
              <a:rPr lang="en" sz="1550" b="1" dirty="0">
                <a:highlight>
                  <a:schemeClr val="lt1"/>
                </a:highlight>
              </a:rPr>
              <a:t> FPR </a:t>
            </a:r>
            <a:r>
              <a:rPr lang="en" sz="1550" dirty="0">
                <a:highlight>
                  <a:schemeClr val="lt1"/>
                </a:highlight>
              </a:rPr>
              <a:t>(False Positive rate) </a:t>
            </a:r>
            <a:r>
              <a:rPr lang="en" sz="1550" b="1" dirty="0">
                <a:highlight>
                  <a:schemeClr val="lt1"/>
                </a:highlight>
              </a:rPr>
              <a:t>at different thresholds</a:t>
            </a:r>
            <a:r>
              <a:rPr lang="en" sz="1550" dirty="0">
                <a:highlight>
                  <a:schemeClr val="lt1"/>
                </a:highlight>
              </a:rPr>
              <a:t>.</a:t>
            </a:r>
          </a:p>
        </p:txBody>
      </p:sp>
      <p:pic>
        <p:nvPicPr>
          <p:cNvPr id="2" name="Content Placeholder 8">
            <a:extLst>
              <a:ext uri="{FF2B5EF4-FFF2-40B4-BE49-F238E27FC236}">
                <a16:creationId xmlns:a16="http://schemas.microsoft.com/office/drawing/2014/main" id="{DFA87B22-D921-7432-39D6-84F5F2A641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4042" y="1720500"/>
            <a:ext cx="4219958" cy="3423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92375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>
          <a:extLst>
            <a:ext uri="{FF2B5EF4-FFF2-40B4-BE49-F238E27FC236}">
              <a16:creationId xmlns:a16="http://schemas.microsoft.com/office/drawing/2014/main" id="{D7BDA41E-E7DA-F115-6A60-886DC876D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2">
            <a:extLst>
              <a:ext uri="{FF2B5EF4-FFF2-40B4-BE49-F238E27FC236}">
                <a16:creationId xmlns:a16="http://schemas.microsoft.com/office/drawing/2014/main" id="{A2309358-DF49-CD0C-6F58-114A660B46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0075" y="6771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Metrics commonly used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8" name="Google Shape;488;p52">
                <a:extLst>
                  <a:ext uri="{FF2B5EF4-FFF2-40B4-BE49-F238E27FC236}">
                    <a16:creationId xmlns:a16="http://schemas.microsoft.com/office/drawing/2014/main" id="{5E53831C-8AD2-B4C4-69AF-B004B6C9F011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27650" y="1356627"/>
                <a:ext cx="7688700" cy="33489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rmAutofit lnSpcReduction="10000"/>
              </a:bodyPr>
              <a:lstStyle/>
              <a:p>
                <a:pPr lvl="0"/>
                <a:r>
                  <a:rPr lang="en-GB" dirty="0"/>
                  <a:t>Intersection over Union: Used in Image Classification to measure overlap between predicted box and its actual bounding box.</a:t>
                </a:r>
              </a:p>
              <a:p>
                <a:pPr lvl="0"/>
                <a:r>
                  <a:rPr lang="en-GB" dirty="0"/>
                  <a:t>Error-based: Mean Squared Error,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ur-PK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ur-PK" i="1" dirty="0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ur-PK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(Chi-squared Error), Residual Standard Error</a:t>
                </a:r>
              </a:p>
              <a:p>
                <a:pPr lvl="0"/>
                <a:r>
                  <a:rPr lang="en-GB" dirty="0"/>
                  <a:t>Gain and Lift: Used to measures of effectiveness, as ratio between results obtained with and without the classification model.</a:t>
                </a:r>
              </a:p>
              <a:p>
                <a:pPr lvl="0"/>
                <a:r>
                  <a:rPr lang="en-GB" dirty="0"/>
                  <a:t>There are many more for you to explore. Always look at the use case before choosing evaluation metrics.</a:t>
                </a:r>
              </a:p>
            </p:txBody>
          </p:sp>
        </mc:Choice>
        <mc:Fallback>
          <p:sp>
            <p:nvSpPr>
              <p:cNvPr id="488" name="Google Shape;488;p52">
                <a:extLst>
                  <a:ext uri="{FF2B5EF4-FFF2-40B4-BE49-F238E27FC236}">
                    <a16:creationId xmlns:a16="http://schemas.microsoft.com/office/drawing/2014/main" id="{5E53831C-8AD2-B4C4-69AF-B004B6C9F011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27650" y="1356627"/>
                <a:ext cx="7688700" cy="3348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42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8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9"/>
              <a:buNone/>
            </a:pPr>
            <a:r>
              <a:rPr lang="en" dirty="0"/>
              <a:t>Implementation on Google Colab</a:t>
            </a:r>
            <a:endParaRPr dirty="0"/>
          </a:p>
        </p:txBody>
      </p:sp>
      <p:sp>
        <p:nvSpPr>
          <p:cNvPr id="8" name="Google Shape;431;p47">
            <a:extLst>
              <a:ext uri="{FF2B5EF4-FFF2-40B4-BE49-F238E27FC236}">
                <a16:creationId xmlns:a16="http://schemas.microsoft.com/office/drawing/2014/main" id="{CB52BA69-1A3F-710E-3C80-A6EB797F7C37}"/>
              </a:ext>
            </a:extLst>
          </p:cNvPr>
          <p:cNvSpPr txBox="1">
            <a:spLocks/>
          </p:cNvSpPr>
          <p:nvPr/>
        </p:nvSpPr>
        <p:spPr>
          <a:xfrm>
            <a:off x="727650" y="2571749"/>
            <a:ext cx="7688700" cy="247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330200">
              <a:lnSpc>
                <a:spcPct val="115000"/>
              </a:lnSpc>
              <a:buSzPts val="1600"/>
              <a:buFont typeface="Arial"/>
              <a:buChar char="➔"/>
            </a:pPr>
            <a:r>
              <a:rPr lang="cy-GB" sz="1600" dirty="0"/>
              <a:t>Objective 1: Explore the Titanic passenger survival dataset on Kaggle.com</a:t>
            </a:r>
          </a:p>
          <a:p>
            <a:pPr marL="457200" indent="-330200">
              <a:lnSpc>
                <a:spcPct val="115000"/>
              </a:lnSpc>
              <a:buSzPts val="1600"/>
              <a:buFont typeface="Arial"/>
              <a:buChar char="➔"/>
            </a:pPr>
            <a:r>
              <a:rPr lang="cy-GB" sz="1600" dirty="0"/>
              <a:t>Objective 2: Train a Linear Binary classification model to predict whether a passenger survives or not.</a:t>
            </a:r>
          </a:p>
          <a:p>
            <a:pPr marL="457200" indent="-330200">
              <a:lnSpc>
                <a:spcPct val="115000"/>
              </a:lnSpc>
              <a:buSzPts val="1600"/>
              <a:buFont typeface="Arial"/>
              <a:buChar char="➔"/>
            </a:pPr>
            <a:r>
              <a:rPr lang="cy-GB" sz="1600" dirty="0"/>
              <a:t>Objective 3: Use 80-20 spilt technique and evaluate your model on the 20% test data using 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7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Pros and Cons of Logistic regression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3" name="Google Shape;653;p76"/>
          <p:cNvSpPr txBox="1">
            <a:spLocks noGrp="1"/>
          </p:cNvSpPr>
          <p:nvPr>
            <p:ph type="body" idx="2"/>
          </p:nvPr>
        </p:nvSpPr>
        <p:spPr>
          <a:xfrm>
            <a:off x="4873600" y="1069325"/>
            <a:ext cx="4071600" cy="35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➔"/>
            </a:pPr>
            <a:r>
              <a:rPr lang="en" sz="1500" dirty="0">
                <a:highlight>
                  <a:srgbClr val="FFFFFF"/>
                </a:highlight>
              </a:rPr>
              <a:t>Advantages:</a:t>
            </a:r>
            <a:endParaRPr dirty="0"/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◆"/>
            </a:pPr>
            <a:r>
              <a:rPr lang="en" sz="1500" dirty="0">
                <a:highlight>
                  <a:srgbClr val="FFFFFF"/>
                </a:highlight>
              </a:rPr>
              <a:t>Easy to understand and easy to train</a:t>
            </a:r>
            <a:endParaRPr dirty="0"/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◆"/>
            </a:pPr>
            <a:r>
              <a:rPr lang="en" sz="1500" dirty="0">
                <a:highlight>
                  <a:srgbClr val="FFFFFF"/>
                </a:highlight>
              </a:rPr>
              <a:t>Performs well when the dataset is linearly separable</a:t>
            </a:r>
            <a:endParaRPr sz="1500" dirty="0">
              <a:highlight>
                <a:srgbClr val="FFFFFF"/>
              </a:highlight>
            </a:endParaRPr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◆"/>
            </a:pPr>
            <a:r>
              <a:rPr lang="en" sz="1500" dirty="0">
                <a:highlight>
                  <a:srgbClr val="FFFFFF"/>
                </a:highlight>
              </a:rPr>
              <a:t>High interpretability</a:t>
            </a:r>
            <a:endParaRPr sz="1500" dirty="0">
              <a:highlight>
                <a:srgbClr val="FFFFFF"/>
              </a:highlight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➔"/>
            </a:pPr>
            <a:r>
              <a:rPr lang="en" sz="1500" dirty="0">
                <a:highlight>
                  <a:srgbClr val="FFFFFF"/>
                </a:highlight>
              </a:rPr>
              <a:t>Disadvantages:</a:t>
            </a:r>
            <a:endParaRPr sz="1500" dirty="0">
              <a:highlight>
                <a:srgbClr val="FFFFFF"/>
              </a:highlight>
            </a:endParaRPr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◆"/>
            </a:pPr>
            <a:r>
              <a:rPr lang="en" sz="1500" b="1" dirty="0">
                <a:highlight>
                  <a:srgbClr val="FFFFFF"/>
                </a:highlight>
              </a:rPr>
              <a:t>Not suitable for nonlinearly separable datasets</a:t>
            </a:r>
            <a:endParaRPr sz="1500" b="1" dirty="0">
              <a:highlight>
                <a:srgbClr val="FFFFFF"/>
              </a:highlight>
            </a:endParaRPr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◆"/>
            </a:pPr>
            <a:r>
              <a:rPr lang="en" sz="1500" dirty="0">
                <a:highlight>
                  <a:srgbClr val="FFFFFF"/>
                </a:highlight>
              </a:rPr>
              <a:t>Will overfit if the number of observations is lesser than the number of features</a:t>
            </a:r>
            <a:endParaRPr sz="1500" dirty="0">
              <a:highlight>
                <a:srgbClr val="FFFFFF"/>
              </a:highlight>
            </a:endParaRPr>
          </a:p>
        </p:txBody>
      </p:sp>
      <p:pic>
        <p:nvPicPr>
          <p:cNvPr id="654" name="Google Shape;654;p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7125" y="2837802"/>
            <a:ext cx="2920399" cy="21478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5" name="Google Shape;655;p76"/>
          <p:cNvCxnSpPr/>
          <p:nvPr/>
        </p:nvCxnSpPr>
        <p:spPr>
          <a:xfrm>
            <a:off x="1018041" y="3855735"/>
            <a:ext cx="2404500" cy="19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77"/>
          <p:cNvSpPr txBox="1">
            <a:spLocks noGrp="1"/>
          </p:cNvSpPr>
          <p:nvPr>
            <p:ph type="title"/>
          </p:nvPr>
        </p:nvSpPr>
        <p:spPr>
          <a:xfrm>
            <a:off x="620075" y="6771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662" name="Google Shape;662;p77"/>
          <p:cNvSpPr txBox="1">
            <a:spLocks noGrp="1"/>
          </p:cNvSpPr>
          <p:nvPr>
            <p:ph type="subTitle" idx="2"/>
          </p:nvPr>
        </p:nvSpPr>
        <p:spPr>
          <a:xfrm>
            <a:off x="6132050" y="3876925"/>
            <a:ext cx="2309100" cy="6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Please share your feedback with us for this week (2mins)!</a:t>
            </a:r>
            <a:endParaRPr/>
          </a:p>
        </p:txBody>
      </p:sp>
      <p:sp>
        <p:nvSpPr>
          <p:cNvPr id="663" name="Google Shape;663;p77"/>
          <p:cNvSpPr txBox="1">
            <a:spLocks noGrp="1"/>
          </p:cNvSpPr>
          <p:nvPr>
            <p:ph type="body" idx="1"/>
          </p:nvPr>
        </p:nvSpPr>
        <p:spPr>
          <a:xfrm>
            <a:off x="686525" y="1356625"/>
            <a:ext cx="4516200" cy="334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Time for the practicals!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DIY: Customize the Titanic dataset. This time do not exclude Name and Cabin features. Think of ways these fields can be used to improve your model.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956</Words>
  <Application>Microsoft Office PowerPoint</Application>
  <PresentationFormat>On-screen Show (16:9)</PresentationFormat>
  <Paragraphs>113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Cambria Math</vt:lpstr>
      <vt:lpstr>Raleway</vt:lpstr>
      <vt:lpstr>Lato</vt:lpstr>
      <vt:lpstr>Arial</vt:lpstr>
      <vt:lpstr>Lexend</vt:lpstr>
      <vt:lpstr>Courier New</vt:lpstr>
      <vt:lpstr>Streamline</vt:lpstr>
      <vt:lpstr>Evaluating Machine Learning Models</vt:lpstr>
      <vt:lpstr>Recap…</vt:lpstr>
      <vt:lpstr>Evaluating a model</vt:lpstr>
      <vt:lpstr>Evaluating a classifier</vt:lpstr>
      <vt:lpstr>High Accuracy trap</vt:lpstr>
      <vt:lpstr>Choosing the right metric</vt:lpstr>
      <vt:lpstr>Confusion Matrix</vt:lpstr>
      <vt:lpstr>F1-Score</vt:lpstr>
      <vt:lpstr>99% Accuracy Trap</vt:lpstr>
      <vt:lpstr>Custom Metrics</vt:lpstr>
      <vt:lpstr>The role of the classification threshold</vt:lpstr>
      <vt:lpstr>ROC curve (Receiver Operating Characteristic) and ROC-AUC score</vt:lpstr>
      <vt:lpstr>Metrics commonly used</vt:lpstr>
      <vt:lpstr>Implementation on Google Colab</vt:lpstr>
      <vt:lpstr>Pros and Cons of Logistic regression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Owais Ahmed</cp:lastModifiedBy>
  <cp:revision>1</cp:revision>
  <dcterms:modified xsi:type="dcterms:W3CDTF">2025-05-02T17:08:03Z</dcterms:modified>
</cp:coreProperties>
</file>