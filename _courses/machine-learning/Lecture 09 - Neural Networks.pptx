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29"/>
  </p:notesMasterIdLst>
  <p:sldIdLst>
    <p:sldId id="256" r:id="rId2"/>
    <p:sldId id="257" r:id="rId3"/>
    <p:sldId id="258" r:id="rId4"/>
    <p:sldId id="308" r:id="rId5"/>
    <p:sldId id="261" r:id="rId6"/>
    <p:sldId id="262" r:id="rId7"/>
    <p:sldId id="310" r:id="rId8"/>
    <p:sldId id="312" r:id="rId9"/>
    <p:sldId id="313" r:id="rId10"/>
    <p:sldId id="314" r:id="rId11"/>
    <p:sldId id="315" r:id="rId12"/>
    <p:sldId id="316" r:id="rId13"/>
    <p:sldId id="317" r:id="rId14"/>
    <p:sldId id="319" r:id="rId15"/>
    <p:sldId id="321" r:id="rId16"/>
    <p:sldId id="322" r:id="rId17"/>
    <p:sldId id="318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1" r:id="rId27"/>
    <p:sldId id="302" r:id="rId2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0"/>
    </p:embeddedFont>
    <p:embeddedFont>
      <p:font typeface="Cascadia Code Light" panose="020B0609020000020004" pitchFamily="49" charset="0"/>
      <p:regular r:id="rId31"/>
      <p:bold r:id="rId32"/>
      <p:italic r:id="rId33"/>
      <p:boldItalic r:id="rId34"/>
    </p:embeddedFont>
    <p:embeddedFont>
      <p:font typeface="Garamond" panose="02020404030301010803" pitchFamily="18" charset="0"/>
      <p:regular r:id="rId35"/>
      <p:bold r:id="rId36"/>
      <p:italic r:id="rId37"/>
      <p:boldItalic r:id="rId38"/>
    </p:embeddedFon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Lexend" panose="020B0604020202020204" charset="0"/>
      <p:regular r:id="rId43"/>
      <p:bold r:id="rId44"/>
    </p:embeddedFont>
    <p:embeddedFont>
      <p:font typeface="Raleway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5124BA-C144-9946-8016-BBD4A2AD00DA}" v="42" dt="2025-08-24T13:05:55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42FE6F76-A7CC-49B0-95E0-6A4E243A03AE}"/>
    <pc:docChg chg="undo custSel modSld">
      <pc:chgData name="Owais Ahmed" userId="6abc7d4556b3b071" providerId="LiveId" clId="{42FE6F76-A7CC-49B0-95E0-6A4E243A03AE}" dt="2025-08-17T12:39:38.972" v="470" actId="20577"/>
      <pc:docMkLst>
        <pc:docMk/>
      </pc:docMkLst>
      <pc:sldChg chg="modSp modAnim">
        <pc:chgData name="Owais Ahmed" userId="6abc7d4556b3b071" providerId="LiveId" clId="{42FE6F76-A7CC-49B0-95E0-6A4E243A03AE}" dt="2025-08-17T11:42:57.213" v="22" actId="115"/>
        <pc:sldMkLst>
          <pc:docMk/>
          <pc:sldMk cId="0" sldId="262"/>
        </pc:sldMkLst>
        <pc:spChg chg="mod">
          <ac:chgData name="Owais Ahmed" userId="6abc7d4556b3b071" providerId="LiveId" clId="{42FE6F76-A7CC-49B0-95E0-6A4E243A03AE}" dt="2025-08-17T11:42:57.213" v="22" actId="115"/>
          <ac:spMkLst>
            <pc:docMk/>
            <pc:sldMk cId="0" sldId="262"/>
            <ac:spMk id="153" creationId="{00000000-0000-0000-0000-000000000000}"/>
          </ac:spMkLst>
        </pc:spChg>
      </pc:sldChg>
      <pc:sldChg chg="addSp modSp mod">
        <pc:chgData name="Owais Ahmed" userId="6abc7d4556b3b071" providerId="LiveId" clId="{42FE6F76-A7CC-49B0-95E0-6A4E243A03AE}" dt="2025-08-17T11:52:37.360" v="252" actId="6549"/>
        <pc:sldMkLst>
          <pc:docMk/>
          <pc:sldMk cId="0" sldId="281"/>
        </pc:sldMkLst>
        <pc:spChg chg="add mod">
          <ac:chgData name="Owais Ahmed" userId="6abc7d4556b3b071" providerId="LiveId" clId="{42FE6F76-A7CC-49B0-95E0-6A4E243A03AE}" dt="2025-08-17T11:52:37.360" v="252" actId="6549"/>
          <ac:spMkLst>
            <pc:docMk/>
            <pc:sldMk cId="0" sldId="281"/>
            <ac:spMk id="2" creationId="{59BC6EBD-98DE-B22D-FA6A-5B8A374D6E0D}"/>
          </ac:spMkLst>
        </pc:spChg>
      </pc:sldChg>
      <pc:sldChg chg="addSp modSp mod">
        <pc:chgData name="Owais Ahmed" userId="6abc7d4556b3b071" providerId="LiveId" clId="{42FE6F76-A7CC-49B0-95E0-6A4E243A03AE}" dt="2025-08-17T11:54:01.328" v="404" actId="6549"/>
        <pc:sldMkLst>
          <pc:docMk/>
          <pc:sldMk cId="0" sldId="302"/>
        </pc:sldMkLst>
        <pc:spChg chg="add mod">
          <ac:chgData name="Owais Ahmed" userId="6abc7d4556b3b071" providerId="LiveId" clId="{42FE6F76-A7CC-49B0-95E0-6A4E243A03AE}" dt="2025-08-17T11:54:01.328" v="404" actId="6549"/>
          <ac:spMkLst>
            <pc:docMk/>
            <pc:sldMk cId="0" sldId="302"/>
            <ac:spMk id="2" creationId="{0772DD3B-66EE-08BF-FC52-F1B5A9F86615}"/>
          </ac:spMkLst>
        </pc:spChg>
      </pc:sldChg>
      <pc:sldChg chg="modSp">
        <pc:chgData name="Owais Ahmed" userId="6abc7d4556b3b071" providerId="LiveId" clId="{42FE6F76-A7CC-49B0-95E0-6A4E243A03AE}" dt="2025-08-17T12:39:38.972" v="470" actId="20577"/>
        <pc:sldMkLst>
          <pc:docMk/>
          <pc:sldMk cId="4023576742" sldId="314"/>
        </pc:sldMkLst>
        <pc:spChg chg="mod">
          <ac:chgData name="Owais Ahmed" userId="6abc7d4556b3b071" providerId="LiveId" clId="{42FE6F76-A7CC-49B0-95E0-6A4E243A03AE}" dt="2025-08-17T12:39:38.972" v="470" actId="20577"/>
          <ac:spMkLst>
            <pc:docMk/>
            <pc:sldMk cId="4023576742" sldId="314"/>
            <ac:spMk id="153" creationId="{5B9E9229-E4AE-961D-4E3B-63C31706637C}"/>
          </ac:spMkLst>
        </pc:spChg>
      </pc:sldChg>
      <pc:sldChg chg="modAnim">
        <pc:chgData name="Owais Ahmed" userId="6abc7d4556b3b071" providerId="LiveId" clId="{42FE6F76-A7CC-49B0-95E0-6A4E243A03AE}" dt="2025-08-17T11:59:04.950" v="406"/>
        <pc:sldMkLst>
          <pc:docMk/>
          <pc:sldMk cId="1176888198" sldId="315"/>
        </pc:sldMkLst>
      </pc:sldChg>
      <pc:sldChg chg="modAnim">
        <pc:chgData name="Owais Ahmed" userId="6abc7d4556b3b071" providerId="LiveId" clId="{42FE6F76-A7CC-49B0-95E0-6A4E243A03AE}" dt="2025-08-17T12:00:07.610" v="416"/>
        <pc:sldMkLst>
          <pc:docMk/>
          <pc:sldMk cId="1610371689" sldId="316"/>
        </pc:sldMkLst>
      </pc:sldChg>
      <pc:sldChg chg="modAnim">
        <pc:chgData name="Owais Ahmed" userId="6abc7d4556b3b071" providerId="LiveId" clId="{42FE6F76-A7CC-49B0-95E0-6A4E243A03AE}" dt="2025-08-17T12:02:17.846" v="419"/>
        <pc:sldMkLst>
          <pc:docMk/>
          <pc:sldMk cId="889366887" sldId="317"/>
        </pc:sldMkLst>
      </pc:sldChg>
      <pc:sldChg chg="modSp mod addAnim delAnim">
        <pc:chgData name="Owais Ahmed" userId="6abc7d4556b3b071" providerId="LiveId" clId="{42FE6F76-A7CC-49B0-95E0-6A4E243A03AE}" dt="2025-08-17T12:04:00.291" v="468" actId="20577"/>
        <pc:sldMkLst>
          <pc:docMk/>
          <pc:sldMk cId="1372116377" sldId="319"/>
        </pc:sldMkLst>
        <pc:spChg chg="mod">
          <ac:chgData name="Owais Ahmed" userId="6abc7d4556b3b071" providerId="LiveId" clId="{42FE6F76-A7CC-49B0-95E0-6A4E243A03AE}" dt="2025-08-17T12:04:00.291" v="468" actId="20577"/>
          <ac:spMkLst>
            <pc:docMk/>
            <pc:sldMk cId="1372116377" sldId="319"/>
            <ac:spMk id="153" creationId="{6C4302AD-0389-6D7D-7C12-FFCE095F1CDF}"/>
          </ac:spMkLst>
        </pc:spChg>
      </pc:sldChg>
    </pc:docChg>
  </pc:docChgLst>
  <pc:docChgLst>
    <pc:chgData name="Owais Ahmed" userId="6abc7d4556b3b071" providerId="LiveId" clId="{B4493FD0-824D-42DE-9BB3-BF115F891D4D}"/>
    <pc:docChg chg="undo redo custSel addSld delSld modSld">
      <pc:chgData name="Owais Ahmed" userId="6abc7d4556b3b071" providerId="LiveId" clId="{B4493FD0-824D-42DE-9BB3-BF115F891D4D}" dt="2025-05-30T15:54:43.282" v="4696" actId="20577"/>
      <pc:docMkLst>
        <pc:docMk/>
      </pc:docMkLst>
      <pc:sldChg chg="addSp delSp modSp mod modAnim">
        <pc:chgData name="Owais Ahmed" userId="6abc7d4556b3b071" providerId="LiveId" clId="{B4493FD0-824D-42DE-9BB3-BF115F891D4D}" dt="2025-05-30T14:19:32.235" v="253"/>
        <pc:sldMkLst>
          <pc:docMk/>
          <pc:sldMk cId="0" sldId="257"/>
        </pc:sldMkLst>
      </pc:sldChg>
      <pc:sldChg chg="addSp modSp mod modAnim">
        <pc:chgData name="Owais Ahmed" userId="6abc7d4556b3b071" providerId="LiveId" clId="{B4493FD0-824D-42DE-9BB3-BF115F891D4D}" dt="2025-05-30T14:19:53.010" v="261"/>
        <pc:sldMkLst>
          <pc:docMk/>
          <pc:sldMk cId="0" sldId="258"/>
        </pc:sldMkLst>
      </pc:sldChg>
      <pc:sldChg chg="modSp del mod">
        <pc:chgData name="Owais Ahmed" userId="6abc7d4556b3b071" providerId="LiveId" clId="{B4493FD0-824D-42DE-9BB3-BF115F891D4D}" dt="2025-05-30T14:17:10.826" v="150" actId="47"/>
        <pc:sldMkLst>
          <pc:docMk/>
          <pc:sldMk cId="0" sldId="259"/>
        </pc:sldMkLst>
      </pc:sldChg>
      <pc:sldChg chg="modSp del mod">
        <pc:chgData name="Owais Ahmed" userId="6abc7d4556b3b071" providerId="LiveId" clId="{B4493FD0-824D-42DE-9BB3-BF115F891D4D}" dt="2025-05-30T14:15:29.088" v="50" actId="47"/>
        <pc:sldMkLst>
          <pc:docMk/>
          <pc:sldMk cId="0" sldId="260"/>
        </pc:sldMkLst>
      </pc:sldChg>
      <pc:sldChg chg="addSp delSp modSp mod modNotes">
        <pc:chgData name="Owais Ahmed" userId="6abc7d4556b3b071" providerId="LiveId" clId="{B4493FD0-824D-42DE-9BB3-BF115F891D4D}" dt="2025-05-30T15:35:41.114" v="4175" actId="21"/>
        <pc:sldMkLst>
          <pc:docMk/>
          <pc:sldMk cId="0" sldId="261"/>
        </pc:sldMkLst>
      </pc:sldChg>
      <pc:sldChg chg="addSp delSp modSp mod modNotesTx">
        <pc:chgData name="Owais Ahmed" userId="6abc7d4556b3b071" providerId="LiveId" clId="{B4493FD0-824D-42DE-9BB3-BF115F891D4D}" dt="2025-05-30T15:01:43.468" v="1762" actId="20577"/>
        <pc:sldMkLst>
          <pc:docMk/>
          <pc:sldMk cId="0" sldId="262"/>
        </pc:sldMkLst>
      </pc:sldChg>
      <pc:sldChg chg="del">
        <pc:chgData name="Owais Ahmed" userId="6abc7d4556b3b071" providerId="LiveId" clId="{B4493FD0-824D-42DE-9BB3-BF115F891D4D}" dt="2025-05-30T15:39:27.755" v="4256" actId="47"/>
        <pc:sldMkLst>
          <pc:docMk/>
          <pc:sldMk cId="0" sldId="263"/>
        </pc:sldMkLst>
      </pc:sldChg>
      <pc:sldChg chg="modSp del mod">
        <pc:chgData name="Owais Ahmed" userId="6abc7d4556b3b071" providerId="LiveId" clId="{B4493FD0-824D-42DE-9BB3-BF115F891D4D}" dt="2025-05-30T15:44:55.395" v="4352" actId="47"/>
        <pc:sldMkLst>
          <pc:docMk/>
          <pc:sldMk cId="0" sldId="265"/>
        </pc:sldMkLst>
      </pc:sldChg>
      <pc:sldChg chg="addSp delSp modSp del mod">
        <pc:chgData name="Owais Ahmed" userId="6abc7d4556b3b071" providerId="LiveId" clId="{B4493FD0-824D-42DE-9BB3-BF115F891D4D}" dt="2025-05-30T15:52:49.517" v="4666" actId="47"/>
        <pc:sldMkLst>
          <pc:docMk/>
          <pc:sldMk cId="0" sldId="266"/>
        </pc:sldMkLst>
      </pc:sldChg>
      <pc:sldChg chg="modSp mod">
        <pc:chgData name="Owais Ahmed" userId="6abc7d4556b3b071" providerId="LiveId" clId="{B4493FD0-824D-42DE-9BB3-BF115F891D4D}" dt="2025-05-30T14:15:54.474" v="76" actId="27636"/>
        <pc:sldMkLst>
          <pc:docMk/>
          <pc:sldMk cId="0" sldId="267"/>
        </pc:sldMkLst>
      </pc:sldChg>
      <pc:sldChg chg="modSp mod">
        <pc:chgData name="Owais Ahmed" userId="6abc7d4556b3b071" providerId="LiveId" clId="{B4493FD0-824D-42DE-9BB3-BF115F891D4D}" dt="2025-05-30T15:49:45.493" v="4514" actId="27636"/>
        <pc:sldMkLst>
          <pc:docMk/>
          <pc:sldMk cId="0" sldId="274"/>
        </pc:sldMkLst>
      </pc:sldChg>
      <pc:sldChg chg="modSp mod">
        <pc:chgData name="Owais Ahmed" userId="6abc7d4556b3b071" providerId="LiveId" clId="{B4493FD0-824D-42DE-9BB3-BF115F891D4D}" dt="2025-05-30T14:15:54.490" v="78" actId="27636"/>
        <pc:sldMkLst>
          <pc:docMk/>
          <pc:sldMk cId="0" sldId="280"/>
        </pc:sldMkLst>
      </pc:sldChg>
      <pc:sldChg chg="modSp mod">
        <pc:chgData name="Owais Ahmed" userId="6abc7d4556b3b071" providerId="LiveId" clId="{B4493FD0-824D-42DE-9BB3-BF115F891D4D}" dt="2025-05-30T14:15:54.490" v="79" actId="27636"/>
        <pc:sldMkLst>
          <pc:docMk/>
          <pc:sldMk cId="0" sldId="287"/>
        </pc:sldMkLst>
      </pc:sldChg>
      <pc:sldChg chg="modSp mod">
        <pc:chgData name="Owais Ahmed" userId="6abc7d4556b3b071" providerId="LiveId" clId="{B4493FD0-824D-42DE-9BB3-BF115F891D4D}" dt="2025-05-30T14:15:54.490" v="80" actId="27636"/>
        <pc:sldMkLst>
          <pc:docMk/>
          <pc:sldMk cId="0" sldId="288"/>
        </pc:sldMkLst>
      </pc:sldChg>
      <pc:sldChg chg="modSp mod">
        <pc:chgData name="Owais Ahmed" userId="6abc7d4556b3b071" providerId="LiveId" clId="{B4493FD0-824D-42DE-9BB3-BF115F891D4D}" dt="2025-05-30T14:15:54.506" v="81" actId="27636"/>
        <pc:sldMkLst>
          <pc:docMk/>
          <pc:sldMk cId="0" sldId="292"/>
        </pc:sldMkLst>
      </pc:sldChg>
      <pc:sldChg chg="modSp mod">
        <pc:chgData name="Owais Ahmed" userId="6abc7d4556b3b071" providerId="LiveId" clId="{B4493FD0-824D-42DE-9BB3-BF115F891D4D}" dt="2025-05-30T14:15:54.506" v="82" actId="27636"/>
        <pc:sldMkLst>
          <pc:docMk/>
          <pc:sldMk cId="0" sldId="301"/>
        </pc:sldMkLst>
      </pc:sldChg>
      <pc:sldChg chg="modSp mod">
        <pc:chgData name="Owais Ahmed" userId="6abc7d4556b3b071" providerId="LiveId" clId="{B4493FD0-824D-42DE-9BB3-BF115F891D4D}" dt="2025-05-30T14:15:54.506" v="83" actId="27636"/>
        <pc:sldMkLst>
          <pc:docMk/>
          <pc:sldMk cId="0" sldId="302"/>
        </pc:sldMkLst>
      </pc:sldChg>
      <pc:sldChg chg="modSp mod">
        <pc:chgData name="Owais Ahmed" userId="6abc7d4556b3b071" providerId="LiveId" clId="{B4493FD0-824D-42DE-9BB3-BF115F891D4D}" dt="2025-05-30T14:15:54.506" v="84" actId="27636"/>
        <pc:sldMkLst>
          <pc:docMk/>
          <pc:sldMk cId="0" sldId="307"/>
        </pc:sldMkLst>
      </pc:sldChg>
      <pc:sldChg chg="addSp delSp modSp add mod modAnim">
        <pc:chgData name="Owais Ahmed" userId="6abc7d4556b3b071" providerId="LiveId" clId="{B4493FD0-824D-42DE-9BB3-BF115F891D4D}" dt="2025-05-30T14:20:15.520" v="266"/>
        <pc:sldMkLst>
          <pc:docMk/>
          <pc:sldMk cId="3100451437" sldId="308"/>
        </pc:sldMkLst>
      </pc:sldChg>
      <pc:sldChg chg="addSp delSp modSp add del mod modNotesTx">
        <pc:chgData name="Owais Ahmed" userId="6abc7d4556b3b071" providerId="LiveId" clId="{B4493FD0-824D-42DE-9BB3-BF115F891D4D}" dt="2025-05-30T15:36:54.143" v="4188" actId="47"/>
        <pc:sldMkLst>
          <pc:docMk/>
          <pc:sldMk cId="3223273666" sldId="309"/>
        </pc:sldMkLst>
      </pc:sldChg>
      <pc:sldChg chg="modSp add mod modAnim">
        <pc:chgData name="Owais Ahmed" userId="6abc7d4556b3b071" providerId="LiveId" clId="{B4493FD0-824D-42DE-9BB3-BF115F891D4D}" dt="2025-05-30T14:47:26.831" v="1392"/>
        <pc:sldMkLst>
          <pc:docMk/>
          <pc:sldMk cId="927884269" sldId="310"/>
        </pc:sldMkLst>
      </pc:sldChg>
      <pc:sldChg chg="modSp add mod">
        <pc:chgData name="Owais Ahmed" userId="6abc7d4556b3b071" providerId="LiveId" clId="{B4493FD0-824D-42DE-9BB3-BF115F891D4D}" dt="2025-05-30T15:01:00.834" v="1732" actId="20577"/>
        <pc:sldMkLst>
          <pc:docMk/>
          <pc:sldMk cId="630974266" sldId="311"/>
        </pc:sldMkLst>
      </pc:sldChg>
      <pc:sldChg chg="modSp add mod">
        <pc:chgData name="Owais Ahmed" userId="6abc7d4556b3b071" providerId="LiveId" clId="{B4493FD0-824D-42DE-9BB3-BF115F891D4D}" dt="2025-05-30T15:09:31.969" v="2598" actId="20577"/>
        <pc:sldMkLst>
          <pc:docMk/>
          <pc:sldMk cId="3730851070" sldId="312"/>
        </pc:sldMkLst>
      </pc:sldChg>
      <pc:sldChg chg="modSp add mod">
        <pc:chgData name="Owais Ahmed" userId="6abc7d4556b3b071" providerId="LiveId" clId="{B4493FD0-824D-42DE-9BB3-BF115F891D4D}" dt="2025-05-30T15:15:23.408" v="2851" actId="20577"/>
        <pc:sldMkLst>
          <pc:docMk/>
          <pc:sldMk cId="4058053515" sldId="313"/>
        </pc:sldMkLst>
      </pc:sldChg>
      <pc:sldChg chg="modSp add mod">
        <pc:chgData name="Owais Ahmed" userId="6abc7d4556b3b071" providerId="LiveId" clId="{B4493FD0-824D-42DE-9BB3-BF115F891D4D}" dt="2025-05-30T15:21:38.016" v="3634" actId="20577"/>
        <pc:sldMkLst>
          <pc:docMk/>
          <pc:sldMk cId="4023576742" sldId="314"/>
        </pc:sldMkLst>
      </pc:sldChg>
      <pc:sldChg chg="modSp add mod">
        <pc:chgData name="Owais Ahmed" userId="6abc7d4556b3b071" providerId="LiveId" clId="{B4493FD0-824D-42DE-9BB3-BF115F891D4D}" dt="2025-05-30T15:35:17.275" v="4174" actId="20577"/>
        <pc:sldMkLst>
          <pc:docMk/>
          <pc:sldMk cId="1176888198" sldId="315"/>
        </pc:sldMkLst>
      </pc:sldChg>
      <pc:sldChg chg="addSp modSp add mod modNotesTx">
        <pc:chgData name="Owais Ahmed" userId="6abc7d4556b3b071" providerId="LiveId" clId="{B4493FD0-824D-42DE-9BB3-BF115F891D4D}" dt="2025-05-30T15:44:24.739" v="4351" actId="1076"/>
        <pc:sldMkLst>
          <pc:docMk/>
          <pc:sldMk cId="1610371689" sldId="316"/>
        </pc:sldMkLst>
      </pc:sldChg>
      <pc:sldChg chg="addSp delSp modSp add mod">
        <pc:chgData name="Owais Ahmed" userId="6abc7d4556b3b071" providerId="LiveId" clId="{B4493FD0-824D-42DE-9BB3-BF115F891D4D}" dt="2025-05-30T15:52:43.629" v="4665" actId="20577"/>
        <pc:sldMkLst>
          <pc:docMk/>
          <pc:sldMk cId="889366887" sldId="317"/>
        </pc:sldMkLst>
      </pc:sldChg>
      <pc:sldChg chg="modSp add mod">
        <pc:chgData name="Owais Ahmed" userId="6abc7d4556b3b071" providerId="LiveId" clId="{B4493FD0-824D-42DE-9BB3-BF115F891D4D}" dt="2025-05-30T15:54:43.282" v="4696" actId="20577"/>
        <pc:sldMkLst>
          <pc:docMk/>
          <pc:sldMk cId="1554486010" sldId="318"/>
        </pc:sldMkLst>
      </pc:sldChg>
    </pc:docChg>
  </pc:docChgLst>
  <pc:docChgLst>
    <pc:chgData name="Owais Ahmed" userId="6abc7d4556b3b071" providerId="LiveId" clId="{A2721C1D-A255-5ADB-8278-46683EFE3E62}"/>
    <pc:docChg chg="undo custSel addSld delSld modSld">
      <pc:chgData name="Owais Ahmed" userId="6abc7d4556b3b071" providerId="LiveId" clId="{A2721C1D-A255-5ADB-8278-46683EFE3E62}" dt="2025-08-24T13:05:55.091" v="41" actId="14100"/>
      <pc:docMkLst>
        <pc:docMk/>
      </pc:docMkLst>
      <pc:sldChg chg="add del">
        <pc:chgData name="Owais Ahmed" userId="6abc7d4556b3b071" providerId="LiveId" clId="{A2721C1D-A255-5ADB-8278-46683EFE3E62}" dt="2025-08-24T13:00:57.840" v="5" actId="2696"/>
        <pc:sldMkLst>
          <pc:docMk/>
          <pc:sldMk cId="630974266" sldId="311"/>
        </pc:sldMkLst>
      </pc:sldChg>
      <pc:sldChg chg="modSp mod modAnim">
        <pc:chgData name="Owais Ahmed" userId="6abc7d4556b3b071" providerId="LiveId" clId="{A2721C1D-A255-5ADB-8278-46683EFE3E62}" dt="2025-08-24T13:05:55.091" v="41" actId="14100"/>
        <pc:sldMkLst>
          <pc:docMk/>
          <pc:sldMk cId="3730851070" sldId="312"/>
        </pc:sldMkLst>
        <pc:spChg chg="mod">
          <ac:chgData name="Owais Ahmed" userId="6abc7d4556b3b071" providerId="LiveId" clId="{A2721C1D-A255-5ADB-8278-46683EFE3E62}" dt="2025-08-24T13:05:55.091" v="41" actId="14100"/>
          <ac:spMkLst>
            <pc:docMk/>
            <pc:sldMk cId="3730851070" sldId="312"/>
            <ac:spMk id="153" creationId="{CCEB02A3-ED02-2049-3F03-9DCB8CFB997C}"/>
          </ac:spMkLst>
        </pc:spChg>
      </pc:sldChg>
    </pc:docChg>
  </pc:docChgLst>
  <pc:docChgLst>
    <pc:chgData name="Owais Ahmed" userId="6abc7d4556b3b071" providerId="LiveId" clId="{662D2C24-D021-47B6-8FC5-93D9E8D04B4E}"/>
    <pc:docChg chg="undo custSel addSld delSld modSld sldOrd">
      <pc:chgData name="Owais Ahmed" userId="6abc7d4556b3b071" providerId="LiveId" clId="{662D2C24-D021-47B6-8FC5-93D9E8D04B4E}" dt="2025-06-01T08:59:35.084" v="4044" actId="20577"/>
      <pc:docMkLst>
        <pc:docMk/>
      </pc:docMkLst>
      <pc:sldChg chg="modAnim">
        <pc:chgData name="Owais Ahmed" userId="6abc7d4556b3b071" providerId="LiveId" clId="{662D2C24-D021-47B6-8FC5-93D9E8D04B4E}" dt="2025-06-01T06:49:04.371" v="986"/>
        <pc:sldMkLst>
          <pc:docMk/>
          <pc:sldMk cId="0" sldId="262"/>
        </pc:sldMkLst>
      </pc:sldChg>
      <pc:sldChg chg="del">
        <pc:chgData name="Owais Ahmed" userId="6abc7d4556b3b071" providerId="LiveId" clId="{662D2C24-D021-47B6-8FC5-93D9E8D04B4E}" dt="2025-06-01T06:50:30.521" v="1022" actId="47"/>
        <pc:sldMkLst>
          <pc:docMk/>
          <pc:sldMk cId="0" sldId="267"/>
        </pc:sldMkLst>
      </pc:sldChg>
      <pc:sldChg chg="addSp modSp modAnim modNotes">
        <pc:chgData name="Owais Ahmed" userId="6abc7d4556b3b071" providerId="LiveId" clId="{662D2C24-D021-47B6-8FC5-93D9E8D04B4E}" dt="2025-06-01T07:05:52.416" v="2003"/>
        <pc:sldMkLst>
          <pc:docMk/>
          <pc:sldMk cId="0" sldId="268"/>
        </pc:sldMkLst>
      </pc:sldChg>
      <pc:sldChg chg="addSp modSp mod modAnim modNotes">
        <pc:chgData name="Owais Ahmed" userId="6abc7d4556b3b071" providerId="LiveId" clId="{662D2C24-D021-47B6-8FC5-93D9E8D04B4E}" dt="2025-06-01T07:05:10.072" v="1998"/>
        <pc:sldMkLst>
          <pc:docMk/>
          <pc:sldMk cId="0" sldId="270"/>
        </pc:sldMkLst>
      </pc:sldChg>
      <pc:sldChg chg="addSp modSp modNotes">
        <pc:chgData name="Owais Ahmed" userId="6abc7d4556b3b071" providerId="LiveId" clId="{662D2C24-D021-47B6-8FC5-93D9E8D04B4E}" dt="2025-06-01T07:04:51.123" v="1996" actId="164"/>
        <pc:sldMkLst>
          <pc:docMk/>
          <pc:sldMk cId="0" sldId="271"/>
        </pc:sldMkLst>
      </pc:sldChg>
      <pc:sldChg chg="addSp delSp modSp mod delAnim modAnim modNotes">
        <pc:chgData name="Owais Ahmed" userId="6abc7d4556b3b071" providerId="LiveId" clId="{662D2C24-D021-47B6-8FC5-93D9E8D04B4E}" dt="2025-06-01T07:36:37.854" v="2832" actId="20577"/>
        <pc:sldMkLst>
          <pc:docMk/>
          <pc:sldMk cId="0" sldId="272"/>
        </pc:sldMkLst>
      </pc:sldChg>
      <pc:sldChg chg="addSp delSp modSp mod modNotesTx">
        <pc:chgData name="Owais Ahmed" userId="6abc7d4556b3b071" providerId="LiveId" clId="{662D2C24-D021-47B6-8FC5-93D9E8D04B4E}" dt="2025-06-01T07:49:05.576" v="3803" actId="20577"/>
        <pc:sldMkLst>
          <pc:docMk/>
          <pc:sldMk cId="0" sldId="273"/>
        </pc:sldMkLst>
      </pc:sldChg>
      <pc:sldChg chg="modSp mod">
        <pc:chgData name="Owais Ahmed" userId="6abc7d4556b3b071" providerId="LiveId" clId="{662D2C24-D021-47B6-8FC5-93D9E8D04B4E}" dt="2025-06-01T07:49:38.034" v="3811" actId="20577"/>
        <pc:sldMkLst>
          <pc:docMk/>
          <pc:sldMk cId="0" sldId="274"/>
        </pc:sldMkLst>
      </pc:sldChg>
      <pc:sldChg chg="addSp delSp modSp mod modAnim modNotes">
        <pc:chgData name="Owais Ahmed" userId="6abc7d4556b3b071" providerId="LiveId" clId="{662D2C24-D021-47B6-8FC5-93D9E8D04B4E}" dt="2025-06-01T07:54:48.477" v="3941" actId="20577"/>
        <pc:sldMkLst>
          <pc:docMk/>
          <pc:sldMk cId="0" sldId="275"/>
        </pc:sldMkLst>
      </pc:sldChg>
      <pc:sldChg chg="del">
        <pc:chgData name="Owais Ahmed" userId="6abc7d4556b3b071" providerId="LiveId" clId="{662D2C24-D021-47B6-8FC5-93D9E8D04B4E}" dt="2025-06-01T07:54:57.054" v="3942" actId="47"/>
        <pc:sldMkLst>
          <pc:docMk/>
          <pc:sldMk cId="0" sldId="276"/>
        </pc:sldMkLst>
      </pc:sldChg>
      <pc:sldChg chg="del">
        <pc:chgData name="Owais Ahmed" userId="6abc7d4556b3b071" providerId="LiveId" clId="{662D2C24-D021-47B6-8FC5-93D9E8D04B4E}" dt="2025-06-01T07:55:01.032" v="3943" actId="47"/>
        <pc:sldMkLst>
          <pc:docMk/>
          <pc:sldMk cId="0" sldId="277"/>
        </pc:sldMkLst>
      </pc:sldChg>
      <pc:sldChg chg="del">
        <pc:chgData name="Owais Ahmed" userId="6abc7d4556b3b071" providerId="LiveId" clId="{662D2C24-D021-47B6-8FC5-93D9E8D04B4E}" dt="2025-06-01T07:55:02.947" v="3944" actId="47"/>
        <pc:sldMkLst>
          <pc:docMk/>
          <pc:sldMk cId="0" sldId="278"/>
        </pc:sldMkLst>
      </pc:sldChg>
      <pc:sldChg chg="del">
        <pc:chgData name="Owais Ahmed" userId="6abc7d4556b3b071" providerId="LiveId" clId="{662D2C24-D021-47B6-8FC5-93D9E8D04B4E}" dt="2025-06-01T08:59:02.384" v="3977" actId="47"/>
        <pc:sldMkLst>
          <pc:docMk/>
          <pc:sldMk cId="0" sldId="279"/>
        </pc:sldMkLst>
      </pc:sldChg>
      <pc:sldChg chg="modSp del mod">
        <pc:chgData name="Owais Ahmed" userId="6abc7d4556b3b071" providerId="LiveId" clId="{662D2C24-D021-47B6-8FC5-93D9E8D04B4E}" dt="2025-06-01T08:59:02.623" v="3978" actId="47"/>
        <pc:sldMkLst>
          <pc:docMk/>
          <pc:sldMk cId="0" sldId="280"/>
        </pc:sldMkLst>
      </pc:sldChg>
      <pc:sldChg chg="modSp add del mod ord modNotes">
        <pc:chgData name="Owais Ahmed" userId="6abc7d4556b3b071" providerId="LiveId" clId="{662D2C24-D021-47B6-8FC5-93D9E8D04B4E}" dt="2025-06-01T08:59:35.084" v="4044" actId="20577"/>
        <pc:sldMkLst>
          <pc:docMk/>
          <pc:sldMk cId="0" sldId="281"/>
        </pc:sldMkLst>
      </pc:sldChg>
      <pc:sldChg chg="del">
        <pc:chgData name="Owais Ahmed" userId="6abc7d4556b3b071" providerId="LiveId" clId="{662D2C24-D021-47B6-8FC5-93D9E8D04B4E}" dt="2025-06-01T08:59:02.862" v="3979" actId="47"/>
        <pc:sldMkLst>
          <pc:docMk/>
          <pc:sldMk cId="0" sldId="282"/>
        </pc:sldMkLst>
      </pc:sldChg>
      <pc:sldChg chg="del">
        <pc:chgData name="Owais Ahmed" userId="6abc7d4556b3b071" providerId="LiveId" clId="{662D2C24-D021-47B6-8FC5-93D9E8D04B4E}" dt="2025-06-01T08:59:03.657" v="3980" actId="47"/>
        <pc:sldMkLst>
          <pc:docMk/>
          <pc:sldMk cId="0" sldId="283"/>
        </pc:sldMkLst>
      </pc:sldChg>
      <pc:sldChg chg="del">
        <pc:chgData name="Owais Ahmed" userId="6abc7d4556b3b071" providerId="LiveId" clId="{662D2C24-D021-47B6-8FC5-93D9E8D04B4E}" dt="2025-06-01T08:59:04.215" v="3981" actId="47"/>
        <pc:sldMkLst>
          <pc:docMk/>
          <pc:sldMk cId="0" sldId="284"/>
        </pc:sldMkLst>
      </pc:sldChg>
      <pc:sldChg chg="del">
        <pc:chgData name="Owais Ahmed" userId="6abc7d4556b3b071" providerId="LiveId" clId="{662D2C24-D021-47B6-8FC5-93D9E8D04B4E}" dt="2025-06-01T08:59:04.939" v="3982" actId="47"/>
        <pc:sldMkLst>
          <pc:docMk/>
          <pc:sldMk cId="0" sldId="285"/>
        </pc:sldMkLst>
      </pc:sldChg>
      <pc:sldChg chg="del">
        <pc:chgData name="Owais Ahmed" userId="6abc7d4556b3b071" providerId="LiveId" clId="{662D2C24-D021-47B6-8FC5-93D9E8D04B4E}" dt="2025-06-01T08:59:05.644" v="3983" actId="47"/>
        <pc:sldMkLst>
          <pc:docMk/>
          <pc:sldMk cId="0" sldId="286"/>
        </pc:sldMkLst>
      </pc:sldChg>
      <pc:sldChg chg="del">
        <pc:chgData name="Owais Ahmed" userId="6abc7d4556b3b071" providerId="LiveId" clId="{662D2C24-D021-47B6-8FC5-93D9E8D04B4E}" dt="2025-06-01T08:59:06.150" v="3984" actId="47"/>
        <pc:sldMkLst>
          <pc:docMk/>
          <pc:sldMk cId="0" sldId="287"/>
        </pc:sldMkLst>
      </pc:sldChg>
      <pc:sldChg chg="del">
        <pc:chgData name="Owais Ahmed" userId="6abc7d4556b3b071" providerId="LiveId" clId="{662D2C24-D021-47B6-8FC5-93D9E8D04B4E}" dt="2025-06-01T08:59:06.699" v="3985" actId="47"/>
        <pc:sldMkLst>
          <pc:docMk/>
          <pc:sldMk cId="0" sldId="288"/>
        </pc:sldMkLst>
      </pc:sldChg>
      <pc:sldChg chg="del">
        <pc:chgData name="Owais Ahmed" userId="6abc7d4556b3b071" providerId="LiveId" clId="{662D2C24-D021-47B6-8FC5-93D9E8D04B4E}" dt="2025-06-01T08:59:07.708" v="3986" actId="47"/>
        <pc:sldMkLst>
          <pc:docMk/>
          <pc:sldMk cId="0" sldId="289"/>
        </pc:sldMkLst>
      </pc:sldChg>
      <pc:sldChg chg="del">
        <pc:chgData name="Owais Ahmed" userId="6abc7d4556b3b071" providerId="LiveId" clId="{662D2C24-D021-47B6-8FC5-93D9E8D04B4E}" dt="2025-06-01T08:59:10.473" v="3987" actId="47"/>
        <pc:sldMkLst>
          <pc:docMk/>
          <pc:sldMk cId="0" sldId="290"/>
        </pc:sldMkLst>
      </pc:sldChg>
      <pc:sldChg chg="del">
        <pc:chgData name="Owais Ahmed" userId="6abc7d4556b3b071" providerId="LiveId" clId="{662D2C24-D021-47B6-8FC5-93D9E8D04B4E}" dt="2025-06-01T08:58:50.091" v="3973" actId="47"/>
        <pc:sldMkLst>
          <pc:docMk/>
          <pc:sldMk cId="0" sldId="291"/>
        </pc:sldMkLst>
      </pc:sldChg>
      <pc:sldChg chg="del">
        <pc:chgData name="Owais Ahmed" userId="6abc7d4556b3b071" providerId="LiveId" clId="{662D2C24-D021-47B6-8FC5-93D9E8D04B4E}" dt="2025-06-01T08:58:50.395" v="3974" actId="47"/>
        <pc:sldMkLst>
          <pc:docMk/>
          <pc:sldMk cId="0" sldId="292"/>
        </pc:sldMkLst>
      </pc:sldChg>
      <pc:sldChg chg="del">
        <pc:chgData name="Owais Ahmed" userId="6abc7d4556b3b071" providerId="LiveId" clId="{662D2C24-D021-47B6-8FC5-93D9E8D04B4E}" dt="2025-06-01T08:58:50.742" v="3975" actId="47"/>
        <pc:sldMkLst>
          <pc:docMk/>
          <pc:sldMk cId="0" sldId="293"/>
        </pc:sldMkLst>
      </pc:sldChg>
      <pc:sldChg chg="del">
        <pc:chgData name="Owais Ahmed" userId="6abc7d4556b3b071" providerId="LiveId" clId="{662D2C24-D021-47B6-8FC5-93D9E8D04B4E}" dt="2025-06-01T08:58:51.737" v="3976" actId="47"/>
        <pc:sldMkLst>
          <pc:docMk/>
          <pc:sldMk cId="0" sldId="294"/>
        </pc:sldMkLst>
      </pc:sldChg>
      <pc:sldChg chg="del">
        <pc:chgData name="Owais Ahmed" userId="6abc7d4556b3b071" providerId="LiveId" clId="{662D2C24-D021-47B6-8FC5-93D9E8D04B4E}" dt="2025-06-01T08:58:45.958" v="3972" actId="47"/>
        <pc:sldMkLst>
          <pc:docMk/>
          <pc:sldMk cId="0" sldId="295"/>
        </pc:sldMkLst>
      </pc:sldChg>
      <pc:sldChg chg="del">
        <pc:chgData name="Owais Ahmed" userId="6abc7d4556b3b071" providerId="LiveId" clId="{662D2C24-D021-47B6-8FC5-93D9E8D04B4E}" dt="2025-06-01T08:58:43.717" v="3971" actId="47"/>
        <pc:sldMkLst>
          <pc:docMk/>
          <pc:sldMk cId="0" sldId="296"/>
        </pc:sldMkLst>
      </pc:sldChg>
      <pc:sldChg chg="del">
        <pc:chgData name="Owais Ahmed" userId="6abc7d4556b3b071" providerId="LiveId" clId="{662D2C24-D021-47B6-8FC5-93D9E8D04B4E}" dt="2025-06-01T08:58:42.491" v="3970" actId="47"/>
        <pc:sldMkLst>
          <pc:docMk/>
          <pc:sldMk cId="0" sldId="297"/>
        </pc:sldMkLst>
      </pc:sldChg>
      <pc:sldChg chg="del">
        <pc:chgData name="Owais Ahmed" userId="6abc7d4556b3b071" providerId="LiveId" clId="{662D2C24-D021-47B6-8FC5-93D9E8D04B4E}" dt="2025-06-01T08:58:40.725" v="3969" actId="47"/>
        <pc:sldMkLst>
          <pc:docMk/>
          <pc:sldMk cId="0" sldId="298"/>
        </pc:sldMkLst>
      </pc:sldChg>
      <pc:sldChg chg="del">
        <pc:chgData name="Owais Ahmed" userId="6abc7d4556b3b071" providerId="LiveId" clId="{662D2C24-D021-47B6-8FC5-93D9E8D04B4E}" dt="2025-06-01T08:58:38.341" v="3968" actId="47"/>
        <pc:sldMkLst>
          <pc:docMk/>
          <pc:sldMk cId="0" sldId="299"/>
        </pc:sldMkLst>
      </pc:sldChg>
      <pc:sldChg chg="del">
        <pc:chgData name="Owais Ahmed" userId="6abc7d4556b3b071" providerId="LiveId" clId="{662D2C24-D021-47B6-8FC5-93D9E8D04B4E}" dt="2025-06-01T08:58:34.393" v="3967" actId="47"/>
        <pc:sldMkLst>
          <pc:docMk/>
          <pc:sldMk cId="0" sldId="300"/>
        </pc:sldMkLst>
      </pc:sldChg>
      <pc:sldChg chg="del">
        <pc:chgData name="Owais Ahmed" userId="6abc7d4556b3b071" providerId="LiveId" clId="{662D2C24-D021-47B6-8FC5-93D9E8D04B4E}" dt="2025-06-01T08:58:34.393" v="3967" actId="47"/>
        <pc:sldMkLst>
          <pc:docMk/>
          <pc:sldMk cId="0" sldId="301"/>
        </pc:sldMkLst>
      </pc:sldChg>
      <pc:sldChg chg="add del">
        <pc:chgData name="Owais Ahmed" userId="6abc7d4556b3b071" providerId="LiveId" clId="{662D2C24-D021-47B6-8FC5-93D9E8D04B4E}" dt="2025-06-01T08:58:23.102" v="3965" actId="47"/>
        <pc:sldMkLst>
          <pc:docMk/>
          <pc:sldMk cId="0" sldId="302"/>
        </pc:sldMkLst>
      </pc:sldChg>
      <pc:sldChg chg="add del">
        <pc:chgData name="Owais Ahmed" userId="6abc7d4556b3b071" providerId="LiveId" clId="{662D2C24-D021-47B6-8FC5-93D9E8D04B4E}" dt="2025-06-01T08:58:26.107" v="3966" actId="47"/>
        <pc:sldMkLst>
          <pc:docMk/>
          <pc:sldMk cId="0" sldId="303"/>
        </pc:sldMkLst>
      </pc:sldChg>
      <pc:sldChg chg="add del">
        <pc:chgData name="Owais Ahmed" userId="6abc7d4556b3b071" providerId="LiveId" clId="{662D2C24-D021-47B6-8FC5-93D9E8D04B4E}" dt="2025-06-01T08:58:26.107" v="3966" actId="47"/>
        <pc:sldMkLst>
          <pc:docMk/>
          <pc:sldMk cId="0" sldId="304"/>
        </pc:sldMkLst>
      </pc:sldChg>
      <pc:sldChg chg="add del">
        <pc:chgData name="Owais Ahmed" userId="6abc7d4556b3b071" providerId="LiveId" clId="{662D2C24-D021-47B6-8FC5-93D9E8D04B4E}" dt="2025-06-01T08:58:26.107" v="3966" actId="47"/>
        <pc:sldMkLst>
          <pc:docMk/>
          <pc:sldMk cId="0" sldId="305"/>
        </pc:sldMkLst>
      </pc:sldChg>
      <pc:sldChg chg="add del">
        <pc:chgData name="Owais Ahmed" userId="6abc7d4556b3b071" providerId="LiveId" clId="{662D2C24-D021-47B6-8FC5-93D9E8D04B4E}" dt="2025-06-01T08:58:26.107" v="3966" actId="47"/>
        <pc:sldMkLst>
          <pc:docMk/>
          <pc:sldMk cId="0" sldId="306"/>
        </pc:sldMkLst>
      </pc:sldChg>
      <pc:sldChg chg="add del">
        <pc:chgData name="Owais Ahmed" userId="6abc7d4556b3b071" providerId="LiveId" clId="{662D2C24-D021-47B6-8FC5-93D9E8D04B4E}" dt="2025-06-01T08:58:26.107" v="3966" actId="47"/>
        <pc:sldMkLst>
          <pc:docMk/>
          <pc:sldMk cId="0" sldId="307"/>
        </pc:sldMkLst>
      </pc:sldChg>
      <pc:sldChg chg="modSp modAnim">
        <pc:chgData name="Owais Ahmed" userId="6abc7d4556b3b071" providerId="LiveId" clId="{662D2C24-D021-47B6-8FC5-93D9E8D04B4E}" dt="2025-06-01T06:49:15.676" v="990" actId="20577"/>
        <pc:sldMkLst>
          <pc:docMk/>
          <pc:sldMk cId="630974266" sldId="311"/>
        </pc:sldMkLst>
      </pc:sldChg>
      <pc:sldChg chg="modAnim">
        <pc:chgData name="Owais Ahmed" userId="6abc7d4556b3b071" providerId="LiveId" clId="{662D2C24-D021-47B6-8FC5-93D9E8D04B4E}" dt="2025-06-01T06:49:30.178" v="992"/>
        <pc:sldMkLst>
          <pc:docMk/>
          <pc:sldMk cId="3730851070" sldId="312"/>
        </pc:sldMkLst>
      </pc:sldChg>
      <pc:sldChg chg="modAnim">
        <pc:chgData name="Owais Ahmed" userId="6abc7d4556b3b071" providerId="LiveId" clId="{662D2C24-D021-47B6-8FC5-93D9E8D04B4E}" dt="2025-06-01T06:49:39.204" v="995"/>
        <pc:sldMkLst>
          <pc:docMk/>
          <pc:sldMk cId="4058053515" sldId="313"/>
        </pc:sldMkLst>
      </pc:sldChg>
      <pc:sldChg chg="modSp modAnim">
        <pc:chgData name="Owais Ahmed" userId="6abc7d4556b3b071" providerId="LiveId" clId="{662D2C24-D021-47B6-8FC5-93D9E8D04B4E}" dt="2025-06-01T06:50:16.377" v="1021" actId="20577"/>
        <pc:sldMkLst>
          <pc:docMk/>
          <pc:sldMk cId="4023576742" sldId="314"/>
        </pc:sldMkLst>
      </pc:sldChg>
      <pc:sldChg chg="delSp modSp add del mod">
        <pc:chgData name="Owais Ahmed" userId="6abc7d4556b3b071" providerId="LiveId" clId="{662D2C24-D021-47B6-8FC5-93D9E8D04B4E}" dt="2025-06-01T06:43:22.384" v="679" actId="1076"/>
        <pc:sldMkLst>
          <pc:docMk/>
          <pc:sldMk cId="889366887" sldId="317"/>
        </pc:sldMkLst>
      </pc:sldChg>
      <pc:sldChg chg="addSp delSp modSp mod ord modAnim">
        <pc:chgData name="Owais Ahmed" userId="6abc7d4556b3b071" providerId="LiveId" clId="{662D2C24-D021-47B6-8FC5-93D9E8D04B4E}" dt="2025-06-01T06:48:38.484" v="983"/>
        <pc:sldMkLst>
          <pc:docMk/>
          <pc:sldMk cId="1554486010" sldId="318"/>
        </pc:sldMkLst>
      </pc:sldChg>
      <pc:sldChg chg="addSp modSp mod modAnim">
        <pc:chgData name="Owais Ahmed" userId="6abc7d4556b3b071" providerId="LiveId" clId="{662D2C24-D021-47B6-8FC5-93D9E8D04B4E}" dt="2025-06-01T06:43:27.726" v="680"/>
        <pc:sldMkLst>
          <pc:docMk/>
          <pc:sldMk cId="1372116377" sldId="319"/>
        </pc:sldMkLst>
      </pc:sldChg>
      <pc:sldChg chg="addSp delSp modSp add del mod">
        <pc:chgData name="Owais Ahmed" userId="6abc7d4556b3b071" providerId="LiveId" clId="{662D2C24-D021-47B6-8FC5-93D9E8D04B4E}" dt="2025-06-01T06:48:50.138" v="984" actId="47"/>
        <pc:sldMkLst>
          <pc:docMk/>
          <pc:sldMk cId="1625165477" sldId="320"/>
        </pc:sldMkLst>
      </pc:sldChg>
      <pc:sldChg chg="add del">
        <pc:chgData name="Owais Ahmed" userId="6abc7d4556b3b071" providerId="LiveId" clId="{662D2C24-D021-47B6-8FC5-93D9E8D04B4E}" dt="2025-06-01T06:51:03.906" v="1025" actId="47"/>
        <pc:sldMkLst>
          <pc:docMk/>
          <pc:sldMk cId="2268991818" sldId="320"/>
        </pc:sldMkLst>
      </pc:sldChg>
      <pc:sldChg chg="addSp delSp modSp add mod addAnim delAnim modAnim">
        <pc:chgData name="Owais Ahmed" userId="6abc7d4556b3b071" providerId="LiveId" clId="{662D2C24-D021-47B6-8FC5-93D9E8D04B4E}" dt="2025-06-01T06:56:48.516" v="1417" actId="14100"/>
        <pc:sldMkLst>
          <pc:docMk/>
          <pc:sldMk cId="371842720" sldId="321"/>
        </pc:sldMkLst>
      </pc:sldChg>
      <pc:sldChg chg="addSp delSp modSp add mod delAnim modAnim">
        <pc:chgData name="Owais Ahmed" userId="6abc7d4556b3b071" providerId="LiveId" clId="{662D2C24-D021-47B6-8FC5-93D9E8D04B4E}" dt="2025-06-01T07:02:40.814" v="1978" actId="164"/>
        <pc:sldMkLst>
          <pc:docMk/>
          <pc:sldMk cId="216348746" sldId="322"/>
        </pc:sldMkLst>
      </pc:sldChg>
      <pc:sldChg chg="add del">
        <pc:chgData name="Owais Ahmed" userId="6abc7d4556b3b071" providerId="LiveId" clId="{662D2C24-D021-47B6-8FC5-93D9E8D04B4E}" dt="2025-06-01T07:55:33.455" v="3947" actId="2890"/>
        <pc:sldMkLst>
          <pc:docMk/>
          <pc:sldMk cId="3481804928" sldId="323"/>
        </pc:sldMkLst>
      </pc:sldChg>
      <pc:sldMasterChg chg="addSldLayout delSldLayout">
        <pc:chgData name="Owais Ahmed" userId="6abc7d4556b3b071" providerId="LiveId" clId="{662D2C24-D021-47B6-8FC5-93D9E8D04B4E}" dt="2025-06-01T08:58:23.102" v="3965" actId="47"/>
        <pc:sldMasterMkLst>
          <pc:docMk/>
          <pc:sldMasterMk cId="0" sldId="2147483655"/>
        </pc:sldMasterMkLst>
        <pc:sldLayoutChg chg="add del">
          <pc:chgData name="Owais Ahmed" userId="6abc7d4556b3b071" providerId="LiveId" clId="{662D2C24-D021-47B6-8FC5-93D9E8D04B4E}" dt="2025-06-01T08:58:23.102" v="3965" actId="47"/>
          <pc:sldLayoutMkLst>
            <pc:docMk/>
            <pc:sldMasterMk cId="0" sldId="2147483655"/>
            <pc:sldLayoutMk cId="0" sldId="21474836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c55225a2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c55225a2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88680A21-C5CF-907B-DF20-DD5871E8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F721252B-8892-8264-CCEC-BDAEE3689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153D3657-65F1-ACCD-C53E-31A61287AE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8633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151660b3c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151660b3c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None/>
            </a:pPr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7C8F06FA-EFF4-5889-54F5-4CF6C74B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DAEDA959-0B0B-529D-A0D5-5C17E58A7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369FE84F-4BAC-E0FE-E0C5-D228CF95C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009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653C502C-39B0-3E8C-A293-1AA503F08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2A2A2539-3CE2-F9B5-8926-CFD3D5407A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9562198F-BBB3-FD3D-BEEB-B9CA0E04A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9852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4B4BBFF4-D12E-8476-CF3B-6528C6984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451B10A7-266D-134C-5008-5EC98859A6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B28DD2E6-8757-12FE-1605-2F1DF409A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382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EEBC2D99-967B-607C-E395-DAEE4785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5B16FE57-3100-79E1-FFE1-BA6A062CF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C340A701-1EC2-85BB-E6F8-325A354E3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185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E8BBD04E-DCC4-C373-CAAC-34E6B6B4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3D41E097-0AA8-2504-90A5-384301389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F3596B94-FF07-CD22-2361-8272FF01B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210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C1782AFE-43A9-F287-9501-CC20D3F2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C3ACCC59-3C71-7796-B96A-A457C81D7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0911DCAB-ED46-E4EA-D5D0-B389B62F6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035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AA35BB4E-2761-A982-F4B0-B52D14AA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151660b3c_0_713:notes">
            <a:extLst>
              <a:ext uri="{FF2B5EF4-FFF2-40B4-BE49-F238E27FC236}">
                <a16:creationId xmlns:a16="http://schemas.microsoft.com/office/drawing/2014/main" id="{F3A6DBEE-5D5F-AF11-E2ED-97BCE64D6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f151660b3c_0_713:notes">
            <a:extLst>
              <a:ext uri="{FF2B5EF4-FFF2-40B4-BE49-F238E27FC236}">
                <a16:creationId xmlns:a16="http://schemas.microsoft.com/office/drawing/2014/main" id="{1387AB57-0188-784B-2222-5584CBBF1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13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EB2B625E-6DA2-A0B9-4628-833A25DE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6DAE06C5-D9B7-CDAE-8783-2FC4A3E44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AE2B247D-90B6-1D73-27DF-F9996D8AD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112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FD319C7-96DD-53C9-4596-0173B9980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69FEC71D-82AA-37A7-F454-8AA4B4A13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9BE0850C-10C9-75AE-C162-70A1273DB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3190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86D4198A-92BA-2C51-6005-4DD6F1DC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C3E25321-5061-F6CD-B9ED-57B8AB31C6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>
            <a:extLst>
              <a:ext uri="{FF2B5EF4-FFF2-40B4-BE49-F238E27FC236}">
                <a16:creationId xmlns:a16="http://schemas.microsoft.com/office/drawing/2014/main" id="{9B92258D-1563-B2F9-0F1C-26DC2EE94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1405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1AD77D4B-156F-449E-DCD3-8A6F5B7A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151660b3c_0_713:notes">
            <a:extLst>
              <a:ext uri="{FF2B5EF4-FFF2-40B4-BE49-F238E27FC236}">
                <a16:creationId xmlns:a16="http://schemas.microsoft.com/office/drawing/2014/main" id="{BC2FA0E9-E11E-64B0-D15D-86D4F05CA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f151660b3c_0_713:notes">
            <a:extLst>
              <a:ext uri="{FF2B5EF4-FFF2-40B4-BE49-F238E27FC236}">
                <a16:creationId xmlns:a16="http://schemas.microsoft.com/office/drawing/2014/main" id="{F5E53E67-7884-9C28-D22A-62E630F60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1485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151660b3c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151660b3c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f151660b3c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1" name="Google Shape;461;g2f151660b3c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It’s important to note that the input data itself is NOT converted into higher dimension, thanks to Kernel functions, it is only mapped to a higher dimension using dot product.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f151660b3c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g2f151660b3c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f151660b3c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f151660b3c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0c55225a22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0c55225a22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Lexend"/>
              <a:buNone/>
              <a:defRPr sz="5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29452" y="298715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24927"/>
            <a:ext cx="981636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81075" y="3678725"/>
            <a:ext cx="3662925" cy="14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section title">
  <p:cSld name="TITLE_1">
    <p:bg>
      <p:bgPr>
        <a:solidFill>
          <a:schemeClr val="l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Font typeface="Lexend"/>
              <a:buNone/>
              <a:defRPr sz="34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26" name="Google Shape;26;p3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1" name="Google Shape;3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780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Lexend"/>
              <a:buNone/>
              <a:defRPr sz="3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36" name="Google Shape;36;p4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" name="Google Shape;4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4705527"/>
            <a:ext cx="981636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48" name="Google Shape;48;p5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727650" y="1356627"/>
            <a:ext cx="7688700" cy="3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58" name="Google Shape;58;p6"/>
          <p:cNvGrpSpPr/>
          <p:nvPr/>
        </p:nvGrpSpPr>
        <p:grpSpPr>
          <a:xfrm>
            <a:off x="729450" y="629725"/>
            <a:ext cx="1559599" cy="47474"/>
            <a:chOff x="830559" y="793309"/>
            <a:chExt cx="7759198" cy="433550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4" name="Google Shape;6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TITLE_AND_BODY_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1"/>
          </p:nvPr>
        </p:nvSpPr>
        <p:spPr>
          <a:xfrm>
            <a:off x="727650" y="1356625"/>
            <a:ext cx="4516200" cy="3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  <a:defRPr sz="1800"/>
            </a:lvl1pPr>
            <a:lvl2pPr marL="914400" lvl="1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2pPr>
            <a:lvl3pPr marL="1371600" lvl="2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marL="2286000" lvl="4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5pPr>
            <a:lvl6pPr marL="2743200" lvl="5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marL="3657600" lvl="7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8pPr>
            <a:lvl9pPr marL="4114800" lvl="8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  <p:grpSp>
        <p:nvGrpSpPr>
          <p:cNvPr id="69" name="Google Shape;69;p7"/>
          <p:cNvGrpSpPr/>
          <p:nvPr/>
        </p:nvGrpSpPr>
        <p:grpSpPr>
          <a:xfrm>
            <a:off x="729450" y="629725"/>
            <a:ext cx="1559599" cy="47474"/>
            <a:chOff x="830559" y="793309"/>
            <a:chExt cx="7759198" cy="433550"/>
          </a:xfrm>
        </p:grpSpPr>
        <p:sp>
          <p:nvSpPr>
            <p:cNvPr id="70" name="Google Shape;70;p7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5" name="Google Shape;7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198" y="1401800"/>
            <a:ext cx="2558575" cy="25585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>
            <a:spLocks noGrp="1"/>
          </p:cNvSpPr>
          <p:nvPr>
            <p:ph type="subTitle" idx="2"/>
          </p:nvPr>
        </p:nvSpPr>
        <p:spPr>
          <a:xfrm>
            <a:off x="6132050" y="3876925"/>
            <a:ext cx="2309100" cy="4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bble content">
  <p:cSld name="TITLE_AND_BODY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grpSp>
        <p:nvGrpSpPr>
          <p:cNvPr id="81" name="Google Shape;81;p8"/>
          <p:cNvGrpSpPr/>
          <p:nvPr/>
        </p:nvGrpSpPr>
        <p:grpSpPr>
          <a:xfrm>
            <a:off x="729450" y="629725"/>
            <a:ext cx="1559599" cy="47474"/>
            <a:chOff x="830559" y="793309"/>
            <a:chExt cx="7759198" cy="433550"/>
          </a:xfrm>
        </p:grpSpPr>
        <p:sp>
          <p:nvSpPr>
            <p:cNvPr id="82" name="Google Shape;82;p8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7" name="Google Shape;8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1281725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8"/>
          <p:cNvSpPr txBox="1">
            <a:spLocks noGrp="1"/>
          </p:cNvSpPr>
          <p:nvPr>
            <p:ph type="subTitle" idx="1"/>
          </p:nvPr>
        </p:nvSpPr>
        <p:spPr>
          <a:xfrm>
            <a:off x="1281725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3519750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8"/>
          <p:cNvSpPr txBox="1">
            <a:spLocks noGrp="1"/>
          </p:cNvSpPr>
          <p:nvPr>
            <p:ph type="subTitle" idx="2"/>
          </p:nvPr>
        </p:nvSpPr>
        <p:spPr>
          <a:xfrm>
            <a:off x="3519750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5757775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8"/>
          <p:cNvSpPr txBox="1">
            <a:spLocks noGrp="1"/>
          </p:cNvSpPr>
          <p:nvPr>
            <p:ph type="subTitle" idx="3"/>
          </p:nvPr>
        </p:nvSpPr>
        <p:spPr>
          <a:xfrm>
            <a:off x="5757775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olah.github.io/posts/2014-03-NN-Manifolds-Topology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neural networks </a:t>
            </a: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ubTitle" idx="1"/>
          </p:nvPr>
        </p:nvSpPr>
        <p:spPr>
          <a:xfrm>
            <a:off x="729452" y="298715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</a:rPr>
              <a:t>Content created by: Francesco Pinto, Linde Hesse, Tom Joy, Csabi Botos, Christina Winkler, Mélanie Roschewitz, Owais Hussain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1"/>
          </p:nvPr>
        </p:nvSpPr>
        <p:spPr>
          <a:xfrm>
            <a:off x="727650" y="1356625"/>
            <a:ext cx="5006293" cy="3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Logistic regression is a </a:t>
            </a:r>
            <a:r>
              <a:rPr lang="en" b="1"/>
              <a:t>classification</a:t>
            </a:r>
            <a:r>
              <a:rPr lang="en"/>
              <a:t> model </a:t>
            </a:r>
            <a:endParaRPr/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We can separate two classes using a </a:t>
            </a:r>
            <a:r>
              <a:rPr lang="en" b="1"/>
              <a:t>linear</a:t>
            </a:r>
            <a:r>
              <a:rPr lang="en"/>
              <a:t> decision boundary</a:t>
            </a:r>
            <a:endParaRPr/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For new data points, we want to predict the </a:t>
            </a:r>
            <a:r>
              <a:rPr lang="en" b="1"/>
              <a:t>probability</a:t>
            </a:r>
            <a:r>
              <a:rPr lang="en"/>
              <a:t> of the point belonging to class 1 or 2. </a:t>
            </a:r>
            <a:endParaRPr/>
          </a:p>
          <a:p>
            <a:pPr marL="91440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◆"/>
            </a:pPr>
            <a:r>
              <a:rPr lang="en"/>
              <a:t>Spam vs Non-Spam Email</a:t>
            </a:r>
            <a:endParaRPr/>
          </a:p>
          <a:p>
            <a:pPr marL="91440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◆"/>
            </a:pPr>
            <a:r>
              <a:rPr lang="en"/>
              <a:t>Regular vs fraudulent transaction</a:t>
            </a: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40D9BB-3925-4598-79F1-F78E70FE3B77}"/>
              </a:ext>
            </a:extLst>
          </p:cNvPr>
          <p:cNvGrpSpPr/>
          <p:nvPr/>
        </p:nvGrpSpPr>
        <p:grpSpPr>
          <a:xfrm>
            <a:off x="5892300" y="1304138"/>
            <a:ext cx="3052941" cy="2962475"/>
            <a:chOff x="5892300" y="1304138"/>
            <a:chExt cx="3052941" cy="2962475"/>
          </a:xfrm>
        </p:grpSpPr>
        <p:pic>
          <p:nvPicPr>
            <p:cNvPr id="106" name="Google Shape;106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92300" y="1304138"/>
              <a:ext cx="3052941" cy="29624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" name="Google Shape;107;p10"/>
            <p:cNvCxnSpPr/>
            <p:nvPr/>
          </p:nvCxnSpPr>
          <p:spPr>
            <a:xfrm>
              <a:off x="6337384" y="1866925"/>
              <a:ext cx="2449500" cy="18369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Non-Linearly Separable Classes</a:t>
            </a:r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body" idx="1"/>
          </p:nvPr>
        </p:nvSpPr>
        <p:spPr>
          <a:xfrm>
            <a:off x="729450" y="1491375"/>
            <a:ext cx="3842400" cy="28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What would happen if we apply logistic regression to this data?</a:t>
            </a:r>
          </a:p>
          <a:p>
            <a:pPr lvl="0" indent="-311150">
              <a:buSzPts val="1300"/>
              <a:buChar char="➔"/>
            </a:pPr>
            <a:r>
              <a:rPr lang="en"/>
              <a:t>Draw any line, in any way. The classes are not separable by a linear decision boundary.</a:t>
            </a:r>
            <a:endParaRPr/>
          </a:p>
        </p:txBody>
      </p:sp>
      <p:pic>
        <p:nvPicPr>
          <p:cNvPr id="114" name="Google Shape;1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0025" y="1336050"/>
            <a:ext cx="3248350" cy="3159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22;p12">
            <a:extLst>
              <a:ext uri="{FF2B5EF4-FFF2-40B4-BE49-F238E27FC236}">
                <a16:creationId xmlns:a16="http://schemas.microsoft.com/office/drawing/2014/main" id="{41CFA008-D87A-0832-58E4-5BBC19F95A43}"/>
              </a:ext>
            </a:extLst>
          </p:cNvPr>
          <p:cNvCxnSpPr/>
          <p:nvPr/>
        </p:nvCxnSpPr>
        <p:spPr>
          <a:xfrm>
            <a:off x="5748250" y="1826825"/>
            <a:ext cx="2803200" cy="2006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DA855E8-C840-8AA2-2FCC-E8BEAB11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>
            <a:extLst>
              <a:ext uri="{FF2B5EF4-FFF2-40B4-BE49-F238E27FC236}">
                <a16:creationId xmlns:a16="http://schemas.microsoft.com/office/drawing/2014/main" id="{C3F79B00-A1A9-D02F-3DC1-F6CAF19448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What if we try to imitate the human brain?</a:t>
            </a:r>
            <a:endParaRPr/>
          </a:p>
        </p:txBody>
      </p:sp>
      <p:sp>
        <p:nvSpPr>
          <p:cNvPr id="128" name="Google Shape;128;p13">
            <a:extLst>
              <a:ext uri="{FF2B5EF4-FFF2-40B4-BE49-F238E27FC236}">
                <a16:creationId xmlns:a16="http://schemas.microsoft.com/office/drawing/2014/main" id="{B11F0AB3-8968-19AD-FDAB-74F167C66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49" y="1491374"/>
            <a:ext cx="4624883" cy="3305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0495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"/>
              <a:t>To make a computer learn like humans, we need a model like brain.</a:t>
            </a:r>
          </a:p>
          <a:p>
            <a:pPr marL="457200" lvl="0" indent="-30495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"/>
              <a:t>The brain processes information by having billions of </a:t>
            </a:r>
            <a:r>
              <a:rPr lang="en" b="1"/>
              <a:t>interconnected neurons.</a:t>
            </a:r>
            <a:endParaRPr/>
          </a:p>
          <a:p>
            <a:pPr marL="457200" lvl="0" indent="-30495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"/>
              <a:t>Many simple interactions can solve complex tasks.</a:t>
            </a:r>
            <a:endParaRPr/>
          </a:p>
          <a:p>
            <a:pPr marL="457200" lvl="0" indent="-30495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"/>
              <a:t>Can we</a:t>
            </a:r>
            <a:r>
              <a:rPr lang="en" b="1"/>
              <a:t> translate</a:t>
            </a:r>
            <a:r>
              <a:rPr lang="en"/>
              <a:t> this concept to teach a computer to learn complex patterns ?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8F4C1-86A3-D3FC-7C0B-001F555FB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489" y="1665469"/>
            <a:ext cx="2957286" cy="295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5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832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blocks of a neural network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402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Some necessary jargon</a:t>
            </a:r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727649" y="1356625"/>
            <a:ext cx="8049091" cy="3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-GB" b="1"/>
              <a:t>Neuron:</a:t>
            </a:r>
            <a:r>
              <a:rPr lang="en-GB"/>
              <a:t> a </a:t>
            </a:r>
            <a:r>
              <a:rPr lang="en-GB" u="sng"/>
              <a:t>function</a:t>
            </a:r>
            <a:r>
              <a:rPr lang="en-GB"/>
              <a:t> that can receive inputs from other connected neurons and produce an output.</a:t>
            </a:r>
          </a:p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-GB" b="1"/>
              <a:t>Perceptron:</a:t>
            </a:r>
            <a:r>
              <a:rPr lang="en-GB"/>
              <a:t> single-layer neural network that can solve linearly problems, but not complex ones.</a:t>
            </a:r>
          </a:p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-GB" b="1"/>
              <a:t>Weights &amp; Biases:</a:t>
            </a:r>
            <a:r>
              <a:rPr lang="en-GB"/>
              <a:t> parameters defining strength of connections.</a:t>
            </a:r>
          </a:p>
          <a:p>
            <a:pPr marL="457200" lvl="0" indent="-29876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-GB" b="1"/>
              <a:t>Propagation Function:</a:t>
            </a:r>
            <a:r>
              <a:rPr lang="en-GB"/>
              <a:t> to transfer data across different layers of neurons.</a:t>
            </a:r>
          </a:p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-GB" b="1"/>
              <a:t>Learning Rule:</a:t>
            </a:r>
            <a:r>
              <a:rPr lang="en-GB"/>
              <a:t> method to adjust weights and biases to improve accuracy.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7DCCA294-8B6B-C1A0-88FF-462034419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F41D80E3-2F40-F09F-C6FC-8CFFF8F24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402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Neuron</a:t>
            </a:r>
            <a:endParaRPr/>
          </a:p>
        </p:txBody>
      </p:sp>
      <p:sp>
        <p:nvSpPr>
          <p:cNvPr id="153" name="Google Shape;153;p15">
            <a:extLst>
              <a:ext uri="{FF2B5EF4-FFF2-40B4-BE49-F238E27FC236}">
                <a16:creationId xmlns:a16="http://schemas.microsoft.com/office/drawing/2014/main" id="{7AA10C73-4FF3-9558-40C2-9FD9E3861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649" y="1356625"/>
            <a:ext cx="8049091" cy="3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76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➔"/>
            </a:pPr>
            <a:r>
              <a:rPr lang="en-GB" b="1"/>
              <a:t>Imagine a group chat:</a:t>
            </a:r>
          </a:p>
          <a:p>
            <a:pPr lvl="1" indent="-298767">
              <a:buSzPct val="72222"/>
              <a:buChar char="➔"/>
            </a:pPr>
            <a:r>
              <a:rPr lang="en-GB"/>
              <a:t>Users send messages to an Admin (Neuron)</a:t>
            </a:r>
          </a:p>
          <a:p>
            <a:pPr lvl="1" indent="-298767">
              <a:buSzPct val="72222"/>
              <a:buChar char="➔"/>
            </a:pPr>
            <a:r>
              <a:rPr lang="en-GB"/>
              <a:t>A certain number of users say: “Let’s meet on Monday” (input).</a:t>
            </a:r>
          </a:p>
          <a:p>
            <a:pPr lvl="1" indent="-298767">
              <a:buSzPct val="72222"/>
              <a:buChar char="➔"/>
            </a:pPr>
            <a:r>
              <a:rPr lang="en-GB"/>
              <a:t>If the number of users meets certain threshold, then the admin sends a message “There’s a meeting on Monday”.</a:t>
            </a:r>
          </a:p>
          <a:p>
            <a:pPr lvl="1" indent="-298767">
              <a:buSzPct val="72222"/>
              <a:buChar char="➔"/>
            </a:pPr>
            <a:r>
              <a:rPr lang="en-GB"/>
              <a:t>If the incoming messages are below the threshold, the admin does nothing.</a:t>
            </a:r>
          </a:p>
          <a:p>
            <a:pPr indent="-298767">
              <a:buSzPct val="72222"/>
              <a:buChar char="➔"/>
            </a:pPr>
            <a:r>
              <a:rPr lang="en-GB"/>
              <a:t>So, a neuron collects “votes” from other neurons. If the votes are enough, it sends its own message.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788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D4A64D37-B935-B7B8-44B9-04D3853C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B09E2426-7573-2CB1-5AFC-44BD35F14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402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Weights &amp; Bias</a:t>
            </a:r>
            <a:endParaRPr/>
          </a:p>
        </p:txBody>
      </p:sp>
      <p:sp>
        <p:nvSpPr>
          <p:cNvPr id="153" name="Google Shape;153;p15">
            <a:extLst>
              <a:ext uri="{FF2B5EF4-FFF2-40B4-BE49-F238E27FC236}">
                <a16:creationId xmlns:a16="http://schemas.microsoft.com/office/drawing/2014/main" id="{CCEB02A3-ED02-2049-3F03-9DCB8CFB99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649" y="1356624"/>
            <a:ext cx="8018145" cy="378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 indent="-298767">
              <a:buSzPct val="72222"/>
              <a:buChar char="➔"/>
            </a:pPr>
            <a:r>
              <a:rPr lang="en-GB" b="1"/>
              <a:t>Weights: </a:t>
            </a:r>
            <a:r>
              <a:rPr lang="en-GB"/>
              <a:t>tell the Admin how much value each incoming message has.</a:t>
            </a:r>
            <a:endParaRPr lang="en-GB" b="1"/>
          </a:p>
          <a:p>
            <a:pPr lvl="1" indent="-298767">
              <a:buSzPct val="72222"/>
              <a:buChar char="➔"/>
            </a:pPr>
            <a:r>
              <a:rPr lang="en-GB"/>
              <a:t>Admin doesn’t treat all users all same. For him, each message carries different weight from 0 to 1.</a:t>
            </a:r>
          </a:p>
          <a:p>
            <a:pPr lvl="1" indent="-298767">
              <a:buSzPct val="72222"/>
              <a:buChar char="➔"/>
            </a:pPr>
            <a:r>
              <a:rPr lang="en-GB"/>
              <a:t>Admin scores the incoming messages (multiplies each message by its weight), then adds up all the scores.</a:t>
            </a:r>
          </a:p>
          <a:p>
            <a:pPr lvl="1" indent="-298767">
              <a:buSzPct val="72222"/>
              <a:buChar char="➔"/>
            </a:pPr>
            <a:r>
              <a:rPr lang="en-GB"/>
              <a:t>Weight of a message may depend on any factor, like seniority, availability, ties with other users, etc. depending on what the voting is for.</a:t>
            </a:r>
          </a:p>
          <a:p>
            <a:pPr lvl="1" indent="-298767">
              <a:buSzPct val="72222"/>
              <a:buChar char="➔"/>
            </a:pPr>
            <a:r>
              <a:rPr lang="en-GB"/>
              <a:t>Weights are not fixed, in one poll, a user may have a higher weight than other polls.</a:t>
            </a:r>
          </a:p>
          <a:p>
            <a:pPr indent="-298767">
              <a:buSzPct val="72222"/>
              <a:buChar char="➔"/>
            </a:pPr>
            <a:r>
              <a:rPr lang="en-GB" b="1"/>
              <a:t>Bias:</a:t>
            </a:r>
            <a:r>
              <a:rPr lang="en-GB"/>
              <a:t> the Admin’s default tendency to send a message or stay silent, regardless of the scores.</a:t>
            </a:r>
            <a:endParaRPr lang="en-GB" b="1"/>
          </a:p>
          <a:p>
            <a:pPr lvl="1" indent="-298767">
              <a:buSzPct val="72222"/>
              <a:buChar char="➔"/>
            </a:pPr>
            <a:r>
              <a:rPr lang="en-GB"/>
              <a:t>In some situations, Admin may remain silent. In others, he may be tempted to pass on a message 90% of the time.</a:t>
            </a:r>
          </a:p>
        </p:txBody>
      </p:sp>
    </p:spTree>
    <p:extLst>
      <p:ext uri="{BB962C8B-B14F-4D97-AF65-F5344CB8AC3E}">
        <p14:creationId xmlns:p14="http://schemas.microsoft.com/office/powerpoint/2010/main" val="373085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6A39660B-9D9E-3032-D3E2-593BDE0D4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03664D89-7989-9D20-1CA2-8A1BE2426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402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Propagation function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Google Shape;153;p15">
                <a:extLst>
                  <a:ext uri="{FF2B5EF4-FFF2-40B4-BE49-F238E27FC236}">
                    <a16:creationId xmlns:a16="http://schemas.microsoft.com/office/drawing/2014/main" id="{876E1EB9-C4B0-10F8-0B65-3FBD77AC75E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7649" y="1356625"/>
                <a:ext cx="8049091" cy="334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indent="-298767">
                  <a:buSzPct val="72222"/>
                  <a:buChar char="➔"/>
                </a:pPr>
                <a:r>
                  <a:rPr lang="en-GB"/>
                  <a:t>It is just the process of adding up everyone’s scores, taking weights into account, and including admin’s own bias, before deciding whether to send a message or not.</a:t>
                </a:r>
              </a:p>
              <a:p>
                <a:pPr indent="-298767">
                  <a:buSzPct val="72222"/>
                  <a:buChar char="➔"/>
                </a:pPr>
                <a:r>
                  <a:rPr lang="en-GB" b="1"/>
                  <a:t>In one line of code:</a:t>
                </a:r>
              </a:p>
              <a:p>
                <a:pPr lvl="1" indent="-298767">
                  <a:buSzPct val="72222"/>
                  <a:buChar char="➔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𝑡𝑜𝑡𝑎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𝑖𝑛𝑝𝑢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𝑖𝑛𝑝𝑢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𝑖𝑛𝑝𝑢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𝑏𝑖𝑎𝑠</m:t>
                    </m:r>
                  </m:oMath>
                </a14:m>
                <a:endParaRPr lang="en-GB"/>
              </a:p>
            </p:txBody>
          </p:sp>
        </mc:Choice>
        <mc:Fallback>
          <p:sp>
            <p:nvSpPr>
              <p:cNvPr id="153" name="Google Shape;153;p15">
                <a:extLst>
                  <a:ext uri="{FF2B5EF4-FFF2-40B4-BE49-F238E27FC236}">
                    <a16:creationId xmlns:a16="http://schemas.microsoft.com/office/drawing/2014/main" id="{876E1EB9-C4B0-10F8-0B65-3FBD77AC75E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7649" y="1356625"/>
                <a:ext cx="8049091" cy="3348900"/>
              </a:xfrm>
              <a:prstGeom prst="rect">
                <a:avLst/>
              </a:prstGeom>
              <a:blipFill>
                <a:blip r:embed="rId3"/>
                <a:stretch>
                  <a:fillRect r="-11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05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80229D72-CDD6-6649-0711-68D00BE2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59DEA411-A7D8-2BF3-C5F8-29658240DC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402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Learning Rule</a:t>
            </a:r>
            <a:endParaRPr/>
          </a:p>
        </p:txBody>
      </p:sp>
      <p:sp>
        <p:nvSpPr>
          <p:cNvPr id="153" name="Google Shape;153;p15">
            <a:extLst>
              <a:ext uri="{FF2B5EF4-FFF2-40B4-BE49-F238E27FC236}">
                <a16:creationId xmlns:a16="http://schemas.microsoft.com/office/drawing/2014/main" id="{5B9E9229-E4AE-961D-4E3B-63C317066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649" y="1356625"/>
            <a:ext cx="8049091" cy="3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indent="-298767">
              <a:buSzPct val="72222"/>
              <a:buChar char="➔"/>
            </a:pPr>
            <a:r>
              <a:rPr lang="en-GB"/>
              <a:t>Learning Rule is what makes the Admin a better Admin over time.</a:t>
            </a:r>
          </a:p>
          <a:p>
            <a:pPr indent="-298767">
              <a:buSzPct val="72222"/>
              <a:buChar char="➔"/>
            </a:pPr>
            <a:r>
              <a:rPr lang="en-GB"/>
              <a:t>After each message sent, the admin looks back and thinks “Was it a correct decision?”</a:t>
            </a:r>
          </a:p>
          <a:p>
            <a:pPr indent="-298767">
              <a:buSzPct val="72222"/>
              <a:buChar char="➔"/>
            </a:pPr>
            <a:r>
              <a:rPr lang="en-GB"/>
              <a:t>If the admin makes a bad decision, he adjusts weights, bias, or both:</a:t>
            </a:r>
          </a:p>
          <a:p>
            <a:pPr lvl="1" indent="-298767">
              <a:buSzPct val="72222"/>
              <a:buChar char="➔"/>
            </a:pPr>
            <a:r>
              <a:rPr lang="en-GB"/>
              <a:t>I think user Aroob and Fatima were given too much weight. I should weigh their messages less next time.</a:t>
            </a:r>
          </a:p>
          <a:p>
            <a:pPr lvl="1" indent="-298767">
              <a:buSzPct val="72222"/>
              <a:buChar char="➔"/>
            </a:pPr>
            <a:r>
              <a:rPr lang="en-GB"/>
              <a:t>I think user Ushna was given too little weight; I should weigh his messages more next time.</a:t>
            </a:r>
          </a:p>
          <a:p>
            <a:pPr lvl="1" indent="-298767">
              <a:buSzPct val="72222"/>
              <a:buChar char="➔"/>
            </a:pPr>
            <a:r>
              <a:rPr lang="en-GB"/>
              <a:t>I think I’m restricting too much messages. I should adjust my bias to be more open next time.</a:t>
            </a:r>
          </a:p>
        </p:txBody>
      </p:sp>
    </p:spTree>
    <p:extLst>
      <p:ext uri="{BB962C8B-B14F-4D97-AF65-F5344CB8AC3E}">
        <p14:creationId xmlns:p14="http://schemas.microsoft.com/office/powerpoint/2010/main" val="402357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24AF0DC8-81EF-A8D6-EDED-16524434B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86F9363F-BF83-659F-382B-A5C5AB3D9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402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Learning Rule</a:t>
            </a:r>
            <a:endParaRPr/>
          </a:p>
        </p:txBody>
      </p:sp>
      <p:sp>
        <p:nvSpPr>
          <p:cNvPr id="153" name="Google Shape;153;p15">
            <a:extLst>
              <a:ext uri="{FF2B5EF4-FFF2-40B4-BE49-F238E27FC236}">
                <a16:creationId xmlns:a16="http://schemas.microsoft.com/office/drawing/2014/main" id="{47CC2F0F-10EB-8EE0-6946-019A55689C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649" y="1356625"/>
            <a:ext cx="8049091" cy="353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58433" indent="0">
              <a:buSzPct val="72222"/>
              <a:buNone/>
            </a:pP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# Calculate the error</a:t>
            </a:r>
          </a:p>
          <a:p>
            <a:pPr marL="158433" indent="0">
              <a:buSzPct val="72222"/>
              <a:buNone/>
            </a:pP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error = expected - prediction</a:t>
            </a:r>
          </a:p>
          <a:p>
            <a:pPr marL="158433" indent="0">
              <a:buSzPct val="72222"/>
              <a:buNone/>
            </a:pP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# Update each preference (weight)</a:t>
            </a:r>
          </a:p>
          <a:p>
            <a:pPr marL="158433" indent="0">
              <a:buSzPct val="72222"/>
              <a:buNone/>
            </a:pP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for </a:t>
            </a:r>
            <a:r>
              <a:rPr lang="en-GB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in range(</a:t>
            </a:r>
            <a:r>
              <a:rPr lang="en-GB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len</a:t>
            </a: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(weights)):</a:t>
            </a:r>
          </a:p>
          <a:p>
            <a:pPr marL="158433" indent="0">
              <a:buSzPct val="72222"/>
              <a:buNone/>
            </a:pP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  weights[</a:t>
            </a:r>
            <a:r>
              <a:rPr lang="en-GB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] += </a:t>
            </a:r>
            <a:r>
              <a:rPr lang="en-GB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learning_rate</a:t>
            </a: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* error * inputs[</a:t>
            </a:r>
            <a:r>
              <a:rPr lang="en-GB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</a:t>
            </a: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]</a:t>
            </a:r>
          </a:p>
          <a:p>
            <a:pPr marL="158433" indent="0">
              <a:buSzPct val="72222"/>
              <a:buNone/>
            </a:pP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# Update the bias</a:t>
            </a:r>
          </a:p>
          <a:p>
            <a:pPr marL="158433" indent="0">
              <a:buSzPct val="72222"/>
              <a:buNone/>
            </a:pP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bias += </a:t>
            </a:r>
            <a:r>
              <a:rPr lang="en-GB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learning_rate</a:t>
            </a:r>
            <a:r>
              <a:rPr lang="en-GB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* error</a:t>
            </a:r>
          </a:p>
          <a:p>
            <a:pPr marL="158433" indent="0">
              <a:buSzPct val="72222"/>
              <a:buNone/>
            </a:pPr>
            <a:r>
              <a:rPr lang="en-GB"/>
              <a:t>Here, </a:t>
            </a:r>
            <a:r>
              <a:rPr lang="en-GB" b="1" i="1"/>
              <a:t>expected</a:t>
            </a:r>
            <a:r>
              <a:rPr lang="en-GB"/>
              <a:t> is what the decision should have been; </a:t>
            </a:r>
            <a:r>
              <a:rPr lang="en-GB" b="1" i="1"/>
              <a:t>prediction</a:t>
            </a:r>
            <a:r>
              <a:rPr lang="en-GB"/>
              <a:t> is the decision made; </a:t>
            </a:r>
            <a:r>
              <a:rPr lang="en-GB" b="1" i="1"/>
              <a:t>inputs</a:t>
            </a:r>
            <a:r>
              <a:rPr lang="en-GB"/>
              <a:t> are incoming messages; </a:t>
            </a:r>
            <a:r>
              <a:rPr lang="en-GB" b="1" i="1"/>
              <a:t>weights</a:t>
            </a:r>
            <a:r>
              <a:rPr lang="en-GB"/>
              <a:t> are weightages of inputs; </a:t>
            </a:r>
            <a:r>
              <a:rPr lang="en-GB" b="1" i="1"/>
              <a:t>bias</a:t>
            </a:r>
            <a:r>
              <a:rPr lang="en-GB"/>
              <a:t> is the admin’s overall preference to send message; </a:t>
            </a:r>
            <a:r>
              <a:rPr lang="en-GB" b="1" i="1" err="1"/>
              <a:t>learning_rate</a:t>
            </a:r>
            <a:r>
              <a:rPr lang="en-GB"/>
              <a:t> is how quickly the admin learns.</a:t>
            </a:r>
          </a:p>
        </p:txBody>
      </p:sp>
    </p:spTree>
    <p:extLst>
      <p:ext uri="{BB962C8B-B14F-4D97-AF65-F5344CB8AC3E}">
        <p14:creationId xmlns:p14="http://schemas.microsoft.com/office/powerpoint/2010/main" val="117688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E0A79806-676C-E02C-A141-BB7B605B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E1EDC2EB-6011-4752-341A-3B8FB5554B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402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Computational Model of A Single Neuron</a:t>
            </a:r>
            <a:endParaRPr/>
          </a:p>
        </p:txBody>
      </p:sp>
      <p:pic>
        <p:nvPicPr>
          <p:cNvPr id="145" name="Google Shape;145;p15" descr="f(x, y) = xw_1 + yw_2 + b" title="MathEquation,#000000">
            <a:extLst>
              <a:ext uri="{FF2B5EF4-FFF2-40B4-BE49-F238E27FC236}">
                <a16:creationId xmlns:a16="http://schemas.microsoft.com/office/drawing/2014/main" id="{D35F307C-989D-BB17-07A8-960B127253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2753" y="3355448"/>
            <a:ext cx="3015650" cy="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p(x, y) = \sigma(f(x, y))" title="MathEquation,#000000">
            <a:extLst>
              <a:ext uri="{FF2B5EF4-FFF2-40B4-BE49-F238E27FC236}">
                <a16:creationId xmlns:a16="http://schemas.microsoft.com/office/drawing/2014/main" id="{9B9AC82A-8163-F069-49A0-342ACF720C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2753" y="3844523"/>
            <a:ext cx="2596178" cy="37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7A17324-E6F1-7E82-CF7B-702103DE3EC4}"/>
              </a:ext>
            </a:extLst>
          </p:cNvPr>
          <p:cNvGrpSpPr/>
          <p:nvPr/>
        </p:nvGrpSpPr>
        <p:grpSpPr>
          <a:xfrm>
            <a:off x="5482382" y="2040851"/>
            <a:ext cx="2572225" cy="1061797"/>
            <a:chOff x="5602338" y="2060500"/>
            <a:chExt cx="2572225" cy="1061797"/>
          </a:xfrm>
        </p:grpSpPr>
        <p:sp>
          <p:nvSpPr>
            <p:cNvPr id="140" name="Google Shape;140;p15">
              <a:extLst>
                <a:ext uri="{FF2B5EF4-FFF2-40B4-BE49-F238E27FC236}">
                  <a16:creationId xmlns:a16="http://schemas.microsoft.com/office/drawing/2014/main" id="{6F5D86A5-DB0C-BA9D-7F5D-8F0D4F98FC43}"/>
                </a:ext>
              </a:extLst>
            </p:cNvPr>
            <p:cNvSpPr/>
            <p:nvPr/>
          </p:nvSpPr>
          <p:spPr>
            <a:xfrm>
              <a:off x="5602338" y="2060500"/>
              <a:ext cx="390900" cy="3732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5">
              <a:extLst>
                <a:ext uri="{FF2B5EF4-FFF2-40B4-BE49-F238E27FC236}">
                  <a16:creationId xmlns:a16="http://schemas.microsoft.com/office/drawing/2014/main" id="{A309D141-1B9D-09B3-1DD0-02AF125D475F}"/>
                </a:ext>
              </a:extLst>
            </p:cNvPr>
            <p:cNvSpPr/>
            <p:nvPr/>
          </p:nvSpPr>
          <p:spPr>
            <a:xfrm>
              <a:off x="5602338" y="2709775"/>
              <a:ext cx="390900" cy="3732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5">
              <a:extLst>
                <a:ext uri="{FF2B5EF4-FFF2-40B4-BE49-F238E27FC236}">
                  <a16:creationId xmlns:a16="http://schemas.microsoft.com/office/drawing/2014/main" id="{56AFEE94-EAA8-9D4F-672A-8922D76E6722}"/>
                </a:ext>
              </a:extLst>
            </p:cNvPr>
            <p:cNvSpPr/>
            <p:nvPr/>
          </p:nvSpPr>
          <p:spPr>
            <a:xfrm>
              <a:off x="6726788" y="2407238"/>
              <a:ext cx="390900" cy="373200"/>
            </a:xfrm>
            <a:prstGeom prst="ellipse">
              <a:avLst/>
            </a:prstGeom>
            <a:solidFill>
              <a:srgbClr val="6FA8D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" name="Google Shape;143;p15">
              <a:extLst>
                <a:ext uri="{FF2B5EF4-FFF2-40B4-BE49-F238E27FC236}">
                  <a16:creationId xmlns:a16="http://schemas.microsoft.com/office/drawing/2014/main" id="{FF13AA88-5D9E-FDCF-8818-3C408586C321}"/>
                </a:ext>
              </a:extLst>
            </p:cNvPr>
            <p:cNvCxnSpPr>
              <a:stCxn id="140" idx="6"/>
              <a:endCxn id="142" idx="2"/>
            </p:cNvCxnSpPr>
            <p:nvPr/>
          </p:nvCxnSpPr>
          <p:spPr>
            <a:xfrm>
              <a:off x="5993238" y="2247100"/>
              <a:ext cx="733500" cy="34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44" name="Google Shape;144;p15">
              <a:extLst>
                <a:ext uri="{FF2B5EF4-FFF2-40B4-BE49-F238E27FC236}">
                  <a16:creationId xmlns:a16="http://schemas.microsoft.com/office/drawing/2014/main" id="{F6ED1655-B9AF-9111-89B5-00A9BBBF7BAD}"/>
                </a:ext>
              </a:extLst>
            </p:cNvPr>
            <p:cNvCxnSpPr>
              <a:stCxn id="141" idx="6"/>
              <a:endCxn id="142" idx="2"/>
            </p:cNvCxnSpPr>
            <p:nvPr/>
          </p:nvCxnSpPr>
          <p:spPr>
            <a:xfrm rot="10800000" flipH="1">
              <a:off x="5993238" y="2593975"/>
              <a:ext cx="733500" cy="302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147" name="Google Shape;147;p15" descr="w_1" title="MathEquation,#000000">
              <a:extLst>
                <a:ext uri="{FF2B5EF4-FFF2-40B4-BE49-F238E27FC236}">
                  <a16:creationId xmlns:a16="http://schemas.microsoft.com/office/drawing/2014/main" id="{E37F5FD1-68B8-CD02-0678-607201ACD76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87212" y="2134148"/>
              <a:ext cx="345600" cy="225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5" descr="w_2" title="MathEquation,#000000">
              <a:extLst>
                <a:ext uri="{FF2B5EF4-FFF2-40B4-BE49-F238E27FC236}">
                  <a16:creationId xmlns:a16="http://schemas.microsoft.com/office/drawing/2014/main" id="{856C693E-88C9-0646-E07F-5C5ECA49701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54926" y="2896375"/>
              <a:ext cx="345600" cy="2259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5">
              <a:extLst>
                <a:ext uri="{FF2B5EF4-FFF2-40B4-BE49-F238E27FC236}">
                  <a16:creationId xmlns:a16="http://schemas.microsoft.com/office/drawing/2014/main" id="{A0046B05-3F7A-4391-F471-079508BE03FA}"/>
                </a:ext>
              </a:extLst>
            </p:cNvPr>
            <p:cNvSpPr/>
            <p:nvPr/>
          </p:nvSpPr>
          <p:spPr>
            <a:xfrm>
              <a:off x="7463263" y="2407238"/>
              <a:ext cx="390900" cy="373200"/>
            </a:xfrm>
            <a:prstGeom prst="ellipse">
              <a:avLst/>
            </a:prstGeom>
            <a:solidFill>
              <a:srgbClr val="C27BA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0" name="Google Shape;150;p15" descr="\sigma" title="MathEquation,#000000">
              <a:extLst>
                <a:ext uri="{FF2B5EF4-FFF2-40B4-BE49-F238E27FC236}">
                  <a16:creationId xmlns:a16="http://schemas.microsoft.com/office/drawing/2014/main" id="{FEEB4C98-2D92-6B07-3DA3-74371246305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577600" y="2501965"/>
              <a:ext cx="162224" cy="1837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51" name="Google Shape;151;p15">
              <a:extLst>
                <a:ext uri="{FF2B5EF4-FFF2-40B4-BE49-F238E27FC236}">
                  <a16:creationId xmlns:a16="http://schemas.microsoft.com/office/drawing/2014/main" id="{7D75E3E2-C255-951A-5CE3-5581171B98CB}"/>
                </a:ext>
              </a:extLst>
            </p:cNvPr>
            <p:cNvCxnSpPr>
              <a:stCxn id="142" idx="6"/>
              <a:endCxn id="149" idx="2"/>
            </p:cNvCxnSpPr>
            <p:nvPr/>
          </p:nvCxnSpPr>
          <p:spPr>
            <a:xfrm>
              <a:off x="7117688" y="2593838"/>
              <a:ext cx="34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52" name="Google Shape;152;p15">
              <a:extLst>
                <a:ext uri="{FF2B5EF4-FFF2-40B4-BE49-F238E27FC236}">
                  <a16:creationId xmlns:a16="http://schemas.microsoft.com/office/drawing/2014/main" id="{BE64221E-B279-3C88-46C2-F36080AD0AB9}"/>
                </a:ext>
              </a:extLst>
            </p:cNvPr>
            <p:cNvCxnSpPr/>
            <p:nvPr/>
          </p:nvCxnSpPr>
          <p:spPr>
            <a:xfrm rot="10800000" flipH="1">
              <a:off x="7854163" y="2586938"/>
              <a:ext cx="320400" cy="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Google Shape;153;p15">
                <a:extLst>
                  <a:ext uri="{FF2B5EF4-FFF2-40B4-BE49-F238E27FC236}">
                    <a16:creationId xmlns:a16="http://schemas.microsoft.com/office/drawing/2014/main" id="{0BE43C6E-0585-AD7A-D144-DED7666CD1C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7650" y="1356624"/>
                <a:ext cx="4385400" cy="362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 fontScale="92500" lnSpcReduction="20000"/>
              </a:bodyPr>
              <a:lstStyle/>
              <a:p>
                <a:pPr marL="457200" lvl="0" indent="-298767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ct val="72222"/>
                  <a:buChar char="➔"/>
                </a:pPr>
                <a:r>
                  <a:rPr lang="en-GB"/>
                  <a:t>Inputs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/>
                  <a:t> are multiplied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GB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GB"/>
                  <a:t> respectively and added together</a:t>
                </a:r>
              </a:p>
              <a:p>
                <a:pPr marL="457200" lvl="0" indent="-298767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ct val="72222"/>
                  <a:buChar char="➔"/>
                </a:pPr>
                <a:r>
                  <a:rPr lang="en-GB"/>
                  <a:t>A bias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/>
                  <a:t> is added</a:t>
                </a:r>
              </a:p>
              <a:p>
                <a:pPr marL="457200" lvl="0" indent="-298767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ct val="72222"/>
                  <a:buChar char="➔"/>
                </a:pPr>
                <a:r>
                  <a:rPr lang="en-GB"/>
                  <a:t>We then apply an </a:t>
                </a:r>
                <a:r>
                  <a:rPr lang="en-GB" b="1"/>
                  <a:t>activation function.</a:t>
                </a:r>
                <a:endParaRPr lang="en-GB"/>
              </a:p>
              <a:p>
                <a:pPr lvl="1" indent="-298767">
                  <a:buSzPct val="72222"/>
                  <a:buChar char="➔"/>
                </a:pPr>
                <a:r>
                  <a:rPr lang="en-GB"/>
                  <a:t>For classification this is the </a:t>
                </a:r>
                <a:r>
                  <a:rPr lang="en-GB" b="1"/>
                  <a:t>sigmoid </a:t>
                </a:r>
                <a:r>
                  <a:rPr lang="en-GB"/>
                  <a:t>function that “squeezes” the output between 0 and 1</a:t>
                </a:r>
              </a:p>
              <a:p>
                <a:pPr marL="457200" lvl="0" indent="-298767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ct val="72222"/>
                  <a:buChar char="➔"/>
                </a:pPr>
                <a:r>
                  <a:rPr lang="en-GB"/>
                  <a:t>How does this look like to you?</a:t>
                </a:r>
              </a:p>
              <a:p>
                <a:pPr marL="457200" lvl="0" indent="-298767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ct val="72222"/>
                  <a:buChar char="➔"/>
                </a:pPr>
                <a:r>
                  <a:rPr lang="en-GB"/>
                  <a:t>That’s Logistic Regression:</a:t>
                </a:r>
              </a:p>
              <a:p>
                <a:pPr marL="158433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ct val="7222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=1|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/>
              </a:p>
              <a:p>
                <a:pPr marL="0" lvl="0" indent="0" algn="l" rtl="0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  <a:buSzPct val="72222"/>
                  <a:buNone/>
                </a:pPr>
                <a:endParaRPr/>
              </a:p>
            </p:txBody>
          </p:sp>
        </mc:Choice>
        <mc:Fallback>
          <p:sp>
            <p:nvSpPr>
              <p:cNvPr id="153" name="Google Shape;153;p15">
                <a:extLst>
                  <a:ext uri="{FF2B5EF4-FFF2-40B4-BE49-F238E27FC236}">
                    <a16:creationId xmlns:a16="http://schemas.microsoft.com/office/drawing/2014/main" id="{0BE43C6E-0585-AD7A-D144-DED7666CD1C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7650" y="1356624"/>
                <a:ext cx="4385400" cy="36201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37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355DAF87-4D66-F2FD-D174-C239DF69C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F3717E7E-F01A-B5A3-80B6-3FCD677F6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7996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Neural Network</a:t>
            </a:r>
            <a:endParaRPr/>
          </a:p>
        </p:txBody>
      </p:sp>
      <p:sp>
        <p:nvSpPr>
          <p:cNvPr id="191" name="Google Shape;191;p17">
            <a:extLst>
              <a:ext uri="{FF2B5EF4-FFF2-40B4-BE49-F238E27FC236}">
                <a16:creationId xmlns:a16="http://schemas.microsoft.com/office/drawing/2014/main" id="{CBE6211E-B178-89C8-44ED-153FA32AEF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0075" y="1356624"/>
            <a:ext cx="8344043" cy="1036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34" indent="-285750">
              <a:buSzPts val="1500"/>
            </a:pPr>
            <a:r>
              <a:rPr lang="en-GB" sz="1400"/>
              <a:t>An Artificial Neural Network is a collection of neurons chained together in two or more layers.</a:t>
            </a:r>
          </a:p>
          <a:p>
            <a:pPr marL="419134" indent="-285750">
              <a:buSzPts val="1500"/>
            </a:pPr>
            <a:r>
              <a:rPr lang="en-GB" sz="1400"/>
              <a:t>When all neurons follow the computational model explained earlier, the network is called Multi Layered Perceptron (MLP)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CCD193-6422-1067-63B2-F596930F7CA7}"/>
              </a:ext>
            </a:extLst>
          </p:cNvPr>
          <p:cNvGrpSpPr/>
          <p:nvPr/>
        </p:nvGrpSpPr>
        <p:grpSpPr>
          <a:xfrm>
            <a:off x="2356687" y="2229412"/>
            <a:ext cx="5326375" cy="2914088"/>
            <a:chOff x="1933900" y="1941925"/>
            <a:chExt cx="5326375" cy="291408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1969E0B-2E88-9D9E-1573-C29AED21AABE}"/>
                </a:ext>
              </a:extLst>
            </p:cNvPr>
            <p:cNvGrpSpPr/>
            <p:nvPr/>
          </p:nvGrpSpPr>
          <p:grpSpPr>
            <a:xfrm>
              <a:off x="1933900" y="2214625"/>
              <a:ext cx="716350" cy="2403300"/>
              <a:chOff x="1933900" y="2214625"/>
              <a:chExt cx="716350" cy="2403300"/>
            </a:xfrm>
          </p:grpSpPr>
          <p:grpSp>
            <p:nvGrpSpPr>
              <p:cNvPr id="246" name="Google Shape;246;p19"/>
              <p:cNvGrpSpPr/>
              <p:nvPr/>
            </p:nvGrpSpPr>
            <p:grpSpPr>
              <a:xfrm>
                <a:off x="1938950" y="2214625"/>
                <a:ext cx="711300" cy="2003100"/>
                <a:chOff x="2882975" y="2330725"/>
                <a:chExt cx="711300" cy="2003100"/>
              </a:xfrm>
            </p:grpSpPr>
            <p:sp>
              <p:nvSpPr>
                <p:cNvPr id="247" name="Google Shape;247;p19"/>
                <p:cNvSpPr/>
                <p:nvPr/>
              </p:nvSpPr>
              <p:spPr>
                <a:xfrm>
                  <a:off x="2882975" y="2330725"/>
                  <a:ext cx="711300" cy="20031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9EAD3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9"/>
                <p:cNvSpPr/>
                <p:nvPr/>
              </p:nvSpPr>
              <p:spPr>
                <a:xfrm>
                  <a:off x="3038125" y="2479500"/>
                  <a:ext cx="390900" cy="373200"/>
                </a:xfrm>
                <a:prstGeom prst="ellipse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9"/>
                <p:cNvSpPr/>
                <p:nvPr/>
              </p:nvSpPr>
              <p:spPr>
                <a:xfrm>
                  <a:off x="3038125" y="3128775"/>
                  <a:ext cx="390900" cy="373200"/>
                </a:xfrm>
                <a:prstGeom prst="ellipse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9"/>
                <p:cNvSpPr/>
                <p:nvPr/>
              </p:nvSpPr>
              <p:spPr>
                <a:xfrm>
                  <a:off x="3038125" y="3778063"/>
                  <a:ext cx="390900" cy="373200"/>
                </a:xfrm>
                <a:prstGeom prst="ellipse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4" name="Google Shape;284;p19"/>
              <p:cNvSpPr txBox="1"/>
              <p:nvPr/>
            </p:nvSpPr>
            <p:spPr>
              <a:xfrm>
                <a:off x="1933900" y="4217725"/>
                <a:ext cx="711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Input</a:t>
                </a:r>
                <a:endParaRPr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D9336F-34A4-A11C-6F71-68F4CDAAAD32}"/>
                </a:ext>
              </a:extLst>
            </p:cNvPr>
            <p:cNvGrpSpPr/>
            <p:nvPr/>
          </p:nvGrpSpPr>
          <p:grpSpPr>
            <a:xfrm>
              <a:off x="5009150" y="2550025"/>
              <a:ext cx="1068300" cy="1713382"/>
              <a:chOff x="5009150" y="2550025"/>
              <a:chExt cx="1068300" cy="1713382"/>
            </a:xfrm>
          </p:grpSpPr>
          <p:grpSp>
            <p:nvGrpSpPr>
              <p:cNvPr id="257" name="Google Shape;257;p19"/>
              <p:cNvGrpSpPr/>
              <p:nvPr/>
            </p:nvGrpSpPr>
            <p:grpSpPr>
              <a:xfrm>
                <a:off x="5187650" y="2550025"/>
                <a:ext cx="711300" cy="1301700"/>
                <a:chOff x="5347850" y="2664525"/>
                <a:chExt cx="711300" cy="1301700"/>
              </a:xfrm>
            </p:grpSpPr>
            <p:sp>
              <p:nvSpPr>
                <p:cNvPr id="258" name="Google Shape;258;p19"/>
                <p:cNvSpPr/>
                <p:nvPr/>
              </p:nvSpPr>
              <p:spPr>
                <a:xfrm>
                  <a:off x="5347850" y="2664525"/>
                  <a:ext cx="711300" cy="13017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6B8AF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9"/>
                <p:cNvSpPr/>
                <p:nvPr/>
              </p:nvSpPr>
              <p:spPr>
                <a:xfrm>
                  <a:off x="5508050" y="2852700"/>
                  <a:ext cx="390900" cy="373200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9"/>
                <p:cNvSpPr/>
                <p:nvPr/>
              </p:nvSpPr>
              <p:spPr>
                <a:xfrm>
                  <a:off x="5508050" y="3435538"/>
                  <a:ext cx="390900" cy="373200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5" name="Google Shape;285;p19"/>
              <p:cNvSpPr txBox="1"/>
              <p:nvPr/>
            </p:nvSpPr>
            <p:spPr>
              <a:xfrm>
                <a:off x="5009150" y="3863207"/>
                <a:ext cx="1068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Hidden 2</a:t>
                </a:r>
                <a:endParaRPr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BA05D3C-9E1B-4453-BBAF-5B3C03F191D8}"/>
                </a:ext>
              </a:extLst>
            </p:cNvPr>
            <p:cNvGrpSpPr/>
            <p:nvPr/>
          </p:nvGrpSpPr>
          <p:grpSpPr>
            <a:xfrm>
              <a:off x="3535688" y="1941925"/>
              <a:ext cx="1068300" cy="2914088"/>
              <a:chOff x="3535688" y="1941925"/>
              <a:chExt cx="1068300" cy="2914088"/>
            </a:xfrm>
          </p:grpSpPr>
          <p:grpSp>
            <p:nvGrpSpPr>
              <p:cNvPr id="251" name="Google Shape;251;p19"/>
              <p:cNvGrpSpPr/>
              <p:nvPr/>
            </p:nvGrpSpPr>
            <p:grpSpPr>
              <a:xfrm>
                <a:off x="3679088" y="1941925"/>
                <a:ext cx="781500" cy="2517900"/>
                <a:chOff x="4080313" y="2040550"/>
                <a:chExt cx="781500" cy="2517900"/>
              </a:xfrm>
            </p:grpSpPr>
            <p:sp>
              <p:nvSpPr>
                <p:cNvPr id="252" name="Google Shape;252;p19"/>
                <p:cNvSpPr/>
                <p:nvPr/>
              </p:nvSpPr>
              <p:spPr>
                <a:xfrm>
                  <a:off x="4080313" y="2040550"/>
                  <a:ext cx="781500" cy="25179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CFE2F3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19"/>
                <p:cNvSpPr/>
                <p:nvPr/>
              </p:nvSpPr>
              <p:spPr>
                <a:xfrm>
                  <a:off x="4275613" y="4044813"/>
                  <a:ext cx="390900" cy="373200"/>
                </a:xfrm>
                <a:prstGeom prst="ellipse">
                  <a:avLst/>
                </a:prstGeom>
                <a:solidFill>
                  <a:srgbClr val="6FA8D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9"/>
                <p:cNvSpPr/>
                <p:nvPr/>
              </p:nvSpPr>
              <p:spPr>
                <a:xfrm>
                  <a:off x="4275613" y="3435525"/>
                  <a:ext cx="390900" cy="373200"/>
                </a:xfrm>
                <a:prstGeom prst="ellipse">
                  <a:avLst/>
                </a:prstGeom>
                <a:solidFill>
                  <a:srgbClr val="6FA8D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19"/>
                <p:cNvSpPr/>
                <p:nvPr/>
              </p:nvSpPr>
              <p:spPr>
                <a:xfrm>
                  <a:off x="4275613" y="2826238"/>
                  <a:ext cx="390900" cy="373200"/>
                </a:xfrm>
                <a:prstGeom prst="ellipse">
                  <a:avLst/>
                </a:prstGeom>
                <a:solidFill>
                  <a:srgbClr val="6FA8D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9"/>
                <p:cNvSpPr/>
                <p:nvPr/>
              </p:nvSpPr>
              <p:spPr>
                <a:xfrm>
                  <a:off x="4275613" y="2216938"/>
                  <a:ext cx="390900" cy="373200"/>
                </a:xfrm>
                <a:prstGeom prst="ellipse">
                  <a:avLst/>
                </a:prstGeom>
                <a:solidFill>
                  <a:srgbClr val="6FA8D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6" name="Google Shape;286;p19"/>
              <p:cNvSpPr txBox="1"/>
              <p:nvPr/>
            </p:nvSpPr>
            <p:spPr>
              <a:xfrm>
                <a:off x="3535688" y="4455813"/>
                <a:ext cx="1068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Hidden 1</a:t>
                </a:r>
                <a:endParaRPr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EECD75C-86E4-044E-2720-DE49F46E9535}"/>
                </a:ext>
              </a:extLst>
            </p:cNvPr>
            <p:cNvGrpSpPr/>
            <p:nvPr/>
          </p:nvGrpSpPr>
          <p:grpSpPr>
            <a:xfrm>
              <a:off x="6191975" y="3024325"/>
              <a:ext cx="1068300" cy="773400"/>
              <a:chOff x="6191975" y="3024325"/>
              <a:chExt cx="1068300" cy="773400"/>
            </a:xfrm>
          </p:grpSpPr>
          <p:sp>
            <p:nvSpPr>
              <p:cNvPr id="281" name="Google Shape;281;p19"/>
              <p:cNvSpPr/>
              <p:nvPr/>
            </p:nvSpPr>
            <p:spPr>
              <a:xfrm>
                <a:off x="6530600" y="3024325"/>
                <a:ext cx="390900" cy="373200"/>
              </a:xfrm>
              <a:prstGeom prst="ellipse">
                <a:avLst/>
              </a:prstGeom>
              <a:solidFill>
                <a:srgbClr val="F9CB9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9"/>
              <p:cNvSpPr txBox="1"/>
              <p:nvPr/>
            </p:nvSpPr>
            <p:spPr>
              <a:xfrm>
                <a:off x="6191975" y="3397525"/>
                <a:ext cx="1068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Output</a:t>
                </a:r>
                <a:endParaRPr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cxnSp>
          <p:nvCxnSpPr>
            <p:cNvPr id="261" name="Google Shape;261;p19"/>
            <p:cNvCxnSpPr>
              <a:stCxn id="248" idx="6"/>
              <a:endCxn id="256" idx="2"/>
            </p:cNvCxnSpPr>
            <p:nvPr/>
          </p:nvCxnSpPr>
          <p:spPr>
            <a:xfrm rot="10800000" flipH="1">
              <a:off x="2485000" y="2304900"/>
              <a:ext cx="1389300" cy="245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2" name="Google Shape;262;p19"/>
            <p:cNvCxnSpPr>
              <a:stCxn id="249" idx="6"/>
              <a:endCxn id="255" idx="2"/>
            </p:cNvCxnSpPr>
            <p:nvPr/>
          </p:nvCxnSpPr>
          <p:spPr>
            <a:xfrm rot="10800000" flipH="1">
              <a:off x="2485000" y="2914275"/>
              <a:ext cx="1389300" cy="285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3" name="Google Shape;263;p19"/>
            <p:cNvCxnSpPr>
              <a:stCxn id="250" idx="6"/>
              <a:endCxn id="254" idx="2"/>
            </p:cNvCxnSpPr>
            <p:nvPr/>
          </p:nvCxnSpPr>
          <p:spPr>
            <a:xfrm rot="10800000" flipH="1">
              <a:off x="2485000" y="3523363"/>
              <a:ext cx="1389300" cy="32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4" name="Google Shape;264;p19"/>
            <p:cNvCxnSpPr>
              <a:stCxn id="250" idx="6"/>
              <a:endCxn id="253" idx="2"/>
            </p:cNvCxnSpPr>
            <p:nvPr/>
          </p:nvCxnSpPr>
          <p:spPr>
            <a:xfrm>
              <a:off x="2485000" y="3848563"/>
              <a:ext cx="1389300" cy="284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5" name="Google Shape;265;p19"/>
            <p:cNvCxnSpPr>
              <a:stCxn id="250" idx="6"/>
              <a:endCxn id="255" idx="2"/>
            </p:cNvCxnSpPr>
            <p:nvPr/>
          </p:nvCxnSpPr>
          <p:spPr>
            <a:xfrm rot="10800000" flipH="1">
              <a:off x="2485000" y="2914363"/>
              <a:ext cx="1389300" cy="93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6" name="Google Shape;266;p19"/>
            <p:cNvCxnSpPr>
              <a:stCxn id="250" idx="6"/>
              <a:endCxn id="256" idx="2"/>
            </p:cNvCxnSpPr>
            <p:nvPr/>
          </p:nvCxnSpPr>
          <p:spPr>
            <a:xfrm rot="10800000" flipH="1">
              <a:off x="2485000" y="2305063"/>
              <a:ext cx="1389300" cy="154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7" name="Google Shape;267;p19"/>
            <p:cNvCxnSpPr>
              <a:stCxn id="248" idx="6"/>
              <a:endCxn id="255" idx="2"/>
            </p:cNvCxnSpPr>
            <p:nvPr/>
          </p:nvCxnSpPr>
          <p:spPr>
            <a:xfrm>
              <a:off x="2485000" y="2550000"/>
              <a:ext cx="1389300" cy="36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8" name="Google Shape;268;p19"/>
            <p:cNvCxnSpPr>
              <a:stCxn id="248" idx="6"/>
              <a:endCxn id="254" idx="2"/>
            </p:cNvCxnSpPr>
            <p:nvPr/>
          </p:nvCxnSpPr>
          <p:spPr>
            <a:xfrm>
              <a:off x="2485000" y="2550000"/>
              <a:ext cx="1389300" cy="97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9" name="Google Shape;269;p19"/>
            <p:cNvCxnSpPr>
              <a:stCxn id="248" idx="6"/>
              <a:endCxn id="253" idx="2"/>
            </p:cNvCxnSpPr>
            <p:nvPr/>
          </p:nvCxnSpPr>
          <p:spPr>
            <a:xfrm>
              <a:off x="2485000" y="2550000"/>
              <a:ext cx="1389300" cy="1582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0" name="Google Shape;270;p19"/>
            <p:cNvCxnSpPr>
              <a:stCxn id="249" idx="6"/>
              <a:endCxn id="256" idx="2"/>
            </p:cNvCxnSpPr>
            <p:nvPr/>
          </p:nvCxnSpPr>
          <p:spPr>
            <a:xfrm rot="10800000" flipH="1">
              <a:off x="2485000" y="2304975"/>
              <a:ext cx="1389300" cy="894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1" name="Google Shape;271;p19"/>
            <p:cNvCxnSpPr>
              <a:stCxn id="249" idx="6"/>
              <a:endCxn id="254" idx="2"/>
            </p:cNvCxnSpPr>
            <p:nvPr/>
          </p:nvCxnSpPr>
          <p:spPr>
            <a:xfrm>
              <a:off x="2485000" y="3199275"/>
              <a:ext cx="1389300" cy="324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2" name="Google Shape;272;p19"/>
            <p:cNvCxnSpPr>
              <a:stCxn id="249" idx="6"/>
              <a:endCxn id="253" idx="2"/>
            </p:cNvCxnSpPr>
            <p:nvPr/>
          </p:nvCxnSpPr>
          <p:spPr>
            <a:xfrm>
              <a:off x="2485000" y="3199275"/>
              <a:ext cx="1389300" cy="93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3" name="Google Shape;273;p19"/>
            <p:cNvCxnSpPr>
              <a:stCxn id="256" idx="6"/>
              <a:endCxn id="259" idx="2"/>
            </p:cNvCxnSpPr>
            <p:nvPr/>
          </p:nvCxnSpPr>
          <p:spPr>
            <a:xfrm>
              <a:off x="4265288" y="2304913"/>
              <a:ext cx="1082700" cy="619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4" name="Google Shape;274;p19"/>
            <p:cNvCxnSpPr>
              <a:stCxn id="256" idx="6"/>
              <a:endCxn id="260" idx="2"/>
            </p:cNvCxnSpPr>
            <p:nvPr/>
          </p:nvCxnSpPr>
          <p:spPr>
            <a:xfrm>
              <a:off x="4265288" y="2304913"/>
              <a:ext cx="1082700" cy="1202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5" name="Google Shape;275;p19"/>
            <p:cNvCxnSpPr>
              <a:stCxn id="255" idx="6"/>
              <a:endCxn id="259" idx="2"/>
            </p:cNvCxnSpPr>
            <p:nvPr/>
          </p:nvCxnSpPr>
          <p:spPr>
            <a:xfrm>
              <a:off x="4265288" y="2914213"/>
              <a:ext cx="1082700" cy="10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6" name="Google Shape;276;p19"/>
            <p:cNvCxnSpPr>
              <a:stCxn id="255" idx="6"/>
              <a:endCxn id="260" idx="2"/>
            </p:cNvCxnSpPr>
            <p:nvPr/>
          </p:nvCxnSpPr>
          <p:spPr>
            <a:xfrm>
              <a:off x="4265288" y="2914213"/>
              <a:ext cx="1082700" cy="59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7" name="Google Shape;277;p19"/>
            <p:cNvCxnSpPr>
              <a:stCxn id="254" idx="6"/>
              <a:endCxn id="259" idx="2"/>
            </p:cNvCxnSpPr>
            <p:nvPr/>
          </p:nvCxnSpPr>
          <p:spPr>
            <a:xfrm rot="10800000" flipH="1">
              <a:off x="4265288" y="2924700"/>
              <a:ext cx="1082700" cy="59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8" name="Google Shape;278;p19"/>
            <p:cNvCxnSpPr>
              <a:stCxn id="254" idx="6"/>
              <a:endCxn id="260" idx="2"/>
            </p:cNvCxnSpPr>
            <p:nvPr/>
          </p:nvCxnSpPr>
          <p:spPr>
            <a:xfrm rot="10800000" flipH="1">
              <a:off x="4265288" y="3507600"/>
              <a:ext cx="1082700" cy="15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9" name="Google Shape;279;p19"/>
            <p:cNvCxnSpPr>
              <a:stCxn id="253" idx="6"/>
              <a:endCxn id="260" idx="2"/>
            </p:cNvCxnSpPr>
            <p:nvPr/>
          </p:nvCxnSpPr>
          <p:spPr>
            <a:xfrm rot="10800000" flipH="1">
              <a:off x="4265288" y="3507588"/>
              <a:ext cx="1082700" cy="62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80" name="Google Shape;280;p19"/>
            <p:cNvCxnSpPr>
              <a:stCxn id="253" idx="6"/>
              <a:endCxn id="259" idx="2"/>
            </p:cNvCxnSpPr>
            <p:nvPr/>
          </p:nvCxnSpPr>
          <p:spPr>
            <a:xfrm rot="10800000" flipH="1">
              <a:off x="4265288" y="2924688"/>
              <a:ext cx="1082700" cy="120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82" name="Google Shape;282;p19"/>
            <p:cNvCxnSpPr>
              <a:stCxn id="259" idx="6"/>
              <a:endCxn id="281" idx="2"/>
            </p:cNvCxnSpPr>
            <p:nvPr/>
          </p:nvCxnSpPr>
          <p:spPr>
            <a:xfrm>
              <a:off x="5738750" y="2924800"/>
              <a:ext cx="792000" cy="286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83" name="Google Shape;283;p19"/>
            <p:cNvCxnSpPr>
              <a:stCxn id="260" idx="6"/>
              <a:endCxn id="281" idx="2"/>
            </p:cNvCxnSpPr>
            <p:nvPr/>
          </p:nvCxnSpPr>
          <p:spPr>
            <a:xfrm rot="10800000" flipH="1">
              <a:off x="5738750" y="3210938"/>
              <a:ext cx="792000" cy="296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88936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8DCD6352-EB32-0D43-BF22-5675D4D2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9D660327-6BC0-24AD-87E4-B8746107B9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402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Why does this work?</a:t>
            </a:r>
            <a:endParaRPr/>
          </a:p>
        </p:txBody>
      </p:sp>
      <p:sp>
        <p:nvSpPr>
          <p:cNvPr id="153" name="Google Shape;153;p15">
            <a:extLst>
              <a:ext uri="{FF2B5EF4-FFF2-40B4-BE49-F238E27FC236}">
                <a16:creationId xmlns:a16="http://schemas.microsoft.com/office/drawing/2014/main" id="{6C4302AD-0389-6D7D-7C12-FFCE095F1C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649" y="1356625"/>
            <a:ext cx="8049091" cy="366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indent="-298767">
              <a:buSzPct val="72222"/>
              <a:buChar char="➔"/>
            </a:pPr>
            <a:r>
              <a:rPr lang="en-GB"/>
              <a:t>Imagine creating map of all places of interest Karachi city.</a:t>
            </a:r>
          </a:p>
          <a:p>
            <a:pPr indent="-298767">
              <a:buSzPct val="72222"/>
              <a:buChar char="➔"/>
            </a:pPr>
            <a:r>
              <a:rPr lang="en-GB"/>
              <a:t>Option A is to find a highly knowledgeable person, say Ahmed, who has lived, travelled, done businesses, and dined out for decades around the city.</a:t>
            </a:r>
          </a:p>
          <a:p>
            <a:pPr indent="-298767">
              <a:buSzPct val="72222"/>
              <a:buChar char="➔"/>
            </a:pPr>
            <a:r>
              <a:rPr lang="en-GB"/>
              <a:t>This person is then tasked to list all places he knows from his memory and experience.</a:t>
            </a:r>
          </a:p>
          <a:p>
            <a:pPr indent="-298767">
              <a:buSzPct val="72222"/>
              <a:buChar char="➔"/>
            </a:pPr>
            <a:r>
              <a:rPr lang="en-GB"/>
              <a:t>Option B is to find a random person, say Babar, from each towns and ask them to do the same task.</a:t>
            </a:r>
          </a:p>
          <a:p>
            <a:pPr indent="-298767">
              <a:buSzPct val="72222"/>
              <a:buChar char="➔"/>
            </a:pPr>
            <a:r>
              <a:rPr lang="en-GB"/>
              <a:t>Which option is likely to be better on city-wide scale?</a:t>
            </a:r>
          </a:p>
          <a:p>
            <a:pPr indent="-298767">
              <a:buSzPct val="72222"/>
              <a:buChar char="➔"/>
            </a:pPr>
            <a:r>
              <a:rPr lang="en-GB"/>
              <a:t>Neural Networks are like many option B’s; many weak neurons join forces to build a strong network for complex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137211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3BD25AE-E949-AD74-9842-6BFFCD19B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>
            <a:extLst>
              <a:ext uri="{FF2B5EF4-FFF2-40B4-BE49-F238E27FC236}">
                <a16:creationId xmlns:a16="http://schemas.microsoft.com/office/drawing/2014/main" id="{A14665E4-0C4E-19C9-6B61-FE4F16D13A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96296"/>
            </a:pPr>
            <a:r>
              <a:rPr lang="en"/>
              <a:t>Why does this work?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Google Shape;113;p11">
                <a:extLst>
                  <a:ext uri="{FF2B5EF4-FFF2-40B4-BE49-F238E27FC236}">
                    <a16:creationId xmlns:a16="http://schemas.microsoft.com/office/drawing/2014/main" id="{954580BD-995B-5A8F-2027-E63A8BAAA8D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9450" y="1491375"/>
                <a:ext cx="4018484" cy="34478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457200" lvl="0" indent="-31115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300"/>
                  <a:buChar char="➔"/>
                </a:pPr>
                <a:r>
                  <a:rPr lang="en"/>
                  <a:t>With this network, every neuron learns their own linear model, focusing on a portion of data.</a:t>
                </a:r>
              </a:p>
              <a:p>
                <a:pPr marL="457200" lvl="0" indent="-31115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ts val="1300"/>
                  <a:buChar char="➔"/>
                </a:pPr>
                <a:r>
                  <a:rPr lang="en"/>
                  <a:t>When their learnings are combined, this is what you get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GB" b="0"/>
              </a:p>
            </p:txBody>
          </p:sp>
        </mc:Choice>
        <mc:Fallback>
          <p:sp>
            <p:nvSpPr>
              <p:cNvPr id="113" name="Google Shape;113;p11">
                <a:extLst>
                  <a:ext uri="{FF2B5EF4-FFF2-40B4-BE49-F238E27FC236}">
                    <a16:creationId xmlns:a16="http://schemas.microsoft.com/office/drawing/2014/main" id="{954580BD-995B-5A8F-2027-E63A8BAAA8D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9450" y="1491375"/>
                <a:ext cx="4018484" cy="34478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4" name="Google Shape;114;p11">
            <a:extLst>
              <a:ext uri="{FF2B5EF4-FFF2-40B4-BE49-F238E27FC236}">
                <a16:creationId xmlns:a16="http://schemas.microsoft.com/office/drawing/2014/main" id="{7D2D2B68-DB45-8C70-683B-26A15154A4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0025" y="1336050"/>
            <a:ext cx="3248350" cy="3159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22;p12">
            <a:extLst>
              <a:ext uri="{FF2B5EF4-FFF2-40B4-BE49-F238E27FC236}">
                <a16:creationId xmlns:a16="http://schemas.microsoft.com/office/drawing/2014/main" id="{5B8A373C-6053-85E4-F487-C28FF7E9831D}"/>
              </a:ext>
            </a:extLst>
          </p:cNvPr>
          <p:cNvCxnSpPr>
            <a:cxnSpLocks/>
          </p:cNvCxnSpPr>
          <p:nvPr/>
        </p:nvCxnSpPr>
        <p:spPr>
          <a:xfrm>
            <a:off x="5748250" y="1826825"/>
            <a:ext cx="1619336" cy="2377916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4" name="Google Shape;122;p12">
            <a:extLst>
              <a:ext uri="{FF2B5EF4-FFF2-40B4-BE49-F238E27FC236}">
                <a16:creationId xmlns:a16="http://schemas.microsoft.com/office/drawing/2014/main" id="{C7BF8647-0206-EB87-F744-96AD7BB77F52}"/>
              </a:ext>
            </a:extLst>
          </p:cNvPr>
          <p:cNvCxnSpPr>
            <a:cxnSpLocks/>
          </p:cNvCxnSpPr>
          <p:nvPr/>
        </p:nvCxnSpPr>
        <p:spPr>
          <a:xfrm flipH="1">
            <a:off x="5981075" y="1409075"/>
            <a:ext cx="944168" cy="2795666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9" name="Google Shape;122;p12">
            <a:extLst>
              <a:ext uri="{FF2B5EF4-FFF2-40B4-BE49-F238E27FC236}">
                <a16:creationId xmlns:a16="http://schemas.microsoft.com/office/drawing/2014/main" id="{2A1EB239-BEE3-5A3F-5EDC-21F5E1A888A2}"/>
              </a:ext>
            </a:extLst>
          </p:cNvPr>
          <p:cNvCxnSpPr>
            <a:cxnSpLocks/>
          </p:cNvCxnSpPr>
          <p:nvPr/>
        </p:nvCxnSpPr>
        <p:spPr>
          <a:xfrm flipH="1">
            <a:off x="6672437" y="2158584"/>
            <a:ext cx="1864461" cy="82446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" name="Google Shape;122;p12">
            <a:extLst>
              <a:ext uri="{FF2B5EF4-FFF2-40B4-BE49-F238E27FC236}">
                <a16:creationId xmlns:a16="http://schemas.microsoft.com/office/drawing/2014/main" id="{4AEADA1F-1579-EE00-7C87-17669CE02FB1}"/>
              </a:ext>
            </a:extLst>
          </p:cNvPr>
          <p:cNvCxnSpPr>
            <a:cxnSpLocks/>
          </p:cNvCxnSpPr>
          <p:nvPr/>
        </p:nvCxnSpPr>
        <p:spPr>
          <a:xfrm flipH="1" flipV="1">
            <a:off x="7510072" y="2199807"/>
            <a:ext cx="988160" cy="2004934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" name="Google Shape;122;p12">
            <a:extLst>
              <a:ext uri="{FF2B5EF4-FFF2-40B4-BE49-F238E27FC236}">
                <a16:creationId xmlns:a16="http://schemas.microsoft.com/office/drawing/2014/main" id="{95FE2CEA-C8B7-2235-6E13-D91E803D5A6E}"/>
              </a:ext>
            </a:extLst>
          </p:cNvPr>
          <p:cNvCxnSpPr>
            <a:cxnSpLocks/>
          </p:cNvCxnSpPr>
          <p:nvPr/>
        </p:nvCxnSpPr>
        <p:spPr>
          <a:xfrm flipH="1" flipV="1">
            <a:off x="7616605" y="1656413"/>
            <a:ext cx="298202" cy="2143594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2" name="Google Shape;122;p12">
            <a:extLst>
              <a:ext uri="{FF2B5EF4-FFF2-40B4-BE49-F238E27FC236}">
                <a16:creationId xmlns:a16="http://schemas.microsoft.com/office/drawing/2014/main" id="{8AFD7818-BBBA-3BD5-5481-A0FC66E1EDB8}"/>
              </a:ext>
            </a:extLst>
          </p:cNvPr>
          <p:cNvCxnSpPr>
            <a:cxnSpLocks/>
          </p:cNvCxnSpPr>
          <p:nvPr/>
        </p:nvCxnSpPr>
        <p:spPr>
          <a:xfrm flipV="1">
            <a:off x="6385682" y="2241030"/>
            <a:ext cx="2112550" cy="110927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" name="Google Shape;122;p12">
            <a:extLst>
              <a:ext uri="{FF2B5EF4-FFF2-40B4-BE49-F238E27FC236}">
                <a16:creationId xmlns:a16="http://schemas.microsoft.com/office/drawing/2014/main" id="{5B85FF38-29B8-20D6-C122-226F61A962BE}"/>
              </a:ext>
            </a:extLst>
          </p:cNvPr>
          <p:cNvCxnSpPr>
            <a:cxnSpLocks/>
          </p:cNvCxnSpPr>
          <p:nvPr/>
        </p:nvCxnSpPr>
        <p:spPr>
          <a:xfrm>
            <a:off x="5709584" y="3202274"/>
            <a:ext cx="2827314" cy="338541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184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2B5E9CA-7937-5FC4-9E26-31B8E2A7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>
            <a:extLst>
              <a:ext uri="{FF2B5EF4-FFF2-40B4-BE49-F238E27FC236}">
                <a16:creationId xmlns:a16="http://schemas.microsoft.com/office/drawing/2014/main" id="{6B84C80E-E993-16CE-FC9B-D943BF2406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96296"/>
            </a:pPr>
            <a:r>
              <a:rPr lang="en"/>
              <a:t>Why does this work?</a:t>
            </a:r>
            <a:endParaRPr/>
          </a:p>
        </p:txBody>
      </p:sp>
      <p:sp>
        <p:nvSpPr>
          <p:cNvPr id="113" name="Google Shape;113;p11">
            <a:extLst>
              <a:ext uri="{FF2B5EF4-FFF2-40B4-BE49-F238E27FC236}">
                <a16:creationId xmlns:a16="http://schemas.microsoft.com/office/drawing/2014/main" id="{3B0C7BA4-4FEF-FA13-0BF8-1841A5550F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1491375"/>
            <a:ext cx="4018484" cy="34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-GB"/>
              <a:t>The Neural Network is then trained for many </a:t>
            </a:r>
            <a:r>
              <a:rPr lang="en-GB" b="1"/>
              <a:t>epochs</a:t>
            </a:r>
            <a:r>
              <a:rPr lang="en-GB"/>
              <a:t> at certain learning rate.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lang="en-GB"/>
              <a:t>Over time, the NN classifier learns to fit the data more accurately.</a:t>
            </a:r>
          </a:p>
          <a:p>
            <a:pPr marL="1460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i="1"/>
              <a:t>NOTE! This example is only to make you familiar with the broader idea. There is more detail that we will cover later.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D896DE-2A0E-69F6-C420-1AED49278452}"/>
              </a:ext>
            </a:extLst>
          </p:cNvPr>
          <p:cNvGrpSpPr/>
          <p:nvPr/>
        </p:nvGrpSpPr>
        <p:grpSpPr>
          <a:xfrm>
            <a:off x="5370025" y="1336050"/>
            <a:ext cx="3248350" cy="3159150"/>
            <a:chOff x="5370025" y="1336050"/>
            <a:chExt cx="3248350" cy="3159150"/>
          </a:xfrm>
        </p:grpSpPr>
        <p:pic>
          <p:nvPicPr>
            <p:cNvPr id="114" name="Google Shape;114;p11">
              <a:extLst>
                <a:ext uri="{FF2B5EF4-FFF2-40B4-BE49-F238E27FC236}">
                  <a16:creationId xmlns:a16="http://schemas.microsoft.com/office/drawing/2014/main" id="{ABC24E3B-ABEE-7634-897D-ABE9B11BDAB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70025" y="1336050"/>
              <a:ext cx="3248350" cy="315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F71789E-237E-CA01-7A09-8FDE6B171F0F}"/>
                </a:ext>
              </a:extLst>
            </p:cNvPr>
            <p:cNvSpPr/>
            <p:nvPr/>
          </p:nvSpPr>
          <p:spPr>
            <a:xfrm>
              <a:off x="6041036" y="2181069"/>
              <a:ext cx="1843790" cy="1326629"/>
            </a:xfrm>
            <a:custGeom>
              <a:avLst/>
              <a:gdLst>
                <a:gd name="connsiteX0" fmla="*/ 764498 w 1843790"/>
                <a:gd name="connsiteY0" fmla="*/ 0 h 1326629"/>
                <a:gd name="connsiteX1" fmla="*/ 1506512 w 1843790"/>
                <a:gd name="connsiteY1" fmla="*/ 29980 h 1326629"/>
                <a:gd name="connsiteX2" fmla="*/ 1843790 w 1843790"/>
                <a:gd name="connsiteY2" fmla="*/ 374754 h 1326629"/>
                <a:gd name="connsiteX3" fmla="*/ 1828800 w 1843790"/>
                <a:gd name="connsiteY3" fmla="*/ 1139252 h 1326629"/>
                <a:gd name="connsiteX4" fmla="*/ 1161738 w 1843790"/>
                <a:gd name="connsiteY4" fmla="*/ 1281659 h 1326629"/>
                <a:gd name="connsiteX5" fmla="*/ 697043 w 1843790"/>
                <a:gd name="connsiteY5" fmla="*/ 1326629 h 1326629"/>
                <a:gd name="connsiteX6" fmla="*/ 487180 w 1843790"/>
                <a:gd name="connsiteY6" fmla="*/ 936885 h 1326629"/>
                <a:gd name="connsiteX7" fmla="*/ 0 w 1843790"/>
                <a:gd name="connsiteY7" fmla="*/ 629587 h 1326629"/>
                <a:gd name="connsiteX8" fmla="*/ 397239 w 1843790"/>
                <a:gd name="connsiteY8" fmla="*/ 607101 h 1326629"/>
                <a:gd name="connsiteX9" fmla="*/ 539646 w 1843790"/>
                <a:gd name="connsiteY9" fmla="*/ 337279 h 1326629"/>
                <a:gd name="connsiteX10" fmla="*/ 764498 w 1843790"/>
                <a:gd name="connsiteY10" fmla="*/ 0 h 13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43790" h="1326629">
                  <a:moveTo>
                    <a:pt x="764498" y="0"/>
                  </a:moveTo>
                  <a:lnTo>
                    <a:pt x="1506512" y="29980"/>
                  </a:lnTo>
                  <a:lnTo>
                    <a:pt x="1843790" y="374754"/>
                  </a:lnTo>
                  <a:lnTo>
                    <a:pt x="1828800" y="1139252"/>
                  </a:lnTo>
                  <a:lnTo>
                    <a:pt x="1161738" y="1281659"/>
                  </a:lnTo>
                  <a:lnTo>
                    <a:pt x="697043" y="1326629"/>
                  </a:lnTo>
                  <a:lnTo>
                    <a:pt x="487180" y="936885"/>
                  </a:lnTo>
                  <a:lnTo>
                    <a:pt x="0" y="629587"/>
                  </a:lnTo>
                  <a:lnTo>
                    <a:pt x="397239" y="607101"/>
                  </a:lnTo>
                  <a:lnTo>
                    <a:pt x="539646" y="337279"/>
                  </a:lnTo>
                  <a:lnTo>
                    <a:pt x="764498" y="0"/>
                  </a:lnTo>
                  <a:close/>
                </a:path>
              </a:pathLst>
            </a:cu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21634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D014F98F-7184-9FEC-E228-EA14AF22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>
            <a:extLst>
              <a:ext uri="{FF2B5EF4-FFF2-40B4-BE49-F238E27FC236}">
                <a16:creationId xmlns:a16="http://schemas.microsoft.com/office/drawing/2014/main" id="{2F2AE4D4-83E8-44AC-9C72-1611E4A96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200"/>
            <a:ext cx="87996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Neural Network</a:t>
            </a: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917C86-30FF-CC45-FC35-4E8CA09B419D}"/>
              </a:ext>
            </a:extLst>
          </p:cNvPr>
          <p:cNvGrpSpPr/>
          <p:nvPr/>
        </p:nvGrpSpPr>
        <p:grpSpPr>
          <a:xfrm>
            <a:off x="3817625" y="1615680"/>
            <a:ext cx="5326375" cy="2914088"/>
            <a:chOff x="3375415" y="2101996"/>
            <a:chExt cx="5326375" cy="291408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5D3AF82-5E82-812E-E215-36293C15511B}"/>
                </a:ext>
              </a:extLst>
            </p:cNvPr>
            <p:cNvGrpSpPr/>
            <p:nvPr/>
          </p:nvGrpSpPr>
          <p:grpSpPr>
            <a:xfrm>
              <a:off x="3375415" y="2101996"/>
              <a:ext cx="5326375" cy="2914088"/>
              <a:chOff x="1933900" y="1941925"/>
              <a:chExt cx="5326375" cy="2914088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E0EA8B90-B538-D051-8436-F088898E8AFA}"/>
                  </a:ext>
                </a:extLst>
              </p:cNvPr>
              <p:cNvGrpSpPr/>
              <p:nvPr/>
            </p:nvGrpSpPr>
            <p:grpSpPr>
              <a:xfrm>
                <a:off x="1933900" y="2214625"/>
                <a:ext cx="716350" cy="2403300"/>
                <a:chOff x="1933900" y="2214625"/>
                <a:chExt cx="716350" cy="2403300"/>
              </a:xfrm>
            </p:grpSpPr>
            <p:grpSp>
              <p:nvGrpSpPr>
                <p:cNvPr id="246" name="Google Shape;246;p19">
                  <a:extLst>
                    <a:ext uri="{FF2B5EF4-FFF2-40B4-BE49-F238E27FC236}">
                      <a16:creationId xmlns:a16="http://schemas.microsoft.com/office/drawing/2014/main" id="{6C9868C1-B1CB-1862-3B3C-F07CE1262474}"/>
                    </a:ext>
                  </a:extLst>
                </p:cNvPr>
                <p:cNvGrpSpPr/>
                <p:nvPr/>
              </p:nvGrpSpPr>
              <p:grpSpPr>
                <a:xfrm>
                  <a:off x="1938950" y="2214625"/>
                  <a:ext cx="711300" cy="2003100"/>
                  <a:chOff x="2882975" y="2330725"/>
                  <a:chExt cx="711300" cy="2003100"/>
                </a:xfrm>
              </p:grpSpPr>
              <p:sp>
                <p:nvSpPr>
                  <p:cNvPr id="247" name="Google Shape;247;p19">
                    <a:extLst>
                      <a:ext uri="{FF2B5EF4-FFF2-40B4-BE49-F238E27FC236}">
                        <a16:creationId xmlns:a16="http://schemas.microsoft.com/office/drawing/2014/main" id="{5FD02474-0D9B-A947-4845-5BD02E123E78}"/>
                      </a:ext>
                    </a:extLst>
                  </p:cNvPr>
                  <p:cNvSpPr/>
                  <p:nvPr/>
                </p:nvSpPr>
                <p:spPr>
                  <a:xfrm>
                    <a:off x="2882975" y="2330725"/>
                    <a:ext cx="711300" cy="20031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D9EAD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48" name="Google Shape;248;p19">
                        <a:extLst>
                          <a:ext uri="{FF2B5EF4-FFF2-40B4-BE49-F238E27FC236}">
                            <a16:creationId xmlns:a16="http://schemas.microsoft.com/office/drawing/2014/main" id="{432717F5-8203-E47C-D34E-BAF20790A2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38125" y="2479500"/>
                        <a:ext cx="390900" cy="373200"/>
                      </a:xfrm>
                      <a:prstGeom prst="ellipse">
                        <a:avLst/>
                      </a:prstGeom>
                      <a:solidFill>
                        <a:srgbClr val="B6D7A8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48" name="Google Shape;248;p19">
                        <a:extLst>
                          <a:ext uri="{FF2B5EF4-FFF2-40B4-BE49-F238E27FC236}">
                            <a16:creationId xmlns:a16="http://schemas.microsoft.com/office/drawing/2014/main" id="{432717F5-8203-E47C-D34E-BAF20790A2D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38125" y="2479500"/>
                        <a:ext cx="390900" cy="373200"/>
                      </a:xfrm>
                      <a:prstGeom prst="ellipse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r>
                          <a:rPr lang="en-PK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49" name="Google Shape;249;p19">
                        <a:extLst>
                          <a:ext uri="{FF2B5EF4-FFF2-40B4-BE49-F238E27FC236}">
                            <a16:creationId xmlns:a16="http://schemas.microsoft.com/office/drawing/2014/main" id="{298496DD-EA5D-62CB-60AE-FF497AE53D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38125" y="3128775"/>
                        <a:ext cx="390900" cy="373200"/>
                      </a:xfrm>
                      <a:prstGeom prst="ellipse">
                        <a:avLst/>
                      </a:prstGeom>
                      <a:solidFill>
                        <a:srgbClr val="B6D7A8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49" name="Google Shape;249;p19">
                        <a:extLst>
                          <a:ext uri="{FF2B5EF4-FFF2-40B4-BE49-F238E27FC236}">
                            <a16:creationId xmlns:a16="http://schemas.microsoft.com/office/drawing/2014/main" id="{298496DD-EA5D-62CB-60AE-FF497AE53DC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38125" y="3128775"/>
                        <a:ext cx="390900" cy="373200"/>
                      </a:xfrm>
                      <a:prstGeom prst="ellipse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r>
                          <a:rPr lang="en-PK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0" name="Google Shape;250;p19">
                        <a:extLst>
                          <a:ext uri="{FF2B5EF4-FFF2-40B4-BE49-F238E27FC236}">
                            <a16:creationId xmlns:a16="http://schemas.microsoft.com/office/drawing/2014/main" id="{0070F540-FA3B-04B0-FC1F-83289D4F97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38125" y="3778063"/>
                        <a:ext cx="390900" cy="373200"/>
                      </a:xfrm>
                      <a:prstGeom prst="ellipse">
                        <a:avLst/>
                      </a:prstGeom>
                      <a:solidFill>
                        <a:srgbClr val="B6D7A8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50" name="Google Shape;250;p19">
                        <a:extLst>
                          <a:ext uri="{FF2B5EF4-FFF2-40B4-BE49-F238E27FC236}">
                            <a16:creationId xmlns:a16="http://schemas.microsoft.com/office/drawing/2014/main" id="{0070F540-FA3B-04B0-FC1F-83289D4F979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38125" y="3778063"/>
                        <a:ext cx="390900" cy="373200"/>
                      </a:xfrm>
                      <a:prstGeom prst="ellipse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r>
                          <a:rPr lang="en-PK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84" name="Google Shape;284;p19">
                  <a:extLst>
                    <a:ext uri="{FF2B5EF4-FFF2-40B4-BE49-F238E27FC236}">
                      <a16:creationId xmlns:a16="http://schemas.microsoft.com/office/drawing/2014/main" id="{69489532-14EB-7338-33A0-9F2B61A131D2}"/>
                    </a:ext>
                  </a:extLst>
                </p:cNvPr>
                <p:cNvSpPr txBox="1"/>
                <p:nvPr/>
              </p:nvSpPr>
              <p:spPr>
                <a:xfrm>
                  <a:off x="1933900" y="4217725"/>
                  <a:ext cx="7113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Input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C8E3276D-B426-533A-FDDE-E98CC246C8C8}"/>
                  </a:ext>
                </a:extLst>
              </p:cNvPr>
              <p:cNvGrpSpPr/>
              <p:nvPr/>
            </p:nvGrpSpPr>
            <p:grpSpPr>
              <a:xfrm>
                <a:off x="5009150" y="2550025"/>
                <a:ext cx="1068300" cy="1713382"/>
                <a:chOff x="5009150" y="2550025"/>
                <a:chExt cx="1068300" cy="1713382"/>
              </a:xfrm>
            </p:grpSpPr>
            <p:grpSp>
              <p:nvGrpSpPr>
                <p:cNvPr id="257" name="Google Shape;257;p19">
                  <a:extLst>
                    <a:ext uri="{FF2B5EF4-FFF2-40B4-BE49-F238E27FC236}">
                      <a16:creationId xmlns:a16="http://schemas.microsoft.com/office/drawing/2014/main" id="{A293F026-5A48-8628-ECAD-7E21891F47A7}"/>
                    </a:ext>
                  </a:extLst>
                </p:cNvPr>
                <p:cNvGrpSpPr/>
                <p:nvPr/>
              </p:nvGrpSpPr>
              <p:grpSpPr>
                <a:xfrm>
                  <a:off x="5187650" y="2550025"/>
                  <a:ext cx="711300" cy="1301700"/>
                  <a:chOff x="5347850" y="2664525"/>
                  <a:chExt cx="711300" cy="1301700"/>
                </a:xfrm>
              </p:grpSpPr>
              <p:sp>
                <p:nvSpPr>
                  <p:cNvPr id="258" name="Google Shape;258;p19">
                    <a:extLst>
                      <a:ext uri="{FF2B5EF4-FFF2-40B4-BE49-F238E27FC236}">
                        <a16:creationId xmlns:a16="http://schemas.microsoft.com/office/drawing/2014/main" id="{FE5033FC-0B66-8468-EF38-636F544A3512}"/>
                      </a:ext>
                    </a:extLst>
                  </p:cNvPr>
                  <p:cNvSpPr/>
                  <p:nvPr/>
                </p:nvSpPr>
                <p:spPr>
                  <a:xfrm>
                    <a:off x="5347850" y="2664525"/>
                    <a:ext cx="711300" cy="13017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6B8AF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19">
                    <a:extLst>
                      <a:ext uri="{FF2B5EF4-FFF2-40B4-BE49-F238E27FC236}">
                        <a16:creationId xmlns:a16="http://schemas.microsoft.com/office/drawing/2014/main" id="{AFB73999-7629-7164-BE0D-1709F96B3B06}"/>
                      </a:ext>
                    </a:extLst>
                  </p:cNvPr>
                  <p:cNvSpPr/>
                  <p:nvPr/>
                </p:nvSpPr>
                <p:spPr>
                  <a:xfrm>
                    <a:off x="5508050" y="2852700"/>
                    <a:ext cx="390900" cy="373200"/>
                  </a:xfrm>
                  <a:prstGeom prst="ellipse">
                    <a:avLst/>
                  </a:prstGeom>
                  <a:solidFill>
                    <a:srgbClr val="EA9999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19">
                    <a:extLst>
                      <a:ext uri="{FF2B5EF4-FFF2-40B4-BE49-F238E27FC236}">
                        <a16:creationId xmlns:a16="http://schemas.microsoft.com/office/drawing/2014/main" id="{693D3AA5-54A6-3498-62C2-128EBFB36477}"/>
                      </a:ext>
                    </a:extLst>
                  </p:cNvPr>
                  <p:cNvSpPr/>
                  <p:nvPr/>
                </p:nvSpPr>
                <p:spPr>
                  <a:xfrm>
                    <a:off x="5508050" y="3435538"/>
                    <a:ext cx="390900" cy="373200"/>
                  </a:xfrm>
                  <a:prstGeom prst="ellipse">
                    <a:avLst/>
                  </a:prstGeom>
                  <a:solidFill>
                    <a:srgbClr val="EA9999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5" name="Google Shape;285;p19">
                  <a:extLst>
                    <a:ext uri="{FF2B5EF4-FFF2-40B4-BE49-F238E27FC236}">
                      <a16:creationId xmlns:a16="http://schemas.microsoft.com/office/drawing/2014/main" id="{CA56416B-5B68-2E92-56A3-ECA13EF7D04B}"/>
                    </a:ext>
                  </a:extLst>
                </p:cNvPr>
                <p:cNvSpPr txBox="1"/>
                <p:nvPr/>
              </p:nvSpPr>
              <p:spPr>
                <a:xfrm>
                  <a:off x="5009150" y="3863207"/>
                  <a:ext cx="10683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Hidden 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CCC86DAF-FAF8-6C87-9BFD-BEDBD587B0AC}"/>
                  </a:ext>
                </a:extLst>
              </p:cNvPr>
              <p:cNvGrpSpPr/>
              <p:nvPr/>
            </p:nvGrpSpPr>
            <p:grpSpPr>
              <a:xfrm>
                <a:off x="3535688" y="1941925"/>
                <a:ext cx="1068300" cy="2914088"/>
                <a:chOff x="3535688" y="1941925"/>
                <a:chExt cx="1068300" cy="2914088"/>
              </a:xfrm>
            </p:grpSpPr>
            <p:grpSp>
              <p:nvGrpSpPr>
                <p:cNvPr id="251" name="Google Shape;251;p19">
                  <a:extLst>
                    <a:ext uri="{FF2B5EF4-FFF2-40B4-BE49-F238E27FC236}">
                      <a16:creationId xmlns:a16="http://schemas.microsoft.com/office/drawing/2014/main" id="{7B25BFFD-CEE8-AB79-735C-79F35EBE5C1C}"/>
                    </a:ext>
                  </a:extLst>
                </p:cNvPr>
                <p:cNvGrpSpPr/>
                <p:nvPr/>
              </p:nvGrpSpPr>
              <p:grpSpPr>
                <a:xfrm>
                  <a:off x="3679088" y="1941925"/>
                  <a:ext cx="781500" cy="2517900"/>
                  <a:chOff x="4080313" y="2040550"/>
                  <a:chExt cx="781500" cy="2517900"/>
                </a:xfrm>
              </p:grpSpPr>
              <p:sp>
                <p:nvSpPr>
                  <p:cNvPr id="252" name="Google Shape;252;p19">
                    <a:extLst>
                      <a:ext uri="{FF2B5EF4-FFF2-40B4-BE49-F238E27FC236}">
                        <a16:creationId xmlns:a16="http://schemas.microsoft.com/office/drawing/2014/main" id="{494A7D6B-B89D-17E9-A58D-034C2E71CF3B}"/>
                      </a:ext>
                    </a:extLst>
                  </p:cNvPr>
                  <p:cNvSpPr/>
                  <p:nvPr/>
                </p:nvSpPr>
                <p:spPr>
                  <a:xfrm>
                    <a:off x="4080313" y="2040550"/>
                    <a:ext cx="781500" cy="25179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FE2F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" name="Google Shape;253;p19">
                    <a:extLst>
                      <a:ext uri="{FF2B5EF4-FFF2-40B4-BE49-F238E27FC236}">
                        <a16:creationId xmlns:a16="http://schemas.microsoft.com/office/drawing/2014/main" id="{8DCF0E52-FB8A-862D-0E93-7BAE99A866EE}"/>
                      </a:ext>
                    </a:extLst>
                  </p:cNvPr>
                  <p:cNvSpPr/>
                  <p:nvPr/>
                </p:nvSpPr>
                <p:spPr>
                  <a:xfrm>
                    <a:off x="4275613" y="4044813"/>
                    <a:ext cx="390900" cy="373200"/>
                  </a:xfrm>
                  <a:prstGeom prst="ellipse">
                    <a:avLst/>
                  </a:prstGeom>
                  <a:solidFill>
                    <a:srgbClr val="6FA8DC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" name="Google Shape;254;p19">
                    <a:extLst>
                      <a:ext uri="{FF2B5EF4-FFF2-40B4-BE49-F238E27FC236}">
                        <a16:creationId xmlns:a16="http://schemas.microsoft.com/office/drawing/2014/main" id="{16CEAC09-8960-08E2-5D7B-1253F723668F}"/>
                      </a:ext>
                    </a:extLst>
                  </p:cNvPr>
                  <p:cNvSpPr/>
                  <p:nvPr/>
                </p:nvSpPr>
                <p:spPr>
                  <a:xfrm>
                    <a:off x="4275613" y="3435525"/>
                    <a:ext cx="390900" cy="373200"/>
                  </a:xfrm>
                  <a:prstGeom prst="ellipse">
                    <a:avLst/>
                  </a:prstGeom>
                  <a:solidFill>
                    <a:srgbClr val="6FA8DC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5" name="Google Shape;255;p19">
                        <a:extLst>
                          <a:ext uri="{FF2B5EF4-FFF2-40B4-BE49-F238E27FC236}">
                            <a16:creationId xmlns:a16="http://schemas.microsoft.com/office/drawing/2014/main" id="{68264F04-CF48-9364-8CFD-EC0FD53C56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75613" y="2826238"/>
                        <a:ext cx="390900" cy="373200"/>
                      </a:xfrm>
                      <a:prstGeom prst="ellipse">
                        <a:avLst/>
                      </a:prstGeom>
                      <a:solidFill>
                        <a:srgbClr val="6FA8DC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14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55" name="Google Shape;255;p19">
                        <a:extLst>
                          <a:ext uri="{FF2B5EF4-FFF2-40B4-BE49-F238E27FC236}">
                            <a16:creationId xmlns:a16="http://schemas.microsoft.com/office/drawing/2014/main" id="{68264F04-CF48-9364-8CFD-EC0FD53C568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275613" y="2826238"/>
                        <a:ext cx="390900" cy="373200"/>
                      </a:xfrm>
                      <a:prstGeom prst="ellipse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r>
                          <a:rPr lang="en-PK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6" name="Google Shape;256;p19">
                        <a:extLst>
                          <a:ext uri="{FF2B5EF4-FFF2-40B4-BE49-F238E27FC236}">
                            <a16:creationId xmlns:a16="http://schemas.microsoft.com/office/drawing/2014/main" id="{F044A9C7-64A4-FE90-FA07-E12DF979E8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75613" y="2216938"/>
                        <a:ext cx="390900" cy="373200"/>
                      </a:xfrm>
                      <a:prstGeom prst="ellipse">
                        <a:avLst/>
                      </a:prstGeom>
                      <a:solidFill>
                        <a:srgbClr val="6FA8DC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400"/>
                          <a:buFont typeface="Arial"/>
                          <a:buNone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1400" b="0" i="1" u="none" strike="noStrike" cap="none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56" name="Google Shape;256;p19">
                        <a:extLst>
                          <a:ext uri="{FF2B5EF4-FFF2-40B4-BE49-F238E27FC236}">
                            <a16:creationId xmlns:a16="http://schemas.microsoft.com/office/drawing/2014/main" id="{F044A9C7-64A4-FE90-FA07-E12DF979E80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275613" y="2216938"/>
                        <a:ext cx="390900" cy="373200"/>
                      </a:xfrm>
                      <a:prstGeom prst="ellipse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/>
                      <a:lstStyle/>
                      <a:p>
                        <a:r>
                          <a:rPr lang="en-PK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86" name="Google Shape;286;p19">
                  <a:extLst>
                    <a:ext uri="{FF2B5EF4-FFF2-40B4-BE49-F238E27FC236}">
                      <a16:creationId xmlns:a16="http://schemas.microsoft.com/office/drawing/2014/main" id="{FF9BD81F-9396-4697-5651-F1D008AA16DB}"/>
                    </a:ext>
                  </a:extLst>
                </p:cNvPr>
                <p:cNvSpPr txBox="1"/>
                <p:nvPr/>
              </p:nvSpPr>
              <p:spPr>
                <a:xfrm>
                  <a:off x="3535688" y="4455813"/>
                  <a:ext cx="10683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Hidden 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53EFED6-9D1B-9A58-BFEE-3E902B3408E9}"/>
                  </a:ext>
                </a:extLst>
              </p:cNvPr>
              <p:cNvGrpSpPr/>
              <p:nvPr/>
            </p:nvGrpSpPr>
            <p:grpSpPr>
              <a:xfrm>
                <a:off x="6191975" y="3024325"/>
                <a:ext cx="1068300" cy="773400"/>
                <a:chOff x="6191975" y="3024325"/>
                <a:chExt cx="1068300" cy="77340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81" name="Google Shape;281;p19">
                      <a:extLst>
                        <a:ext uri="{FF2B5EF4-FFF2-40B4-BE49-F238E27FC236}">
                          <a16:creationId xmlns:a16="http://schemas.microsoft.com/office/drawing/2014/main" id="{5E87CADC-7180-2ACD-6E5B-A7722F5FBD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30600" y="3024325"/>
                      <a:ext cx="390900" cy="373200"/>
                    </a:xfrm>
                    <a:prstGeom prst="ellipse">
                      <a:avLst/>
                    </a:prstGeom>
                    <a:solidFill>
                      <a:srgbClr val="F9CB9C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1400" b="0" i="1" u="none" strike="noStrike" cap="none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  <a:sym typeface="Arial"/>
                              </a:rPr>
                              <m:t>𝑦</m:t>
                            </m:r>
                          </m:oMath>
                        </m:oMathPara>
                      </a14:m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mc:Choice>
              <mc:Fallback>
                <p:sp>
                  <p:nvSpPr>
                    <p:cNvPr id="281" name="Google Shape;281;p19">
                      <a:extLst>
                        <a:ext uri="{FF2B5EF4-FFF2-40B4-BE49-F238E27FC236}">
                          <a16:creationId xmlns:a16="http://schemas.microsoft.com/office/drawing/2014/main" id="{5E87CADC-7180-2ACD-6E5B-A7722F5FBDA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30600" y="3024325"/>
                      <a:ext cx="390900" cy="373200"/>
                    </a:xfrm>
                    <a:prstGeom prst="ellipse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r>
                        <a:rPr lang="en-PK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87" name="Google Shape;287;p19">
                  <a:extLst>
                    <a:ext uri="{FF2B5EF4-FFF2-40B4-BE49-F238E27FC236}">
                      <a16:creationId xmlns:a16="http://schemas.microsoft.com/office/drawing/2014/main" id="{3E56665E-0278-B3E8-8F79-B0E50423B1D0}"/>
                    </a:ext>
                  </a:extLst>
                </p:cNvPr>
                <p:cNvSpPr txBox="1"/>
                <p:nvPr/>
              </p:nvSpPr>
              <p:spPr>
                <a:xfrm>
                  <a:off x="6191975" y="3397525"/>
                  <a:ext cx="10683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Output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cxnSp>
            <p:nvCxnSpPr>
              <p:cNvPr id="261" name="Google Shape;261;p19">
                <a:extLst>
                  <a:ext uri="{FF2B5EF4-FFF2-40B4-BE49-F238E27FC236}">
                    <a16:creationId xmlns:a16="http://schemas.microsoft.com/office/drawing/2014/main" id="{C410CF45-3FF7-326D-1D3C-BD2A9EBE49FB}"/>
                  </a:ext>
                </a:extLst>
              </p:cNvPr>
              <p:cNvCxnSpPr>
                <a:cxnSpLocks/>
                <a:stCxn id="248" idx="6"/>
                <a:endCxn id="256" idx="2"/>
              </p:cNvCxnSpPr>
              <p:nvPr/>
            </p:nvCxnSpPr>
            <p:spPr>
              <a:xfrm rot="10800000" flipH="1">
                <a:off x="2485000" y="2304900"/>
                <a:ext cx="1389300" cy="24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62" name="Google Shape;262;p19">
                <a:extLst>
                  <a:ext uri="{FF2B5EF4-FFF2-40B4-BE49-F238E27FC236}">
                    <a16:creationId xmlns:a16="http://schemas.microsoft.com/office/drawing/2014/main" id="{0B9753E3-F74A-38D5-7AA2-B01662B94B50}"/>
                  </a:ext>
                </a:extLst>
              </p:cNvPr>
              <p:cNvCxnSpPr>
                <a:cxnSpLocks/>
                <a:stCxn id="249" idx="6"/>
                <a:endCxn id="255" idx="2"/>
              </p:cNvCxnSpPr>
              <p:nvPr/>
            </p:nvCxnSpPr>
            <p:spPr>
              <a:xfrm rot="10800000" flipH="1">
                <a:off x="2485000" y="2914275"/>
                <a:ext cx="1389300" cy="28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63" name="Google Shape;263;p19">
                <a:extLst>
                  <a:ext uri="{FF2B5EF4-FFF2-40B4-BE49-F238E27FC236}">
                    <a16:creationId xmlns:a16="http://schemas.microsoft.com/office/drawing/2014/main" id="{0D531A76-F946-F3E4-80A8-2F910A613301}"/>
                  </a:ext>
                </a:extLst>
              </p:cNvPr>
              <p:cNvCxnSpPr>
                <a:cxnSpLocks/>
                <a:stCxn id="250" idx="6"/>
                <a:endCxn id="254" idx="2"/>
              </p:cNvCxnSpPr>
              <p:nvPr/>
            </p:nvCxnSpPr>
            <p:spPr>
              <a:xfrm rot="10800000" flipH="1">
                <a:off x="2485000" y="3523363"/>
                <a:ext cx="1389300" cy="3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64" name="Google Shape;264;p19">
                <a:extLst>
                  <a:ext uri="{FF2B5EF4-FFF2-40B4-BE49-F238E27FC236}">
                    <a16:creationId xmlns:a16="http://schemas.microsoft.com/office/drawing/2014/main" id="{626832BC-857C-6164-D3B4-28D708075BC9}"/>
                  </a:ext>
                </a:extLst>
              </p:cNvPr>
              <p:cNvCxnSpPr>
                <a:cxnSpLocks/>
                <a:stCxn id="250" idx="6"/>
                <a:endCxn id="253" idx="2"/>
              </p:cNvCxnSpPr>
              <p:nvPr/>
            </p:nvCxnSpPr>
            <p:spPr>
              <a:xfrm>
                <a:off x="2485000" y="3848563"/>
                <a:ext cx="1389300" cy="28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65" name="Google Shape;265;p19">
                <a:extLst>
                  <a:ext uri="{FF2B5EF4-FFF2-40B4-BE49-F238E27FC236}">
                    <a16:creationId xmlns:a16="http://schemas.microsoft.com/office/drawing/2014/main" id="{808F6B88-4D91-69AC-5F92-8CB237557173}"/>
                  </a:ext>
                </a:extLst>
              </p:cNvPr>
              <p:cNvCxnSpPr>
                <a:cxnSpLocks/>
                <a:stCxn id="250" idx="6"/>
                <a:endCxn id="255" idx="2"/>
              </p:cNvCxnSpPr>
              <p:nvPr/>
            </p:nvCxnSpPr>
            <p:spPr>
              <a:xfrm rot="10800000" flipH="1">
                <a:off x="2485000" y="2914363"/>
                <a:ext cx="1389300" cy="93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66" name="Google Shape;266;p19">
                <a:extLst>
                  <a:ext uri="{FF2B5EF4-FFF2-40B4-BE49-F238E27FC236}">
                    <a16:creationId xmlns:a16="http://schemas.microsoft.com/office/drawing/2014/main" id="{20D495DA-67C3-FCBD-B869-E437B4911A13}"/>
                  </a:ext>
                </a:extLst>
              </p:cNvPr>
              <p:cNvCxnSpPr>
                <a:cxnSpLocks/>
                <a:stCxn id="250" idx="6"/>
                <a:endCxn id="256" idx="2"/>
              </p:cNvCxnSpPr>
              <p:nvPr/>
            </p:nvCxnSpPr>
            <p:spPr>
              <a:xfrm rot="10800000" flipH="1">
                <a:off x="2485000" y="2305063"/>
                <a:ext cx="1389300" cy="15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67" name="Google Shape;267;p19">
                <a:extLst>
                  <a:ext uri="{FF2B5EF4-FFF2-40B4-BE49-F238E27FC236}">
                    <a16:creationId xmlns:a16="http://schemas.microsoft.com/office/drawing/2014/main" id="{7A7A0458-30B3-2CDE-9388-A31C0E648A9A}"/>
                  </a:ext>
                </a:extLst>
              </p:cNvPr>
              <p:cNvCxnSpPr>
                <a:cxnSpLocks/>
                <a:stCxn id="248" idx="6"/>
                <a:endCxn id="255" idx="2"/>
              </p:cNvCxnSpPr>
              <p:nvPr/>
            </p:nvCxnSpPr>
            <p:spPr>
              <a:xfrm>
                <a:off x="2485000" y="2550000"/>
                <a:ext cx="1389300" cy="36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68" name="Google Shape;268;p19">
                <a:extLst>
                  <a:ext uri="{FF2B5EF4-FFF2-40B4-BE49-F238E27FC236}">
                    <a16:creationId xmlns:a16="http://schemas.microsoft.com/office/drawing/2014/main" id="{545B7F89-4470-30A5-9C86-0076FED47958}"/>
                  </a:ext>
                </a:extLst>
              </p:cNvPr>
              <p:cNvCxnSpPr>
                <a:cxnSpLocks/>
                <a:stCxn id="248" idx="6"/>
                <a:endCxn id="254" idx="2"/>
              </p:cNvCxnSpPr>
              <p:nvPr/>
            </p:nvCxnSpPr>
            <p:spPr>
              <a:xfrm>
                <a:off x="2485000" y="2550000"/>
                <a:ext cx="138930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69" name="Google Shape;269;p19">
                <a:extLst>
                  <a:ext uri="{FF2B5EF4-FFF2-40B4-BE49-F238E27FC236}">
                    <a16:creationId xmlns:a16="http://schemas.microsoft.com/office/drawing/2014/main" id="{1DEF063F-FED0-B747-9EDE-7D56488D895E}"/>
                  </a:ext>
                </a:extLst>
              </p:cNvPr>
              <p:cNvCxnSpPr>
                <a:cxnSpLocks/>
                <a:stCxn id="248" idx="6"/>
                <a:endCxn id="253" idx="2"/>
              </p:cNvCxnSpPr>
              <p:nvPr/>
            </p:nvCxnSpPr>
            <p:spPr>
              <a:xfrm>
                <a:off x="2485000" y="2550000"/>
                <a:ext cx="1389300" cy="158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0" name="Google Shape;270;p19">
                <a:extLst>
                  <a:ext uri="{FF2B5EF4-FFF2-40B4-BE49-F238E27FC236}">
                    <a16:creationId xmlns:a16="http://schemas.microsoft.com/office/drawing/2014/main" id="{4AB77CC0-7765-A63A-4561-4A224A6C76B2}"/>
                  </a:ext>
                </a:extLst>
              </p:cNvPr>
              <p:cNvCxnSpPr>
                <a:cxnSpLocks/>
                <a:stCxn id="249" idx="6"/>
                <a:endCxn id="256" idx="2"/>
              </p:cNvCxnSpPr>
              <p:nvPr/>
            </p:nvCxnSpPr>
            <p:spPr>
              <a:xfrm rot="10800000" flipH="1">
                <a:off x="2485000" y="2304975"/>
                <a:ext cx="1389300" cy="89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1" name="Google Shape;271;p19">
                <a:extLst>
                  <a:ext uri="{FF2B5EF4-FFF2-40B4-BE49-F238E27FC236}">
                    <a16:creationId xmlns:a16="http://schemas.microsoft.com/office/drawing/2014/main" id="{6260771D-39D0-19D7-5C67-1EF3E34D2B53}"/>
                  </a:ext>
                </a:extLst>
              </p:cNvPr>
              <p:cNvCxnSpPr>
                <a:cxnSpLocks/>
                <a:stCxn id="249" idx="6"/>
                <a:endCxn id="254" idx="2"/>
              </p:cNvCxnSpPr>
              <p:nvPr/>
            </p:nvCxnSpPr>
            <p:spPr>
              <a:xfrm>
                <a:off x="2485000" y="3199275"/>
                <a:ext cx="1389300" cy="32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2" name="Google Shape;272;p19">
                <a:extLst>
                  <a:ext uri="{FF2B5EF4-FFF2-40B4-BE49-F238E27FC236}">
                    <a16:creationId xmlns:a16="http://schemas.microsoft.com/office/drawing/2014/main" id="{A60E147F-54C6-F6FC-0E94-6F25201E55F4}"/>
                  </a:ext>
                </a:extLst>
              </p:cNvPr>
              <p:cNvCxnSpPr>
                <a:cxnSpLocks/>
                <a:stCxn id="249" idx="6"/>
                <a:endCxn id="253" idx="2"/>
              </p:cNvCxnSpPr>
              <p:nvPr/>
            </p:nvCxnSpPr>
            <p:spPr>
              <a:xfrm>
                <a:off x="2485000" y="3199275"/>
                <a:ext cx="1389300" cy="93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3" name="Google Shape;273;p19">
                <a:extLst>
                  <a:ext uri="{FF2B5EF4-FFF2-40B4-BE49-F238E27FC236}">
                    <a16:creationId xmlns:a16="http://schemas.microsoft.com/office/drawing/2014/main" id="{317E66F3-4BF3-1C57-CCC6-C49C12291CA9}"/>
                  </a:ext>
                </a:extLst>
              </p:cNvPr>
              <p:cNvCxnSpPr>
                <a:cxnSpLocks/>
                <a:stCxn id="256" idx="6"/>
                <a:endCxn id="259" idx="2"/>
              </p:cNvCxnSpPr>
              <p:nvPr/>
            </p:nvCxnSpPr>
            <p:spPr>
              <a:xfrm>
                <a:off x="4265288" y="2304913"/>
                <a:ext cx="1082700" cy="61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4" name="Google Shape;274;p19">
                <a:extLst>
                  <a:ext uri="{FF2B5EF4-FFF2-40B4-BE49-F238E27FC236}">
                    <a16:creationId xmlns:a16="http://schemas.microsoft.com/office/drawing/2014/main" id="{1D011548-370F-11CB-D22E-FC1DD3F578B7}"/>
                  </a:ext>
                </a:extLst>
              </p:cNvPr>
              <p:cNvCxnSpPr>
                <a:cxnSpLocks/>
                <a:stCxn id="256" idx="6"/>
                <a:endCxn id="260" idx="2"/>
              </p:cNvCxnSpPr>
              <p:nvPr/>
            </p:nvCxnSpPr>
            <p:spPr>
              <a:xfrm>
                <a:off x="4265288" y="2304913"/>
                <a:ext cx="1082700" cy="120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5" name="Google Shape;275;p19">
                <a:extLst>
                  <a:ext uri="{FF2B5EF4-FFF2-40B4-BE49-F238E27FC236}">
                    <a16:creationId xmlns:a16="http://schemas.microsoft.com/office/drawing/2014/main" id="{952FCA1F-7122-765C-88AD-701B25661C1E}"/>
                  </a:ext>
                </a:extLst>
              </p:cNvPr>
              <p:cNvCxnSpPr>
                <a:cxnSpLocks/>
                <a:stCxn id="255" idx="6"/>
                <a:endCxn id="259" idx="2"/>
              </p:cNvCxnSpPr>
              <p:nvPr/>
            </p:nvCxnSpPr>
            <p:spPr>
              <a:xfrm>
                <a:off x="4265288" y="2914213"/>
                <a:ext cx="1082700" cy="10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6" name="Google Shape;276;p19">
                <a:extLst>
                  <a:ext uri="{FF2B5EF4-FFF2-40B4-BE49-F238E27FC236}">
                    <a16:creationId xmlns:a16="http://schemas.microsoft.com/office/drawing/2014/main" id="{CD417DB5-D6E0-C56E-B407-0043309440D5}"/>
                  </a:ext>
                </a:extLst>
              </p:cNvPr>
              <p:cNvCxnSpPr>
                <a:cxnSpLocks/>
                <a:stCxn id="255" idx="6"/>
                <a:endCxn id="260" idx="2"/>
              </p:cNvCxnSpPr>
              <p:nvPr/>
            </p:nvCxnSpPr>
            <p:spPr>
              <a:xfrm>
                <a:off x="4265288" y="2914213"/>
                <a:ext cx="1082700" cy="593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7" name="Google Shape;277;p19">
                <a:extLst>
                  <a:ext uri="{FF2B5EF4-FFF2-40B4-BE49-F238E27FC236}">
                    <a16:creationId xmlns:a16="http://schemas.microsoft.com/office/drawing/2014/main" id="{93D642B8-BF1F-70E6-73C9-43E3C7F230CD}"/>
                  </a:ext>
                </a:extLst>
              </p:cNvPr>
              <p:cNvCxnSpPr>
                <a:cxnSpLocks/>
                <a:stCxn id="254" idx="6"/>
                <a:endCxn id="259" idx="2"/>
              </p:cNvCxnSpPr>
              <p:nvPr/>
            </p:nvCxnSpPr>
            <p:spPr>
              <a:xfrm rot="10800000" flipH="1">
                <a:off x="4265288" y="2924700"/>
                <a:ext cx="1082700" cy="59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8" name="Google Shape;278;p19">
                <a:extLst>
                  <a:ext uri="{FF2B5EF4-FFF2-40B4-BE49-F238E27FC236}">
                    <a16:creationId xmlns:a16="http://schemas.microsoft.com/office/drawing/2014/main" id="{4B55D077-1A68-E196-23EE-0749845EC1B6}"/>
                  </a:ext>
                </a:extLst>
              </p:cNvPr>
              <p:cNvCxnSpPr>
                <a:cxnSpLocks/>
                <a:stCxn id="254" idx="6"/>
                <a:endCxn id="260" idx="2"/>
              </p:cNvCxnSpPr>
              <p:nvPr/>
            </p:nvCxnSpPr>
            <p:spPr>
              <a:xfrm rot="10800000" flipH="1">
                <a:off x="4265288" y="3507600"/>
                <a:ext cx="1082700" cy="1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79" name="Google Shape;279;p19">
                <a:extLst>
                  <a:ext uri="{FF2B5EF4-FFF2-40B4-BE49-F238E27FC236}">
                    <a16:creationId xmlns:a16="http://schemas.microsoft.com/office/drawing/2014/main" id="{0C0A486A-B7D4-719A-B51B-FB0C9C4F85EE}"/>
                  </a:ext>
                </a:extLst>
              </p:cNvPr>
              <p:cNvCxnSpPr>
                <a:cxnSpLocks/>
                <a:stCxn id="253" idx="6"/>
                <a:endCxn id="260" idx="2"/>
              </p:cNvCxnSpPr>
              <p:nvPr/>
            </p:nvCxnSpPr>
            <p:spPr>
              <a:xfrm rot="10800000" flipH="1">
                <a:off x="4265288" y="3507588"/>
                <a:ext cx="1082700" cy="6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80" name="Google Shape;280;p19">
                <a:extLst>
                  <a:ext uri="{FF2B5EF4-FFF2-40B4-BE49-F238E27FC236}">
                    <a16:creationId xmlns:a16="http://schemas.microsoft.com/office/drawing/2014/main" id="{C7ABC19E-C038-31AE-A352-4C92736EF16A}"/>
                  </a:ext>
                </a:extLst>
              </p:cNvPr>
              <p:cNvCxnSpPr>
                <a:cxnSpLocks/>
                <a:stCxn id="253" idx="6"/>
                <a:endCxn id="259" idx="2"/>
              </p:cNvCxnSpPr>
              <p:nvPr/>
            </p:nvCxnSpPr>
            <p:spPr>
              <a:xfrm rot="10800000" flipH="1">
                <a:off x="4265288" y="2924688"/>
                <a:ext cx="1082700" cy="120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82" name="Google Shape;282;p19">
                <a:extLst>
                  <a:ext uri="{FF2B5EF4-FFF2-40B4-BE49-F238E27FC236}">
                    <a16:creationId xmlns:a16="http://schemas.microsoft.com/office/drawing/2014/main" id="{1542EB2D-7EBE-3B47-5642-22D9580D55FB}"/>
                  </a:ext>
                </a:extLst>
              </p:cNvPr>
              <p:cNvCxnSpPr>
                <a:cxnSpLocks/>
                <a:stCxn id="259" idx="6"/>
                <a:endCxn id="281" idx="2"/>
              </p:cNvCxnSpPr>
              <p:nvPr/>
            </p:nvCxnSpPr>
            <p:spPr>
              <a:xfrm>
                <a:off x="5738750" y="2924800"/>
                <a:ext cx="792000" cy="28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83" name="Google Shape;283;p19">
                <a:extLst>
                  <a:ext uri="{FF2B5EF4-FFF2-40B4-BE49-F238E27FC236}">
                    <a16:creationId xmlns:a16="http://schemas.microsoft.com/office/drawing/2014/main" id="{EC83DE81-015A-DD69-A3F0-0CA6614D21E4}"/>
                  </a:ext>
                </a:extLst>
              </p:cNvPr>
              <p:cNvCxnSpPr>
                <a:cxnSpLocks/>
                <a:stCxn id="260" idx="6"/>
                <a:endCxn id="281" idx="2"/>
              </p:cNvCxnSpPr>
              <p:nvPr/>
            </p:nvCxnSpPr>
            <p:spPr>
              <a:xfrm rot="10800000" flipH="1">
                <a:off x="5738750" y="3210938"/>
                <a:ext cx="792000" cy="29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4169A2-DB31-F3C6-92BE-A1F3EBF0B7FF}"/>
                    </a:ext>
                  </a:extLst>
                </p:cNvPr>
                <p:cNvSpPr txBox="1"/>
                <p:nvPr/>
              </p:nvSpPr>
              <p:spPr>
                <a:xfrm rot="19585970">
                  <a:off x="4494099" y="2521869"/>
                  <a:ext cx="43558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PK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44169A2-DB31-F3C6-92BE-A1F3EBF0B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85970">
                  <a:off x="4494099" y="2521869"/>
                  <a:ext cx="435587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82F5DB-1B56-CF57-A6DB-AD626FF89BFE}"/>
                </a:ext>
              </a:extLst>
            </p:cNvPr>
            <p:cNvGrpSpPr/>
            <p:nvPr/>
          </p:nvGrpSpPr>
          <p:grpSpPr>
            <a:xfrm>
              <a:off x="4385867" y="2276653"/>
              <a:ext cx="439331" cy="974304"/>
              <a:chOff x="4385867" y="2276653"/>
              <a:chExt cx="439331" cy="97430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4D12F98-E921-828E-3036-16755141C229}"/>
                      </a:ext>
                    </a:extLst>
                  </p:cNvPr>
                  <p:cNvSpPr txBox="1"/>
                  <p:nvPr/>
                </p:nvSpPr>
                <p:spPr>
                  <a:xfrm rot="21055910">
                    <a:off x="4385867" y="2276653"/>
                    <a:ext cx="43558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PK"/>
                  </a:p>
                </p:txBody>
              </p:sp>
            </mc:Choice>
            <mc:Fallback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4D12F98-E921-828E-3036-16755141C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055910">
                    <a:off x="4385867" y="2276653"/>
                    <a:ext cx="435587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K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C7DE2F7-F339-744C-944A-94EAE54A6C39}"/>
                      </a:ext>
                    </a:extLst>
                  </p:cNvPr>
                  <p:cNvSpPr txBox="1"/>
                  <p:nvPr/>
                </p:nvSpPr>
                <p:spPr>
                  <a:xfrm rot="18734687">
                    <a:off x="4453516" y="2879275"/>
                    <a:ext cx="43558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PK"/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BC7DE2F7-F339-744C-944A-94EAE54A6C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8734687">
                    <a:off x="4453516" y="2879275"/>
                    <a:ext cx="435587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K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Google Shape;191;p17">
                <a:extLst>
                  <a:ext uri="{FF2B5EF4-FFF2-40B4-BE49-F238E27FC236}">
                    <a16:creationId xmlns:a16="http://schemas.microsoft.com/office/drawing/2014/main" id="{44E83188-5FAC-26CC-ED2E-93C9AC8170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076" y="1356624"/>
                <a:ext cx="3192500" cy="3432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800"/>
                  <a:buFont typeface="Lato"/>
                  <a:buChar char="●"/>
                  <a:defRPr sz="18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marR="0" lvl="1" indent="-3302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600"/>
                  <a:buFont typeface="Lato"/>
                  <a:buChar char="○"/>
                  <a:defRPr sz="16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marR="0" lvl="2" indent="-3302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600"/>
                  <a:buFont typeface="Lato"/>
                  <a:buChar char="■"/>
                  <a:defRPr sz="16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marR="0" lvl="3" indent="-3302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600"/>
                  <a:buFont typeface="Lato"/>
                  <a:buChar char="●"/>
                  <a:defRPr sz="16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marR="0" lvl="4" indent="-3302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600"/>
                  <a:buFont typeface="Lato"/>
                  <a:buChar char="○"/>
                  <a:defRPr sz="16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marR="0" lvl="5" indent="-3302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600"/>
                  <a:buFont typeface="Lato"/>
                  <a:buChar char="■"/>
                  <a:defRPr sz="16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marR="0" lvl="6" indent="-3302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600"/>
                  <a:buFont typeface="Lato"/>
                  <a:buChar char="●"/>
                  <a:defRPr sz="16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marR="0" lvl="7" indent="-3302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600"/>
                  <a:buFont typeface="Lato"/>
                  <a:buChar char="○"/>
                  <a:defRPr sz="16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marR="0" lvl="8" indent="-3302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600"/>
                  <a:buFont typeface="Lato"/>
                  <a:buChar char="■"/>
                  <a:defRPr sz="1600" b="0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 marL="419134" indent="-285750">
                  <a:buSzPts val="1500"/>
                </a:pPr>
                <a:r>
                  <a:rPr lang="en-GB" sz="1400"/>
                  <a:t>When </a:t>
                </a:r>
                <a:r>
                  <a:rPr lang="en-GB" sz="1400" b="1"/>
                  <a:t>each</a:t>
                </a:r>
                <a:r>
                  <a:rPr lang="en-GB" sz="1400"/>
                  <a:t> neurons from one layer connects with </a:t>
                </a:r>
                <a:r>
                  <a:rPr lang="en-GB" sz="1400" b="1"/>
                  <a:t>every</a:t>
                </a:r>
                <a:r>
                  <a:rPr lang="en-GB" sz="1400"/>
                  <a:t> neuron in next, layer the Neural Network is called </a:t>
                </a:r>
                <a:r>
                  <a:rPr lang="en-GB" sz="1400" b="1"/>
                  <a:t>fully connected</a:t>
                </a:r>
                <a:r>
                  <a:rPr lang="en-GB" sz="1400"/>
                  <a:t>.</a:t>
                </a:r>
              </a:p>
              <a:p>
                <a:pPr marL="419134" indent="-285750">
                  <a:buSzPts val="15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GB" sz="1400"/>
              </a:p>
              <a:p>
                <a:pPr marL="419134" indent="-285750">
                  <a:buSzPts val="15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=???</m:t>
                    </m:r>
                  </m:oMath>
                </a14:m>
                <a:r>
                  <a:rPr lang="en-GB" sz="1400"/>
                  <a:t> (Guess!)</a:t>
                </a:r>
              </a:p>
            </p:txBody>
          </p:sp>
        </mc:Choice>
        <mc:Fallback>
          <p:sp>
            <p:nvSpPr>
              <p:cNvPr id="13" name="Google Shape;191;p17">
                <a:extLst>
                  <a:ext uri="{FF2B5EF4-FFF2-40B4-BE49-F238E27FC236}">
                    <a16:creationId xmlns:a16="http://schemas.microsoft.com/office/drawing/2014/main" id="{44E83188-5FAC-26CC-ED2E-93C9AC817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76" y="1356624"/>
                <a:ext cx="3192500" cy="343220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448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"/>
          <p:cNvSpPr txBox="1">
            <a:spLocks noGrp="1"/>
          </p:cNvSpPr>
          <p:nvPr>
            <p:ph type="title"/>
          </p:nvPr>
        </p:nvSpPr>
        <p:spPr>
          <a:xfrm>
            <a:off x="727650" y="8534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Neural Network in Matrix Notation</a:t>
            </a:r>
            <a:endParaRPr/>
          </a:p>
        </p:txBody>
      </p:sp>
      <p:pic>
        <p:nvPicPr>
          <p:cNvPr id="374" name="Google Shape;374;p21" descr="\color{blue}y = W\color{green}x&#10;" title="MathEquation,#000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9949" y="2933600"/>
            <a:ext cx="2208200" cy="67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09F1C6F-6CBE-DF6F-8FC4-AF51C1F20AF9}"/>
              </a:ext>
            </a:extLst>
          </p:cNvPr>
          <p:cNvGrpSpPr/>
          <p:nvPr/>
        </p:nvGrpSpPr>
        <p:grpSpPr>
          <a:xfrm>
            <a:off x="1934275" y="1491375"/>
            <a:ext cx="2531013" cy="3587475"/>
            <a:chOff x="1934275" y="1491375"/>
            <a:chExt cx="2531013" cy="3587475"/>
          </a:xfrm>
        </p:grpSpPr>
        <p:grpSp>
          <p:nvGrpSpPr>
            <p:cNvPr id="351" name="Google Shape;351;p21"/>
            <p:cNvGrpSpPr/>
            <p:nvPr/>
          </p:nvGrpSpPr>
          <p:grpSpPr>
            <a:xfrm>
              <a:off x="1934275" y="2310400"/>
              <a:ext cx="711300" cy="2003100"/>
              <a:chOff x="2882975" y="2330725"/>
              <a:chExt cx="711300" cy="2003100"/>
            </a:xfrm>
          </p:grpSpPr>
          <p:sp>
            <p:nvSpPr>
              <p:cNvPr id="352" name="Google Shape;352;p21"/>
              <p:cNvSpPr/>
              <p:nvPr/>
            </p:nvSpPr>
            <p:spPr>
              <a:xfrm>
                <a:off x="2882975" y="2330725"/>
                <a:ext cx="711300" cy="20031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>
                <a:off x="3038125" y="2479500"/>
                <a:ext cx="390900" cy="3732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>
                <a:off x="3038125" y="3128775"/>
                <a:ext cx="390900" cy="3732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1"/>
              <p:cNvSpPr/>
              <p:nvPr/>
            </p:nvSpPr>
            <p:spPr>
              <a:xfrm>
                <a:off x="3038125" y="3778063"/>
                <a:ext cx="390900" cy="3732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6" name="Google Shape;356;p21"/>
            <p:cNvGrpSpPr/>
            <p:nvPr/>
          </p:nvGrpSpPr>
          <p:grpSpPr>
            <a:xfrm>
              <a:off x="3683788" y="2028350"/>
              <a:ext cx="781500" cy="2517900"/>
              <a:chOff x="4080313" y="2040550"/>
              <a:chExt cx="781500" cy="2517900"/>
            </a:xfrm>
          </p:grpSpPr>
          <p:sp>
            <p:nvSpPr>
              <p:cNvPr id="357" name="Google Shape;357;p21"/>
              <p:cNvSpPr/>
              <p:nvPr/>
            </p:nvSpPr>
            <p:spPr>
              <a:xfrm>
                <a:off x="4080313" y="2040550"/>
                <a:ext cx="781500" cy="2517900"/>
              </a:xfrm>
              <a:prstGeom prst="roundRect">
                <a:avLst>
                  <a:gd name="adj" fmla="val 16667"/>
                </a:avLst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1"/>
              <p:cNvSpPr/>
              <p:nvPr/>
            </p:nvSpPr>
            <p:spPr>
              <a:xfrm>
                <a:off x="4275613" y="4044813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1"/>
              <p:cNvSpPr/>
              <p:nvPr/>
            </p:nvSpPr>
            <p:spPr>
              <a:xfrm>
                <a:off x="4275613" y="3435525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>
                <a:off x="4275613" y="2826238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>
                <a:off x="4275613" y="2216938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62" name="Google Shape;362;p21"/>
            <p:cNvCxnSpPr>
              <a:stCxn id="353" idx="6"/>
              <a:endCxn id="361" idx="2"/>
            </p:cNvCxnSpPr>
            <p:nvPr/>
          </p:nvCxnSpPr>
          <p:spPr>
            <a:xfrm rot="10800000" flipH="1">
              <a:off x="2480325" y="2391375"/>
              <a:ext cx="1398900" cy="254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3" name="Google Shape;363;p21"/>
            <p:cNvCxnSpPr>
              <a:stCxn id="354" idx="6"/>
              <a:endCxn id="360" idx="2"/>
            </p:cNvCxnSpPr>
            <p:nvPr/>
          </p:nvCxnSpPr>
          <p:spPr>
            <a:xfrm rot="10800000" flipH="1">
              <a:off x="2480325" y="3000750"/>
              <a:ext cx="1398900" cy="294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4" name="Google Shape;364;p21"/>
            <p:cNvCxnSpPr>
              <a:stCxn id="355" idx="6"/>
              <a:endCxn id="359" idx="2"/>
            </p:cNvCxnSpPr>
            <p:nvPr/>
          </p:nvCxnSpPr>
          <p:spPr>
            <a:xfrm rot="10800000" flipH="1">
              <a:off x="2480325" y="3609838"/>
              <a:ext cx="1398900" cy="334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5" name="Google Shape;365;p21"/>
            <p:cNvCxnSpPr>
              <a:stCxn id="355" idx="6"/>
              <a:endCxn id="358" idx="2"/>
            </p:cNvCxnSpPr>
            <p:nvPr/>
          </p:nvCxnSpPr>
          <p:spPr>
            <a:xfrm>
              <a:off x="2480325" y="3944338"/>
              <a:ext cx="1398900" cy="274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6" name="Google Shape;366;p21"/>
            <p:cNvCxnSpPr>
              <a:stCxn id="355" idx="6"/>
              <a:endCxn id="360" idx="2"/>
            </p:cNvCxnSpPr>
            <p:nvPr/>
          </p:nvCxnSpPr>
          <p:spPr>
            <a:xfrm rot="10800000" flipH="1">
              <a:off x="2480325" y="3000538"/>
              <a:ext cx="1398900" cy="943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7" name="Google Shape;367;p21"/>
            <p:cNvCxnSpPr>
              <a:stCxn id="355" idx="6"/>
              <a:endCxn id="361" idx="2"/>
            </p:cNvCxnSpPr>
            <p:nvPr/>
          </p:nvCxnSpPr>
          <p:spPr>
            <a:xfrm rot="10800000" flipH="1">
              <a:off x="2480325" y="2391238"/>
              <a:ext cx="1398900" cy="1553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8" name="Google Shape;368;p21"/>
            <p:cNvCxnSpPr>
              <a:stCxn id="353" idx="6"/>
              <a:endCxn id="360" idx="2"/>
            </p:cNvCxnSpPr>
            <p:nvPr/>
          </p:nvCxnSpPr>
          <p:spPr>
            <a:xfrm>
              <a:off x="2480325" y="2645775"/>
              <a:ext cx="1398900" cy="354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9" name="Google Shape;369;p21"/>
            <p:cNvCxnSpPr>
              <a:stCxn id="353" idx="6"/>
              <a:endCxn id="359" idx="2"/>
            </p:cNvCxnSpPr>
            <p:nvPr/>
          </p:nvCxnSpPr>
          <p:spPr>
            <a:xfrm>
              <a:off x="2480325" y="2645775"/>
              <a:ext cx="1398900" cy="96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0" name="Google Shape;370;p21"/>
            <p:cNvCxnSpPr>
              <a:stCxn id="353" idx="6"/>
              <a:endCxn id="358" idx="2"/>
            </p:cNvCxnSpPr>
            <p:nvPr/>
          </p:nvCxnSpPr>
          <p:spPr>
            <a:xfrm>
              <a:off x="2480325" y="2645775"/>
              <a:ext cx="1398900" cy="1573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1" name="Google Shape;371;p21"/>
            <p:cNvCxnSpPr>
              <a:stCxn id="354" idx="6"/>
              <a:endCxn id="361" idx="2"/>
            </p:cNvCxnSpPr>
            <p:nvPr/>
          </p:nvCxnSpPr>
          <p:spPr>
            <a:xfrm rot="10800000" flipH="1">
              <a:off x="2480325" y="2391450"/>
              <a:ext cx="1398900" cy="90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2" name="Google Shape;372;p21"/>
            <p:cNvCxnSpPr>
              <a:stCxn id="354" idx="6"/>
              <a:endCxn id="359" idx="2"/>
            </p:cNvCxnSpPr>
            <p:nvPr/>
          </p:nvCxnSpPr>
          <p:spPr>
            <a:xfrm>
              <a:off x="2480325" y="3295050"/>
              <a:ext cx="1398900" cy="315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3" name="Google Shape;373;p21"/>
            <p:cNvCxnSpPr>
              <a:stCxn id="354" idx="6"/>
              <a:endCxn id="358" idx="2"/>
            </p:cNvCxnSpPr>
            <p:nvPr/>
          </p:nvCxnSpPr>
          <p:spPr>
            <a:xfrm>
              <a:off x="2480325" y="3295050"/>
              <a:ext cx="1398900" cy="924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375" name="Google Shape;375;p21" descr="\color{blue}y = W\color{green}x&#10;" title="MathEquation,#000000"/>
            <p:cNvPicPr preferRelativeResize="0"/>
            <p:nvPr/>
          </p:nvPicPr>
          <p:blipFill rotWithShape="1">
            <a:blip r:embed="rId3">
              <a:alphaModFix/>
            </a:blip>
            <a:srcRect l="50858" r="16930"/>
            <a:stretch/>
          </p:blipFill>
          <p:spPr>
            <a:xfrm>
              <a:off x="2824124" y="1491375"/>
              <a:ext cx="711300" cy="67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21"/>
            <p:cNvSpPr/>
            <p:nvPr/>
          </p:nvSpPr>
          <p:spPr>
            <a:xfrm>
              <a:off x="2375575" y="2125250"/>
              <a:ext cx="1555800" cy="2301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7" name="Google Shape;377;p21" descr="\color{blue}y = W\color{green}x&#10;" title="MathEquation,#000000"/>
            <p:cNvPicPr preferRelativeResize="0"/>
            <p:nvPr/>
          </p:nvPicPr>
          <p:blipFill rotWithShape="1">
            <a:blip r:embed="rId3">
              <a:alphaModFix/>
            </a:blip>
            <a:srcRect r="81832"/>
            <a:stretch/>
          </p:blipFill>
          <p:spPr>
            <a:xfrm>
              <a:off x="3873962" y="4402600"/>
              <a:ext cx="401176" cy="6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21" descr="\color{blue}y = W\color{green}x&#10;" title="MathEquation,#000000"/>
            <p:cNvPicPr preferRelativeResize="0"/>
            <p:nvPr/>
          </p:nvPicPr>
          <p:blipFill rotWithShape="1">
            <a:blip r:embed="rId3">
              <a:alphaModFix/>
            </a:blip>
            <a:srcRect l="83737"/>
            <a:stretch/>
          </p:blipFill>
          <p:spPr>
            <a:xfrm>
              <a:off x="2061449" y="4402600"/>
              <a:ext cx="359100" cy="676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 txBox="1">
            <a:spLocks noGrp="1"/>
          </p:cNvSpPr>
          <p:nvPr>
            <p:ph type="title"/>
          </p:nvPr>
        </p:nvSpPr>
        <p:spPr>
          <a:xfrm>
            <a:off x="72780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a neural network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3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A single neuron is insufficient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56AB4CD-2BB4-7F7C-6F22-E6F76309EC36}"/>
              </a:ext>
            </a:extLst>
          </p:cNvPr>
          <p:cNvGrpSpPr/>
          <p:nvPr/>
        </p:nvGrpSpPr>
        <p:grpSpPr>
          <a:xfrm>
            <a:off x="1545713" y="2435663"/>
            <a:ext cx="2572225" cy="1061796"/>
            <a:chOff x="1545713" y="2435663"/>
            <a:chExt cx="2572225" cy="1061796"/>
          </a:xfrm>
        </p:grpSpPr>
        <p:sp>
          <p:nvSpPr>
            <p:cNvPr id="390" name="Google Shape;390;p23"/>
            <p:cNvSpPr/>
            <p:nvPr/>
          </p:nvSpPr>
          <p:spPr>
            <a:xfrm>
              <a:off x="1545713" y="2435663"/>
              <a:ext cx="390900" cy="3732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1545713" y="3084938"/>
              <a:ext cx="390900" cy="3732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2670163" y="2782400"/>
              <a:ext cx="390900" cy="373200"/>
            </a:xfrm>
            <a:prstGeom prst="ellipse">
              <a:avLst/>
            </a:prstGeom>
            <a:solidFill>
              <a:srgbClr val="6FA8D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3" name="Google Shape;393;p23"/>
            <p:cNvCxnSpPr>
              <a:stCxn id="390" idx="6"/>
              <a:endCxn id="392" idx="2"/>
            </p:cNvCxnSpPr>
            <p:nvPr/>
          </p:nvCxnSpPr>
          <p:spPr>
            <a:xfrm>
              <a:off x="1936613" y="2622263"/>
              <a:ext cx="733500" cy="346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4" name="Google Shape;394;p23"/>
            <p:cNvCxnSpPr>
              <a:stCxn id="391" idx="6"/>
              <a:endCxn id="392" idx="2"/>
            </p:cNvCxnSpPr>
            <p:nvPr/>
          </p:nvCxnSpPr>
          <p:spPr>
            <a:xfrm rot="10800000" flipH="1">
              <a:off x="1936613" y="2969138"/>
              <a:ext cx="733500" cy="302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395" name="Google Shape;395;p23" descr="w_1" title="MathEquation,#00000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30587" y="2509310"/>
              <a:ext cx="345600" cy="2258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23" descr="w_2" title="MathEquation,#00000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98301" y="3271537"/>
              <a:ext cx="345600" cy="2259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7" name="Google Shape;397;p23"/>
            <p:cNvSpPr/>
            <p:nvPr/>
          </p:nvSpPr>
          <p:spPr>
            <a:xfrm>
              <a:off x="3406638" y="2782400"/>
              <a:ext cx="390900" cy="373200"/>
            </a:xfrm>
            <a:prstGeom prst="ellipse">
              <a:avLst/>
            </a:prstGeom>
            <a:solidFill>
              <a:srgbClr val="C27BA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8" name="Google Shape;398;p23" descr="\sigma" title="MathEquation,#00000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20975" y="2877127"/>
              <a:ext cx="162224" cy="1837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99" name="Google Shape;399;p23"/>
            <p:cNvCxnSpPr>
              <a:stCxn id="392" idx="6"/>
              <a:endCxn id="397" idx="2"/>
            </p:cNvCxnSpPr>
            <p:nvPr/>
          </p:nvCxnSpPr>
          <p:spPr>
            <a:xfrm>
              <a:off x="3061063" y="2969000"/>
              <a:ext cx="345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00" name="Google Shape;400;p23"/>
            <p:cNvCxnSpPr/>
            <p:nvPr/>
          </p:nvCxnSpPr>
          <p:spPr>
            <a:xfrm rot="10800000" flipH="1">
              <a:off x="3797538" y="2962100"/>
              <a:ext cx="320400" cy="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1C33DDF-C5CC-7C48-B371-9B08C0FBA7C0}"/>
              </a:ext>
            </a:extLst>
          </p:cNvPr>
          <p:cNvGrpSpPr/>
          <p:nvPr/>
        </p:nvGrpSpPr>
        <p:grpSpPr>
          <a:xfrm>
            <a:off x="5245376" y="1509802"/>
            <a:ext cx="3126650" cy="3040825"/>
            <a:chOff x="5245376" y="1509802"/>
            <a:chExt cx="3126650" cy="3040825"/>
          </a:xfrm>
        </p:grpSpPr>
        <p:pic>
          <p:nvPicPr>
            <p:cNvPr id="389" name="Google Shape;389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245376" y="1509802"/>
              <a:ext cx="3126650" cy="30408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01" name="Google Shape;401;p23"/>
            <p:cNvCxnSpPr/>
            <p:nvPr/>
          </p:nvCxnSpPr>
          <p:spPr>
            <a:xfrm>
              <a:off x="5618050" y="1882900"/>
              <a:ext cx="2709600" cy="2020800"/>
            </a:xfrm>
            <a:prstGeom prst="straightConnector1">
              <a:avLst/>
            </a:prstGeom>
            <a:noFill/>
            <a:ln w="28575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How can a network separate the classes?</a:t>
            </a:r>
            <a:endParaRPr/>
          </a:p>
        </p:txBody>
      </p:sp>
      <p:pic>
        <p:nvPicPr>
          <p:cNvPr id="407" name="Google Shape;40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1001" y="1692952"/>
            <a:ext cx="3126650" cy="3040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A82F7A5-4EE7-5450-988E-F904D538FD13}"/>
              </a:ext>
            </a:extLst>
          </p:cNvPr>
          <p:cNvGrpSpPr/>
          <p:nvPr/>
        </p:nvGrpSpPr>
        <p:grpSpPr>
          <a:xfrm>
            <a:off x="1045625" y="2229369"/>
            <a:ext cx="3828190" cy="1967991"/>
            <a:chOff x="1045625" y="2229369"/>
            <a:chExt cx="3828190" cy="1967991"/>
          </a:xfrm>
        </p:grpSpPr>
        <p:grpSp>
          <p:nvGrpSpPr>
            <p:cNvPr id="408" name="Google Shape;408;p24"/>
            <p:cNvGrpSpPr/>
            <p:nvPr/>
          </p:nvGrpSpPr>
          <p:grpSpPr>
            <a:xfrm>
              <a:off x="2382584" y="2229369"/>
              <a:ext cx="600426" cy="1967991"/>
              <a:chOff x="4080313" y="2040550"/>
              <a:chExt cx="781500" cy="2517900"/>
            </a:xfrm>
          </p:grpSpPr>
          <p:sp>
            <p:nvSpPr>
              <p:cNvPr id="409" name="Google Shape;409;p24"/>
              <p:cNvSpPr/>
              <p:nvPr/>
            </p:nvSpPr>
            <p:spPr>
              <a:xfrm>
                <a:off x="4080313" y="2040550"/>
                <a:ext cx="781500" cy="2517900"/>
              </a:xfrm>
              <a:prstGeom prst="roundRect">
                <a:avLst>
                  <a:gd name="adj" fmla="val 16667"/>
                </a:avLst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4"/>
              <p:cNvSpPr/>
              <p:nvPr/>
            </p:nvSpPr>
            <p:spPr>
              <a:xfrm>
                <a:off x="4275613" y="4044813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24"/>
              <p:cNvSpPr/>
              <p:nvPr/>
            </p:nvSpPr>
            <p:spPr>
              <a:xfrm>
                <a:off x="4275613" y="3435525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24"/>
              <p:cNvSpPr/>
              <p:nvPr/>
            </p:nvSpPr>
            <p:spPr>
              <a:xfrm>
                <a:off x="4275613" y="2826238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24"/>
              <p:cNvSpPr/>
              <p:nvPr/>
            </p:nvSpPr>
            <p:spPr>
              <a:xfrm>
                <a:off x="4275613" y="2216938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24"/>
            <p:cNvSpPr/>
            <p:nvPr/>
          </p:nvSpPr>
          <p:spPr>
            <a:xfrm>
              <a:off x="3558463" y="2474228"/>
              <a:ext cx="546600" cy="1469100"/>
            </a:xfrm>
            <a:prstGeom prst="roundRect">
              <a:avLst>
                <a:gd name="adj" fmla="val 16667"/>
              </a:avLst>
            </a:prstGeom>
            <a:solidFill>
              <a:srgbClr val="E6B8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3681536" y="3073087"/>
              <a:ext cx="300300" cy="2916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3681536" y="3528633"/>
              <a:ext cx="300300" cy="2916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7" name="Google Shape;417;p24"/>
            <p:cNvCxnSpPr>
              <a:stCxn id="418" idx="6"/>
              <a:endCxn id="412" idx="2"/>
            </p:cNvCxnSpPr>
            <p:nvPr/>
          </p:nvCxnSpPr>
          <p:spPr>
            <a:xfrm>
              <a:off x="1465129" y="2951967"/>
              <a:ext cx="1067400" cy="3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9" name="Google Shape;419;p24"/>
            <p:cNvCxnSpPr>
              <a:stCxn id="420" idx="6"/>
              <a:endCxn id="411" idx="2"/>
            </p:cNvCxnSpPr>
            <p:nvPr/>
          </p:nvCxnSpPr>
          <p:spPr>
            <a:xfrm>
              <a:off x="1465129" y="3459450"/>
              <a:ext cx="1067400" cy="6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21" name="Google Shape;421;p24"/>
            <p:cNvSpPr/>
            <p:nvPr/>
          </p:nvSpPr>
          <p:spPr>
            <a:xfrm>
              <a:off x="1045625" y="2694653"/>
              <a:ext cx="546600" cy="10533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1164829" y="2806167"/>
              <a:ext cx="300300" cy="2916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1164829" y="3313650"/>
              <a:ext cx="300300" cy="2916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2" name="Google Shape;422;p24"/>
            <p:cNvCxnSpPr>
              <a:stCxn id="420" idx="6"/>
              <a:endCxn id="410" idx="2"/>
            </p:cNvCxnSpPr>
            <p:nvPr/>
          </p:nvCxnSpPr>
          <p:spPr>
            <a:xfrm>
              <a:off x="1465129" y="3459450"/>
              <a:ext cx="1067400" cy="482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3" name="Google Shape;423;p24"/>
            <p:cNvCxnSpPr>
              <a:stCxn id="420" idx="6"/>
              <a:endCxn id="412" idx="2"/>
            </p:cNvCxnSpPr>
            <p:nvPr/>
          </p:nvCxnSpPr>
          <p:spPr>
            <a:xfrm rot="10800000" flipH="1">
              <a:off x="1465129" y="2989350"/>
              <a:ext cx="1067400" cy="47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4" name="Google Shape;424;p24"/>
            <p:cNvCxnSpPr>
              <a:stCxn id="420" idx="6"/>
              <a:endCxn id="413" idx="2"/>
            </p:cNvCxnSpPr>
            <p:nvPr/>
          </p:nvCxnSpPr>
          <p:spPr>
            <a:xfrm rot="10800000" flipH="1">
              <a:off x="1465129" y="2512950"/>
              <a:ext cx="1067400" cy="94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5" name="Google Shape;425;p24"/>
            <p:cNvCxnSpPr>
              <a:stCxn id="418" idx="6"/>
              <a:endCxn id="413" idx="2"/>
            </p:cNvCxnSpPr>
            <p:nvPr/>
          </p:nvCxnSpPr>
          <p:spPr>
            <a:xfrm rot="10800000" flipH="1">
              <a:off x="1465129" y="2513067"/>
              <a:ext cx="1067400" cy="43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6" name="Google Shape;426;p24"/>
            <p:cNvCxnSpPr>
              <a:stCxn id="418" idx="6"/>
              <a:endCxn id="411" idx="2"/>
            </p:cNvCxnSpPr>
            <p:nvPr/>
          </p:nvCxnSpPr>
          <p:spPr>
            <a:xfrm>
              <a:off x="1465129" y="2951967"/>
              <a:ext cx="1067400" cy="51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7" name="Google Shape;427;p24"/>
            <p:cNvCxnSpPr>
              <a:stCxn id="418" idx="6"/>
              <a:endCxn id="410" idx="2"/>
            </p:cNvCxnSpPr>
            <p:nvPr/>
          </p:nvCxnSpPr>
          <p:spPr>
            <a:xfrm>
              <a:off x="1465129" y="2951967"/>
              <a:ext cx="1067400" cy="989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8" name="Google Shape;428;p24"/>
            <p:cNvCxnSpPr>
              <a:stCxn id="413" idx="6"/>
              <a:endCxn id="415" idx="2"/>
            </p:cNvCxnSpPr>
            <p:nvPr/>
          </p:nvCxnSpPr>
          <p:spPr>
            <a:xfrm>
              <a:off x="2832961" y="2513080"/>
              <a:ext cx="848700" cy="705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9" name="Google Shape;429;p24"/>
            <p:cNvCxnSpPr>
              <a:stCxn id="413" idx="6"/>
              <a:endCxn id="416" idx="2"/>
            </p:cNvCxnSpPr>
            <p:nvPr/>
          </p:nvCxnSpPr>
          <p:spPr>
            <a:xfrm>
              <a:off x="2832961" y="2513080"/>
              <a:ext cx="848700" cy="1161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0" name="Google Shape;430;p24"/>
            <p:cNvCxnSpPr>
              <a:stCxn id="412" idx="6"/>
              <a:endCxn id="415" idx="2"/>
            </p:cNvCxnSpPr>
            <p:nvPr/>
          </p:nvCxnSpPr>
          <p:spPr>
            <a:xfrm>
              <a:off x="2832961" y="2989309"/>
              <a:ext cx="848700" cy="229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1" name="Google Shape;431;p24"/>
            <p:cNvCxnSpPr>
              <a:stCxn id="412" idx="6"/>
              <a:endCxn id="416" idx="2"/>
            </p:cNvCxnSpPr>
            <p:nvPr/>
          </p:nvCxnSpPr>
          <p:spPr>
            <a:xfrm>
              <a:off x="2832961" y="2989309"/>
              <a:ext cx="848700" cy="68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2" name="Google Shape;432;p24"/>
            <p:cNvCxnSpPr>
              <a:stCxn id="411" idx="6"/>
              <a:endCxn id="415" idx="2"/>
            </p:cNvCxnSpPr>
            <p:nvPr/>
          </p:nvCxnSpPr>
          <p:spPr>
            <a:xfrm rot="10800000" flipH="1">
              <a:off x="2832961" y="3218928"/>
              <a:ext cx="848700" cy="246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3" name="Google Shape;433;p24"/>
            <p:cNvCxnSpPr>
              <a:stCxn id="411" idx="6"/>
              <a:endCxn id="416" idx="2"/>
            </p:cNvCxnSpPr>
            <p:nvPr/>
          </p:nvCxnSpPr>
          <p:spPr>
            <a:xfrm>
              <a:off x="2832961" y="3465528"/>
              <a:ext cx="848700" cy="208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4" name="Google Shape;434;p24"/>
            <p:cNvCxnSpPr>
              <a:stCxn id="410" idx="6"/>
              <a:endCxn id="416" idx="2"/>
            </p:cNvCxnSpPr>
            <p:nvPr/>
          </p:nvCxnSpPr>
          <p:spPr>
            <a:xfrm rot="10800000" flipH="1">
              <a:off x="2832961" y="3674448"/>
              <a:ext cx="848700" cy="26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5" name="Google Shape;435;p24"/>
            <p:cNvCxnSpPr>
              <a:stCxn id="410" idx="6"/>
              <a:endCxn id="415" idx="2"/>
            </p:cNvCxnSpPr>
            <p:nvPr/>
          </p:nvCxnSpPr>
          <p:spPr>
            <a:xfrm rot="10800000" flipH="1">
              <a:off x="2832961" y="3218748"/>
              <a:ext cx="848700" cy="72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36" name="Google Shape;436;p24"/>
            <p:cNvSpPr/>
            <p:nvPr/>
          </p:nvSpPr>
          <p:spPr>
            <a:xfrm>
              <a:off x="4573515" y="3075478"/>
              <a:ext cx="300300" cy="291600"/>
            </a:xfrm>
            <a:prstGeom prst="ellipse">
              <a:avLst/>
            </a:prstGeom>
            <a:solidFill>
              <a:srgbClr val="F9CB9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7" name="Google Shape;437;p24"/>
            <p:cNvCxnSpPr>
              <a:stCxn id="415" idx="6"/>
              <a:endCxn id="436" idx="2"/>
            </p:cNvCxnSpPr>
            <p:nvPr/>
          </p:nvCxnSpPr>
          <p:spPr>
            <a:xfrm>
              <a:off x="3981836" y="3218887"/>
              <a:ext cx="591600" cy="2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8" name="Google Shape;438;p24"/>
            <p:cNvCxnSpPr>
              <a:stCxn id="416" idx="6"/>
              <a:endCxn id="436" idx="2"/>
            </p:cNvCxnSpPr>
            <p:nvPr/>
          </p:nvCxnSpPr>
          <p:spPr>
            <a:xfrm rot="10800000" flipH="1">
              <a:off x="3981836" y="3221133"/>
              <a:ext cx="591600" cy="453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39" name="Google Shape;439;p24"/>
            <p:cNvSpPr/>
            <p:nvPr/>
          </p:nvSpPr>
          <p:spPr>
            <a:xfrm>
              <a:off x="3681786" y="2578137"/>
              <a:ext cx="300300" cy="2916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24"/>
            <p:cNvCxnSpPr>
              <a:stCxn id="410" idx="6"/>
              <a:endCxn id="439" idx="2"/>
            </p:cNvCxnSpPr>
            <p:nvPr/>
          </p:nvCxnSpPr>
          <p:spPr>
            <a:xfrm rot="10800000" flipH="1">
              <a:off x="2832961" y="2724048"/>
              <a:ext cx="848700" cy="121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41" name="Google Shape;441;p24"/>
            <p:cNvCxnSpPr>
              <a:stCxn id="413" idx="6"/>
              <a:endCxn id="439" idx="2"/>
            </p:cNvCxnSpPr>
            <p:nvPr/>
          </p:nvCxnSpPr>
          <p:spPr>
            <a:xfrm>
              <a:off x="2832961" y="2513080"/>
              <a:ext cx="848700" cy="210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42" name="Google Shape;442;p24"/>
            <p:cNvCxnSpPr>
              <a:stCxn id="412" idx="6"/>
              <a:endCxn id="439" idx="2"/>
            </p:cNvCxnSpPr>
            <p:nvPr/>
          </p:nvCxnSpPr>
          <p:spPr>
            <a:xfrm rot="10800000" flipH="1">
              <a:off x="2832961" y="2723809"/>
              <a:ext cx="848700" cy="265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43" name="Google Shape;443;p24"/>
            <p:cNvCxnSpPr>
              <a:stCxn id="411" idx="6"/>
              <a:endCxn id="439" idx="2"/>
            </p:cNvCxnSpPr>
            <p:nvPr/>
          </p:nvCxnSpPr>
          <p:spPr>
            <a:xfrm rot="10800000" flipH="1">
              <a:off x="2832961" y="2723928"/>
              <a:ext cx="848700" cy="74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44" name="Google Shape;444;p24"/>
            <p:cNvCxnSpPr>
              <a:stCxn id="439" idx="6"/>
              <a:endCxn id="436" idx="2"/>
            </p:cNvCxnSpPr>
            <p:nvPr/>
          </p:nvCxnSpPr>
          <p:spPr>
            <a:xfrm>
              <a:off x="3982086" y="2723937"/>
              <a:ext cx="591300" cy="4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5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Representation learning</a:t>
            </a:r>
            <a:endParaRPr/>
          </a:p>
        </p:txBody>
      </p:sp>
      <p:pic>
        <p:nvPicPr>
          <p:cNvPr id="450" name="Google Shape;45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3696" y="2036062"/>
            <a:ext cx="3974174" cy="247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25" y="2175737"/>
            <a:ext cx="2654475" cy="2331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BC0709D-4321-6E9C-1A3C-C8C4ED077288}"/>
              </a:ext>
            </a:extLst>
          </p:cNvPr>
          <p:cNvGrpSpPr/>
          <p:nvPr/>
        </p:nvGrpSpPr>
        <p:grpSpPr>
          <a:xfrm>
            <a:off x="6460185" y="2175737"/>
            <a:ext cx="2654475" cy="2331126"/>
            <a:chOff x="6460185" y="1745575"/>
            <a:chExt cx="2654475" cy="2331126"/>
          </a:xfrm>
        </p:grpSpPr>
        <p:pic>
          <p:nvPicPr>
            <p:cNvPr id="452" name="Google Shape;452;p2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60185" y="1745575"/>
              <a:ext cx="2654475" cy="2331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25"/>
            <p:cNvSpPr/>
            <p:nvPr/>
          </p:nvSpPr>
          <p:spPr>
            <a:xfrm>
              <a:off x="7422380" y="2278890"/>
              <a:ext cx="1004700" cy="979800"/>
            </a:xfrm>
            <a:prstGeom prst="ellipse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C5796E9-9C28-B56E-D0EF-220CB8DA6542}"/>
              </a:ext>
            </a:extLst>
          </p:cNvPr>
          <p:cNvGrpSpPr/>
          <p:nvPr/>
        </p:nvGrpSpPr>
        <p:grpSpPr>
          <a:xfrm>
            <a:off x="1374063" y="4386931"/>
            <a:ext cx="3306720" cy="581631"/>
            <a:chOff x="1374063" y="4222900"/>
            <a:chExt cx="3306720" cy="581631"/>
          </a:xfrm>
        </p:grpSpPr>
        <p:cxnSp>
          <p:nvCxnSpPr>
            <p:cNvPr id="454" name="Google Shape;454;p25"/>
            <p:cNvCxnSpPr>
              <a:cxnSpLocks/>
              <a:stCxn id="451" idx="2"/>
              <a:endCxn id="450" idx="2"/>
            </p:cNvCxnSpPr>
            <p:nvPr/>
          </p:nvCxnSpPr>
          <p:spPr>
            <a:xfrm rot="5400000" flipH="1" flipV="1">
              <a:off x="3027422" y="2569541"/>
              <a:ext cx="1" cy="3306720"/>
            </a:xfrm>
            <a:prstGeom prst="curvedConnector3">
              <a:avLst>
                <a:gd name="adj1" fmla="val -22860000000"/>
              </a:avLst>
            </a:prstGeom>
            <a:noFill/>
            <a:ln w="28575" cap="flat" cmpd="sng">
              <a:solidFill>
                <a:srgbClr val="B7B7B7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6" name="Google Shape;456;p25"/>
                <p:cNvSpPr txBox="1"/>
                <p:nvPr/>
              </p:nvSpPr>
              <p:spPr>
                <a:xfrm>
                  <a:off x="2488455" y="4342831"/>
                  <a:ext cx="5901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" sz="1800" b="0" i="0" u="none" strike="noStrike" cap="none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Garamond"/>
                            <a:cs typeface="Garamond"/>
                            <a:sym typeface="Garamond"/>
                          </a:rPr>
                          <m:t>Φ</m:t>
                        </m:r>
                      </m:oMath>
                    </m:oMathPara>
                  </a14:m>
                  <a:endParaRPr sz="1800" b="0" i="0" u="none" strike="noStrike" cap="none" baseline="3000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  <a:sym typeface="Garamond"/>
                  </a:endParaRPr>
                </a:p>
              </p:txBody>
            </p:sp>
          </mc:Choice>
          <mc:Fallback>
            <p:sp>
              <p:nvSpPr>
                <p:cNvPr id="456" name="Google Shape;456;p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55" y="4342831"/>
                  <a:ext cx="590100" cy="4617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9298216-9C77-5A4D-02F3-ACBD3184AC5A}"/>
              </a:ext>
            </a:extLst>
          </p:cNvPr>
          <p:cNvGrpSpPr/>
          <p:nvPr/>
        </p:nvGrpSpPr>
        <p:grpSpPr>
          <a:xfrm>
            <a:off x="4680784" y="4386930"/>
            <a:ext cx="3106640" cy="580156"/>
            <a:chOff x="4680784" y="4222899"/>
            <a:chExt cx="3106640" cy="580156"/>
          </a:xfrm>
        </p:grpSpPr>
        <p:cxnSp>
          <p:nvCxnSpPr>
            <p:cNvPr id="455" name="Google Shape;455;p25"/>
            <p:cNvCxnSpPr>
              <a:cxnSpLocks/>
              <a:stCxn id="450" idx="2"/>
              <a:endCxn id="452" idx="2"/>
            </p:cNvCxnSpPr>
            <p:nvPr/>
          </p:nvCxnSpPr>
          <p:spPr>
            <a:xfrm rot="16200000" flipH="1">
              <a:off x="6234103" y="2669580"/>
              <a:ext cx="1" cy="3106640"/>
            </a:xfrm>
            <a:prstGeom prst="curvedConnector3">
              <a:avLst>
                <a:gd name="adj1" fmla="val 22860100000"/>
              </a:avLst>
            </a:prstGeom>
            <a:noFill/>
            <a:ln w="28575" cap="flat" cmpd="sng">
              <a:solidFill>
                <a:srgbClr val="B7B7B7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7" name="Google Shape;457;p25"/>
                <p:cNvSpPr txBox="1"/>
                <p:nvPr/>
              </p:nvSpPr>
              <p:spPr>
                <a:xfrm>
                  <a:off x="6147652" y="4342831"/>
                  <a:ext cx="590100" cy="4602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800" b="0" i="1" u="none" strike="noStrike" cap="none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aramond"/>
                                <a:cs typeface="Garamond"/>
                                <a:sym typeface="Garamond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" sz="1800" b="0" i="0" u="none" strike="noStrike" cap="none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aramond"/>
                                <a:cs typeface="Garamond"/>
                                <a:sym typeface="Garamond"/>
                              </a:rPr>
                              <m:t>Φ</m:t>
                            </m:r>
                          </m:e>
                          <m:sup>
                            <m:r>
                              <a:rPr lang="en-US" sz="1800" b="0" i="1" u="none" strike="noStrike" cap="none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Garamond"/>
                                <a:cs typeface="Garamond"/>
                                <a:sym typeface="Garamond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sz="1800" b="0" i="0" u="none" strike="noStrike" cap="none" baseline="30000">
                    <a:solidFill>
                      <a:srgbClr val="000000"/>
                    </a:solidFill>
                    <a:latin typeface="Garamond"/>
                    <a:ea typeface="Garamond"/>
                    <a:cs typeface="Garamond"/>
                    <a:sym typeface="Garamond"/>
                  </a:endParaRPr>
                </a:p>
              </p:txBody>
            </p:sp>
          </mc:Choice>
          <mc:Fallback>
            <p:sp>
              <p:nvSpPr>
                <p:cNvPr id="457" name="Google Shape;457;p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7652" y="4342831"/>
                  <a:ext cx="590100" cy="46022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191;p17">
                <a:extLst>
                  <a:ext uri="{FF2B5EF4-FFF2-40B4-BE49-F238E27FC236}">
                    <a16:creationId xmlns:a16="http://schemas.microsoft.com/office/drawing/2014/main" id="{1F645F49-BEA1-8B10-2377-00EBB797DD6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0075" y="1356625"/>
                <a:ext cx="8344043" cy="6794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84" indent="0">
                  <a:buSzPts val="1500"/>
                  <a:buNone/>
                </a:pPr>
                <a:r>
                  <a:rPr lang="en-GB" sz="1400"/>
                  <a:t>Hidden layers allow the NN to view the data in separate space. Each neuron in hidden layer adds a new dimension to project data.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GB" sz="1400"/>
                  <a:t> is a mapping function which converts data into a different space.</a:t>
                </a:r>
              </a:p>
            </p:txBody>
          </p:sp>
        </mc:Choice>
        <mc:Fallback>
          <p:sp>
            <p:nvSpPr>
              <p:cNvPr id="7" name="Google Shape;191;p17">
                <a:extLst>
                  <a:ext uri="{FF2B5EF4-FFF2-40B4-BE49-F238E27FC236}">
                    <a16:creationId xmlns:a16="http://schemas.microsoft.com/office/drawing/2014/main" id="{1F645F49-BEA1-8B10-2377-00EBB797DD6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0075" y="1356625"/>
                <a:ext cx="8344043" cy="679436"/>
              </a:xfrm>
              <a:prstGeom prst="rect">
                <a:avLst/>
              </a:prstGeom>
              <a:blipFill>
                <a:blip r:embed="rId7"/>
                <a:stretch>
                  <a:fillRect b="-180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Representation learning</a:t>
            </a:r>
            <a:endParaRPr/>
          </a:p>
        </p:txBody>
      </p:sp>
      <p:pic>
        <p:nvPicPr>
          <p:cNvPr id="5" name="Picture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CC4D8C77-7FE6-F378-1FF6-52572847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974" y="1212388"/>
            <a:ext cx="3743234" cy="3612221"/>
          </a:xfrm>
          <a:prstGeom prst="rect">
            <a:avLst/>
          </a:prstGeom>
        </p:spPr>
      </p:pic>
      <p:sp>
        <p:nvSpPr>
          <p:cNvPr id="8" name="Google Shape;481;p27">
            <a:extLst>
              <a:ext uri="{FF2B5EF4-FFF2-40B4-BE49-F238E27FC236}">
                <a16:creationId xmlns:a16="http://schemas.microsoft.com/office/drawing/2014/main" id="{E7DD37A5-2BB7-C8F7-D032-7D4E5DFA63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0075" y="1546099"/>
            <a:ext cx="4500899" cy="327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●"/>
            </a:pPr>
            <a:r>
              <a:rPr lang="en-US"/>
              <a:t>Rather than learning a non-linear model, we see if a linear model can be learned if the data is projected into a different space.</a:t>
            </a:r>
          </a:p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●"/>
            </a:pPr>
            <a:r>
              <a:rPr lang="en-US"/>
              <a:t>Transforming the data from one space into another is computationally challenging. We use </a:t>
            </a:r>
            <a:r>
              <a:rPr lang="en-US" b="1"/>
              <a:t>Kernel trick </a:t>
            </a:r>
            <a:r>
              <a:rPr lang="en-US"/>
              <a:t>to address this issue.</a:t>
            </a:r>
          </a:p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●"/>
            </a:pPr>
            <a:r>
              <a:rPr lang="en-US"/>
              <a:t>Kernel is a function that can represent data from a lower dimension into higher dimension using dot product.</a:t>
            </a:r>
          </a:p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●"/>
            </a:pPr>
            <a:r>
              <a:rPr lang="en-US"/>
              <a:t>The classification is then performed on this higher dimension.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Example in action</a:t>
            </a:r>
            <a:endParaRPr/>
          </a:p>
        </p:txBody>
      </p:sp>
      <p:pic>
        <p:nvPicPr>
          <p:cNvPr id="479" name="Google Shape;4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0425" y="1124425"/>
            <a:ext cx="3704550" cy="36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7"/>
          <p:cNvSpPr txBox="1"/>
          <p:nvPr/>
        </p:nvSpPr>
        <p:spPr>
          <a:xfrm>
            <a:off x="5673750" y="4742225"/>
            <a:ext cx="2337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Credit: Chris Olah's </a:t>
            </a:r>
            <a:r>
              <a:rPr lang="en" sz="1100" b="0" i="0" u="sng" strike="noStrike" cap="none">
                <a:solidFill>
                  <a:schemeClr val="hlink"/>
                </a:solidFill>
                <a:latin typeface="Garamond"/>
                <a:ea typeface="Garamond"/>
                <a:cs typeface="Garamond"/>
                <a:sym typeface="Garamond"/>
                <a:hlinkClick r:id="rId4"/>
              </a:rPr>
              <a:t>blog</a:t>
            </a:r>
            <a:endParaRPr sz="1100" b="0" i="0" u="none" strike="noStrike" cap="none" baseline="300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1" name="Google Shape;481;p27"/>
          <p:cNvSpPr txBox="1">
            <a:spLocks noGrp="1"/>
          </p:cNvSpPr>
          <p:nvPr>
            <p:ph type="body" idx="1"/>
          </p:nvPr>
        </p:nvSpPr>
        <p:spPr>
          <a:xfrm>
            <a:off x="847700" y="1546100"/>
            <a:ext cx="39285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29876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2222"/>
              <a:buChar char="●"/>
            </a:pPr>
            <a:r>
              <a:rPr lang="en"/>
              <a:t>The layers of a network map the input data to </a:t>
            </a:r>
            <a:r>
              <a:rPr lang="en" b="1"/>
              <a:t>higher dimensional</a:t>
            </a:r>
            <a:r>
              <a:rPr lang="en"/>
              <a:t> space</a:t>
            </a:r>
            <a:endParaRPr/>
          </a:p>
          <a:p>
            <a:pPr marL="457200" lvl="0" indent="-298767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72222"/>
              <a:buChar char="●"/>
            </a:pPr>
            <a:r>
              <a:rPr lang="en"/>
              <a:t>In this final representation the classes can then be separated by a plane.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8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A Neural Network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F43C37-541C-8206-EE6A-43B1C0C59AB4}"/>
              </a:ext>
            </a:extLst>
          </p:cNvPr>
          <p:cNvGrpSpPr/>
          <p:nvPr/>
        </p:nvGrpSpPr>
        <p:grpSpPr>
          <a:xfrm>
            <a:off x="4122770" y="1442325"/>
            <a:ext cx="2773200" cy="2981925"/>
            <a:chOff x="4190225" y="1430875"/>
            <a:chExt cx="2773200" cy="2981925"/>
          </a:xfrm>
        </p:grpSpPr>
        <p:grpSp>
          <p:nvGrpSpPr>
            <p:cNvPr id="487" name="Google Shape;487;p28"/>
            <p:cNvGrpSpPr/>
            <p:nvPr/>
          </p:nvGrpSpPr>
          <p:grpSpPr>
            <a:xfrm>
              <a:off x="6111436" y="1726419"/>
              <a:ext cx="600426" cy="1967991"/>
              <a:chOff x="4080313" y="2040550"/>
              <a:chExt cx="781500" cy="2517900"/>
            </a:xfrm>
          </p:grpSpPr>
          <p:sp>
            <p:nvSpPr>
              <p:cNvPr id="488" name="Google Shape;488;p28"/>
              <p:cNvSpPr/>
              <p:nvPr/>
            </p:nvSpPr>
            <p:spPr>
              <a:xfrm>
                <a:off x="4080313" y="2040550"/>
                <a:ext cx="781500" cy="2517900"/>
              </a:xfrm>
              <a:prstGeom prst="roundRect">
                <a:avLst>
                  <a:gd name="adj" fmla="val 16667"/>
                </a:avLst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8"/>
              <p:cNvSpPr/>
              <p:nvPr/>
            </p:nvSpPr>
            <p:spPr>
              <a:xfrm>
                <a:off x="4275613" y="4044813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8"/>
              <p:cNvSpPr/>
              <p:nvPr/>
            </p:nvSpPr>
            <p:spPr>
              <a:xfrm>
                <a:off x="4275613" y="3435525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8"/>
              <p:cNvSpPr/>
              <p:nvPr/>
            </p:nvSpPr>
            <p:spPr>
              <a:xfrm>
                <a:off x="4275613" y="2826238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4275613" y="2216938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96" name="Google Shape;496;p28"/>
            <p:cNvCxnSpPr>
              <a:stCxn id="497" idx="6"/>
              <a:endCxn id="491" idx="2"/>
            </p:cNvCxnSpPr>
            <p:nvPr/>
          </p:nvCxnSpPr>
          <p:spPr>
            <a:xfrm>
              <a:off x="5193979" y="2449017"/>
              <a:ext cx="1067400" cy="3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98" name="Google Shape;498;p28"/>
            <p:cNvCxnSpPr>
              <a:stCxn id="499" idx="6"/>
              <a:endCxn id="490" idx="2"/>
            </p:cNvCxnSpPr>
            <p:nvPr/>
          </p:nvCxnSpPr>
          <p:spPr>
            <a:xfrm>
              <a:off x="5193979" y="2956500"/>
              <a:ext cx="1067400" cy="6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00" name="Google Shape;500;p28"/>
            <p:cNvSpPr/>
            <p:nvPr/>
          </p:nvSpPr>
          <p:spPr>
            <a:xfrm>
              <a:off x="4774475" y="2191703"/>
              <a:ext cx="546600" cy="10533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4893679" y="2303217"/>
              <a:ext cx="300300" cy="2916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4893679" y="2810700"/>
              <a:ext cx="300300" cy="291600"/>
            </a:xfrm>
            <a:prstGeom prst="ellipse">
              <a:avLst/>
            </a:prstGeom>
            <a:solidFill>
              <a:srgbClr val="B6D7A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1" name="Google Shape;501;p28"/>
            <p:cNvCxnSpPr>
              <a:stCxn id="499" idx="6"/>
              <a:endCxn id="489" idx="2"/>
            </p:cNvCxnSpPr>
            <p:nvPr/>
          </p:nvCxnSpPr>
          <p:spPr>
            <a:xfrm>
              <a:off x="5193979" y="2956500"/>
              <a:ext cx="1067400" cy="482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2" name="Google Shape;502;p28"/>
            <p:cNvCxnSpPr>
              <a:stCxn id="499" idx="6"/>
              <a:endCxn id="491" idx="2"/>
            </p:cNvCxnSpPr>
            <p:nvPr/>
          </p:nvCxnSpPr>
          <p:spPr>
            <a:xfrm rot="10800000" flipH="1">
              <a:off x="5193979" y="2486400"/>
              <a:ext cx="1067400" cy="470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3" name="Google Shape;503;p28"/>
            <p:cNvCxnSpPr>
              <a:stCxn id="499" idx="6"/>
              <a:endCxn id="492" idx="2"/>
            </p:cNvCxnSpPr>
            <p:nvPr/>
          </p:nvCxnSpPr>
          <p:spPr>
            <a:xfrm rot="10800000" flipH="1">
              <a:off x="5193979" y="2010000"/>
              <a:ext cx="1067400" cy="946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4" name="Google Shape;504;p28"/>
            <p:cNvCxnSpPr>
              <a:stCxn id="497" idx="6"/>
              <a:endCxn id="492" idx="2"/>
            </p:cNvCxnSpPr>
            <p:nvPr/>
          </p:nvCxnSpPr>
          <p:spPr>
            <a:xfrm rot="10800000" flipH="1">
              <a:off x="5193979" y="2010117"/>
              <a:ext cx="1067400" cy="438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5" name="Google Shape;505;p28"/>
            <p:cNvCxnSpPr>
              <a:stCxn id="497" idx="6"/>
              <a:endCxn id="490" idx="2"/>
            </p:cNvCxnSpPr>
            <p:nvPr/>
          </p:nvCxnSpPr>
          <p:spPr>
            <a:xfrm>
              <a:off x="5193979" y="2449017"/>
              <a:ext cx="1067400" cy="513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6" name="Google Shape;506;p28"/>
            <p:cNvCxnSpPr>
              <a:stCxn id="497" idx="6"/>
              <a:endCxn id="489" idx="2"/>
            </p:cNvCxnSpPr>
            <p:nvPr/>
          </p:nvCxnSpPr>
          <p:spPr>
            <a:xfrm>
              <a:off x="5193979" y="2449017"/>
              <a:ext cx="1067400" cy="989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24" name="Google Shape;524;p28"/>
            <p:cNvSpPr/>
            <p:nvPr/>
          </p:nvSpPr>
          <p:spPr>
            <a:xfrm>
              <a:off x="4190225" y="1430875"/>
              <a:ext cx="2773200" cy="2522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8"/>
            <p:cNvSpPr txBox="1"/>
            <p:nvPr/>
          </p:nvSpPr>
          <p:spPr>
            <a:xfrm>
              <a:off x="4366925" y="4012600"/>
              <a:ext cx="213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Representation Learning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5BD7DD-485E-EEFB-AAA3-7A02A8095879}"/>
              </a:ext>
            </a:extLst>
          </p:cNvPr>
          <p:cNvGrpSpPr/>
          <p:nvPr/>
        </p:nvGrpSpPr>
        <p:grpSpPr>
          <a:xfrm>
            <a:off x="6998470" y="1442325"/>
            <a:ext cx="2078075" cy="2981925"/>
            <a:chOff x="7065925" y="1430875"/>
            <a:chExt cx="2078075" cy="2981925"/>
          </a:xfrm>
        </p:grpSpPr>
        <p:sp>
          <p:nvSpPr>
            <p:cNvPr id="493" name="Google Shape;493;p28"/>
            <p:cNvSpPr/>
            <p:nvPr/>
          </p:nvSpPr>
          <p:spPr>
            <a:xfrm>
              <a:off x="7287313" y="1971278"/>
              <a:ext cx="546600" cy="1469100"/>
            </a:xfrm>
            <a:prstGeom prst="roundRect">
              <a:avLst>
                <a:gd name="adj" fmla="val 16667"/>
              </a:avLst>
            </a:prstGeom>
            <a:solidFill>
              <a:srgbClr val="E6B8A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7410386" y="2570137"/>
              <a:ext cx="300300" cy="2916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7410386" y="3025683"/>
              <a:ext cx="300300" cy="2916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8302365" y="2572528"/>
              <a:ext cx="300300" cy="291600"/>
            </a:xfrm>
            <a:prstGeom prst="ellipse">
              <a:avLst/>
            </a:prstGeom>
            <a:solidFill>
              <a:srgbClr val="F9CB9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6" name="Google Shape;516;p28"/>
            <p:cNvCxnSpPr>
              <a:stCxn id="494" idx="6"/>
              <a:endCxn id="515" idx="2"/>
            </p:cNvCxnSpPr>
            <p:nvPr/>
          </p:nvCxnSpPr>
          <p:spPr>
            <a:xfrm>
              <a:off x="7710686" y="2715937"/>
              <a:ext cx="591600" cy="2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7" name="Google Shape;517;p28"/>
            <p:cNvCxnSpPr>
              <a:stCxn id="495" idx="6"/>
              <a:endCxn id="515" idx="2"/>
            </p:cNvCxnSpPr>
            <p:nvPr/>
          </p:nvCxnSpPr>
          <p:spPr>
            <a:xfrm rot="10800000" flipH="1">
              <a:off x="7710686" y="2718183"/>
              <a:ext cx="591600" cy="453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18" name="Google Shape;518;p28"/>
            <p:cNvSpPr/>
            <p:nvPr/>
          </p:nvSpPr>
          <p:spPr>
            <a:xfrm>
              <a:off x="7410636" y="2075187"/>
              <a:ext cx="300300" cy="2916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3" name="Google Shape;523;p28"/>
            <p:cNvCxnSpPr>
              <a:stCxn id="518" idx="6"/>
              <a:endCxn id="515" idx="2"/>
            </p:cNvCxnSpPr>
            <p:nvPr/>
          </p:nvCxnSpPr>
          <p:spPr>
            <a:xfrm>
              <a:off x="7710936" y="2220987"/>
              <a:ext cx="591300" cy="497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525" name="Google Shape;525;p28"/>
            <p:cNvSpPr/>
            <p:nvPr/>
          </p:nvSpPr>
          <p:spPr>
            <a:xfrm>
              <a:off x="7065925" y="1430875"/>
              <a:ext cx="1674300" cy="25227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8"/>
            <p:cNvSpPr txBox="1"/>
            <p:nvPr/>
          </p:nvSpPr>
          <p:spPr>
            <a:xfrm>
              <a:off x="7095950" y="4012600"/>
              <a:ext cx="204805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Logistic Regression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28" name="Google Shape;528;p28"/>
          <p:cNvSpPr txBox="1">
            <a:spLocks noGrp="1"/>
          </p:cNvSpPr>
          <p:nvPr>
            <p:ph type="body" idx="1"/>
          </p:nvPr>
        </p:nvSpPr>
        <p:spPr>
          <a:xfrm>
            <a:off x="367259" y="1442325"/>
            <a:ext cx="3755261" cy="348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73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10"/>
              <a:buChar char="➔"/>
            </a:pPr>
            <a:r>
              <a:rPr lang="en" sz="1600"/>
              <a:t>In first step, the input is represented in higher dimensional space, we call this </a:t>
            </a:r>
            <a:r>
              <a:rPr lang="en" sz="1600" b="1"/>
              <a:t>representation</a:t>
            </a:r>
            <a:r>
              <a:rPr lang="en" sz="1600"/>
              <a:t> learning or </a:t>
            </a:r>
            <a:r>
              <a:rPr lang="en" sz="1600" b="1"/>
              <a:t>feature extraction.</a:t>
            </a:r>
          </a:p>
          <a:p>
            <a:pPr marL="457200" lvl="0" indent="-29273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10"/>
              <a:buChar char="➔"/>
            </a:pPr>
            <a:r>
              <a:rPr lang="en" sz="1600"/>
              <a:t>For complex data, we need more than one layer (even hundreds) to have a good representation.</a:t>
            </a:r>
          </a:p>
          <a:p>
            <a:pPr lvl="0" indent="-292735">
              <a:lnSpc>
                <a:spcPct val="130000"/>
              </a:lnSpc>
              <a:buSzPts val="1010"/>
              <a:buChar char="➔"/>
            </a:pPr>
            <a:r>
              <a:rPr lang="en" sz="1600"/>
              <a:t>In the last layer, </a:t>
            </a:r>
            <a:r>
              <a:rPr lang="en" sz="1600" b="1"/>
              <a:t>logistic regression </a:t>
            </a:r>
            <a:r>
              <a:rPr lang="en" sz="1600"/>
              <a:t>is applied to obtain the output “probabilities”.</a:t>
            </a:r>
            <a:endParaRPr sz="16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40F99B-8FE9-6FB4-52E0-AEC92D1CEB93}"/>
              </a:ext>
            </a:extLst>
          </p:cNvPr>
          <p:cNvGrpSpPr/>
          <p:nvPr/>
        </p:nvGrpSpPr>
        <p:grpSpPr>
          <a:xfrm>
            <a:off x="6494359" y="2021580"/>
            <a:ext cx="848823" cy="1428667"/>
            <a:chOff x="6494358" y="2021581"/>
            <a:chExt cx="848823" cy="1428667"/>
          </a:xfrm>
        </p:grpSpPr>
        <p:cxnSp>
          <p:nvCxnSpPr>
            <p:cNvPr id="507" name="Google Shape;507;p28"/>
            <p:cNvCxnSpPr>
              <a:cxnSpLocks/>
              <a:stCxn id="492" idx="6"/>
              <a:endCxn id="494" idx="2"/>
            </p:cNvCxnSpPr>
            <p:nvPr/>
          </p:nvCxnSpPr>
          <p:spPr>
            <a:xfrm>
              <a:off x="6494358" y="2021581"/>
              <a:ext cx="848573" cy="70580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8" name="Google Shape;508;p28"/>
            <p:cNvCxnSpPr>
              <a:cxnSpLocks/>
              <a:stCxn id="492" idx="6"/>
              <a:endCxn id="495" idx="2"/>
            </p:cNvCxnSpPr>
            <p:nvPr/>
          </p:nvCxnSpPr>
          <p:spPr>
            <a:xfrm>
              <a:off x="6494358" y="2021581"/>
              <a:ext cx="848573" cy="116135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09" name="Google Shape;509;p28"/>
            <p:cNvCxnSpPr>
              <a:cxnSpLocks/>
              <a:stCxn id="491" idx="6"/>
              <a:endCxn id="494" idx="2"/>
            </p:cNvCxnSpPr>
            <p:nvPr/>
          </p:nvCxnSpPr>
          <p:spPr>
            <a:xfrm>
              <a:off x="6494358" y="2497810"/>
              <a:ext cx="848573" cy="22957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0" name="Google Shape;510;p28"/>
            <p:cNvCxnSpPr>
              <a:cxnSpLocks/>
              <a:stCxn id="491" idx="6"/>
              <a:endCxn id="495" idx="2"/>
            </p:cNvCxnSpPr>
            <p:nvPr/>
          </p:nvCxnSpPr>
          <p:spPr>
            <a:xfrm>
              <a:off x="6494358" y="2497810"/>
              <a:ext cx="848573" cy="68512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1" name="Google Shape;511;p28"/>
            <p:cNvCxnSpPr>
              <a:cxnSpLocks/>
              <a:stCxn id="490" idx="6"/>
              <a:endCxn id="494" idx="2"/>
            </p:cNvCxnSpPr>
            <p:nvPr/>
          </p:nvCxnSpPr>
          <p:spPr>
            <a:xfrm flipV="1">
              <a:off x="6494358" y="2727387"/>
              <a:ext cx="848573" cy="24664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2" name="Google Shape;512;p28"/>
            <p:cNvCxnSpPr>
              <a:cxnSpLocks/>
              <a:stCxn id="490" idx="6"/>
              <a:endCxn id="495" idx="2"/>
            </p:cNvCxnSpPr>
            <p:nvPr/>
          </p:nvCxnSpPr>
          <p:spPr>
            <a:xfrm>
              <a:off x="6494358" y="2974029"/>
              <a:ext cx="848573" cy="20890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3" name="Google Shape;513;p28"/>
            <p:cNvCxnSpPr>
              <a:cxnSpLocks/>
              <a:stCxn id="489" idx="6"/>
              <a:endCxn id="495" idx="2"/>
            </p:cNvCxnSpPr>
            <p:nvPr/>
          </p:nvCxnSpPr>
          <p:spPr>
            <a:xfrm flipV="1">
              <a:off x="6494358" y="3182933"/>
              <a:ext cx="848573" cy="2673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4" name="Google Shape;514;p28"/>
            <p:cNvCxnSpPr>
              <a:cxnSpLocks/>
              <a:stCxn id="489" idx="6"/>
              <a:endCxn id="494" idx="2"/>
            </p:cNvCxnSpPr>
            <p:nvPr/>
          </p:nvCxnSpPr>
          <p:spPr>
            <a:xfrm flipV="1">
              <a:off x="6494358" y="2727387"/>
              <a:ext cx="848573" cy="72286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19" name="Google Shape;519;p28"/>
            <p:cNvCxnSpPr>
              <a:cxnSpLocks/>
              <a:stCxn id="489" idx="6"/>
              <a:endCxn id="518" idx="2"/>
            </p:cNvCxnSpPr>
            <p:nvPr/>
          </p:nvCxnSpPr>
          <p:spPr>
            <a:xfrm flipV="1">
              <a:off x="6494358" y="2232437"/>
              <a:ext cx="848823" cy="121781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20" name="Google Shape;520;p28"/>
            <p:cNvCxnSpPr>
              <a:cxnSpLocks/>
              <a:stCxn id="492" idx="6"/>
              <a:endCxn id="518" idx="2"/>
            </p:cNvCxnSpPr>
            <p:nvPr/>
          </p:nvCxnSpPr>
          <p:spPr>
            <a:xfrm>
              <a:off x="6494358" y="2021581"/>
              <a:ext cx="848823" cy="21085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21" name="Google Shape;521;p28"/>
            <p:cNvCxnSpPr>
              <a:cxnSpLocks/>
              <a:stCxn id="491" idx="6"/>
              <a:endCxn id="518" idx="2"/>
            </p:cNvCxnSpPr>
            <p:nvPr/>
          </p:nvCxnSpPr>
          <p:spPr>
            <a:xfrm flipV="1">
              <a:off x="6494358" y="2232437"/>
              <a:ext cx="848823" cy="26537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22" name="Google Shape;522;p28"/>
            <p:cNvCxnSpPr>
              <a:cxnSpLocks/>
              <a:stCxn id="490" idx="6"/>
              <a:endCxn id="518" idx="2"/>
            </p:cNvCxnSpPr>
            <p:nvPr/>
          </p:nvCxnSpPr>
          <p:spPr>
            <a:xfrm flipV="1">
              <a:off x="6494358" y="2232437"/>
              <a:ext cx="848823" cy="74159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 Neural Network using Scikit-learn</a:t>
            </a:r>
            <a:endParaRPr/>
          </a:p>
        </p:txBody>
      </p:sp>
      <p:sp>
        <p:nvSpPr>
          <p:cNvPr id="2" name="Google Shape;431;p47">
            <a:extLst>
              <a:ext uri="{FF2B5EF4-FFF2-40B4-BE49-F238E27FC236}">
                <a16:creationId xmlns:a16="http://schemas.microsoft.com/office/drawing/2014/main" id="{59BC6EBD-98DE-B22D-FA6A-5B8A374D6E0D}"/>
              </a:ext>
            </a:extLst>
          </p:cNvPr>
          <p:cNvSpPr txBox="1">
            <a:spLocks/>
          </p:cNvSpPr>
          <p:nvPr/>
        </p:nvSpPr>
        <p:spPr>
          <a:xfrm>
            <a:off x="727650" y="2571749"/>
            <a:ext cx="7688700" cy="247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r>
              <a:rPr lang="cy-GB" sz="1600"/>
              <a:t>Objective 1: Using Scikit-learn, train a Neural Network on the Iris dataset.</a:t>
            </a:r>
          </a:p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endParaRPr lang="cy-GB"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55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187" name="Google Shape;1187;p55"/>
          <p:cNvSpPr txBox="1">
            <a:spLocks noGrp="1"/>
          </p:cNvSpPr>
          <p:nvPr>
            <p:ph type="subTitle" idx="2"/>
          </p:nvPr>
        </p:nvSpPr>
        <p:spPr>
          <a:xfrm>
            <a:off x="6132050" y="3876925"/>
            <a:ext cx="2309100" cy="4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share your feedback!</a:t>
            </a:r>
            <a:endParaRPr/>
          </a:p>
        </p:txBody>
      </p:sp>
      <p:sp>
        <p:nvSpPr>
          <p:cNvPr id="2" name="Google Shape;448;p49">
            <a:extLst>
              <a:ext uri="{FF2B5EF4-FFF2-40B4-BE49-F238E27FC236}">
                <a16:creationId xmlns:a16="http://schemas.microsoft.com/office/drawing/2014/main" id="{0772DD3B-66EE-08BF-FC52-F1B5A9F86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650" y="1356625"/>
            <a:ext cx="5002800" cy="3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320" b="1"/>
              <a:t>You have just:</a:t>
            </a:r>
            <a:endParaRPr sz="1320" b="1"/>
          </a:p>
          <a:p>
            <a:pPr marL="457200" lvl="0" indent="-3124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20"/>
              <a:buChar char="➔"/>
            </a:pPr>
            <a:r>
              <a:rPr lang="en" sz="1320"/>
              <a:t>Learnt about neural networks, the most important and widely used model today.</a:t>
            </a:r>
            <a:endParaRPr sz="13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320" b="1"/>
              <a:t>And now time to get some hands on experience!!</a:t>
            </a:r>
            <a:endParaRPr sz="1320" b="1"/>
          </a:p>
          <a:p>
            <a:pPr marL="457200" lvl="0" indent="-3124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20"/>
              <a:buChar char="➔"/>
            </a:pPr>
            <a:r>
              <a:rPr lang="en" sz="1320"/>
              <a:t>Learn how to train a complex neural network model in Python using both the Iris dataset and the house pricing dataset! </a:t>
            </a:r>
            <a:endParaRPr sz="1320"/>
          </a:p>
          <a:p>
            <a:pPr marL="457200" lvl="0" indent="-31242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20"/>
              <a:buChar char="➔"/>
            </a:pPr>
            <a:r>
              <a:rPr lang="en" sz="1320"/>
              <a:t>Have fun and don’t hesitate to ask questions to all the helpers!</a:t>
            </a:r>
            <a:endParaRPr sz="13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4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Office PowerPoint</Application>
  <PresentationFormat>On-screen Show (16:9)</PresentationFormat>
  <Paragraphs>143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Cambria Math</vt:lpstr>
      <vt:lpstr>Cascadia Code Light</vt:lpstr>
      <vt:lpstr>Garamond</vt:lpstr>
      <vt:lpstr>Lato</vt:lpstr>
      <vt:lpstr>Lexend</vt:lpstr>
      <vt:lpstr>Raleway</vt:lpstr>
      <vt:lpstr>Streamline</vt:lpstr>
      <vt:lpstr>Intro to neural networks </vt:lpstr>
      <vt:lpstr>Recap</vt:lpstr>
      <vt:lpstr>Non-Linearly Separable Classes</vt:lpstr>
      <vt:lpstr>What if we try to imitate the human brain?</vt:lpstr>
      <vt:lpstr>Building blocks of a neural network</vt:lpstr>
      <vt:lpstr>Some necessary jargon</vt:lpstr>
      <vt:lpstr>Neuron</vt:lpstr>
      <vt:lpstr>Weights &amp; Bias</vt:lpstr>
      <vt:lpstr>Propagation function</vt:lpstr>
      <vt:lpstr>Learning Rule</vt:lpstr>
      <vt:lpstr>Learning Rule</vt:lpstr>
      <vt:lpstr>Computational Model of A Single Neuron</vt:lpstr>
      <vt:lpstr>Neural Network</vt:lpstr>
      <vt:lpstr>Why does this work?</vt:lpstr>
      <vt:lpstr>Why does this work?</vt:lpstr>
      <vt:lpstr>Why does this work?</vt:lpstr>
      <vt:lpstr>Neural Network</vt:lpstr>
      <vt:lpstr>Neural Network in Matrix Notation</vt:lpstr>
      <vt:lpstr>Designing a neural network</vt:lpstr>
      <vt:lpstr>A single neuron is insufficient</vt:lpstr>
      <vt:lpstr>How can a network separate the classes?</vt:lpstr>
      <vt:lpstr>Representation learning</vt:lpstr>
      <vt:lpstr>Representation learning</vt:lpstr>
      <vt:lpstr>Example in action</vt:lpstr>
      <vt:lpstr>A Neural Network</vt:lpstr>
      <vt:lpstr>Training a Neural Network using Scikit-learn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Owais Ahmed</dc:creator>
  <cp:lastModifiedBy>Owais Ahmed</cp:lastModifiedBy>
  <cp:revision>1</cp:revision>
  <dcterms:modified xsi:type="dcterms:W3CDTF">2025-08-24T13:12:16Z</dcterms:modified>
</cp:coreProperties>
</file>