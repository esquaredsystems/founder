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2503" r:id="rId5"/>
    <p:sldId id="2462" r:id="rId6"/>
    <p:sldId id="2573" r:id="rId7"/>
    <p:sldId id="2598" r:id="rId8"/>
    <p:sldId id="2599" r:id="rId9"/>
    <p:sldId id="2600" r:id="rId10"/>
    <p:sldId id="2606" r:id="rId11"/>
    <p:sldId id="2601" r:id="rId12"/>
    <p:sldId id="2607" r:id="rId13"/>
    <p:sldId id="2602" r:id="rId14"/>
    <p:sldId id="2608" r:id="rId15"/>
    <p:sldId id="2603" r:id="rId16"/>
    <p:sldId id="2609" r:id="rId17"/>
    <p:sldId id="2610" r:id="rId18"/>
    <p:sldId id="2604" r:id="rId19"/>
    <p:sldId id="2597" r:id="rId20"/>
    <p:sldId id="243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F38B0BD-BB32-4B2D-82DE-5A028D5CA6A4}">
          <p14:sldIdLst>
            <p14:sldId id="2503"/>
            <p14:sldId id="2462"/>
            <p14:sldId id="2573"/>
            <p14:sldId id="2598"/>
            <p14:sldId id="2599"/>
            <p14:sldId id="2600"/>
            <p14:sldId id="2606"/>
            <p14:sldId id="2601"/>
            <p14:sldId id="2607"/>
            <p14:sldId id="2602"/>
            <p14:sldId id="2608"/>
            <p14:sldId id="2603"/>
            <p14:sldId id="2609"/>
            <p14:sldId id="2610"/>
            <p14:sldId id="2604"/>
            <p14:sldId id="2597"/>
            <p14:sldId id="243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9757"/>
    <a:srgbClr val="01023B"/>
    <a:srgbClr val="898989"/>
    <a:srgbClr val="2F3342"/>
    <a:srgbClr val="A53F52"/>
    <a:srgbClr val="2C21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F8C741-B95E-4570-BCC4-65807EAC16D5}" v="3746" dt="2026-04-10T06:50:56.206"/>
    <p1510:client id="{DDE5E6C5-3478-425C-83EB-C445F6FE9C23}" v="3902" dt="2026-04-10T10:29:16.9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2372"/>
  </p:normalViewPr>
  <p:slideViewPr>
    <p:cSldViewPr snapToGrid="0">
      <p:cViewPr varScale="1">
        <p:scale>
          <a:sx n="94" d="100"/>
          <a:sy n="94" d="100"/>
        </p:scale>
        <p:origin x="354" y="312"/>
      </p:cViewPr>
      <p:guideLst>
        <p:guide orient="horz" pos="1992"/>
        <p:guide pos="3840"/>
        <p:guide orient="horz" pos="141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641304C9-537E-56B8-9D3B-F295291B91EB}"/>
    <pc:docChg chg="undo custSel addSld delSld modSld sldOrd modSection">
      <pc:chgData name="Owais Ahmed" userId="6abc7d4556b3b071" providerId="LiveId" clId="{641304C9-537E-56B8-9D3B-F295291B91EB}" dt="2026-04-04T11:59:36.273" v="10995" actId="20577"/>
      <pc:docMkLst>
        <pc:docMk/>
      </pc:docMkLst>
      <pc:sldChg chg="modSp mod">
        <pc:chgData name="Owais Ahmed" userId="6abc7d4556b3b071" providerId="LiveId" clId="{641304C9-537E-56B8-9D3B-F295291B91EB}" dt="2026-04-04T07:10:51.736" v="2800" actId="20577"/>
        <pc:sldMkLst>
          <pc:docMk/>
          <pc:sldMk cId="1649098948" sldId="2462"/>
        </pc:sldMkLst>
        <pc:spChg chg="mod">
          <ac:chgData name="Owais Ahmed" userId="6abc7d4556b3b071" providerId="LiveId" clId="{641304C9-537E-56B8-9D3B-F295291B91EB}" dt="2026-04-04T07:10:51.736" v="2800" actId="20577"/>
          <ac:spMkLst>
            <pc:docMk/>
            <pc:sldMk cId="1649098948" sldId="2462"/>
            <ac:spMk id="6" creationId="{F3C89A40-EEAA-43AB-9A3A-B2CFDE450F1B}"/>
          </ac:spMkLst>
        </pc:spChg>
      </pc:sldChg>
    </pc:docChg>
  </pc:docChgLst>
  <pc:docChgLst>
    <pc:chgData name="Owais Ahmed" userId="6abc7d4556b3b071" providerId="LiveId" clId="{D0A51F83-B713-4A4D-8105-C75936B8E1D2}"/>
    <pc:docChg chg="undo redo custSel addSld delSld modSld sldOrd addSection delSection modSection">
      <pc:chgData name="Owais Ahmed" userId="6abc7d4556b3b071" providerId="LiveId" clId="{D0A51F83-B713-4A4D-8105-C75936B8E1D2}" dt="2026-04-10T10:29:14.596" v="29928" actId="20577"/>
      <pc:docMkLst>
        <pc:docMk/>
      </pc:docMkLst>
      <pc:sldChg chg="modSp mod">
        <pc:chgData name="Owais Ahmed" userId="6abc7d4556b3b071" providerId="LiveId" clId="{D0A51F83-B713-4A4D-8105-C75936B8E1D2}" dt="2026-04-10T09:53:03.276" v="28254" actId="20577"/>
        <pc:sldMkLst>
          <pc:docMk/>
          <pc:sldMk cId="1649098948" sldId="2462"/>
        </pc:sldMkLst>
        <pc:spChg chg="mod">
          <ac:chgData name="Owais Ahmed" userId="6abc7d4556b3b071" providerId="LiveId" clId="{D0A51F83-B713-4A4D-8105-C75936B8E1D2}" dt="2026-04-10T09:53:03.276" v="28254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add mod ord addAnim delAnim modAnim modNotesTx">
        <pc:chgData name="Owais Ahmed" userId="6abc7d4556b3b071" providerId="LiveId" clId="{D0A51F83-B713-4A4D-8105-C75936B8E1D2}" dt="2026-04-10T08:10:33.357" v="24584" actId="6549"/>
        <pc:sldMkLst>
          <pc:docMk/>
          <pc:sldMk cId="689729503" sldId="2573"/>
        </pc:sldMkLst>
        <pc:spChg chg="mod">
          <ac:chgData name="Owais Ahmed" userId="6abc7d4556b3b071" providerId="LiveId" clId="{D0A51F83-B713-4A4D-8105-C75936B8E1D2}" dt="2026-04-10T08:04:56.968" v="24433" actId="20577"/>
          <ac:spMkLst>
            <pc:docMk/>
            <pc:sldMk cId="689729503" sldId="2573"/>
            <ac:spMk id="3" creationId="{422A2E5D-4F5F-9B1C-1AFF-E3AB54478CC4}"/>
          </ac:spMkLst>
        </pc:spChg>
        <pc:spChg chg="mod">
          <ac:chgData name="Owais Ahmed" userId="6abc7d4556b3b071" providerId="LiveId" clId="{D0A51F83-B713-4A4D-8105-C75936B8E1D2}" dt="2026-04-10T08:02:13.802" v="23932" actId="20577"/>
          <ac:spMkLst>
            <pc:docMk/>
            <pc:sldMk cId="689729503" sldId="2573"/>
            <ac:spMk id="215" creationId="{A2F99602-7C2E-7F99-7019-B197A4777D32}"/>
          </ac:spMkLst>
        </pc:spChg>
      </pc:sldChg>
      <pc:sldChg chg="modSp add del mod modAnim modNotesTx">
        <pc:chgData name="Owais Ahmed" userId="6abc7d4556b3b071" providerId="LiveId" clId="{D0A51F83-B713-4A4D-8105-C75936B8E1D2}" dt="2026-04-10T08:02:19.758" v="23933" actId="47"/>
        <pc:sldMkLst>
          <pc:docMk/>
          <pc:sldMk cId="331347396" sldId="2574"/>
        </pc:sldMkLst>
      </pc:sldChg>
      <pc:sldChg chg="modSp add del mod modAnim modNotesTx">
        <pc:chgData name="Owais Ahmed" userId="6abc7d4556b3b071" providerId="LiveId" clId="{D0A51F83-B713-4A4D-8105-C75936B8E1D2}" dt="2026-04-10T08:02:21.986" v="23934" actId="47"/>
        <pc:sldMkLst>
          <pc:docMk/>
          <pc:sldMk cId="1985146052" sldId="2575"/>
        </pc:sldMkLst>
      </pc:sldChg>
      <pc:sldChg chg="modSp add del mod modAnim modNotesTx">
        <pc:chgData name="Owais Ahmed" userId="6abc7d4556b3b071" providerId="LiveId" clId="{D0A51F83-B713-4A4D-8105-C75936B8E1D2}" dt="2026-04-10T08:02:19.758" v="23933" actId="47"/>
        <pc:sldMkLst>
          <pc:docMk/>
          <pc:sldMk cId="3709488638" sldId="2576"/>
        </pc:sldMkLst>
      </pc:sldChg>
      <pc:sldChg chg="addSp modSp add del mod modAnim modNotesTx">
        <pc:chgData name="Owais Ahmed" userId="6abc7d4556b3b071" providerId="LiveId" clId="{D0A51F83-B713-4A4D-8105-C75936B8E1D2}" dt="2026-04-10T08:02:19.758" v="23933" actId="47"/>
        <pc:sldMkLst>
          <pc:docMk/>
          <pc:sldMk cId="1923663263" sldId="2577"/>
        </pc:sldMkLst>
      </pc:sldChg>
      <pc:sldChg chg="addSp modSp add del mod ord modAnim">
        <pc:chgData name="Owais Ahmed" userId="6abc7d4556b3b071" providerId="LiveId" clId="{D0A51F83-B713-4A4D-8105-C75936B8E1D2}" dt="2026-04-10T08:02:19.758" v="23933" actId="47"/>
        <pc:sldMkLst>
          <pc:docMk/>
          <pc:sldMk cId="3363089523" sldId="2578"/>
        </pc:sldMkLst>
      </pc:sldChg>
      <pc:sldChg chg="addSp delSp modSp add del mod ord delAnim modAnim">
        <pc:chgData name="Owais Ahmed" userId="6abc7d4556b3b071" providerId="LiveId" clId="{D0A51F83-B713-4A4D-8105-C75936B8E1D2}" dt="2026-04-10T08:02:19.758" v="23933" actId="47"/>
        <pc:sldMkLst>
          <pc:docMk/>
          <pc:sldMk cId="2020995345" sldId="2579"/>
        </pc:sldMkLst>
      </pc:sldChg>
      <pc:sldChg chg="modSp add del mod ord modAnim">
        <pc:chgData name="Owais Ahmed" userId="6abc7d4556b3b071" providerId="LiveId" clId="{D0A51F83-B713-4A4D-8105-C75936B8E1D2}" dt="2026-04-10T08:02:19.758" v="23933" actId="47"/>
        <pc:sldMkLst>
          <pc:docMk/>
          <pc:sldMk cId="2167957629" sldId="2580"/>
        </pc:sldMkLst>
      </pc:sldChg>
      <pc:sldChg chg="del">
        <pc:chgData name="Owais Ahmed" userId="6abc7d4556b3b071" providerId="LiveId" clId="{D0A51F83-B713-4A4D-8105-C75936B8E1D2}" dt="2026-04-10T08:02:19.758" v="23933" actId="47"/>
        <pc:sldMkLst>
          <pc:docMk/>
          <pc:sldMk cId="1605975316" sldId="2581"/>
        </pc:sldMkLst>
      </pc:sldChg>
      <pc:sldChg chg="del">
        <pc:chgData name="Owais Ahmed" userId="6abc7d4556b3b071" providerId="LiveId" clId="{D0A51F83-B713-4A4D-8105-C75936B8E1D2}" dt="2026-04-10T08:02:19.758" v="23933" actId="47"/>
        <pc:sldMkLst>
          <pc:docMk/>
          <pc:sldMk cId="379435602" sldId="2582"/>
        </pc:sldMkLst>
      </pc:sldChg>
      <pc:sldChg chg="del">
        <pc:chgData name="Owais Ahmed" userId="6abc7d4556b3b071" providerId="LiveId" clId="{D0A51F83-B713-4A4D-8105-C75936B8E1D2}" dt="2026-04-10T08:02:19.758" v="23933" actId="47"/>
        <pc:sldMkLst>
          <pc:docMk/>
          <pc:sldMk cId="1580755409" sldId="2583"/>
        </pc:sldMkLst>
      </pc:sldChg>
      <pc:sldChg chg="del">
        <pc:chgData name="Owais Ahmed" userId="6abc7d4556b3b071" providerId="LiveId" clId="{D0A51F83-B713-4A4D-8105-C75936B8E1D2}" dt="2026-04-10T08:02:19.758" v="23933" actId="47"/>
        <pc:sldMkLst>
          <pc:docMk/>
          <pc:sldMk cId="327320657" sldId="2584"/>
        </pc:sldMkLst>
      </pc:sldChg>
      <pc:sldChg chg="del">
        <pc:chgData name="Owais Ahmed" userId="6abc7d4556b3b071" providerId="LiveId" clId="{D0A51F83-B713-4A4D-8105-C75936B8E1D2}" dt="2026-04-10T08:02:19.758" v="23933" actId="47"/>
        <pc:sldMkLst>
          <pc:docMk/>
          <pc:sldMk cId="3708557812" sldId="2585"/>
        </pc:sldMkLst>
      </pc:sldChg>
      <pc:sldChg chg="del">
        <pc:chgData name="Owais Ahmed" userId="6abc7d4556b3b071" providerId="LiveId" clId="{D0A51F83-B713-4A4D-8105-C75936B8E1D2}" dt="2026-04-10T08:02:19.758" v="23933" actId="47"/>
        <pc:sldMkLst>
          <pc:docMk/>
          <pc:sldMk cId="4149854007" sldId="2586"/>
        </pc:sldMkLst>
      </pc:sldChg>
      <pc:sldChg chg="del">
        <pc:chgData name="Owais Ahmed" userId="6abc7d4556b3b071" providerId="LiveId" clId="{D0A51F83-B713-4A4D-8105-C75936B8E1D2}" dt="2026-04-10T08:02:19.758" v="23933" actId="47"/>
        <pc:sldMkLst>
          <pc:docMk/>
          <pc:sldMk cId="3139844500" sldId="2587"/>
        </pc:sldMkLst>
      </pc:sldChg>
      <pc:sldChg chg="del">
        <pc:chgData name="Owais Ahmed" userId="6abc7d4556b3b071" providerId="LiveId" clId="{D0A51F83-B713-4A4D-8105-C75936B8E1D2}" dt="2026-04-10T08:02:19.758" v="23933" actId="47"/>
        <pc:sldMkLst>
          <pc:docMk/>
          <pc:sldMk cId="1193086099" sldId="2588"/>
        </pc:sldMkLst>
      </pc:sldChg>
      <pc:sldChg chg="del">
        <pc:chgData name="Owais Ahmed" userId="6abc7d4556b3b071" providerId="LiveId" clId="{D0A51F83-B713-4A4D-8105-C75936B8E1D2}" dt="2026-04-10T08:02:19.758" v="23933" actId="47"/>
        <pc:sldMkLst>
          <pc:docMk/>
          <pc:sldMk cId="983698719" sldId="2589"/>
        </pc:sldMkLst>
      </pc:sldChg>
      <pc:sldChg chg="del">
        <pc:chgData name="Owais Ahmed" userId="6abc7d4556b3b071" providerId="LiveId" clId="{D0A51F83-B713-4A4D-8105-C75936B8E1D2}" dt="2026-04-10T08:02:19.758" v="23933" actId="47"/>
        <pc:sldMkLst>
          <pc:docMk/>
          <pc:sldMk cId="2910578901" sldId="2590"/>
        </pc:sldMkLst>
      </pc:sldChg>
      <pc:sldChg chg="del">
        <pc:chgData name="Owais Ahmed" userId="6abc7d4556b3b071" providerId="LiveId" clId="{D0A51F83-B713-4A4D-8105-C75936B8E1D2}" dt="2026-04-10T08:02:19.758" v="23933" actId="47"/>
        <pc:sldMkLst>
          <pc:docMk/>
          <pc:sldMk cId="3490477991" sldId="2591"/>
        </pc:sldMkLst>
      </pc:sldChg>
      <pc:sldChg chg="del">
        <pc:chgData name="Owais Ahmed" userId="6abc7d4556b3b071" providerId="LiveId" clId="{D0A51F83-B713-4A4D-8105-C75936B8E1D2}" dt="2026-04-10T08:02:19.758" v="23933" actId="47"/>
        <pc:sldMkLst>
          <pc:docMk/>
          <pc:sldMk cId="4000037118" sldId="2592"/>
        </pc:sldMkLst>
      </pc:sldChg>
      <pc:sldChg chg="del">
        <pc:chgData name="Owais Ahmed" userId="6abc7d4556b3b071" providerId="LiveId" clId="{D0A51F83-B713-4A4D-8105-C75936B8E1D2}" dt="2026-04-10T08:02:19.758" v="23933" actId="47"/>
        <pc:sldMkLst>
          <pc:docMk/>
          <pc:sldMk cId="2093235801" sldId="2593"/>
        </pc:sldMkLst>
      </pc:sldChg>
      <pc:sldChg chg="del">
        <pc:chgData name="Owais Ahmed" userId="6abc7d4556b3b071" providerId="LiveId" clId="{D0A51F83-B713-4A4D-8105-C75936B8E1D2}" dt="2026-04-10T08:02:19.758" v="23933" actId="47"/>
        <pc:sldMkLst>
          <pc:docMk/>
          <pc:sldMk cId="1589927579" sldId="2594"/>
        </pc:sldMkLst>
      </pc:sldChg>
      <pc:sldChg chg="del">
        <pc:chgData name="Owais Ahmed" userId="6abc7d4556b3b071" providerId="LiveId" clId="{D0A51F83-B713-4A4D-8105-C75936B8E1D2}" dt="2026-04-10T08:02:19.758" v="23933" actId="47"/>
        <pc:sldMkLst>
          <pc:docMk/>
          <pc:sldMk cId="3395172200" sldId="2595"/>
        </pc:sldMkLst>
      </pc:sldChg>
      <pc:sldChg chg="del">
        <pc:chgData name="Owais Ahmed" userId="6abc7d4556b3b071" providerId="LiveId" clId="{D0A51F83-B713-4A4D-8105-C75936B8E1D2}" dt="2026-04-10T08:02:19.758" v="23933" actId="47"/>
        <pc:sldMkLst>
          <pc:docMk/>
          <pc:sldMk cId="2509568637" sldId="2596"/>
        </pc:sldMkLst>
      </pc:sldChg>
      <pc:sldChg chg="add del">
        <pc:chgData name="Owais Ahmed" userId="6abc7d4556b3b071" providerId="LiveId" clId="{D0A51F83-B713-4A4D-8105-C75936B8E1D2}" dt="2026-04-09T13:54:45.922" v="23299" actId="2890"/>
        <pc:sldMkLst>
          <pc:docMk/>
          <pc:sldMk cId="1513451137" sldId="2597"/>
        </pc:sldMkLst>
      </pc:sldChg>
      <pc:sldChg chg="modSp add mod ord modAnim">
        <pc:chgData name="Owais Ahmed" userId="6abc7d4556b3b071" providerId="LiveId" clId="{D0A51F83-B713-4A4D-8105-C75936B8E1D2}" dt="2026-04-10T06:50:56.206" v="23920" actId="20577"/>
        <pc:sldMkLst>
          <pc:docMk/>
          <pc:sldMk cId="3969978779" sldId="2597"/>
        </pc:sldMkLst>
        <pc:spChg chg="mod">
          <ac:chgData name="Owais Ahmed" userId="6abc7d4556b3b071" providerId="LiveId" clId="{D0A51F83-B713-4A4D-8105-C75936B8E1D2}" dt="2026-04-10T06:50:56.206" v="23920" actId="20577"/>
          <ac:spMkLst>
            <pc:docMk/>
            <pc:sldMk cId="3969978779" sldId="2597"/>
            <ac:spMk id="4" creationId="{1C898225-7AFE-C7B7-1970-E06CD280448A}"/>
          </ac:spMkLst>
        </pc:spChg>
        <pc:spChg chg="mod">
          <ac:chgData name="Owais Ahmed" userId="6abc7d4556b3b071" providerId="LiveId" clId="{D0A51F83-B713-4A4D-8105-C75936B8E1D2}" dt="2026-04-10T06:47:48.629" v="23818" actId="6549"/>
          <ac:spMkLst>
            <pc:docMk/>
            <pc:sldMk cId="3969978779" sldId="2597"/>
            <ac:spMk id="215" creationId="{221D6FF5-44DD-2B72-B5A9-A205F59F9D03}"/>
          </ac:spMkLst>
        </pc:spChg>
      </pc:sldChg>
      <pc:sldChg chg="addSp delSp modSp add mod delAnim modAnim modNotesTx">
        <pc:chgData name="Owais Ahmed" userId="6abc7d4556b3b071" providerId="LiveId" clId="{D0A51F83-B713-4A4D-8105-C75936B8E1D2}" dt="2026-04-10T08:10:30.526" v="24583" actId="6549"/>
        <pc:sldMkLst>
          <pc:docMk/>
          <pc:sldMk cId="444671148" sldId="2598"/>
        </pc:sldMkLst>
        <pc:spChg chg="del mod">
          <ac:chgData name="Owais Ahmed" userId="6abc7d4556b3b071" providerId="LiveId" clId="{D0A51F83-B713-4A4D-8105-C75936B8E1D2}" dt="2026-04-10T08:08:01.226" v="24553" actId="478"/>
          <ac:spMkLst>
            <pc:docMk/>
            <pc:sldMk cId="444671148" sldId="2598"/>
            <ac:spMk id="3" creationId="{99009C77-49EE-4423-63A9-0B1BE132D246}"/>
          </ac:spMkLst>
        </pc:spChg>
        <pc:spChg chg="add">
          <ac:chgData name="Owais Ahmed" userId="6abc7d4556b3b071" providerId="LiveId" clId="{D0A51F83-B713-4A4D-8105-C75936B8E1D2}" dt="2026-04-10T08:06:35.884" v="24540"/>
          <ac:spMkLst>
            <pc:docMk/>
            <pc:sldMk cId="444671148" sldId="2598"/>
            <ac:spMk id="4" creationId="{4BC1FE56-A38F-E3EF-52B1-3FFABDE89F33}"/>
          </ac:spMkLst>
        </pc:spChg>
        <pc:spChg chg="add mod">
          <ac:chgData name="Owais Ahmed" userId="6abc7d4556b3b071" providerId="LiveId" clId="{D0A51F83-B713-4A4D-8105-C75936B8E1D2}" dt="2026-04-10T08:09:45.807" v="24567" actId="207"/>
          <ac:spMkLst>
            <pc:docMk/>
            <pc:sldMk cId="444671148" sldId="2598"/>
            <ac:spMk id="8" creationId="{6848B003-2DBC-4BDE-E32D-D35682907C22}"/>
          </ac:spMkLst>
        </pc:spChg>
        <pc:spChg chg="add mod">
          <ac:chgData name="Owais Ahmed" userId="6abc7d4556b3b071" providerId="LiveId" clId="{D0A51F83-B713-4A4D-8105-C75936B8E1D2}" dt="2026-04-10T08:10:08.987" v="24579" actId="207"/>
          <ac:spMkLst>
            <pc:docMk/>
            <pc:sldMk cId="444671148" sldId="2598"/>
            <ac:spMk id="9" creationId="{18F7627C-5EDF-9820-F2F6-2145B84B1641}"/>
          </ac:spMkLst>
        </pc:spChg>
        <pc:spChg chg="mod">
          <ac:chgData name="Owais Ahmed" userId="6abc7d4556b3b071" providerId="LiveId" clId="{D0A51F83-B713-4A4D-8105-C75936B8E1D2}" dt="2026-04-10T08:06:23.344" v="24533" actId="20577"/>
          <ac:spMkLst>
            <pc:docMk/>
            <pc:sldMk cId="444671148" sldId="2598"/>
            <ac:spMk id="215" creationId="{D4368C9E-7FF4-E0EB-21D9-15EAD9BC87AA}"/>
          </ac:spMkLst>
        </pc:spChg>
        <pc:picChg chg="add mod">
          <ac:chgData name="Owais Ahmed" userId="6abc7d4556b3b071" providerId="LiveId" clId="{D0A51F83-B713-4A4D-8105-C75936B8E1D2}" dt="2026-04-10T08:08:14.006" v="24556" actId="1076"/>
          <ac:picMkLst>
            <pc:docMk/>
            <pc:sldMk cId="444671148" sldId="2598"/>
            <ac:picMk id="7" creationId="{27614042-01AB-F1AB-BB6A-6C81C4C2F1A8}"/>
          </ac:picMkLst>
        </pc:picChg>
      </pc:sldChg>
      <pc:sldChg chg="modSp add mod ord modAnim">
        <pc:chgData name="Owais Ahmed" userId="6abc7d4556b3b071" providerId="LiveId" clId="{D0A51F83-B713-4A4D-8105-C75936B8E1D2}" dt="2026-04-10T08:13:14.051" v="25002" actId="20577"/>
        <pc:sldMkLst>
          <pc:docMk/>
          <pc:sldMk cId="1257375879" sldId="2599"/>
        </pc:sldMkLst>
        <pc:spChg chg="mod">
          <ac:chgData name="Owais Ahmed" userId="6abc7d4556b3b071" providerId="LiveId" clId="{D0A51F83-B713-4A4D-8105-C75936B8E1D2}" dt="2026-04-10T08:13:14.051" v="25002" actId="20577"/>
          <ac:spMkLst>
            <pc:docMk/>
            <pc:sldMk cId="1257375879" sldId="2599"/>
            <ac:spMk id="3" creationId="{C684D3D3-37DA-A1BA-5E92-5815D975ABFA}"/>
          </ac:spMkLst>
        </pc:spChg>
        <pc:spChg chg="mod">
          <ac:chgData name="Owais Ahmed" userId="6abc7d4556b3b071" providerId="LiveId" clId="{D0A51F83-B713-4A4D-8105-C75936B8E1D2}" dt="2026-04-10T08:10:44.022" v="24588"/>
          <ac:spMkLst>
            <pc:docMk/>
            <pc:sldMk cId="1257375879" sldId="2599"/>
            <ac:spMk id="215" creationId="{AC4E0D99-6055-A55D-A29E-E37BCE36FCD1}"/>
          </ac:spMkLst>
        </pc:spChg>
      </pc:sldChg>
      <pc:sldChg chg="addSp modSp add mod addAnim delAnim modAnim">
        <pc:chgData name="Owais Ahmed" userId="6abc7d4556b3b071" providerId="LiveId" clId="{D0A51F83-B713-4A4D-8105-C75936B8E1D2}" dt="2026-04-10T08:56:38.470" v="26975"/>
        <pc:sldMkLst>
          <pc:docMk/>
          <pc:sldMk cId="2531158459" sldId="2600"/>
        </pc:sldMkLst>
        <pc:spChg chg="mod">
          <ac:chgData name="Owais Ahmed" userId="6abc7d4556b3b071" providerId="LiveId" clId="{D0A51F83-B713-4A4D-8105-C75936B8E1D2}" dt="2026-04-10T08:22:28.605" v="25663" actId="14100"/>
          <ac:spMkLst>
            <pc:docMk/>
            <pc:sldMk cId="2531158459" sldId="2600"/>
            <ac:spMk id="3" creationId="{F2174BFC-4315-953E-1E89-8DA0C90946BE}"/>
          </ac:spMkLst>
        </pc:spChg>
        <pc:spChg chg="mod">
          <ac:chgData name="Owais Ahmed" userId="6abc7d4556b3b071" providerId="LiveId" clId="{D0A51F83-B713-4A4D-8105-C75936B8E1D2}" dt="2026-04-10T08:15:51.770" v="25129" actId="20577"/>
          <ac:spMkLst>
            <pc:docMk/>
            <pc:sldMk cId="2531158459" sldId="2600"/>
            <ac:spMk id="215" creationId="{D7DDB97D-9DB6-EEE3-72A6-AB6750CEC809}"/>
          </ac:spMkLst>
        </pc:spChg>
        <pc:graphicFrameChg chg="add mod modGraphic">
          <ac:chgData name="Owais Ahmed" userId="6abc7d4556b3b071" providerId="LiveId" clId="{D0A51F83-B713-4A4D-8105-C75936B8E1D2}" dt="2026-04-10T08:56:31.982" v="26974"/>
          <ac:graphicFrameMkLst>
            <pc:docMk/>
            <pc:sldMk cId="2531158459" sldId="2600"/>
            <ac:graphicFrameMk id="4" creationId="{329E6166-2A05-77B7-D937-896598CC99E3}"/>
          </ac:graphicFrameMkLst>
        </pc:graphicFrameChg>
      </pc:sldChg>
      <pc:sldChg chg="modSp add mod ord modAnim">
        <pc:chgData name="Owais Ahmed" userId="6abc7d4556b3b071" providerId="LiveId" clId="{D0A51F83-B713-4A4D-8105-C75936B8E1D2}" dt="2026-04-10T09:01:52.175" v="27154"/>
        <pc:sldMkLst>
          <pc:docMk/>
          <pc:sldMk cId="4281759999" sldId="2601"/>
        </pc:sldMkLst>
        <pc:spChg chg="mod">
          <ac:chgData name="Owais Ahmed" userId="6abc7d4556b3b071" providerId="LiveId" clId="{D0A51F83-B713-4A4D-8105-C75936B8E1D2}" dt="2026-04-10T09:01:34.242" v="27140" actId="20577"/>
          <ac:spMkLst>
            <pc:docMk/>
            <pc:sldMk cId="4281759999" sldId="2601"/>
            <ac:spMk id="3" creationId="{AD98B624-5083-446E-6CE7-0B604B2ACCDF}"/>
          </ac:spMkLst>
        </pc:spChg>
        <pc:spChg chg="mod">
          <ac:chgData name="Owais Ahmed" userId="6abc7d4556b3b071" providerId="LiveId" clId="{D0A51F83-B713-4A4D-8105-C75936B8E1D2}" dt="2026-04-10T09:01:44.413" v="27152" actId="20577"/>
          <ac:spMkLst>
            <pc:docMk/>
            <pc:sldMk cId="4281759999" sldId="2601"/>
            <ac:spMk id="215" creationId="{11F6072D-555D-37F4-7C1F-6BE4193A49FF}"/>
          </ac:spMkLst>
        </pc:spChg>
      </pc:sldChg>
      <pc:sldChg chg="addSp delSp modSp add mod modAnim">
        <pc:chgData name="Owais Ahmed" userId="6abc7d4556b3b071" providerId="LiveId" clId="{D0A51F83-B713-4A4D-8105-C75936B8E1D2}" dt="2026-04-10T09:27:14.188" v="28023"/>
        <pc:sldMkLst>
          <pc:docMk/>
          <pc:sldMk cId="499183108" sldId="2602"/>
        </pc:sldMkLst>
        <pc:spChg chg="mod">
          <ac:chgData name="Owais Ahmed" userId="6abc7d4556b3b071" providerId="LiveId" clId="{D0A51F83-B713-4A4D-8105-C75936B8E1D2}" dt="2026-04-10T09:27:05.239" v="28021" actId="27636"/>
          <ac:spMkLst>
            <pc:docMk/>
            <pc:sldMk cId="499183108" sldId="2602"/>
            <ac:spMk id="3" creationId="{ED3B93FB-0EF3-C98E-7792-97A11FA5F013}"/>
          </ac:spMkLst>
        </pc:spChg>
        <pc:spChg chg="add del">
          <ac:chgData name="Owais Ahmed" userId="6abc7d4556b3b071" providerId="LiveId" clId="{D0A51F83-B713-4A4D-8105-C75936B8E1D2}" dt="2026-04-10T09:05:22.502" v="27158" actId="22"/>
          <ac:spMkLst>
            <pc:docMk/>
            <pc:sldMk cId="499183108" sldId="2602"/>
            <ac:spMk id="5" creationId="{AE8D53EA-3259-DEF1-2DCF-BC21A475EEE4}"/>
          </ac:spMkLst>
        </pc:spChg>
        <pc:spChg chg="mod">
          <ac:chgData name="Owais Ahmed" userId="6abc7d4556b3b071" providerId="LiveId" clId="{D0A51F83-B713-4A4D-8105-C75936B8E1D2}" dt="2026-04-10T08:16:35.641" v="25168" actId="20577"/>
          <ac:spMkLst>
            <pc:docMk/>
            <pc:sldMk cId="499183108" sldId="2602"/>
            <ac:spMk id="215" creationId="{926F9731-74A0-30E5-B6F7-DEE00D23AF88}"/>
          </ac:spMkLst>
        </pc:spChg>
        <pc:picChg chg="add del mod">
          <ac:chgData name="Owais Ahmed" userId="6abc7d4556b3b071" providerId="LiveId" clId="{D0A51F83-B713-4A4D-8105-C75936B8E1D2}" dt="2026-04-10T09:09:39.242" v="27436" actId="478"/>
          <ac:picMkLst>
            <pc:docMk/>
            <pc:sldMk cId="499183108" sldId="2602"/>
            <ac:picMk id="3074" creationId="{62FD1340-45EF-8772-482E-6994CA00ECF4}"/>
          </ac:picMkLst>
        </pc:picChg>
        <pc:picChg chg="add del mod">
          <ac:chgData name="Owais Ahmed" userId="6abc7d4556b3b071" providerId="LiveId" clId="{D0A51F83-B713-4A4D-8105-C75936B8E1D2}" dt="2026-04-10T09:17:30.996" v="27542" actId="478"/>
          <ac:picMkLst>
            <pc:docMk/>
            <pc:sldMk cId="499183108" sldId="2602"/>
            <ac:picMk id="3076" creationId="{98837A5F-3BB1-53D0-DA97-826F9C9F6392}"/>
          </ac:picMkLst>
        </pc:picChg>
        <pc:picChg chg="add mod">
          <ac:chgData name="Owais Ahmed" userId="6abc7d4556b3b071" providerId="LiveId" clId="{D0A51F83-B713-4A4D-8105-C75936B8E1D2}" dt="2026-04-10T09:22:48.896" v="27545" actId="14100"/>
          <ac:picMkLst>
            <pc:docMk/>
            <pc:sldMk cId="499183108" sldId="2602"/>
            <ac:picMk id="3078" creationId="{4C802C2E-6769-9ECC-1784-BBC7FC2BE078}"/>
          </ac:picMkLst>
        </pc:picChg>
      </pc:sldChg>
      <pc:sldChg chg="modSp add mod modAnim">
        <pc:chgData name="Owais Ahmed" userId="6abc7d4556b3b071" providerId="LiveId" clId="{D0A51F83-B713-4A4D-8105-C75936B8E1D2}" dt="2026-04-10T09:56:22.043" v="28781" actId="20577"/>
        <pc:sldMkLst>
          <pc:docMk/>
          <pc:sldMk cId="75600538" sldId="2603"/>
        </pc:sldMkLst>
        <pc:spChg chg="mod">
          <ac:chgData name="Owais Ahmed" userId="6abc7d4556b3b071" providerId="LiveId" clId="{D0A51F83-B713-4A4D-8105-C75936B8E1D2}" dt="2026-04-10T09:56:22.043" v="28781" actId="20577"/>
          <ac:spMkLst>
            <pc:docMk/>
            <pc:sldMk cId="75600538" sldId="2603"/>
            <ac:spMk id="3" creationId="{B586B7B1-1759-D3B4-90D7-AC79D7C01E95}"/>
          </ac:spMkLst>
        </pc:spChg>
        <pc:spChg chg="mod">
          <ac:chgData name="Owais Ahmed" userId="6abc7d4556b3b071" providerId="LiveId" clId="{D0A51F83-B713-4A4D-8105-C75936B8E1D2}" dt="2026-04-10T09:53:11.796" v="28275" actId="20577"/>
          <ac:spMkLst>
            <pc:docMk/>
            <pc:sldMk cId="75600538" sldId="2603"/>
            <ac:spMk id="215" creationId="{0B59FB87-8B19-2985-ACBC-914C65D5D15E}"/>
          </ac:spMkLst>
        </pc:spChg>
      </pc:sldChg>
      <pc:sldChg chg="addSp modSp add mod modAnim">
        <pc:chgData name="Owais Ahmed" userId="6abc7d4556b3b071" providerId="LiveId" clId="{D0A51F83-B713-4A4D-8105-C75936B8E1D2}" dt="2026-04-10T08:20:57.334" v="25583" actId="1076"/>
        <pc:sldMkLst>
          <pc:docMk/>
          <pc:sldMk cId="1813783920" sldId="2604"/>
        </pc:sldMkLst>
        <pc:spChg chg="mod">
          <ac:chgData name="Owais Ahmed" userId="6abc7d4556b3b071" providerId="LiveId" clId="{D0A51F83-B713-4A4D-8105-C75936B8E1D2}" dt="2026-04-10T08:20:38.814" v="25579" actId="14100"/>
          <ac:spMkLst>
            <pc:docMk/>
            <pc:sldMk cId="1813783920" sldId="2604"/>
            <ac:spMk id="3" creationId="{4501E75D-E819-D7F7-BA24-BF088005B0ED}"/>
          </ac:spMkLst>
        </pc:spChg>
        <pc:spChg chg="add">
          <ac:chgData name="Owais Ahmed" userId="6abc7d4556b3b071" providerId="LiveId" clId="{D0A51F83-B713-4A4D-8105-C75936B8E1D2}" dt="2026-04-10T08:17:35.823" v="25248"/>
          <ac:spMkLst>
            <pc:docMk/>
            <pc:sldMk cId="1813783920" sldId="2604"/>
            <ac:spMk id="4" creationId="{C08E7EE7-F5DE-B16E-71EB-A04A4FFEFED9}"/>
          </ac:spMkLst>
        </pc:spChg>
        <pc:spChg chg="mod">
          <ac:chgData name="Owais Ahmed" userId="6abc7d4556b3b071" providerId="LiveId" clId="{D0A51F83-B713-4A4D-8105-C75936B8E1D2}" dt="2026-04-10T08:17:08.808" v="25247" actId="20577"/>
          <ac:spMkLst>
            <pc:docMk/>
            <pc:sldMk cId="1813783920" sldId="2604"/>
            <ac:spMk id="215" creationId="{44EDC82B-CC43-0ED1-8E26-73332CE26876}"/>
          </ac:spMkLst>
        </pc:spChg>
        <pc:picChg chg="add mod">
          <ac:chgData name="Owais Ahmed" userId="6abc7d4556b3b071" providerId="LiveId" clId="{D0A51F83-B713-4A4D-8105-C75936B8E1D2}" dt="2026-04-10T08:20:57.334" v="25583" actId="1076"/>
          <ac:picMkLst>
            <pc:docMk/>
            <pc:sldMk cId="1813783920" sldId="2604"/>
            <ac:picMk id="6" creationId="{8321BE59-4E32-DA02-E8BC-8CECB726B910}"/>
          </ac:picMkLst>
        </pc:picChg>
      </pc:sldChg>
      <pc:sldChg chg="add del">
        <pc:chgData name="Owais Ahmed" userId="6abc7d4556b3b071" providerId="LiveId" clId="{D0A51F83-B713-4A4D-8105-C75936B8E1D2}" dt="2026-04-10T09:02:04.403" v="27156" actId="47"/>
        <pc:sldMkLst>
          <pc:docMk/>
          <pc:sldMk cId="38314748" sldId="2605"/>
        </pc:sldMkLst>
      </pc:sldChg>
      <pc:sldChg chg="delSp modSp add del mod">
        <pc:chgData name="Owais Ahmed" userId="6abc7d4556b3b071" providerId="LiveId" clId="{D0A51F83-B713-4A4D-8105-C75936B8E1D2}" dt="2026-04-10T08:27:55.574" v="26040" actId="47"/>
        <pc:sldMkLst>
          <pc:docMk/>
          <pc:sldMk cId="296862491" sldId="2605"/>
        </pc:sldMkLst>
        <pc:spChg chg="mod">
          <ac:chgData name="Owais Ahmed" userId="6abc7d4556b3b071" providerId="LiveId" clId="{D0A51F83-B713-4A4D-8105-C75936B8E1D2}" dt="2026-04-10T08:27:49.162" v="26039" actId="14100"/>
          <ac:spMkLst>
            <pc:docMk/>
            <pc:sldMk cId="296862491" sldId="2605"/>
            <ac:spMk id="3" creationId="{0A2C10BE-271D-F709-E75C-21635CD55C96}"/>
          </ac:spMkLst>
        </pc:spChg>
        <pc:graphicFrameChg chg="del">
          <ac:chgData name="Owais Ahmed" userId="6abc7d4556b3b071" providerId="LiveId" clId="{D0A51F83-B713-4A4D-8105-C75936B8E1D2}" dt="2026-04-10T08:27:42.327" v="26038" actId="478"/>
          <ac:graphicFrameMkLst>
            <pc:docMk/>
            <pc:sldMk cId="296862491" sldId="2605"/>
            <ac:graphicFrameMk id="4" creationId="{63398945-2FD5-AA7F-8A51-8D1B5DFA32B2}"/>
          </ac:graphicFrameMkLst>
        </pc:graphicFrameChg>
      </pc:sldChg>
      <pc:sldChg chg="addSp delSp modSp add mod ord delAnim modAnim">
        <pc:chgData name="Owais Ahmed" userId="6abc7d4556b3b071" providerId="LiveId" clId="{D0A51F83-B713-4A4D-8105-C75936B8E1D2}" dt="2026-04-10T08:57:21.445" v="26979"/>
        <pc:sldMkLst>
          <pc:docMk/>
          <pc:sldMk cId="1346903590" sldId="2606"/>
        </pc:sldMkLst>
        <pc:spChg chg="del">
          <ac:chgData name="Owais Ahmed" userId="6abc7d4556b3b071" providerId="LiveId" clId="{D0A51F83-B713-4A4D-8105-C75936B8E1D2}" dt="2026-04-10T08:48:30.982" v="26565" actId="478"/>
          <ac:spMkLst>
            <pc:docMk/>
            <pc:sldMk cId="1346903590" sldId="2606"/>
            <ac:spMk id="3" creationId="{40DC288C-A182-3B33-27AE-3D0EC7D78C41}"/>
          </ac:spMkLst>
        </pc:spChg>
        <pc:spChg chg="mod">
          <ac:chgData name="Owais Ahmed" userId="6abc7d4556b3b071" providerId="LiveId" clId="{D0A51F83-B713-4A4D-8105-C75936B8E1D2}" dt="2026-04-10T08:48:26.742" v="26564" actId="20577"/>
          <ac:spMkLst>
            <pc:docMk/>
            <pc:sldMk cId="1346903590" sldId="2606"/>
            <ac:spMk id="215" creationId="{A6DEC4FA-F04C-DDA6-DA81-EA8D966E6BB6}"/>
          </ac:spMkLst>
        </pc:spChg>
        <pc:graphicFrameChg chg="del mod modGraphic">
          <ac:chgData name="Owais Ahmed" userId="6abc7d4556b3b071" providerId="LiveId" clId="{D0A51F83-B713-4A4D-8105-C75936B8E1D2}" dt="2026-04-10T08:49:32.134" v="26640" actId="478"/>
          <ac:graphicFrameMkLst>
            <pc:docMk/>
            <pc:sldMk cId="1346903590" sldId="2606"/>
            <ac:graphicFrameMk id="4" creationId="{50041ED7-91A3-1823-711B-95C2FCD28ADA}"/>
          </ac:graphicFrameMkLst>
        </pc:graphicFrameChg>
        <pc:graphicFrameChg chg="add mod modGraphic">
          <ac:chgData name="Owais Ahmed" userId="6abc7d4556b3b071" providerId="LiveId" clId="{D0A51F83-B713-4A4D-8105-C75936B8E1D2}" dt="2026-04-10T08:54:26.052" v="26965" actId="20577"/>
          <ac:graphicFrameMkLst>
            <pc:docMk/>
            <pc:sldMk cId="1346903590" sldId="2606"/>
            <ac:graphicFrameMk id="5" creationId="{DA10A3CB-B47B-44CB-DF3F-79AC899BE327}"/>
          </ac:graphicFrameMkLst>
        </pc:graphicFrameChg>
      </pc:sldChg>
      <pc:sldChg chg="addSp delSp modSp add ord modAnim">
        <pc:chgData name="Owais Ahmed" userId="6abc7d4556b3b071" providerId="LiveId" clId="{D0A51F83-B713-4A4D-8105-C75936B8E1D2}" dt="2026-04-10T09:17:28.934" v="27541"/>
        <pc:sldMkLst>
          <pc:docMk/>
          <pc:sldMk cId="3322045751" sldId="2607"/>
        </pc:sldMkLst>
        <pc:picChg chg="del">
          <ac:chgData name="Owais Ahmed" userId="6abc7d4556b3b071" providerId="LiveId" clId="{D0A51F83-B713-4A4D-8105-C75936B8E1D2}" dt="2026-04-10T09:16:35.284" v="27524" actId="478"/>
          <ac:picMkLst>
            <pc:docMk/>
            <pc:sldMk cId="3322045751" sldId="2607"/>
            <ac:picMk id="3076" creationId="{2251726F-4525-AC8F-C05A-F695D877C55D}"/>
          </ac:picMkLst>
        </pc:picChg>
        <pc:picChg chg="add mod">
          <ac:chgData name="Owais Ahmed" userId="6abc7d4556b3b071" providerId="LiveId" clId="{D0A51F83-B713-4A4D-8105-C75936B8E1D2}" dt="2026-04-10T09:17:19.076" v="27538" actId="1076"/>
          <ac:picMkLst>
            <pc:docMk/>
            <pc:sldMk cId="3322045751" sldId="2607"/>
            <ac:picMk id="4098" creationId="{359BA472-E833-BF7C-EB24-8B45B9CACAFA}"/>
          </ac:picMkLst>
        </pc:picChg>
      </pc:sldChg>
      <pc:sldChg chg="addSp delSp modSp add mod ord addAnim delAnim modAnim">
        <pc:chgData name="Owais Ahmed" userId="6abc7d4556b3b071" providerId="LiveId" clId="{D0A51F83-B713-4A4D-8105-C75936B8E1D2}" dt="2026-04-10T09:47:35.400" v="28224"/>
        <pc:sldMkLst>
          <pc:docMk/>
          <pc:sldMk cId="3804092491" sldId="2608"/>
        </pc:sldMkLst>
        <pc:spChg chg="add del mod">
          <ac:chgData name="Owais Ahmed" userId="6abc7d4556b3b071" providerId="LiveId" clId="{D0A51F83-B713-4A4D-8105-C75936B8E1D2}" dt="2026-04-10T09:47:25.057" v="28222" actId="20577"/>
          <ac:spMkLst>
            <pc:docMk/>
            <pc:sldMk cId="3804092491" sldId="2608"/>
            <ac:spMk id="3" creationId="{95E71C17-1D65-76D3-A8F3-0688939A7D84}"/>
          </ac:spMkLst>
        </pc:spChg>
        <pc:spChg chg="mod">
          <ac:chgData name="Owais Ahmed" userId="6abc7d4556b3b071" providerId="LiveId" clId="{D0A51F83-B713-4A4D-8105-C75936B8E1D2}" dt="2026-04-10T09:29:37.390" v="28077" actId="20577"/>
          <ac:spMkLst>
            <pc:docMk/>
            <pc:sldMk cId="3804092491" sldId="2608"/>
            <ac:spMk id="215" creationId="{78BB5E4F-05D8-C398-45B7-B124FF7074DF}"/>
          </ac:spMkLst>
        </pc:spChg>
        <pc:picChg chg="del">
          <ac:chgData name="Owais Ahmed" userId="6abc7d4556b3b071" providerId="LiveId" clId="{D0A51F83-B713-4A4D-8105-C75936B8E1D2}" dt="2026-04-10T09:28:21.623" v="28041" actId="478"/>
          <ac:picMkLst>
            <pc:docMk/>
            <pc:sldMk cId="3804092491" sldId="2608"/>
            <ac:picMk id="4098" creationId="{40AD2948-D97D-C802-CC15-09203AF182F4}"/>
          </ac:picMkLst>
        </pc:picChg>
        <pc:picChg chg="add">
          <ac:chgData name="Owais Ahmed" userId="6abc7d4556b3b071" providerId="LiveId" clId="{D0A51F83-B713-4A4D-8105-C75936B8E1D2}" dt="2026-04-10T09:45:19.381" v="28078"/>
          <ac:picMkLst>
            <pc:docMk/>
            <pc:sldMk cId="3804092491" sldId="2608"/>
            <ac:picMk id="5122" creationId="{5A31D2B1-3284-3731-04D8-FF583132C1E3}"/>
          </ac:picMkLst>
        </pc:picChg>
        <pc:picChg chg="add mod">
          <ac:chgData name="Owais Ahmed" userId="6abc7d4556b3b071" providerId="LiveId" clId="{D0A51F83-B713-4A4D-8105-C75936B8E1D2}" dt="2026-04-10T09:46:32.961" v="28084" actId="14100"/>
          <ac:picMkLst>
            <pc:docMk/>
            <pc:sldMk cId="3804092491" sldId="2608"/>
            <ac:picMk id="5124" creationId="{B32D80A3-1DE3-8E61-07B4-27919CADAD17}"/>
          </ac:picMkLst>
        </pc:picChg>
      </pc:sldChg>
      <pc:sldChg chg="addSp delSp modSp add mod delAnim modAnim modNotesTx">
        <pc:chgData name="Owais Ahmed" userId="6abc7d4556b3b071" providerId="LiveId" clId="{D0A51F83-B713-4A4D-8105-C75936B8E1D2}" dt="2026-04-10T10:14:08.003" v="29224" actId="114"/>
        <pc:sldMkLst>
          <pc:docMk/>
          <pc:sldMk cId="3118111279" sldId="2609"/>
        </pc:sldMkLst>
        <pc:spChg chg="del mod">
          <ac:chgData name="Owais Ahmed" userId="6abc7d4556b3b071" providerId="LiveId" clId="{D0A51F83-B713-4A4D-8105-C75936B8E1D2}" dt="2026-04-10T10:06:50.974" v="28788" actId="478"/>
          <ac:spMkLst>
            <pc:docMk/>
            <pc:sldMk cId="3118111279" sldId="2609"/>
            <ac:spMk id="3" creationId="{DD03CACC-0AD3-6879-B9FF-A40E4559E42E}"/>
          </ac:spMkLst>
        </pc:spChg>
        <pc:spChg chg="add mod">
          <ac:chgData name="Owais Ahmed" userId="6abc7d4556b3b071" providerId="LiveId" clId="{D0A51F83-B713-4A4D-8105-C75936B8E1D2}" dt="2026-04-10T10:14:08.003" v="29224" actId="114"/>
          <ac:spMkLst>
            <pc:docMk/>
            <pc:sldMk cId="3118111279" sldId="2609"/>
            <ac:spMk id="4" creationId="{3DD3842D-C7C2-3AB2-86FD-F2BA482DA1E9}"/>
          </ac:spMkLst>
        </pc:spChg>
        <pc:spChg chg="mod">
          <ac:chgData name="Owais Ahmed" userId="6abc7d4556b3b071" providerId="LiveId" clId="{D0A51F83-B713-4A4D-8105-C75936B8E1D2}" dt="2026-04-10T10:06:43.620" v="28785" actId="20577"/>
          <ac:spMkLst>
            <pc:docMk/>
            <pc:sldMk cId="3118111279" sldId="2609"/>
            <ac:spMk id="215" creationId="{CAEE048E-B7D7-7BD3-E41E-28132A35E0FC}"/>
          </ac:spMkLst>
        </pc:spChg>
      </pc:sldChg>
      <pc:sldChg chg="addSp modSp add mod modAnim">
        <pc:chgData name="Owais Ahmed" userId="6abc7d4556b3b071" providerId="LiveId" clId="{D0A51F83-B713-4A4D-8105-C75936B8E1D2}" dt="2026-04-10T10:29:14.596" v="29928" actId="20577"/>
        <pc:sldMkLst>
          <pc:docMk/>
          <pc:sldMk cId="2860712355" sldId="2610"/>
        </pc:sldMkLst>
        <pc:spChg chg="mod">
          <ac:chgData name="Owais Ahmed" userId="6abc7d4556b3b071" providerId="LiveId" clId="{D0A51F83-B713-4A4D-8105-C75936B8E1D2}" dt="2026-04-10T10:27:07.590" v="29896" actId="790"/>
          <ac:spMkLst>
            <pc:docMk/>
            <pc:sldMk cId="2860712355" sldId="2610"/>
            <ac:spMk id="2" creationId="{AE50428D-9B31-FD6D-4420-96BF9DCB6608}"/>
          </ac:spMkLst>
        </pc:spChg>
        <pc:spChg chg="mod">
          <ac:chgData name="Owais Ahmed" userId="6abc7d4556b3b071" providerId="LiveId" clId="{D0A51F83-B713-4A4D-8105-C75936B8E1D2}" dt="2026-04-10T10:27:07.590" v="29896" actId="790"/>
          <ac:spMkLst>
            <pc:docMk/>
            <pc:sldMk cId="2860712355" sldId="2610"/>
            <ac:spMk id="4" creationId="{9D34A1C5-0B76-A6A1-0006-3187167B0A0E}"/>
          </ac:spMkLst>
        </pc:spChg>
        <pc:spChg chg="mod">
          <ac:chgData name="Owais Ahmed" userId="6abc7d4556b3b071" providerId="LiveId" clId="{D0A51F83-B713-4A4D-8105-C75936B8E1D2}" dt="2026-04-10T10:27:07.590" v="29896" actId="790"/>
          <ac:spMkLst>
            <pc:docMk/>
            <pc:sldMk cId="2860712355" sldId="2610"/>
            <ac:spMk id="89" creationId="{4D6BA9F4-117C-AF7A-3B1F-BC2CD8A4AE5D}"/>
          </ac:spMkLst>
        </pc:spChg>
        <pc:spChg chg="mod">
          <ac:chgData name="Owais Ahmed" userId="6abc7d4556b3b071" providerId="LiveId" clId="{D0A51F83-B713-4A4D-8105-C75936B8E1D2}" dt="2026-04-10T10:27:07.590" v="29896" actId="790"/>
          <ac:spMkLst>
            <pc:docMk/>
            <pc:sldMk cId="2860712355" sldId="2610"/>
            <ac:spMk id="214" creationId="{CF851976-A367-A716-FCDE-D2A8A66C2074}"/>
          </ac:spMkLst>
        </pc:spChg>
        <pc:spChg chg="mod">
          <ac:chgData name="Owais Ahmed" userId="6abc7d4556b3b071" providerId="LiveId" clId="{D0A51F83-B713-4A4D-8105-C75936B8E1D2}" dt="2026-04-10T10:27:07.590" v="29896" actId="790"/>
          <ac:spMkLst>
            <pc:docMk/>
            <pc:sldMk cId="2860712355" sldId="2610"/>
            <ac:spMk id="215" creationId="{E75E8C63-FBBF-4F00-CDDB-7BFCA782C23E}"/>
          </ac:spMkLst>
        </pc:spChg>
        <pc:spChg chg="mod">
          <ac:chgData name="Owais Ahmed" userId="6abc7d4556b3b071" providerId="LiveId" clId="{D0A51F83-B713-4A4D-8105-C75936B8E1D2}" dt="2026-04-10T10:27:07.590" v="29896" actId="790"/>
          <ac:spMkLst>
            <pc:docMk/>
            <pc:sldMk cId="2860712355" sldId="2610"/>
            <ac:spMk id="216" creationId="{303894EF-F9B9-3CC6-C0B1-BDE2895C2D2B}"/>
          </ac:spMkLst>
        </pc:spChg>
        <pc:graphicFrameChg chg="add mod modGraphic">
          <ac:chgData name="Owais Ahmed" userId="6abc7d4556b3b071" providerId="LiveId" clId="{D0A51F83-B713-4A4D-8105-C75936B8E1D2}" dt="2026-04-10T10:29:14.596" v="29928" actId="20577"/>
          <ac:graphicFrameMkLst>
            <pc:docMk/>
            <pc:sldMk cId="2860712355" sldId="2610"/>
            <ac:graphicFrameMk id="3" creationId="{778FA30E-116B-D4D4-9051-DD1B165354A2}"/>
          </ac:graphicFrameMkLst>
        </pc:graphicFrameChg>
        <pc:graphicFrameChg chg="add mod modGraphic">
          <ac:chgData name="Owais Ahmed" userId="6abc7d4556b3b071" providerId="LiveId" clId="{D0A51F83-B713-4A4D-8105-C75936B8E1D2}" dt="2026-04-10T10:28:51.063" v="29905" actId="207"/>
          <ac:graphicFrameMkLst>
            <pc:docMk/>
            <pc:sldMk cId="2860712355" sldId="2610"/>
            <ac:graphicFrameMk id="5" creationId="{768DB5EA-FA4D-2719-C477-9EB2CC6A7B26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038D509-28B5-4AD9-A5FE-C23B8B594FC0}" type="doc">
      <dgm:prSet loTypeId="urn:microsoft.com/office/officeart/2005/8/layout/hierarchy6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PK"/>
        </a:p>
      </dgm:t>
    </dgm:pt>
    <dgm:pt modelId="{E76C3654-1360-415D-B82E-6FF13863969B}">
      <dgm:prSet phldrT="[Text]" phldr="0" custT="1"/>
      <dgm:spPr/>
      <dgm:t>
        <a:bodyPr/>
        <a:lstStyle/>
        <a:p>
          <a:r>
            <a:rPr lang="en-US" sz="1000" b="0" dirty="0"/>
            <a:t>Complete System</a:t>
          </a:r>
          <a:endParaRPr lang="en-PK" sz="1000" b="0" dirty="0"/>
        </a:p>
      </dgm:t>
    </dgm:pt>
    <dgm:pt modelId="{E783DD69-D4AE-4A12-BD37-14D040ACDCED}" type="parTrans" cxnId="{03A4F28F-9C34-40E7-8A35-421AE004BEFF}">
      <dgm:prSet/>
      <dgm:spPr/>
      <dgm:t>
        <a:bodyPr/>
        <a:lstStyle/>
        <a:p>
          <a:endParaRPr lang="en-PK" sz="2400" b="0"/>
        </a:p>
      </dgm:t>
    </dgm:pt>
    <dgm:pt modelId="{77ACAF80-F50F-4E59-B0F5-A37CF4572A8F}" type="sibTrans" cxnId="{03A4F28F-9C34-40E7-8A35-421AE004BEFF}">
      <dgm:prSet/>
      <dgm:spPr/>
      <dgm:t>
        <a:bodyPr/>
        <a:lstStyle/>
        <a:p>
          <a:endParaRPr lang="en-PK" sz="2400" b="0"/>
        </a:p>
      </dgm:t>
    </dgm:pt>
    <dgm:pt modelId="{142FB042-C8BA-4049-83A5-94DA61CD830C}">
      <dgm:prSet phldrT="[Text]" phldr="0" custT="1"/>
      <dgm:spPr/>
      <dgm:t>
        <a:bodyPr/>
        <a:lstStyle/>
        <a:p>
          <a:r>
            <a:rPr lang="en-US" sz="1000" b="0"/>
            <a:t>Module 1</a:t>
          </a:r>
          <a:endParaRPr lang="en-PK" sz="1000" b="0" dirty="0"/>
        </a:p>
      </dgm:t>
    </dgm:pt>
    <dgm:pt modelId="{4A20111A-A1AC-4A3F-8A4D-944C73EBB3ED}" type="parTrans" cxnId="{40C8FB30-ED22-44E9-8138-105BBD766122}">
      <dgm:prSet/>
      <dgm:spPr/>
      <dgm:t>
        <a:bodyPr/>
        <a:lstStyle/>
        <a:p>
          <a:endParaRPr lang="en-PK" sz="2400" b="0"/>
        </a:p>
      </dgm:t>
    </dgm:pt>
    <dgm:pt modelId="{4618DEB7-C090-4DFF-9FF8-E77B3DBE38E8}" type="sibTrans" cxnId="{40C8FB30-ED22-44E9-8138-105BBD766122}">
      <dgm:prSet/>
      <dgm:spPr/>
      <dgm:t>
        <a:bodyPr/>
        <a:lstStyle/>
        <a:p>
          <a:endParaRPr lang="en-PK" sz="2400" b="0"/>
        </a:p>
      </dgm:t>
    </dgm:pt>
    <dgm:pt modelId="{CC805C4F-FD6D-4FCE-8469-534252F648F4}">
      <dgm:prSet phldrT="[Text]" phldr="0" custT="1"/>
      <dgm:spPr/>
      <dgm:t>
        <a:bodyPr/>
        <a:lstStyle/>
        <a:p>
          <a:r>
            <a:rPr lang="en-US" sz="1000" b="0" dirty="0"/>
            <a:t>Feature 1</a:t>
          </a:r>
          <a:endParaRPr lang="en-PK" sz="1000" b="0" dirty="0"/>
        </a:p>
      </dgm:t>
    </dgm:pt>
    <dgm:pt modelId="{4263F63A-A893-4B16-85FD-B6D97B22B5E6}" type="parTrans" cxnId="{9CC79519-AAFB-4EE1-80FB-DC9AF1BBE99A}">
      <dgm:prSet/>
      <dgm:spPr/>
      <dgm:t>
        <a:bodyPr/>
        <a:lstStyle/>
        <a:p>
          <a:endParaRPr lang="en-PK" sz="2400" b="0"/>
        </a:p>
      </dgm:t>
    </dgm:pt>
    <dgm:pt modelId="{6C7C3746-5530-4BB4-BB93-0FC5CF2F3236}" type="sibTrans" cxnId="{9CC79519-AAFB-4EE1-80FB-DC9AF1BBE99A}">
      <dgm:prSet/>
      <dgm:spPr/>
      <dgm:t>
        <a:bodyPr/>
        <a:lstStyle/>
        <a:p>
          <a:endParaRPr lang="en-PK" sz="2400" b="0"/>
        </a:p>
      </dgm:t>
    </dgm:pt>
    <dgm:pt modelId="{0046EFB7-093A-4BF3-BB5F-15BF9AF51606}">
      <dgm:prSet phldrT="[Text]" phldr="0" custT="1"/>
      <dgm:spPr/>
      <dgm:t>
        <a:bodyPr/>
        <a:lstStyle/>
        <a:p>
          <a:r>
            <a:rPr lang="en-US" sz="1000" b="0" dirty="0"/>
            <a:t>Feature 2</a:t>
          </a:r>
          <a:endParaRPr lang="en-PK" sz="1000" b="0" dirty="0"/>
        </a:p>
      </dgm:t>
    </dgm:pt>
    <dgm:pt modelId="{EA84C031-9A64-47B9-A946-71CC7B3C0ADA}" type="parTrans" cxnId="{8DD30CA9-7CC9-4774-BC26-9556799ADDD1}">
      <dgm:prSet/>
      <dgm:spPr/>
      <dgm:t>
        <a:bodyPr/>
        <a:lstStyle/>
        <a:p>
          <a:endParaRPr lang="en-PK" sz="2400" b="0"/>
        </a:p>
      </dgm:t>
    </dgm:pt>
    <dgm:pt modelId="{140DB19B-C321-4243-A583-6F6CEC06A5C4}" type="sibTrans" cxnId="{8DD30CA9-7CC9-4774-BC26-9556799ADDD1}">
      <dgm:prSet/>
      <dgm:spPr/>
      <dgm:t>
        <a:bodyPr/>
        <a:lstStyle/>
        <a:p>
          <a:endParaRPr lang="en-PK" sz="2400" b="0"/>
        </a:p>
      </dgm:t>
    </dgm:pt>
    <dgm:pt modelId="{4466BB8B-7E5E-456C-A029-71A8AF4736EB}">
      <dgm:prSet phldrT="[Text]" phldr="0" custT="1"/>
      <dgm:spPr/>
      <dgm:t>
        <a:bodyPr/>
        <a:lstStyle/>
        <a:p>
          <a:r>
            <a:rPr lang="en-US" sz="1000" b="0"/>
            <a:t>Module 2</a:t>
          </a:r>
          <a:endParaRPr lang="en-PK" sz="1000" b="0" dirty="0"/>
        </a:p>
      </dgm:t>
    </dgm:pt>
    <dgm:pt modelId="{18CBB5CD-BDC3-4487-A855-6826A5BFB378}" type="parTrans" cxnId="{F9B85AF5-39E9-454A-B6A4-1E1BE0446DF5}">
      <dgm:prSet/>
      <dgm:spPr/>
      <dgm:t>
        <a:bodyPr/>
        <a:lstStyle/>
        <a:p>
          <a:endParaRPr lang="en-PK" sz="2400" b="0"/>
        </a:p>
      </dgm:t>
    </dgm:pt>
    <dgm:pt modelId="{FBA780AC-7178-462D-9B19-4906B245E626}" type="sibTrans" cxnId="{F9B85AF5-39E9-454A-B6A4-1E1BE0446DF5}">
      <dgm:prSet/>
      <dgm:spPr/>
      <dgm:t>
        <a:bodyPr/>
        <a:lstStyle/>
        <a:p>
          <a:endParaRPr lang="en-PK" sz="2400" b="0"/>
        </a:p>
      </dgm:t>
    </dgm:pt>
    <dgm:pt modelId="{4327BA11-EBD8-4C81-A596-D55A4F45146D}">
      <dgm:prSet phldrT="[Text]" phldr="0" custT="1"/>
      <dgm:spPr/>
      <dgm:t>
        <a:bodyPr/>
        <a:lstStyle/>
        <a:p>
          <a:r>
            <a:rPr lang="en-US" sz="1000" b="0" dirty="0"/>
            <a:t>Feature 3</a:t>
          </a:r>
          <a:endParaRPr lang="en-PK" sz="1000" b="0" dirty="0"/>
        </a:p>
      </dgm:t>
    </dgm:pt>
    <dgm:pt modelId="{A7C5EE43-3242-4FB8-A94F-D8CAA0ED6923}" type="parTrans" cxnId="{C713534E-3434-481B-936E-E6AE134FAEB4}">
      <dgm:prSet/>
      <dgm:spPr/>
      <dgm:t>
        <a:bodyPr/>
        <a:lstStyle/>
        <a:p>
          <a:endParaRPr lang="en-PK" sz="2400" b="0"/>
        </a:p>
      </dgm:t>
    </dgm:pt>
    <dgm:pt modelId="{C499C1A8-0A23-4437-8C55-7CC12C92DD7D}" type="sibTrans" cxnId="{C713534E-3434-481B-936E-E6AE134FAEB4}">
      <dgm:prSet/>
      <dgm:spPr/>
      <dgm:t>
        <a:bodyPr/>
        <a:lstStyle/>
        <a:p>
          <a:endParaRPr lang="en-PK" sz="2400" b="0"/>
        </a:p>
      </dgm:t>
    </dgm:pt>
    <dgm:pt modelId="{11CC139A-07FE-47AB-B3A0-BC8DAB0B0831}">
      <dgm:prSet phldrT="[Text]" phldr="0" custT="1"/>
      <dgm:spPr/>
      <dgm:t>
        <a:bodyPr/>
        <a:lstStyle/>
        <a:p>
          <a:r>
            <a:rPr lang="en-US" sz="1000" b="0"/>
            <a:t>Module 3</a:t>
          </a:r>
          <a:endParaRPr lang="en-PK" sz="1000" b="0" dirty="0"/>
        </a:p>
      </dgm:t>
    </dgm:pt>
    <dgm:pt modelId="{DB401168-5240-4E53-B187-C2BF835E4DA7}" type="parTrans" cxnId="{916875F1-959B-4359-8021-012CD0776C08}">
      <dgm:prSet/>
      <dgm:spPr/>
      <dgm:t>
        <a:bodyPr/>
        <a:lstStyle/>
        <a:p>
          <a:endParaRPr lang="en-PK" sz="2400" b="0"/>
        </a:p>
      </dgm:t>
    </dgm:pt>
    <dgm:pt modelId="{390BCA66-F07D-49E6-86A8-E36A6B20BCA3}" type="sibTrans" cxnId="{916875F1-959B-4359-8021-012CD0776C08}">
      <dgm:prSet/>
      <dgm:spPr/>
      <dgm:t>
        <a:bodyPr/>
        <a:lstStyle/>
        <a:p>
          <a:endParaRPr lang="en-PK" sz="2400" b="0"/>
        </a:p>
      </dgm:t>
    </dgm:pt>
    <dgm:pt modelId="{A31F1449-0689-4C97-B449-8CF0944CAA1F}">
      <dgm:prSet phldrT="[Text]" phldr="0" custT="1"/>
      <dgm:spPr/>
      <dgm:t>
        <a:bodyPr/>
        <a:lstStyle/>
        <a:p>
          <a:r>
            <a:rPr lang="en-US" sz="1000" b="0" dirty="0"/>
            <a:t>Feature 5</a:t>
          </a:r>
          <a:endParaRPr lang="en-PK" sz="1000" b="0" dirty="0"/>
        </a:p>
      </dgm:t>
    </dgm:pt>
    <dgm:pt modelId="{68971957-ABDD-48B3-B72E-0A8752B596F0}" type="parTrans" cxnId="{477C71AA-750F-4C75-8687-645A31FFA436}">
      <dgm:prSet/>
      <dgm:spPr/>
      <dgm:t>
        <a:bodyPr/>
        <a:lstStyle/>
        <a:p>
          <a:endParaRPr lang="en-PK" sz="2400" b="0"/>
        </a:p>
      </dgm:t>
    </dgm:pt>
    <dgm:pt modelId="{9E7AB61B-3B27-4177-B703-EA9E01FAF1DE}" type="sibTrans" cxnId="{477C71AA-750F-4C75-8687-645A31FFA436}">
      <dgm:prSet/>
      <dgm:spPr/>
      <dgm:t>
        <a:bodyPr/>
        <a:lstStyle/>
        <a:p>
          <a:endParaRPr lang="en-PK" sz="2400" b="0"/>
        </a:p>
      </dgm:t>
    </dgm:pt>
    <dgm:pt modelId="{140DA2A4-DE9E-473E-B792-4201EBEBCCEF}">
      <dgm:prSet phldrT="[Text]" phldr="0" custT="1"/>
      <dgm:spPr/>
      <dgm:t>
        <a:bodyPr/>
        <a:lstStyle/>
        <a:p>
          <a:r>
            <a:rPr lang="en-US" sz="1000" b="0" dirty="0"/>
            <a:t>Feature 4</a:t>
          </a:r>
          <a:endParaRPr lang="en-PK" sz="1000" b="0" dirty="0"/>
        </a:p>
      </dgm:t>
    </dgm:pt>
    <dgm:pt modelId="{FA723A55-265B-4366-B726-89272D62566B}" type="parTrans" cxnId="{B2C05D20-B993-4199-86EE-4632BDFAE1CD}">
      <dgm:prSet/>
      <dgm:spPr/>
      <dgm:t>
        <a:bodyPr/>
        <a:lstStyle/>
        <a:p>
          <a:endParaRPr lang="en-PK" sz="2400" b="0"/>
        </a:p>
      </dgm:t>
    </dgm:pt>
    <dgm:pt modelId="{DB6589D5-1259-4B50-A58A-91EBB320CC92}" type="sibTrans" cxnId="{B2C05D20-B993-4199-86EE-4632BDFAE1CD}">
      <dgm:prSet/>
      <dgm:spPr/>
      <dgm:t>
        <a:bodyPr/>
        <a:lstStyle/>
        <a:p>
          <a:endParaRPr lang="en-PK" sz="2400" b="0"/>
        </a:p>
      </dgm:t>
    </dgm:pt>
    <dgm:pt modelId="{8000DF00-7D38-431C-8125-C544F1000ECF}">
      <dgm:prSet phldrT="[Text]" phldr="0" custT="1"/>
      <dgm:spPr/>
      <dgm:t>
        <a:bodyPr/>
        <a:lstStyle/>
        <a:p>
          <a:r>
            <a:rPr lang="en-US" sz="1000" b="0" dirty="0"/>
            <a:t>Feature 6</a:t>
          </a:r>
          <a:endParaRPr lang="en-PK" sz="1000" b="0" dirty="0"/>
        </a:p>
      </dgm:t>
    </dgm:pt>
    <dgm:pt modelId="{0838643A-73A8-40B7-97DB-F59920D3E125}" type="parTrans" cxnId="{D60304B5-D13B-434F-B276-AEBCA4876664}">
      <dgm:prSet/>
      <dgm:spPr/>
      <dgm:t>
        <a:bodyPr/>
        <a:lstStyle/>
        <a:p>
          <a:endParaRPr lang="en-PK" sz="2400" b="0"/>
        </a:p>
      </dgm:t>
    </dgm:pt>
    <dgm:pt modelId="{F5F87D2E-35C8-4A6C-84C5-32182C94739C}" type="sibTrans" cxnId="{D60304B5-D13B-434F-B276-AEBCA4876664}">
      <dgm:prSet/>
      <dgm:spPr/>
      <dgm:t>
        <a:bodyPr/>
        <a:lstStyle/>
        <a:p>
          <a:endParaRPr lang="en-PK" sz="2400" b="0"/>
        </a:p>
      </dgm:t>
    </dgm:pt>
    <dgm:pt modelId="{07653648-24FE-4F0F-992B-DFCD582B33A8}">
      <dgm:prSet phldrT="[Text]" phldr="0" custT="1"/>
      <dgm:spPr/>
      <dgm:t>
        <a:bodyPr/>
        <a:lstStyle/>
        <a:p>
          <a:r>
            <a:rPr lang="en-US" sz="1000" b="0" dirty="0"/>
            <a:t>Task 1.1</a:t>
          </a:r>
          <a:endParaRPr lang="en-PK" sz="1000" b="0" dirty="0"/>
        </a:p>
      </dgm:t>
    </dgm:pt>
    <dgm:pt modelId="{3913CB24-EF3D-4B64-BE68-6E9293D474B3}" type="parTrans" cxnId="{59863493-C373-44D4-9192-DEAE15184928}">
      <dgm:prSet/>
      <dgm:spPr/>
      <dgm:t>
        <a:bodyPr/>
        <a:lstStyle/>
        <a:p>
          <a:endParaRPr lang="en-PK" sz="2400" b="0"/>
        </a:p>
      </dgm:t>
    </dgm:pt>
    <dgm:pt modelId="{4E979D08-B0A5-4956-A924-06788FF43437}" type="sibTrans" cxnId="{59863493-C373-44D4-9192-DEAE15184928}">
      <dgm:prSet/>
      <dgm:spPr/>
      <dgm:t>
        <a:bodyPr/>
        <a:lstStyle/>
        <a:p>
          <a:endParaRPr lang="en-PK" sz="2400" b="0"/>
        </a:p>
      </dgm:t>
    </dgm:pt>
    <dgm:pt modelId="{6BDF0593-2B98-46C4-B3CF-6742498B1AFE}">
      <dgm:prSet phldrT="[Text]" phldr="0" custT="1"/>
      <dgm:spPr/>
      <dgm:t>
        <a:bodyPr/>
        <a:lstStyle/>
        <a:p>
          <a:r>
            <a:rPr lang="en-US" sz="1000" b="0" dirty="0"/>
            <a:t>Task 1.2</a:t>
          </a:r>
          <a:endParaRPr lang="en-PK" sz="1000" b="0" dirty="0"/>
        </a:p>
      </dgm:t>
    </dgm:pt>
    <dgm:pt modelId="{4890A2F4-11DF-4EE2-9185-94D6464056FC}" type="parTrans" cxnId="{07E7EC32-A618-4417-A16C-49738D58A9C3}">
      <dgm:prSet/>
      <dgm:spPr/>
      <dgm:t>
        <a:bodyPr/>
        <a:lstStyle/>
        <a:p>
          <a:endParaRPr lang="en-PK" sz="2400" b="0"/>
        </a:p>
      </dgm:t>
    </dgm:pt>
    <dgm:pt modelId="{B6E57054-5E48-43FA-B90A-4AE1D8D39716}" type="sibTrans" cxnId="{07E7EC32-A618-4417-A16C-49738D58A9C3}">
      <dgm:prSet/>
      <dgm:spPr/>
      <dgm:t>
        <a:bodyPr/>
        <a:lstStyle/>
        <a:p>
          <a:endParaRPr lang="en-PK" sz="2400" b="0"/>
        </a:p>
      </dgm:t>
    </dgm:pt>
    <dgm:pt modelId="{740E59DC-B6D4-4E7E-827A-544B7D872B11}">
      <dgm:prSet phldrT="[Text]" phldr="0" custT="1"/>
      <dgm:spPr/>
      <dgm:t>
        <a:bodyPr/>
        <a:lstStyle/>
        <a:p>
          <a:r>
            <a:rPr lang="en-US" sz="1000" b="0" dirty="0"/>
            <a:t>Task 2.1</a:t>
          </a:r>
          <a:endParaRPr lang="en-PK" sz="1000" b="0" dirty="0"/>
        </a:p>
      </dgm:t>
    </dgm:pt>
    <dgm:pt modelId="{6313D74A-1213-422E-B56C-77DDC9640197}" type="parTrans" cxnId="{8EA55F3B-5E3B-4771-968D-1C44EA294D25}">
      <dgm:prSet/>
      <dgm:spPr/>
      <dgm:t>
        <a:bodyPr/>
        <a:lstStyle/>
        <a:p>
          <a:endParaRPr lang="en-PK" sz="2400" b="0"/>
        </a:p>
      </dgm:t>
    </dgm:pt>
    <dgm:pt modelId="{CEE10E26-A113-4A53-A794-074C0DA5043A}" type="sibTrans" cxnId="{8EA55F3B-5E3B-4771-968D-1C44EA294D25}">
      <dgm:prSet/>
      <dgm:spPr/>
      <dgm:t>
        <a:bodyPr/>
        <a:lstStyle/>
        <a:p>
          <a:endParaRPr lang="en-PK" sz="2400" b="0"/>
        </a:p>
      </dgm:t>
    </dgm:pt>
    <dgm:pt modelId="{55A68527-FE12-4CBD-A37A-DEF91CF43FDB}">
      <dgm:prSet phldrT="[Text]" phldr="0" custT="1"/>
      <dgm:spPr/>
      <dgm:t>
        <a:bodyPr/>
        <a:lstStyle/>
        <a:p>
          <a:r>
            <a:rPr lang="en-US" sz="1000" b="0" dirty="0"/>
            <a:t>Task 3.1</a:t>
          </a:r>
          <a:endParaRPr lang="en-PK" sz="1000" b="0" dirty="0"/>
        </a:p>
      </dgm:t>
    </dgm:pt>
    <dgm:pt modelId="{0E665079-DEDA-45D1-B550-0E66D4A4D704}" type="parTrans" cxnId="{21EA87A9-5C07-48AF-9D20-8458E8EC1B38}">
      <dgm:prSet/>
      <dgm:spPr/>
      <dgm:t>
        <a:bodyPr/>
        <a:lstStyle/>
        <a:p>
          <a:endParaRPr lang="en-PK" sz="2400" b="0"/>
        </a:p>
      </dgm:t>
    </dgm:pt>
    <dgm:pt modelId="{F001C336-CB60-41FF-8845-696BDBB8EF2F}" type="sibTrans" cxnId="{21EA87A9-5C07-48AF-9D20-8458E8EC1B38}">
      <dgm:prSet/>
      <dgm:spPr/>
      <dgm:t>
        <a:bodyPr/>
        <a:lstStyle/>
        <a:p>
          <a:endParaRPr lang="en-PK" sz="2400" b="0"/>
        </a:p>
      </dgm:t>
    </dgm:pt>
    <dgm:pt modelId="{72185894-08BD-4B9D-B9CF-D944BE8CB234}">
      <dgm:prSet phldrT="[Text]" phldr="0" custT="1"/>
      <dgm:spPr/>
      <dgm:t>
        <a:bodyPr/>
        <a:lstStyle/>
        <a:p>
          <a:r>
            <a:rPr lang="en-US" sz="1000" b="0" dirty="0"/>
            <a:t>Task 4.1</a:t>
          </a:r>
          <a:endParaRPr lang="en-PK" sz="1000" b="0" dirty="0"/>
        </a:p>
      </dgm:t>
    </dgm:pt>
    <dgm:pt modelId="{E10B127A-822A-4626-BCC8-ECE21EC228BB}" type="parTrans" cxnId="{13184A2A-001B-40B0-A1F3-8514A6B2AC14}">
      <dgm:prSet/>
      <dgm:spPr/>
      <dgm:t>
        <a:bodyPr/>
        <a:lstStyle/>
        <a:p>
          <a:endParaRPr lang="en-PK" sz="2400" b="0"/>
        </a:p>
      </dgm:t>
    </dgm:pt>
    <dgm:pt modelId="{CDFE3069-D466-4663-80B0-A4C32AE07226}" type="sibTrans" cxnId="{13184A2A-001B-40B0-A1F3-8514A6B2AC14}">
      <dgm:prSet/>
      <dgm:spPr/>
      <dgm:t>
        <a:bodyPr/>
        <a:lstStyle/>
        <a:p>
          <a:endParaRPr lang="en-PK" sz="2400" b="0"/>
        </a:p>
      </dgm:t>
    </dgm:pt>
    <dgm:pt modelId="{FA971747-25EC-46F5-962C-E5012B4F1463}">
      <dgm:prSet phldrT="[Text]" phldr="0" custT="1"/>
      <dgm:spPr/>
      <dgm:t>
        <a:bodyPr/>
        <a:lstStyle/>
        <a:p>
          <a:r>
            <a:rPr lang="en-US" sz="1000" b="0" dirty="0"/>
            <a:t>Task 5.1</a:t>
          </a:r>
          <a:endParaRPr lang="en-PK" sz="1000" b="0" dirty="0"/>
        </a:p>
      </dgm:t>
    </dgm:pt>
    <dgm:pt modelId="{167F89FA-DEEC-49AE-87B6-B277375F1683}" type="parTrans" cxnId="{D853FE67-7651-4C92-930F-3F7F888B4DFA}">
      <dgm:prSet/>
      <dgm:spPr/>
      <dgm:t>
        <a:bodyPr/>
        <a:lstStyle/>
        <a:p>
          <a:endParaRPr lang="en-PK" sz="2400" b="0"/>
        </a:p>
      </dgm:t>
    </dgm:pt>
    <dgm:pt modelId="{F46B29E0-BC11-4857-B9DC-B6BE85567601}" type="sibTrans" cxnId="{D853FE67-7651-4C92-930F-3F7F888B4DFA}">
      <dgm:prSet/>
      <dgm:spPr/>
      <dgm:t>
        <a:bodyPr/>
        <a:lstStyle/>
        <a:p>
          <a:endParaRPr lang="en-PK" sz="2400" b="0"/>
        </a:p>
      </dgm:t>
    </dgm:pt>
    <dgm:pt modelId="{DE5DE1EF-F1D2-47B3-A156-C0A0759271A7}">
      <dgm:prSet phldrT="[Text]" phldr="0" custT="1"/>
      <dgm:spPr/>
      <dgm:t>
        <a:bodyPr/>
        <a:lstStyle/>
        <a:p>
          <a:r>
            <a:rPr lang="en-US" sz="1000" b="0" dirty="0"/>
            <a:t>Task 5.2</a:t>
          </a:r>
          <a:endParaRPr lang="en-PK" sz="1000" b="0" dirty="0"/>
        </a:p>
      </dgm:t>
    </dgm:pt>
    <dgm:pt modelId="{8194298B-3101-4D48-8B16-FDAEB1C7AF7F}" type="parTrans" cxnId="{5D450CA1-95C5-46A6-B255-53E1E2F4CCF5}">
      <dgm:prSet/>
      <dgm:spPr/>
      <dgm:t>
        <a:bodyPr/>
        <a:lstStyle/>
        <a:p>
          <a:endParaRPr lang="en-PK" sz="2400" b="0"/>
        </a:p>
      </dgm:t>
    </dgm:pt>
    <dgm:pt modelId="{79FFD9F8-EA34-4A44-AFB1-BD236B3B692D}" type="sibTrans" cxnId="{5D450CA1-95C5-46A6-B255-53E1E2F4CCF5}">
      <dgm:prSet/>
      <dgm:spPr/>
      <dgm:t>
        <a:bodyPr/>
        <a:lstStyle/>
        <a:p>
          <a:endParaRPr lang="en-PK" sz="2400" b="0"/>
        </a:p>
      </dgm:t>
    </dgm:pt>
    <dgm:pt modelId="{F948E16F-D89E-4182-90F1-4137AA531692}">
      <dgm:prSet phldrT="[Text]" phldr="0" custT="1"/>
      <dgm:spPr/>
      <dgm:t>
        <a:bodyPr/>
        <a:lstStyle/>
        <a:p>
          <a:r>
            <a:rPr lang="en-US" sz="1000" b="0" dirty="0"/>
            <a:t>Task 5.3</a:t>
          </a:r>
          <a:endParaRPr lang="en-PK" sz="1000" b="0" dirty="0"/>
        </a:p>
      </dgm:t>
    </dgm:pt>
    <dgm:pt modelId="{AA60E93F-5312-42E9-A89A-D5AABEC1BEA5}" type="parTrans" cxnId="{0A30852C-5642-46FB-929E-FC6CB1B25E55}">
      <dgm:prSet/>
      <dgm:spPr/>
      <dgm:t>
        <a:bodyPr/>
        <a:lstStyle/>
        <a:p>
          <a:endParaRPr lang="en-PK" sz="2400" b="0"/>
        </a:p>
      </dgm:t>
    </dgm:pt>
    <dgm:pt modelId="{5A576466-C81F-4AB8-90BB-6C648C64859D}" type="sibTrans" cxnId="{0A30852C-5642-46FB-929E-FC6CB1B25E55}">
      <dgm:prSet/>
      <dgm:spPr/>
      <dgm:t>
        <a:bodyPr/>
        <a:lstStyle/>
        <a:p>
          <a:endParaRPr lang="en-PK" sz="2400" b="0"/>
        </a:p>
      </dgm:t>
    </dgm:pt>
    <dgm:pt modelId="{6732AEE5-12E0-4B1A-926A-820EB0872E02}">
      <dgm:prSet phldrT="[Text]" phldr="0" custT="1"/>
      <dgm:spPr/>
      <dgm:t>
        <a:bodyPr/>
        <a:lstStyle/>
        <a:p>
          <a:r>
            <a:rPr lang="en-US" sz="1000" b="0" dirty="0"/>
            <a:t>Task 6.1</a:t>
          </a:r>
          <a:endParaRPr lang="en-PK" sz="1000" b="0" dirty="0"/>
        </a:p>
      </dgm:t>
    </dgm:pt>
    <dgm:pt modelId="{118E1FCE-F046-4156-B84F-14B6646B9687}" type="parTrans" cxnId="{BCE6DBF9-6AC0-47DA-8F09-1280144C243D}">
      <dgm:prSet/>
      <dgm:spPr/>
      <dgm:t>
        <a:bodyPr/>
        <a:lstStyle/>
        <a:p>
          <a:endParaRPr lang="en-PK" sz="2400" b="0"/>
        </a:p>
      </dgm:t>
    </dgm:pt>
    <dgm:pt modelId="{D553ACAA-8784-42C8-964B-F6BA28762940}" type="sibTrans" cxnId="{BCE6DBF9-6AC0-47DA-8F09-1280144C243D}">
      <dgm:prSet/>
      <dgm:spPr/>
      <dgm:t>
        <a:bodyPr/>
        <a:lstStyle/>
        <a:p>
          <a:endParaRPr lang="en-PK" sz="2400" b="0"/>
        </a:p>
      </dgm:t>
    </dgm:pt>
    <dgm:pt modelId="{F4FC9E0A-092B-4C9C-A872-88B5EBD5398E}">
      <dgm:prSet phldrT="[Text]" phldr="0" custT="1"/>
      <dgm:spPr/>
      <dgm:t>
        <a:bodyPr/>
        <a:lstStyle/>
        <a:p>
          <a:r>
            <a:rPr lang="en-US" sz="1000" b="0" dirty="0"/>
            <a:t>Subtask 6.1.1</a:t>
          </a:r>
          <a:endParaRPr lang="en-PK" sz="1000" b="0" dirty="0"/>
        </a:p>
      </dgm:t>
    </dgm:pt>
    <dgm:pt modelId="{A5D4A8DC-2A20-4999-9F30-D7065B83DDBD}" type="parTrans" cxnId="{822FFA7D-B19B-4DB4-AC32-06CF986BA0A8}">
      <dgm:prSet/>
      <dgm:spPr/>
      <dgm:t>
        <a:bodyPr/>
        <a:lstStyle/>
        <a:p>
          <a:endParaRPr lang="en-PK" sz="2400" b="0"/>
        </a:p>
      </dgm:t>
    </dgm:pt>
    <dgm:pt modelId="{B2D2814D-E54B-4EAA-9B0B-162F276FD1D3}" type="sibTrans" cxnId="{822FFA7D-B19B-4DB4-AC32-06CF986BA0A8}">
      <dgm:prSet/>
      <dgm:spPr/>
      <dgm:t>
        <a:bodyPr/>
        <a:lstStyle/>
        <a:p>
          <a:endParaRPr lang="en-PK" sz="2400" b="0"/>
        </a:p>
      </dgm:t>
    </dgm:pt>
    <dgm:pt modelId="{41E77085-3BF0-460E-A070-D4E6793C6074}">
      <dgm:prSet phldrT="[Text]" phldr="0" custT="1"/>
      <dgm:spPr/>
      <dgm:t>
        <a:bodyPr/>
        <a:lstStyle/>
        <a:p>
          <a:r>
            <a:rPr lang="en-US" sz="1000" b="0" dirty="0"/>
            <a:t>Subtask 6.1.2</a:t>
          </a:r>
          <a:endParaRPr lang="en-PK" sz="1000" b="0" dirty="0"/>
        </a:p>
      </dgm:t>
    </dgm:pt>
    <dgm:pt modelId="{E03AE646-0CE4-494A-B0D1-C5623CFF71DF}" type="parTrans" cxnId="{A819EC9C-CAF1-4BF5-A94A-221F130A5231}">
      <dgm:prSet/>
      <dgm:spPr/>
      <dgm:t>
        <a:bodyPr/>
        <a:lstStyle/>
        <a:p>
          <a:endParaRPr lang="en-PK" sz="2400" b="0"/>
        </a:p>
      </dgm:t>
    </dgm:pt>
    <dgm:pt modelId="{EFB69EBE-1AA7-4DF6-B12E-A26CFA00CDF0}" type="sibTrans" cxnId="{A819EC9C-CAF1-4BF5-A94A-221F130A5231}">
      <dgm:prSet/>
      <dgm:spPr/>
      <dgm:t>
        <a:bodyPr/>
        <a:lstStyle/>
        <a:p>
          <a:endParaRPr lang="en-PK" sz="2400" b="0"/>
        </a:p>
      </dgm:t>
    </dgm:pt>
    <dgm:pt modelId="{6986DF33-02FC-483D-BFFE-8ED2E7BE511A}">
      <dgm:prSet phldrT="[Text]" phldr="0" custT="1"/>
      <dgm:spPr/>
      <dgm:t>
        <a:bodyPr/>
        <a:lstStyle/>
        <a:p>
          <a:r>
            <a:rPr lang="en-US" sz="2000" b="0" dirty="0"/>
            <a:t>Level 1: Scope</a:t>
          </a:r>
          <a:endParaRPr lang="en-PK" sz="2000" b="0" dirty="0"/>
        </a:p>
      </dgm:t>
    </dgm:pt>
    <dgm:pt modelId="{BAA76C4B-B837-4A9A-9180-136061961065}" type="sibTrans" cxnId="{FCF9ED44-776F-497B-B625-149B2CD272CD}">
      <dgm:prSet/>
      <dgm:spPr/>
      <dgm:t>
        <a:bodyPr/>
        <a:lstStyle/>
        <a:p>
          <a:endParaRPr lang="en-PK" sz="2400" b="0"/>
        </a:p>
      </dgm:t>
    </dgm:pt>
    <dgm:pt modelId="{CAADC493-B7A3-46C8-BBE7-8F01B05EA91E}" type="parTrans" cxnId="{FCF9ED44-776F-497B-B625-149B2CD272CD}">
      <dgm:prSet/>
      <dgm:spPr/>
      <dgm:t>
        <a:bodyPr/>
        <a:lstStyle/>
        <a:p>
          <a:endParaRPr lang="en-PK" sz="2400" b="0"/>
        </a:p>
      </dgm:t>
    </dgm:pt>
    <dgm:pt modelId="{32766663-B72E-4ECB-B865-C8EC725906D0}">
      <dgm:prSet phldrT="[Text]" phldr="0" custT="1"/>
      <dgm:spPr/>
      <dgm:t>
        <a:bodyPr/>
        <a:lstStyle/>
        <a:p>
          <a:r>
            <a:rPr lang="en-US" sz="2000" b="0" dirty="0"/>
            <a:t>Level 2: Problem Decomposition</a:t>
          </a:r>
          <a:endParaRPr lang="en-PK" sz="2000" b="0" dirty="0"/>
        </a:p>
      </dgm:t>
    </dgm:pt>
    <dgm:pt modelId="{480C3720-58E4-4D8C-A1D5-C920D6EA4F91}" type="sibTrans" cxnId="{A3FF0459-5292-48F1-95E5-E821A9CD8F0D}">
      <dgm:prSet/>
      <dgm:spPr/>
      <dgm:t>
        <a:bodyPr/>
        <a:lstStyle/>
        <a:p>
          <a:endParaRPr lang="en-PK" sz="2400" b="0"/>
        </a:p>
      </dgm:t>
    </dgm:pt>
    <dgm:pt modelId="{13FD0824-E27E-4074-8A10-030444E6649D}" type="parTrans" cxnId="{A3FF0459-5292-48F1-95E5-E821A9CD8F0D}">
      <dgm:prSet/>
      <dgm:spPr/>
      <dgm:t>
        <a:bodyPr/>
        <a:lstStyle/>
        <a:p>
          <a:endParaRPr lang="en-PK" sz="2400" b="0"/>
        </a:p>
      </dgm:t>
    </dgm:pt>
    <dgm:pt modelId="{5324B660-AB73-4C20-BF4C-A895A10D83B7}">
      <dgm:prSet phldrT="[Text]" phldr="0" custT="1"/>
      <dgm:spPr/>
      <dgm:t>
        <a:bodyPr/>
        <a:lstStyle/>
        <a:p>
          <a:r>
            <a:rPr lang="en-US" sz="2000" b="0" dirty="0"/>
            <a:t>Level 3 and after: Work Items</a:t>
          </a:r>
          <a:endParaRPr lang="en-PK" sz="2000" b="0" dirty="0"/>
        </a:p>
      </dgm:t>
    </dgm:pt>
    <dgm:pt modelId="{DA816B07-64CF-495D-804C-36B8D29C75ED}" type="sibTrans" cxnId="{A9D58978-2647-48F9-A433-8D02F88F44CF}">
      <dgm:prSet/>
      <dgm:spPr/>
      <dgm:t>
        <a:bodyPr/>
        <a:lstStyle/>
        <a:p>
          <a:endParaRPr lang="en-PK" sz="2400" b="0"/>
        </a:p>
      </dgm:t>
    </dgm:pt>
    <dgm:pt modelId="{81D062DD-1884-48AF-8314-E887BD66301D}" type="parTrans" cxnId="{A9D58978-2647-48F9-A433-8D02F88F44CF}">
      <dgm:prSet/>
      <dgm:spPr/>
      <dgm:t>
        <a:bodyPr/>
        <a:lstStyle/>
        <a:p>
          <a:endParaRPr lang="en-PK" sz="2400" b="0"/>
        </a:p>
      </dgm:t>
    </dgm:pt>
    <dgm:pt modelId="{8FCADF09-2B3F-4371-99FB-E113C7E9A26F}" type="pres">
      <dgm:prSet presAssocID="{E038D509-28B5-4AD9-A5FE-C23B8B594FC0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84F0B018-B7E4-4E2E-8A7B-F407C586B205}" type="pres">
      <dgm:prSet presAssocID="{E038D509-28B5-4AD9-A5FE-C23B8B594FC0}" presName="hierFlow" presStyleCnt="0"/>
      <dgm:spPr/>
    </dgm:pt>
    <dgm:pt modelId="{755C3847-6B04-4BD8-A296-B56EB35C041D}" type="pres">
      <dgm:prSet presAssocID="{E038D509-28B5-4AD9-A5FE-C23B8B594FC0}" presName="firstBuf" presStyleCnt="0"/>
      <dgm:spPr/>
    </dgm:pt>
    <dgm:pt modelId="{352DB3AE-6B8F-4CD3-B916-6E3462AB0A4D}" type="pres">
      <dgm:prSet presAssocID="{E038D509-28B5-4AD9-A5FE-C23B8B594FC0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B67E21CD-8A1B-4079-B0F0-C9B8C922D459}" type="pres">
      <dgm:prSet presAssocID="{E76C3654-1360-415D-B82E-6FF13863969B}" presName="Name14" presStyleCnt="0"/>
      <dgm:spPr/>
    </dgm:pt>
    <dgm:pt modelId="{4431112D-ED80-4F4A-9242-23C084ADCF78}" type="pres">
      <dgm:prSet presAssocID="{E76C3654-1360-415D-B82E-6FF13863969B}" presName="level1Shape" presStyleLbl="node0" presStyleIdx="0" presStyleCnt="1">
        <dgm:presLayoutVars>
          <dgm:chPref val="3"/>
        </dgm:presLayoutVars>
      </dgm:prSet>
      <dgm:spPr/>
    </dgm:pt>
    <dgm:pt modelId="{DD08EB0E-2D20-4A1D-B2BE-79A6F0C87E84}" type="pres">
      <dgm:prSet presAssocID="{E76C3654-1360-415D-B82E-6FF13863969B}" presName="hierChild2" presStyleCnt="0"/>
      <dgm:spPr/>
    </dgm:pt>
    <dgm:pt modelId="{4DB380DC-8858-4914-BBC1-717E9D16BB1E}" type="pres">
      <dgm:prSet presAssocID="{4A20111A-A1AC-4A3F-8A4D-944C73EBB3ED}" presName="Name19" presStyleLbl="parChTrans1D2" presStyleIdx="0" presStyleCnt="3"/>
      <dgm:spPr/>
    </dgm:pt>
    <dgm:pt modelId="{A9684BBC-51E9-4ED8-BC73-919C99E6E2E3}" type="pres">
      <dgm:prSet presAssocID="{142FB042-C8BA-4049-83A5-94DA61CD830C}" presName="Name21" presStyleCnt="0"/>
      <dgm:spPr/>
    </dgm:pt>
    <dgm:pt modelId="{66E6E2A9-7718-49F9-815C-E3522178F626}" type="pres">
      <dgm:prSet presAssocID="{142FB042-C8BA-4049-83A5-94DA61CD830C}" presName="level2Shape" presStyleLbl="node2" presStyleIdx="0" presStyleCnt="3"/>
      <dgm:spPr/>
    </dgm:pt>
    <dgm:pt modelId="{EE72A821-C585-4A84-8C0E-2F9D9B0BAE5B}" type="pres">
      <dgm:prSet presAssocID="{142FB042-C8BA-4049-83A5-94DA61CD830C}" presName="hierChild3" presStyleCnt="0"/>
      <dgm:spPr/>
    </dgm:pt>
    <dgm:pt modelId="{FAB96838-8297-4B8A-8D77-457225D74144}" type="pres">
      <dgm:prSet presAssocID="{4263F63A-A893-4B16-85FD-B6D97B22B5E6}" presName="Name19" presStyleLbl="parChTrans1D3" presStyleIdx="0" presStyleCnt="6"/>
      <dgm:spPr/>
    </dgm:pt>
    <dgm:pt modelId="{620F0D75-879F-4C37-ABC6-F687E773B0F9}" type="pres">
      <dgm:prSet presAssocID="{CC805C4F-FD6D-4FCE-8469-534252F648F4}" presName="Name21" presStyleCnt="0"/>
      <dgm:spPr/>
    </dgm:pt>
    <dgm:pt modelId="{E0B072FC-A394-4A38-ABAC-03B491941F63}" type="pres">
      <dgm:prSet presAssocID="{CC805C4F-FD6D-4FCE-8469-534252F648F4}" presName="level2Shape" presStyleLbl="node3" presStyleIdx="0" presStyleCnt="6"/>
      <dgm:spPr/>
    </dgm:pt>
    <dgm:pt modelId="{8E654532-4405-40DE-B2A8-16B378C7C69F}" type="pres">
      <dgm:prSet presAssocID="{CC805C4F-FD6D-4FCE-8469-534252F648F4}" presName="hierChild3" presStyleCnt="0"/>
      <dgm:spPr/>
    </dgm:pt>
    <dgm:pt modelId="{D3F98357-F435-4B17-A632-A9D91054B68D}" type="pres">
      <dgm:prSet presAssocID="{3913CB24-EF3D-4B64-BE68-6E9293D474B3}" presName="Name19" presStyleLbl="parChTrans1D4" presStyleIdx="0" presStyleCnt="11"/>
      <dgm:spPr/>
    </dgm:pt>
    <dgm:pt modelId="{54B6342F-27DF-425D-B290-34A10C61366F}" type="pres">
      <dgm:prSet presAssocID="{07653648-24FE-4F0F-992B-DFCD582B33A8}" presName="Name21" presStyleCnt="0"/>
      <dgm:spPr/>
    </dgm:pt>
    <dgm:pt modelId="{51954018-3CC8-45BF-BCDF-E28468913E90}" type="pres">
      <dgm:prSet presAssocID="{07653648-24FE-4F0F-992B-DFCD582B33A8}" presName="level2Shape" presStyleLbl="node4" presStyleIdx="0" presStyleCnt="11"/>
      <dgm:spPr/>
    </dgm:pt>
    <dgm:pt modelId="{9F26714A-C6A0-4678-889F-CEE0A5B0D5DE}" type="pres">
      <dgm:prSet presAssocID="{07653648-24FE-4F0F-992B-DFCD582B33A8}" presName="hierChild3" presStyleCnt="0"/>
      <dgm:spPr/>
    </dgm:pt>
    <dgm:pt modelId="{20817F35-F608-41EC-9EBA-E393256ADB26}" type="pres">
      <dgm:prSet presAssocID="{4890A2F4-11DF-4EE2-9185-94D6464056FC}" presName="Name19" presStyleLbl="parChTrans1D4" presStyleIdx="1" presStyleCnt="11"/>
      <dgm:spPr/>
    </dgm:pt>
    <dgm:pt modelId="{2697B509-BD4D-4415-AB5F-3CF8810CCD7D}" type="pres">
      <dgm:prSet presAssocID="{6BDF0593-2B98-46C4-B3CF-6742498B1AFE}" presName="Name21" presStyleCnt="0"/>
      <dgm:spPr/>
    </dgm:pt>
    <dgm:pt modelId="{346CB323-0227-427A-9A1D-8A89846644AC}" type="pres">
      <dgm:prSet presAssocID="{6BDF0593-2B98-46C4-B3CF-6742498B1AFE}" presName="level2Shape" presStyleLbl="node4" presStyleIdx="1" presStyleCnt="11"/>
      <dgm:spPr/>
    </dgm:pt>
    <dgm:pt modelId="{34401D95-02A3-43AD-979E-AB71213C194B}" type="pres">
      <dgm:prSet presAssocID="{6BDF0593-2B98-46C4-B3CF-6742498B1AFE}" presName="hierChild3" presStyleCnt="0"/>
      <dgm:spPr/>
    </dgm:pt>
    <dgm:pt modelId="{42EAF587-7323-4345-AACA-1C1752D47940}" type="pres">
      <dgm:prSet presAssocID="{EA84C031-9A64-47B9-A946-71CC7B3C0ADA}" presName="Name19" presStyleLbl="parChTrans1D3" presStyleIdx="1" presStyleCnt="6"/>
      <dgm:spPr/>
    </dgm:pt>
    <dgm:pt modelId="{625F56C2-7BE8-4010-8B56-8BD305D6AC93}" type="pres">
      <dgm:prSet presAssocID="{0046EFB7-093A-4BF3-BB5F-15BF9AF51606}" presName="Name21" presStyleCnt="0"/>
      <dgm:spPr/>
    </dgm:pt>
    <dgm:pt modelId="{9B757E76-B6D4-4630-A1E2-4C561FFC2311}" type="pres">
      <dgm:prSet presAssocID="{0046EFB7-093A-4BF3-BB5F-15BF9AF51606}" presName="level2Shape" presStyleLbl="node3" presStyleIdx="1" presStyleCnt="6"/>
      <dgm:spPr/>
    </dgm:pt>
    <dgm:pt modelId="{387CDEAB-BB85-43B4-811B-1A10A4B03AB9}" type="pres">
      <dgm:prSet presAssocID="{0046EFB7-093A-4BF3-BB5F-15BF9AF51606}" presName="hierChild3" presStyleCnt="0"/>
      <dgm:spPr/>
    </dgm:pt>
    <dgm:pt modelId="{936B79C0-92F2-4A5B-BB4E-3D61D55750FB}" type="pres">
      <dgm:prSet presAssocID="{6313D74A-1213-422E-B56C-77DDC9640197}" presName="Name19" presStyleLbl="parChTrans1D4" presStyleIdx="2" presStyleCnt="11"/>
      <dgm:spPr/>
    </dgm:pt>
    <dgm:pt modelId="{BDD6BED4-5484-45EB-8E62-CD426A29009E}" type="pres">
      <dgm:prSet presAssocID="{740E59DC-B6D4-4E7E-827A-544B7D872B11}" presName="Name21" presStyleCnt="0"/>
      <dgm:spPr/>
    </dgm:pt>
    <dgm:pt modelId="{4144EF55-8984-4DFA-A5DC-5102E01E248B}" type="pres">
      <dgm:prSet presAssocID="{740E59DC-B6D4-4E7E-827A-544B7D872B11}" presName="level2Shape" presStyleLbl="node4" presStyleIdx="2" presStyleCnt="11"/>
      <dgm:spPr/>
    </dgm:pt>
    <dgm:pt modelId="{AB511131-0407-4644-8AF8-36E8FCCF3C19}" type="pres">
      <dgm:prSet presAssocID="{740E59DC-B6D4-4E7E-827A-544B7D872B11}" presName="hierChild3" presStyleCnt="0"/>
      <dgm:spPr/>
    </dgm:pt>
    <dgm:pt modelId="{A621BC21-F938-433D-99B6-DAE179D94ED8}" type="pres">
      <dgm:prSet presAssocID="{18CBB5CD-BDC3-4487-A855-6826A5BFB378}" presName="Name19" presStyleLbl="parChTrans1D2" presStyleIdx="1" presStyleCnt="3"/>
      <dgm:spPr/>
    </dgm:pt>
    <dgm:pt modelId="{E7A680BE-BD5C-426F-9E04-31C31C5D63C3}" type="pres">
      <dgm:prSet presAssocID="{4466BB8B-7E5E-456C-A029-71A8AF4736EB}" presName="Name21" presStyleCnt="0"/>
      <dgm:spPr/>
    </dgm:pt>
    <dgm:pt modelId="{E09E56F5-1ED1-4741-9324-D7E8CC86A74D}" type="pres">
      <dgm:prSet presAssocID="{4466BB8B-7E5E-456C-A029-71A8AF4736EB}" presName="level2Shape" presStyleLbl="node2" presStyleIdx="1" presStyleCnt="3"/>
      <dgm:spPr/>
    </dgm:pt>
    <dgm:pt modelId="{D0B7580C-D279-4C64-9436-1C6DA3903C96}" type="pres">
      <dgm:prSet presAssocID="{4466BB8B-7E5E-456C-A029-71A8AF4736EB}" presName="hierChild3" presStyleCnt="0"/>
      <dgm:spPr/>
    </dgm:pt>
    <dgm:pt modelId="{24673EEA-72D6-461F-BFEB-19F8DD68BFD4}" type="pres">
      <dgm:prSet presAssocID="{A7C5EE43-3242-4FB8-A94F-D8CAA0ED6923}" presName="Name19" presStyleLbl="parChTrans1D3" presStyleIdx="2" presStyleCnt="6"/>
      <dgm:spPr/>
    </dgm:pt>
    <dgm:pt modelId="{321C8227-C9B8-4760-87D5-760A82FC90A5}" type="pres">
      <dgm:prSet presAssocID="{4327BA11-EBD8-4C81-A596-D55A4F45146D}" presName="Name21" presStyleCnt="0"/>
      <dgm:spPr/>
    </dgm:pt>
    <dgm:pt modelId="{D34AA984-1C0D-4C8C-A7FF-43236FDAA7E1}" type="pres">
      <dgm:prSet presAssocID="{4327BA11-EBD8-4C81-A596-D55A4F45146D}" presName="level2Shape" presStyleLbl="node3" presStyleIdx="2" presStyleCnt="6"/>
      <dgm:spPr/>
    </dgm:pt>
    <dgm:pt modelId="{1A64A6C4-53DC-4A2D-8D74-9CEA6F528B47}" type="pres">
      <dgm:prSet presAssocID="{4327BA11-EBD8-4C81-A596-D55A4F45146D}" presName="hierChild3" presStyleCnt="0"/>
      <dgm:spPr/>
    </dgm:pt>
    <dgm:pt modelId="{60E78178-2614-4D0F-8BCE-A37D23B933AE}" type="pres">
      <dgm:prSet presAssocID="{0E665079-DEDA-45D1-B550-0E66D4A4D704}" presName="Name19" presStyleLbl="parChTrans1D4" presStyleIdx="3" presStyleCnt="11"/>
      <dgm:spPr/>
    </dgm:pt>
    <dgm:pt modelId="{389F131D-11D7-48D5-86AF-50BDFA252059}" type="pres">
      <dgm:prSet presAssocID="{55A68527-FE12-4CBD-A37A-DEF91CF43FDB}" presName="Name21" presStyleCnt="0"/>
      <dgm:spPr/>
    </dgm:pt>
    <dgm:pt modelId="{E9D19E04-109E-4322-BFE8-2C001F460C97}" type="pres">
      <dgm:prSet presAssocID="{55A68527-FE12-4CBD-A37A-DEF91CF43FDB}" presName="level2Shape" presStyleLbl="node4" presStyleIdx="3" presStyleCnt="11"/>
      <dgm:spPr/>
    </dgm:pt>
    <dgm:pt modelId="{E78D5B9E-425E-47DD-BF2F-FD60F86344E1}" type="pres">
      <dgm:prSet presAssocID="{55A68527-FE12-4CBD-A37A-DEF91CF43FDB}" presName="hierChild3" presStyleCnt="0"/>
      <dgm:spPr/>
    </dgm:pt>
    <dgm:pt modelId="{45FB4F23-B6C2-4CE6-8B79-2950FB15CC76}" type="pres">
      <dgm:prSet presAssocID="{FA723A55-265B-4366-B726-89272D62566B}" presName="Name19" presStyleLbl="parChTrans1D3" presStyleIdx="3" presStyleCnt="6"/>
      <dgm:spPr/>
    </dgm:pt>
    <dgm:pt modelId="{8FB9B66D-A632-4E27-9BD3-279443799613}" type="pres">
      <dgm:prSet presAssocID="{140DA2A4-DE9E-473E-B792-4201EBEBCCEF}" presName="Name21" presStyleCnt="0"/>
      <dgm:spPr/>
    </dgm:pt>
    <dgm:pt modelId="{08CC2D12-549E-49EB-AD33-80EEC8386ABC}" type="pres">
      <dgm:prSet presAssocID="{140DA2A4-DE9E-473E-B792-4201EBEBCCEF}" presName="level2Shape" presStyleLbl="node3" presStyleIdx="3" presStyleCnt="6"/>
      <dgm:spPr/>
    </dgm:pt>
    <dgm:pt modelId="{17B1BC99-820B-4490-8020-A867FF24844F}" type="pres">
      <dgm:prSet presAssocID="{140DA2A4-DE9E-473E-B792-4201EBEBCCEF}" presName="hierChild3" presStyleCnt="0"/>
      <dgm:spPr/>
    </dgm:pt>
    <dgm:pt modelId="{BF011010-BE9E-4CCA-8E28-A8AE0DA7B6E8}" type="pres">
      <dgm:prSet presAssocID="{E10B127A-822A-4626-BCC8-ECE21EC228BB}" presName="Name19" presStyleLbl="parChTrans1D4" presStyleIdx="4" presStyleCnt="11"/>
      <dgm:spPr/>
    </dgm:pt>
    <dgm:pt modelId="{7DCA9413-FBAE-441B-9187-26489A76F021}" type="pres">
      <dgm:prSet presAssocID="{72185894-08BD-4B9D-B9CF-D944BE8CB234}" presName="Name21" presStyleCnt="0"/>
      <dgm:spPr/>
    </dgm:pt>
    <dgm:pt modelId="{0046D890-46BC-4A06-B3B8-E5AA4BD83650}" type="pres">
      <dgm:prSet presAssocID="{72185894-08BD-4B9D-B9CF-D944BE8CB234}" presName="level2Shape" presStyleLbl="node4" presStyleIdx="4" presStyleCnt="11"/>
      <dgm:spPr/>
    </dgm:pt>
    <dgm:pt modelId="{9E28FC0D-F896-411F-8B7A-00418DC53F69}" type="pres">
      <dgm:prSet presAssocID="{72185894-08BD-4B9D-B9CF-D944BE8CB234}" presName="hierChild3" presStyleCnt="0"/>
      <dgm:spPr/>
    </dgm:pt>
    <dgm:pt modelId="{CD219C46-7EF3-42C0-9A4B-081DEBE1642C}" type="pres">
      <dgm:prSet presAssocID="{DB401168-5240-4E53-B187-C2BF835E4DA7}" presName="Name19" presStyleLbl="parChTrans1D2" presStyleIdx="2" presStyleCnt="3"/>
      <dgm:spPr/>
    </dgm:pt>
    <dgm:pt modelId="{C4C76503-76F2-45CC-9743-9B242448D940}" type="pres">
      <dgm:prSet presAssocID="{11CC139A-07FE-47AB-B3A0-BC8DAB0B0831}" presName="Name21" presStyleCnt="0"/>
      <dgm:spPr/>
    </dgm:pt>
    <dgm:pt modelId="{295FBE9B-6645-4045-B93E-041BC239FD0B}" type="pres">
      <dgm:prSet presAssocID="{11CC139A-07FE-47AB-B3A0-BC8DAB0B0831}" presName="level2Shape" presStyleLbl="node2" presStyleIdx="2" presStyleCnt="3"/>
      <dgm:spPr/>
    </dgm:pt>
    <dgm:pt modelId="{45AE9709-8046-4C01-9A9B-03E0B0D1C21A}" type="pres">
      <dgm:prSet presAssocID="{11CC139A-07FE-47AB-B3A0-BC8DAB0B0831}" presName="hierChild3" presStyleCnt="0"/>
      <dgm:spPr/>
    </dgm:pt>
    <dgm:pt modelId="{F1AC5A8A-3B59-4658-91B5-DAE0FF94B50B}" type="pres">
      <dgm:prSet presAssocID="{68971957-ABDD-48B3-B72E-0A8752B596F0}" presName="Name19" presStyleLbl="parChTrans1D3" presStyleIdx="4" presStyleCnt="6"/>
      <dgm:spPr/>
    </dgm:pt>
    <dgm:pt modelId="{17FCA2A7-C4E7-4342-BBB1-91D4DBECE083}" type="pres">
      <dgm:prSet presAssocID="{A31F1449-0689-4C97-B449-8CF0944CAA1F}" presName="Name21" presStyleCnt="0"/>
      <dgm:spPr/>
    </dgm:pt>
    <dgm:pt modelId="{701C8EC7-87D0-4A16-9119-38FB58AE755B}" type="pres">
      <dgm:prSet presAssocID="{A31F1449-0689-4C97-B449-8CF0944CAA1F}" presName="level2Shape" presStyleLbl="node3" presStyleIdx="4" presStyleCnt="6"/>
      <dgm:spPr/>
    </dgm:pt>
    <dgm:pt modelId="{4F5446D6-0FF5-4A85-A152-0CF9373547EE}" type="pres">
      <dgm:prSet presAssocID="{A31F1449-0689-4C97-B449-8CF0944CAA1F}" presName="hierChild3" presStyleCnt="0"/>
      <dgm:spPr/>
    </dgm:pt>
    <dgm:pt modelId="{A81275A5-188D-4856-BBB0-FF01D94816BD}" type="pres">
      <dgm:prSet presAssocID="{167F89FA-DEEC-49AE-87B6-B277375F1683}" presName="Name19" presStyleLbl="parChTrans1D4" presStyleIdx="5" presStyleCnt="11"/>
      <dgm:spPr/>
    </dgm:pt>
    <dgm:pt modelId="{6D677FC3-F974-46F2-9220-0EF25FF01C7D}" type="pres">
      <dgm:prSet presAssocID="{FA971747-25EC-46F5-962C-E5012B4F1463}" presName="Name21" presStyleCnt="0"/>
      <dgm:spPr/>
    </dgm:pt>
    <dgm:pt modelId="{7013F148-691D-4C4F-B954-3E54340FA920}" type="pres">
      <dgm:prSet presAssocID="{FA971747-25EC-46F5-962C-E5012B4F1463}" presName="level2Shape" presStyleLbl="node4" presStyleIdx="5" presStyleCnt="11"/>
      <dgm:spPr/>
    </dgm:pt>
    <dgm:pt modelId="{4537332F-0826-484B-8A2D-BC8B0D8DBFCD}" type="pres">
      <dgm:prSet presAssocID="{FA971747-25EC-46F5-962C-E5012B4F1463}" presName="hierChild3" presStyleCnt="0"/>
      <dgm:spPr/>
    </dgm:pt>
    <dgm:pt modelId="{B7BAA972-7EF4-4206-8753-58C9C2275F71}" type="pres">
      <dgm:prSet presAssocID="{8194298B-3101-4D48-8B16-FDAEB1C7AF7F}" presName="Name19" presStyleLbl="parChTrans1D4" presStyleIdx="6" presStyleCnt="11"/>
      <dgm:spPr/>
    </dgm:pt>
    <dgm:pt modelId="{0A9435E0-B25A-448C-A395-C10DC2280B99}" type="pres">
      <dgm:prSet presAssocID="{DE5DE1EF-F1D2-47B3-A156-C0A0759271A7}" presName="Name21" presStyleCnt="0"/>
      <dgm:spPr/>
    </dgm:pt>
    <dgm:pt modelId="{3C2D8886-2290-491A-9953-9DF8668655AC}" type="pres">
      <dgm:prSet presAssocID="{DE5DE1EF-F1D2-47B3-A156-C0A0759271A7}" presName="level2Shape" presStyleLbl="node4" presStyleIdx="6" presStyleCnt="11"/>
      <dgm:spPr/>
    </dgm:pt>
    <dgm:pt modelId="{E6C5440F-7823-4E78-A42C-C95D66CBE999}" type="pres">
      <dgm:prSet presAssocID="{DE5DE1EF-F1D2-47B3-A156-C0A0759271A7}" presName="hierChild3" presStyleCnt="0"/>
      <dgm:spPr/>
    </dgm:pt>
    <dgm:pt modelId="{0504819B-BCCA-4F24-88BB-73474E2CD7EB}" type="pres">
      <dgm:prSet presAssocID="{AA60E93F-5312-42E9-A89A-D5AABEC1BEA5}" presName="Name19" presStyleLbl="parChTrans1D4" presStyleIdx="7" presStyleCnt="11"/>
      <dgm:spPr/>
    </dgm:pt>
    <dgm:pt modelId="{F359F7BA-2731-4F03-A64A-DFDA816635D8}" type="pres">
      <dgm:prSet presAssocID="{F948E16F-D89E-4182-90F1-4137AA531692}" presName="Name21" presStyleCnt="0"/>
      <dgm:spPr/>
    </dgm:pt>
    <dgm:pt modelId="{C80A4633-016B-45E1-91A3-1E95B129E46E}" type="pres">
      <dgm:prSet presAssocID="{F948E16F-D89E-4182-90F1-4137AA531692}" presName="level2Shape" presStyleLbl="node4" presStyleIdx="7" presStyleCnt="11"/>
      <dgm:spPr/>
    </dgm:pt>
    <dgm:pt modelId="{79EE21EA-264C-483E-ADEC-0205B526D20D}" type="pres">
      <dgm:prSet presAssocID="{F948E16F-D89E-4182-90F1-4137AA531692}" presName="hierChild3" presStyleCnt="0"/>
      <dgm:spPr/>
    </dgm:pt>
    <dgm:pt modelId="{BBB9C00F-E450-4D28-8E29-DA184D84ED60}" type="pres">
      <dgm:prSet presAssocID="{0838643A-73A8-40B7-97DB-F59920D3E125}" presName="Name19" presStyleLbl="parChTrans1D3" presStyleIdx="5" presStyleCnt="6"/>
      <dgm:spPr/>
    </dgm:pt>
    <dgm:pt modelId="{9549F25B-7CA4-483C-A239-0A1F6AAB5B34}" type="pres">
      <dgm:prSet presAssocID="{8000DF00-7D38-431C-8125-C544F1000ECF}" presName="Name21" presStyleCnt="0"/>
      <dgm:spPr/>
    </dgm:pt>
    <dgm:pt modelId="{8A4D2BB7-3895-45C6-B361-42B23260A767}" type="pres">
      <dgm:prSet presAssocID="{8000DF00-7D38-431C-8125-C544F1000ECF}" presName="level2Shape" presStyleLbl="node3" presStyleIdx="5" presStyleCnt="6"/>
      <dgm:spPr/>
    </dgm:pt>
    <dgm:pt modelId="{53ADEE82-0801-4788-A2F8-015F12596D26}" type="pres">
      <dgm:prSet presAssocID="{8000DF00-7D38-431C-8125-C544F1000ECF}" presName="hierChild3" presStyleCnt="0"/>
      <dgm:spPr/>
    </dgm:pt>
    <dgm:pt modelId="{9FDE3944-37E7-43B8-A2A0-51C98DF2B5F7}" type="pres">
      <dgm:prSet presAssocID="{118E1FCE-F046-4156-B84F-14B6646B9687}" presName="Name19" presStyleLbl="parChTrans1D4" presStyleIdx="8" presStyleCnt="11"/>
      <dgm:spPr/>
    </dgm:pt>
    <dgm:pt modelId="{B004210E-9618-41C6-8FE4-FF0DEAABF4C0}" type="pres">
      <dgm:prSet presAssocID="{6732AEE5-12E0-4B1A-926A-820EB0872E02}" presName="Name21" presStyleCnt="0"/>
      <dgm:spPr/>
    </dgm:pt>
    <dgm:pt modelId="{C9E7D73C-68CD-4828-A17E-57F20ABE0A89}" type="pres">
      <dgm:prSet presAssocID="{6732AEE5-12E0-4B1A-926A-820EB0872E02}" presName="level2Shape" presStyleLbl="node4" presStyleIdx="8" presStyleCnt="11"/>
      <dgm:spPr/>
    </dgm:pt>
    <dgm:pt modelId="{38F6F2E5-09D5-41A8-81D3-50452FC33A14}" type="pres">
      <dgm:prSet presAssocID="{6732AEE5-12E0-4B1A-926A-820EB0872E02}" presName="hierChild3" presStyleCnt="0"/>
      <dgm:spPr/>
    </dgm:pt>
    <dgm:pt modelId="{9B88CF8B-D256-47AB-88D6-EB161B82D981}" type="pres">
      <dgm:prSet presAssocID="{A5D4A8DC-2A20-4999-9F30-D7065B83DDBD}" presName="Name19" presStyleLbl="parChTrans1D4" presStyleIdx="9" presStyleCnt="11"/>
      <dgm:spPr/>
    </dgm:pt>
    <dgm:pt modelId="{115EDFA3-725C-4CC3-8369-1C35F06E27E3}" type="pres">
      <dgm:prSet presAssocID="{F4FC9E0A-092B-4C9C-A872-88B5EBD5398E}" presName="Name21" presStyleCnt="0"/>
      <dgm:spPr/>
    </dgm:pt>
    <dgm:pt modelId="{FACB8274-FADC-4B17-B41C-21EFD12D150E}" type="pres">
      <dgm:prSet presAssocID="{F4FC9E0A-092B-4C9C-A872-88B5EBD5398E}" presName="level2Shape" presStyleLbl="node4" presStyleIdx="9" presStyleCnt="11"/>
      <dgm:spPr/>
    </dgm:pt>
    <dgm:pt modelId="{FBC6BCC9-2902-44C5-A1D2-8C43085BDCA6}" type="pres">
      <dgm:prSet presAssocID="{F4FC9E0A-092B-4C9C-A872-88B5EBD5398E}" presName="hierChild3" presStyleCnt="0"/>
      <dgm:spPr/>
    </dgm:pt>
    <dgm:pt modelId="{9125AFF1-7F73-42EF-A4E9-071C184BF59B}" type="pres">
      <dgm:prSet presAssocID="{E03AE646-0CE4-494A-B0D1-C5623CFF71DF}" presName="Name19" presStyleLbl="parChTrans1D4" presStyleIdx="10" presStyleCnt="11"/>
      <dgm:spPr/>
    </dgm:pt>
    <dgm:pt modelId="{4B3B77A5-2131-459B-A7A4-66CDA0DA258B}" type="pres">
      <dgm:prSet presAssocID="{41E77085-3BF0-460E-A070-D4E6793C6074}" presName="Name21" presStyleCnt="0"/>
      <dgm:spPr/>
    </dgm:pt>
    <dgm:pt modelId="{69D26E94-762F-4C93-9BBA-0C1971114BFD}" type="pres">
      <dgm:prSet presAssocID="{41E77085-3BF0-460E-A070-D4E6793C6074}" presName="level2Shape" presStyleLbl="node4" presStyleIdx="10" presStyleCnt="11"/>
      <dgm:spPr/>
    </dgm:pt>
    <dgm:pt modelId="{EDB44CB3-6CCC-4479-9E15-B406C249C1DF}" type="pres">
      <dgm:prSet presAssocID="{41E77085-3BF0-460E-A070-D4E6793C6074}" presName="hierChild3" presStyleCnt="0"/>
      <dgm:spPr/>
    </dgm:pt>
    <dgm:pt modelId="{4143CB2A-3007-4012-9675-AA97C739886A}" type="pres">
      <dgm:prSet presAssocID="{E038D509-28B5-4AD9-A5FE-C23B8B594FC0}" presName="bgShapesFlow" presStyleCnt="0"/>
      <dgm:spPr/>
    </dgm:pt>
    <dgm:pt modelId="{451745DB-FE44-4AD7-A44D-DE8A8B33D8B9}" type="pres">
      <dgm:prSet presAssocID="{6986DF33-02FC-483D-BFFE-8ED2E7BE511A}" presName="rectComp" presStyleCnt="0"/>
      <dgm:spPr/>
    </dgm:pt>
    <dgm:pt modelId="{A8645714-4708-4751-AD7E-F20F79376EDC}" type="pres">
      <dgm:prSet presAssocID="{6986DF33-02FC-483D-BFFE-8ED2E7BE511A}" presName="bgRect" presStyleLbl="bgShp" presStyleIdx="0" presStyleCnt="3"/>
      <dgm:spPr/>
    </dgm:pt>
    <dgm:pt modelId="{BA378DFC-3683-441B-898E-2BA54E74386A}" type="pres">
      <dgm:prSet presAssocID="{6986DF33-02FC-483D-BFFE-8ED2E7BE511A}" presName="bgRectTx" presStyleLbl="bgShp" presStyleIdx="0" presStyleCnt="3">
        <dgm:presLayoutVars>
          <dgm:bulletEnabled val="1"/>
        </dgm:presLayoutVars>
      </dgm:prSet>
      <dgm:spPr/>
    </dgm:pt>
    <dgm:pt modelId="{1B0A6E4F-E8B4-4B04-94E9-54F3C87F4567}" type="pres">
      <dgm:prSet presAssocID="{6986DF33-02FC-483D-BFFE-8ED2E7BE511A}" presName="spComp" presStyleCnt="0"/>
      <dgm:spPr/>
    </dgm:pt>
    <dgm:pt modelId="{F761FF13-FE81-47C0-AE40-59A1972CECD0}" type="pres">
      <dgm:prSet presAssocID="{6986DF33-02FC-483D-BFFE-8ED2E7BE511A}" presName="vSp" presStyleCnt="0"/>
      <dgm:spPr/>
    </dgm:pt>
    <dgm:pt modelId="{6E161205-76E6-4C26-A1EE-F18605A7C751}" type="pres">
      <dgm:prSet presAssocID="{32766663-B72E-4ECB-B865-C8EC725906D0}" presName="rectComp" presStyleCnt="0"/>
      <dgm:spPr/>
    </dgm:pt>
    <dgm:pt modelId="{1EA2DECA-F122-455E-B01A-5E09D53A0CEB}" type="pres">
      <dgm:prSet presAssocID="{32766663-B72E-4ECB-B865-C8EC725906D0}" presName="bgRect" presStyleLbl="bgShp" presStyleIdx="1" presStyleCnt="3"/>
      <dgm:spPr/>
    </dgm:pt>
    <dgm:pt modelId="{C65B1910-5FF3-418B-8508-508D3300DB3D}" type="pres">
      <dgm:prSet presAssocID="{32766663-B72E-4ECB-B865-C8EC725906D0}" presName="bgRectTx" presStyleLbl="bgShp" presStyleIdx="1" presStyleCnt="3">
        <dgm:presLayoutVars>
          <dgm:bulletEnabled val="1"/>
        </dgm:presLayoutVars>
      </dgm:prSet>
      <dgm:spPr/>
    </dgm:pt>
    <dgm:pt modelId="{7A35F1DA-41C1-46DE-8D7F-442668CEA46D}" type="pres">
      <dgm:prSet presAssocID="{32766663-B72E-4ECB-B865-C8EC725906D0}" presName="spComp" presStyleCnt="0"/>
      <dgm:spPr/>
    </dgm:pt>
    <dgm:pt modelId="{AB25B5F2-A2C6-4A9E-876B-8F92CAFD057E}" type="pres">
      <dgm:prSet presAssocID="{32766663-B72E-4ECB-B865-C8EC725906D0}" presName="vSp" presStyleCnt="0"/>
      <dgm:spPr/>
    </dgm:pt>
    <dgm:pt modelId="{80082F54-BBBF-498F-BCD4-DABE3C1A635D}" type="pres">
      <dgm:prSet presAssocID="{5324B660-AB73-4C20-BF4C-A895A10D83B7}" presName="rectComp" presStyleCnt="0"/>
      <dgm:spPr/>
    </dgm:pt>
    <dgm:pt modelId="{DD2D506E-4BDA-4309-BD9B-D36E003BFD30}" type="pres">
      <dgm:prSet presAssocID="{5324B660-AB73-4C20-BF4C-A895A10D83B7}" presName="bgRect" presStyleLbl="bgShp" presStyleIdx="2" presStyleCnt="3"/>
      <dgm:spPr/>
    </dgm:pt>
    <dgm:pt modelId="{42AA0E1C-E561-46A2-8AE0-927790FC52E9}" type="pres">
      <dgm:prSet presAssocID="{5324B660-AB73-4C20-BF4C-A895A10D83B7}" presName="bgRectTx" presStyleLbl="bgShp" presStyleIdx="2" presStyleCnt="3">
        <dgm:presLayoutVars>
          <dgm:bulletEnabled val="1"/>
        </dgm:presLayoutVars>
      </dgm:prSet>
      <dgm:spPr/>
    </dgm:pt>
  </dgm:ptLst>
  <dgm:cxnLst>
    <dgm:cxn modelId="{9CC79519-AAFB-4EE1-80FB-DC9AF1BBE99A}" srcId="{142FB042-C8BA-4049-83A5-94DA61CD830C}" destId="{CC805C4F-FD6D-4FCE-8469-534252F648F4}" srcOrd="0" destOrd="0" parTransId="{4263F63A-A893-4B16-85FD-B6D97B22B5E6}" sibTransId="{6C7C3746-5530-4BB4-BB93-0FC5CF2F3236}"/>
    <dgm:cxn modelId="{B53A6D1D-2920-4E63-B2B2-D5F9884616E2}" type="presOf" srcId="{E76C3654-1360-415D-B82E-6FF13863969B}" destId="{4431112D-ED80-4F4A-9242-23C084ADCF78}" srcOrd="0" destOrd="0" presId="urn:microsoft.com/office/officeart/2005/8/layout/hierarchy6"/>
    <dgm:cxn modelId="{B2C05D20-B993-4199-86EE-4632BDFAE1CD}" srcId="{4466BB8B-7E5E-456C-A029-71A8AF4736EB}" destId="{140DA2A4-DE9E-473E-B792-4201EBEBCCEF}" srcOrd="1" destOrd="0" parTransId="{FA723A55-265B-4366-B726-89272D62566B}" sibTransId="{DB6589D5-1259-4B50-A58A-91EBB320CC92}"/>
    <dgm:cxn modelId="{49DB6921-8A39-4322-B474-9F77477AF986}" type="presOf" srcId="{EA84C031-9A64-47B9-A946-71CC7B3C0ADA}" destId="{42EAF587-7323-4345-AACA-1C1752D47940}" srcOrd="0" destOrd="0" presId="urn:microsoft.com/office/officeart/2005/8/layout/hierarchy6"/>
    <dgm:cxn modelId="{B36AB926-0846-4A1C-9292-BC7487FCEEA4}" type="presOf" srcId="{6BDF0593-2B98-46C4-B3CF-6742498B1AFE}" destId="{346CB323-0227-427A-9A1D-8A89846644AC}" srcOrd="0" destOrd="0" presId="urn:microsoft.com/office/officeart/2005/8/layout/hierarchy6"/>
    <dgm:cxn modelId="{13184A2A-001B-40B0-A1F3-8514A6B2AC14}" srcId="{140DA2A4-DE9E-473E-B792-4201EBEBCCEF}" destId="{72185894-08BD-4B9D-B9CF-D944BE8CB234}" srcOrd="0" destOrd="0" parTransId="{E10B127A-822A-4626-BCC8-ECE21EC228BB}" sibTransId="{CDFE3069-D466-4663-80B0-A4C32AE07226}"/>
    <dgm:cxn modelId="{0A30852C-5642-46FB-929E-FC6CB1B25E55}" srcId="{A31F1449-0689-4C97-B449-8CF0944CAA1F}" destId="{F948E16F-D89E-4182-90F1-4137AA531692}" srcOrd="2" destOrd="0" parTransId="{AA60E93F-5312-42E9-A89A-D5AABEC1BEA5}" sibTransId="{5A576466-C81F-4AB8-90BB-6C648C64859D}"/>
    <dgm:cxn modelId="{7475072E-3695-4598-AC7A-8DCD8948C4F0}" type="presOf" srcId="{E10B127A-822A-4626-BCC8-ECE21EC228BB}" destId="{BF011010-BE9E-4CCA-8E28-A8AE0DA7B6E8}" srcOrd="0" destOrd="0" presId="urn:microsoft.com/office/officeart/2005/8/layout/hierarchy6"/>
    <dgm:cxn modelId="{3E10132F-2ED8-4D8A-A1F6-268C58CC5D59}" type="presOf" srcId="{DE5DE1EF-F1D2-47B3-A156-C0A0759271A7}" destId="{3C2D8886-2290-491A-9953-9DF8668655AC}" srcOrd="0" destOrd="0" presId="urn:microsoft.com/office/officeart/2005/8/layout/hierarchy6"/>
    <dgm:cxn modelId="{40C8FB30-ED22-44E9-8138-105BBD766122}" srcId="{E76C3654-1360-415D-B82E-6FF13863969B}" destId="{142FB042-C8BA-4049-83A5-94DA61CD830C}" srcOrd="0" destOrd="0" parTransId="{4A20111A-A1AC-4A3F-8A4D-944C73EBB3ED}" sibTransId="{4618DEB7-C090-4DFF-9FF8-E77B3DBE38E8}"/>
    <dgm:cxn modelId="{07E7EC32-A618-4417-A16C-49738D58A9C3}" srcId="{CC805C4F-FD6D-4FCE-8469-534252F648F4}" destId="{6BDF0593-2B98-46C4-B3CF-6742498B1AFE}" srcOrd="1" destOrd="0" parTransId="{4890A2F4-11DF-4EE2-9185-94D6464056FC}" sibTransId="{B6E57054-5E48-43FA-B90A-4AE1D8D39716}"/>
    <dgm:cxn modelId="{AD5D8E39-DCF6-43F4-872C-2565336532FA}" type="presOf" srcId="{41E77085-3BF0-460E-A070-D4E6793C6074}" destId="{69D26E94-762F-4C93-9BBA-0C1971114BFD}" srcOrd="0" destOrd="0" presId="urn:microsoft.com/office/officeart/2005/8/layout/hierarchy6"/>
    <dgm:cxn modelId="{8EA55F3B-5E3B-4771-968D-1C44EA294D25}" srcId="{0046EFB7-093A-4BF3-BB5F-15BF9AF51606}" destId="{740E59DC-B6D4-4E7E-827A-544B7D872B11}" srcOrd="0" destOrd="0" parTransId="{6313D74A-1213-422E-B56C-77DDC9640197}" sibTransId="{CEE10E26-A113-4A53-A794-074C0DA5043A}"/>
    <dgm:cxn modelId="{D5930F5F-B5CC-4D3E-B7AC-8DD1F7E905A9}" type="presOf" srcId="{0E665079-DEDA-45D1-B550-0E66D4A4D704}" destId="{60E78178-2614-4D0F-8BCE-A37D23B933AE}" srcOrd="0" destOrd="0" presId="urn:microsoft.com/office/officeart/2005/8/layout/hierarchy6"/>
    <dgm:cxn modelId="{FCF9ED44-776F-497B-B625-149B2CD272CD}" srcId="{E038D509-28B5-4AD9-A5FE-C23B8B594FC0}" destId="{6986DF33-02FC-483D-BFFE-8ED2E7BE511A}" srcOrd="1" destOrd="0" parTransId="{CAADC493-B7A3-46C8-BBE7-8F01B05EA91E}" sibTransId="{BAA76C4B-B837-4A9A-9180-136061961065}"/>
    <dgm:cxn modelId="{C055EC46-4683-49C7-B248-00E0C82DECC2}" type="presOf" srcId="{4890A2F4-11DF-4EE2-9185-94D6464056FC}" destId="{20817F35-F608-41EC-9EBA-E393256ADB26}" srcOrd="0" destOrd="0" presId="urn:microsoft.com/office/officeart/2005/8/layout/hierarchy6"/>
    <dgm:cxn modelId="{D853FE67-7651-4C92-930F-3F7F888B4DFA}" srcId="{A31F1449-0689-4C97-B449-8CF0944CAA1F}" destId="{FA971747-25EC-46F5-962C-E5012B4F1463}" srcOrd="0" destOrd="0" parTransId="{167F89FA-DEEC-49AE-87B6-B277375F1683}" sibTransId="{F46B29E0-BC11-4857-B9DC-B6BE85567601}"/>
    <dgm:cxn modelId="{60B5084B-B92C-49DF-8F59-B608618660A1}" type="presOf" srcId="{0838643A-73A8-40B7-97DB-F59920D3E125}" destId="{BBB9C00F-E450-4D28-8E29-DA184D84ED60}" srcOrd="0" destOrd="0" presId="urn:microsoft.com/office/officeart/2005/8/layout/hierarchy6"/>
    <dgm:cxn modelId="{C8C5134B-7936-4707-A36F-DF3DFA0C5FA7}" type="presOf" srcId="{5324B660-AB73-4C20-BF4C-A895A10D83B7}" destId="{42AA0E1C-E561-46A2-8AE0-927790FC52E9}" srcOrd="1" destOrd="0" presId="urn:microsoft.com/office/officeart/2005/8/layout/hierarchy6"/>
    <dgm:cxn modelId="{C713534E-3434-481B-936E-E6AE134FAEB4}" srcId="{4466BB8B-7E5E-456C-A029-71A8AF4736EB}" destId="{4327BA11-EBD8-4C81-A596-D55A4F45146D}" srcOrd="0" destOrd="0" parTransId="{A7C5EE43-3242-4FB8-A94F-D8CAA0ED6923}" sibTransId="{C499C1A8-0A23-4437-8C55-7CC12C92DD7D}"/>
    <dgm:cxn modelId="{EBDBD24E-EEE0-4434-8AA6-E9A1ED363BD9}" type="presOf" srcId="{4263F63A-A893-4B16-85FD-B6D97B22B5E6}" destId="{FAB96838-8297-4B8A-8D77-457225D74144}" srcOrd="0" destOrd="0" presId="urn:microsoft.com/office/officeart/2005/8/layout/hierarchy6"/>
    <dgm:cxn modelId="{971D9550-007A-4BBD-BA4C-9C9183674D10}" type="presOf" srcId="{CC805C4F-FD6D-4FCE-8469-534252F648F4}" destId="{E0B072FC-A394-4A38-ABAC-03B491941F63}" srcOrd="0" destOrd="0" presId="urn:microsoft.com/office/officeart/2005/8/layout/hierarchy6"/>
    <dgm:cxn modelId="{9D782E71-C4B9-4569-96F2-EBF290E00BEA}" type="presOf" srcId="{140DA2A4-DE9E-473E-B792-4201EBEBCCEF}" destId="{08CC2D12-549E-49EB-AD33-80EEC8386ABC}" srcOrd="0" destOrd="0" presId="urn:microsoft.com/office/officeart/2005/8/layout/hierarchy6"/>
    <dgm:cxn modelId="{7B3B9871-A6A3-4DB9-986D-AB3C84BE901F}" type="presOf" srcId="{4A20111A-A1AC-4A3F-8A4D-944C73EBB3ED}" destId="{4DB380DC-8858-4914-BBC1-717E9D16BB1E}" srcOrd="0" destOrd="0" presId="urn:microsoft.com/office/officeart/2005/8/layout/hierarchy6"/>
    <dgm:cxn modelId="{4D10F276-CB07-458E-869B-348FDD74519C}" type="presOf" srcId="{6732AEE5-12E0-4B1A-926A-820EB0872E02}" destId="{C9E7D73C-68CD-4828-A17E-57F20ABE0A89}" srcOrd="0" destOrd="0" presId="urn:microsoft.com/office/officeart/2005/8/layout/hierarchy6"/>
    <dgm:cxn modelId="{BE71A577-82A9-48F8-8681-DA45E83FDC3E}" type="presOf" srcId="{118E1FCE-F046-4156-B84F-14B6646B9687}" destId="{9FDE3944-37E7-43B8-A2A0-51C98DF2B5F7}" srcOrd="0" destOrd="0" presId="urn:microsoft.com/office/officeart/2005/8/layout/hierarchy6"/>
    <dgm:cxn modelId="{BF3BF877-D104-4C28-BC8F-1200638FB011}" type="presOf" srcId="{3913CB24-EF3D-4B64-BE68-6E9293D474B3}" destId="{D3F98357-F435-4B17-A632-A9D91054B68D}" srcOrd="0" destOrd="0" presId="urn:microsoft.com/office/officeart/2005/8/layout/hierarchy6"/>
    <dgm:cxn modelId="{B4610878-9F9D-4AA2-866A-73C612D3512E}" type="presOf" srcId="{167F89FA-DEEC-49AE-87B6-B277375F1683}" destId="{A81275A5-188D-4856-BBB0-FF01D94816BD}" srcOrd="0" destOrd="0" presId="urn:microsoft.com/office/officeart/2005/8/layout/hierarchy6"/>
    <dgm:cxn modelId="{A9D58978-2647-48F9-A433-8D02F88F44CF}" srcId="{E038D509-28B5-4AD9-A5FE-C23B8B594FC0}" destId="{5324B660-AB73-4C20-BF4C-A895A10D83B7}" srcOrd="3" destOrd="0" parTransId="{81D062DD-1884-48AF-8314-E887BD66301D}" sibTransId="{DA816B07-64CF-495D-804C-36B8D29C75ED}"/>
    <dgm:cxn modelId="{A3FF0459-5292-48F1-95E5-E821A9CD8F0D}" srcId="{E038D509-28B5-4AD9-A5FE-C23B8B594FC0}" destId="{32766663-B72E-4ECB-B865-C8EC725906D0}" srcOrd="2" destOrd="0" parTransId="{13FD0824-E27E-4074-8A10-030444E6649D}" sibTransId="{480C3720-58E4-4D8C-A1D5-C920D6EA4F91}"/>
    <dgm:cxn modelId="{ACED9A79-51D1-4472-8223-A182AB081003}" type="presOf" srcId="{6986DF33-02FC-483D-BFFE-8ED2E7BE511A}" destId="{A8645714-4708-4751-AD7E-F20F79376EDC}" srcOrd="0" destOrd="0" presId="urn:microsoft.com/office/officeart/2005/8/layout/hierarchy6"/>
    <dgm:cxn modelId="{8554E979-354F-47FC-A777-8BA30AD8050A}" type="presOf" srcId="{A7C5EE43-3242-4FB8-A94F-D8CAA0ED6923}" destId="{24673EEA-72D6-461F-BFEB-19F8DD68BFD4}" srcOrd="0" destOrd="0" presId="urn:microsoft.com/office/officeart/2005/8/layout/hierarchy6"/>
    <dgm:cxn modelId="{822FFA7D-B19B-4DB4-AC32-06CF986BA0A8}" srcId="{6732AEE5-12E0-4B1A-926A-820EB0872E02}" destId="{F4FC9E0A-092B-4C9C-A872-88B5EBD5398E}" srcOrd="0" destOrd="0" parTransId="{A5D4A8DC-2A20-4999-9F30-D7065B83DDBD}" sibTransId="{B2D2814D-E54B-4EAA-9B0B-162F276FD1D3}"/>
    <dgm:cxn modelId="{21063281-2B97-48B9-B5F9-73B310E7CC76}" type="presOf" srcId="{E038D509-28B5-4AD9-A5FE-C23B8B594FC0}" destId="{8FCADF09-2B3F-4371-99FB-E113C7E9A26F}" srcOrd="0" destOrd="0" presId="urn:microsoft.com/office/officeart/2005/8/layout/hierarchy6"/>
    <dgm:cxn modelId="{D35EEC87-6F3F-4DD8-A2F8-E250280B02A1}" type="presOf" srcId="{72185894-08BD-4B9D-B9CF-D944BE8CB234}" destId="{0046D890-46BC-4A06-B3B8-E5AA4BD83650}" srcOrd="0" destOrd="0" presId="urn:microsoft.com/office/officeart/2005/8/layout/hierarchy6"/>
    <dgm:cxn modelId="{8DD5F38E-07BB-48D3-A40D-08D2F90329D0}" type="presOf" srcId="{6313D74A-1213-422E-B56C-77DDC9640197}" destId="{936B79C0-92F2-4A5B-BB4E-3D61D55750FB}" srcOrd="0" destOrd="0" presId="urn:microsoft.com/office/officeart/2005/8/layout/hierarchy6"/>
    <dgm:cxn modelId="{1DF6C18F-7126-4F0B-9AD0-4D65DBD7F22C}" type="presOf" srcId="{0046EFB7-093A-4BF3-BB5F-15BF9AF51606}" destId="{9B757E76-B6D4-4630-A1E2-4C561FFC2311}" srcOrd="0" destOrd="0" presId="urn:microsoft.com/office/officeart/2005/8/layout/hierarchy6"/>
    <dgm:cxn modelId="{03A4F28F-9C34-40E7-8A35-421AE004BEFF}" srcId="{E038D509-28B5-4AD9-A5FE-C23B8B594FC0}" destId="{E76C3654-1360-415D-B82E-6FF13863969B}" srcOrd="0" destOrd="0" parTransId="{E783DD69-D4AE-4A12-BD37-14D040ACDCED}" sibTransId="{77ACAF80-F50F-4E59-B0F5-A37CF4572A8F}"/>
    <dgm:cxn modelId="{59863493-C373-44D4-9192-DEAE15184928}" srcId="{CC805C4F-FD6D-4FCE-8469-534252F648F4}" destId="{07653648-24FE-4F0F-992B-DFCD582B33A8}" srcOrd="0" destOrd="0" parTransId="{3913CB24-EF3D-4B64-BE68-6E9293D474B3}" sibTransId="{4E979D08-B0A5-4956-A924-06788FF43437}"/>
    <dgm:cxn modelId="{7836D293-F3A2-4477-81A8-3E87EF6350F6}" type="presOf" srcId="{8194298B-3101-4D48-8B16-FDAEB1C7AF7F}" destId="{B7BAA972-7EF4-4206-8753-58C9C2275F71}" srcOrd="0" destOrd="0" presId="urn:microsoft.com/office/officeart/2005/8/layout/hierarchy6"/>
    <dgm:cxn modelId="{1D66CB94-62F4-45EE-99BF-DDFB73575404}" type="presOf" srcId="{68971957-ABDD-48B3-B72E-0A8752B596F0}" destId="{F1AC5A8A-3B59-4658-91B5-DAE0FF94B50B}" srcOrd="0" destOrd="0" presId="urn:microsoft.com/office/officeart/2005/8/layout/hierarchy6"/>
    <dgm:cxn modelId="{54C4CD94-121F-4D5F-98C3-29DCCA8A5E2E}" type="presOf" srcId="{11CC139A-07FE-47AB-B3A0-BC8DAB0B0831}" destId="{295FBE9B-6645-4045-B93E-041BC239FD0B}" srcOrd="0" destOrd="0" presId="urn:microsoft.com/office/officeart/2005/8/layout/hierarchy6"/>
    <dgm:cxn modelId="{DCC96096-A39F-48B9-8FA2-5B47FD416138}" type="presOf" srcId="{55A68527-FE12-4CBD-A37A-DEF91CF43FDB}" destId="{E9D19E04-109E-4322-BFE8-2C001F460C97}" srcOrd="0" destOrd="0" presId="urn:microsoft.com/office/officeart/2005/8/layout/hierarchy6"/>
    <dgm:cxn modelId="{86D6AC97-23F3-41B1-B0ED-5048823919DC}" type="presOf" srcId="{E03AE646-0CE4-494A-B0D1-C5623CFF71DF}" destId="{9125AFF1-7F73-42EF-A4E9-071C184BF59B}" srcOrd="0" destOrd="0" presId="urn:microsoft.com/office/officeart/2005/8/layout/hierarchy6"/>
    <dgm:cxn modelId="{9F943499-2965-4C9E-80F2-FAE16BBBE413}" type="presOf" srcId="{32766663-B72E-4ECB-B865-C8EC725906D0}" destId="{C65B1910-5FF3-418B-8508-508D3300DB3D}" srcOrd="1" destOrd="0" presId="urn:microsoft.com/office/officeart/2005/8/layout/hierarchy6"/>
    <dgm:cxn modelId="{A819EC9C-CAF1-4BF5-A94A-221F130A5231}" srcId="{6732AEE5-12E0-4B1A-926A-820EB0872E02}" destId="{41E77085-3BF0-460E-A070-D4E6793C6074}" srcOrd="1" destOrd="0" parTransId="{E03AE646-0CE4-494A-B0D1-C5623CFF71DF}" sibTransId="{EFB69EBE-1AA7-4DF6-B12E-A26CFA00CDF0}"/>
    <dgm:cxn modelId="{48575A9E-ABB7-4529-9D40-88259CEF0BD2}" type="presOf" srcId="{4466BB8B-7E5E-456C-A029-71A8AF4736EB}" destId="{E09E56F5-1ED1-4741-9324-D7E8CC86A74D}" srcOrd="0" destOrd="0" presId="urn:microsoft.com/office/officeart/2005/8/layout/hierarchy6"/>
    <dgm:cxn modelId="{C38EB29E-716E-4688-9B87-CFB42C50B55F}" type="presOf" srcId="{32766663-B72E-4ECB-B865-C8EC725906D0}" destId="{1EA2DECA-F122-455E-B01A-5E09D53A0CEB}" srcOrd="0" destOrd="0" presId="urn:microsoft.com/office/officeart/2005/8/layout/hierarchy6"/>
    <dgm:cxn modelId="{5D450CA1-95C5-46A6-B255-53E1E2F4CCF5}" srcId="{A31F1449-0689-4C97-B449-8CF0944CAA1F}" destId="{DE5DE1EF-F1D2-47B3-A156-C0A0759271A7}" srcOrd="1" destOrd="0" parTransId="{8194298B-3101-4D48-8B16-FDAEB1C7AF7F}" sibTransId="{79FFD9F8-EA34-4A44-AFB1-BD236B3B692D}"/>
    <dgm:cxn modelId="{32A3EEA6-6B62-4B14-82CF-A3E7B0D5D431}" type="presOf" srcId="{07653648-24FE-4F0F-992B-DFCD582B33A8}" destId="{51954018-3CC8-45BF-BCDF-E28468913E90}" srcOrd="0" destOrd="0" presId="urn:microsoft.com/office/officeart/2005/8/layout/hierarchy6"/>
    <dgm:cxn modelId="{1EAA02A7-2F19-430F-8F98-5412E075EEC0}" type="presOf" srcId="{740E59DC-B6D4-4E7E-827A-544B7D872B11}" destId="{4144EF55-8984-4DFA-A5DC-5102E01E248B}" srcOrd="0" destOrd="0" presId="urn:microsoft.com/office/officeart/2005/8/layout/hierarchy6"/>
    <dgm:cxn modelId="{8DD30CA9-7CC9-4774-BC26-9556799ADDD1}" srcId="{142FB042-C8BA-4049-83A5-94DA61CD830C}" destId="{0046EFB7-093A-4BF3-BB5F-15BF9AF51606}" srcOrd="1" destOrd="0" parTransId="{EA84C031-9A64-47B9-A946-71CC7B3C0ADA}" sibTransId="{140DB19B-C321-4243-A583-6F6CEC06A5C4}"/>
    <dgm:cxn modelId="{21EA87A9-5C07-48AF-9D20-8458E8EC1B38}" srcId="{4327BA11-EBD8-4C81-A596-D55A4F45146D}" destId="{55A68527-FE12-4CBD-A37A-DEF91CF43FDB}" srcOrd="0" destOrd="0" parTransId="{0E665079-DEDA-45D1-B550-0E66D4A4D704}" sibTransId="{F001C336-CB60-41FF-8845-696BDBB8EF2F}"/>
    <dgm:cxn modelId="{12921FAA-F09D-4363-9674-DEF8CD9ACCB3}" type="presOf" srcId="{A31F1449-0689-4C97-B449-8CF0944CAA1F}" destId="{701C8EC7-87D0-4A16-9119-38FB58AE755B}" srcOrd="0" destOrd="0" presId="urn:microsoft.com/office/officeart/2005/8/layout/hierarchy6"/>
    <dgm:cxn modelId="{477C71AA-750F-4C75-8687-645A31FFA436}" srcId="{11CC139A-07FE-47AB-B3A0-BC8DAB0B0831}" destId="{A31F1449-0689-4C97-B449-8CF0944CAA1F}" srcOrd="0" destOrd="0" parTransId="{68971957-ABDD-48B3-B72E-0A8752B596F0}" sibTransId="{9E7AB61B-3B27-4177-B703-EA9E01FAF1DE}"/>
    <dgm:cxn modelId="{D30F7AAD-3317-49ED-BA9E-4FC112D6C4DF}" type="presOf" srcId="{DB401168-5240-4E53-B187-C2BF835E4DA7}" destId="{CD219C46-7EF3-42C0-9A4B-081DEBE1642C}" srcOrd="0" destOrd="0" presId="urn:microsoft.com/office/officeart/2005/8/layout/hierarchy6"/>
    <dgm:cxn modelId="{CA625BAE-2ABD-44E5-95E0-F5A6339968DD}" type="presOf" srcId="{F948E16F-D89E-4182-90F1-4137AA531692}" destId="{C80A4633-016B-45E1-91A3-1E95B129E46E}" srcOrd="0" destOrd="0" presId="urn:microsoft.com/office/officeart/2005/8/layout/hierarchy6"/>
    <dgm:cxn modelId="{E0B47BB3-F56F-4401-8295-21FE9262E201}" type="presOf" srcId="{AA60E93F-5312-42E9-A89A-D5AABEC1BEA5}" destId="{0504819B-BCCA-4F24-88BB-73474E2CD7EB}" srcOrd="0" destOrd="0" presId="urn:microsoft.com/office/officeart/2005/8/layout/hierarchy6"/>
    <dgm:cxn modelId="{D60304B5-D13B-434F-B276-AEBCA4876664}" srcId="{11CC139A-07FE-47AB-B3A0-BC8DAB0B0831}" destId="{8000DF00-7D38-431C-8125-C544F1000ECF}" srcOrd="1" destOrd="0" parTransId="{0838643A-73A8-40B7-97DB-F59920D3E125}" sibTransId="{F5F87D2E-35C8-4A6C-84C5-32182C94739C}"/>
    <dgm:cxn modelId="{0B4CD5B8-C1CD-4A13-B1CB-79E9E24CDA09}" type="presOf" srcId="{FA723A55-265B-4366-B726-89272D62566B}" destId="{45FB4F23-B6C2-4CE6-8B79-2950FB15CC76}" srcOrd="0" destOrd="0" presId="urn:microsoft.com/office/officeart/2005/8/layout/hierarchy6"/>
    <dgm:cxn modelId="{88B46BBE-1187-4AA0-AB7A-609772F3F827}" type="presOf" srcId="{8000DF00-7D38-431C-8125-C544F1000ECF}" destId="{8A4D2BB7-3895-45C6-B361-42B23260A767}" srcOrd="0" destOrd="0" presId="urn:microsoft.com/office/officeart/2005/8/layout/hierarchy6"/>
    <dgm:cxn modelId="{3EF45AC4-F496-4983-8F64-A9C2BB2F943F}" type="presOf" srcId="{142FB042-C8BA-4049-83A5-94DA61CD830C}" destId="{66E6E2A9-7718-49F9-815C-E3522178F626}" srcOrd="0" destOrd="0" presId="urn:microsoft.com/office/officeart/2005/8/layout/hierarchy6"/>
    <dgm:cxn modelId="{59F2A9CC-2AB5-4A39-80EE-C153F55B272F}" type="presOf" srcId="{5324B660-AB73-4C20-BF4C-A895A10D83B7}" destId="{DD2D506E-4BDA-4309-BD9B-D36E003BFD30}" srcOrd="0" destOrd="0" presId="urn:microsoft.com/office/officeart/2005/8/layout/hierarchy6"/>
    <dgm:cxn modelId="{C5349ECD-933D-44C6-B8F6-DD90764B1FB7}" type="presOf" srcId="{F4FC9E0A-092B-4C9C-A872-88B5EBD5398E}" destId="{FACB8274-FADC-4B17-B41C-21EFD12D150E}" srcOrd="0" destOrd="0" presId="urn:microsoft.com/office/officeart/2005/8/layout/hierarchy6"/>
    <dgm:cxn modelId="{4C2AC0EA-3EEB-4D74-9816-64F8F1203954}" type="presOf" srcId="{4327BA11-EBD8-4C81-A596-D55A4F45146D}" destId="{D34AA984-1C0D-4C8C-A7FF-43236FDAA7E1}" srcOrd="0" destOrd="0" presId="urn:microsoft.com/office/officeart/2005/8/layout/hierarchy6"/>
    <dgm:cxn modelId="{6AEE0FEC-212E-4C72-A534-7D642D859CEB}" type="presOf" srcId="{FA971747-25EC-46F5-962C-E5012B4F1463}" destId="{7013F148-691D-4C4F-B954-3E54340FA920}" srcOrd="0" destOrd="0" presId="urn:microsoft.com/office/officeart/2005/8/layout/hierarchy6"/>
    <dgm:cxn modelId="{65F4D6EF-2517-4631-936E-5350701E2B35}" type="presOf" srcId="{6986DF33-02FC-483D-BFFE-8ED2E7BE511A}" destId="{BA378DFC-3683-441B-898E-2BA54E74386A}" srcOrd="1" destOrd="0" presId="urn:microsoft.com/office/officeart/2005/8/layout/hierarchy6"/>
    <dgm:cxn modelId="{916875F1-959B-4359-8021-012CD0776C08}" srcId="{E76C3654-1360-415D-B82E-6FF13863969B}" destId="{11CC139A-07FE-47AB-B3A0-BC8DAB0B0831}" srcOrd="2" destOrd="0" parTransId="{DB401168-5240-4E53-B187-C2BF835E4DA7}" sibTransId="{390BCA66-F07D-49E6-86A8-E36A6B20BCA3}"/>
    <dgm:cxn modelId="{E1B07AF5-DC60-4A8C-A09A-024EF1D70294}" type="presOf" srcId="{18CBB5CD-BDC3-4487-A855-6826A5BFB378}" destId="{A621BC21-F938-433D-99B6-DAE179D94ED8}" srcOrd="0" destOrd="0" presId="urn:microsoft.com/office/officeart/2005/8/layout/hierarchy6"/>
    <dgm:cxn modelId="{F9B85AF5-39E9-454A-B6A4-1E1BE0446DF5}" srcId="{E76C3654-1360-415D-B82E-6FF13863969B}" destId="{4466BB8B-7E5E-456C-A029-71A8AF4736EB}" srcOrd="1" destOrd="0" parTransId="{18CBB5CD-BDC3-4487-A855-6826A5BFB378}" sibTransId="{FBA780AC-7178-462D-9B19-4906B245E626}"/>
    <dgm:cxn modelId="{BCE6DBF9-6AC0-47DA-8F09-1280144C243D}" srcId="{8000DF00-7D38-431C-8125-C544F1000ECF}" destId="{6732AEE5-12E0-4B1A-926A-820EB0872E02}" srcOrd="0" destOrd="0" parTransId="{118E1FCE-F046-4156-B84F-14B6646B9687}" sibTransId="{D553ACAA-8784-42C8-964B-F6BA28762940}"/>
    <dgm:cxn modelId="{3CEA3CFC-0361-4011-A408-D1B988CA3EC9}" type="presOf" srcId="{A5D4A8DC-2A20-4999-9F30-D7065B83DDBD}" destId="{9B88CF8B-D256-47AB-88D6-EB161B82D981}" srcOrd="0" destOrd="0" presId="urn:microsoft.com/office/officeart/2005/8/layout/hierarchy6"/>
    <dgm:cxn modelId="{C786CF1E-B1FA-48EC-BEA5-A7529DD650DC}" type="presParOf" srcId="{8FCADF09-2B3F-4371-99FB-E113C7E9A26F}" destId="{84F0B018-B7E4-4E2E-8A7B-F407C586B205}" srcOrd="0" destOrd="0" presId="urn:microsoft.com/office/officeart/2005/8/layout/hierarchy6"/>
    <dgm:cxn modelId="{760D1A53-BAC4-440B-91C9-073B0AD4B568}" type="presParOf" srcId="{84F0B018-B7E4-4E2E-8A7B-F407C586B205}" destId="{755C3847-6B04-4BD8-A296-B56EB35C041D}" srcOrd="0" destOrd="0" presId="urn:microsoft.com/office/officeart/2005/8/layout/hierarchy6"/>
    <dgm:cxn modelId="{8BCD73F3-2827-4AFD-A1C2-DF81C9F2F6B1}" type="presParOf" srcId="{84F0B018-B7E4-4E2E-8A7B-F407C586B205}" destId="{352DB3AE-6B8F-4CD3-B916-6E3462AB0A4D}" srcOrd="1" destOrd="0" presId="urn:microsoft.com/office/officeart/2005/8/layout/hierarchy6"/>
    <dgm:cxn modelId="{062DAFBA-8E92-4982-A4D8-1A1D9D1CB6D5}" type="presParOf" srcId="{352DB3AE-6B8F-4CD3-B916-6E3462AB0A4D}" destId="{B67E21CD-8A1B-4079-B0F0-C9B8C922D459}" srcOrd="0" destOrd="0" presId="urn:microsoft.com/office/officeart/2005/8/layout/hierarchy6"/>
    <dgm:cxn modelId="{A2C46A0C-A9D6-465A-A2DE-CABD6614D6E7}" type="presParOf" srcId="{B67E21CD-8A1B-4079-B0F0-C9B8C922D459}" destId="{4431112D-ED80-4F4A-9242-23C084ADCF78}" srcOrd="0" destOrd="0" presId="urn:microsoft.com/office/officeart/2005/8/layout/hierarchy6"/>
    <dgm:cxn modelId="{E4CDBD61-F3A9-46F1-9238-92455977F963}" type="presParOf" srcId="{B67E21CD-8A1B-4079-B0F0-C9B8C922D459}" destId="{DD08EB0E-2D20-4A1D-B2BE-79A6F0C87E84}" srcOrd="1" destOrd="0" presId="urn:microsoft.com/office/officeart/2005/8/layout/hierarchy6"/>
    <dgm:cxn modelId="{4519E9E1-8F86-4883-BD8F-D3D4DA2994AC}" type="presParOf" srcId="{DD08EB0E-2D20-4A1D-B2BE-79A6F0C87E84}" destId="{4DB380DC-8858-4914-BBC1-717E9D16BB1E}" srcOrd="0" destOrd="0" presId="urn:microsoft.com/office/officeart/2005/8/layout/hierarchy6"/>
    <dgm:cxn modelId="{091CC4DB-F96E-45DE-8882-CC020043C556}" type="presParOf" srcId="{DD08EB0E-2D20-4A1D-B2BE-79A6F0C87E84}" destId="{A9684BBC-51E9-4ED8-BC73-919C99E6E2E3}" srcOrd="1" destOrd="0" presId="urn:microsoft.com/office/officeart/2005/8/layout/hierarchy6"/>
    <dgm:cxn modelId="{4EA589A5-8E74-48C9-B431-AD7B7AD49B1A}" type="presParOf" srcId="{A9684BBC-51E9-4ED8-BC73-919C99E6E2E3}" destId="{66E6E2A9-7718-49F9-815C-E3522178F626}" srcOrd="0" destOrd="0" presId="urn:microsoft.com/office/officeart/2005/8/layout/hierarchy6"/>
    <dgm:cxn modelId="{D6723D74-8A14-4459-B230-146F4E184B34}" type="presParOf" srcId="{A9684BBC-51E9-4ED8-BC73-919C99E6E2E3}" destId="{EE72A821-C585-4A84-8C0E-2F9D9B0BAE5B}" srcOrd="1" destOrd="0" presId="urn:microsoft.com/office/officeart/2005/8/layout/hierarchy6"/>
    <dgm:cxn modelId="{747B9D4E-E42D-4559-B980-948FDFDA9B19}" type="presParOf" srcId="{EE72A821-C585-4A84-8C0E-2F9D9B0BAE5B}" destId="{FAB96838-8297-4B8A-8D77-457225D74144}" srcOrd="0" destOrd="0" presId="urn:microsoft.com/office/officeart/2005/8/layout/hierarchy6"/>
    <dgm:cxn modelId="{AFE22D84-7344-4584-A42B-E03C308D90CD}" type="presParOf" srcId="{EE72A821-C585-4A84-8C0E-2F9D9B0BAE5B}" destId="{620F0D75-879F-4C37-ABC6-F687E773B0F9}" srcOrd="1" destOrd="0" presId="urn:microsoft.com/office/officeart/2005/8/layout/hierarchy6"/>
    <dgm:cxn modelId="{B981B191-4894-4FE2-9B70-003249F97450}" type="presParOf" srcId="{620F0D75-879F-4C37-ABC6-F687E773B0F9}" destId="{E0B072FC-A394-4A38-ABAC-03B491941F63}" srcOrd="0" destOrd="0" presId="urn:microsoft.com/office/officeart/2005/8/layout/hierarchy6"/>
    <dgm:cxn modelId="{7EAEE157-0C92-4CF4-9131-2CEFEB562CB7}" type="presParOf" srcId="{620F0D75-879F-4C37-ABC6-F687E773B0F9}" destId="{8E654532-4405-40DE-B2A8-16B378C7C69F}" srcOrd="1" destOrd="0" presId="urn:microsoft.com/office/officeart/2005/8/layout/hierarchy6"/>
    <dgm:cxn modelId="{CAC8A52B-B336-4A1C-AADA-703599E70ED9}" type="presParOf" srcId="{8E654532-4405-40DE-B2A8-16B378C7C69F}" destId="{D3F98357-F435-4B17-A632-A9D91054B68D}" srcOrd="0" destOrd="0" presId="urn:microsoft.com/office/officeart/2005/8/layout/hierarchy6"/>
    <dgm:cxn modelId="{9EE28633-B360-448C-89FE-45758D5F0629}" type="presParOf" srcId="{8E654532-4405-40DE-B2A8-16B378C7C69F}" destId="{54B6342F-27DF-425D-B290-34A10C61366F}" srcOrd="1" destOrd="0" presId="urn:microsoft.com/office/officeart/2005/8/layout/hierarchy6"/>
    <dgm:cxn modelId="{E3EC787B-AC94-4E59-BDF2-37A5DFD0CB6D}" type="presParOf" srcId="{54B6342F-27DF-425D-B290-34A10C61366F}" destId="{51954018-3CC8-45BF-BCDF-E28468913E90}" srcOrd="0" destOrd="0" presId="urn:microsoft.com/office/officeart/2005/8/layout/hierarchy6"/>
    <dgm:cxn modelId="{D161FCE9-8936-4A65-9167-B4CEA1F5169C}" type="presParOf" srcId="{54B6342F-27DF-425D-B290-34A10C61366F}" destId="{9F26714A-C6A0-4678-889F-CEE0A5B0D5DE}" srcOrd="1" destOrd="0" presId="urn:microsoft.com/office/officeart/2005/8/layout/hierarchy6"/>
    <dgm:cxn modelId="{9C275224-9B92-430B-AC5C-2DDD50A9F215}" type="presParOf" srcId="{8E654532-4405-40DE-B2A8-16B378C7C69F}" destId="{20817F35-F608-41EC-9EBA-E393256ADB26}" srcOrd="2" destOrd="0" presId="urn:microsoft.com/office/officeart/2005/8/layout/hierarchy6"/>
    <dgm:cxn modelId="{40161851-2136-4258-8BC6-FE0BC4F43C7F}" type="presParOf" srcId="{8E654532-4405-40DE-B2A8-16B378C7C69F}" destId="{2697B509-BD4D-4415-AB5F-3CF8810CCD7D}" srcOrd="3" destOrd="0" presId="urn:microsoft.com/office/officeart/2005/8/layout/hierarchy6"/>
    <dgm:cxn modelId="{E3DA1ACD-783F-4FE1-AFE1-0AB6C95FF7B1}" type="presParOf" srcId="{2697B509-BD4D-4415-AB5F-3CF8810CCD7D}" destId="{346CB323-0227-427A-9A1D-8A89846644AC}" srcOrd="0" destOrd="0" presId="urn:microsoft.com/office/officeart/2005/8/layout/hierarchy6"/>
    <dgm:cxn modelId="{207886E8-DB10-4D16-84CB-A1E2C17C709F}" type="presParOf" srcId="{2697B509-BD4D-4415-AB5F-3CF8810CCD7D}" destId="{34401D95-02A3-43AD-979E-AB71213C194B}" srcOrd="1" destOrd="0" presId="urn:microsoft.com/office/officeart/2005/8/layout/hierarchy6"/>
    <dgm:cxn modelId="{422591CF-69B0-442D-B244-0AEDB519B3BD}" type="presParOf" srcId="{EE72A821-C585-4A84-8C0E-2F9D9B0BAE5B}" destId="{42EAF587-7323-4345-AACA-1C1752D47940}" srcOrd="2" destOrd="0" presId="urn:microsoft.com/office/officeart/2005/8/layout/hierarchy6"/>
    <dgm:cxn modelId="{8D052657-2895-4E7E-9964-511453C8B149}" type="presParOf" srcId="{EE72A821-C585-4A84-8C0E-2F9D9B0BAE5B}" destId="{625F56C2-7BE8-4010-8B56-8BD305D6AC93}" srcOrd="3" destOrd="0" presId="urn:microsoft.com/office/officeart/2005/8/layout/hierarchy6"/>
    <dgm:cxn modelId="{38CD5099-CE4C-40D0-80A8-E81FC5EDCF7E}" type="presParOf" srcId="{625F56C2-7BE8-4010-8B56-8BD305D6AC93}" destId="{9B757E76-B6D4-4630-A1E2-4C561FFC2311}" srcOrd="0" destOrd="0" presId="urn:microsoft.com/office/officeart/2005/8/layout/hierarchy6"/>
    <dgm:cxn modelId="{6683BFA8-B379-4ED3-BA40-938AF2A12025}" type="presParOf" srcId="{625F56C2-7BE8-4010-8B56-8BD305D6AC93}" destId="{387CDEAB-BB85-43B4-811B-1A10A4B03AB9}" srcOrd="1" destOrd="0" presId="urn:microsoft.com/office/officeart/2005/8/layout/hierarchy6"/>
    <dgm:cxn modelId="{6E4BBA46-659A-4498-8C58-FE7FBB1405B7}" type="presParOf" srcId="{387CDEAB-BB85-43B4-811B-1A10A4B03AB9}" destId="{936B79C0-92F2-4A5B-BB4E-3D61D55750FB}" srcOrd="0" destOrd="0" presId="urn:microsoft.com/office/officeart/2005/8/layout/hierarchy6"/>
    <dgm:cxn modelId="{7EA01DF9-26E4-4BF4-9E0E-49211CFD3B48}" type="presParOf" srcId="{387CDEAB-BB85-43B4-811B-1A10A4B03AB9}" destId="{BDD6BED4-5484-45EB-8E62-CD426A29009E}" srcOrd="1" destOrd="0" presId="urn:microsoft.com/office/officeart/2005/8/layout/hierarchy6"/>
    <dgm:cxn modelId="{4ABD354D-441D-4F19-9FFF-FA532887451B}" type="presParOf" srcId="{BDD6BED4-5484-45EB-8E62-CD426A29009E}" destId="{4144EF55-8984-4DFA-A5DC-5102E01E248B}" srcOrd="0" destOrd="0" presId="urn:microsoft.com/office/officeart/2005/8/layout/hierarchy6"/>
    <dgm:cxn modelId="{13E6E971-ACDC-4CFB-A29A-F000288DB4AA}" type="presParOf" srcId="{BDD6BED4-5484-45EB-8E62-CD426A29009E}" destId="{AB511131-0407-4644-8AF8-36E8FCCF3C19}" srcOrd="1" destOrd="0" presId="urn:microsoft.com/office/officeart/2005/8/layout/hierarchy6"/>
    <dgm:cxn modelId="{75EC10BD-82FE-4067-9197-E354E1E61F43}" type="presParOf" srcId="{DD08EB0E-2D20-4A1D-B2BE-79A6F0C87E84}" destId="{A621BC21-F938-433D-99B6-DAE179D94ED8}" srcOrd="2" destOrd="0" presId="urn:microsoft.com/office/officeart/2005/8/layout/hierarchy6"/>
    <dgm:cxn modelId="{0D70F66F-01CA-4D65-8CBD-A330CE9E9438}" type="presParOf" srcId="{DD08EB0E-2D20-4A1D-B2BE-79A6F0C87E84}" destId="{E7A680BE-BD5C-426F-9E04-31C31C5D63C3}" srcOrd="3" destOrd="0" presId="urn:microsoft.com/office/officeart/2005/8/layout/hierarchy6"/>
    <dgm:cxn modelId="{04CB2E5C-206B-4F57-A262-C18DE07345AE}" type="presParOf" srcId="{E7A680BE-BD5C-426F-9E04-31C31C5D63C3}" destId="{E09E56F5-1ED1-4741-9324-D7E8CC86A74D}" srcOrd="0" destOrd="0" presId="urn:microsoft.com/office/officeart/2005/8/layout/hierarchy6"/>
    <dgm:cxn modelId="{B22DF802-C7F1-4715-9157-B08BE5195DC8}" type="presParOf" srcId="{E7A680BE-BD5C-426F-9E04-31C31C5D63C3}" destId="{D0B7580C-D279-4C64-9436-1C6DA3903C96}" srcOrd="1" destOrd="0" presId="urn:microsoft.com/office/officeart/2005/8/layout/hierarchy6"/>
    <dgm:cxn modelId="{1953584C-F6FB-425C-AF52-FD31D1C912C4}" type="presParOf" srcId="{D0B7580C-D279-4C64-9436-1C6DA3903C96}" destId="{24673EEA-72D6-461F-BFEB-19F8DD68BFD4}" srcOrd="0" destOrd="0" presId="urn:microsoft.com/office/officeart/2005/8/layout/hierarchy6"/>
    <dgm:cxn modelId="{AF2C04B0-E255-4DC7-AF36-05A8086863ED}" type="presParOf" srcId="{D0B7580C-D279-4C64-9436-1C6DA3903C96}" destId="{321C8227-C9B8-4760-87D5-760A82FC90A5}" srcOrd="1" destOrd="0" presId="urn:microsoft.com/office/officeart/2005/8/layout/hierarchy6"/>
    <dgm:cxn modelId="{5D15C71D-5F07-4695-A4E0-D2D52E00274D}" type="presParOf" srcId="{321C8227-C9B8-4760-87D5-760A82FC90A5}" destId="{D34AA984-1C0D-4C8C-A7FF-43236FDAA7E1}" srcOrd="0" destOrd="0" presId="urn:microsoft.com/office/officeart/2005/8/layout/hierarchy6"/>
    <dgm:cxn modelId="{027D9490-EADC-460C-90E3-1EFE3966789C}" type="presParOf" srcId="{321C8227-C9B8-4760-87D5-760A82FC90A5}" destId="{1A64A6C4-53DC-4A2D-8D74-9CEA6F528B47}" srcOrd="1" destOrd="0" presId="urn:microsoft.com/office/officeart/2005/8/layout/hierarchy6"/>
    <dgm:cxn modelId="{F6853CDE-477F-465C-A5F7-C2AE69131337}" type="presParOf" srcId="{1A64A6C4-53DC-4A2D-8D74-9CEA6F528B47}" destId="{60E78178-2614-4D0F-8BCE-A37D23B933AE}" srcOrd="0" destOrd="0" presId="urn:microsoft.com/office/officeart/2005/8/layout/hierarchy6"/>
    <dgm:cxn modelId="{2BFDAF9B-95F1-46C7-B965-3594FA431C42}" type="presParOf" srcId="{1A64A6C4-53DC-4A2D-8D74-9CEA6F528B47}" destId="{389F131D-11D7-48D5-86AF-50BDFA252059}" srcOrd="1" destOrd="0" presId="urn:microsoft.com/office/officeart/2005/8/layout/hierarchy6"/>
    <dgm:cxn modelId="{E92EBC41-AE53-47B0-B94E-27BF02D72CFE}" type="presParOf" srcId="{389F131D-11D7-48D5-86AF-50BDFA252059}" destId="{E9D19E04-109E-4322-BFE8-2C001F460C97}" srcOrd="0" destOrd="0" presId="urn:microsoft.com/office/officeart/2005/8/layout/hierarchy6"/>
    <dgm:cxn modelId="{DD464626-B464-45F0-B843-755AFC56DB2A}" type="presParOf" srcId="{389F131D-11D7-48D5-86AF-50BDFA252059}" destId="{E78D5B9E-425E-47DD-BF2F-FD60F86344E1}" srcOrd="1" destOrd="0" presId="urn:microsoft.com/office/officeart/2005/8/layout/hierarchy6"/>
    <dgm:cxn modelId="{A4F4B9ED-A92C-4965-A982-0962C46F19A8}" type="presParOf" srcId="{D0B7580C-D279-4C64-9436-1C6DA3903C96}" destId="{45FB4F23-B6C2-4CE6-8B79-2950FB15CC76}" srcOrd="2" destOrd="0" presId="urn:microsoft.com/office/officeart/2005/8/layout/hierarchy6"/>
    <dgm:cxn modelId="{A2D2536E-CFE3-4308-B5E3-B5051BFBBA55}" type="presParOf" srcId="{D0B7580C-D279-4C64-9436-1C6DA3903C96}" destId="{8FB9B66D-A632-4E27-9BD3-279443799613}" srcOrd="3" destOrd="0" presId="urn:microsoft.com/office/officeart/2005/8/layout/hierarchy6"/>
    <dgm:cxn modelId="{25E061C0-9499-4DFB-B37C-F850DDE47CDA}" type="presParOf" srcId="{8FB9B66D-A632-4E27-9BD3-279443799613}" destId="{08CC2D12-549E-49EB-AD33-80EEC8386ABC}" srcOrd="0" destOrd="0" presId="urn:microsoft.com/office/officeart/2005/8/layout/hierarchy6"/>
    <dgm:cxn modelId="{54690E46-E28E-4064-82E7-3E8023A366F3}" type="presParOf" srcId="{8FB9B66D-A632-4E27-9BD3-279443799613}" destId="{17B1BC99-820B-4490-8020-A867FF24844F}" srcOrd="1" destOrd="0" presId="urn:microsoft.com/office/officeart/2005/8/layout/hierarchy6"/>
    <dgm:cxn modelId="{40C2A860-B30F-4C3F-8CEC-FDBDB6445629}" type="presParOf" srcId="{17B1BC99-820B-4490-8020-A867FF24844F}" destId="{BF011010-BE9E-4CCA-8E28-A8AE0DA7B6E8}" srcOrd="0" destOrd="0" presId="urn:microsoft.com/office/officeart/2005/8/layout/hierarchy6"/>
    <dgm:cxn modelId="{5382224B-CEC4-469D-8C21-DE754F4D5C86}" type="presParOf" srcId="{17B1BC99-820B-4490-8020-A867FF24844F}" destId="{7DCA9413-FBAE-441B-9187-26489A76F021}" srcOrd="1" destOrd="0" presId="urn:microsoft.com/office/officeart/2005/8/layout/hierarchy6"/>
    <dgm:cxn modelId="{276E9E2D-6172-4EFF-BBC4-76FA35E44461}" type="presParOf" srcId="{7DCA9413-FBAE-441B-9187-26489A76F021}" destId="{0046D890-46BC-4A06-B3B8-E5AA4BD83650}" srcOrd="0" destOrd="0" presId="urn:microsoft.com/office/officeart/2005/8/layout/hierarchy6"/>
    <dgm:cxn modelId="{580CCB7E-FAFC-4B7E-A383-B75D3E8196E7}" type="presParOf" srcId="{7DCA9413-FBAE-441B-9187-26489A76F021}" destId="{9E28FC0D-F896-411F-8B7A-00418DC53F69}" srcOrd="1" destOrd="0" presId="urn:microsoft.com/office/officeart/2005/8/layout/hierarchy6"/>
    <dgm:cxn modelId="{734C23CD-E01D-4278-9CBD-35C840EF9830}" type="presParOf" srcId="{DD08EB0E-2D20-4A1D-B2BE-79A6F0C87E84}" destId="{CD219C46-7EF3-42C0-9A4B-081DEBE1642C}" srcOrd="4" destOrd="0" presId="urn:microsoft.com/office/officeart/2005/8/layout/hierarchy6"/>
    <dgm:cxn modelId="{55F5172A-2513-4565-BFDC-2ABE135FA21A}" type="presParOf" srcId="{DD08EB0E-2D20-4A1D-B2BE-79A6F0C87E84}" destId="{C4C76503-76F2-45CC-9743-9B242448D940}" srcOrd="5" destOrd="0" presId="urn:microsoft.com/office/officeart/2005/8/layout/hierarchy6"/>
    <dgm:cxn modelId="{7800F3E3-0B03-4A05-8455-C3E59F10C3FF}" type="presParOf" srcId="{C4C76503-76F2-45CC-9743-9B242448D940}" destId="{295FBE9B-6645-4045-B93E-041BC239FD0B}" srcOrd="0" destOrd="0" presId="urn:microsoft.com/office/officeart/2005/8/layout/hierarchy6"/>
    <dgm:cxn modelId="{C3512E5C-218F-4EB6-AF99-D2C90CB231D7}" type="presParOf" srcId="{C4C76503-76F2-45CC-9743-9B242448D940}" destId="{45AE9709-8046-4C01-9A9B-03E0B0D1C21A}" srcOrd="1" destOrd="0" presId="urn:microsoft.com/office/officeart/2005/8/layout/hierarchy6"/>
    <dgm:cxn modelId="{B0F63D53-D42A-4B9C-B706-19277D4A3211}" type="presParOf" srcId="{45AE9709-8046-4C01-9A9B-03E0B0D1C21A}" destId="{F1AC5A8A-3B59-4658-91B5-DAE0FF94B50B}" srcOrd="0" destOrd="0" presId="urn:microsoft.com/office/officeart/2005/8/layout/hierarchy6"/>
    <dgm:cxn modelId="{4E67169E-E87C-405D-B15D-7C5E84894509}" type="presParOf" srcId="{45AE9709-8046-4C01-9A9B-03E0B0D1C21A}" destId="{17FCA2A7-C4E7-4342-BBB1-91D4DBECE083}" srcOrd="1" destOrd="0" presId="urn:microsoft.com/office/officeart/2005/8/layout/hierarchy6"/>
    <dgm:cxn modelId="{839E5A7C-E697-418C-A635-87CCFCCB6D66}" type="presParOf" srcId="{17FCA2A7-C4E7-4342-BBB1-91D4DBECE083}" destId="{701C8EC7-87D0-4A16-9119-38FB58AE755B}" srcOrd="0" destOrd="0" presId="urn:microsoft.com/office/officeart/2005/8/layout/hierarchy6"/>
    <dgm:cxn modelId="{6DA6B387-D598-4EC2-8FE4-9B17639CF831}" type="presParOf" srcId="{17FCA2A7-C4E7-4342-BBB1-91D4DBECE083}" destId="{4F5446D6-0FF5-4A85-A152-0CF9373547EE}" srcOrd="1" destOrd="0" presId="urn:microsoft.com/office/officeart/2005/8/layout/hierarchy6"/>
    <dgm:cxn modelId="{47E99817-343F-40E4-A205-9C83B486488C}" type="presParOf" srcId="{4F5446D6-0FF5-4A85-A152-0CF9373547EE}" destId="{A81275A5-188D-4856-BBB0-FF01D94816BD}" srcOrd="0" destOrd="0" presId="urn:microsoft.com/office/officeart/2005/8/layout/hierarchy6"/>
    <dgm:cxn modelId="{F1B75409-4476-45B2-AE04-9E4081B877F0}" type="presParOf" srcId="{4F5446D6-0FF5-4A85-A152-0CF9373547EE}" destId="{6D677FC3-F974-46F2-9220-0EF25FF01C7D}" srcOrd="1" destOrd="0" presId="urn:microsoft.com/office/officeart/2005/8/layout/hierarchy6"/>
    <dgm:cxn modelId="{6BDB2F2D-FDC9-40BB-B854-701314B4D577}" type="presParOf" srcId="{6D677FC3-F974-46F2-9220-0EF25FF01C7D}" destId="{7013F148-691D-4C4F-B954-3E54340FA920}" srcOrd="0" destOrd="0" presId="urn:microsoft.com/office/officeart/2005/8/layout/hierarchy6"/>
    <dgm:cxn modelId="{F41DFA90-23E9-4B30-84CA-49EEBD03B3C4}" type="presParOf" srcId="{6D677FC3-F974-46F2-9220-0EF25FF01C7D}" destId="{4537332F-0826-484B-8A2D-BC8B0D8DBFCD}" srcOrd="1" destOrd="0" presId="urn:microsoft.com/office/officeart/2005/8/layout/hierarchy6"/>
    <dgm:cxn modelId="{9AB24B79-558C-4519-86BF-123B0DC06271}" type="presParOf" srcId="{4F5446D6-0FF5-4A85-A152-0CF9373547EE}" destId="{B7BAA972-7EF4-4206-8753-58C9C2275F71}" srcOrd="2" destOrd="0" presId="urn:microsoft.com/office/officeart/2005/8/layout/hierarchy6"/>
    <dgm:cxn modelId="{F5DA093A-4C59-4173-9E2F-43CAD2FB8333}" type="presParOf" srcId="{4F5446D6-0FF5-4A85-A152-0CF9373547EE}" destId="{0A9435E0-B25A-448C-A395-C10DC2280B99}" srcOrd="3" destOrd="0" presId="urn:microsoft.com/office/officeart/2005/8/layout/hierarchy6"/>
    <dgm:cxn modelId="{CA6E597D-3AE4-4049-BB36-4170C80E0A87}" type="presParOf" srcId="{0A9435E0-B25A-448C-A395-C10DC2280B99}" destId="{3C2D8886-2290-491A-9953-9DF8668655AC}" srcOrd="0" destOrd="0" presId="urn:microsoft.com/office/officeart/2005/8/layout/hierarchy6"/>
    <dgm:cxn modelId="{5110824F-EC5E-47E9-A5CC-7E733101DECC}" type="presParOf" srcId="{0A9435E0-B25A-448C-A395-C10DC2280B99}" destId="{E6C5440F-7823-4E78-A42C-C95D66CBE999}" srcOrd="1" destOrd="0" presId="urn:microsoft.com/office/officeart/2005/8/layout/hierarchy6"/>
    <dgm:cxn modelId="{EE6D0966-D24C-411A-9F13-5AFEC5BE922E}" type="presParOf" srcId="{4F5446D6-0FF5-4A85-A152-0CF9373547EE}" destId="{0504819B-BCCA-4F24-88BB-73474E2CD7EB}" srcOrd="4" destOrd="0" presId="urn:microsoft.com/office/officeart/2005/8/layout/hierarchy6"/>
    <dgm:cxn modelId="{EDAE0136-1668-4E08-B8A2-A20139E7AD6F}" type="presParOf" srcId="{4F5446D6-0FF5-4A85-A152-0CF9373547EE}" destId="{F359F7BA-2731-4F03-A64A-DFDA816635D8}" srcOrd="5" destOrd="0" presId="urn:microsoft.com/office/officeart/2005/8/layout/hierarchy6"/>
    <dgm:cxn modelId="{79A8699C-69E8-4E18-9EB5-B10E8822B307}" type="presParOf" srcId="{F359F7BA-2731-4F03-A64A-DFDA816635D8}" destId="{C80A4633-016B-45E1-91A3-1E95B129E46E}" srcOrd="0" destOrd="0" presId="urn:microsoft.com/office/officeart/2005/8/layout/hierarchy6"/>
    <dgm:cxn modelId="{F7297774-7AD1-4AAB-9B66-89B98F7ED3A9}" type="presParOf" srcId="{F359F7BA-2731-4F03-A64A-DFDA816635D8}" destId="{79EE21EA-264C-483E-ADEC-0205B526D20D}" srcOrd="1" destOrd="0" presId="urn:microsoft.com/office/officeart/2005/8/layout/hierarchy6"/>
    <dgm:cxn modelId="{10323876-3D8C-4EFF-90BA-34D5128A8432}" type="presParOf" srcId="{45AE9709-8046-4C01-9A9B-03E0B0D1C21A}" destId="{BBB9C00F-E450-4D28-8E29-DA184D84ED60}" srcOrd="2" destOrd="0" presId="urn:microsoft.com/office/officeart/2005/8/layout/hierarchy6"/>
    <dgm:cxn modelId="{26A0B622-CFC3-4C4F-AC6F-B35F42A242D3}" type="presParOf" srcId="{45AE9709-8046-4C01-9A9B-03E0B0D1C21A}" destId="{9549F25B-7CA4-483C-A239-0A1F6AAB5B34}" srcOrd="3" destOrd="0" presId="urn:microsoft.com/office/officeart/2005/8/layout/hierarchy6"/>
    <dgm:cxn modelId="{2C15B739-BD66-470E-B9EE-875BB0843E63}" type="presParOf" srcId="{9549F25B-7CA4-483C-A239-0A1F6AAB5B34}" destId="{8A4D2BB7-3895-45C6-B361-42B23260A767}" srcOrd="0" destOrd="0" presId="urn:microsoft.com/office/officeart/2005/8/layout/hierarchy6"/>
    <dgm:cxn modelId="{2C220EF0-238A-4FCD-8403-B06958A9F0F0}" type="presParOf" srcId="{9549F25B-7CA4-483C-A239-0A1F6AAB5B34}" destId="{53ADEE82-0801-4788-A2F8-015F12596D26}" srcOrd="1" destOrd="0" presId="urn:microsoft.com/office/officeart/2005/8/layout/hierarchy6"/>
    <dgm:cxn modelId="{79A36173-D40B-40FC-8212-29AED644419E}" type="presParOf" srcId="{53ADEE82-0801-4788-A2F8-015F12596D26}" destId="{9FDE3944-37E7-43B8-A2A0-51C98DF2B5F7}" srcOrd="0" destOrd="0" presId="urn:microsoft.com/office/officeart/2005/8/layout/hierarchy6"/>
    <dgm:cxn modelId="{694F35D9-741D-4599-AE2D-C2EDC1AC8198}" type="presParOf" srcId="{53ADEE82-0801-4788-A2F8-015F12596D26}" destId="{B004210E-9618-41C6-8FE4-FF0DEAABF4C0}" srcOrd="1" destOrd="0" presId="urn:microsoft.com/office/officeart/2005/8/layout/hierarchy6"/>
    <dgm:cxn modelId="{D2391DDA-F265-4308-BA91-854E23195D4F}" type="presParOf" srcId="{B004210E-9618-41C6-8FE4-FF0DEAABF4C0}" destId="{C9E7D73C-68CD-4828-A17E-57F20ABE0A89}" srcOrd="0" destOrd="0" presId="urn:microsoft.com/office/officeart/2005/8/layout/hierarchy6"/>
    <dgm:cxn modelId="{8F38DF47-DAA6-49E2-98E1-2DA7EFD0C791}" type="presParOf" srcId="{B004210E-9618-41C6-8FE4-FF0DEAABF4C0}" destId="{38F6F2E5-09D5-41A8-81D3-50452FC33A14}" srcOrd="1" destOrd="0" presId="urn:microsoft.com/office/officeart/2005/8/layout/hierarchy6"/>
    <dgm:cxn modelId="{F358CA2C-8AEC-48A4-AA62-3FE7DFD85587}" type="presParOf" srcId="{38F6F2E5-09D5-41A8-81D3-50452FC33A14}" destId="{9B88CF8B-D256-47AB-88D6-EB161B82D981}" srcOrd="0" destOrd="0" presId="urn:microsoft.com/office/officeart/2005/8/layout/hierarchy6"/>
    <dgm:cxn modelId="{F8EB5204-FF60-4E83-9CC0-0783D038527F}" type="presParOf" srcId="{38F6F2E5-09D5-41A8-81D3-50452FC33A14}" destId="{115EDFA3-725C-4CC3-8369-1C35F06E27E3}" srcOrd="1" destOrd="0" presId="urn:microsoft.com/office/officeart/2005/8/layout/hierarchy6"/>
    <dgm:cxn modelId="{B7EE7615-236D-48F3-8D12-3C16BEBFE43F}" type="presParOf" srcId="{115EDFA3-725C-4CC3-8369-1C35F06E27E3}" destId="{FACB8274-FADC-4B17-B41C-21EFD12D150E}" srcOrd="0" destOrd="0" presId="urn:microsoft.com/office/officeart/2005/8/layout/hierarchy6"/>
    <dgm:cxn modelId="{D1BC5688-F960-47BA-BB27-1C59F59B0159}" type="presParOf" srcId="{115EDFA3-725C-4CC3-8369-1C35F06E27E3}" destId="{FBC6BCC9-2902-44C5-A1D2-8C43085BDCA6}" srcOrd="1" destOrd="0" presId="urn:microsoft.com/office/officeart/2005/8/layout/hierarchy6"/>
    <dgm:cxn modelId="{6BFCD492-83B0-4611-9482-AADC64062D82}" type="presParOf" srcId="{38F6F2E5-09D5-41A8-81D3-50452FC33A14}" destId="{9125AFF1-7F73-42EF-A4E9-071C184BF59B}" srcOrd="2" destOrd="0" presId="urn:microsoft.com/office/officeart/2005/8/layout/hierarchy6"/>
    <dgm:cxn modelId="{66B6CBE1-13C5-4D46-ACBB-9DEE9E46359A}" type="presParOf" srcId="{38F6F2E5-09D5-41A8-81D3-50452FC33A14}" destId="{4B3B77A5-2131-459B-A7A4-66CDA0DA258B}" srcOrd="3" destOrd="0" presId="urn:microsoft.com/office/officeart/2005/8/layout/hierarchy6"/>
    <dgm:cxn modelId="{516A5C65-A5A2-46A1-95F6-B608D3E29625}" type="presParOf" srcId="{4B3B77A5-2131-459B-A7A4-66CDA0DA258B}" destId="{69D26E94-762F-4C93-9BBA-0C1971114BFD}" srcOrd="0" destOrd="0" presId="urn:microsoft.com/office/officeart/2005/8/layout/hierarchy6"/>
    <dgm:cxn modelId="{5FAF6C7A-D25C-441E-B87A-BBDD8EA465FF}" type="presParOf" srcId="{4B3B77A5-2131-459B-A7A4-66CDA0DA258B}" destId="{EDB44CB3-6CCC-4479-9E15-B406C249C1DF}" srcOrd="1" destOrd="0" presId="urn:microsoft.com/office/officeart/2005/8/layout/hierarchy6"/>
    <dgm:cxn modelId="{A59BAA65-A452-4C5E-A884-D7EB395F8386}" type="presParOf" srcId="{8FCADF09-2B3F-4371-99FB-E113C7E9A26F}" destId="{4143CB2A-3007-4012-9675-AA97C739886A}" srcOrd="1" destOrd="0" presId="urn:microsoft.com/office/officeart/2005/8/layout/hierarchy6"/>
    <dgm:cxn modelId="{C9B94E85-9AB7-426A-808A-B9B5EF9E8B57}" type="presParOf" srcId="{4143CB2A-3007-4012-9675-AA97C739886A}" destId="{451745DB-FE44-4AD7-A44D-DE8A8B33D8B9}" srcOrd="0" destOrd="0" presId="urn:microsoft.com/office/officeart/2005/8/layout/hierarchy6"/>
    <dgm:cxn modelId="{15C35404-073A-4763-BC68-F3AD5C8A52A7}" type="presParOf" srcId="{451745DB-FE44-4AD7-A44D-DE8A8B33D8B9}" destId="{A8645714-4708-4751-AD7E-F20F79376EDC}" srcOrd="0" destOrd="0" presId="urn:microsoft.com/office/officeart/2005/8/layout/hierarchy6"/>
    <dgm:cxn modelId="{5BF686D8-E5A2-4F93-9AD1-7F0A56257F9E}" type="presParOf" srcId="{451745DB-FE44-4AD7-A44D-DE8A8B33D8B9}" destId="{BA378DFC-3683-441B-898E-2BA54E74386A}" srcOrd="1" destOrd="0" presId="urn:microsoft.com/office/officeart/2005/8/layout/hierarchy6"/>
    <dgm:cxn modelId="{92E6A1A7-AFF2-44B0-9D0E-DF0259D8AB7C}" type="presParOf" srcId="{4143CB2A-3007-4012-9675-AA97C739886A}" destId="{1B0A6E4F-E8B4-4B04-94E9-54F3C87F4567}" srcOrd="1" destOrd="0" presId="urn:microsoft.com/office/officeart/2005/8/layout/hierarchy6"/>
    <dgm:cxn modelId="{08600C07-4D22-4E95-B293-8F946FCC4A89}" type="presParOf" srcId="{1B0A6E4F-E8B4-4B04-94E9-54F3C87F4567}" destId="{F761FF13-FE81-47C0-AE40-59A1972CECD0}" srcOrd="0" destOrd="0" presId="urn:microsoft.com/office/officeart/2005/8/layout/hierarchy6"/>
    <dgm:cxn modelId="{295CF5D4-DAC9-4C5F-9000-AC5DAA842B31}" type="presParOf" srcId="{4143CB2A-3007-4012-9675-AA97C739886A}" destId="{6E161205-76E6-4C26-A1EE-F18605A7C751}" srcOrd="2" destOrd="0" presId="urn:microsoft.com/office/officeart/2005/8/layout/hierarchy6"/>
    <dgm:cxn modelId="{C8427370-54D5-4BE6-A3D6-DB5ABD767C7D}" type="presParOf" srcId="{6E161205-76E6-4C26-A1EE-F18605A7C751}" destId="{1EA2DECA-F122-455E-B01A-5E09D53A0CEB}" srcOrd="0" destOrd="0" presId="urn:microsoft.com/office/officeart/2005/8/layout/hierarchy6"/>
    <dgm:cxn modelId="{348E8645-4B1E-4160-92E4-5E6089D828E4}" type="presParOf" srcId="{6E161205-76E6-4C26-A1EE-F18605A7C751}" destId="{C65B1910-5FF3-418B-8508-508D3300DB3D}" srcOrd="1" destOrd="0" presId="urn:microsoft.com/office/officeart/2005/8/layout/hierarchy6"/>
    <dgm:cxn modelId="{44CC3270-27AB-41A3-BD5E-25A8221A33E1}" type="presParOf" srcId="{4143CB2A-3007-4012-9675-AA97C739886A}" destId="{7A35F1DA-41C1-46DE-8D7F-442668CEA46D}" srcOrd="3" destOrd="0" presId="urn:microsoft.com/office/officeart/2005/8/layout/hierarchy6"/>
    <dgm:cxn modelId="{3D41C05C-53E3-4310-BAFE-009D9A4D012F}" type="presParOf" srcId="{7A35F1DA-41C1-46DE-8D7F-442668CEA46D}" destId="{AB25B5F2-A2C6-4A9E-876B-8F92CAFD057E}" srcOrd="0" destOrd="0" presId="urn:microsoft.com/office/officeart/2005/8/layout/hierarchy6"/>
    <dgm:cxn modelId="{5A732E89-306C-4E4C-AA5B-8EFE3E50209C}" type="presParOf" srcId="{4143CB2A-3007-4012-9675-AA97C739886A}" destId="{80082F54-BBBF-498F-BCD4-DABE3C1A635D}" srcOrd="4" destOrd="0" presId="urn:microsoft.com/office/officeart/2005/8/layout/hierarchy6"/>
    <dgm:cxn modelId="{4681C37D-A1A0-46BB-86CA-865D2FEF32C9}" type="presParOf" srcId="{80082F54-BBBF-498F-BCD4-DABE3C1A635D}" destId="{DD2D506E-4BDA-4309-BD9B-D36E003BFD30}" srcOrd="0" destOrd="0" presId="urn:microsoft.com/office/officeart/2005/8/layout/hierarchy6"/>
    <dgm:cxn modelId="{57FE47CE-F0C9-4386-81BF-4D1BED568B7E}" type="presParOf" srcId="{80082F54-BBBF-498F-BCD4-DABE3C1A635D}" destId="{42AA0E1C-E561-46A2-8AE0-927790FC52E9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9CD6AAA-7F2E-417E-A84C-213863EA1B4B}" type="doc">
      <dgm:prSet loTypeId="urn:microsoft.com/office/officeart/2005/8/layout/orgChart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PK"/>
        </a:p>
      </dgm:t>
    </dgm:pt>
    <dgm:pt modelId="{03B9492D-49DF-495F-955D-7E2E8E4B299B}">
      <dgm:prSet phldrT="[Text]" phldr="0"/>
      <dgm:spPr/>
      <dgm:t>
        <a:bodyPr/>
        <a:lstStyle/>
        <a:p>
          <a:r>
            <a:rPr lang="en-US" dirty="0" err="1"/>
            <a:t>PakWheels</a:t>
          </a:r>
          <a:r>
            <a:rPr lang="en-US" dirty="0"/>
            <a:t> Auto-shop</a:t>
          </a:r>
          <a:endParaRPr lang="en-PK" dirty="0"/>
        </a:p>
      </dgm:t>
    </dgm:pt>
    <dgm:pt modelId="{7B401768-635B-43D5-9E7C-04E69CDF6DE2}" type="parTrans" cxnId="{36D4E61D-B2BF-4A61-886A-79E019DA32BC}">
      <dgm:prSet/>
      <dgm:spPr/>
      <dgm:t>
        <a:bodyPr/>
        <a:lstStyle/>
        <a:p>
          <a:endParaRPr lang="en-PK"/>
        </a:p>
      </dgm:t>
    </dgm:pt>
    <dgm:pt modelId="{9CD7A889-4E6F-4952-B10A-591F02D80080}" type="sibTrans" cxnId="{36D4E61D-B2BF-4A61-886A-79E019DA32BC}">
      <dgm:prSet/>
      <dgm:spPr/>
      <dgm:t>
        <a:bodyPr/>
        <a:lstStyle/>
        <a:p>
          <a:endParaRPr lang="en-PK"/>
        </a:p>
      </dgm:t>
    </dgm:pt>
    <dgm:pt modelId="{414B1EEA-DFEA-4238-81F1-071F602DA131}">
      <dgm:prSet phldrT="[Text]" phldr="0"/>
      <dgm:spPr/>
      <dgm:t>
        <a:bodyPr/>
        <a:lstStyle/>
        <a:p>
          <a:r>
            <a:rPr lang="en-US" dirty="0"/>
            <a:t>User Management</a:t>
          </a:r>
          <a:endParaRPr lang="en-PK" dirty="0"/>
        </a:p>
      </dgm:t>
    </dgm:pt>
    <dgm:pt modelId="{06143126-5CA1-487E-883B-4A4A48549E70}" type="parTrans" cxnId="{66D1D184-F189-4D0A-B3DD-A16A803CA50B}">
      <dgm:prSet/>
      <dgm:spPr/>
      <dgm:t>
        <a:bodyPr/>
        <a:lstStyle/>
        <a:p>
          <a:endParaRPr lang="en-PK"/>
        </a:p>
      </dgm:t>
    </dgm:pt>
    <dgm:pt modelId="{90EC8D95-EB33-4790-98B5-85FEEB039A80}" type="sibTrans" cxnId="{66D1D184-F189-4D0A-B3DD-A16A803CA50B}">
      <dgm:prSet/>
      <dgm:spPr/>
      <dgm:t>
        <a:bodyPr/>
        <a:lstStyle/>
        <a:p>
          <a:endParaRPr lang="en-PK"/>
        </a:p>
      </dgm:t>
    </dgm:pt>
    <dgm:pt modelId="{32F53088-44C6-4B81-8036-75B4922F0EE1}">
      <dgm:prSet phldrT="[Text]" phldr="0"/>
      <dgm:spPr/>
      <dgm:t>
        <a:bodyPr/>
        <a:lstStyle/>
        <a:p>
          <a:r>
            <a:rPr lang="en-US" dirty="0"/>
            <a:t>Register</a:t>
          </a:r>
          <a:endParaRPr lang="en-PK" dirty="0"/>
        </a:p>
      </dgm:t>
    </dgm:pt>
    <dgm:pt modelId="{798B7DE1-D2CD-43EB-9EE9-7012087A56ED}" type="parTrans" cxnId="{B0475C10-5BCA-42A7-B271-1EAF8A0E8E9F}">
      <dgm:prSet/>
      <dgm:spPr/>
      <dgm:t>
        <a:bodyPr/>
        <a:lstStyle/>
        <a:p>
          <a:endParaRPr lang="en-PK"/>
        </a:p>
      </dgm:t>
    </dgm:pt>
    <dgm:pt modelId="{C41BD383-9826-49A1-B2BE-44A3B0ECA9E6}" type="sibTrans" cxnId="{B0475C10-5BCA-42A7-B271-1EAF8A0E8E9F}">
      <dgm:prSet/>
      <dgm:spPr/>
      <dgm:t>
        <a:bodyPr/>
        <a:lstStyle/>
        <a:p>
          <a:endParaRPr lang="en-PK"/>
        </a:p>
      </dgm:t>
    </dgm:pt>
    <dgm:pt modelId="{84B4875C-604D-4E7F-A20B-2089141DF7AC}">
      <dgm:prSet phldrT="[Text]" phldr="0"/>
      <dgm:spPr/>
      <dgm:t>
        <a:bodyPr/>
        <a:lstStyle/>
        <a:p>
          <a:r>
            <a:rPr lang="en-US" dirty="0"/>
            <a:t>Login</a:t>
          </a:r>
          <a:endParaRPr lang="en-PK" dirty="0"/>
        </a:p>
      </dgm:t>
    </dgm:pt>
    <dgm:pt modelId="{11F1A67D-275F-4200-977F-F95F2F05F59F}" type="parTrans" cxnId="{1882D1CF-4F91-437F-9BAA-559C28BDB611}">
      <dgm:prSet/>
      <dgm:spPr/>
      <dgm:t>
        <a:bodyPr/>
        <a:lstStyle/>
        <a:p>
          <a:endParaRPr lang="en-PK"/>
        </a:p>
      </dgm:t>
    </dgm:pt>
    <dgm:pt modelId="{3B6ADC0B-E19B-446D-A03A-765B3E1A87A0}" type="sibTrans" cxnId="{1882D1CF-4F91-437F-9BAA-559C28BDB611}">
      <dgm:prSet/>
      <dgm:spPr/>
      <dgm:t>
        <a:bodyPr/>
        <a:lstStyle/>
        <a:p>
          <a:endParaRPr lang="en-PK"/>
        </a:p>
      </dgm:t>
    </dgm:pt>
    <dgm:pt modelId="{C9CB1B96-F067-47AF-94B0-CB6180FB816C}">
      <dgm:prSet phldrT="[Text]" phldr="0"/>
      <dgm:spPr/>
      <dgm:t>
        <a:bodyPr/>
        <a:lstStyle/>
        <a:p>
          <a:r>
            <a:rPr lang="en-US" dirty="0"/>
            <a:t>Catalogue</a:t>
          </a:r>
          <a:endParaRPr lang="en-PK" dirty="0"/>
        </a:p>
      </dgm:t>
    </dgm:pt>
    <dgm:pt modelId="{7F3FC471-52F2-4463-B0C2-E0076F772BC5}" type="parTrans" cxnId="{4859D3A9-EB97-4F28-90AA-E794B9228027}">
      <dgm:prSet/>
      <dgm:spPr/>
      <dgm:t>
        <a:bodyPr/>
        <a:lstStyle/>
        <a:p>
          <a:endParaRPr lang="en-PK"/>
        </a:p>
      </dgm:t>
    </dgm:pt>
    <dgm:pt modelId="{1569BA8E-C77F-4EF2-AD8E-AC45A73A3C71}" type="sibTrans" cxnId="{4859D3A9-EB97-4F28-90AA-E794B9228027}">
      <dgm:prSet/>
      <dgm:spPr/>
      <dgm:t>
        <a:bodyPr/>
        <a:lstStyle/>
        <a:p>
          <a:endParaRPr lang="en-PK"/>
        </a:p>
      </dgm:t>
    </dgm:pt>
    <dgm:pt modelId="{F3BD0223-1BC6-4BD4-AF2E-A82FE755673A}">
      <dgm:prSet phldrT="[Text]" phldr="0"/>
      <dgm:spPr/>
      <dgm:t>
        <a:bodyPr/>
        <a:lstStyle/>
        <a:p>
          <a:r>
            <a:rPr lang="en-US" dirty="0"/>
            <a:t>Browse</a:t>
          </a:r>
          <a:endParaRPr lang="en-PK" dirty="0"/>
        </a:p>
      </dgm:t>
    </dgm:pt>
    <dgm:pt modelId="{B3928663-19AE-4AEE-97C2-009E1DDAB51D}" type="parTrans" cxnId="{E41CFBB7-B17C-4416-BA5F-021C8B5FB6DD}">
      <dgm:prSet/>
      <dgm:spPr/>
      <dgm:t>
        <a:bodyPr/>
        <a:lstStyle/>
        <a:p>
          <a:endParaRPr lang="en-PK"/>
        </a:p>
      </dgm:t>
    </dgm:pt>
    <dgm:pt modelId="{6D793269-91C5-485C-880F-B20828F4588C}" type="sibTrans" cxnId="{E41CFBB7-B17C-4416-BA5F-021C8B5FB6DD}">
      <dgm:prSet/>
      <dgm:spPr/>
      <dgm:t>
        <a:bodyPr/>
        <a:lstStyle/>
        <a:p>
          <a:endParaRPr lang="en-PK"/>
        </a:p>
      </dgm:t>
    </dgm:pt>
    <dgm:pt modelId="{0FB4DCE4-FB9E-4630-A9BB-43697F5DD3D9}">
      <dgm:prSet phldrT="[Text]" phldr="0"/>
      <dgm:spPr/>
      <dgm:t>
        <a:bodyPr/>
        <a:lstStyle/>
        <a:p>
          <a:r>
            <a:rPr lang="en-US" dirty="0"/>
            <a:t>Order Processing</a:t>
          </a:r>
          <a:endParaRPr lang="en-PK" dirty="0"/>
        </a:p>
      </dgm:t>
    </dgm:pt>
    <dgm:pt modelId="{543B646C-5A1D-469F-845F-9F681CB9FD58}" type="parTrans" cxnId="{885481EE-E229-4A44-90B7-7BA239A119D6}">
      <dgm:prSet/>
      <dgm:spPr/>
      <dgm:t>
        <a:bodyPr/>
        <a:lstStyle/>
        <a:p>
          <a:endParaRPr lang="en-PK"/>
        </a:p>
      </dgm:t>
    </dgm:pt>
    <dgm:pt modelId="{C84DBDC6-61DB-4051-9735-4E9A711AE579}" type="sibTrans" cxnId="{885481EE-E229-4A44-90B7-7BA239A119D6}">
      <dgm:prSet/>
      <dgm:spPr/>
      <dgm:t>
        <a:bodyPr/>
        <a:lstStyle/>
        <a:p>
          <a:endParaRPr lang="en-PK"/>
        </a:p>
      </dgm:t>
    </dgm:pt>
    <dgm:pt modelId="{F6F5693F-A83B-4476-8CAB-E20D3D32472B}">
      <dgm:prSet phldrT="[Text]" phldr="0"/>
      <dgm:spPr/>
      <dgm:t>
        <a:bodyPr/>
        <a:lstStyle/>
        <a:p>
          <a:r>
            <a:rPr lang="en-US" dirty="0"/>
            <a:t>Cart Management</a:t>
          </a:r>
          <a:endParaRPr lang="en-PK" dirty="0"/>
        </a:p>
      </dgm:t>
    </dgm:pt>
    <dgm:pt modelId="{A60B2636-1E8B-4A88-A229-5E01FBCE6B55}" type="parTrans" cxnId="{4682AAAA-137D-4C8F-95B4-57012384C03A}">
      <dgm:prSet/>
      <dgm:spPr/>
      <dgm:t>
        <a:bodyPr/>
        <a:lstStyle/>
        <a:p>
          <a:endParaRPr lang="en-PK"/>
        </a:p>
      </dgm:t>
    </dgm:pt>
    <dgm:pt modelId="{F0E9DC1D-2380-4DEF-90D3-B5AD0B64C753}" type="sibTrans" cxnId="{4682AAAA-137D-4C8F-95B4-57012384C03A}">
      <dgm:prSet/>
      <dgm:spPr/>
      <dgm:t>
        <a:bodyPr/>
        <a:lstStyle/>
        <a:p>
          <a:endParaRPr lang="en-PK"/>
        </a:p>
      </dgm:t>
    </dgm:pt>
    <dgm:pt modelId="{145B2828-DF17-442E-9A96-38D0178ECF9D}">
      <dgm:prSet phldrT="[Text]" phldr="0"/>
      <dgm:spPr/>
      <dgm:t>
        <a:bodyPr/>
        <a:lstStyle/>
        <a:p>
          <a:r>
            <a:rPr lang="en-US"/>
            <a:t>Vendor</a:t>
          </a:r>
          <a:endParaRPr lang="en-PK" dirty="0"/>
        </a:p>
      </dgm:t>
    </dgm:pt>
    <dgm:pt modelId="{29DB17D3-D8D1-4100-876F-459730CC51D8}" type="parTrans" cxnId="{2D65F7B5-F9A5-4720-BF81-36030B1ED081}">
      <dgm:prSet/>
      <dgm:spPr/>
      <dgm:t>
        <a:bodyPr/>
        <a:lstStyle/>
        <a:p>
          <a:endParaRPr lang="en-PK"/>
        </a:p>
      </dgm:t>
    </dgm:pt>
    <dgm:pt modelId="{8A594894-BCD5-4A00-81B3-22C670A02AC5}" type="sibTrans" cxnId="{2D65F7B5-F9A5-4720-BF81-36030B1ED081}">
      <dgm:prSet/>
      <dgm:spPr/>
      <dgm:t>
        <a:bodyPr/>
        <a:lstStyle/>
        <a:p>
          <a:endParaRPr lang="en-PK"/>
        </a:p>
      </dgm:t>
    </dgm:pt>
    <dgm:pt modelId="{5E1030C9-84A6-4BC0-B16A-63D1554FE5FA}">
      <dgm:prSet phldrT="[Text]" phldr="0"/>
      <dgm:spPr/>
      <dgm:t>
        <a:bodyPr/>
        <a:lstStyle/>
        <a:p>
          <a:r>
            <a:rPr lang="en-US"/>
            <a:t>Customer</a:t>
          </a:r>
          <a:endParaRPr lang="en-PK" dirty="0"/>
        </a:p>
      </dgm:t>
    </dgm:pt>
    <dgm:pt modelId="{51DC299D-6515-4FEC-BA6E-A3E9AD917913}" type="parTrans" cxnId="{0393EC47-8E1E-4A63-BC6D-BEEBBE6AAB71}">
      <dgm:prSet/>
      <dgm:spPr/>
      <dgm:t>
        <a:bodyPr/>
        <a:lstStyle/>
        <a:p>
          <a:endParaRPr lang="en-PK"/>
        </a:p>
      </dgm:t>
    </dgm:pt>
    <dgm:pt modelId="{77DE0CC1-F52B-49D5-81ED-9642FA2DA5A0}" type="sibTrans" cxnId="{0393EC47-8E1E-4A63-BC6D-BEEBBE6AAB71}">
      <dgm:prSet/>
      <dgm:spPr/>
      <dgm:t>
        <a:bodyPr/>
        <a:lstStyle/>
        <a:p>
          <a:endParaRPr lang="en-PK"/>
        </a:p>
      </dgm:t>
    </dgm:pt>
    <dgm:pt modelId="{A2D23DC9-2B7D-4B02-9CF4-963A080295F4}">
      <dgm:prSet phldrT="[Text]" phldr="0"/>
      <dgm:spPr/>
      <dgm:t>
        <a:bodyPr/>
        <a:lstStyle/>
        <a:p>
          <a:r>
            <a:rPr lang="en-US"/>
            <a:t>Vendor</a:t>
          </a:r>
          <a:endParaRPr lang="en-PK" dirty="0"/>
        </a:p>
      </dgm:t>
    </dgm:pt>
    <dgm:pt modelId="{D0BC7227-4E75-44F6-BBBE-5DB3FEAD6779}" type="parTrans" cxnId="{99146189-DB3E-4549-8431-4A055C04EF76}">
      <dgm:prSet/>
      <dgm:spPr/>
      <dgm:t>
        <a:bodyPr/>
        <a:lstStyle/>
        <a:p>
          <a:endParaRPr lang="en-PK"/>
        </a:p>
      </dgm:t>
    </dgm:pt>
    <dgm:pt modelId="{1F96D49C-6310-4227-8FD2-2F84407F17A0}" type="sibTrans" cxnId="{99146189-DB3E-4549-8431-4A055C04EF76}">
      <dgm:prSet/>
      <dgm:spPr/>
      <dgm:t>
        <a:bodyPr/>
        <a:lstStyle/>
        <a:p>
          <a:endParaRPr lang="en-PK"/>
        </a:p>
      </dgm:t>
    </dgm:pt>
    <dgm:pt modelId="{5B0B1D3C-594F-4293-8A44-E8C1659C5E12}">
      <dgm:prSet phldrT="[Text]" phldr="0"/>
      <dgm:spPr/>
      <dgm:t>
        <a:bodyPr/>
        <a:lstStyle/>
        <a:p>
          <a:r>
            <a:rPr lang="en-US"/>
            <a:t>Customer</a:t>
          </a:r>
          <a:endParaRPr lang="en-PK" dirty="0"/>
        </a:p>
      </dgm:t>
    </dgm:pt>
    <dgm:pt modelId="{6DF94855-DCA2-44DE-B3DF-F0B5F32B5838}" type="parTrans" cxnId="{5964FC17-F886-41CB-93F3-CD22CAC7B69F}">
      <dgm:prSet/>
      <dgm:spPr/>
      <dgm:t>
        <a:bodyPr/>
        <a:lstStyle/>
        <a:p>
          <a:endParaRPr lang="en-PK"/>
        </a:p>
      </dgm:t>
    </dgm:pt>
    <dgm:pt modelId="{3D317AE8-9249-4A6A-9270-F622830C22DA}" type="sibTrans" cxnId="{5964FC17-F886-41CB-93F3-CD22CAC7B69F}">
      <dgm:prSet/>
      <dgm:spPr/>
      <dgm:t>
        <a:bodyPr/>
        <a:lstStyle/>
        <a:p>
          <a:endParaRPr lang="en-PK"/>
        </a:p>
      </dgm:t>
    </dgm:pt>
    <dgm:pt modelId="{DCA1D87E-5C3B-42AF-9ECB-E470DA3D1620}">
      <dgm:prSet phldrT="[Text]" phldr="0"/>
      <dgm:spPr/>
      <dgm:t>
        <a:bodyPr/>
        <a:lstStyle/>
        <a:p>
          <a:r>
            <a:rPr lang="en-US"/>
            <a:t>Guest</a:t>
          </a:r>
          <a:endParaRPr lang="en-PK" dirty="0"/>
        </a:p>
      </dgm:t>
    </dgm:pt>
    <dgm:pt modelId="{AA840DBC-97CE-4484-B22E-27833B7F5B86}" type="parTrans" cxnId="{AB66F95F-FD70-448C-8706-CD0E5F5FB31C}">
      <dgm:prSet/>
      <dgm:spPr/>
      <dgm:t>
        <a:bodyPr/>
        <a:lstStyle/>
        <a:p>
          <a:endParaRPr lang="en-PK"/>
        </a:p>
      </dgm:t>
    </dgm:pt>
    <dgm:pt modelId="{C6DB381C-D18B-4A3C-AA97-56A00CA7E064}" type="sibTrans" cxnId="{AB66F95F-FD70-448C-8706-CD0E5F5FB31C}">
      <dgm:prSet/>
      <dgm:spPr/>
      <dgm:t>
        <a:bodyPr/>
        <a:lstStyle/>
        <a:p>
          <a:endParaRPr lang="en-PK"/>
        </a:p>
      </dgm:t>
    </dgm:pt>
    <dgm:pt modelId="{31E231F0-0C27-4A92-8D3C-49138990D9DF}">
      <dgm:prSet phldrT="[Text]" phldr="0"/>
      <dgm:spPr/>
      <dgm:t>
        <a:bodyPr/>
        <a:lstStyle/>
        <a:p>
          <a:r>
            <a:rPr lang="en-US" dirty="0"/>
            <a:t>Search</a:t>
          </a:r>
          <a:endParaRPr lang="en-PK" dirty="0"/>
        </a:p>
      </dgm:t>
    </dgm:pt>
    <dgm:pt modelId="{C7BADD26-5388-40A9-AA1D-EA75E6F79984}" type="parTrans" cxnId="{9123B7EE-9CB6-4CEF-BA87-66B27615DC20}">
      <dgm:prSet/>
      <dgm:spPr/>
      <dgm:t>
        <a:bodyPr/>
        <a:lstStyle/>
        <a:p>
          <a:endParaRPr lang="en-PK"/>
        </a:p>
      </dgm:t>
    </dgm:pt>
    <dgm:pt modelId="{5E5E1955-57AA-4F50-850C-6C67A065B1F2}" type="sibTrans" cxnId="{9123B7EE-9CB6-4CEF-BA87-66B27615DC20}">
      <dgm:prSet/>
      <dgm:spPr/>
      <dgm:t>
        <a:bodyPr/>
        <a:lstStyle/>
        <a:p>
          <a:endParaRPr lang="en-PK"/>
        </a:p>
      </dgm:t>
    </dgm:pt>
    <dgm:pt modelId="{86E4DB9C-A122-494D-ACD7-707322EF8C39}">
      <dgm:prSet phldrT="[Text]" phldr="0"/>
      <dgm:spPr/>
      <dgm:t>
        <a:bodyPr/>
        <a:lstStyle/>
        <a:p>
          <a:r>
            <a:rPr lang="en-US" dirty="0"/>
            <a:t>Update</a:t>
          </a:r>
          <a:endParaRPr lang="en-PK" dirty="0"/>
        </a:p>
      </dgm:t>
    </dgm:pt>
    <dgm:pt modelId="{FF5B799A-0408-449D-8CC9-9CEA766C72FD}" type="parTrans" cxnId="{A1DC9BBD-2897-428D-84D0-3F67EE5E763C}">
      <dgm:prSet/>
      <dgm:spPr/>
      <dgm:t>
        <a:bodyPr/>
        <a:lstStyle/>
        <a:p>
          <a:endParaRPr lang="en-PK"/>
        </a:p>
      </dgm:t>
    </dgm:pt>
    <dgm:pt modelId="{C08A95D6-16FF-4E3B-8C3C-8B1490F38A16}" type="sibTrans" cxnId="{A1DC9BBD-2897-428D-84D0-3F67EE5E763C}">
      <dgm:prSet/>
      <dgm:spPr/>
      <dgm:t>
        <a:bodyPr/>
        <a:lstStyle/>
        <a:p>
          <a:endParaRPr lang="en-PK"/>
        </a:p>
      </dgm:t>
    </dgm:pt>
    <dgm:pt modelId="{88FB5E40-4EA8-41E5-BAA5-5A945EAC8C96}">
      <dgm:prSet phldrT="[Text]" phldr="0"/>
      <dgm:spPr/>
      <dgm:t>
        <a:bodyPr/>
        <a:lstStyle/>
        <a:p>
          <a:r>
            <a:rPr lang="en-US"/>
            <a:t>Filter</a:t>
          </a:r>
          <a:endParaRPr lang="en-PK" dirty="0"/>
        </a:p>
      </dgm:t>
    </dgm:pt>
    <dgm:pt modelId="{37A17460-AA57-4998-BF97-DE487ECA125D}" type="parTrans" cxnId="{F1DBB0C8-9DCE-4C2B-A63D-5001A6D15CAB}">
      <dgm:prSet/>
      <dgm:spPr/>
      <dgm:t>
        <a:bodyPr/>
        <a:lstStyle/>
        <a:p>
          <a:endParaRPr lang="en-PK"/>
        </a:p>
      </dgm:t>
    </dgm:pt>
    <dgm:pt modelId="{944CD0AF-1696-48CB-B4E3-BE4D37575C3D}" type="sibTrans" cxnId="{F1DBB0C8-9DCE-4C2B-A63D-5001A6D15CAB}">
      <dgm:prSet/>
      <dgm:spPr/>
      <dgm:t>
        <a:bodyPr/>
        <a:lstStyle/>
        <a:p>
          <a:endParaRPr lang="en-PK"/>
        </a:p>
      </dgm:t>
    </dgm:pt>
    <dgm:pt modelId="{A46BF42A-0115-40FD-80B1-5A9C14EFED87}">
      <dgm:prSet phldrT="[Text]" phldr="0"/>
      <dgm:spPr/>
      <dgm:t>
        <a:bodyPr/>
        <a:lstStyle/>
        <a:p>
          <a:r>
            <a:rPr lang="en-US"/>
            <a:t>Sort</a:t>
          </a:r>
          <a:endParaRPr lang="en-PK" dirty="0"/>
        </a:p>
      </dgm:t>
    </dgm:pt>
    <dgm:pt modelId="{C0C384D3-E7BF-4F48-9AE9-DB163FD3F005}" type="parTrans" cxnId="{7C9748F4-667C-4CF1-9AB1-3FB9522CFC90}">
      <dgm:prSet/>
      <dgm:spPr/>
      <dgm:t>
        <a:bodyPr/>
        <a:lstStyle/>
        <a:p>
          <a:endParaRPr lang="en-PK"/>
        </a:p>
      </dgm:t>
    </dgm:pt>
    <dgm:pt modelId="{D7838C4E-53A6-4BA0-AD1F-E08A030E4F99}" type="sibTrans" cxnId="{7C9748F4-667C-4CF1-9AB1-3FB9522CFC90}">
      <dgm:prSet/>
      <dgm:spPr/>
      <dgm:t>
        <a:bodyPr/>
        <a:lstStyle/>
        <a:p>
          <a:endParaRPr lang="en-PK"/>
        </a:p>
      </dgm:t>
    </dgm:pt>
    <dgm:pt modelId="{A6D1332A-45F3-44A0-9A07-12A9FA2D215D}">
      <dgm:prSet phldrT="[Text]" phldr="0"/>
      <dgm:spPr/>
      <dgm:t>
        <a:bodyPr/>
        <a:lstStyle/>
        <a:p>
          <a:r>
            <a:rPr lang="en-US" dirty="0"/>
            <a:t>Add Item</a:t>
          </a:r>
          <a:endParaRPr lang="en-PK" dirty="0"/>
        </a:p>
      </dgm:t>
    </dgm:pt>
    <dgm:pt modelId="{1618C84C-C65B-4938-BFAA-0BB958AC68AC}" type="parTrans" cxnId="{373BDFB9-2B51-4834-9A90-D26AEF3F6CC4}">
      <dgm:prSet/>
      <dgm:spPr/>
      <dgm:t>
        <a:bodyPr/>
        <a:lstStyle/>
        <a:p>
          <a:endParaRPr lang="en-PK"/>
        </a:p>
      </dgm:t>
    </dgm:pt>
    <dgm:pt modelId="{588C523B-A85C-4F35-9E04-5785E9221690}" type="sibTrans" cxnId="{373BDFB9-2B51-4834-9A90-D26AEF3F6CC4}">
      <dgm:prSet/>
      <dgm:spPr/>
      <dgm:t>
        <a:bodyPr/>
        <a:lstStyle/>
        <a:p>
          <a:endParaRPr lang="en-PK"/>
        </a:p>
      </dgm:t>
    </dgm:pt>
    <dgm:pt modelId="{DAD8E980-A642-4BD1-8AAD-429C0CA8DF0C}">
      <dgm:prSet phldrT="[Text]" phldr="0"/>
      <dgm:spPr/>
      <dgm:t>
        <a:bodyPr/>
        <a:lstStyle/>
        <a:p>
          <a:r>
            <a:rPr lang="en-US" dirty="0"/>
            <a:t>Update Detail</a:t>
          </a:r>
          <a:endParaRPr lang="en-PK" dirty="0"/>
        </a:p>
      </dgm:t>
    </dgm:pt>
    <dgm:pt modelId="{A3A72F3F-C744-4288-A490-4AA0FE8D1F33}" type="parTrans" cxnId="{E4FB4BCF-5CA0-4B5D-AD8C-39BD0638339D}">
      <dgm:prSet/>
      <dgm:spPr/>
      <dgm:t>
        <a:bodyPr/>
        <a:lstStyle/>
        <a:p>
          <a:endParaRPr lang="en-PK"/>
        </a:p>
      </dgm:t>
    </dgm:pt>
    <dgm:pt modelId="{BEAD2AF7-96DC-4CDD-B3B8-6A3CD3EF6004}" type="sibTrans" cxnId="{E4FB4BCF-5CA0-4B5D-AD8C-39BD0638339D}">
      <dgm:prSet/>
      <dgm:spPr/>
      <dgm:t>
        <a:bodyPr/>
        <a:lstStyle/>
        <a:p>
          <a:endParaRPr lang="en-PK"/>
        </a:p>
      </dgm:t>
    </dgm:pt>
    <dgm:pt modelId="{F34C34BC-B2F0-4EA0-A094-15738DE370F0}">
      <dgm:prSet phldrT="[Text]" phldr="0"/>
      <dgm:spPr/>
      <dgm:t>
        <a:bodyPr/>
        <a:lstStyle/>
        <a:p>
          <a:r>
            <a:rPr lang="en-US"/>
            <a:t>Delete Unavailable</a:t>
          </a:r>
          <a:endParaRPr lang="en-PK" dirty="0"/>
        </a:p>
      </dgm:t>
    </dgm:pt>
    <dgm:pt modelId="{875B067B-3123-48CB-B0B2-83E0B0E46CD5}" type="parTrans" cxnId="{03C1123E-F27B-4D05-B4A5-10CF624712F5}">
      <dgm:prSet/>
      <dgm:spPr/>
      <dgm:t>
        <a:bodyPr/>
        <a:lstStyle/>
        <a:p>
          <a:endParaRPr lang="en-PK"/>
        </a:p>
      </dgm:t>
    </dgm:pt>
    <dgm:pt modelId="{CAF3086D-DDE0-4C51-BFE6-A37C57AF3579}" type="sibTrans" cxnId="{03C1123E-F27B-4D05-B4A5-10CF624712F5}">
      <dgm:prSet/>
      <dgm:spPr/>
      <dgm:t>
        <a:bodyPr/>
        <a:lstStyle/>
        <a:p>
          <a:endParaRPr lang="en-PK"/>
        </a:p>
      </dgm:t>
    </dgm:pt>
    <dgm:pt modelId="{E23AFCC5-20C5-4A2B-999E-9A1F08095A0E}">
      <dgm:prSet phldrT="[Text]" phldr="0"/>
      <dgm:spPr/>
      <dgm:t>
        <a:bodyPr/>
        <a:lstStyle/>
        <a:p>
          <a:r>
            <a:rPr lang="en-US" dirty="0"/>
            <a:t>By Type</a:t>
          </a:r>
          <a:endParaRPr lang="en-PK" dirty="0"/>
        </a:p>
      </dgm:t>
    </dgm:pt>
    <dgm:pt modelId="{59BD1825-A742-410D-AFD4-6B32BB9409B1}" type="parTrans" cxnId="{6D7A81EA-D929-48B4-8FFF-437015A96D3D}">
      <dgm:prSet/>
      <dgm:spPr/>
      <dgm:t>
        <a:bodyPr/>
        <a:lstStyle/>
        <a:p>
          <a:endParaRPr lang="en-PK"/>
        </a:p>
      </dgm:t>
    </dgm:pt>
    <dgm:pt modelId="{54BD51EA-09CF-4A59-9665-FBCFEF23DC9E}" type="sibTrans" cxnId="{6D7A81EA-D929-48B4-8FFF-437015A96D3D}">
      <dgm:prSet/>
      <dgm:spPr/>
      <dgm:t>
        <a:bodyPr/>
        <a:lstStyle/>
        <a:p>
          <a:endParaRPr lang="en-PK"/>
        </a:p>
      </dgm:t>
    </dgm:pt>
    <dgm:pt modelId="{8F1A98BD-C76E-402E-A5C5-C6595FDF81E1}">
      <dgm:prSet phldrT="[Text]" phldr="0"/>
      <dgm:spPr/>
      <dgm:t>
        <a:bodyPr/>
        <a:lstStyle/>
        <a:p>
          <a:r>
            <a:rPr lang="en-US"/>
            <a:t>Pagination</a:t>
          </a:r>
          <a:endParaRPr lang="en-PK" dirty="0"/>
        </a:p>
      </dgm:t>
    </dgm:pt>
    <dgm:pt modelId="{F44E5902-6B1B-43C6-9FF4-D446AFD2935B}" type="parTrans" cxnId="{5E0B94E3-9A06-442A-87BF-F9DFF6A8E04A}">
      <dgm:prSet/>
      <dgm:spPr/>
      <dgm:t>
        <a:bodyPr/>
        <a:lstStyle/>
        <a:p>
          <a:endParaRPr lang="en-PK"/>
        </a:p>
      </dgm:t>
    </dgm:pt>
    <dgm:pt modelId="{1F44204E-D788-48C2-B745-DEA6047BAA73}" type="sibTrans" cxnId="{5E0B94E3-9A06-442A-87BF-F9DFF6A8E04A}">
      <dgm:prSet/>
      <dgm:spPr/>
      <dgm:t>
        <a:bodyPr/>
        <a:lstStyle/>
        <a:p>
          <a:endParaRPr lang="en-PK"/>
        </a:p>
      </dgm:t>
    </dgm:pt>
    <dgm:pt modelId="{28613AC1-D468-4F82-BA34-BB21DEC83132}">
      <dgm:prSet phldrT="[Text]" phldr="0"/>
      <dgm:spPr/>
      <dgm:t>
        <a:bodyPr/>
        <a:lstStyle/>
        <a:p>
          <a:r>
            <a:rPr lang="en-US"/>
            <a:t>By Vendor</a:t>
          </a:r>
          <a:endParaRPr lang="en-PK" dirty="0"/>
        </a:p>
      </dgm:t>
    </dgm:pt>
    <dgm:pt modelId="{20CE3987-7845-46D9-8980-D6A1047500CA}" type="parTrans" cxnId="{520A9908-BF20-4168-B08C-806B7754E872}">
      <dgm:prSet/>
      <dgm:spPr/>
      <dgm:t>
        <a:bodyPr/>
        <a:lstStyle/>
        <a:p>
          <a:endParaRPr lang="en-PK"/>
        </a:p>
      </dgm:t>
    </dgm:pt>
    <dgm:pt modelId="{8DBE3C84-4B5C-4629-A7E2-36C8252352D7}" type="sibTrans" cxnId="{520A9908-BF20-4168-B08C-806B7754E872}">
      <dgm:prSet/>
      <dgm:spPr/>
      <dgm:t>
        <a:bodyPr/>
        <a:lstStyle/>
        <a:p>
          <a:endParaRPr lang="en-PK"/>
        </a:p>
      </dgm:t>
    </dgm:pt>
    <dgm:pt modelId="{180AB977-D545-4386-8C60-06CE8F698BB1}">
      <dgm:prSet phldrT="[Text]" phldr="0"/>
      <dgm:spPr/>
      <dgm:t>
        <a:bodyPr/>
        <a:lstStyle/>
        <a:p>
          <a:r>
            <a:rPr lang="en-US" dirty="0"/>
            <a:t>Payments</a:t>
          </a:r>
          <a:endParaRPr lang="en-PK" dirty="0"/>
        </a:p>
      </dgm:t>
    </dgm:pt>
    <dgm:pt modelId="{6EE92A2A-CDAF-4D85-B73D-6B0B260FBF34}" type="parTrans" cxnId="{85C50078-39CF-48FA-A396-F8C6863B8793}">
      <dgm:prSet/>
      <dgm:spPr/>
      <dgm:t>
        <a:bodyPr/>
        <a:lstStyle/>
        <a:p>
          <a:endParaRPr lang="en-PK"/>
        </a:p>
      </dgm:t>
    </dgm:pt>
    <dgm:pt modelId="{7FA43862-CB69-4B93-B08E-8D4BD4EEB821}" type="sibTrans" cxnId="{85C50078-39CF-48FA-A396-F8C6863B8793}">
      <dgm:prSet/>
      <dgm:spPr/>
      <dgm:t>
        <a:bodyPr/>
        <a:lstStyle/>
        <a:p>
          <a:endParaRPr lang="en-PK"/>
        </a:p>
      </dgm:t>
    </dgm:pt>
    <dgm:pt modelId="{3541F3F6-F54A-4810-A9C3-596700D8F74F}">
      <dgm:prSet phldrT="[Text]" phldr="0"/>
      <dgm:spPr/>
      <dgm:t>
        <a:bodyPr/>
        <a:lstStyle/>
        <a:p>
          <a:r>
            <a:rPr lang="en-US" dirty="0"/>
            <a:t>DIY!</a:t>
          </a:r>
          <a:endParaRPr lang="en-PK" dirty="0"/>
        </a:p>
      </dgm:t>
    </dgm:pt>
    <dgm:pt modelId="{32524125-0DEF-4C30-849F-3B427DE23B57}" type="parTrans" cxnId="{9A286376-594D-4CA3-B701-28B6BD0F80AB}">
      <dgm:prSet/>
      <dgm:spPr/>
      <dgm:t>
        <a:bodyPr/>
        <a:lstStyle/>
        <a:p>
          <a:endParaRPr lang="en-PK"/>
        </a:p>
      </dgm:t>
    </dgm:pt>
    <dgm:pt modelId="{99F018CC-14DB-4182-A9C8-8D2614B7536E}" type="sibTrans" cxnId="{9A286376-594D-4CA3-B701-28B6BD0F80AB}">
      <dgm:prSet/>
      <dgm:spPr/>
      <dgm:t>
        <a:bodyPr/>
        <a:lstStyle/>
        <a:p>
          <a:endParaRPr lang="en-PK"/>
        </a:p>
      </dgm:t>
    </dgm:pt>
    <dgm:pt modelId="{00D31E6F-11CE-4959-AF6A-17BF0252D074}">
      <dgm:prSet phldrT="[Text]" phldr="0"/>
      <dgm:spPr/>
      <dgm:t>
        <a:bodyPr/>
        <a:lstStyle/>
        <a:p>
          <a:r>
            <a:rPr lang="en-US"/>
            <a:t>DIY!</a:t>
          </a:r>
          <a:endParaRPr lang="en-PK" dirty="0"/>
        </a:p>
      </dgm:t>
    </dgm:pt>
    <dgm:pt modelId="{0C3DF86D-E11B-4736-B36B-896E4C7ADE6B}" type="parTrans" cxnId="{44E4ACCB-0989-4A34-AED2-A931873FA8B1}">
      <dgm:prSet/>
      <dgm:spPr/>
      <dgm:t>
        <a:bodyPr/>
        <a:lstStyle/>
        <a:p>
          <a:endParaRPr lang="en-PK"/>
        </a:p>
      </dgm:t>
    </dgm:pt>
    <dgm:pt modelId="{D99B0F17-924A-4734-92EC-A5C14D24D80F}" type="sibTrans" cxnId="{44E4ACCB-0989-4A34-AED2-A931873FA8B1}">
      <dgm:prSet/>
      <dgm:spPr/>
      <dgm:t>
        <a:bodyPr/>
        <a:lstStyle/>
        <a:p>
          <a:endParaRPr lang="en-PK"/>
        </a:p>
      </dgm:t>
    </dgm:pt>
    <dgm:pt modelId="{145795BB-0288-4E1D-9C57-7945B7AA3800}">
      <dgm:prSet phldrT="[Text]" phldr="0"/>
      <dgm:spPr/>
      <dgm:t>
        <a:bodyPr/>
        <a:lstStyle/>
        <a:p>
          <a:r>
            <a:rPr lang="en-US"/>
            <a:t>Shipping</a:t>
          </a:r>
          <a:endParaRPr lang="en-PK" dirty="0"/>
        </a:p>
      </dgm:t>
    </dgm:pt>
    <dgm:pt modelId="{726E8F89-2042-4BE2-A4A7-FDB087B94B30}" type="parTrans" cxnId="{B03D336C-F7D8-4529-98DE-DA5365F3D359}">
      <dgm:prSet/>
      <dgm:spPr/>
      <dgm:t>
        <a:bodyPr/>
        <a:lstStyle/>
        <a:p>
          <a:endParaRPr lang="en-PK"/>
        </a:p>
      </dgm:t>
    </dgm:pt>
    <dgm:pt modelId="{3F09C242-D20C-489F-BEE5-C424D5DDF404}" type="sibTrans" cxnId="{B03D336C-F7D8-4529-98DE-DA5365F3D359}">
      <dgm:prSet/>
      <dgm:spPr/>
      <dgm:t>
        <a:bodyPr/>
        <a:lstStyle/>
        <a:p>
          <a:endParaRPr lang="en-PK"/>
        </a:p>
      </dgm:t>
    </dgm:pt>
    <dgm:pt modelId="{F1603C61-2A62-4599-9477-A991250C165D}">
      <dgm:prSet phldrT="[Text]" phldr="0"/>
      <dgm:spPr/>
      <dgm:t>
        <a:bodyPr/>
        <a:lstStyle/>
        <a:p>
          <a:r>
            <a:rPr lang="en-US"/>
            <a:t>DIY!</a:t>
          </a:r>
          <a:endParaRPr lang="en-PK" dirty="0"/>
        </a:p>
      </dgm:t>
    </dgm:pt>
    <dgm:pt modelId="{D7CB4208-E7C1-439C-BB70-47B1D343D724}" type="parTrans" cxnId="{87D24D9B-2A3A-424C-9647-D2ABC338373E}">
      <dgm:prSet/>
      <dgm:spPr/>
      <dgm:t>
        <a:bodyPr/>
        <a:lstStyle/>
        <a:p>
          <a:endParaRPr lang="en-PK"/>
        </a:p>
      </dgm:t>
    </dgm:pt>
    <dgm:pt modelId="{6E962F14-6AB7-4FD7-AC02-1E3D4C858DFF}" type="sibTrans" cxnId="{87D24D9B-2A3A-424C-9647-D2ABC338373E}">
      <dgm:prSet/>
      <dgm:spPr/>
      <dgm:t>
        <a:bodyPr/>
        <a:lstStyle/>
        <a:p>
          <a:endParaRPr lang="en-PK"/>
        </a:p>
      </dgm:t>
    </dgm:pt>
    <dgm:pt modelId="{EEA032E0-D87A-4949-A564-14DB510C3F49}" type="pres">
      <dgm:prSet presAssocID="{19CD6AAA-7F2E-417E-A84C-213863EA1B4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5769D43B-2ED2-4C55-A55F-BA779420B83B}" type="pres">
      <dgm:prSet presAssocID="{03B9492D-49DF-495F-955D-7E2E8E4B299B}" presName="hierRoot1" presStyleCnt="0">
        <dgm:presLayoutVars>
          <dgm:hierBranch val="init"/>
        </dgm:presLayoutVars>
      </dgm:prSet>
      <dgm:spPr/>
    </dgm:pt>
    <dgm:pt modelId="{C3908B4D-8FC8-4FF6-9711-CC8D0C678839}" type="pres">
      <dgm:prSet presAssocID="{03B9492D-49DF-495F-955D-7E2E8E4B299B}" presName="rootComposite1" presStyleCnt="0"/>
      <dgm:spPr/>
    </dgm:pt>
    <dgm:pt modelId="{3936BEA8-32DC-41C8-9871-BF2CE87B91C1}" type="pres">
      <dgm:prSet presAssocID="{03B9492D-49DF-495F-955D-7E2E8E4B299B}" presName="rootText1" presStyleLbl="node0" presStyleIdx="0" presStyleCnt="1">
        <dgm:presLayoutVars>
          <dgm:chPref val="3"/>
        </dgm:presLayoutVars>
      </dgm:prSet>
      <dgm:spPr/>
    </dgm:pt>
    <dgm:pt modelId="{8B25526A-F938-49A0-B076-EDA050FC2BCA}" type="pres">
      <dgm:prSet presAssocID="{03B9492D-49DF-495F-955D-7E2E8E4B299B}" presName="rootConnector1" presStyleLbl="node1" presStyleIdx="0" presStyleCnt="0"/>
      <dgm:spPr/>
    </dgm:pt>
    <dgm:pt modelId="{8BE0E1A0-E258-46C6-BD80-9F982907DA83}" type="pres">
      <dgm:prSet presAssocID="{03B9492D-49DF-495F-955D-7E2E8E4B299B}" presName="hierChild2" presStyleCnt="0"/>
      <dgm:spPr/>
    </dgm:pt>
    <dgm:pt modelId="{48C3E296-C339-4AB8-BF4E-76DD5B08DB3B}" type="pres">
      <dgm:prSet presAssocID="{06143126-5CA1-487E-883B-4A4A48549E70}" presName="Name37" presStyleLbl="parChTrans1D2" presStyleIdx="0" presStyleCnt="3"/>
      <dgm:spPr/>
    </dgm:pt>
    <dgm:pt modelId="{DAAF77B0-916F-423C-ABDE-089954021D8C}" type="pres">
      <dgm:prSet presAssocID="{414B1EEA-DFEA-4238-81F1-071F602DA131}" presName="hierRoot2" presStyleCnt="0">
        <dgm:presLayoutVars>
          <dgm:hierBranch val="init"/>
        </dgm:presLayoutVars>
      </dgm:prSet>
      <dgm:spPr/>
    </dgm:pt>
    <dgm:pt modelId="{49635B91-B9C1-44BB-BC00-EC7560E19B48}" type="pres">
      <dgm:prSet presAssocID="{414B1EEA-DFEA-4238-81F1-071F602DA131}" presName="rootComposite" presStyleCnt="0"/>
      <dgm:spPr/>
    </dgm:pt>
    <dgm:pt modelId="{CF080D77-C926-4B67-9462-48081F2A989F}" type="pres">
      <dgm:prSet presAssocID="{414B1EEA-DFEA-4238-81F1-071F602DA131}" presName="rootText" presStyleLbl="node2" presStyleIdx="0" presStyleCnt="3">
        <dgm:presLayoutVars>
          <dgm:chPref val="3"/>
        </dgm:presLayoutVars>
      </dgm:prSet>
      <dgm:spPr/>
    </dgm:pt>
    <dgm:pt modelId="{373E21D7-A083-4820-9224-6ADF82B2ECBD}" type="pres">
      <dgm:prSet presAssocID="{414B1EEA-DFEA-4238-81F1-071F602DA131}" presName="rootConnector" presStyleLbl="node2" presStyleIdx="0" presStyleCnt="3"/>
      <dgm:spPr/>
    </dgm:pt>
    <dgm:pt modelId="{DCDBA613-4663-400C-8E1F-5D748129FD93}" type="pres">
      <dgm:prSet presAssocID="{414B1EEA-DFEA-4238-81F1-071F602DA131}" presName="hierChild4" presStyleCnt="0"/>
      <dgm:spPr/>
    </dgm:pt>
    <dgm:pt modelId="{00A2437C-4904-47BE-BCF7-94EF7EBAFC6D}" type="pres">
      <dgm:prSet presAssocID="{798B7DE1-D2CD-43EB-9EE9-7012087A56ED}" presName="Name37" presStyleLbl="parChTrans1D3" presStyleIdx="0" presStyleCnt="8"/>
      <dgm:spPr/>
    </dgm:pt>
    <dgm:pt modelId="{5932092A-1ED1-4F11-9B7E-4285BA0946F5}" type="pres">
      <dgm:prSet presAssocID="{32F53088-44C6-4B81-8036-75B4922F0EE1}" presName="hierRoot2" presStyleCnt="0">
        <dgm:presLayoutVars>
          <dgm:hierBranch val="init"/>
        </dgm:presLayoutVars>
      </dgm:prSet>
      <dgm:spPr/>
    </dgm:pt>
    <dgm:pt modelId="{F7A2990C-40E5-4C90-A1C0-7AD6AEF1B195}" type="pres">
      <dgm:prSet presAssocID="{32F53088-44C6-4B81-8036-75B4922F0EE1}" presName="rootComposite" presStyleCnt="0"/>
      <dgm:spPr/>
    </dgm:pt>
    <dgm:pt modelId="{BED5B6A0-7E12-48A3-9C35-D76C20A5026F}" type="pres">
      <dgm:prSet presAssocID="{32F53088-44C6-4B81-8036-75B4922F0EE1}" presName="rootText" presStyleLbl="node3" presStyleIdx="0" presStyleCnt="8">
        <dgm:presLayoutVars>
          <dgm:chPref val="3"/>
        </dgm:presLayoutVars>
      </dgm:prSet>
      <dgm:spPr/>
    </dgm:pt>
    <dgm:pt modelId="{BCC2446A-9036-4F81-9D86-1635597C26E0}" type="pres">
      <dgm:prSet presAssocID="{32F53088-44C6-4B81-8036-75B4922F0EE1}" presName="rootConnector" presStyleLbl="node3" presStyleIdx="0" presStyleCnt="8"/>
      <dgm:spPr/>
    </dgm:pt>
    <dgm:pt modelId="{480D5C4E-700B-4263-A3F5-7924D4C1B10D}" type="pres">
      <dgm:prSet presAssocID="{32F53088-44C6-4B81-8036-75B4922F0EE1}" presName="hierChild4" presStyleCnt="0"/>
      <dgm:spPr/>
    </dgm:pt>
    <dgm:pt modelId="{36F3561C-936D-4FB5-852C-693FD2210824}" type="pres">
      <dgm:prSet presAssocID="{29DB17D3-D8D1-4100-876F-459730CC51D8}" presName="Name37" presStyleLbl="parChTrans1D4" presStyleIdx="0" presStyleCnt="16"/>
      <dgm:spPr/>
    </dgm:pt>
    <dgm:pt modelId="{672EBCCA-4DEE-403C-92C1-70021A5B45F4}" type="pres">
      <dgm:prSet presAssocID="{145B2828-DF17-442E-9A96-38D0178ECF9D}" presName="hierRoot2" presStyleCnt="0">
        <dgm:presLayoutVars>
          <dgm:hierBranch val="init"/>
        </dgm:presLayoutVars>
      </dgm:prSet>
      <dgm:spPr/>
    </dgm:pt>
    <dgm:pt modelId="{A9424A85-8666-4C74-8EBD-63E611478368}" type="pres">
      <dgm:prSet presAssocID="{145B2828-DF17-442E-9A96-38D0178ECF9D}" presName="rootComposite" presStyleCnt="0"/>
      <dgm:spPr/>
    </dgm:pt>
    <dgm:pt modelId="{69A938E9-8198-4FB1-BC8F-FEF1323413B5}" type="pres">
      <dgm:prSet presAssocID="{145B2828-DF17-442E-9A96-38D0178ECF9D}" presName="rootText" presStyleLbl="node4" presStyleIdx="0" presStyleCnt="16">
        <dgm:presLayoutVars>
          <dgm:chPref val="3"/>
        </dgm:presLayoutVars>
      </dgm:prSet>
      <dgm:spPr/>
    </dgm:pt>
    <dgm:pt modelId="{2BB4F16E-090B-4ABD-AEE4-AC2088CBCB84}" type="pres">
      <dgm:prSet presAssocID="{145B2828-DF17-442E-9A96-38D0178ECF9D}" presName="rootConnector" presStyleLbl="node4" presStyleIdx="0" presStyleCnt="16"/>
      <dgm:spPr/>
    </dgm:pt>
    <dgm:pt modelId="{FF5A9951-882C-4206-9AE7-8F32ADF4B5C1}" type="pres">
      <dgm:prSet presAssocID="{145B2828-DF17-442E-9A96-38D0178ECF9D}" presName="hierChild4" presStyleCnt="0"/>
      <dgm:spPr/>
    </dgm:pt>
    <dgm:pt modelId="{8313632F-3B3F-45F0-831F-51B19061AC9A}" type="pres">
      <dgm:prSet presAssocID="{145B2828-DF17-442E-9A96-38D0178ECF9D}" presName="hierChild5" presStyleCnt="0"/>
      <dgm:spPr/>
    </dgm:pt>
    <dgm:pt modelId="{0CD80121-C5C6-4B1E-9026-0E6E499AD119}" type="pres">
      <dgm:prSet presAssocID="{51DC299D-6515-4FEC-BA6E-A3E9AD917913}" presName="Name37" presStyleLbl="parChTrans1D4" presStyleIdx="1" presStyleCnt="16"/>
      <dgm:spPr/>
    </dgm:pt>
    <dgm:pt modelId="{6520F794-F4A8-4CAE-A579-190C7E0AFD08}" type="pres">
      <dgm:prSet presAssocID="{5E1030C9-84A6-4BC0-B16A-63D1554FE5FA}" presName="hierRoot2" presStyleCnt="0">
        <dgm:presLayoutVars>
          <dgm:hierBranch val="init"/>
        </dgm:presLayoutVars>
      </dgm:prSet>
      <dgm:spPr/>
    </dgm:pt>
    <dgm:pt modelId="{9D819B99-0A1D-4FAF-995B-B502E5660129}" type="pres">
      <dgm:prSet presAssocID="{5E1030C9-84A6-4BC0-B16A-63D1554FE5FA}" presName="rootComposite" presStyleCnt="0"/>
      <dgm:spPr/>
    </dgm:pt>
    <dgm:pt modelId="{154BFB8B-BBBB-4869-8D87-22A5A0235FEA}" type="pres">
      <dgm:prSet presAssocID="{5E1030C9-84A6-4BC0-B16A-63D1554FE5FA}" presName="rootText" presStyleLbl="node4" presStyleIdx="1" presStyleCnt="16">
        <dgm:presLayoutVars>
          <dgm:chPref val="3"/>
        </dgm:presLayoutVars>
      </dgm:prSet>
      <dgm:spPr/>
    </dgm:pt>
    <dgm:pt modelId="{FC9C86C8-5E4A-4AAF-B13B-4383F9D21700}" type="pres">
      <dgm:prSet presAssocID="{5E1030C9-84A6-4BC0-B16A-63D1554FE5FA}" presName="rootConnector" presStyleLbl="node4" presStyleIdx="1" presStyleCnt="16"/>
      <dgm:spPr/>
    </dgm:pt>
    <dgm:pt modelId="{7EB47DE3-3CD3-43AF-BFC3-E01FA48D3925}" type="pres">
      <dgm:prSet presAssocID="{5E1030C9-84A6-4BC0-B16A-63D1554FE5FA}" presName="hierChild4" presStyleCnt="0"/>
      <dgm:spPr/>
    </dgm:pt>
    <dgm:pt modelId="{1F5C7728-0EE7-43AF-B0C3-12C3F0A485D4}" type="pres">
      <dgm:prSet presAssocID="{5E1030C9-84A6-4BC0-B16A-63D1554FE5FA}" presName="hierChild5" presStyleCnt="0"/>
      <dgm:spPr/>
    </dgm:pt>
    <dgm:pt modelId="{F6E02C16-0F73-4F95-B3E3-E527BF800BCF}" type="pres">
      <dgm:prSet presAssocID="{32F53088-44C6-4B81-8036-75B4922F0EE1}" presName="hierChild5" presStyleCnt="0"/>
      <dgm:spPr/>
    </dgm:pt>
    <dgm:pt modelId="{BF2DCEDB-DE8B-4DED-ABC1-DC869A74ECE4}" type="pres">
      <dgm:prSet presAssocID="{11F1A67D-275F-4200-977F-F95F2F05F59F}" presName="Name37" presStyleLbl="parChTrans1D3" presStyleIdx="1" presStyleCnt="8"/>
      <dgm:spPr/>
    </dgm:pt>
    <dgm:pt modelId="{7B6F866C-3D2C-48C3-A000-7FF519898641}" type="pres">
      <dgm:prSet presAssocID="{84B4875C-604D-4E7F-A20B-2089141DF7AC}" presName="hierRoot2" presStyleCnt="0">
        <dgm:presLayoutVars>
          <dgm:hierBranch val="init"/>
        </dgm:presLayoutVars>
      </dgm:prSet>
      <dgm:spPr/>
    </dgm:pt>
    <dgm:pt modelId="{9F80E067-89AA-4426-8287-64DC26718FAF}" type="pres">
      <dgm:prSet presAssocID="{84B4875C-604D-4E7F-A20B-2089141DF7AC}" presName="rootComposite" presStyleCnt="0"/>
      <dgm:spPr/>
    </dgm:pt>
    <dgm:pt modelId="{DA165373-2059-41E5-ABDC-EA98C393A8F8}" type="pres">
      <dgm:prSet presAssocID="{84B4875C-604D-4E7F-A20B-2089141DF7AC}" presName="rootText" presStyleLbl="node3" presStyleIdx="1" presStyleCnt="8">
        <dgm:presLayoutVars>
          <dgm:chPref val="3"/>
        </dgm:presLayoutVars>
      </dgm:prSet>
      <dgm:spPr/>
    </dgm:pt>
    <dgm:pt modelId="{81BA6369-D6DB-4567-8B3B-750FA0416E0A}" type="pres">
      <dgm:prSet presAssocID="{84B4875C-604D-4E7F-A20B-2089141DF7AC}" presName="rootConnector" presStyleLbl="node3" presStyleIdx="1" presStyleCnt="8"/>
      <dgm:spPr/>
    </dgm:pt>
    <dgm:pt modelId="{08044B52-2742-4FE6-AD29-04EC3C91D85F}" type="pres">
      <dgm:prSet presAssocID="{84B4875C-604D-4E7F-A20B-2089141DF7AC}" presName="hierChild4" presStyleCnt="0"/>
      <dgm:spPr/>
    </dgm:pt>
    <dgm:pt modelId="{E753781B-CD9A-4478-80DB-A28AF20E07ED}" type="pres">
      <dgm:prSet presAssocID="{D0BC7227-4E75-44F6-BBBE-5DB3FEAD6779}" presName="Name37" presStyleLbl="parChTrans1D4" presStyleIdx="2" presStyleCnt="16"/>
      <dgm:spPr/>
    </dgm:pt>
    <dgm:pt modelId="{BE5EAF1E-2304-4A1D-B358-B13EB952A1D9}" type="pres">
      <dgm:prSet presAssocID="{A2D23DC9-2B7D-4B02-9CF4-963A080295F4}" presName="hierRoot2" presStyleCnt="0">
        <dgm:presLayoutVars>
          <dgm:hierBranch val="init"/>
        </dgm:presLayoutVars>
      </dgm:prSet>
      <dgm:spPr/>
    </dgm:pt>
    <dgm:pt modelId="{E062B143-1D10-4E24-B1C3-AD983E9871C1}" type="pres">
      <dgm:prSet presAssocID="{A2D23DC9-2B7D-4B02-9CF4-963A080295F4}" presName="rootComposite" presStyleCnt="0"/>
      <dgm:spPr/>
    </dgm:pt>
    <dgm:pt modelId="{A957EDD8-0578-4251-98E0-6183F62C42C0}" type="pres">
      <dgm:prSet presAssocID="{A2D23DC9-2B7D-4B02-9CF4-963A080295F4}" presName="rootText" presStyleLbl="node4" presStyleIdx="2" presStyleCnt="16">
        <dgm:presLayoutVars>
          <dgm:chPref val="3"/>
        </dgm:presLayoutVars>
      </dgm:prSet>
      <dgm:spPr/>
    </dgm:pt>
    <dgm:pt modelId="{7F85434C-0305-4EC7-8F1B-E7DDF5E76491}" type="pres">
      <dgm:prSet presAssocID="{A2D23DC9-2B7D-4B02-9CF4-963A080295F4}" presName="rootConnector" presStyleLbl="node4" presStyleIdx="2" presStyleCnt="16"/>
      <dgm:spPr/>
    </dgm:pt>
    <dgm:pt modelId="{E58B0F54-9B0B-4D0A-8397-C3F742F46E37}" type="pres">
      <dgm:prSet presAssocID="{A2D23DC9-2B7D-4B02-9CF4-963A080295F4}" presName="hierChild4" presStyleCnt="0"/>
      <dgm:spPr/>
    </dgm:pt>
    <dgm:pt modelId="{9A04FC5A-CFBE-4A02-B184-A0F420EB5B6F}" type="pres">
      <dgm:prSet presAssocID="{A2D23DC9-2B7D-4B02-9CF4-963A080295F4}" presName="hierChild5" presStyleCnt="0"/>
      <dgm:spPr/>
    </dgm:pt>
    <dgm:pt modelId="{6BA15B8B-D540-4FD0-9EB0-9D174337262E}" type="pres">
      <dgm:prSet presAssocID="{6DF94855-DCA2-44DE-B3DF-F0B5F32B5838}" presName="Name37" presStyleLbl="parChTrans1D4" presStyleIdx="3" presStyleCnt="16"/>
      <dgm:spPr/>
    </dgm:pt>
    <dgm:pt modelId="{28E632BA-D5F5-4969-8CC6-E027B129AF72}" type="pres">
      <dgm:prSet presAssocID="{5B0B1D3C-594F-4293-8A44-E8C1659C5E12}" presName="hierRoot2" presStyleCnt="0">
        <dgm:presLayoutVars>
          <dgm:hierBranch val="init"/>
        </dgm:presLayoutVars>
      </dgm:prSet>
      <dgm:spPr/>
    </dgm:pt>
    <dgm:pt modelId="{698056FE-2DED-4CB0-9863-8A67A43C8014}" type="pres">
      <dgm:prSet presAssocID="{5B0B1D3C-594F-4293-8A44-E8C1659C5E12}" presName="rootComposite" presStyleCnt="0"/>
      <dgm:spPr/>
    </dgm:pt>
    <dgm:pt modelId="{955C611C-35A5-4159-9A5D-1510AAD51E8A}" type="pres">
      <dgm:prSet presAssocID="{5B0B1D3C-594F-4293-8A44-E8C1659C5E12}" presName="rootText" presStyleLbl="node4" presStyleIdx="3" presStyleCnt="16">
        <dgm:presLayoutVars>
          <dgm:chPref val="3"/>
        </dgm:presLayoutVars>
      </dgm:prSet>
      <dgm:spPr/>
    </dgm:pt>
    <dgm:pt modelId="{A7D0651E-2BFF-42F1-AD87-05A438AD7C4D}" type="pres">
      <dgm:prSet presAssocID="{5B0B1D3C-594F-4293-8A44-E8C1659C5E12}" presName="rootConnector" presStyleLbl="node4" presStyleIdx="3" presStyleCnt="16"/>
      <dgm:spPr/>
    </dgm:pt>
    <dgm:pt modelId="{CC482E2D-E1CD-4615-B209-19504C10C970}" type="pres">
      <dgm:prSet presAssocID="{5B0B1D3C-594F-4293-8A44-E8C1659C5E12}" presName="hierChild4" presStyleCnt="0"/>
      <dgm:spPr/>
    </dgm:pt>
    <dgm:pt modelId="{DC5D7B0B-2760-49C4-AA8E-DF8D5CCAC7B2}" type="pres">
      <dgm:prSet presAssocID="{5B0B1D3C-594F-4293-8A44-E8C1659C5E12}" presName="hierChild5" presStyleCnt="0"/>
      <dgm:spPr/>
    </dgm:pt>
    <dgm:pt modelId="{E631EB45-45E5-49BD-AC0C-3AAD34A1334D}" type="pres">
      <dgm:prSet presAssocID="{AA840DBC-97CE-4484-B22E-27833B7F5B86}" presName="Name37" presStyleLbl="parChTrans1D4" presStyleIdx="4" presStyleCnt="16"/>
      <dgm:spPr/>
    </dgm:pt>
    <dgm:pt modelId="{54B58EC2-8F59-47F1-AF7E-476CEF658A4F}" type="pres">
      <dgm:prSet presAssocID="{DCA1D87E-5C3B-42AF-9ECB-E470DA3D1620}" presName="hierRoot2" presStyleCnt="0">
        <dgm:presLayoutVars>
          <dgm:hierBranch val="init"/>
        </dgm:presLayoutVars>
      </dgm:prSet>
      <dgm:spPr/>
    </dgm:pt>
    <dgm:pt modelId="{5B6AD4CD-03DA-4508-A5E2-BD700077EFD6}" type="pres">
      <dgm:prSet presAssocID="{DCA1D87E-5C3B-42AF-9ECB-E470DA3D1620}" presName="rootComposite" presStyleCnt="0"/>
      <dgm:spPr/>
    </dgm:pt>
    <dgm:pt modelId="{0E6794E4-2422-4377-9423-5F02511FA0D9}" type="pres">
      <dgm:prSet presAssocID="{DCA1D87E-5C3B-42AF-9ECB-E470DA3D1620}" presName="rootText" presStyleLbl="node4" presStyleIdx="4" presStyleCnt="16">
        <dgm:presLayoutVars>
          <dgm:chPref val="3"/>
        </dgm:presLayoutVars>
      </dgm:prSet>
      <dgm:spPr/>
    </dgm:pt>
    <dgm:pt modelId="{4E2834A3-D06A-46C9-BC9B-7D7D83DD4E33}" type="pres">
      <dgm:prSet presAssocID="{DCA1D87E-5C3B-42AF-9ECB-E470DA3D1620}" presName="rootConnector" presStyleLbl="node4" presStyleIdx="4" presStyleCnt="16"/>
      <dgm:spPr/>
    </dgm:pt>
    <dgm:pt modelId="{0DA68591-5E75-42B9-919A-2A156705C2CA}" type="pres">
      <dgm:prSet presAssocID="{DCA1D87E-5C3B-42AF-9ECB-E470DA3D1620}" presName="hierChild4" presStyleCnt="0"/>
      <dgm:spPr/>
    </dgm:pt>
    <dgm:pt modelId="{3A8942AF-18D9-4E43-A845-2C1BE8F961B7}" type="pres">
      <dgm:prSet presAssocID="{DCA1D87E-5C3B-42AF-9ECB-E470DA3D1620}" presName="hierChild5" presStyleCnt="0"/>
      <dgm:spPr/>
    </dgm:pt>
    <dgm:pt modelId="{8053B2FE-DA86-4236-AF95-BBBEBEB0E709}" type="pres">
      <dgm:prSet presAssocID="{84B4875C-604D-4E7F-A20B-2089141DF7AC}" presName="hierChild5" presStyleCnt="0"/>
      <dgm:spPr/>
    </dgm:pt>
    <dgm:pt modelId="{5230FBD5-F78A-46FC-9AE6-53EC6999BF37}" type="pres">
      <dgm:prSet presAssocID="{414B1EEA-DFEA-4238-81F1-071F602DA131}" presName="hierChild5" presStyleCnt="0"/>
      <dgm:spPr/>
    </dgm:pt>
    <dgm:pt modelId="{47D8014D-3BFF-4EF5-9C69-C88E6CB32060}" type="pres">
      <dgm:prSet presAssocID="{7F3FC471-52F2-4463-B0C2-E0076F772BC5}" presName="Name37" presStyleLbl="parChTrans1D2" presStyleIdx="1" presStyleCnt="3"/>
      <dgm:spPr/>
    </dgm:pt>
    <dgm:pt modelId="{31A8BB98-BC42-4256-A74F-0720D115C53A}" type="pres">
      <dgm:prSet presAssocID="{C9CB1B96-F067-47AF-94B0-CB6180FB816C}" presName="hierRoot2" presStyleCnt="0">
        <dgm:presLayoutVars>
          <dgm:hierBranch val="init"/>
        </dgm:presLayoutVars>
      </dgm:prSet>
      <dgm:spPr/>
    </dgm:pt>
    <dgm:pt modelId="{40E8B168-4FAB-460E-925B-71EAB9D166C7}" type="pres">
      <dgm:prSet presAssocID="{C9CB1B96-F067-47AF-94B0-CB6180FB816C}" presName="rootComposite" presStyleCnt="0"/>
      <dgm:spPr/>
    </dgm:pt>
    <dgm:pt modelId="{2F704870-8014-4803-995F-A97048EBEE4D}" type="pres">
      <dgm:prSet presAssocID="{C9CB1B96-F067-47AF-94B0-CB6180FB816C}" presName="rootText" presStyleLbl="node2" presStyleIdx="1" presStyleCnt="3">
        <dgm:presLayoutVars>
          <dgm:chPref val="3"/>
        </dgm:presLayoutVars>
      </dgm:prSet>
      <dgm:spPr/>
    </dgm:pt>
    <dgm:pt modelId="{69C97DF7-37D7-426B-AC30-9B5A4203B761}" type="pres">
      <dgm:prSet presAssocID="{C9CB1B96-F067-47AF-94B0-CB6180FB816C}" presName="rootConnector" presStyleLbl="node2" presStyleIdx="1" presStyleCnt="3"/>
      <dgm:spPr/>
    </dgm:pt>
    <dgm:pt modelId="{9BF81C4B-0412-4EF5-ABC8-FC22D4B8D4B7}" type="pres">
      <dgm:prSet presAssocID="{C9CB1B96-F067-47AF-94B0-CB6180FB816C}" presName="hierChild4" presStyleCnt="0"/>
      <dgm:spPr/>
    </dgm:pt>
    <dgm:pt modelId="{94D26305-849B-4855-BBCE-247534EC48D7}" type="pres">
      <dgm:prSet presAssocID="{B3928663-19AE-4AEE-97C2-009E1DDAB51D}" presName="Name37" presStyleLbl="parChTrans1D3" presStyleIdx="2" presStyleCnt="8"/>
      <dgm:spPr/>
    </dgm:pt>
    <dgm:pt modelId="{5523CA80-9D38-4FCF-AC95-4B4F5FA5144A}" type="pres">
      <dgm:prSet presAssocID="{F3BD0223-1BC6-4BD4-AF2E-A82FE755673A}" presName="hierRoot2" presStyleCnt="0">
        <dgm:presLayoutVars>
          <dgm:hierBranch val="init"/>
        </dgm:presLayoutVars>
      </dgm:prSet>
      <dgm:spPr/>
    </dgm:pt>
    <dgm:pt modelId="{751C3BCC-C77D-4D70-8F19-A03085167BEE}" type="pres">
      <dgm:prSet presAssocID="{F3BD0223-1BC6-4BD4-AF2E-A82FE755673A}" presName="rootComposite" presStyleCnt="0"/>
      <dgm:spPr/>
    </dgm:pt>
    <dgm:pt modelId="{71BD1725-0DAE-4CED-AAB2-944268F512B2}" type="pres">
      <dgm:prSet presAssocID="{F3BD0223-1BC6-4BD4-AF2E-A82FE755673A}" presName="rootText" presStyleLbl="node3" presStyleIdx="2" presStyleCnt="8">
        <dgm:presLayoutVars>
          <dgm:chPref val="3"/>
        </dgm:presLayoutVars>
      </dgm:prSet>
      <dgm:spPr/>
    </dgm:pt>
    <dgm:pt modelId="{25833BE9-7F8B-4D14-BA9D-3A631F3AF386}" type="pres">
      <dgm:prSet presAssocID="{F3BD0223-1BC6-4BD4-AF2E-A82FE755673A}" presName="rootConnector" presStyleLbl="node3" presStyleIdx="2" presStyleCnt="8"/>
      <dgm:spPr/>
    </dgm:pt>
    <dgm:pt modelId="{56E3563D-359B-4D2C-8320-AF9E6F492A19}" type="pres">
      <dgm:prSet presAssocID="{F3BD0223-1BC6-4BD4-AF2E-A82FE755673A}" presName="hierChild4" presStyleCnt="0"/>
      <dgm:spPr/>
    </dgm:pt>
    <dgm:pt modelId="{CC0EBDD9-D559-45FE-9D0A-6294EC43659B}" type="pres">
      <dgm:prSet presAssocID="{59BD1825-A742-410D-AFD4-6B32BB9409B1}" presName="Name37" presStyleLbl="parChTrans1D4" presStyleIdx="5" presStyleCnt="16"/>
      <dgm:spPr/>
    </dgm:pt>
    <dgm:pt modelId="{78501DAF-5588-46D1-B329-ABD3F028FEE8}" type="pres">
      <dgm:prSet presAssocID="{E23AFCC5-20C5-4A2B-999E-9A1F08095A0E}" presName="hierRoot2" presStyleCnt="0">
        <dgm:presLayoutVars>
          <dgm:hierBranch val="init"/>
        </dgm:presLayoutVars>
      </dgm:prSet>
      <dgm:spPr/>
    </dgm:pt>
    <dgm:pt modelId="{DA4B9B2A-5E13-444D-82BF-CF5BCD682B51}" type="pres">
      <dgm:prSet presAssocID="{E23AFCC5-20C5-4A2B-999E-9A1F08095A0E}" presName="rootComposite" presStyleCnt="0"/>
      <dgm:spPr/>
    </dgm:pt>
    <dgm:pt modelId="{A0B0728F-8B06-49D0-8939-E44AF610FB47}" type="pres">
      <dgm:prSet presAssocID="{E23AFCC5-20C5-4A2B-999E-9A1F08095A0E}" presName="rootText" presStyleLbl="node4" presStyleIdx="5" presStyleCnt="16">
        <dgm:presLayoutVars>
          <dgm:chPref val="3"/>
        </dgm:presLayoutVars>
      </dgm:prSet>
      <dgm:spPr/>
    </dgm:pt>
    <dgm:pt modelId="{5CFA7ECB-C6BC-45C7-9A0B-9D21C3EE2E62}" type="pres">
      <dgm:prSet presAssocID="{E23AFCC5-20C5-4A2B-999E-9A1F08095A0E}" presName="rootConnector" presStyleLbl="node4" presStyleIdx="5" presStyleCnt="16"/>
      <dgm:spPr/>
    </dgm:pt>
    <dgm:pt modelId="{F6EAE652-FA76-4C1D-8EF9-1F34CAA9CA1E}" type="pres">
      <dgm:prSet presAssocID="{E23AFCC5-20C5-4A2B-999E-9A1F08095A0E}" presName="hierChild4" presStyleCnt="0"/>
      <dgm:spPr/>
    </dgm:pt>
    <dgm:pt modelId="{6414DE02-72BE-4260-B3D0-5C02EAC4A405}" type="pres">
      <dgm:prSet presAssocID="{E23AFCC5-20C5-4A2B-999E-9A1F08095A0E}" presName="hierChild5" presStyleCnt="0"/>
      <dgm:spPr/>
    </dgm:pt>
    <dgm:pt modelId="{1A8EAA10-8F35-4682-9071-75F58275BC76}" type="pres">
      <dgm:prSet presAssocID="{20CE3987-7845-46D9-8980-D6A1047500CA}" presName="Name37" presStyleLbl="parChTrans1D4" presStyleIdx="6" presStyleCnt="16"/>
      <dgm:spPr/>
    </dgm:pt>
    <dgm:pt modelId="{E62844F0-D2DE-4D3E-82BB-C313A359E49D}" type="pres">
      <dgm:prSet presAssocID="{28613AC1-D468-4F82-BA34-BB21DEC83132}" presName="hierRoot2" presStyleCnt="0">
        <dgm:presLayoutVars>
          <dgm:hierBranch val="init"/>
        </dgm:presLayoutVars>
      </dgm:prSet>
      <dgm:spPr/>
    </dgm:pt>
    <dgm:pt modelId="{860CEC76-951F-4232-9826-C56C23A0C648}" type="pres">
      <dgm:prSet presAssocID="{28613AC1-D468-4F82-BA34-BB21DEC83132}" presName="rootComposite" presStyleCnt="0"/>
      <dgm:spPr/>
    </dgm:pt>
    <dgm:pt modelId="{B1D9806C-75DC-4EA7-85DA-F4BF8261CD1A}" type="pres">
      <dgm:prSet presAssocID="{28613AC1-D468-4F82-BA34-BB21DEC83132}" presName="rootText" presStyleLbl="node4" presStyleIdx="6" presStyleCnt="16">
        <dgm:presLayoutVars>
          <dgm:chPref val="3"/>
        </dgm:presLayoutVars>
      </dgm:prSet>
      <dgm:spPr/>
    </dgm:pt>
    <dgm:pt modelId="{C7EECFC0-6C50-4AA0-97E9-E3A5D98754D8}" type="pres">
      <dgm:prSet presAssocID="{28613AC1-D468-4F82-BA34-BB21DEC83132}" presName="rootConnector" presStyleLbl="node4" presStyleIdx="6" presStyleCnt="16"/>
      <dgm:spPr/>
    </dgm:pt>
    <dgm:pt modelId="{CFD6CAD8-4FCA-451B-B791-6E1E418FB0D9}" type="pres">
      <dgm:prSet presAssocID="{28613AC1-D468-4F82-BA34-BB21DEC83132}" presName="hierChild4" presStyleCnt="0"/>
      <dgm:spPr/>
    </dgm:pt>
    <dgm:pt modelId="{2770F4DC-BF91-4825-9E99-0C588A866CE7}" type="pres">
      <dgm:prSet presAssocID="{28613AC1-D468-4F82-BA34-BB21DEC83132}" presName="hierChild5" presStyleCnt="0"/>
      <dgm:spPr/>
    </dgm:pt>
    <dgm:pt modelId="{2990DECD-ED79-492B-B11E-82D124CF77DD}" type="pres">
      <dgm:prSet presAssocID="{F44E5902-6B1B-43C6-9FF4-D446AFD2935B}" presName="Name37" presStyleLbl="parChTrans1D4" presStyleIdx="7" presStyleCnt="16"/>
      <dgm:spPr/>
    </dgm:pt>
    <dgm:pt modelId="{9482E165-F004-4B3B-A8A2-E98ED31ADFDC}" type="pres">
      <dgm:prSet presAssocID="{8F1A98BD-C76E-402E-A5C5-C6595FDF81E1}" presName="hierRoot2" presStyleCnt="0">
        <dgm:presLayoutVars>
          <dgm:hierBranch val="init"/>
        </dgm:presLayoutVars>
      </dgm:prSet>
      <dgm:spPr/>
    </dgm:pt>
    <dgm:pt modelId="{1F886F95-E173-4A6F-95E9-B5A103BF001F}" type="pres">
      <dgm:prSet presAssocID="{8F1A98BD-C76E-402E-A5C5-C6595FDF81E1}" presName="rootComposite" presStyleCnt="0"/>
      <dgm:spPr/>
    </dgm:pt>
    <dgm:pt modelId="{30DA77A3-E23C-49FB-9553-89DD162F8D1D}" type="pres">
      <dgm:prSet presAssocID="{8F1A98BD-C76E-402E-A5C5-C6595FDF81E1}" presName="rootText" presStyleLbl="node4" presStyleIdx="7" presStyleCnt="16">
        <dgm:presLayoutVars>
          <dgm:chPref val="3"/>
        </dgm:presLayoutVars>
      </dgm:prSet>
      <dgm:spPr/>
    </dgm:pt>
    <dgm:pt modelId="{2871C7E2-5705-4656-947F-69C422C3A489}" type="pres">
      <dgm:prSet presAssocID="{8F1A98BD-C76E-402E-A5C5-C6595FDF81E1}" presName="rootConnector" presStyleLbl="node4" presStyleIdx="7" presStyleCnt="16"/>
      <dgm:spPr/>
    </dgm:pt>
    <dgm:pt modelId="{B2CA9497-4E71-4D9B-B84F-B7B08F94F52A}" type="pres">
      <dgm:prSet presAssocID="{8F1A98BD-C76E-402E-A5C5-C6595FDF81E1}" presName="hierChild4" presStyleCnt="0"/>
      <dgm:spPr/>
    </dgm:pt>
    <dgm:pt modelId="{32B1A8C7-9F09-4FF2-9A89-44144C7E74A6}" type="pres">
      <dgm:prSet presAssocID="{8F1A98BD-C76E-402E-A5C5-C6595FDF81E1}" presName="hierChild5" presStyleCnt="0"/>
      <dgm:spPr/>
    </dgm:pt>
    <dgm:pt modelId="{63EDBA4E-E3F6-4179-9214-CD797EC5D099}" type="pres">
      <dgm:prSet presAssocID="{F3BD0223-1BC6-4BD4-AF2E-A82FE755673A}" presName="hierChild5" presStyleCnt="0"/>
      <dgm:spPr/>
    </dgm:pt>
    <dgm:pt modelId="{84504024-F917-44C2-AAF7-F31A035BEBC4}" type="pres">
      <dgm:prSet presAssocID="{C7BADD26-5388-40A9-AA1D-EA75E6F79984}" presName="Name37" presStyleLbl="parChTrans1D3" presStyleIdx="3" presStyleCnt="8"/>
      <dgm:spPr/>
    </dgm:pt>
    <dgm:pt modelId="{160C9E3E-52F7-464F-8C5E-10C8B664C862}" type="pres">
      <dgm:prSet presAssocID="{31E231F0-0C27-4A92-8D3C-49138990D9DF}" presName="hierRoot2" presStyleCnt="0">
        <dgm:presLayoutVars>
          <dgm:hierBranch val="init"/>
        </dgm:presLayoutVars>
      </dgm:prSet>
      <dgm:spPr/>
    </dgm:pt>
    <dgm:pt modelId="{85603A61-AAC1-4EDF-A8BF-C0112D135229}" type="pres">
      <dgm:prSet presAssocID="{31E231F0-0C27-4A92-8D3C-49138990D9DF}" presName="rootComposite" presStyleCnt="0"/>
      <dgm:spPr/>
    </dgm:pt>
    <dgm:pt modelId="{BF144789-9BB3-4C65-A321-29C88D438B84}" type="pres">
      <dgm:prSet presAssocID="{31E231F0-0C27-4A92-8D3C-49138990D9DF}" presName="rootText" presStyleLbl="node3" presStyleIdx="3" presStyleCnt="8">
        <dgm:presLayoutVars>
          <dgm:chPref val="3"/>
        </dgm:presLayoutVars>
      </dgm:prSet>
      <dgm:spPr/>
    </dgm:pt>
    <dgm:pt modelId="{FEA49FC2-9B0D-4967-8666-245E26621CA0}" type="pres">
      <dgm:prSet presAssocID="{31E231F0-0C27-4A92-8D3C-49138990D9DF}" presName="rootConnector" presStyleLbl="node3" presStyleIdx="3" presStyleCnt="8"/>
      <dgm:spPr/>
    </dgm:pt>
    <dgm:pt modelId="{9C2117DC-8253-4DBB-B6CF-9F1B7EF84060}" type="pres">
      <dgm:prSet presAssocID="{31E231F0-0C27-4A92-8D3C-49138990D9DF}" presName="hierChild4" presStyleCnt="0"/>
      <dgm:spPr/>
    </dgm:pt>
    <dgm:pt modelId="{8A224422-F569-403F-8CD0-195B946CBF05}" type="pres">
      <dgm:prSet presAssocID="{37A17460-AA57-4998-BF97-DE487ECA125D}" presName="Name37" presStyleLbl="parChTrans1D4" presStyleIdx="8" presStyleCnt="16"/>
      <dgm:spPr/>
    </dgm:pt>
    <dgm:pt modelId="{A5E1DB32-1C57-4C83-B901-B57DC060B43B}" type="pres">
      <dgm:prSet presAssocID="{88FB5E40-4EA8-41E5-BAA5-5A945EAC8C96}" presName="hierRoot2" presStyleCnt="0">
        <dgm:presLayoutVars>
          <dgm:hierBranch val="init"/>
        </dgm:presLayoutVars>
      </dgm:prSet>
      <dgm:spPr/>
    </dgm:pt>
    <dgm:pt modelId="{E1461B67-DC62-4073-B646-9D0C456DD8C9}" type="pres">
      <dgm:prSet presAssocID="{88FB5E40-4EA8-41E5-BAA5-5A945EAC8C96}" presName="rootComposite" presStyleCnt="0"/>
      <dgm:spPr/>
    </dgm:pt>
    <dgm:pt modelId="{B1C88AB5-21A4-4768-8838-356F6519318A}" type="pres">
      <dgm:prSet presAssocID="{88FB5E40-4EA8-41E5-BAA5-5A945EAC8C96}" presName="rootText" presStyleLbl="node4" presStyleIdx="8" presStyleCnt="16">
        <dgm:presLayoutVars>
          <dgm:chPref val="3"/>
        </dgm:presLayoutVars>
      </dgm:prSet>
      <dgm:spPr/>
    </dgm:pt>
    <dgm:pt modelId="{1F849F76-67DF-485F-BC15-34F5C17F3E0F}" type="pres">
      <dgm:prSet presAssocID="{88FB5E40-4EA8-41E5-BAA5-5A945EAC8C96}" presName="rootConnector" presStyleLbl="node4" presStyleIdx="8" presStyleCnt="16"/>
      <dgm:spPr/>
    </dgm:pt>
    <dgm:pt modelId="{3B5E0256-066A-4090-A9F0-4DB1A4CC0595}" type="pres">
      <dgm:prSet presAssocID="{88FB5E40-4EA8-41E5-BAA5-5A945EAC8C96}" presName="hierChild4" presStyleCnt="0"/>
      <dgm:spPr/>
    </dgm:pt>
    <dgm:pt modelId="{F2C75D48-D99B-4749-8D2B-6B9AE20BC03F}" type="pres">
      <dgm:prSet presAssocID="{88FB5E40-4EA8-41E5-BAA5-5A945EAC8C96}" presName="hierChild5" presStyleCnt="0"/>
      <dgm:spPr/>
    </dgm:pt>
    <dgm:pt modelId="{C7603335-9B10-4E57-8110-DEB470810325}" type="pres">
      <dgm:prSet presAssocID="{C0C384D3-E7BF-4F48-9AE9-DB163FD3F005}" presName="Name37" presStyleLbl="parChTrans1D4" presStyleIdx="9" presStyleCnt="16"/>
      <dgm:spPr/>
    </dgm:pt>
    <dgm:pt modelId="{845E7B5F-5553-4426-925A-FE11DF1AA6E8}" type="pres">
      <dgm:prSet presAssocID="{A46BF42A-0115-40FD-80B1-5A9C14EFED87}" presName="hierRoot2" presStyleCnt="0">
        <dgm:presLayoutVars>
          <dgm:hierBranch val="init"/>
        </dgm:presLayoutVars>
      </dgm:prSet>
      <dgm:spPr/>
    </dgm:pt>
    <dgm:pt modelId="{E10829C8-245B-478C-9454-A2290F814396}" type="pres">
      <dgm:prSet presAssocID="{A46BF42A-0115-40FD-80B1-5A9C14EFED87}" presName="rootComposite" presStyleCnt="0"/>
      <dgm:spPr/>
    </dgm:pt>
    <dgm:pt modelId="{39F7877B-283B-40D4-B4FC-8C2F3CECE7E3}" type="pres">
      <dgm:prSet presAssocID="{A46BF42A-0115-40FD-80B1-5A9C14EFED87}" presName="rootText" presStyleLbl="node4" presStyleIdx="9" presStyleCnt="16">
        <dgm:presLayoutVars>
          <dgm:chPref val="3"/>
        </dgm:presLayoutVars>
      </dgm:prSet>
      <dgm:spPr/>
    </dgm:pt>
    <dgm:pt modelId="{92802576-6D4D-43ED-8E33-15F15CF6823B}" type="pres">
      <dgm:prSet presAssocID="{A46BF42A-0115-40FD-80B1-5A9C14EFED87}" presName="rootConnector" presStyleLbl="node4" presStyleIdx="9" presStyleCnt="16"/>
      <dgm:spPr/>
    </dgm:pt>
    <dgm:pt modelId="{F46F3F82-8B95-4D83-853F-577CE03F17EB}" type="pres">
      <dgm:prSet presAssocID="{A46BF42A-0115-40FD-80B1-5A9C14EFED87}" presName="hierChild4" presStyleCnt="0"/>
      <dgm:spPr/>
    </dgm:pt>
    <dgm:pt modelId="{0D2193C1-17EC-452D-85BB-C979C43DB889}" type="pres">
      <dgm:prSet presAssocID="{A46BF42A-0115-40FD-80B1-5A9C14EFED87}" presName="hierChild5" presStyleCnt="0"/>
      <dgm:spPr/>
    </dgm:pt>
    <dgm:pt modelId="{084D7060-EE22-44AE-9658-C701BEFF50EE}" type="pres">
      <dgm:prSet presAssocID="{31E231F0-0C27-4A92-8D3C-49138990D9DF}" presName="hierChild5" presStyleCnt="0"/>
      <dgm:spPr/>
    </dgm:pt>
    <dgm:pt modelId="{A7BF7221-E1BD-4B37-AA6E-BB3FBB35430E}" type="pres">
      <dgm:prSet presAssocID="{FF5B799A-0408-449D-8CC9-9CEA766C72FD}" presName="Name37" presStyleLbl="parChTrans1D3" presStyleIdx="4" presStyleCnt="8"/>
      <dgm:spPr/>
    </dgm:pt>
    <dgm:pt modelId="{C3F50DE5-75B5-4B5A-9807-8D7FDE11366F}" type="pres">
      <dgm:prSet presAssocID="{86E4DB9C-A122-494D-ACD7-707322EF8C39}" presName="hierRoot2" presStyleCnt="0">
        <dgm:presLayoutVars>
          <dgm:hierBranch val="init"/>
        </dgm:presLayoutVars>
      </dgm:prSet>
      <dgm:spPr/>
    </dgm:pt>
    <dgm:pt modelId="{5A7F3AE7-2131-497A-897D-1D458FBA1023}" type="pres">
      <dgm:prSet presAssocID="{86E4DB9C-A122-494D-ACD7-707322EF8C39}" presName="rootComposite" presStyleCnt="0"/>
      <dgm:spPr/>
    </dgm:pt>
    <dgm:pt modelId="{6219AD27-19B8-4BD8-8992-C7B490BA3006}" type="pres">
      <dgm:prSet presAssocID="{86E4DB9C-A122-494D-ACD7-707322EF8C39}" presName="rootText" presStyleLbl="node3" presStyleIdx="4" presStyleCnt="8">
        <dgm:presLayoutVars>
          <dgm:chPref val="3"/>
        </dgm:presLayoutVars>
      </dgm:prSet>
      <dgm:spPr/>
    </dgm:pt>
    <dgm:pt modelId="{F87C0ABC-7E63-4756-9ACF-77299E2B64D3}" type="pres">
      <dgm:prSet presAssocID="{86E4DB9C-A122-494D-ACD7-707322EF8C39}" presName="rootConnector" presStyleLbl="node3" presStyleIdx="4" presStyleCnt="8"/>
      <dgm:spPr/>
    </dgm:pt>
    <dgm:pt modelId="{63DF8A54-9942-4206-9465-4735AA6558B3}" type="pres">
      <dgm:prSet presAssocID="{86E4DB9C-A122-494D-ACD7-707322EF8C39}" presName="hierChild4" presStyleCnt="0"/>
      <dgm:spPr/>
    </dgm:pt>
    <dgm:pt modelId="{AB57B4E9-F115-4A4E-9939-8593E8751A6A}" type="pres">
      <dgm:prSet presAssocID="{1618C84C-C65B-4938-BFAA-0BB958AC68AC}" presName="Name37" presStyleLbl="parChTrans1D4" presStyleIdx="10" presStyleCnt="16"/>
      <dgm:spPr/>
    </dgm:pt>
    <dgm:pt modelId="{12DC03D9-15FC-4CE0-80DB-24F14EB42BE1}" type="pres">
      <dgm:prSet presAssocID="{A6D1332A-45F3-44A0-9A07-12A9FA2D215D}" presName="hierRoot2" presStyleCnt="0">
        <dgm:presLayoutVars>
          <dgm:hierBranch val="init"/>
        </dgm:presLayoutVars>
      </dgm:prSet>
      <dgm:spPr/>
    </dgm:pt>
    <dgm:pt modelId="{98DE7594-C823-495F-9263-663347742BF1}" type="pres">
      <dgm:prSet presAssocID="{A6D1332A-45F3-44A0-9A07-12A9FA2D215D}" presName="rootComposite" presStyleCnt="0"/>
      <dgm:spPr/>
    </dgm:pt>
    <dgm:pt modelId="{6BC8494A-F667-42E4-B75C-60BAA9E9CBCC}" type="pres">
      <dgm:prSet presAssocID="{A6D1332A-45F3-44A0-9A07-12A9FA2D215D}" presName="rootText" presStyleLbl="node4" presStyleIdx="10" presStyleCnt="16">
        <dgm:presLayoutVars>
          <dgm:chPref val="3"/>
        </dgm:presLayoutVars>
      </dgm:prSet>
      <dgm:spPr/>
    </dgm:pt>
    <dgm:pt modelId="{3D79B794-16D6-48CE-9CA4-886882BE44D3}" type="pres">
      <dgm:prSet presAssocID="{A6D1332A-45F3-44A0-9A07-12A9FA2D215D}" presName="rootConnector" presStyleLbl="node4" presStyleIdx="10" presStyleCnt="16"/>
      <dgm:spPr/>
    </dgm:pt>
    <dgm:pt modelId="{7BDC1500-BE85-46B8-85C7-0AE4657AF25E}" type="pres">
      <dgm:prSet presAssocID="{A6D1332A-45F3-44A0-9A07-12A9FA2D215D}" presName="hierChild4" presStyleCnt="0"/>
      <dgm:spPr/>
    </dgm:pt>
    <dgm:pt modelId="{36B83020-6A73-4719-B1F2-0A22471B721A}" type="pres">
      <dgm:prSet presAssocID="{A6D1332A-45F3-44A0-9A07-12A9FA2D215D}" presName="hierChild5" presStyleCnt="0"/>
      <dgm:spPr/>
    </dgm:pt>
    <dgm:pt modelId="{E33A45C0-5E4A-4138-863B-CC9DE2E73634}" type="pres">
      <dgm:prSet presAssocID="{A3A72F3F-C744-4288-A490-4AA0FE8D1F33}" presName="Name37" presStyleLbl="parChTrans1D4" presStyleIdx="11" presStyleCnt="16"/>
      <dgm:spPr/>
    </dgm:pt>
    <dgm:pt modelId="{EA8DF5B0-D8A9-428A-9398-2F273B48241E}" type="pres">
      <dgm:prSet presAssocID="{DAD8E980-A642-4BD1-8AAD-429C0CA8DF0C}" presName="hierRoot2" presStyleCnt="0">
        <dgm:presLayoutVars>
          <dgm:hierBranch val="init"/>
        </dgm:presLayoutVars>
      </dgm:prSet>
      <dgm:spPr/>
    </dgm:pt>
    <dgm:pt modelId="{D9675317-EDF6-4BF8-A179-450B223156FB}" type="pres">
      <dgm:prSet presAssocID="{DAD8E980-A642-4BD1-8AAD-429C0CA8DF0C}" presName="rootComposite" presStyleCnt="0"/>
      <dgm:spPr/>
    </dgm:pt>
    <dgm:pt modelId="{3BE2E796-2EF9-4189-BC6B-6D6F8A3CF7F5}" type="pres">
      <dgm:prSet presAssocID="{DAD8E980-A642-4BD1-8AAD-429C0CA8DF0C}" presName="rootText" presStyleLbl="node4" presStyleIdx="11" presStyleCnt="16">
        <dgm:presLayoutVars>
          <dgm:chPref val="3"/>
        </dgm:presLayoutVars>
      </dgm:prSet>
      <dgm:spPr/>
    </dgm:pt>
    <dgm:pt modelId="{857A5C78-648B-4C9C-ADED-41E988735390}" type="pres">
      <dgm:prSet presAssocID="{DAD8E980-A642-4BD1-8AAD-429C0CA8DF0C}" presName="rootConnector" presStyleLbl="node4" presStyleIdx="11" presStyleCnt="16"/>
      <dgm:spPr/>
    </dgm:pt>
    <dgm:pt modelId="{A85D0D66-AA38-4C54-8593-BC8E6E6A3398}" type="pres">
      <dgm:prSet presAssocID="{DAD8E980-A642-4BD1-8AAD-429C0CA8DF0C}" presName="hierChild4" presStyleCnt="0"/>
      <dgm:spPr/>
    </dgm:pt>
    <dgm:pt modelId="{F32B9E37-AFA0-4ADE-9808-5CEB95D3CFD1}" type="pres">
      <dgm:prSet presAssocID="{DAD8E980-A642-4BD1-8AAD-429C0CA8DF0C}" presName="hierChild5" presStyleCnt="0"/>
      <dgm:spPr/>
    </dgm:pt>
    <dgm:pt modelId="{B2DC7429-D392-4B64-8E58-76EAD2E58BA0}" type="pres">
      <dgm:prSet presAssocID="{875B067B-3123-48CB-B0B2-83E0B0E46CD5}" presName="Name37" presStyleLbl="parChTrans1D4" presStyleIdx="12" presStyleCnt="16"/>
      <dgm:spPr/>
    </dgm:pt>
    <dgm:pt modelId="{723BB0C4-9464-4823-943C-0DECE9ABAEC7}" type="pres">
      <dgm:prSet presAssocID="{F34C34BC-B2F0-4EA0-A094-15738DE370F0}" presName="hierRoot2" presStyleCnt="0">
        <dgm:presLayoutVars>
          <dgm:hierBranch val="init"/>
        </dgm:presLayoutVars>
      </dgm:prSet>
      <dgm:spPr/>
    </dgm:pt>
    <dgm:pt modelId="{E5C606B7-55C3-46E3-964C-F1B12346026F}" type="pres">
      <dgm:prSet presAssocID="{F34C34BC-B2F0-4EA0-A094-15738DE370F0}" presName="rootComposite" presStyleCnt="0"/>
      <dgm:spPr/>
    </dgm:pt>
    <dgm:pt modelId="{ECDC5801-CD15-4276-BC01-57C157E59C42}" type="pres">
      <dgm:prSet presAssocID="{F34C34BC-B2F0-4EA0-A094-15738DE370F0}" presName="rootText" presStyleLbl="node4" presStyleIdx="12" presStyleCnt="16">
        <dgm:presLayoutVars>
          <dgm:chPref val="3"/>
        </dgm:presLayoutVars>
      </dgm:prSet>
      <dgm:spPr/>
    </dgm:pt>
    <dgm:pt modelId="{A58835A9-0EE1-4681-9A06-C58FEE393F41}" type="pres">
      <dgm:prSet presAssocID="{F34C34BC-B2F0-4EA0-A094-15738DE370F0}" presName="rootConnector" presStyleLbl="node4" presStyleIdx="12" presStyleCnt="16"/>
      <dgm:spPr/>
    </dgm:pt>
    <dgm:pt modelId="{4DF63866-52D9-4431-902B-E135A8928E9A}" type="pres">
      <dgm:prSet presAssocID="{F34C34BC-B2F0-4EA0-A094-15738DE370F0}" presName="hierChild4" presStyleCnt="0"/>
      <dgm:spPr/>
    </dgm:pt>
    <dgm:pt modelId="{6C8D73E3-B866-4124-B0B3-3042B3C09588}" type="pres">
      <dgm:prSet presAssocID="{F34C34BC-B2F0-4EA0-A094-15738DE370F0}" presName="hierChild5" presStyleCnt="0"/>
      <dgm:spPr/>
    </dgm:pt>
    <dgm:pt modelId="{7A8353A1-B50D-49DF-A8F5-116637E495B9}" type="pres">
      <dgm:prSet presAssocID="{86E4DB9C-A122-494D-ACD7-707322EF8C39}" presName="hierChild5" presStyleCnt="0"/>
      <dgm:spPr/>
    </dgm:pt>
    <dgm:pt modelId="{131B12D1-FA00-41B3-898E-52148A37A17E}" type="pres">
      <dgm:prSet presAssocID="{C9CB1B96-F067-47AF-94B0-CB6180FB816C}" presName="hierChild5" presStyleCnt="0"/>
      <dgm:spPr/>
    </dgm:pt>
    <dgm:pt modelId="{E10F2CC8-8138-4359-8B44-9E7CB0C59C1F}" type="pres">
      <dgm:prSet presAssocID="{543B646C-5A1D-469F-845F-9F681CB9FD58}" presName="Name37" presStyleLbl="parChTrans1D2" presStyleIdx="2" presStyleCnt="3"/>
      <dgm:spPr/>
    </dgm:pt>
    <dgm:pt modelId="{9F88F58E-E05C-44DB-9A94-147942102E74}" type="pres">
      <dgm:prSet presAssocID="{0FB4DCE4-FB9E-4630-A9BB-43697F5DD3D9}" presName="hierRoot2" presStyleCnt="0">
        <dgm:presLayoutVars>
          <dgm:hierBranch val="init"/>
        </dgm:presLayoutVars>
      </dgm:prSet>
      <dgm:spPr/>
    </dgm:pt>
    <dgm:pt modelId="{8609FAF2-0B5C-4322-9534-8248D62AD162}" type="pres">
      <dgm:prSet presAssocID="{0FB4DCE4-FB9E-4630-A9BB-43697F5DD3D9}" presName="rootComposite" presStyleCnt="0"/>
      <dgm:spPr/>
    </dgm:pt>
    <dgm:pt modelId="{EB7E6B85-39AC-4601-AEB4-3500ED90A329}" type="pres">
      <dgm:prSet presAssocID="{0FB4DCE4-FB9E-4630-A9BB-43697F5DD3D9}" presName="rootText" presStyleLbl="node2" presStyleIdx="2" presStyleCnt="3">
        <dgm:presLayoutVars>
          <dgm:chPref val="3"/>
        </dgm:presLayoutVars>
      </dgm:prSet>
      <dgm:spPr/>
    </dgm:pt>
    <dgm:pt modelId="{F7431E7E-CF7C-4521-AD8D-30DED737AB87}" type="pres">
      <dgm:prSet presAssocID="{0FB4DCE4-FB9E-4630-A9BB-43697F5DD3D9}" presName="rootConnector" presStyleLbl="node2" presStyleIdx="2" presStyleCnt="3"/>
      <dgm:spPr/>
    </dgm:pt>
    <dgm:pt modelId="{7E8E8C10-6CAC-46AB-9FA5-F2D430EEDD61}" type="pres">
      <dgm:prSet presAssocID="{0FB4DCE4-FB9E-4630-A9BB-43697F5DD3D9}" presName="hierChild4" presStyleCnt="0"/>
      <dgm:spPr/>
    </dgm:pt>
    <dgm:pt modelId="{F1EF53CA-65A0-4546-938F-8CFF182923EA}" type="pres">
      <dgm:prSet presAssocID="{A60B2636-1E8B-4A88-A229-5E01FBCE6B55}" presName="Name37" presStyleLbl="parChTrans1D3" presStyleIdx="5" presStyleCnt="8"/>
      <dgm:spPr/>
    </dgm:pt>
    <dgm:pt modelId="{070AE937-E09C-4066-B333-B3219DB13CC2}" type="pres">
      <dgm:prSet presAssocID="{F6F5693F-A83B-4476-8CAB-E20D3D32472B}" presName="hierRoot2" presStyleCnt="0">
        <dgm:presLayoutVars>
          <dgm:hierBranch val="init"/>
        </dgm:presLayoutVars>
      </dgm:prSet>
      <dgm:spPr/>
    </dgm:pt>
    <dgm:pt modelId="{3D74B967-C444-4CD2-9861-6B5EF0CEE506}" type="pres">
      <dgm:prSet presAssocID="{F6F5693F-A83B-4476-8CAB-E20D3D32472B}" presName="rootComposite" presStyleCnt="0"/>
      <dgm:spPr/>
    </dgm:pt>
    <dgm:pt modelId="{147ED431-04BD-4C0E-ACCE-768E19B4225E}" type="pres">
      <dgm:prSet presAssocID="{F6F5693F-A83B-4476-8CAB-E20D3D32472B}" presName="rootText" presStyleLbl="node3" presStyleIdx="5" presStyleCnt="8">
        <dgm:presLayoutVars>
          <dgm:chPref val="3"/>
        </dgm:presLayoutVars>
      </dgm:prSet>
      <dgm:spPr/>
    </dgm:pt>
    <dgm:pt modelId="{EC4CDD50-DC08-4290-9334-0A07C13DBD5F}" type="pres">
      <dgm:prSet presAssocID="{F6F5693F-A83B-4476-8CAB-E20D3D32472B}" presName="rootConnector" presStyleLbl="node3" presStyleIdx="5" presStyleCnt="8"/>
      <dgm:spPr/>
    </dgm:pt>
    <dgm:pt modelId="{9CBB9448-FD7B-4A6A-B26C-01325E0AB643}" type="pres">
      <dgm:prSet presAssocID="{F6F5693F-A83B-4476-8CAB-E20D3D32472B}" presName="hierChild4" presStyleCnt="0"/>
      <dgm:spPr/>
    </dgm:pt>
    <dgm:pt modelId="{A0EAFF68-EBAF-48F8-9BFA-C121591EF353}" type="pres">
      <dgm:prSet presAssocID="{32524125-0DEF-4C30-849F-3B427DE23B57}" presName="Name37" presStyleLbl="parChTrans1D4" presStyleIdx="13" presStyleCnt="16"/>
      <dgm:spPr/>
    </dgm:pt>
    <dgm:pt modelId="{222ECCB5-F350-4C1F-B259-FD27B452FF29}" type="pres">
      <dgm:prSet presAssocID="{3541F3F6-F54A-4810-A9C3-596700D8F74F}" presName="hierRoot2" presStyleCnt="0">
        <dgm:presLayoutVars>
          <dgm:hierBranch val="init"/>
        </dgm:presLayoutVars>
      </dgm:prSet>
      <dgm:spPr/>
    </dgm:pt>
    <dgm:pt modelId="{E5B967C5-C0CE-4C81-A1D3-ACAA4BFA80D3}" type="pres">
      <dgm:prSet presAssocID="{3541F3F6-F54A-4810-A9C3-596700D8F74F}" presName="rootComposite" presStyleCnt="0"/>
      <dgm:spPr/>
    </dgm:pt>
    <dgm:pt modelId="{6356787F-7915-43AB-9CD7-7F8018502AAD}" type="pres">
      <dgm:prSet presAssocID="{3541F3F6-F54A-4810-A9C3-596700D8F74F}" presName="rootText" presStyleLbl="node4" presStyleIdx="13" presStyleCnt="16">
        <dgm:presLayoutVars>
          <dgm:chPref val="3"/>
        </dgm:presLayoutVars>
      </dgm:prSet>
      <dgm:spPr/>
    </dgm:pt>
    <dgm:pt modelId="{EDB80103-98EA-4105-82F0-679E4A1CD50A}" type="pres">
      <dgm:prSet presAssocID="{3541F3F6-F54A-4810-A9C3-596700D8F74F}" presName="rootConnector" presStyleLbl="node4" presStyleIdx="13" presStyleCnt="16"/>
      <dgm:spPr/>
    </dgm:pt>
    <dgm:pt modelId="{79310C85-8DB7-4B39-B5D2-C0A875290DBE}" type="pres">
      <dgm:prSet presAssocID="{3541F3F6-F54A-4810-A9C3-596700D8F74F}" presName="hierChild4" presStyleCnt="0"/>
      <dgm:spPr/>
    </dgm:pt>
    <dgm:pt modelId="{016B0207-20EF-451E-801C-77FEC2E7884D}" type="pres">
      <dgm:prSet presAssocID="{3541F3F6-F54A-4810-A9C3-596700D8F74F}" presName="hierChild5" presStyleCnt="0"/>
      <dgm:spPr/>
    </dgm:pt>
    <dgm:pt modelId="{BF0EBE18-9FC8-4B8A-8E20-FD1D3AD6BB42}" type="pres">
      <dgm:prSet presAssocID="{F6F5693F-A83B-4476-8CAB-E20D3D32472B}" presName="hierChild5" presStyleCnt="0"/>
      <dgm:spPr/>
    </dgm:pt>
    <dgm:pt modelId="{2565DC93-5EBA-41DE-AA32-FC56EFAB6E92}" type="pres">
      <dgm:prSet presAssocID="{6EE92A2A-CDAF-4D85-B73D-6B0B260FBF34}" presName="Name37" presStyleLbl="parChTrans1D3" presStyleIdx="6" presStyleCnt="8"/>
      <dgm:spPr/>
    </dgm:pt>
    <dgm:pt modelId="{8D3DCE38-1FE5-4845-90F2-3C62B5C45485}" type="pres">
      <dgm:prSet presAssocID="{180AB977-D545-4386-8C60-06CE8F698BB1}" presName="hierRoot2" presStyleCnt="0">
        <dgm:presLayoutVars>
          <dgm:hierBranch val="init"/>
        </dgm:presLayoutVars>
      </dgm:prSet>
      <dgm:spPr/>
    </dgm:pt>
    <dgm:pt modelId="{32B9FA5E-3F6E-445D-9BF3-99221991D03F}" type="pres">
      <dgm:prSet presAssocID="{180AB977-D545-4386-8C60-06CE8F698BB1}" presName="rootComposite" presStyleCnt="0"/>
      <dgm:spPr/>
    </dgm:pt>
    <dgm:pt modelId="{1FC6F8FF-CA2F-4CD5-AC48-5C735703C216}" type="pres">
      <dgm:prSet presAssocID="{180AB977-D545-4386-8C60-06CE8F698BB1}" presName="rootText" presStyleLbl="node3" presStyleIdx="6" presStyleCnt="8">
        <dgm:presLayoutVars>
          <dgm:chPref val="3"/>
        </dgm:presLayoutVars>
      </dgm:prSet>
      <dgm:spPr/>
    </dgm:pt>
    <dgm:pt modelId="{1DFC7349-AAB0-4AF0-83B1-B9FF1F483591}" type="pres">
      <dgm:prSet presAssocID="{180AB977-D545-4386-8C60-06CE8F698BB1}" presName="rootConnector" presStyleLbl="node3" presStyleIdx="6" presStyleCnt="8"/>
      <dgm:spPr/>
    </dgm:pt>
    <dgm:pt modelId="{30B7EEC4-F4F0-4C80-87D4-4F8513A0F932}" type="pres">
      <dgm:prSet presAssocID="{180AB977-D545-4386-8C60-06CE8F698BB1}" presName="hierChild4" presStyleCnt="0"/>
      <dgm:spPr/>
    </dgm:pt>
    <dgm:pt modelId="{F80F2C3E-A3B0-4B87-BD15-275E6A0D8CCE}" type="pres">
      <dgm:prSet presAssocID="{D7CB4208-E7C1-439C-BB70-47B1D343D724}" presName="Name37" presStyleLbl="parChTrans1D4" presStyleIdx="14" presStyleCnt="16"/>
      <dgm:spPr/>
    </dgm:pt>
    <dgm:pt modelId="{0D38593B-86CF-4C7E-B300-1247EDDD2D25}" type="pres">
      <dgm:prSet presAssocID="{F1603C61-2A62-4599-9477-A991250C165D}" presName="hierRoot2" presStyleCnt="0">
        <dgm:presLayoutVars>
          <dgm:hierBranch val="init"/>
        </dgm:presLayoutVars>
      </dgm:prSet>
      <dgm:spPr/>
    </dgm:pt>
    <dgm:pt modelId="{4B228F62-C5D8-45A4-92C6-6515A6BD06ED}" type="pres">
      <dgm:prSet presAssocID="{F1603C61-2A62-4599-9477-A991250C165D}" presName="rootComposite" presStyleCnt="0"/>
      <dgm:spPr/>
    </dgm:pt>
    <dgm:pt modelId="{8418CE30-52BF-47D0-A987-FB5D90AB01CA}" type="pres">
      <dgm:prSet presAssocID="{F1603C61-2A62-4599-9477-A991250C165D}" presName="rootText" presStyleLbl="node4" presStyleIdx="14" presStyleCnt="16">
        <dgm:presLayoutVars>
          <dgm:chPref val="3"/>
        </dgm:presLayoutVars>
      </dgm:prSet>
      <dgm:spPr/>
    </dgm:pt>
    <dgm:pt modelId="{987C6F10-6447-4223-B32E-97D762FD6206}" type="pres">
      <dgm:prSet presAssocID="{F1603C61-2A62-4599-9477-A991250C165D}" presName="rootConnector" presStyleLbl="node4" presStyleIdx="14" presStyleCnt="16"/>
      <dgm:spPr/>
    </dgm:pt>
    <dgm:pt modelId="{151D8C71-B453-437C-8238-16FF12930909}" type="pres">
      <dgm:prSet presAssocID="{F1603C61-2A62-4599-9477-A991250C165D}" presName="hierChild4" presStyleCnt="0"/>
      <dgm:spPr/>
    </dgm:pt>
    <dgm:pt modelId="{326C55DD-0A5F-4CC9-AB08-19C9448A75FF}" type="pres">
      <dgm:prSet presAssocID="{F1603C61-2A62-4599-9477-A991250C165D}" presName="hierChild5" presStyleCnt="0"/>
      <dgm:spPr/>
    </dgm:pt>
    <dgm:pt modelId="{367689D7-6385-40B9-AAA9-E7E6286091C1}" type="pres">
      <dgm:prSet presAssocID="{180AB977-D545-4386-8C60-06CE8F698BB1}" presName="hierChild5" presStyleCnt="0"/>
      <dgm:spPr/>
    </dgm:pt>
    <dgm:pt modelId="{3E389339-5653-4365-8F23-CC29C1B40493}" type="pres">
      <dgm:prSet presAssocID="{726E8F89-2042-4BE2-A4A7-FDB087B94B30}" presName="Name37" presStyleLbl="parChTrans1D3" presStyleIdx="7" presStyleCnt="8"/>
      <dgm:spPr/>
    </dgm:pt>
    <dgm:pt modelId="{98A8F661-17DF-4D3F-94B4-D06FDDC65F9E}" type="pres">
      <dgm:prSet presAssocID="{145795BB-0288-4E1D-9C57-7945B7AA3800}" presName="hierRoot2" presStyleCnt="0">
        <dgm:presLayoutVars>
          <dgm:hierBranch val="init"/>
        </dgm:presLayoutVars>
      </dgm:prSet>
      <dgm:spPr/>
    </dgm:pt>
    <dgm:pt modelId="{302A7275-5F9B-4A18-964D-A711B0BE7FF1}" type="pres">
      <dgm:prSet presAssocID="{145795BB-0288-4E1D-9C57-7945B7AA3800}" presName="rootComposite" presStyleCnt="0"/>
      <dgm:spPr/>
    </dgm:pt>
    <dgm:pt modelId="{3348A328-C2BA-438D-AC0A-661B41982E0D}" type="pres">
      <dgm:prSet presAssocID="{145795BB-0288-4E1D-9C57-7945B7AA3800}" presName="rootText" presStyleLbl="node3" presStyleIdx="7" presStyleCnt="8">
        <dgm:presLayoutVars>
          <dgm:chPref val="3"/>
        </dgm:presLayoutVars>
      </dgm:prSet>
      <dgm:spPr/>
    </dgm:pt>
    <dgm:pt modelId="{A1DB9CB3-CEC0-4FAF-B074-BFB85CB52193}" type="pres">
      <dgm:prSet presAssocID="{145795BB-0288-4E1D-9C57-7945B7AA3800}" presName="rootConnector" presStyleLbl="node3" presStyleIdx="7" presStyleCnt="8"/>
      <dgm:spPr/>
    </dgm:pt>
    <dgm:pt modelId="{C29C1426-D51B-436C-A0AF-88549B4FF5FF}" type="pres">
      <dgm:prSet presAssocID="{145795BB-0288-4E1D-9C57-7945B7AA3800}" presName="hierChild4" presStyleCnt="0"/>
      <dgm:spPr/>
    </dgm:pt>
    <dgm:pt modelId="{511A4B88-4F91-4B44-A2C4-F3A242338B55}" type="pres">
      <dgm:prSet presAssocID="{0C3DF86D-E11B-4736-B36B-896E4C7ADE6B}" presName="Name37" presStyleLbl="parChTrans1D4" presStyleIdx="15" presStyleCnt="16"/>
      <dgm:spPr/>
    </dgm:pt>
    <dgm:pt modelId="{2A529506-E948-4173-A938-2108B5305FB6}" type="pres">
      <dgm:prSet presAssocID="{00D31E6F-11CE-4959-AF6A-17BF0252D074}" presName="hierRoot2" presStyleCnt="0">
        <dgm:presLayoutVars>
          <dgm:hierBranch val="init"/>
        </dgm:presLayoutVars>
      </dgm:prSet>
      <dgm:spPr/>
    </dgm:pt>
    <dgm:pt modelId="{852B7704-2819-4594-82F3-C2A833106A1A}" type="pres">
      <dgm:prSet presAssocID="{00D31E6F-11CE-4959-AF6A-17BF0252D074}" presName="rootComposite" presStyleCnt="0"/>
      <dgm:spPr/>
    </dgm:pt>
    <dgm:pt modelId="{F48A8D07-2BC4-4D0D-A344-DF9005A8E1EE}" type="pres">
      <dgm:prSet presAssocID="{00D31E6F-11CE-4959-AF6A-17BF0252D074}" presName="rootText" presStyleLbl="node4" presStyleIdx="15" presStyleCnt="16">
        <dgm:presLayoutVars>
          <dgm:chPref val="3"/>
        </dgm:presLayoutVars>
      </dgm:prSet>
      <dgm:spPr/>
    </dgm:pt>
    <dgm:pt modelId="{2DA1DF50-7E50-4647-9DBA-38469E3362D7}" type="pres">
      <dgm:prSet presAssocID="{00D31E6F-11CE-4959-AF6A-17BF0252D074}" presName="rootConnector" presStyleLbl="node4" presStyleIdx="15" presStyleCnt="16"/>
      <dgm:spPr/>
    </dgm:pt>
    <dgm:pt modelId="{290C8EE4-DA39-4B6E-8417-92CADAD82F78}" type="pres">
      <dgm:prSet presAssocID="{00D31E6F-11CE-4959-AF6A-17BF0252D074}" presName="hierChild4" presStyleCnt="0"/>
      <dgm:spPr/>
    </dgm:pt>
    <dgm:pt modelId="{E84AA8CC-1FA2-43DB-8115-18EB49F80D53}" type="pres">
      <dgm:prSet presAssocID="{00D31E6F-11CE-4959-AF6A-17BF0252D074}" presName="hierChild5" presStyleCnt="0"/>
      <dgm:spPr/>
    </dgm:pt>
    <dgm:pt modelId="{DC560CA9-F126-491A-A514-45E85E5E4EE4}" type="pres">
      <dgm:prSet presAssocID="{145795BB-0288-4E1D-9C57-7945B7AA3800}" presName="hierChild5" presStyleCnt="0"/>
      <dgm:spPr/>
    </dgm:pt>
    <dgm:pt modelId="{08B918AA-5F5D-4D14-B0B0-2A186C597FCA}" type="pres">
      <dgm:prSet presAssocID="{0FB4DCE4-FB9E-4630-A9BB-43697F5DD3D9}" presName="hierChild5" presStyleCnt="0"/>
      <dgm:spPr/>
    </dgm:pt>
    <dgm:pt modelId="{9F3F6C67-42F7-4314-912F-60B9B0A5E1F4}" type="pres">
      <dgm:prSet presAssocID="{03B9492D-49DF-495F-955D-7E2E8E4B299B}" presName="hierChild3" presStyleCnt="0"/>
      <dgm:spPr/>
    </dgm:pt>
  </dgm:ptLst>
  <dgm:cxnLst>
    <dgm:cxn modelId="{5CF21701-B3EF-4984-A68F-D8C3FDB12492}" type="presOf" srcId="{A2D23DC9-2B7D-4B02-9CF4-963A080295F4}" destId="{7F85434C-0305-4EC7-8F1B-E7DDF5E76491}" srcOrd="1" destOrd="0" presId="urn:microsoft.com/office/officeart/2005/8/layout/orgChart1"/>
    <dgm:cxn modelId="{7A258E01-25C6-459E-8266-86D39C54EF75}" type="presOf" srcId="{F34C34BC-B2F0-4EA0-A094-15738DE370F0}" destId="{ECDC5801-CD15-4276-BC01-57C157E59C42}" srcOrd="0" destOrd="0" presId="urn:microsoft.com/office/officeart/2005/8/layout/orgChart1"/>
    <dgm:cxn modelId="{B5EFF904-4660-4618-8ADC-D04B33FBA843}" type="presOf" srcId="{A2D23DC9-2B7D-4B02-9CF4-963A080295F4}" destId="{A957EDD8-0578-4251-98E0-6183F62C42C0}" srcOrd="0" destOrd="0" presId="urn:microsoft.com/office/officeart/2005/8/layout/orgChart1"/>
    <dgm:cxn modelId="{520A9908-BF20-4168-B08C-806B7754E872}" srcId="{F3BD0223-1BC6-4BD4-AF2E-A82FE755673A}" destId="{28613AC1-D468-4F82-BA34-BB21DEC83132}" srcOrd="1" destOrd="0" parTransId="{20CE3987-7845-46D9-8980-D6A1047500CA}" sibTransId="{8DBE3C84-4B5C-4629-A7E2-36C8252352D7}"/>
    <dgm:cxn modelId="{0D38BB09-00F0-460F-9D48-C45ECA66901E}" type="presOf" srcId="{88FB5E40-4EA8-41E5-BAA5-5A945EAC8C96}" destId="{B1C88AB5-21A4-4768-8838-356F6519318A}" srcOrd="0" destOrd="0" presId="urn:microsoft.com/office/officeart/2005/8/layout/orgChart1"/>
    <dgm:cxn modelId="{F46F570F-5527-40B2-AFFB-E21888632306}" type="presOf" srcId="{C7BADD26-5388-40A9-AA1D-EA75E6F79984}" destId="{84504024-F917-44C2-AAF7-F31A035BEBC4}" srcOrd="0" destOrd="0" presId="urn:microsoft.com/office/officeart/2005/8/layout/orgChart1"/>
    <dgm:cxn modelId="{EECDD60F-DEF7-4DAF-B437-1E8DEA7710AE}" type="presOf" srcId="{A6D1332A-45F3-44A0-9A07-12A9FA2D215D}" destId="{6BC8494A-F667-42E4-B75C-60BAA9E9CBCC}" srcOrd="0" destOrd="0" presId="urn:microsoft.com/office/officeart/2005/8/layout/orgChart1"/>
    <dgm:cxn modelId="{B0475C10-5BCA-42A7-B271-1EAF8A0E8E9F}" srcId="{414B1EEA-DFEA-4238-81F1-071F602DA131}" destId="{32F53088-44C6-4B81-8036-75B4922F0EE1}" srcOrd="0" destOrd="0" parTransId="{798B7DE1-D2CD-43EB-9EE9-7012087A56ED}" sibTransId="{C41BD383-9826-49A1-B2BE-44A3B0ECA9E6}"/>
    <dgm:cxn modelId="{3FAA9510-1541-405E-958E-317D09D1351B}" type="presOf" srcId="{86E4DB9C-A122-494D-ACD7-707322EF8C39}" destId="{6219AD27-19B8-4BD8-8992-C7B490BA3006}" srcOrd="0" destOrd="0" presId="urn:microsoft.com/office/officeart/2005/8/layout/orgChart1"/>
    <dgm:cxn modelId="{E0522512-5D13-4C56-A5AB-BB7950C7344B}" type="presOf" srcId="{726E8F89-2042-4BE2-A4A7-FDB087B94B30}" destId="{3E389339-5653-4365-8F23-CC29C1B40493}" srcOrd="0" destOrd="0" presId="urn:microsoft.com/office/officeart/2005/8/layout/orgChart1"/>
    <dgm:cxn modelId="{5964FC17-F886-41CB-93F3-CD22CAC7B69F}" srcId="{84B4875C-604D-4E7F-A20B-2089141DF7AC}" destId="{5B0B1D3C-594F-4293-8A44-E8C1659C5E12}" srcOrd="1" destOrd="0" parTransId="{6DF94855-DCA2-44DE-B3DF-F0B5F32B5838}" sibTransId="{3D317AE8-9249-4A6A-9270-F622830C22DA}"/>
    <dgm:cxn modelId="{DB001A19-0548-4D04-89EE-AC018EC578CD}" type="presOf" srcId="{03B9492D-49DF-495F-955D-7E2E8E4B299B}" destId="{8B25526A-F938-49A0-B076-EDA050FC2BCA}" srcOrd="1" destOrd="0" presId="urn:microsoft.com/office/officeart/2005/8/layout/orgChart1"/>
    <dgm:cxn modelId="{1A99F31C-85B2-4BAD-98A0-85FE440A7AB6}" type="presOf" srcId="{5B0B1D3C-594F-4293-8A44-E8C1659C5E12}" destId="{955C611C-35A5-4159-9A5D-1510AAD51E8A}" srcOrd="0" destOrd="0" presId="urn:microsoft.com/office/officeart/2005/8/layout/orgChart1"/>
    <dgm:cxn modelId="{C559D41D-4A34-4108-8E20-B3F6F03A8A82}" type="presOf" srcId="{C0C384D3-E7BF-4F48-9AE9-DB163FD3F005}" destId="{C7603335-9B10-4E57-8110-DEB470810325}" srcOrd="0" destOrd="0" presId="urn:microsoft.com/office/officeart/2005/8/layout/orgChart1"/>
    <dgm:cxn modelId="{36D4E61D-B2BF-4A61-886A-79E019DA32BC}" srcId="{19CD6AAA-7F2E-417E-A84C-213863EA1B4B}" destId="{03B9492D-49DF-495F-955D-7E2E8E4B299B}" srcOrd="0" destOrd="0" parTransId="{7B401768-635B-43D5-9E7C-04E69CDF6DE2}" sibTransId="{9CD7A889-4E6F-4952-B10A-591F02D80080}"/>
    <dgm:cxn modelId="{1015F01E-395B-4AAD-B59B-6E7EFEF0C13B}" type="presOf" srcId="{543B646C-5A1D-469F-845F-9F681CB9FD58}" destId="{E10F2CC8-8138-4359-8B44-9E7CB0C59C1F}" srcOrd="0" destOrd="0" presId="urn:microsoft.com/office/officeart/2005/8/layout/orgChart1"/>
    <dgm:cxn modelId="{2F329D23-8664-44AF-B042-D16817B38D60}" type="presOf" srcId="{00D31E6F-11CE-4959-AF6A-17BF0252D074}" destId="{F48A8D07-2BC4-4D0D-A344-DF9005A8E1EE}" srcOrd="0" destOrd="0" presId="urn:microsoft.com/office/officeart/2005/8/layout/orgChart1"/>
    <dgm:cxn modelId="{376AE425-A9DC-44DB-9B35-49DFE932E69B}" type="presOf" srcId="{6DF94855-DCA2-44DE-B3DF-F0B5F32B5838}" destId="{6BA15B8B-D540-4FD0-9EB0-9D174337262E}" srcOrd="0" destOrd="0" presId="urn:microsoft.com/office/officeart/2005/8/layout/orgChart1"/>
    <dgm:cxn modelId="{8D61FB28-8629-4800-8895-49996CBCD64B}" type="presOf" srcId="{84B4875C-604D-4E7F-A20B-2089141DF7AC}" destId="{DA165373-2059-41E5-ABDC-EA98C393A8F8}" srcOrd="0" destOrd="0" presId="urn:microsoft.com/office/officeart/2005/8/layout/orgChart1"/>
    <dgm:cxn modelId="{D4517A2B-0A80-42C4-B2CB-DE9F0D689EB4}" type="presOf" srcId="{798B7DE1-D2CD-43EB-9EE9-7012087A56ED}" destId="{00A2437C-4904-47BE-BCF7-94EF7EBAFC6D}" srcOrd="0" destOrd="0" presId="urn:microsoft.com/office/officeart/2005/8/layout/orgChart1"/>
    <dgm:cxn modelId="{563CE02C-F7BD-4942-9388-9FBEC7907671}" type="presOf" srcId="{5E1030C9-84A6-4BC0-B16A-63D1554FE5FA}" destId="{154BFB8B-BBBB-4869-8D87-22A5A0235FEA}" srcOrd="0" destOrd="0" presId="urn:microsoft.com/office/officeart/2005/8/layout/orgChart1"/>
    <dgm:cxn modelId="{34918534-F006-4BD5-A4E7-9EBF50C56A8A}" type="presOf" srcId="{A46BF42A-0115-40FD-80B1-5A9C14EFED87}" destId="{39F7877B-283B-40D4-B4FC-8C2F3CECE7E3}" srcOrd="0" destOrd="0" presId="urn:microsoft.com/office/officeart/2005/8/layout/orgChart1"/>
    <dgm:cxn modelId="{44911835-883F-4388-8259-712995A4744A}" type="presOf" srcId="{A60B2636-1E8B-4A88-A229-5E01FBCE6B55}" destId="{F1EF53CA-65A0-4546-938F-8CFF182923EA}" srcOrd="0" destOrd="0" presId="urn:microsoft.com/office/officeart/2005/8/layout/orgChart1"/>
    <dgm:cxn modelId="{5CBA6337-D0D5-4122-9F66-940B72E90368}" type="presOf" srcId="{84B4875C-604D-4E7F-A20B-2089141DF7AC}" destId="{81BA6369-D6DB-4567-8B3B-750FA0416E0A}" srcOrd="1" destOrd="0" presId="urn:microsoft.com/office/officeart/2005/8/layout/orgChart1"/>
    <dgm:cxn modelId="{2E16FD39-5C15-4FA3-9EC8-43223C6925F1}" type="presOf" srcId="{32F53088-44C6-4B81-8036-75B4922F0EE1}" destId="{BCC2446A-9036-4F81-9D86-1635597C26E0}" srcOrd="1" destOrd="0" presId="urn:microsoft.com/office/officeart/2005/8/layout/orgChart1"/>
    <dgm:cxn modelId="{47D0F23D-FE9B-45FF-9B12-8BCFD780CC1F}" type="presOf" srcId="{E23AFCC5-20C5-4A2B-999E-9A1F08095A0E}" destId="{A0B0728F-8B06-49D0-8939-E44AF610FB47}" srcOrd="0" destOrd="0" presId="urn:microsoft.com/office/officeart/2005/8/layout/orgChart1"/>
    <dgm:cxn modelId="{03C1123E-F27B-4D05-B4A5-10CF624712F5}" srcId="{86E4DB9C-A122-494D-ACD7-707322EF8C39}" destId="{F34C34BC-B2F0-4EA0-A094-15738DE370F0}" srcOrd="2" destOrd="0" parTransId="{875B067B-3123-48CB-B0B2-83E0B0E46CD5}" sibTransId="{CAF3086D-DDE0-4C51-BFE6-A37C57AF3579}"/>
    <dgm:cxn modelId="{A1193F40-D8CA-494B-A141-3129751C99F6}" type="presOf" srcId="{180AB977-D545-4386-8C60-06CE8F698BB1}" destId="{1FC6F8FF-CA2F-4CD5-AC48-5C735703C216}" srcOrd="0" destOrd="0" presId="urn:microsoft.com/office/officeart/2005/8/layout/orgChart1"/>
    <dgm:cxn modelId="{8613705B-D625-407C-A80A-D92D1ED7ECAE}" type="presOf" srcId="{20CE3987-7845-46D9-8980-D6A1047500CA}" destId="{1A8EAA10-8F35-4682-9071-75F58275BC76}" srcOrd="0" destOrd="0" presId="urn:microsoft.com/office/officeart/2005/8/layout/orgChart1"/>
    <dgm:cxn modelId="{AB66F95F-FD70-448C-8706-CD0E5F5FB31C}" srcId="{84B4875C-604D-4E7F-A20B-2089141DF7AC}" destId="{DCA1D87E-5C3B-42AF-9ECB-E470DA3D1620}" srcOrd="2" destOrd="0" parTransId="{AA840DBC-97CE-4484-B22E-27833B7F5B86}" sibTransId="{C6DB381C-D18B-4A3C-AA97-56A00CA7E064}"/>
    <dgm:cxn modelId="{51B1CA61-66EA-4A10-89FF-D4D588A33E42}" type="presOf" srcId="{DCA1D87E-5C3B-42AF-9ECB-E470DA3D1620}" destId="{0E6794E4-2422-4377-9423-5F02511FA0D9}" srcOrd="0" destOrd="0" presId="urn:microsoft.com/office/officeart/2005/8/layout/orgChart1"/>
    <dgm:cxn modelId="{850E8A63-CB58-456B-B495-3B037907582C}" type="presOf" srcId="{F3BD0223-1BC6-4BD4-AF2E-A82FE755673A}" destId="{25833BE9-7F8B-4D14-BA9D-3A631F3AF386}" srcOrd="1" destOrd="0" presId="urn:microsoft.com/office/officeart/2005/8/layout/orgChart1"/>
    <dgm:cxn modelId="{0393EC47-8E1E-4A63-BC6D-BEEBBE6AAB71}" srcId="{32F53088-44C6-4B81-8036-75B4922F0EE1}" destId="{5E1030C9-84A6-4BC0-B16A-63D1554FE5FA}" srcOrd="1" destOrd="0" parTransId="{51DC299D-6515-4FEC-BA6E-A3E9AD917913}" sibTransId="{77DE0CC1-F52B-49D5-81ED-9642FA2DA5A0}"/>
    <dgm:cxn modelId="{4AACFB67-8C40-447D-AC75-73BF63DE1603}" type="presOf" srcId="{875B067B-3123-48CB-B0B2-83E0B0E46CD5}" destId="{B2DC7429-D392-4B64-8E58-76EAD2E58BA0}" srcOrd="0" destOrd="0" presId="urn:microsoft.com/office/officeart/2005/8/layout/orgChart1"/>
    <dgm:cxn modelId="{15A77949-7866-467F-8856-007CF91E1169}" type="presOf" srcId="{06143126-5CA1-487E-883B-4A4A48549E70}" destId="{48C3E296-C339-4AB8-BF4E-76DD5B08DB3B}" srcOrd="0" destOrd="0" presId="urn:microsoft.com/office/officeart/2005/8/layout/orgChart1"/>
    <dgm:cxn modelId="{B03D336C-F7D8-4529-98DE-DA5365F3D359}" srcId="{0FB4DCE4-FB9E-4630-A9BB-43697F5DD3D9}" destId="{145795BB-0288-4E1D-9C57-7945B7AA3800}" srcOrd="2" destOrd="0" parTransId="{726E8F89-2042-4BE2-A4A7-FDB087B94B30}" sibTransId="{3F09C242-D20C-489F-BEE5-C424D5DDF404}"/>
    <dgm:cxn modelId="{2AEE1B4E-A555-4029-96AF-B3DB70A24279}" type="presOf" srcId="{FF5B799A-0408-449D-8CC9-9CEA766C72FD}" destId="{A7BF7221-E1BD-4B37-AA6E-BB3FBB35430E}" srcOrd="0" destOrd="0" presId="urn:microsoft.com/office/officeart/2005/8/layout/orgChart1"/>
    <dgm:cxn modelId="{3EBD504E-FA71-4C2B-8690-94414398ECD5}" type="presOf" srcId="{AA840DBC-97CE-4484-B22E-27833B7F5B86}" destId="{E631EB45-45E5-49BD-AC0C-3AAD34A1334D}" srcOrd="0" destOrd="0" presId="urn:microsoft.com/office/officeart/2005/8/layout/orgChart1"/>
    <dgm:cxn modelId="{81357D6E-C6A2-497D-839E-5B58A2E5E8F0}" type="presOf" srcId="{414B1EEA-DFEA-4238-81F1-071F602DA131}" destId="{373E21D7-A083-4820-9224-6ADF82B2ECBD}" srcOrd="1" destOrd="0" presId="urn:microsoft.com/office/officeart/2005/8/layout/orgChart1"/>
    <dgm:cxn modelId="{3B10946E-31A6-4A4D-A00B-BF0B48370921}" type="presOf" srcId="{6EE92A2A-CDAF-4D85-B73D-6B0B260FBF34}" destId="{2565DC93-5EBA-41DE-AA32-FC56EFAB6E92}" srcOrd="0" destOrd="0" presId="urn:microsoft.com/office/officeart/2005/8/layout/orgChart1"/>
    <dgm:cxn modelId="{07A43452-D1E1-4254-B4FD-97EB696894F9}" type="presOf" srcId="{0C3DF86D-E11B-4736-B36B-896E4C7ADE6B}" destId="{511A4B88-4F91-4B44-A2C4-F3A242338B55}" srcOrd="0" destOrd="0" presId="urn:microsoft.com/office/officeart/2005/8/layout/orgChart1"/>
    <dgm:cxn modelId="{C5DFB252-743E-4B17-BFD3-375239EE0DE0}" type="presOf" srcId="{F3BD0223-1BC6-4BD4-AF2E-A82FE755673A}" destId="{71BD1725-0DAE-4CED-AAB2-944268F512B2}" srcOrd="0" destOrd="0" presId="urn:microsoft.com/office/officeart/2005/8/layout/orgChart1"/>
    <dgm:cxn modelId="{728EC472-33ED-4E35-B413-20879DFD216F}" type="presOf" srcId="{0FB4DCE4-FB9E-4630-A9BB-43697F5DD3D9}" destId="{EB7E6B85-39AC-4601-AEB4-3500ED90A329}" srcOrd="0" destOrd="0" presId="urn:microsoft.com/office/officeart/2005/8/layout/orgChart1"/>
    <dgm:cxn modelId="{B81F5153-3A15-4C69-96A8-9317863DFB5B}" type="presOf" srcId="{28613AC1-D468-4F82-BA34-BB21DEC83132}" destId="{C7EECFC0-6C50-4AA0-97E9-E3A5D98754D8}" srcOrd="1" destOrd="0" presId="urn:microsoft.com/office/officeart/2005/8/layout/orgChart1"/>
    <dgm:cxn modelId="{450D9B53-5039-4087-8563-219726AADDE5}" type="presOf" srcId="{145B2828-DF17-442E-9A96-38D0178ECF9D}" destId="{2BB4F16E-090B-4ABD-AEE4-AC2088CBCB84}" srcOrd="1" destOrd="0" presId="urn:microsoft.com/office/officeart/2005/8/layout/orgChart1"/>
    <dgm:cxn modelId="{94909975-BA8E-44BD-B7E9-AD37D6C63626}" type="presOf" srcId="{B3928663-19AE-4AEE-97C2-009E1DDAB51D}" destId="{94D26305-849B-4855-BBCE-247534EC48D7}" srcOrd="0" destOrd="0" presId="urn:microsoft.com/office/officeart/2005/8/layout/orgChart1"/>
    <dgm:cxn modelId="{9A286376-594D-4CA3-B701-28B6BD0F80AB}" srcId="{F6F5693F-A83B-4476-8CAB-E20D3D32472B}" destId="{3541F3F6-F54A-4810-A9C3-596700D8F74F}" srcOrd="0" destOrd="0" parTransId="{32524125-0DEF-4C30-849F-3B427DE23B57}" sibTransId="{99F018CC-14DB-4182-A9C8-8D2614B7536E}"/>
    <dgm:cxn modelId="{85C50078-39CF-48FA-A396-F8C6863B8793}" srcId="{0FB4DCE4-FB9E-4630-A9BB-43697F5DD3D9}" destId="{180AB977-D545-4386-8C60-06CE8F698BB1}" srcOrd="1" destOrd="0" parTransId="{6EE92A2A-CDAF-4D85-B73D-6B0B260FBF34}" sibTransId="{7FA43862-CB69-4B93-B08E-8D4BD4EEB821}"/>
    <dgm:cxn modelId="{E8F27479-0FB1-40B1-A8CD-91C7AB229AB0}" type="presOf" srcId="{00D31E6F-11CE-4959-AF6A-17BF0252D074}" destId="{2DA1DF50-7E50-4647-9DBA-38469E3362D7}" srcOrd="1" destOrd="0" presId="urn:microsoft.com/office/officeart/2005/8/layout/orgChart1"/>
    <dgm:cxn modelId="{66D1D184-F189-4D0A-B3DD-A16A803CA50B}" srcId="{03B9492D-49DF-495F-955D-7E2E8E4B299B}" destId="{414B1EEA-DFEA-4238-81F1-071F602DA131}" srcOrd="0" destOrd="0" parTransId="{06143126-5CA1-487E-883B-4A4A48549E70}" sibTransId="{90EC8D95-EB33-4790-98B5-85FEEB039A80}"/>
    <dgm:cxn modelId="{6750AE87-ED4D-4E0C-975E-795EC3440FBB}" type="presOf" srcId="{32F53088-44C6-4B81-8036-75B4922F0EE1}" destId="{BED5B6A0-7E12-48A3-9C35-D76C20A5026F}" srcOrd="0" destOrd="0" presId="urn:microsoft.com/office/officeart/2005/8/layout/orgChart1"/>
    <dgm:cxn modelId="{E2AF7488-0368-4557-B7D3-123E76ACD900}" type="presOf" srcId="{D7CB4208-E7C1-439C-BB70-47B1D343D724}" destId="{F80F2C3E-A3B0-4B87-BD15-275E6A0D8CCE}" srcOrd="0" destOrd="0" presId="urn:microsoft.com/office/officeart/2005/8/layout/orgChart1"/>
    <dgm:cxn modelId="{99146189-DB3E-4549-8431-4A055C04EF76}" srcId="{84B4875C-604D-4E7F-A20B-2089141DF7AC}" destId="{A2D23DC9-2B7D-4B02-9CF4-963A080295F4}" srcOrd="0" destOrd="0" parTransId="{D0BC7227-4E75-44F6-BBBE-5DB3FEAD6779}" sibTransId="{1F96D49C-6310-4227-8FD2-2F84407F17A0}"/>
    <dgm:cxn modelId="{7D4E408A-1DEC-442D-8A30-E53681671A8A}" type="presOf" srcId="{C9CB1B96-F067-47AF-94B0-CB6180FB816C}" destId="{69C97DF7-37D7-426B-AC30-9B5A4203B761}" srcOrd="1" destOrd="0" presId="urn:microsoft.com/office/officeart/2005/8/layout/orgChart1"/>
    <dgm:cxn modelId="{FE6F348B-F469-4D11-B42B-8C4EE1B82CFC}" type="presOf" srcId="{F34C34BC-B2F0-4EA0-A094-15738DE370F0}" destId="{A58835A9-0EE1-4681-9A06-C58FEE393F41}" srcOrd="1" destOrd="0" presId="urn:microsoft.com/office/officeart/2005/8/layout/orgChart1"/>
    <dgm:cxn modelId="{A2FD8E8C-C647-495F-9082-9BFC76626D0A}" type="presOf" srcId="{DAD8E980-A642-4BD1-8AAD-429C0CA8DF0C}" destId="{3BE2E796-2EF9-4189-BC6B-6D6F8A3CF7F5}" srcOrd="0" destOrd="0" presId="urn:microsoft.com/office/officeart/2005/8/layout/orgChart1"/>
    <dgm:cxn modelId="{1DB4E194-B45E-42D2-AD5D-A6CED35E5DC7}" type="presOf" srcId="{7F3FC471-52F2-4463-B0C2-E0076F772BC5}" destId="{47D8014D-3BFF-4EF5-9C69-C88E6CB32060}" srcOrd="0" destOrd="0" presId="urn:microsoft.com/office/officeart/2005/8/layout/orgChart1"/>
    <dgm:cxn modelId="{C7B48096-75DF-4880-8523-3E8079C98FC8}" type="presOf" srcId="{145B2828-DF17-442E-9A96-38D0178ECF9D}" destId="{69A938E9-8198-4FB1-BC8F-FEF1323413B5}" srcOrd="0" destOrd="0" presId="urn:microsoft.com/office/officeart/2005/8/layout/orgChart1"/>
    <dgm:cxn modelId="{87D24D9B-2A3A-424C-9647-D2ABC338373E}" srcId="{180AB977-D545-4386-8C60-06CE8F698BB1}" destId="{F1603C61-2A62-4599-9477-A991250C165D}" srcOrd="0" destOrd="0" parTransId="{D7CB4208-E7C1-439C-BB70-47B1D343D724}" sibTransId="{6E962F14-6AB7-4FD7-AC02-1E3D4C858DFF}"/>
    <dgm:cxn modelId="{7068379C-E0AE-4605-8D71-3034D638D523}" type="presOf" srcId="{414B1EEA-DFEA-4238-81F1-071F602DA131}" destId="{CF080D77-C926-4B67-9462-48081F2A989F}" srcOrd="0" destOrd="0" presId="urn:microsoft.com/office/officeart/2005/8/layout/orgChart1"/>
    <dgm:cxn modelId="{620DA09F-1269-4E64-830F-CBCC8BA2387D}" type="presOf" srcId="{5B0B1D3C-594F-4293-8A44-E8C1659C5E12}" destId="{A7D0651E-2BFF-42F1-AD87-05A438AD7C4D}" srcOrd="1" destOrd="0" presId="urn:microsoft.com/office/officeart/2005/8/layout/orgChart1"/>
    <dgm:cxn modelId="{9E230FA0-9EB6-4D11-ACAB-3AD2FD6CBF99}" type="presOf" srcId="{DCA1D87E-5C3B-42AF-9ECB-E470DA3D1620}" destId="{4E2834A3-D06A-46C9-BC9B-7D7D83DD4E33}" srcOrd="1" destOrd="0" presId="urn:microsoft.com/office/officeart/2005/8/layout/orgChart1"/>
    <dgm:cxn modelId="{DA38FCA0-DBC8-4CF3-9B7A-962D99CC42D7}" type="presOf" srcId="{31E231F0-0C27-4A92-8D3C-49138990D9DF}" destId="{BF144789-9BB3-4C65-A321-29C88D438B84}" srcOrd="0" destOrd="0" presId="urn:microsoft.com/office/officeart/2005/8/layout/orgChart1"/>
    <dgm:cxn modelId="{989BDCA5-492C-4F97-8C9A-C884AAB69956}" type="presOf" srcId="{F44E5902-6B1B-43C6-9FF4-D446AFD2935B}" destId="{2990DECD-ED79-492B-B11E-82D124CF77DD}" srcOrd="0" destOrd="0" presId="urn:microsoft.com/office/officeart/2005/8/layout/orgChart1"/>
    <dgm:cxn modelId="{73C2A4A9-9147-48C5-8266-EADB688F23E8}" type="presOf" srcId="{1618C84C-C65B-4938-BFAA-0BB958AC68AC}" destId="{AB57B4E9-F115-4A4E-9939-8593E8751A6A}" srcOrd="0" destOrd="0" presId="urn:microsoft.com/office/officeart/2005/8/layout/orgChart1"/>
    <dgm:cxn modelId="{4859D3A9-EB97-4F28-90AA-E794B9228027}" srcId="{03B9492D-49DF-495F-955D-7E2E8E4B299B}" destId="{C9CB1B96-F067-47AF-94B0-CB6180FB816C}" srcOrd="1" destOrd="0" parTransId="{7F3FC471-52F2-4463-B0C2-E0076F772BC5}" sibTransId="{1569BA8E-C77F-4EF2-AD8E-AC45A73A3C71}"/>
    <dgm:cxn modelId="{4E81FEA9-65B4-47BD-A525-62884C988D0F}" type="presOf" srcId="{180AB977-D545-4386-8C60-06CE8F698BB1}" destId="{1DFC7349-AAB0-4AF0-83B1-B9FF1F483591}" srcOrd="1" destOrd="0" presId="urn:microsoft.com/office/officeart/2005/8/layout/orgChart1"/>
    <dgm:cxn modelId="{4682AAAA-137D-4C8F-95B4-57012384C03A}" srcId="{0FB4DCE4-FB9E-4630-A9BB-43697F5DD3D9}" destId="{F6F5693F-A83B-4476-8CAB-E20D3D32472B}" srcOrd="0" destOrd="0" parTransId="{A60B2636-1E8B-4A88-A229-5E01FBCE6B55}" sibTransId="{F0E9DC1D-2380-4DEF-90D3-B5AD0B64C753}"/>
    <dgm:cxn modelId="{B9A786AF-005A-4B1C-9A26-A49856962582}" type="presOf" srcId="{145795BB-0288-4E1D-9C57-7945B7AA3800}" destId="{3348A328-C2BA-438D-AC0A-661B41982E0D}" srcOrd="0" destOrd="0" presId="urn:microsoft.com/office/officeart/2005/8/layout/orgChart1"/>
    <dgm:cxn modelId="{D11C13B0-505C-496C-9181-3B1EB8D97874}" type="presOf" srcId="{11F1A67D-275F-4200-977F-F95F2F05F59F}" destId="{BF2DCEDB-DE8B-4DED-ABC1-DC869A74ECE4}" srcOrd="0" destOrd="0" presId="urn:microsoft.com/office/officeart/2005/8/layout/orgChart1"/>
    <dgm:cxn modelId="{2D65F7B5-F9A5-4720-BF81-36030B1ED081}" srcId="{32F53088-44C6-4B81-8036-75B4922F0EE1}" destId="{145B2828-DF17-442E-9A96-38D0178ECF9D}" srcOrd="0" destOrd="0" parTransId="{29DB17D3-D8D1-4100-876F-459730CC51D8}" sibTransId="{8A594894-BCD5-4A00-81B3-22C670A02AC5}"/>
    <dgm:cxn modelId="{E41CFBB7-B17C-4416-BA5F-021C8B5FB6DD}" srcId="{C9CB1B96-F067-47AF-94B0-CB6180FB816C}" destId="{F3BD0223-1BC6-4BD4-AF2E-A82FE755673A}" srcOrd="0" destOrd="0" parTransId="{B3928663-19AE-4AEE-97C2-009E1DDAB51D}" sibTransId="{6D793269-91C5-485C-880F-B20828F4588C}"/>
    <dgm:cxn modelId="{54D903B9-AE60-4895-AB3F-89AD8124799A}" type="presOf" srcId="{D0BC7227-4E75-44F6-BBBE-5DB3FEAD6779}" destId="{E753781B-CD9A-4478-80DB-A28AF20E07ED}" srcOrd="0" destOrd="0" presId="urn:microsoft.com/office/officeart/2005/8/layout/orgChart1"/>
    <dgm:cxn modelId="{373BDFB9-2B51-4834-9A90-D26AEF3F6CC4}" srcId="{86E4DB9C-A122-494D-ACD7-707322EF8C39}" destId="{A6D1332A-45F3-44A0-9A07-12A9FA2D215D}" srcOrd="0" destOrd="0" parTransId="{1618C84C-C65B-4938-BFAA-0BB958AC68AC}" sibTransId="{588C523B-A85C-4F35-9E04-5785E9221690}"/>
    <dgm:cxn modelId="{F0862BBB-D887-4DE0-BEB8-9CF41BD33062}" type="presOf" srcId="{28613AC1-D468-4F82-BA34-BB21DEC83132}" destId="{B1D9806C-75DC-4EA7-85DA-F4BF8261CD1A}" srcOrd="0" destOrd="0" presId="urn:microsoft.com/office/officeart/2005/8/layout/orgChart1"/>
    <dgm:cxn modelId="{D579C3BC-BB60-4C3A-A247-1D6B05BAD7B6}" type="presOf" srcId="{29DB17D3-D8D1-4100-876F-459730CC51D8}" destId="{36F3561C-936D-4FB5-852C-693FD2210824}" srcOrd="0" destOrd="0" presId="urn:microsoft.com/office/officeart/2005/8/layout/orgChart1"/>
    <dgm:cxn modelId="{A1DC9BBD-2897-428D-84D0-3F67EE5E763C}" srcId="{C9CB1B96-F067-47AF-94B0-CB6180FB816C}" destId="{86E4DB9C-A122-494D-ACD7-707322EF8C39}" srcOrd="2" destOrd="0" parTransId="{FF5B799A-0408-449D-8CC9-9CEA766C72FD}" sibTransId="{C08A95D6-16FF-4E3B-8C3C-8B1490F38A16}"/>
    <dgm:cxn modelId="{F2AA11BF-C54E-460E-8ED9-69097692535C}" type="presOf" srcId="{19CD6AAA-7F2E-417E-A84C-213863EA1B4B}" destId="{EEA032E0-D87A-4949-A564-14DB510C3F49}" srcOrd="0" destOrd="0" presId="urn:microsoft.com/office/officeart/2005/8/layout/orgChart1"/>
    <dgm:cxn modelId="{216EC6C4-0915-4130-9333-EC67593F89C5}" type="presOf" srcId="{32524125-0DEF-4C30-849F-3B427DE23B57}" destId="{A0EAFF68-EBAF-48F8-9BFA-C121591EF353}" srcOrd="0" destOrd="0" presId="urn:microsoft.com/office/officeart/2005/8/layout/orgChart1"/>
    <dgm:cxn modelId="{493FE8C7-16D8-4866-B25C-8DD9607DBDF6}" type="presOf" srcId="{88FB5E40-4EA8-41E5-BAA5-5A945EAC8C96}" destId="{1F849F76-67DF-485F-BC15-34F5C17F3E0F}" srcOrd="1" destOrd="0" presId="urn:microsoft.com/office/officeart/2005/8/layout/orgChart1"/>
    <dgm:cxn modelId="{F1DBB0C8-9DCE-4C2B-A63D-5001A6D15CAB}" srcId="{31E231F0-0C27-4A92-8D3C-49138990D9DF}" destId="{88FB5E40-4EA8-41E5-BAA5-5A945EAC8C96}" srcOrd="0" destOrd="0" parTransId="{37A17460-AA57-4998-BF97-DE487ECA125D}" sibTransId="{944CD0AF-1696-48CB-B4E3-BE4D37575C3D}"/>
    <dgm:cxn modelId="{0C64E1C8-EF4D-4570-8C27-ED5934CB2E29}" type="presOf" srcId="{E23AFCC5-20C5-4A2B-999E-9A1F08095A0E}" destId="{5CFA7ECB-C6BC-45C7-9A0B-9D21C3EE2E62}" srcOrd="1" destOrd="0" presId="urn:microsoft.com/office/officeart/2005/8/layout/orgChart1"/>
    <dgm:cxn modelId="{44E4ACCB-0989-4A34-AED2-A931873FA8B1}" srcId="{145795BB-0288-4E1D-9C57-7945B7AA3800}" destId="{00D31E6F-11CE-4959-AF6A-17BF0252D074}" srcOrd="0" destOrd="0" parTransId="{0C3DF86D-E11B-4736-B36B-896E4C7ADE6B}" sibTransId="{D99B0F17-924A-4734-92EC-A5C14D24D80F}"/>
    <dgm:cxn modelId="{BD8247CE-E3C2-4813-B9F9-55366ACED891}" type="presOf" srcId="{F6F5693F-A83B-4476-8CAB-E20D3D32472B}" destId="{147ED431-04BD-4C0E-ACCE-768E19B4225E}" srcOrd="0" destOrd="0" presId="urn:microsoft.com/office/officeart/2005/8/layout/orgChart1"/>
    <dgm:cxn modelId="{E4FB4BCF-5CA0-4B5D-AD8C-39BD0638339D}" srcId="{86E4DB9C-A122-494D-ACD7-707322EF8C39}" destId="{DAD8E980-A642-4BD1-8AAD-429C0CA8DF0C}" srcOrd="1" destOrd="0" parTransId="{A3A72F3F-C744-4288-A490-4AA0FE8D1F33}" sibTransId="{BEAD2AF7-96DC-4CDD-B3B8-6A3CD3EF6004}"/>
    <dgm:cxn modelId="{3F5679CF-B578-4B28-AD38-6CEE0D48AA21}" type="presOf" srcId="{0FB4DCE4-FB9E-4630-A9BB-43697F5DD3D9}" destId="{F7431E7E-CF7C-4521-AD8D-30DED737AB87}" srcOrd="1" destOrd="0" presId="urn:microsoft.com/office/officeart/2005/8/layout/orgChart1"/>
    <dgm:cxn modelId="{1882D1CF-4F91-437F-9BAA-559C28BDB611}" srcId="{414B1EEA-DFEA-4238-81F1-071F602DA131}" destId="{84B4875C-604D-4E7F-A20B-2089141DF7AC}" srcOrd="1" destOrd="0" parTransId="{11F1A67D-275F-4200-977F-F95F2F05F59F}" sibTransId="{3B6ADC0B-E19B-446D-A03A-765B3E1A87A0}"/>
    <dgm:cxn modelId="{8040BCD1-5933-4A89-9E82-16A308376EE7}" type="presOf" srcId="{A46BF42A-0115-40FD-80B1-5A9C14EFED87}" destId="{92802576-6D4D-43ED-8E33-15F15CF6823B}" srcOrd="1" destOrd="0" presId="urn:microsoft.com/office/officeart/2005/8/layout/orgChart1"/>
    <dgm:cxn modelId="{6410CDD2-40CE-40CA-8EC9-95D0132BBF9A}" type="presOf" srcId="{51DC299D-6515-4FEC-BA6E-A3E9AD917913}" destId="{0CD80121-C5C6-4B1E-9026-0E6E499AD119}" srcOrd="0" destOrd="0" presId="urn:microsoft.com/office/officeart/2005/8/layout/orgChart1"/>
    <dgm:cxn modelId="{310CE0D3-075E-4EFA-84D5-0D27F0F7DB54}" type="presOf" srcId="{A3A72F3F-C744-4288-A490-4AA0FE8D1F33}" destId="{E33A45C0-5E4A-4138-863B-CC9DE2E73634}" srcOrd="0" destOrd="0" presId="urn:microsoft.com/office/officeart/2005/8/layout/orgChart1"/>
    <dgm:cxn modelId="{620CEFD6-CE52-43CC-99FA-1F94FAC10113}" type="presOf" srcId="{3541F3F6-F54A-4810-A9C3-596700D8F74F}" destId="{EDB80103-98EA-4105-82F0-679E4A1CD50A}" srcOrd="1" destOrd="0" presId="urn:microsoft.com/office/officeart/2005/8/layout/orgChart1"/>
    <dgm:cxn modelId="{BFC13FDA-782F-4104-8F25-F966FC309442}" type="presOf" srcId="{31E231F0-0C27-4A92-8D3C-49138990D9DF}" destId="{FEA49FC2-9B0D-4967-8666-245E26621CA0}" srcOrd="1" destOrd="0" presId="urn:microsoft.com/office/officeart/2005/8/layout/orgChart1"/>
    <dgm:cxn modelId="{9CDDE3DB-DB9D-46C0-9E77-6B45F3187660}" type="presOf" srcId="{F1603C61-2A62-4599-9477-A991250C165D}" destId="{987C6F10-6447-4223-B32E-97D762FD6206}" srcOrd="1" destOrd="0" presId="urn:microsoft.com/office/officeart/2005/8/layout/orgChart1"/>
    <dgm:cxn modelId="{6BDD31DC-33BA-428A-8652-509BDAD75E07}" type="presOf" srcId="{5E1030C9-84A6-4BC0-B16A-63D1554FE5FA}" destId="{FC9C86C8-5E4A-4AAF-B13B-4383F9D21700}" srcOrd="1" destOrd="0" presId="urn:microsoft.com/office/officeart/2005/8/layout/orgChart1"/>
    <dgm:cxn modelId="{4B6AE8DD-20F1-4D03-881B-A38D15B0CF31}" type="presOf" srcId="{F1603C61-2A62-4599-9477-A991250C165D}" destId="{8418CE30-52BF-47D0-A987-FB5D90AB01CA}" srcOrd="0" destOrd="0" presId="urn:microsoft.com/office/officeart/2005/8/layout/orgChart1"/>
    <dgm:cxn modelId="{DEFA88E0-5262-4FEA-A2EF-49595E297706}" type="presOf" srcId="{C9CB1B96-F067-47AF-94B0-CB6180FB816C}" destId="{2F704870-8014-4803-995F-A97048EBEE4D}" srcOrd="0" destOrd="0" presId="urn:microsoft.com/office/officeart/2005/8/layout/orgChart1"/>
    <dgm:cxn modelId="{EBCF62E1-5E36-4D6A-9F16-EA692E8F6604}" type="presOf" srcId="{37A17460-AA57-4998-BF97-DE487ECA125D}" destId="{8A224422-F569-403F-8CD0-195B946CBF05}" srcOrd="0" destOrd="0" presId="urn:microsoft.com/office/officeart/2005/8/layout/orgChart1"/>
    <dgm:cxn modelId="{5E0B94E3-9A06-442A-87BF-F9DFF6A8E04A}" srcId="{F3BD0223-1BC6-4BD4-AF2E-A82FE755673A}" destId="{8F1A98BD-C76E-402E-A5C5-C6595FDF81E1}" srcOrd="2" destOrd="0" parTransId="{F44E5902-6B1B-43C6-9FF4-D446AFD2935B}" sibTransId="{1F44204E-D788-48C2-B745-DEA6047BAA73}"/>
    <dgm:cxn modelId="{A6528EE6-5035-4516-BB8F-72E2FA0DE5CB}" type="presOf" srcId="{03B9492D-49DF-495F-955D-7E2E8E4B299B}" destId="{3936BEA8-32DC-41C8-9871-BF2CE87B91C1}" srcOrd="0" destOrd="0" presId="urn:microsoft.com/office/officeart/2005/8/layout/orgChart1"/>
    <dgm:cxn modelId="{ED40ABE6-C67B-4A1F-BBC1-441C15743327}" type="presOf" srcId="{DAD8E980-A642-4BD1-8AAD-429C0CA8DF0C}" destId="{857A5C78-648B-4C9C-ADED-41E988735390}" srcOrd="1" destOrd="0" presId="urn:microsoft.com/office/officeart/2005/8/layout/orgChart1"/>
    <dgm:cxn modelId="{B5511EE7-479E-4552-B6F0-D6DEAE309D1E}" type="presOf" srcId="{F6F5693F-A83B-4476-8CAB-E20D3D32472B}" destId="{EC4CDD50-DC08-4290-9334-0A07C13DBD5F}" srcOrd="1" destOrd="0" presId="urn:microsoft.com/office/officeart/2005/8/layout/orgChart1"/>
    <dgm:cxn modelId="{8634E0E7-D24D-46BD-9011-FA5C047979E5}" type="presOf" srcId="{145795BB-0288-4E1D-9C57-7945B7AA3800}" destId="{A1DB9CB3-CEC0-4FAF-B074-BFB85CB52193}" srcOrd="1" destOrd="0" presId="urn:microsoft.com/office/officeart/2005/8/layout/orgChart1"/>
    <dgm:cxn modelId="{2CBD7DE8-6A74-47BE-9A2A-C6C6FB77E50A}" type="presOf" srcId="{8F1A98BD-C76E-402E-A5C5-C6595FDF81E1}" destId="{30DA77A3-E23C-49FB-9553-89DD162F8D1D}" srcOrd="0" destOrd="0" presId="urn:microsoft.com/office/officeart/2005/8/layout/orgChart1"/>
    <dgm:cxn modelId="{6D7A81EA-D929-48B4-8FFF-437015A96D3D}" srcId="{F3BD0223-1BC6-4BD4-AF2E-A82FE755673A}" destId="{E23AFCC5-20C5-4A2B-999E-9A1F08095A0E}" srcOrd="0" destOrd="0" parTransId="{59BD1825-A742-410D-AFD4-6B32BB9409B1}" sibTransId="{54BD51EA-09CF-4A59-9665-FBCFEF23DC9E}"/>
    <dgm:cxn modelId="{885481EE-E229-4A44-90B7-7BA239A119D6}" srcId="{03B9492D-49DF-495F-955D-7E2E8E4B299B}" destId="{0FB4DCE4-FB9E-4630-A9BB-43697F5DD3D9}" srcOrd="2" destOrd="0" parTransId="{543B646C-5A1D-469F-845F-9F681CB9FD58}" sibTransId="{C84DBDC6-61DB-4051-9735-4E9A711AE579}"/>
    <dgm:cxn modelId="{9123B7EE-9CB6-4CEF-BA87-66B27615DC20}" srcId="{C9CB1B96-F067-47AF-94B0-CB6180FB816C}" destId="{31E231F0-0C27-4A92-8D3C-49138990D9DF}" srcOrd="1" destOrd="0" parTransId="{C7BADD26-5388-40A9-AA1D-EA75E6F79984}" sibTransId="{5E5E1955-57AA-4F50-850C-6C67A065B1F2}"/>
    <dgm:cxn modelId="{9DEBEEEE-5263-4A96-BA2F-C54C14BD27DE}" type="presOf" srcId="{8F1A98BD-C76E-402E-A5C5-C6595FDF81E1}" destId="{2871C7E2-5705-4656-947F-69C422C3A489}" srcOrd="1" destOrd="0" presId="urn:microsoft.com/office/officeart/2005/8/layout/orgChart1"/>
    <dgm:cxn modelId="{27379BF1-288B-4F7D-89B7-BFCAF82BEBB4}" type="presOf" srcId="{59BD1825-A742-410D-AFD4-6B32BB9409B1}" destId="{CC0EBDD9-D559-45FE-9D0A-6294EC43659B}" srcOrd="0" destOrd="0" presId="urn:microsoft.com/office/officeart/2005/8/layout/orgChart1"/>
    <dgm:cxn modelId="{078396F2-0428-4126-9864-0E3368655F6F}" type="presOf" srcId="{3541F3F6-F54A-4810-A9C3-596700D8F74F}" destId="{6356787F-7915-43AB-9CD7-7F8018502AAD}" srcOrd="0" destOrd="0" presId="urn:microsoft.com/office/officeart/2005/8/layout/orgChart1"/>
    <dgm:cxn modelId="{7C9748F4-667C-4CF1-9AB1-3FB9522CFC90}" srcId="{31E231F0-0C27-4A92-8D3C-49138990D9DF}" destId="{A46BF42A-0115-40FD-80B1-5A9C14EFED87}" srcOrd="1" destOrd="0" parTransId="{C0C384D3-E7BF-4F48-9AE9-DB163FD3F005}" sibTransId="{D7838C4E-53A6-4BA0-AD1F-E08A030E4F99}"/>
    <dgm:cxn modelId="{37B203F9-B524-4D33-80A4-14AC6C3388F2}" type="presOf" srcId="{86E4DB9C-A122-494D-ACD7-707322EF8C39}" destId="{F87C0ABC-7E63-4756-9ACF-77299E2B64D3}" srcOrd="1" destOrd="0" presId="urn:microsoft.com/office/officeart/2005/8/layout/orgChart1"/>
    <dgm:cxn modelId="{38248AFC-0439-4C50-9D92-BBBE57DC526F}" type="presOf" srcId="{A6D1332A-45F3-44A0-9A07-12A9FA2D215D}" destId="{3D79B794-16D6-48CE-9CA4-886882BE44D3}" srcOrd="1" destOrd="0" presId="urn:microsoft.com/office/officeart/2005/8/layout/orgChart1"/>
    <dgm:cxn modelId="{A8913794-3CD2-4EA7-BC94-C2A76FB0D9CA}" type="presParOf" srcId="{EEA032E0-D87A-4949-A564-14DB510C3F49}" destId="{5769D43B-2ED2-4C55-A55F-BA779420B83B}" srcOrd="0" destOrd="0" presId="urn:microsoft.com/office/officeart/2005/8/layout/orgChart1"/>
    <dgm:cxn modelId="{909B86E9-1ADF-473D-B3D9-A44BDB3E5DFB}" type="presParOf" srcId="{5769D43B-2ED2-4C55-A55F-BA779420B83B}" destId="{C3908B4D-8FC8-4FF6-9711-CC8D0C678839}" srcOrd="0" destOrd="0" presId="urn:microsoft.com/office/officeart/2005/8/layout/orgChart1"/>
    <dgm:cxn modelId="{EC494EF6-4B96-47AD-860A-B4D8AE41CC6F}" type="presParOf" srcId="{C3908B4D-8FC8-4FF6-9711-CC8D0C678839}" destId="{3936BEA8-32DC-41C8-9871-BF2CE87B91C1}" srcOrd="0" destOrd="0" presId="urn:microsoft.com/office/officeart/2005/8/layout/orgChart1"/>
    <dgm:cxn modelId="{C46BFD6E-104F-453E-8E25-76530DD10E57}" type="presParOf" srcId="{C3908B4D-8FC8-4FF6-9711-CC8D0C678839}" destId="{8B25526A-F938-49A0-B076-EDA050FC2BCA}" srcOrd="1" destOrd="0" presId="urn:microsoft.com/office/officeart/2005/8/layout/orgChart1"/>
    <dgm:cxn modelId="{E59AFA8F-C439-4D42-90E6-5D4ACA31B54D}" type="presParOf" srcId="{5769D43B-2ED2-4C55-A55F-BA779420B83B}" destId="{8BE0E1A0-E258-46C6-BD80-9F982907DA83}" srcOrd="1" destOrd="0" presId="urn:microsoft.com/office/officeart/2005/8/layout/orgChart1"/>
    <dgm:cxn modelId="{EB1C1032-C91E-4AED-90C4-D111E86BA28E}" type="presParOf" srcId="{8BE0E1A0-E258-46C6-BD80-9F982907DA83}" destId="{48C3E296-C339-4AB8-BF4E-76DD5B08DB3B}" srcOrd="0" destOrd="0" presId="urn:microsoft.com/office/officeart/2005/8/layout/orgChart1"/>
    <dgm:cxn modelId="{4D7A5640-3C2C-4899-AC8F-44865F4A8326}" type="presParOf" srcId="{8BE0E1A0-E258-46C6-BD80-9F982907DA83}" destId="{DAAF77B0-916F-423C-ABDE-089954021D8C}" srcOrd="1" destOrd="0" presId="urn:microsoft.com/office/officeart/2005/8/layout/orgChart1"/>
    <dgm:cxn modelId="{5F23345B-C443-4B0C-AF6C-F086AF9DD132}" type="presParOf" srcId="{DAAF77B0-916F-423C-ABDE-089954021D8C}" destId="{49635B91-B9C1-44BB-BC00-EC7560E19B48}" srcOrd="0" destOrd="0" presId="urn:microsoft.com/office/officeart/2005/8/layout/orgChart1"/>
    <dgm:cxn modelId="{F37E3F6A-093F-4DD0-AFF1-07E1DFAE3972}" type="presParOf" srcId="{49635B91-B9C1-44BB-BC00-EC7560E19B48}" destId="{CF080D77-C926-4B67-9462-48081F2A989F}" srcOrd="0" destOrd="0" presId="urn:microsoft.com/office/officeart/2005/8/layout/orgChart1"/>
    <dgm:cxn modelId="{CADD4BB7-6BF4-433F-A662-040C0DEFD5BE}" type="presParOf" srcId="{49635B91-B9C1-44BB-BC00-EC7560E19B48}" destId="{373E21D7-A083-4820-9224-6ADF82B2ECBD}" srcOrd="1" destOrd="0" presId="urn:microsoft.com/office/officeart/2005/8/layout/orgChart1"/>
    <dgm:cxn modelId="{EEBAEC57-97A1-4B03-A0CE-D2F0273A0AC6}" type="presParOf" srcId="{DAAF77B0-916F-423C-ABDE-089954021D8C}" destId="{DCDBA613-4663-400C-8E1F-5D748129FD93}" srcOrd="1" destOrd="0" presId="urn:microsoft.com/office/officeart/2005/8/layout/orgChart1"/>
    <dgm:cxn modelId="{B83F6974-6811-4DF5-BB1A-5FB3C7C5E748}" type="presParOf" srcId="{DCDBA613-4663-400C-8E1F-5D748129FD93}" destId="{00A2437C-4904-47BE-BCF7-94EF7EBAFC6D}" srcOrd="0" destOrd="0" presId="urn:microsoft.com/office/officeart/2005/8/layout/orgChart1"/>
    <dgm:cxn modelId="{AC52AC18-01F7-439D-B771-8669C41B9DD8}" type="presParOf" srcId="{DCDBA613-4663-400C-8E1F-5D748129FD93}" destId="{5932092A-1ED1-4F11-9B7E-4285BA0946F5}" srcOrd="1" destOrd="0" presId="urn:microsoft.com/office/officeart/2005/8/layout/orgChart1"/>
    <dgm:cxn modelId="{837BCCA4-060C-403A-AFE7-1492AAE468CA}" type="presParOf" srcId="{5932092A-1ED1-4F11-9B7E-4285BA0946F5}" destId="{F7A2990C-40E5-4C90-A1C0-7AD6AEF1B195}" srcOrd="0" destOrd="0" presId="urn:microsoft.com/office/officeart/2005/8/layout/orgChart1"/>
    <dgm:cxn modelId="{E0C400E8-4393-4939-91D4-CAE0D47FA354}" type="presParOf" srcId="{F7A2990C-40E5-4C90-A1C0-7AD6AEF1B195}" destId="{BED5B6A0-7E12-48A3-9C35-D76C20A5026F}" srcOrd="0" destOrd="0" presId="urn:microsoft.com/office/officeart/2005/8/layout/orgChart1"/>
    <dgm:cxn modelId="{A4668EF5-CD94-4659-AB97-D5997A2EAA2D}" type="presParOf" srcId="{F7A2990C-40E5-4C90-A1C0-7AD6AEF1B195}" destId="{BCC2446A-9036-4F81-9D86-1635597C26E0}" srcOrd="1" destOrd="0" presId="urn:microsoft.com/office/officeart/2005/8/layout/orgChart1"/>
    <dgm:cxn modelId="{F9B014E4-7794-4F4C-B9FF-F0F57CF6B005}" type="presParOf" srcId="{5932092A-1ED1-4F11-9B7E-4285BA0946F5}" destId="{480D5C4E-700B-4263-A3F5-7924D4C1B10D}" srcOrd="1" destOrd="0" presId="urn:microsoft.com/office/officeart/2005/8/layout/orgChart1"/>
    <dgm:cxn modelId="{379AEE6E-9ADB-4CD7-8179-09BBC579198D}" type="presParOf" srcId="{480D5C4E-700B-4263-A3F5-7924D4C1B10D}" destId="{36F3561C-936D-4FB5-852C-693FD2210824}" srcOrd="0" destOrd="0" presId="urn:microsoft.com/office/officeart/2005/8/layout/orgChart1"/>
    <dgm:cxn modelId="{DEE23B2E-1118-46F3-B7F4-43098694AF88}" type="presParOf" srcId="{480D5C4E-700B-4263-A3F5-7924D4C1B10D}" destId="{672EBCCA-4DEE-403C-92C1-70021A5B45F4}" srcOrd="1" destOrd="0" presId="urn:microsoft.com/office/officeart/2005/8/layout/orgChart1"/>
    <dgm:cxn modelId="{08576283-AB11-4DEA-9B6A-454EE8C05255}" type="presParOf" srcId="{672EBCCA-4DEE-403C-92C1-70021A5B45F4}" destId="{A9424A85-8666-4C74-8EBD-63E611478368}" srcOrd="0" destOrd="0" presId="urn:microsoft.com/office/officeart/2005/8/layout/orgChart1"/>
    <dgm:cxn modelId="{E68E6257-E310-48B4-8438-F5A77DD339CB}" type="presParOf" srcId="{A9424A85-8666-4C74-8EBD-63E611478368}" destId="{69A938E9-8198-4FB1-BC8F-FEF1323413B5}" srcOrd="0" destOrd="0" presId="urn:microsoft.com/office/officeart/2005/8/layout/orgChart1"/>
    <dgm:cxn modelId="{A55BC501-AE64-4555-992E-91760CCC8F65}" type="presParOf" srcId="{A9424A85-8666-4C74-8EBD-63E611478368}" destId="{2BB4F16E-090B-4ABD-AEE4-AC2088CBCB84}" srcOrd="1" destOrd="0" presId="urn:microsoft.com/office/officeart/2005/8/layout/orgChart1"/>
    <dgm:cxn modelId="{CBB88286-2BD2-4654-BFAE-1011587BFDCD}" type="presParOf" srcId="{672EBCCA-4DEE-403C-92C1-70021A5B45F4}" destId="{FF5A9951-882C-4206-9AE7-8F32ADF4B5C1}" srcOrd="1" destOrd="0" presId="urn:microsoft.com/office/officeart/2005/8/layout/orgChart1"/>
    <dgm:cxn modelId="{994CEA1D-F2BC-4674-BF6F-8B327A945A50}" type="presParOf" srcId="{672EBCCA-4DEE-403C-92C1-70021A5B45F4}" destId="{8313632F-3B3F-45F0-831F-51B19061AC9A}" srcOrd="2" destOrd="0" presId="urn:microsoft.com/office/officeart/2005/8/layout/orgChart1"/>
    <dgm:cxn modelId="{67BC6859-DFDD-40E0-878A-A806915D50B3}" type="presParOf" srcId="{480D5C4E-700B-4263-A3F5-7924D4C1B10D}" destId="{0CD80121-C5C6-4B1E-9026-0E6E499AD119}" srcOrd="2" destOrd="0" presId="urn:microsoft.com/office/officeart/2005/8/layout/orgChart1"/>
    <dgm:cxn modelId="{24666F22-AB02-45BB-A88C-50DCC074B959}" type="presParOf" srcId="{480D5C4E-700B-4263-A3F5-7924D4C1B10D}" destId="{6520F794-F4A8-4CAE-A579-190C7E0AFD08}" srcOrd="3" destOrd="0" presId="urn:microsoft.com/office/officeart/2005/8/layout/orgChart1"/>
    <dgm:cxn modelId="{6C7F3FE9-C358-4B60-B837-EB6DBAFFA203}" type="presParOf" srcId="{6520F794-F4A8-4CAE-A579-190C7E0AFD08}" destId="{9D819B99-0A1D-4FAF-995B-B502E5660129}" srcOrd="0" destOrd="0" presId="urn:microsoft.com/office/officeart/2005/8/layout/orgChart1"/>
    <dgm:cxn modelId="{DC263E7A-9478-4370-987F-4C94EE9F4FB0}" type="presParOf" srcId="{9D819B99-0A1D-4FAF-995B-B502E5660129}" destId="{154BFB8B-BBBB-4869-8D87-22A5A0235FEA}" srcOrd="0" destOrd="0" presId="urn:microsoft.com/office/officeart/2005/8/layout/orgChart1"/>
    <dgm:cxn modelId="{7ABB7040-2497-4964-8B4D-6A719CB93D73}" type="presParOf" srcId="{9D819B99-0A1D-4FAF-995B-B502E5660129}" destId="{FC9C86C8-5E4A-4AAF-B13B-4383F9D21700}" srcOrd="1" destOrd="0" presId="urn:microsoft.com/office/officeart/2005/8/layout/orgChart1"/>
    <dgm:cxn modelId="{37EA33C2-9498-42E7-A0C8-40BD5F55881B}" type="presParOf" srcId="{6520F794-F4A8-4CAE-A579-190C7E0AFD08}" destId="{7EB47DE3-3CD3-43AF-BFC3-E01FA48D3925}" srcOrd="1" destOrd="0" presId="urn:microsoft.com/office/officeart/2005/8/layout/orgChart1"/>
    <dgm:cxn modelId="{8AE62C20-060A-4D9F-A398-0C27564DCFC0}" type="presParOf" srcId="{6520F794-F4A8-4CAE-A579-190C7E0AFD08}" destId="{1F5C7728-0EE7-43AF-B0C3-12C3F0A485D4}" srcOrd="2" destOrd="0" presId="urn:microsoft.com/office/officeart/2005/8/layout/orgChart1"/>
    <dgm:cxn modelId="{A3F44957-A5D5-4775-BEB6-C317D715112B}" type="presParOf" srcId="{5932092A-1ED1-4F11-9B7E-4285BA0946F5}" destId="{F6E02C16-0F73-4F95-B3E3-E527BF800BCF}" srcOrd="2" destOrd="0" presId="urn:microsoft.com/office/officeart/2005/8/layout/orgChart1"/>
    <dgm:cxn modelId="{5D068102-C15C-4E92-AA0E-A104450FC1A9}" type="presParOf" srcId="{DCDBA613-4663-400C-8E1F-5D748129FD93}" destId="{BF2DCEDB-DE8B-4DED-ABC1-DC869A74ECE4}" srcOrd="2" destOrd="0" presId="urn:microsoft.com/office/officeart/2005/8/layout/orgChart1"/>
    <dgm:cxn modelId="{57182AA4-01C1-46CC-90E5-77A18AAFAB46}" type="presParOf" srcId="{DCDBA613-4663-400C-8E1F-5D748129FD93}" destId="{7B6F866C-3D2C-48C3-A000-7FF519898641}" srcOrd="3" destOrd="0" presId="urn:microsoft.com/office/officeart/2005/8/layout/orgChart1"/>
    <dgm:cxn modelId="{9435A622-CEA3-4138-88C5-526EB6235688}" type="presParOf" srcId="{7B6F866C-3D2C-48C3-A000-7FF519898641}" destId="{9F80E067-89AA-4426-8287-64DC26718FAF}" srcOrd="0" destOrd="0" presId="urn:microsoft.com/office/officeart/2005/8/layout/orgChart1"/>
    <dgm:cxn modelId="{661353B0-7E96-4B12-98CE-FE81F000CE27}" type="presParOf" srcId="{9F80E067-89AA-4426-8287-64DC26718FAF}" destId="{DA165373-2059-41E5-ABDC-EA98C393A8F8}" srcOrd="0" destOrd="0" presId="urn:microsoft.com/office/officeart/2005/8/layout/orgChart1"/>
    <dgm:cxn modelId="{188B343F-0EBF-49D8-B738-DE890408D977}" type="presParOf" srcId="{9F80E067-89AA-4426-8287-64DC26718FAF}" destId="{81BA6369-D6DB-4567-8B3B-750FA0416E0A}" srcOrd="1" destOrd="0" presId="urn:microsoft.com/office/officeart/2005/8/layout/orgChart1"/>
    <dgm:cxn modelId="{DFB6D441-447E-4055-99D3-2680265DB5FC}" type="presParOf" srcId="{7B6F866C-3D2C-48C3-A000-7FF519898641}" destId="{08044B52-2742-4FE6-AD29-04EC3C91D85F}" srcOrd="1" destOrd="0" presId="urn:microsoft.com/office/officeart/2005/8/layout/orgChart1"/>
    <dgm:cxn modelId="{31AFD2FD-3544-4690-9D5A-17DF0B45E04D}" type="presParOf" srcId="{08044B52-2742-4FE6-AD29-04EC3C91D85F}" destId="{E753781B-CD9A-4478-80DB-A28AF20E07ED}" srcOrd="0" destOrd="0" presId="urn:microsoft.com/office/officeart/2005/8/layout/orgChart1"/>
    <dgm:cxn modelId="{A9A230B2-603C-479A-8DA6-A353FA8BDBDC}" type="presParOf" srcId="{08044B52-2742-4FE6-AD29-04EC3C91D85F}" destId="{BE5EAF1E-2304-4A1D-B358-B13EB952A1D9}" srcOrd="1" destOrd="0" presId="urn:microsoft.com/office/officeart/2005/8/layout/orgChart1"/>
    <dgm:cxn modelId="{7BAE6AC6-DAB9-42B8-8FAA-DD5BF17FAC7A}" type="presParOf" srcId="{BE5EAF1E-2304-4A1D-B358-B13EB952A1D9}" destId="{E062B143-1D10-4E24-B1C3-AD983E9871C1}" srcOrd="0" destOrd="0" presId="urn:microsoft.com/office/officeart/2005/8/layout/orgChart1"/>
    <dgm:cxn modelId="{14760890-B39B-406E-8B5B-72A40EC89184}" type="presParOf" srcId="{E062B143-1D10-4E24-B1C3-AD983E9871C1}" destId="{A957EDD8-0578-4251-98E0-6183F62C42C0}" srcOrd="0" destOrd="0" presId="urn:microsoft.com/office/officeart/2005/8/layout/orgChart1"/>
    <dgm:cxn modelId="{2C42BEBE-D2B8-4311-A385-258D1EBAAC54}" type="presParOf" srcId="{E062B143-1D10-4E24-B1C3-AD983E9871C1}" destId="{7F85434C-0305-4EC7-8F1B-E7DDF5E76491}" srcOrd="1" destOrd="0" presId="urn:microsoft.com/office/officeart/2005/8/layout/orgChart1"/>
    <dgm:cxn modelId="{1B0DA542-6865-443C-B0DD-D37AE8D172EA}" type="presParOf" srcId="{BE5EAF1E-2304-4A1D-B358-B13EB952A1D9}" destId="{E58B0F54-9B0B-4D0A-8397-C3F742F46E37}" srcOrd="1" destOrd="0" presId="urn:microsoft.com/office/officeart/2005/8/layout/orgChart1"/>
    <dgm:cxn modelId="{7DD42442-2E60-4F92-B4F8-F6AACF8CA6A3}" type="presParOf" srcId="{BE5EAF1E-2304-4A1D-B358-B13EB952A1D9}" destId="{9A04FC5A-CFBE-4A02-B184-A0F420EB5B6F}" srcOrd="2" destOrd="0" presId="urn:microsoft.com/office/officeart/2005/8/layout/orgChart1"/>
    <dgm:cxn modelId="{7F4BABF5-105B-4D4B-8D09-025CAF840997}" type="presParOf" srcId="{08044B52-2742-4FE6-AD29-04EC3C91D85F}" destId="{6BA15B8B-D540-4FD0-9EB0-9D174337262E}" srcOrd="2" destOrd="0" presId="urn:microsoft.com/office/officeart/2005/8/layout/orgChart1"/>
    <dgm:cxn modelId="{C2C37646-D61F-45C8-8823-DEBB847909DC}" type="presParOf" srcId="{08044B52-2742-4FE6-AD29-04EC3C91D85F}" destId="{28E632BA-D5F5-4969-8CC6-E027B129AF72}" srcOrd="3" destOrd="0" presId="urn:microsoft.com/office/officeart/2005/8/layout/orgChart1"/>
    <dgm:cxn modelId="{C7D11D32-E672-42D0-9FC6-021EE7F266E9}" type="presParOf" srcId="{28E632BA-D5F5-4969-8CC6-E027B129AF72}" destId="{698056FE-2DED-4CB0-9863-8A67A43C8014}" srcOrd="0" destOrd="0" presId="urn:microsoft.com/office/officeart/2005/8/layout/orgChart1"/>
    <dgm:cxn modelId="{40DC2544-597B-42F3-9273-4C7F8E5961BA}" type="presParOf" srcId="{698056FE-2DED-4CB0-9863-8A67A43C8014}" destId="{955C611C-35A5-4159-9A5D-1510AAD51E8A}" srcOrd="0" destOrd="0" presId="urn:microsoft.com/office/officeart/2005/8/layout/orgChart1"/>
    <dgm:cxn modelId="{8DFD38DF-A84A-4C5C-928F-C2A8DA482E5B}" type="presParOf" srcId="{698056FE-2DED-4CB0-9863-8A67A43C8014}" destId="{A7D0651E-2BFF-42F1-AD87-05A438AD7C4D}" srcOrd="1" destOrd="0" presId="urn:microsoft.com/office/officeart/2005/8/layout/orgChart1"/>
    <dgm:cxn modelId="{AA4FF06F-F020-4A62-AD56-142E36E4D659}" type="presParOf" srcId="{28E632BA-D5F5-4969-8CC6-E027B129AF72}" destId="{CC482E2D-E1CD-4615-B209-19504C10C970}" srcOrd="1" destOrd="0" presId="urn:microsoft.com/office/officeart/2005/8/layout/orgChart1"/>
    <dgm:cxn modelId="{EED2A5EB-D0A9-461B-91C2-553D9C78D8BA}" type="presParOf" srcId="{28E632BA-D5F5-4969-8CC6-E027B129AF72}" destId="{DC5D7B0B-2760-49C4-AA8E-DF8D5CCAC7B2}" srcOrd="2" destOrd="0" presId="urn:microsoft.com/office/officeart/2005/8/layout/orgChart1"/>
    <dgm:cxn modelId="{67C8A3E0-6E2D-45F6-B8AF-77C2931B6BC5}" type="presParOf" srcId="{08044B52-2742-4FE6-AD29-04EC3C91D85F}" destId="{E631EB45-45E5-49BD-AC0C-3AAD34A1334D}" srcOrd="4" destOrd="0" presId="urn:microsoft.com/office/officeart/2005/8/layout/orgChart1"/>
    <dgm:cxn modelId="{535876F6-6614-40DE-AE8F-770A240522E3}" type="presParOf" srcId="{08044B52-2742-4FE6-AD29-04EC3C91D85F}" destId="{54B58EC2-8F59-47F1-AF7E-476CEF658A4F}" srcOrd="5" destOrd="0" presId="urn:microsoft.com/office/officeart/2005/8/layout/orgChart1"/>
    <dgm:cxn modelId="{FF3C4E77-A21C-49A8-BAA7-4B06789029AB}" type="presParOf" srcId="{54B58EC2-8F59-47F1-AF7E-476CEF658A4F}" destId="{5B6AD4CD-03DA-4508-A5E2-BD700077EFD6}" srcOrd="0" destOrd="0" presId="urn:microsoft.com/office/officeart/2005/8/layout/orgChart1"/>
    <dgm:cxn modelId="{00B96E17-5D95-426F-8FC1-AAEBF3BB96F4}" type="presParOf" srcId="{5B6AD4CD-03DA-4508-A5E2-BD700077EFD6}" destId="{0E6794E4-2422-4377-9423-5F02511FA0D9}" srcOrd="0" destOrd="0" presId="urn:microsoft.com/office/officeart/2005/8/layout/orgChart1"/>
    <dgm:cxn modelId="{67C609ED-CCEC-407E-98AD-D2FB7789EFD0}" type="presParOf" srcId="{5B6AD4CD-03DA-4508-A5E2-BD700077EFD6}" destId="{4E2834A3-D06A-46C9-BC9B-7D7D83DD4E33}" srcOrd="1" destOrd="0" presId="urn:microsoft.com/office/officeart/2005/8/layout/orgChart1"/>
    <dgm:cxn modelId="{C5820123-1563-40E6-A5FF-0DB4CBD9A4AB}" type="presParOf" srcId="{54B58EC2-8F59-47F1-AF7E-476CEF658A4F}" destId="{0DA68591-5E75-42B9-919A-2A156705C2CA}" srcOrd="1" destOrd="0" presId="urn:microsoft.com/office/officeart/2005/8/layout/orgChart1"/>
    <dgm:cxn modelId="{D17F4407-1125-47EB-A4AA-75F5BDDCF3E2}" type="presParOf" srcId="{54B58EC2-8F59-47F1-AF7E-476CEF658A4F}" destId="{3A8942AF-18D9-4E43-A845-2C1BE8F961B7}" srcOrd="2" destOrd="0" presId="urn:microsoft.com/office/officeart/2005/8/layout/orgChart1"/>
    <dgm:cxn modelId="{5D3A6A39-BD85-4F8A-872D-8DED2CAC4736}" type="presParOf" srcId="{7B6F866C-3D2C-48C3-A000-7FF519898641}" destId="{8053B2FE-DA86-4236-AF95-BBBEBEB0E709}" srcOrd="2" destOrd="0" presId="urn:microsoft.com/office/officeart/2005/8/layout/orgChart1"/>
    <dgm:cxn modelId="{08172597-8B1F-4881-BC58-9CB5FDE4A30F}" type="presParOf" srcId="{DAAF77B0-916F-423C-ABDE-089954021D8C}" destId="{5230FBD5-F78A-46FC-9AE6-53EC6999BF37}" srcOrd="2" destOrd="0" presId="urn:microsoft.com/office/officeart/2005/8/layout/orgChart1"/>
    <dgm:cxn modelId="{76DAB2E9-B2B4-47DC-A534-A03D72BE1827}" type="presParOf" srcId="{8BE0E1A0-E258-46C6-BD80-9F982907DA83}" destId="{47D8014D-3BFF-4EF5-9C69-C88E6CB32060}" srcOrd="2" destOrd="0" presId="urn:microsoft.com/office/officeart/2005/8/layout/orgChart1"/>
    <dgm:cxn modelId="{E1AA977E-77D2-4841-81ED-01E4C86ACF70}" type="presParOf" srcId="{8BE0E1A0-E258-46C6-BD80-9F982907DA83}" destId="{31A8BB98-BC42-4256-A74F-0720D115C53A}" srcOrd="3" destOrd="0" presId="urn:microsoft.com/office/officeart/2005/8/layout/orgChart1"/>
    <dgm:cxn modelId="{E85C97ED-348F-4A64-A0DE-3CBE3B20B563}" type="presParOf" srcId="{31A8BB98-BC42-4256-A74F-0720D115C53A}" destId="{40E8B168-4FAB-460E-925B-71EAB9D166C7}" srcOrd="0" destOrd="0" presId="urn:microsoft.com/office/officeart/2005/8/layout/orgChart1"/>
    <dgm:cxn modelId="{DE9A30F3-E010-44F0-99EE-2AFABF3AEE67}" type="presParOf" srcId="{40E8B168-4FAB-460E-925B-71EAB9D166C7}" destId="{2F704870-8014-4803-995F-A97048EBEE4D}" srcOrd="0" destOrd="0" presId="urn:microsoft.com/office/officeart/2005/8/layout/orgChart1"/>
    <dgm:cxn modelId="{1FB00D2D-CFA0-4255-91A4-6DC0094BEA32}" type="presParOf" srcId="{40E8B168-4FAB-460E-925B-71EAB9D166C7}" destId="{69C97DF7-37D7-426B-AC30-9B5A4203B761}" srcOrd="1" destOrd="0" presId="urn:microsoft.com/office/officeart/2005/8/layout/orgChart1"/>
    <dgm:cxn modelId="{234DC918-CE0C-4C73-B91A-DC05690B3ACD}" type="presParOf" srcId="{31A8BB98-BC42-4256-A74F-0720D115C53A}" destId="{9BF81C4B-0412-4EF5-ABC8-FC22D4B8D4B7}" srcOrd="1" destOrd="0" presId="urn:microsoft.com/office/officeart/2005/8/layout/orgChart1"/>
    <dgm:cxn modelId="{63591000-6413-41D3-9559-8EDE8C03520B}" type="presParOf" srcId="{9BF81C4B-0412-4EF5-ABC8-FC22D4B8D4B7}" destId="{94D26305-849B-4855-BBCE-247534EC48D7}" srcOrd="0" destOrd="0" presId="urn:microsoft.com/office/officeart/2005/8/layout/orgChart1"/>
    <dgm:cxn modelId="{E024009F-2731-4CE7-A224-18F69B172145}" type="presParOf" srcId="{9BF81C4B-0412-4EF5-ABC8-FC22D4B8D4B7}" destId="{5523CA80-9D38-4FCF-AC95-4B4F5FA5144A}" srcOrd="1" destOrd="0" presId="urn:microsoft.com/office/officeart/2005/8/layout/orgChart1"/>
    <dgm:cxn modelId="{D77ECF68-C7D2-4968-9E8E-2320AD803331}" type="presParOf" srcId="{5523CA80-9D38-4FCF-AC95-4B4F5FA5144A}" destId="{751C3BCC-C77D-4D70-8F19-A03085167BEE}" srcOrd="0" destOrd="0" presId="urn:microsoft.com/office/officeart/2005/8/layout/orgChart1"/>
    <dgm:cxn modelId="{8C40DA40-D08C-47C3-8F9E-75E52EA6B6A1}" type="presParOf" srcId="{751C3BCC-C77D-4D70-8F19-A03085167BEE}" destId="{71BD1725-0DAE-4CED-AAB2-944268F512B2}" srcOrd="0" destOrd="0" presId="urn:microsoft.com/office/officeart/2005/8/layout/orgChart1"/>
    <dgm:cxn modelId="{1F04065F-1C04-4BE9-9844-8FC84D589AF2}" type="presParOf" srcId="{751C3BCC-C77D-4D70-8F19-A03085167BEE}" destId="{25833BE9-7F8B-4D14-BA9D-3A631F3AF386}" srcOrd="1" destOrd="0" presId="urn:microsoft.com/office/officeart/2005/8/layout/orgChart1"/>
    <dgm:cxn modelId="{2DD1264F-A61F-4618-A2B9-F035EF7DCE5E}" type="presParOf" srcId="{5523CA80-9D38-4FCF-AC95-4B4F5FA5144A}" destId="{56E3563D-359B-4D2C-8320-AF9E6F492A19}" srcOrd="1" destOrd="0" presId="urn:microsoft.com/office/officeart/2005/8/layout/orgChart1"/>
    <dgm:cxn modelId="{0743E1AA-A99E-466A-8117-BEB1A7C87FAF}" type="presParOf" srcId="{56E3563D-359B-4D2C-8320-AF9E6F492A19}" destId="{CC0EBDD9-D559-45FE-9D0A-6294EC43659B}" srcOrd="0" destOrd="0" presId="urn:microsoft.com/office/officeart/2005/8/layout/orgChart1"/>
    <dgm:cxn modelId="{D0AC6F4B-1FEF-44ED-8462-018812DBA469}" type="presParOf" srcId="{56E3563D-359B-4D2C-8320-AF9E6F492A19}" destId="{78501DAF-5588-46D1-B329-ABD3F028FEE8}" srcOrd="1" destOrd="0" presId="urn:microsoft.com/office/officeart/2005/8/layout/orgChart1"/>
    <dgm:cxn modelId="{B7C1FD1B-39CD-4E03-998B-1EF8073DE4D5}" type="presParOf" srcId="{78501DAF-5588-46D1-B329-ABD3F028FEE8}" destId="{DA4B9B2A-5E13-444D-82BF-CF5BCD682B51}" srcOrd="0" destOrd="0" presId="urn:microsoft.com/office/officeart/2005/8/layout/orgChart1"/>
    <dgm:cxn modelId="{D18159DD-BFD2-4FA2-886D-2A758A95901B}" type="presParOf" srcId="{DA4B9B2A-5E13-444D-82BF-CF5BCD682B51}" destId="{A0B0728F-8B06-49D0-8939-E44AF610FB47}" srcOrd="0" destOrd="0" presId="urn:microsoft.com/office/officeart/2005/8/layout/orgChart1"/>
    <dgm:cxn modelId="{1CEC709B-6975-4048-965F-052A3C0F90DA}" type="presParOf" srcId="{DA4B9B2A-5E13-444D-82BF-CF5BCD682B51}" destId="{5CFA7ECB-C6BC-45C7-9A0B-9D21C3EE2E62}" srcOrd="1" destOrd="0" presId="urn:microsoft.com/office/officeart/2005/8/layout/orgChart1"/>
    <dgm:cxn modelId="{A39094D5-4A71-48CE-9304-AD78EF634780}" type="presParOf" srcId="{78501DAF-5588-46D1-B329-ABD3F028FEE8}" destId="{F6EAE652-FA76-4C1D-8EF9-1F34CAA9CA1E}" srcOrd="1" destOrd="0" presId="urn:microsoft.com/office/officeart/2005/8/layout/orgChart1"/>
    <dgm:cxn modelId="{B02C38D0-27CE-4CC1-980A-70BD25E5A091}" type="presParOf" srcId="{78501DAF-5588-46D1-B329-ABD3F028FEE8}" destId="{6414DE02-72BE-4260-B3D0-5C02EAC4A405}" srcOrd="2" destOrd="0" presId="urn:microsoft.com/office/officeart/2005/8/layout/orgChart1"/>
    <dgm:cxn modelId="{34AB6263-DFCE-4DF9-863E-0F0519E05921}" type="presParOf" srcId="{56E3563D-359B-4D2C-8320-AF9E6F492A19}" destId="{1A8EAA10-8F35-4682-9071-75F58275BC76}" srcOrd="2" destOrd="0" presId="urn:microsoft.com/office/officeart/2005/8/layout/orgChart1"/>
    <dgm:cxn modelId="{479DF142-D78A-4C5B-8789-7129F8BA73DD}" type="presParOf" srcId="{56E3563D-359B-4D2C-8320-AF9E6F492A19}" destId="{E62844F0-D2DE-4D3E-82BB-C313A359E49D}" srcOrd="3" destOrd="0" presId="urn:microsoft.com/office/officeart/2005/8/layout/orgChart1"/>
    <dgm:cxn modelId="{123B6C69-2FF7-4E83-808F-D03963699884}" type="presParOf" srcId="{E62844F0-D2DE-4D3E-82BB-C313A359E49D}" destId="{860CEC76-951F-4232-9826-C56C23A0C648}" srcOrd="0" destOrd="0" presId="urn:microsoft.com/office/officeart/2005/8/layout/orgChart1"/>
    <dgm:cxn modelId="{8EFBE422-ECCD-4F1C-A96C-4C416EC80DD6}" type="presParOf" srcId="{860CEC76-951F-4232-9826-C56C23A0C648}" destId="{B1D9806C-75DC-4EA7-85DA-F4BF8261CD1A}" srcOrd="0" destOrd="0" presId="urn:microsoft.com/office/officeart/2005/8/layout/orgChart1"/>
    <dgm:cxn modelId="{0432BA98-7C12-43D0-BD56-0CB20E806D3D}" type="presParOf" srcId="{860CEC76-951F-4232-9826-C56C23A0C648}" destId="{C7EECFC0-6C50-4AA0-97E9-E3A5D98754D8}" srcOrd="1" destOrd="0" presId="urn:microsoft.com/office/officeart/2005/8/layout/orgChart1"/>
    <dgm:cxn modelId="{D838ED1F-EBCC-47E9-A25C-C16305C82766}" type="presParOf" srcId="{E62844F0-D2DE-4D3E-82BB-C313A359E49D}" destId="{CFD6CAD8-4FCA-451B-B791-6E1E418FB0D9}" srcOrd="1" destOrd="0" presId="urn:microsoft.com/office/officeart/2005/8/layout/orgChart1"/>
    <dgm:cxn modelId="{43F57D9E-2A3C-4305-AE87-817018A57034}" type="presParOf" srcId="{E62844F0-D2DE-4D3E-82BB-C313A359E49D}" destId="{2770F4DC-BF91-4825-9E99-0C588A866CE7}" srcOrd="2" destOrd="0" presId="urn:microsoft.com/office/officeart/2005/8/layout/orgChart1"/>
    <dgm:cxn modelId="{8C45495F-E651-4C10-AF1B-25476C6F0716}" type="presParOf" srcId="{56E3563D-359B-4D2C-8320-AF9E6F492A19}" destId="{2990DECD-ED79-492B-B11E-82D124CF77DD}" srcOrd="4" destOrd="0" presId="urn:microsoft.com/office/officeart/2005/8/layout/orgChart1"/>
    <dgm:cxn modelId="{696E213A-0228-4E02-BC57-9FCE5F33CB50}" type="presParOf" srcId="{56E3563D-359B-4D2C-8320-AF9E6F492A19}" destId="{9482E165-F004-4B3B-A8A2-E98ED31ADFDC}" srcOrd="5" destOrd="0" presId="urn:microsoft.com/office/officeart/2005/8/layout/orgChart1"/>
    <dgm:cxn modelId="{FBAD78F7-B389-4120-8492-FC71F9B20058}" type="presParOf" srcId="{9482E165-F004-4B3B-A8A2-E98ED31ADFDC}" destId="{1F886F95-E173-4A6F-95E9-B5A103BF001F}" srcOrd="0" destOrd="0" presId="urn:microsoft.com/office/officeart/2005/8/layout/orgChart1"/>
    <dgm:cxn modelId="{8BB4AB49-756C-40AB-9270-294F4914A191}" type="presParOf" srcId="{1F886F95-E173-4A6F-95E9-B5A103BF001F}" destId="{30DA77A3-E23C-49FB-9553-89DD162F8D1D}" srcOrd="0" destOrd="0" presId="urn:microsoft.com/office/officeart/2005/8/layout/orgChart1"/>
    <dgm:cxn modelId="{68A93A22-E40A-447C-8635-1FEE9A42AB80}" type="presParOf" srcId="{1F886F95-E173-4A6F-95E9-B5A103BF001F}" destId="{2871C7E2-5705-4656-947F-69C422C3A489}" srcOrd="1" destOrd="0" presId="urn:microsoft.com/office/officeart/2005/8/layout/orgChart1"/>
    <dgm:cxn modelId="{7D773F5B-9084-4831-980E-409F232362C6}" type="presParOf" srcId="{9482E165-F004-4B3B-A8A2-E98ED31ADFDC}" destId="{B2CA9497-4E71-4D9B-B84F-B7B08F94F52A}" srcOrd="1" destOrd="0" presId="urn:microsoft.com/office/officeart/2005/8/layout/orgChart1"/>
    <dgm:cxn modelId="{A89031DB-4DF3-444A-847E-0BC04151BEA0}" type="presParOf" srcId="{9482E165-F004-4B3B-A8A2-E98ED31ADFDC}" destId="{32B1A8C7-9F09-4FF2-9A89-44144C7E74A6}" srcOrd="2" destOrd="0" presId="urn:microsoft.com/office/officeart/2005/8/layout/orgChart1"/>
    <dgm:cxn modelId="{5B85E6A0-23FF-431B-8170-05B697599920}" type="presParOf" srcId="{5523CA80-9D38-4FCF-AC95-4B4F5FA5144A}" destId="{63EDBA4E-E3F6-4179-9214-CD797EC5D099}" srcOrd="2" destOrd="0" presId="urn:microsoft.com/office/officeart/2005/8/layout/orgChart1"/>
    <dgm:cxn modelId="{F1F63014-258E-4BB4-95AC-751E46FFE955}" type="presParOf" srcId="{9BF81C4B-0412-4EF5-ABC8-FC22D4B8D4B7}" destId="{84504024-F917-44C2-AAF7-F31A035BEBC4}" srcOrd="2" destOrd="0" presId="urn:microsoft.com/office/officeart/2005/8/layout/orgChart1"/>
    <dgm:cxn modelId="{531C6429-D9B0-4137-ADF7-5984D636BA5A}" type="presParOf" srcId="{9BF81C4B-0412-4EF5-ABC8-FC22D4B8D4B7}" destId="{160C9E3E-52F7-464F-8C5E-10C8B664C862}" srcOrd="3" destOrd="0" presId="urn:microsoft.com/office/officeart/2005/8/layout/orgChart1"/>
    <dgm:cxn modelId="{7C35930F-F8FA-4D3B-9F5A-7DFA2BCA6D78}" type="presParOf" srcId="{160C9E3E-52F7-464F-8C5E-10C8B664C862}" destId="{85603A61-AAC1-4EDF-A8BF-C0112D135229}" srcOrd="0" destOrd="0" presId="urn:microsoft.com/office/officeart/2005/8/layout/orgChart1"/>
    <dgm:cxn modelId="{205AE0CE-15AB-4F66-A9D3-8B95F25A561E}" type="presParOf" srcId="{85603A61-AAC1-4EDF-A8BF-C0112D135229}" destId="{BF144789-9BB3-4C65-A321-29C88D438B84}" srcOrd="0" destOrd="0" presId="urn:microsoft.com/office/officeart/2005/8/layout/orgChart1"/>
    <dgm:cxn modelId="{B3F76DBE-7AE5-437E-95A6-DAE06EC38BA8}" type="presParOf" srcId="{85603A61-AAC1-4EDF-A8BF-C0112D135229}" destId="{FEA49FC2-9B0D-4967-8666-245E26621CA0}" srcOrd="1" destOrd="0" presId="urn:microsoft.com/office/officeart/2005/8/layout/orgChart1"/>
    <dgm:cxn modelId="{B1A2ABE7-F18C-478C-B9B3-F620DD69390F}" type="presParOf" srcId="{160C9E3E-52F7-464F-8C5E-10C8B664C862}" destId="{9C2117DC-8253-4DBB-B6CF-9F1B7EF84060}" srcOrd="1" destOrd="0" presId="urn:microsoft.com/office/officeart/2005/8/layout/orgChart1"/>
    <dgm:cxn modelId="{7250FB8C-71DA-4E93-B110-62F5E31C8DBD}" type="presParOf" srcId="{9C2117DC-8253-4DBB-B6CF-9F1B7EF84060}" destId="{8A224422-F569-403F-8CD0-195B946CBF05}" srcOrd="0" destOrd="0" presId="urn:microsoft.com/office/officeart/2005/8/layout/orgChart1"/>
    <dgm:cxn modelId="{E56D7F6F-78E6-4868-BFCF-5BC27579EDBC}" type="presParOf" srcId="{9C2117DC-8253-4DBB-B6CF-9F1B7EF84060}" destId="{A5E1DB32-1C57-4C83-B901-B57DC060B43B}" srcOrd="1" destOrd="0" presId="urn:microsoft.com/office/officeart/2005/8/layout/orgChart1"/>
    <dgm:cxn modelId="{02D985F9-84D0-47A0-A83A-B36FA307729E}" type="presParOf" srcId="{A5E1DB32-1C57-4C83-B901-B57DC060B43B}" destId="{E1461B67-DC62-4073-B646-9D0C456DD8C9}" srcOrd="0" destOrd="0" presId="urn:microsoft.com/office/officeart/2005/8/layout/orgChart1"/>
    <dgm:cxn modelId="{D98CE580-6423-4085-ABEA-3ABEE1B427F4}" type="presParOf" srcId="{E1461B67-DC62-4073-B646-9D0C456DD8C9}" destId="{B1C88AB5-21A4-4768-8838-356F6519318A}" srcOrd="0" destOrd="0" presId="urn:microsoft.com/office/officeart/2005/8/layout/orgChart1"/>
    <dgm:cxn modelId="{655A5C1D-13EF-4C1F-BAD5-6EE26B34056A}" type="presParOf" srcId="{E1461B67-DC62-4073-B646-9D0C456DD8C9}" destId="{1F849F76-67DF-485F-BC15-34F5C17F3E0F}" srcOrd="1" destOrd="0" presId="urn:microsoft.com/office/officeart/2005/8/layout/orgChart1"/>
    <dgm:cxn modelId="{8B64C3ED-B561-4A3A-8C19-9FF99D0D2AD1}" type="presParOf" srcId="{A5E1DB32-1C57-4C83-B901-B57DC060B43B}" destId="{3B5E0256-066A-4090-A9F0-4DB1A4CC0595}" srcOrd="1" destOrd="0" presId="urn:microsoft.com/office/officeart/2005/8/layout/orgChart1"/>
    <dgm:cxn modelId="{C6547BDC-B1CC-4530-B0C2-DE45AE3EDF6F}" type="presParOf" srcId="{A5E1DB32-1C57-4C83-B901-B57DC060B43B}" destId="{F2C75D48-D99B-4749-8D2B-6B9AE20BC03F}" srcOrd="2" destOrd="0" presId="urn:microsoft.com/office/officeart/2005/8/layout/orgChart1"/>
    <dgm:cxn modelId="{01BE29DB-FE47-48C9-881D-C7F1EA8943BF}" type="presParOf" srcId="{9C2117DC-8253-4DBB-B6CF-9F1B7EF84060}" destId="{C7603335-9B10-4E57-8110-DEB470810325}" srcOrd="2" destOrd="0" presId="urn:microsoft.com/office/officeart/2005/8/layout/orgChart1"/>
    <dgm:cxn modelId="{B373334F-F94B-4F33-8D91-B08B9C46A508}" type="presParOf" srcId="{9C2117DC-8253-4DBB-B6CF-9F1B7EF84060}" destId="{845E7B5F-5553-4426-925A-FE11DF1AA6E8}" srcOrd="3" destOrd="0" presId="urn:microsoft.com/office/officeart/2005/8/layout/orgChart1"/>
    <dgm:cxn modelId="{E8F2CD58-E6F7-4C4B-9957-3296CBCD144C}" type="presParOf" srcId="{845E7B5F-5553-4426-925A-FE11DF1AA6E8}" destId="{E10829C8-245B-478C-9454-A2290F814396}" srcOrd="0" destOrd="0" presId="urn:microsoft.com/office/officeart/2005/8/layout/orgChart1"/>
    <dgm:cxn modelId="{6EBFB598-E14A-4CCA-9FC0-DEF77CEB8BFB}" type="presParOf" srcId="{E10829C8-245B-478C-9454-A2290F814396}" destId="{39F7877B-283B-40D4-B4FC-8C2F3CECE7E3}" srcOrd="0" destOrd="0" presId="urn:microsoft.com/office/officeart/2005/8/layout/orgChart1"/>
    <dgm:cxn modelId="{E72DC611-709A-4F1C-91A6-40F76172C0CF}" type="presParOf" srcId="{E10829C8-245B-478C-9454-A2290F814396}" destId="{92802576-6D4D-43ED-8E33-15F15CF6823B}" srcOrd="1" destOrd="0" presId="urn:microsoft.com/office/officeart/2005/8/layout/orgChart1"/>
    <dgm:cxn modelId="{0685EEE5-EA18-4B56-B9A3-6447B84A75D6}" type="presParOf" srcId="{845E7B5F-5553-4426-925A-FE11DF1AA6E8}" destId="{F46F3F82-8B95-4D83-853F-577CE03F17EB}" srcOrd="1" destOrd="0" presId="urn:microsoft.com/office/officeart/2005/8/layout/orgChart1"/>
    <dgm:cxn modelId="{EAB1C6EA-8B03-4FDD-ACCA-09D5A95EB443}" type="presParOf" srcId="{845E7B5F-5553-4426-925A-FE11DF1AA6E8}" destId="{0D2193C1-17EC-452D-85BB-C979C43DB889}" srcOrd="2" destOrd="0" presId="urn:microsoft.com/office/officeart/2005/8/layout/orgChart1"/>
    <dgm:cxn modelId="{191B5354-8938-4B1A-A344-54B1970BB11F}" type="presParOf" srcId="{160C9E3E-52F7-464F-8C5E-10C8B664C862}" destId="{084D7060-EE22-44AE-9658-C701BEFF50EE}" srcOrd="2" destOrd="0" presId="urn:microsoft.com/office/officeart/2005/8/layout/orgChart1"/>
    <dgm:cxn modelId="{2DB570A8-DB60-4DED-9279-007136C4CBD8}" type="presParOf" srcId="{9BF81C4B-0412-4EF5-ABC8-FC22D4B8D4B7}" destId="{A7BF7221-E1BD-4B37-AA6E-BB3FBB35430E}" srcOrd="4" destOrd="0" presId="urn:microsoft.com/office/officeart/2005/8/layout/orgChart1"/>
    <dgm:cxn modelId="{541A416B-8AED-4A4C-A700-7E3AD4341A74}" type="presParOf" srcId="{9BF81C4B-0412-4EF5-ABC8-FC22D4B8D4B7}" destId="{C3F50DE5-75B5-4B5A-9807-8D7FDE11366F}" srcOrd="5" destOrd="0" presId="urn:microsoft.com/office/officeart/2005/8/layout/orgChart1"/>
    <dgm:cxn modelId="{8AB03A60-F410-45E2-B517-A15B900B91D9}" type="presParOf" srcId="{C3F50DE5-75B5-4B5A-9807-8D7FDE11366F}" destId="{5A7F3AE7-2131-497A-897D-1D458FBA1023}" srcOrd="0" destOrd="0" presId="urn:microsoft.com/office/officeart/2005/8/layout/orgChart1"/>
    <dgm:cxn modelId="{A9746867-BA28-4CF6-A9D1-E5D712FF298E}" type="presParOf" srcId="{5A7F3AE7-2131-497A-897D-1D458FBA1023}" destId="{6219AD27-19B8-4BD8-8992-C7B490BA3006}" srcOrd="0" destOrd="0" presId="urn:microsoft.com/office/officeart/2005/8/layout/orgChart1"/>
    <dgm:cxn modelId="{3382FD27-99E4-48CB-A4AC-7FE4FD483422}" type="presParOf" srcId="{5A7F3AE7-2131-497A-897D-1D458FBA1023}" destId="{F87C0ABC-7E63-4756-9ACF-77299E2B64D3}" srcOrd="1" destOrd="0" presId="urn:microsoft.com/office/officeart/2005/8/layout/orgChart1"/>
    <dgm:cxn modelId="{40D3B223-84F0-4AEE-A205-E0FEE6F8C5DF}" type="presParOf" srcId="{C3F50DE5-75B5-4B5A-9807-8D7FDE11366F}" destId="{63DF8A54-9942-4206-9465-4735AA6558B3}" srcOrd="1" destOrd="0" presId="urn:microsoft.com/office/officeart/2005/8/layout/orgChart1"/>
    <dgm:cxn modelId="{E563657B-9F24-4E48-9583-BB23A38FA225}" type="presParOf" srcId="{63DF8A54-9942-4206-9465-4735AA6558B3}" destId="{AB57B4E9-F115-4A4E-9939-8593E8751A6A}" srcOrd="0" destOrd="0" presId="urn:microsoft.com/office/officeart/2005/8/layout/orgChart1"/>
    <dgm:cxn modelId="{689D8A31-4676-4AB0-9BB7-F28A10573884}" type="presParOf" srcId="{63DF8A54-9942-4206-9465-4735AA6558B3}" destId="{12DC03D9-15FC-4CE0-80DB-24F14EB42BE1}" srcOrd="1" destOrd="0" presId="urn:microsoft.com/office/officeart/2005/8/layout/orgChart1"/>
    <dgm:cxn modelId="{230C784B-5D33-482C-971D-8834BF377A9F}" type="presParOf" srcId="{12DC03D9-15FC-4CE0-80DB-24F14EB42BE1}" destId="{98DE7594-C823-495F-9263-663347742BF1}" srcOrd="0" destOrd="0" presId="urn:microsoft.com/office/officeart/2005/8/layout/orgChart1"/>
    <dgm:cxn modelId="{899A4A37-E58F-4F12-B09A-F2B4CE6B141D}" type="presParOf" srcId="{98DE7594-C823-495F-9263-663347742BF1}" destId="{6BC8494A-F667-42E4-B75C-60BAA9E9CBCC}" srcOrd="0" destOrd="0" presId="urn:microsoft.com/office/officeart/2005/8/layout/orgChart1"/>
    <dgm:cxn modelId="{5CFCDFE6-5830-4874-A322-0BAB930634D0}" type="presParOf" srcId="{98DE7594-C823-495F-9263-663347742BF1}" destId="{3D79B794-16D6-48CE-9CA4-886882BE44D3}" srcOrd="1" destOrd="0" presId="urn:microsoft.com/office/officeart/2005/8/layout/orgChart1"/>
    <dgm:cxn modelId="{A2DD5089-FD82-4741-B678-9E8497F13C24}" type="presParOf" srcId="{12DC03D9-15FC-4CE0-80DB-24F14EB42BE1}" destId="{7BDC1500-BE85-46B8-85C7-0AE4657AF25E}" srcOrd="1" destOrd="0" presId="urn:microsoft.com/office/officeart/2005/8/layout/orgChart1"/>
    <dgm:cxn modelId="{85C77554-CCC3-4B97-B01D-E51FA25BE0B0}" type="presParOf" srcId="{12DC03D9-15FC-4CE0-80DB-24F14EB42BE1}" destId="{36B83020-6A73-4719-B1F2-0A22471B721A}" srcOrd="2" destOrd="0" presId="urn:microsoft.com/office/officeart/2005/8/layout/orgChart1"/>
    <dgm:cxn modelId="{1DB290FE-0A0E-4458-8D15-E693AC3ACB5B}" type="presParOf" srcId="{63DF8A54-9942-4206-9465-4735AA6558B3}" destId="{E33A45C0-5E4A-4138-863B-CC9DE2E73634}" srcOrd="2" destOrd="0" presId="urn:microsoft.com/office/officeart/2005/8/layout/orgChart1"/>
    <dgm:cxn modelId="{827BC29B-66B8-4543-B7F6-11206162D60B}" type="presParOf" srcId="{63DF8A54-9942-4206-9465-4735AA6558B3}" destId="{EA8DF5B0-D8A9-428A-9398-2F273B48241E}" srcOrd="3" destOrd="0" presId="urn:microsoft.com/office/officeart/2005/8/layout/orgChart1"/>
    <dgm:cxn modelId="{0B4D922C-AED7-4A4C-8ACA-FE16CD748A29}" type="presParOf" srcId="{EA8DF5B0-D8A9-428A-9398-2F273B48241E}" destId="{D9675317-EDF6-4BF8-A179-450B223156FB}" srcOrd="0" destOrd="0" presId="urn:microsoft.com/office/officeart/2005/8/layout/orgChart1"/>
    <dgm:cxn modelId="{15CB9240-7C88-4E51-9E68-F90FC5715E00}" type="presParOf" srcId="{D9675317-EDF6-4BF8-A179-450B223156FB}" destId="{3BE2E796-2EF9-4189-BC6B-6D6F8A3CF7F5}" srcOrd="0" destOrd="0" presId="urn:microsoft.com/office/officeart/2005/8/layout/orgChart1"/>
    <dgm:cxn modelId="{E55B440D-9593-44D6-A1EE-E4510E6977C9}" type="presParOf" srcId="{D9675317-EDF6-4BF8-A179-450B223156FB}" destId="{857A5C78-648B-4C9C-ADED-41E988735390}" srcOrd="1" destOrd="0" presId="urn:microsoft.com/office/officeart/2005/8/layout/orgChart1"/>
    <dgm:cxn modelId="{F59FEEA9-E801-424E-AD7B-7C9BE5491499}" type="presParOf" srcId="{EA8DF5B0-D8A9-428A-9398-2F273B48241E}" destId="{A85D0D66-AA38-4C54-8593-BC8E6E6A3398}" srcOrd="1" destOrd="0" presId="urn:microsoft.com/office/officeart/2005/8/layout/orgChart1"/>
    <dgm:cxn modelId="{CC9FDEC7-AAC7-4577-992C-F28479030CB1}" type="presParOf" srcId="{EA8DF5B0-D8A9-428A-9398-2F273B48241E}" destId="{F32B9E37-AFA0-4ADE-9808-5CEB95D3CFD1}" srcOrd="2" destOrd="0" presId="urn:microsoft.com/office/officeart/2005/8/layout/orgChart1"/>
    <dgm:cxn modelId="{3985CF31-B322-47B1-A1FE-4BFE22ED0D62}" type="presParOf" srcId="{63DF8A54-9942-4206-9465-4735AA6558B3}" destId="{B2DC7429-D392-4B64-8E58-76EAD2E58BA0}" srcOrd="4" destOrd="0" presId="urn:microsoft.com/office/officeart/2005/8/layout/orgChart1"/>
    <dgm:cxn modelId="{A4695712-54A8-481D-B7A7-697D499FEFC2}" type="presParOf" srcId="{63DF8A54-9942-4206-9465-4735AA6558B3}" destId="{723BB0C4-9464-4823-943C-0DECE9ABAEC7}" srcOrd="5" destOrd="0" presId="urn:microsoft.com/office/officeart/2005/8/layout/orgChart1"/>
    <dgm:cxn modelId="{04329F4D-4ECE-4FA8-9EEE-1AC8FE260B1A}" type="presParOf" srcId="{723BB0C4-9464-4823-943C-0DECE9ABAEC7}" destId="{E5C606B7-55C3-46E3-964C-F1B12346026F}" srcOrd="0" destOrd="0" presId="urn:microsoft.com/office/officeart/2005/8/layout/orgChart1"/>
    <dgm:cxn modelId="{4BF20FB4-7CE6-4767-BBDB-017EDC6B36EB}" type="presParOf" srcId="{E5C606B7-55C3-46E3-964C-F1B12346026F}" destId="{ECDC5801-CD15-4276-BC01-57C157E59C42}" srcOrd="0" destOrd="0" presId="urn:microsoft.com/office/officeart/2005/8/layout/orgChart1"/>
    <dgm:cxn modelId="{6343CA6E-2772-4DC5-A37C-D8BF4E843DD2}" type="presParOf" srcId="{E5C606B7-55C3-46E3-964C-F1B12346026F}" destId="{A58835A9-0EE1-4681-9A06-C58FEE393F41}" srcOrd="1" destOrd="0" presId="urn:microsoft.com/office/officeart/2005/8/layout/orgChart1"/>
    <dgm:cxn modelId="{25C941FF-5365-498A-BFB5-640CE4F3616C}" type="presParOf" srcId="{723BB0C4-9464-4823-943C-0DECE9ABAEC7}" destId="{4DF63866-52D9-4431-902B-E135A8928E9A}" srcOrd="1" destOrd="0" presId="urn:microsoft.com/office/officeart/2005/8/layout/orgChart1"/>
    <dgm:cxn modelId="{59642697-BA1E-4B2E-BCA8-799E84A208AC}" type="presParOf" srcId="{723BB0C4-9464-4823-943C-0DECE9ABAEC7}" destId="{6C8D73E3-B866-4124-B0B3-3042B3C09588}" srcOrd="2" destOrd="0" presId="urn:microsoft.com/office/officeart/2005/8/layout/orgChart1"/>
    <dgm:cxn modelId="{6B2BF057-BF96-4055-A24C-760AEC093AD8}" type="presParOf" srcId="{C3F50DE5-75B5-4B5A-9807-8D7FDE11366F}" destId="{7A8353A1-B50D-49DF-A8F5-116637E495B9}" srcOrd="2" destOrd="0" presId="urn:microsoft.com/office/officeart/2005/8/layout/orgChart1"/>
    <dgm:cxn modelId="{369934D3-A10C-4ED4-9A1B-836774EF20D4}" type="presParOf" srcId="{31A8BB98-BC42-4256-A74F-0720D115C53A}" destId="{131B12D1-FA00-41B3-898E-52148A37A17E}" srcOrd="2" destOrd="0" presId="urn:microsoft.com/office/officeart/2005/8/layout/orgChart1"/>
    <dgm:cxn modelId="{40148B52-2908-4909-AD58-F4A5A2161383}" type="presParOf" srcId="{8BE0E1A0-E258-46C6-BD80-9F982907DA83}" destId="{E10F2CC8-8138-4359-8B44-9E7CB0C59C1F}" srcOrd="4" destOrd="0" presId="urn:microsoft.com/office/officeart/2005/8/layout/orgChart1"/>
    <dgm:cxn modelId="{A5CE98A2-0F28-454E-AC5A-39840F696776}" type="presParOf" srcId="{8BE0E1A0-E258-46C6-BD80-9F982907DA83}" destId="{9F88F58E-E05C-44DB-9A94-147942102E74}" srcOrd="5" destOrd="0" presId="urn:microsoft.com/office/officeart/2005/8/layout/orgChart1"/>
    <dgm:cxn modelId="{0912F045-FB53-432C-90B6-53BA6C91229F}" type="presParOf" srcId="{9F88F58E-E05C-44DB-9A94-147942102E74}" destId="{8609FAF2-0B5C-4322-9534-8248D62AD162}" srcOrd="0" destOrd="0" presId="urn:microsoft.com/office/officeart/2005/8/layout/orgChart1"/>
    <dgm:cxn modelId="{14CF501A-5E7F-40E9-81E7-5F9A9B9FA896}" type="presParOf" srcId="{8609FAF2-0B5C-4322-9534-8248D62AD162}" destId="{EB7E6B85-39AC-4601-AEB4-3500ED90A329}" srcOrd="0" destOrd="0" presId="urn:microsoft.com/office/officeart/2005/8/layout/orgChart1"/>
    <dgm:cxn modelId="{C7FAEE36-1473-4658-A406-1D2287E8218D}" type="presParOf" srcId="{8609FAF2-0B5C-4322-9534-8248D62AD162}" destId="{F7431E7E-CF7C-4521-AD8D-30DED737AB87}" srcOrd="1" destOrd="0" presId="urn:microsoft.com/office/officeart/2005/8/layout/orgChart1"/>
    <dgm:cxn modelId="{C58140C1-5E99-4BAC-B02A-1B77D898C23C}" type="presParOf" srcId="{9F88F58E-E05C-44DB-9A94-147942102E74}" destId="{7E8E8C10-6CAC-46AB-9FA5-F2D430EEDD61}" srcOrd="1" destOrd="0" presId="urn:microsoft.com/office/officeart/2005/8/layout/orgChart1"/>
    <dgm:cxn modelId="{E62A971E-3145-4F26-A5D3-6F7CA1C6A920}" type="presParOf" srcId="{7E8E8C10-6CAC-46AB-9FA5-F2D430EEDD61}" destId="{F1EF53CA-65A0-4546-938F-8CFF182923EA}" srcOrd="0" destOrd="0" presId="urn:microsoft.com/office/officeart/2005/8/layout/orgChart1"/>
    <dgm:cxn modelId="{BD126AED-5622-4EF0-A87E-04D120D03C5D}" type="presParOf" srcId="{7E8E8C10-6CAC-46AB-9FA5-F2D430EEDD61}" destId="{070AE937-E09C-4066-B333-B3219DB13CC2}" srcOrd="1" destOrd="0" presId="urn:microsoft.com/office/officeart/2005/8/layout/orgChart1"/>
    <dgm:cxn modelId="{6D861A06-88E6-4136-994A-43C457DEB27F}" type="presParOf" srcId="{070AE937-E09C-4066-B333-B3219DB13CC2}" destId="{3D74B967-C444-4CD2-9861-6B5EF0CEE506}" srcOrd="0" destOrd="0" presId="urn:microsoft.com/office/officeart/2005/8/layout/orgChart1"/>
    <dgm:cxn modelId="{7C6636C0-0BD8-4543-AEFC-6D3D3E19C304}" type="presParOf" srcId="{3D74B967-C444-4CD2-9861-6B5EF0CEE506}" destId="{147ED431-04BD-4C0E-ACCE-768E19B4225E}" srcOrd="0" destOrd="0" presId="urn:microsoft.com/office/officeart/2005/8/layout/orgChart1"/>
    <dgm:cxn modelId="{A5CE9DD1-7411-4FDE-9002-3A395EF613F5}" type="presParOf" srcId="{3D74B967-C444-4CD2-9861-6B5EF0CEE506}" destId="{EC4CDD50-DC08-4290-9334-0A07C13DBD5F}" srcOrd="1" destOrd="0" presId="urn:microsoft.com/office/officeart/2005/8/layout/orgChart1"/>
    <dgm:cxn modelId="{B90EFBF2-B558-4AE0-BEB6-903BA3DAD821}" type="presParOf" srcId="{070AE937-E09C-4066-B333-B3219DB13CC2}" destId="{9CBB9448-FD7B-4A6A-B26C-01325E0AB643}" srcOrd="1" destOrd="0" presId="urn:microsoft.com/office/officeart/2005/8/layout/orgChart1"/>
    <dgm:cxn modelId="{4FB02E97-5E91-413E-981F-BACF53BEF22F}" type="presParOf" srcId="{9CBB9448-FD7B-4A6A-B26C-01325E0AB643}" destId="{A0EAFF68-EBAF-48F8-9BFA-C121591EF353}" srcOrd="0" destOrd="0" presId="urn:microsoft.com/office/officeart/2005/8/layout/orgChart1"/>
    <dgm:cxn modelId="{0A39DECF-7917-4017-B3D1-13E3842E4AF7}" type="presParOf" srcId="{9CBB9448-FD7B-4A6A-B26C-01325E0AB643}" destId="{222ECCB5-F350-4C1F-B259-FD27B452FF29}" srcOrd="1" destOrd="0" presId="urn:microsoft.com/office/officeart/2005/8/layout/orgChart1"/>
    <dgm:cxn modelId="{F06B5D9A-ECF4-4CCA-85E4-96AB84BC556B}" type="presParOf" srcId="{222ECCB5-F350-4C1F-B259-FD27B452FF29}" destId="{E5B967C5-C0CE-4C81-A1D3-ACAA4BFA80D3}" srcOrd="0" destOrd="0" presId="urn:microsoft.com/office/officeart/2005/8/layout/orgChart1"/>
    <dgm:cxn modelId="{A0DCF207-0320-4AE9-AD71-45DC8D4BAC1E}" type="presParOf" srcId="{E5B967C5-C0CE-4C81-A1D3-ACAA4BFA80D3}" destId="{6356787F-7915-43AB-9CD7-7F8018502AAD}" srcOrd="0" destOrd="0" presId="urn:microsoft.com/office/officeart/2005/8/layout/orgChart1"/>
    <dgm:cxn modelId="{273B0D2A-5AA7-4AD6-A0A1-B9488ACB0653}" type="presParOf" srcId="{E5B967C5-C0CE-4C81-A1D3-ACAA4BFA80D3}" destId="{EDB80103-98EA-4105-82F0-679E4A1CD50A}" srcOrd="1" destOrd="0" presId="urn:microsoft.com/office/officeart/2005/8/layout/orgChart1"/>
    <dgm:cxn modelId="{15890F2B-CB18-49BE-909B-C073120D75D3}" type="presParOf" srcId="{222ECCB5-F350-4C1F-B259-FD27B452FF29}" destId="{79310C85-8DB7-4B39-B5D2-C0A875290DBE}" srcOrd="1" destOrd="0" presId="urn:microsoft.com/office/officeart/2005/8/layout/orgChart1"/>
    <dgm:cxn modelId="{BF1E3DC2-EDE8-4452-8913-3E6C688035F0}" type="presParOf" srcId="{222ECCB5-F350-4C1F-B259-FD27B452FF29}" destId="{016B0207-20EF-451E-801C-77FEC2E7884D}" srcOrd="2" destOrd="0" presId="urn:microsoft.com/office/officeart/2005/8/layout/orgChart1"/>
    <dgm:cxn modelId="{700DF85B-20C1-4A51-9275-359679B7C293}" type="presParOf" srcId="{070AE937-E09C-4066-B333-B3219DB13CC2}" destId="{BF0EBE18-9FC8-4B8A-8E20-FD1D3AD6BB42}" srcOrd="2" destOrd="0" presId="urn:microsoft.com/office/officeart/2005/8/layout/orgChart1"/>
    <dgm:cxn modelId="{A5E1C432-0F61-48C1-8004-0832C627BD5B}" type="presParOf" srcId="{7E8E8C10-6CAC-46AB-9FA5-F2D430EEDD61}" destId="{2565DC93-5EBA-41DE-AA32-FC56EFAB6E92}" srcOrd="2" destOrd="0" presId="urn:microsoft.com/office/officeart/2005/8/layout/orgChart1"/>
    <dgm:cxn modelId="{D76F92A3-F99C-493A-A18C-4A000B20E4F2}" type="presParOf" srcId="{7E8E8C10-6CAC-46AB-9FA5-F2D430EEDD61}" destId="{8D3DCE38-1FE5-4845-90F2-3C62B5C45485}" srcOrd="3" destOrd="0" presId="urn:microsoft.com/office/officeart/2005/8/layout/orgChart1"/>
    <dgm:cxn modelId="{6AE9C7F5-F3F1-4B8D-9FB2-9230F812A2E1}" type="presParOf" srcId="{8D3DCE38-1FE5-4845-90F2-3C62B5C45485}" destId="{32B9FA5E-3F6E-445D-9BF3-99221991D03F}" srcOrd="0" destOrd="0" presId="urn:microsoft.com/office/officeart/2005/8/layout/orgChart1"/>
    <dgm:cxn modelId="{91F67283-6265-4DEF-A587-E08E3A4FA97C}" type="presParOf" srcId="{32B9FA5E-3F6E-445D-9BF3-99221991D03F}" destId="{1FC6F8FF-CA2F-4CD5-AC48-5C735703C216}" srcOrd="0" destOrd="0" presId="urn:microsoft.com/office/officeart/2005/8/layout/orgChart1"/>
    <dgm:cxn modelId="{DC4688A1-418A-495A-B95D-728221EB2F1D}" type="presParOf" srcId="{32B9FA5E-3F6E-445D-9BF3-99221991D03F}" destId="{1DFC7349-AAB0-4AF0-83B1-B9FF1F483591}" srcOrd="1" destOrd="0" presId="urn:microsoft.com/office/officeart/2005/8/layout/orgChart1"/>
    <dgm:cxn modelId="{62FA8A8E-C116-4D98-B3CE-08394274F911}" type="presParOf" srcId="{8D3DCE38-1FE5-4845-90F2-3C62B5C45485}" destId="{30B7EEC4-F4F0-4C80-87D4-4F8513A0F932}" srcOrd="1" destOrd="0" presId="urn:microsoft.com/office/officeart/2005/8/layout/orgChart1"/>
    <dgm:cxn modelId="{DDF7B694-5F1D-42BF-9B55-52B4B5870792}" type="presParOf" srcId="{30B7EEC4-F4F0-4C80-87D4-4F8513A0F932}" destId="{F80F2C3E-A3B0-4B87-BD15-275E6A0D8CCE}" srcOrd="0" destOrd="0" presId="urn:microsoft.com/office/officeart/2005/8/layout/orgChart1"/>
    <dgm:cxn modelId="{3EC95EDC-25DD-4A97-8FC9-5078B88284C7}" type="presParOf" srcId="{30B7EEC4-F4F0-4C80-87D4-4F8513A0F932}" destId="{0D38593B-86CF-4C7E-B300-1247EDDD2D25}" srcOrd="1" destOrd="0" presId="urn:microsoft.com/office/officeart/2005/8/layout/orgChart1"/>
    <dgm:cxn modelId="{2C2EFB68-D429-410A-B62A-578F01FC6014}" type="presParOf" srcId="{0D38593B-86CF-4C7E-B300-1247EDDD2D25}" destId="{4B228F62-C5D8-45A4-92C6-6515A6BD06ED}" srcOrd="0" destOrd="0" presId="urn:microsoft.com/office/officeart/2005/8/layout/orgChart1"/>
    <dgm:cxn modelId="{332B5276-454B-484B-9541-5A929F614360}" type="presParOf" srcId="{4B228F62-C5D8-45A4-92C6-6515A6BD06ED}" destId="{8418CE30-52BF-47D0-A987-FB5D90AB01CA}" srcOrd="0" destOrd="0" presId="urn:microsoft.com/office/officeart/2005/8/layout/orgChart1"/>
    <dgm:cxn modelId="{3AB43AA6-1258-44CB-8E22-18551F7397E7}" type="presParOf" srcId="{4B228F62-C5D8-45A4-92C6-6515A6BD06ED}" destId="{987C6F10-6447-4223-B32E-97D762FD6206}" srcOrd="1" destOrd="0" presId="urn:microsoft.com/office/officeart/2005/8/layout/orgChart1"/>
    <dgm:cxn modelId="{F601A4C9-A0BE-41FD-A509-0408CB659521}" type="presParOf" srcId="{0D38593B-86CF-4C7E-B300-1247EDDD2D25}" destId="{151D8C71-B453-437C-8238-16FF12930909}" srcOrd="1" destOrd="0" presId="urn:microsoft.com/office/officeart/2005/8/layout/orgChart1"/>
    <dgm:cxn modelId="{96E14CAA-8851-47CA-BF83-1DA00D06E6C3}" type="presParOf" srcId="{0D38593B-86CF-4C7E-B300-1247EDDD2D25}" destId="{326C55DD-0A5F-4CC9-AB08-19C9448A75FF}" srcOrd="2" destOrd="0" presId="urn:microsoft.com/office/officeart/2005/8/layout/orgChart1"/>
    <dgm:cxn modelId="{D2770E9E-1736-4052-86DD-0E950CF6DD95}" type="presParOf" srcId="{8D3DCE38-1FE5-4845-90F2-3C62B5C45485}" destId="{367689D7-6385-40B9-AAA9-E7E6286091C1}" srcOrd="2" destOrd="0" presId="urn:microsoft.com/office/officeart/2005/8/layout/orgChart1"/>
    <dgm:cxn modelId="{B61F8C38-70ED-4388-A08A-DC131E0E5D87}" type="presParOf" srcId="{7E8E8C10-6CAC-46AB-9FA5-F2D430EEDD61}" destId="{3E389339-5653-4365-8F23-CC29C1B40493}" srcOrd="4" destOrd="0" presId="urn:microsoft.com/office/officeart/2005/8/layout/orgChart1"/>
    <dgm:cxn modelId="{CF4F81B5-CA90-43AC-BEE3-20AA71DBEB1C}" type="presParOf" srcId="{7E8E8C10-6CAC-46AB-9FA5-F2D430EEDD61}" destId="{98A8F661-17DF-4D3F-94B4-D06FDDC65F9E}" srcOrd="5" destOrd="0" presId="urn:microsoft.com/office/officeart/2005/8/layout/orgChart1"/>
    <dgm:cxn modelId="{3887FA49-BB26-41FA-A8F9-A1EC19983A4D}" type="presParOf" srcId="{98A8F661-17DF-4D3F-94B4-D06FDDC65F9E}" destId="{302A7275-5F9B-4A18-964D-A711B0BE7FF1}" srcOrd="0" destOrd="0" presId="urn:microsoft.com/office/officeart/2005/8/layout/orgChart1"/>
    <dgm:cxn modelId="{B726D946-0EAE-4B2E-AF41-F3E59245DCCE}" type="presParOf" srcId="{302A7275-5F9B-4A18-964D-A711B0BE7FF1}" destId="{3348A328-C2BA-438D-AC0A-661B41982E0D}" srcOrd="0" destOrd="0" presId="urn:microsoft.com/office/officeart/2005/8/layout/orgChart1"/>
    <dgm:cxn modelId="{FA7551D6-44D3-47E1-9F90-DC07F1259821}" type="presParOf" srcId="{302A7275-5F9B-4A18-964D-A711B0BE7FF1}" destId="{A1DB9CB3-CEC0-4FAF-B074-BFB85CB52193}" srcOrd="1" destOrd="0" presId="urn:microsoft.com/office/officeart/2005/8/layout/orgChart1"/>
    <dgm:cxn modelId="{55968CBE-FE73-410E-93FF-048912911ED3}" type="presParOf" srcId="{98A8F661-17DF-4D3F-94B4-D06FDDC65F9E}" destId="{C29C1426-D51B-436C-A0AF-88549B4FF5FF}" srcOrd="1" destOrd="0" presId="urn:microsoft.com/office/officeart/2005/8/layout/orgChart1"/>
    <dgm:cxn modelId="{5C224127-0F88-4F0B-9573-CBF3D72B4F1E}" type="presParOf" srcId="{C29C1426-D51B-436C-A0AF-88549B4FF5FF}" destId="{511A4B88-4F91-4B44-A2C4-F3A242338B55}" srcOrd="0" destOrd="0" presId="urn:microsoft.com/office/officeart/2005/8/layout/orgChart1"/>
    <dgm:cxn modelId="{EF640CB3-671D-4042-BA99-C29A82DA2179}" type="presParOf" srcId="{C29C1426-D51B-436C-A0AF-88549B4FF5FF}" destId="{2A529506-E948-4173-A938-2108B5305FB6}" srcOrd="1" destOrd="0" presId="urn:microsoft.com/office/officeart/2005/8/layout/orgChart1"/>
    <dgm:cxn modelId="{EC3FC38E-8DC2-4D50-8D0B-DD3F50F1D35D}" type="presParOf" srcId="{2A529506-E948-4173-A938-2108B5305FB6}" destId="{852B7704-2819-4594-82F3-C2A833106A1A}" srcOrd="0" destOrd="0" presId="urn:microsoft.com/office/officeart/2005/8/layout/orgChart1"/>
    <dgm:cxn modelId="{1CDFC5BE-838D-430B-B843-D7A7A382C2E4}" type="presParOf" srcId="{852B7704-2819-4594-82F3-C2A833106A1A}" destId="{F48A8D07-2BC4-4D0D-A344-DF9005A8E1EE}" srcOrd="0" destOrd="0" presId="urn:microsoft.com/office/officeart/2005/8/layout/orgChart1"/>
    <dgm:cxn modelId="{2593BD2D-4A6E-4526-9DFE-B76741F159DC}" type="presParOf" srcId="{852B7704-2819-4594-82F3-C2A833106A1A}" destId="{2DA1DF50-7E50-4647-9DBA-38469E3362D7}" srcOrd="1" destOrd="0" presId="urn:microsoft.com/office/officeart/2005/8/layout/orgChart1"/>
    <dgm:cxn modelId="{1FD0067B-54D7-47E2-A7AC-B1EE5FA5C924}" type="presParOf" srcId="{2A529506-E948-4173-A938-2108B5305FB6}" destId="{290C8EE4-DA39-4B6E-8417-92CADAD82F78}" srcOrd="1" destOrd="0" presId="urn:microsoft.com/office/officeart/2005/8/layout/orgChart1"/>
    <dgm:cxn modelId="{D5041ADE-9BA8-44C0-9024-18AA4859E20E}" type="presParOf" srcId="{2A529506-E948-4173-A938-2108B5305FB6}" destId="{E84AA8CC-1FA2-43DB-8115-18EB49F80D53}" srcOrd="2" destOrd="0" presId="urn:microsoft.com/office/officeart/2005/8/layout/orgChart1"/>
    <dgm:cxn modelId="{981EB68D-3844-47E7-ADEB-6E9177FBE856}" type="presParOf" srcId="{98A8F661-17DF-4D3F-94B4-D06FDDC65F9E}" destId="{DC560CA9-F126-491A-A514-45E85E5E4EE4}" srcOrd="2" destOrd="0" presId="urn:microsoft.com/office/officeart/2005/8/layout/orgChart1"/>
    <dgm:cxn modelId="{EA6DC5AB-DB1C-483C-A58D-22EEFACC4F01}" type="presParOf" srcId="{9F88F58E-E05C-44DB-9A94-147942102E74}" destId="{08B918AA-5F5D-4D14-B0B0-2A186C597FCA}" srcOrd="2" destOrd="0" presId="urn:microsoft.com/office/officeart/2005/8/layout/orgChart1"/>
    <dgm:cxn modelId="{29483BBE-37C1-499B-97C8-21564DE8DFF0}" type="presParOf" srcId="{5769D43B-2ED2-4C55-A55F-BA779420B83B}" destId="{9F3F6C67-42F7-4314-912F-60B9B0A5E1F4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94ADD06-AD04-4C0A-96E6-9FD9724FE3A4}" type="doc">
      <dgm:prSet loTypeId="urn:microsoft.com/office/officeart/2005/8/layout/orgChart1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PK"/>
        </a:p>
      </dgm:t>
    </dgm:pt>
    <dgm:pt modelId="{B7A88F3F-56CF-4068-B47F-ACB3092581BA}">
      <dgm:prSet phldrT="[Text]" phldr="0"/>
      <dgm:spPr/>
      <dgm:t>
        <a:bodyPr/>
        <a:lstStyle/>
        <a:p>
          <a:r>
            <a:rPr lang="en-GB" noProof="0" dirty="0"/>
            <a:t>Structural Diagrams</a:t>
          </a:r>
        </a:p>
      </dgm:t>
    </dgm:pt>
    <dgm:pt modelId="{ECA3C3E4-6B0C-4003-B85C-0B0C7F6EA42A}" type="parTrans" cxnId="{82E267A6-AE8C-43FC-A231-DBA02CD5BC9F}">
      <dgm:prSet/>
      <dgm:spPr/>
      <dgm:t>
        <a:bodyPr/>
        <a:lstStyle/>
        <a:p>
          <a:endParaRPr lang="en-PK"/>
        </a:p>
      </dgm:t>
    </dgm:pt>
    <dgm:pt modelId="{DDB70EC2-D71F-4206-A555-74ECD523B4DB}" type="sibTrans" cxnId="{82E267A6-AE8C-43FC-A231-DBA02CD5BC9F}">
      <dgm:prSet/>
      <dgm:spPr/>
      <dgm:t>
        <a:bodyPr/>
        <a:lstStyle/>
        <a:p>
          <a:endParaRPr lang="en-PK"/>
        </a:p>
      </dgm:t>
    </dgm:pt>
    <dgm:pt modelId="{7D904C95-6F44-4F59-AD9D-CDB35EBB6F48}">
      <dgm:prSet phldrT="[Text]" phldr="0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GB" noProof="0" dirty="0"/>
            <a:t>Useful</a:t>
          </a:r>
        </a:p>
      </dgm:t>
    </dgm:pt>
    <dgm:pt modelId="{6CFAA2BE-4AD5-44B0-816B-4AD0A6C0649B}" type="parTrans" cxnId="{6BEE1F09-88E0-429E-8498-4CCB4EE6FB0B}">
      <dgm:prSet/>
      <dgm:spPr/>
      <dgm:t>
        <a:bodyPr/>
        <a:lstStyle/>
        <a:p>
          <a:endParaRPr lang="en-PK"/>
        </a:p>
      </dgm:t>
    </dgm:pt>
    <dgm:pt modelId="{5A1E092C-72C7-46C7-8EC4-969B7DFC703D}" type="sibTrans" cxnId="{6BEE1F09-88E0-429E-8498-4CCB4EE6FB0B}">
      <dgm:prSet/>
      <dgm:spPr/>
      <dgm:t>
        <a:bodyPr/>
        <a:lstStyle/>
        <a:p>
          <a:endParaRPr lang="en-PK"/>
        </a:p>
      </dgm:t>
    </dgm:pt>
    <dgm:pt modelId="{0E671A7C-1349-471F-A576-EE96D173E1F8}">
      <dgm:prSet phldrT="[Text]" phldr="0"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r>
            <a:rPr lang="en-GB" noProof="0" dirty="0"/>
            <a:t>Composite Structure Diagram</a:t>
          </a:r>
        </a:p>
      </dgm:t>
    </dgm:pt>
    <dgm:pt modelId="{C5D91481-1BF5-46C3-806B-AF748B672290}" type="parTrans" cxnId="{61D46887-2C59-4B2F-8BB6-40FC68DD68EB}">
      <dgm:prSet/>
      <dgm:spPr/>
      <dgm:t>
        <a:bodyPr/>
        <a:lstStyle/>
        <a:p>
          <a:endParaRPr lang="en-PK"/>
        </a:p>
      </dgm:t>
    </dgm:pt>
    <dgm:pt modelId="{50FB3977-75F3-46C9-B716-F07F20255408}" type="sibTrans" cxnId="{61D46887-2C59-4B2F-8BB6-40FC68DD68EB}">
      <dgm:prSet/>
      <dgm:spPr/>
      <dgm:t>
        <a:bodyPr/>
        <a:lstStyle/>
        <a:p>
          <a:endParaRPr lang="en-PK"/>
        </a:p>
      </dgm:t>
    </dgm:pt>
    <dgm:pt modelId="{2BBBFB09-FB9C-42BC-AEBE-906777F2F517}">
      <dgm:prSet phldrT="[Text]" phldr="0"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r>
            <a:rPr lang="en-GB" noProof="0" dirty="0"/>
            <a:t>Object Diagram</a:t>
          </a:r>
        </a:p>
      </dgm:t>
    </dgm:pt>
    <dgm:pt modelId="{9E508A80-D184-4D5E-BA8C-0C47C253BEF0}" type="parTrans" cxnId="{FCDDB689-24BA-4980-B300-5D9BAA1E16FE}">
      <dgm:prSet/>
      <dgm:spPr/>
      <dgm:t>
        <a:bodyPr/>
        <a:lstStyle/>
        <a:p>
          <a:endParaRPr lang="en-PK"/>
        </a:p>
      </dgm:t>
    </dgm:pt>
    <dgm:pt modelId="{DD735A8E-6B68-47D7-93A8-55A0D18F5DE7}" type="sibTrans" cxnId="{FCDDB689-24BA-4980-B300-5D9BAA1E16FE}">
      <dgm:prSet/>
      <dgm:spPr/>
      <dgm:t>
        <a:bodyPr/>
        <a:lstStyle/>
        <a:p>
          <a:endParaRPr lang="en-PK"/>
        </a:p>
      </dgm:t>
    </dgm:pt>
    <dgm:pt modelId="{9B3096A0-832A-41B4-BEFB-D457494CCA7B}">
      <dgm:prSet phldrT="[Text]" phldr="0"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r>
            <a:rPr lang="en-GB" noProof="0" dirty="0"/>
            <a:t>Profile Diagram</a:t>
          </a:r>
        </a:p>
      </dgm:t>
    </dgm:pt>
    <dgm:pt modelId="{101CC2E9-E6EC-4A13-965B-4EF9A7A4BC78}" type="parTrans" cxnId="{FA8FAD8B-727E-4FFD-813E-39FE543A476F}">
      <dgm:prSet/>
      <dgm:spPr/>
      <dgm:t>
        <a:bodyPr/>
        <a:lstStyle/>
        <a:p>
          <a:endParaRPr lang="en-PK"/>
        </a:p>
      </dgm:t>
    </dgm:pt>
    <dgm:pt modelId="{A9A0A7D5-27CE-48FE-BD86-EB8A147A3F96}" type="sibTrans" cxnId="{FA8FAD8B-727E-4FFD-813E-39FE543A476F}">
      <dgm:prSet/>
      <dgm:spPr/>
      <dgm:t>
        <a:bodyPr/>
        <a:lstStyle/>
        <a:p>
          <a:endParaRPr lang="en-PK"/>
        </a:p>
      </dgm:t>
    </dgm:pt>
    <dgm:pt modelId="{E6A350F7-B493-4BD7-8877-293BDC2B3F84}">
      <dgm:prSet phldrT="[Text]" phldr="0"/>
      <dgm:spPr>
        <a:solidFill>
          <a:srgbClr val="00B050"/>
        </a:solidFill>
      </dgm:spPr>
      <dgm:t>
        <a:bodyPr/>
        <a:lstStyle/>
        <a:p>
          <a:r>
            <a:rPr lang="en-GB" noProof="0" dirty="0"/>
            <a:t>Class Diagram</a:t>
          </a:r>
        </a:p>
      </dgm:t>
    </dgm:pt>
    <dgm:pt modelId="{EA98BA0D-F511-46AE-8055-1C77F793E8A7}" type="parTrans" cxnId="{FF68D335-CDFE-4DA5-BBF0-4932146DCDD3}">
      <dgm:prSet/>
      <dgm:spPr/>
      <dgm:t>
        <a:bodyPr/>
        <a:lstStyle/>
        <a:p>
          <a:endParaRPr lang="en-PK"/>
        </a:p>
      </dgm:t>
    </dgm:pt>
    <dgm:pt modelId="{FA98C265-B081-4A5C-8E8F-A0AE3B89A68D}" type="sibTrans" cxnId="{FF68D335-CDFE-4DA5-BBF0-4932146DCDD3}">
      <dgm:prSet/>
      <dgm:spPr/>
      <dgm:t>
        <a:bodyPr/>
        <a:lstStyle/>
        <a:p>
          <a:endParaRPr lang="en-PK"/>
        </a:p>
      </dgm:t>
    </dgm:pt>
    <dgm:pt modelId="{E3418E9F-D3A6-44E6-B6FA-BB1C6BE9DBE6}">
      <dgm:prSet phldrT="[Text]" phldr="0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GB" noProof="0" dirty="0"/>
            <a:t>Academic Fossil</a:t>
          </a:r>
        </a:p>
      </dgm:t>
    </dgm:pt>
    <dgm:pt modelId="{50D76C86-C834-4973-852C-F3120968A703}" type="parTrans" cxnId="{73DE5DD9-7EE4-42DD-BB6E-6844EA9F5A1B}">
      <dgm:prSet/>
      <dgm:spPr/>
      <dgm:t>
        <a:bodyPr/>
        <a:lstStyle/>
        <a:p>
          <a:endParaRPr lang="en-PK"/>
        </a:p>
      </dgm:t>
    </dgm:pt>
    <dgm:pt modelId="{70299B33-AB1C-48B7-8A37-DC7A8F5DE93F}" type="sibTrans" cxnId="{73DE5DD9-7EE4-42DD-BB6E-6844EA9F5A1B}">
      <dgm:prSet/>
      <dgm:spPr/>
      <dgm:t>
        <a:bodyPr/>
        <a:lstStyle/>
        <a:p>
          <a:endParaRPr lang="en-PK"/>
        </a:p>
      </dgm:t>
    </dgm:pt>
    <dgm:pt modelId="{1CB79BBE-6EA8-4BA2-B081-AD084BA3EFC5}">
      <dgm:prSet phldrT="[Text]" phldr="0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GB" noProof="0" dirty="0"/>
            <a:t>Rarely Used</a:t>
          </a:r>
        </a:p>
      </dgm:t>
    </dgm:pt>
    <dgm:pt modelId="{2D77A997-3CE1-47B0-A2E7-350A30C7D892}" type="parTrans" cxnId="{69EB8471-2ABB-4644-AE88-0CFD6DB004AF}">
      <dgm:prSet/>
      <dgm:spPr/>
      <dgm:t>
        <a:bodyPr/>
        <a:lstStyle/>
        <a:p>
          <a:endParaRPr lang="en-PK"/>
        </a:p>
      </dgm:t>
    </dgm:pt>
    <dgm:pt modelId="{27CA75C1-F6D8-4B61-9249-373449319CDB}" type="sibTrans" cxnId="{69EB8471-2ABB-4644-AE88-0CFD6DB004AF}">
      <dgm:prSet/>
      <dgm:spPr/>
      <dgm:t>
        <a:bodyPr/>
        <a:lstStyle/>
        <a:p>
          <a:endParaRPr lang="en-PK"/>
        </a:p>
      </dgm:t>
    </dgm:pt>
    <dgm:pt modelId="{C3D2A2B0-B984-4C8D-A1DD-618D1E24C020}">
      <dgm:prSet phldrT="[Text]" phldr="0"/>
      <dgm:spPr>
        <a:solidFill>
          <a:srgbClr val="E99757"/>
        </a:solidFill>
      </dgm:spPr>
      <dgm:t>
        <a:bodyPr/>
        <a:lstStyle/>
        <a:p>
          <a:r>
            <a:rPr lang="en-GB" noProof="0" dirty="0"/>
            <a:t>Deployment Diagram</a:t>
          </a:r>
        </a:p>
      </dgm:t>
    </dgm:pt>
    <dgm:pt modelId="{61D979FC-CBFB-4081-B763-5E3DF76FDB77}" type="parTrans" cxnId="{85E1BA01-4770-4A08-86BD-301E1C05A671}">
      <dgm:prSet/>
      <dgm:spPr/>
      <dgm:t>
        <a:bodyPr/>
        <a:lstStyle/>
        <a:p>
          <a:endParaRPr lang="en-PK"/>
        </a:p>
      </dgm:t>
    </dgm:pt>
    <dgm:pt modelId="{56BBCE78-2657-455E-8E89-BE4C45C7C15B}" type="sibTrans" cxnId="{85E1BA01-4770-4A08-86BD-301E1C05A671}">
      <dgm:prSet/>
      <dgm:spPr/>
      <dgm:t>
        <a:bodyPr/>
        <a:lstStyle/>
        <a:p>
          <a:endParaRPr lang="en-PK"/>
        </a:p>
      </dgm:t>
    </dgm:pt>
    <dgm:pt modelId="{94629041-3561-4EE9-BAB5-1CFC0D3C1D01}">
      <dgm:prSet phldrT="[Text]" phldr="0"/>
      <dgm:spPr>
        <a:solidFill>
          <a:srgbClr val="E99757"/>
        </a:solidFill>
      </dgm:spPr>
      <dgm:t>
        <a:bodyPr/>
        <a:lstStyle/>
        <a:p>
          <a:r>
            <a:rPr lang="en-GB" noProof="0" dirty="0"/>
            <a:t>Package Diagram</a:t>
          </a:r>
        </a:p>
      </dgm:t>
    </dgm:pt>
    <dgm:pt modelId="{99ACAFBB-594C-4E5C-B2F3-5F199769D7C7}" type="parTrans" cxnId="{25CD9CE4-0424-4698-AA1A-EEEBACB57DD2}">
      <dgm:prSet/>
      <dgm:spPr/>
      <dgm:t>
        <a:bodyPr/>
        <a:lstStyle/>
        <a:p>
          <a:endParaRPr lang="en-PK"/>
        </a:p>
      </dgm:t>
    </dgm:pt>
    <dgm:pt modelId="{F22B2091-B0F6-4C80-BB51-528E672F8674}" type="sibTrans" cxnId="{25CD9CE4-0424-4698-AA1A-EEEBACB57DD2}">
      <dgm:prSet/>
      <dgm:spPr/>
      <dgm:t>
        <a:bodyPr/>
        <a:lstStyle/>
        <a:p>
          <a:endParaRPr lang="en-PK"/>
        </a:p>
      </dgm:t>
    </dgm:pt>
    <dgm:pt modelId="{17C1478A-C3D1-4D91-838F-0FBCCC59F25F}">
      <dgm:prSet phldrT="[Text]" phldr="0"/>
      <dgm:spPr>
        <a:solidFill>
          <a:srgbClr val="00B050"/>
        </a:solidFill>
      </dgm:spPr>
      <dgm:t>
        <a:bodyPr/>
        <a:lstStyle/>
        <a:p>
          <a:r>
            <a:rPr lang="en-GB" noProof="0" dirty="0"/>
            <a:t>Component Diagram</a:t>
          </a:r>
        </a:p>
      </dgm:t>
    </dgm:pt>
    <dgm:pt modelId="{DDD6D4B4-4647-4C01-8D90-AB57B8BD82A9}" type="parTrans" cxnId="{32652ECD-8676-43CC-956F-65974245C44F}">
      <dgm:prSet/>
      <dgm:spPr/>
      <dgm:t>
        <a:bodyPr/>
        <a:lstStyle/>
        <a:p>
          <a:endParaRPr lang="en-PK"/>
        </a:p>
      </dgm:t>
    </dgm:pt>
    <dgm:pt modelId="{24BBBD93-7365-43A2-A349-70926B2CD100}" type="sibTrans" cxnId="{32652ECD-8676-43CC-956F-65974245C44F}">
      <dgm:prSet/>
      <dgm:spPr/>
      <dgm:t>
        <a:bodyPr/>
        <a:lstStyle/>
        <a:p>
          <a:endParaRPr lang="en-PK"/>
        </a:p>
      </dgm:t>
    </dgm:pt>
    <dgm:pt modelId="{B9F2B97E-4392-4EE8-8D49-6AFB26588318}" type="pres">
      <dgm:prSet presAssocID="{594ADD06-AD04-4C0A-96E6-9FD9724FE3A4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882F39DF-7886-4F36-89BC-09BEAA689E06}" type="pres">
      <dgm:prSet presAssocID="{B7A88F3F-56CF-4068-B47F-ACB3092581BA}" presName="hierRoot1" presStyleCnt="0">
        <dgm:presLayoutVars>
          <dgm:hierBranch val="init"/>
        </dgm:presLayoutVars>
      </dgm:prSet>
      <dgm:spPr/>
    </dgm:pt>
    <dgm:pt modelId="{BC117E73-7356-4058-A6A6-215A5CD6D8A1}" type="pres">
      <dgm:prSet presAssocID="{B7A88F3F-56CF-4068-B47F-ACB3092581BA}" presName="rootComposite1" presStyleCnt="0"/>
      <dgm:spPr/>
    </dgm:pt>
    <dgm:pt modelId="{1D97AD21-BD66-48FF-9059-4ADC3298DD87}" type="pres">
      <dgm:prSet presAssocID="{B7A88F3F-56CF-4068-B47F-ACB3092581BA}" presName="rootText1" presStyleLbl="node0" presStyleIdx="0" presStyleCnt="1">
        <dgm:presLayoutVars>
          <dgm:chPref val="3"/>
        </dgm:presLayoutVars>
      </dgm:prSet>
      <dgm:spPr/>
    </dgm:pt>
    <dgm:pt modelId="{9D92E493-B31F-4EA1-BF17-F948E4E8EBFF}" type="pres">
      <dgm:prSet presAssocID="{B7A88F3F-56CF-4068-B47F-ACB3092581BA}" presName="rootConnector1" presStyleLbl="node1" presStyleIdx="0" presStyleCnt="0"/>
      <dgm:spPr/>
    </dgm:pt>
    <dgm:pt modelId="{5E984288-8D0E-4D66-8701-2CAEE12A154E}" type="pres">
      <dgm:prSet presAssocID="{B7A88F3F-56CF-4068-B47F-ACB3092581BA}" presName="hierChild2" presStyleCnt="0"/>
      <dgm:spPr/>
    </dgm:pt>
    <dgm:pt modelId="{CDB7318A-1F94-464C-9970-90A2F70AF610}" type="pres">
      <dgm:prSet presAssocID="{6CFAA2BE-4AD5-44B0-816B-4AD0A6C0649B}" presName="Name37" presStyleLbl="parChTrans1D2" presStyleIdx="0" presStyleCnt="3"/>
      <dgm:spPr/>
    </dgm:pt>
    <dgm:pt modelId="{666C2137-6206-4835-BF3C-3D70764B6CCF}" type="pres">
      <dgm:prSet presAssocID="{7D904C95-6F44-4F59-AD9D-CDB35EBB6F48}" presName="hierRoot2" presStyleCnt="0">
        <dgm:presLayoutVars>
          <dgm:hierBranch val="init"/>
        </dgm:presLayoutVars>
      </dgm:prSet>
      <dgm:spPr/>
    </dgm:pt>
    <dgm:pt modelId="{C5B45074-5935-4A6E-845E-D1CC833BCFD7}" type="pres">
      <dgm:prSet presAssocID="{7D904C95-6F44-4F59-AD9D-CDB35EBB6F48}" presName="rootComposite" presStyleCnt="0"/>
      <dgm:spPr/>
    </dgm:pt>
    <dgm:pt modelId="{42198CF7-6716-4043-8DAC-A47A10A55CE1}" type="pres">
      <dgm:prSet presAssocID="{7D904C95-6F44-4F59-AD9D-CDB35EBB6F48}" presName="rootText" presStyleLbl="node2" presStyleIdx="0" presStyleCnt="3">
        <dgm:presLayoutVars>
          <dgm:chPref val="3"/>
        </dgm:presLayoutVars>
      </dgm:prSet>
      <dgm:spPr/>
    </dgm:pt>
    <dgm:pt modelId="{80CC6326-F678-4464-9A88-92B1E1F2BCB5}" type="pres">
      <dgm:prSet presAssocID="{7D904C95-6F44-4F59-AD9D-CDB35EBB6F48}" presName="rootConnector" presStyleLbl="node2" presStyleIdx="0" presStyleCnt="3"/>
      <dgm:spPr/>
    </dgm:pt>
    <dgm:pt modelId="{9FD42487-B219-4012-AC31-53715DCEC82B}" type="pres">
      <dgm:prSet presAssocID="{7D904C95-6F44-4F59-AD9D-CDB35EBB6F48}" presName="hierChild4" presStyleCnt="0"/>
      <dgm:spPr/>
    </dgm:pt>
    <dgm:pt modelId="{EE17BC94-7C57-4C0F-A276-DAB5DBA1ED30}" type="pres">
      <dgm:prSet presAssocID="{EA98BA0D-F511-46AE-8055-1C77F793E8A7}" presName="Name37" presStyleLbl="parChTrans1D3" presStyleIdx="0" presStyleCnt="7"/>
      <dgm:spPr/>
    </dgm:pt>
    <dgm:pt modelId="{63A59F41-F94F-45C8-BFCE-2EE790C396C7}" type="pres">
      <dgm:prSet presAssocID="{E6A350F7-B493-4BD7-8877-293BDC2B3F84}" presName="hierRoot2" presStyleCnt="0">
        <dgm:presLayoutVars>
          <dgm:hierBranch val="init"/>
        </dgm:presLayoutVars>
      </dgm:prSet>
      <dgm:spPr/>
    </dgm:pt>
    <dgm:pt modelId="{FF3EBF77-1B0F-493A-A1CF-32EA9CA32B57}" type="pres">
      <dgm:prSet presAssocID="{E6A350F7-B493-4BD7-8877-293BDC2B3F84}" presName="rootComposite" presStyleCnt="0"/>
      <dgm:spPr/>
    </dgm:pt>
    <dgm:pt modelId="{D99BF1AA-0EFB-434F-8117-7D285995A1F5}" type="pres">
      <dgm:prSet presAssocID="{E6A350F7-B493-4BD7-8877-293BDC2B3F84}" presName="rootText" presStyleLbl="node3" presStyleIdx="0" presStyleCnt="7">
        <dgm:presLayoutVars>
          <dgm:chPref val="3"/>
        </dgm:presLayoutVars>
      </dgm:prSet>
      <dgm:spPr/>
    </dgm:pt>
    <dgm:pt modelId="{3CA37783-7AF2-428A-AA8E-035DCD14A2D6}" type="pres">
      <dgm:prSet presAssocID="{E6A350F7-B493-4BD7-8877-293BDC2B3F84}" presName="rootConnector" presStyleLbl="node3" presStyleIdx="0" presStyleCnt="7"/>
      <dgm:spPr/>
    </dgm:pt>
    <dgm:pt modelId="{C74A0379-E336-44CF-A0FC-FE407675319B}" type="pres">
      <dgm:prSet presAssocID="{E6A350F7-B493-4BD7-8877-293BDC2B3F84}" presName="hierChild4" presStyleCnt="0"/>
      <dgm:spPr/>
    </dgm:pt>
    <dgm:pt modelId="{254442FF-A606-4F4D-8D26-09F7A748AE86}" type="pres">
      <dgm:prSet presAssocID="{E6A350F7-B493-4BD7-8877-293BDC2B3F84}" presName="hierChild5" presStyleCnt="0"/>
      <dgm:spPr/>
    </dgm:pt>
    <dgm:pt modelId="{82DA48F6-48A6-4B11-9113-99FACD0B01E2}" type="pres">
      <dgm:prSet presAssocID="{DDD6D4B4-4647-4C01-8D90-AB57B8BD82A9}" presName="Name37" presStyleLbl="parChTrans1D3" presStyleIdx="1" presStyleCnt="7"/>
      <dgm:spPr/>
    </dgm:pt>
    <dgm:pt modelId="{DC7DD0BB-8346-404B-8551-A8A6E264D9A9}" type="pres">
      <dgm:prSet presAssocID="{17C1478A-C3D1-4D91-838F-0FBCCC59F25F}" presName="hierRoot2" presStyleCnt="0">
        <dgm:presLayoutVars>
          <dgm:hierBranch val="init"/>
        </dgm:presLayoutVars>
      </dgm:prSet>
      <dgm:spPr/>
    </dgm:pt>
    <dgm:pt modelId="{A4340649-DF24-4020-B580-199AEFBE1D46}" type="pres">
      <dgm:prSet presAssocID="{17C1478A-C3D1-4D91-838F-0FBCCC59F25F}" presName="rootComposite" presStyleCnt="0"/>
      <dgm:spPr/>
    </dgm:pt>
    <dgm:pt modelId="{E0D110F6-61F0-4927-A76E-00D99F7FACBF}" type="pres">
      <dgm:prSet presAssocID="{17C1478A-C3D1-4D91-838F-0FBCCC59F25F}" presName="rootText" presStyleLbl="node3" presStyleIdx="1" presStyleCnt="7">
        <dgm:presLayoutVars>
          <dgm:chPref val="3"/>
        </dgm:presLayoutVars>
      </dgm:prSet>
      <dgm:spPr/>
    </dgm:pt>
    <dgm:pt modelId="{C299919E-C8B2-4EB0-9485-92072A0A5F06}" type="pres">
      <dgm:prSet presAssocID="{17C1478A-C3D1-4D91-838F-0FBCCC59F25F}" presName="rootConnector" presStyleLbl="node3" presStyleIdx="1" presStyleCnt="7"/>
      <dgm:spPr/>
    </dgm:pt>
    <dgm:pt modelId="{C698B24E-33CB-482A-8F99-3F68F2FB1C59}" type="pres">
      <dgm:prSet presAssocID="{17C1478A-C3D1-4D91-838F-0FBCCC59F25F}" presName="hierChild4" presStyleCnt="0"/>
      <dgm:spPr/>
    </dgm:pt>
    <dgm:pt modelId="{3A5B14A7-D3C9-4720-9CA0-6FE112289595}" type="pres">
      <dgm:prSet presAssocID="{17C1478A-C3D1-4D91-838F-0FBCCC59F25F}" presName="hierChild5" presStyleCnt="0"/>
      <dgm:spPr/>
    </dgm:pt>
    <dgm:pt modelId="{B72509C1-FD8A-440D-9C0B-BB89691A4840}" type="pres">
      <dgm:prSet presAssocID="{7D904C95-6F44-4F59-AD9D-CDB35EBB6F48}" presName="hierChild5" presStyleCnt="0"/>
      <dgm:spPr/>
    </dgm:pt>
    <dgm:pt modelId="{7172110B-6DA7-4197-92E0-8755CB32E3C0}" type="pres">
      <dgm:prSet presAssocID="{2D77A997-3CE1-47B0-A2E7-350A30C7D892}" presName="Name37" presStyleLbl="parChTrans1D2" presStyleIdx="1" presStyleCnt="3"/>
      <dgm:spPr/>
    </dgm:pt>
    <dgm:pt modelId="{47402E0F-0D58-4C3F-B17A-2CBA2F01A1E0}" type="pres">
      <dgm:prSet presAssocID="{1CB79BBE-6EA8-4BA2-B081-AD084BA3EFC5}" presName="hierRoot2" presStyleCnt="0">
        <dgm:presLayoutVars>
          <dgm:hierBranch val="init"/>
        </dgm:presLayoutVars>
      </dgm:prSet>
      <dgm:spPr/>
    </dgm:pt>
    <dgm:pt modelId="{4FF0799E-5ACA-415E-AE92-ADD0AF6B98B7}" type="pres">
      <dgm:prSet presAssocID="{1CB79BBE-6EA8-4BA2-B081-AD084BA3EFC5}" presName="rootComposite" presStyleCnt="0"/>
      <dgm:spPr/>
    </dgm:pt>
    <dgm:pt modelId="{340114DB-43AF-414D-9E60-3619830DFAE6}" type="pres">
      <dgm:prSet presAssocID="{1CB79BBE-6EA8-4BA2-B081-AD084BA3EFC5}" presName="rootText" presStyleLbl="node2" presStyleIdx="1" presStyleCnt="3">
        <dgm:presLayoutVars>
          <dgm:chPref val="3"/>
        </dgm:presLayoutVars>
      </dgm:prSet>
      <dgm:spPr/>
    </dgm:pt>
    <dgm:pt modelId="{FF41CE2C-9C35-47DB-98D6-5B0285227E19}" type="pres">
      <dgm:prSet presAssocID="{1CB79BBE-6EA8-4BA2-B081-AD084BA3EFC5}" presName="rootConnector" presStyleLbl="node2" presStyleIdx="1" presStyleCnt="3"/>
      <dgm:spPr/>
    </dgm:pt>
    <dgm:pt modelId="{22A7502B-F29D-4D14-9802-91C0D9C8B004}" type="pres">
      <dgm:prSet presAssocID="{1CB79BBE-6EA8-4BA2-B081-AD084BA3EFC5}" presName="hierChild4" presStyleCnt="0"/>
      <dgm:spPr/>
    </dgm:pt>
    <dgm:pt modelId="{090E11AA-6067-460D-936F-252165C90146}" type="pres">
      <dgm:prSet presAssocID="{61D979FC-CBFB-4081-B763-5E3DF76FDB77}" presName="Name37" presStyleLbl="parChTrans1D3" presStyleIdx="2" presStyleCnt="7"/>
      <dgm:spPr/>
    </dgm:pt>
    <dgm:pt modelId="{8E402C28-65A8-4E6C-A4E5-B408EEDFDC20}" type="pres">
      <dgm:prSet presAssocID="{C3D2A2B0-B984-4C8D-A1DD-618D1E24C020}" presName="hierRoot2" presStyleCnt="0">
        <dgm:presLayoutVars>
          <dgm:hierBranch val="init"/>
        </dgm:presLayoutVars>
      </dgm:prSet>
      <dgm:spPr/>
    </dgm:pt>
    <dgm:pt modelId="{9F4A1C7F-E17A-45A7-A920-87F8AD496F46}" type="pres">
      <dgm:prSet presAssocID="{C3D2A2B0-B984-4C8D-A1DD-618D1E24C020}" presName="rootComposite" presStyleCnt="0"/>
      <dgm:spPr/>
    </dgm:pt>
    <dgm:pt modelId="{19AAF70F-0B1A-4010-A127-B126688BDD97}" type="pres">
      <dgm:prSet presAssocID="{C3D2A2B0-B984-4C8D-A1DD-618D1E24C020}" presName="rootText" presStyleLbl="node3" presStyleIdx="2" presStyleCnt="7">
        <dgm:presLayoutVars>
          <dgm:chPref val="3"/>
        </dgm:presLayoutVars>
      </dgm:prSet>
      <dgm:spPr/>
    </dgm:pt>
    <dgm:pt modelId="{47ECDAA3-90DD-4278-BAC8-5D15B4797759}" type="pres">
      <dgm:prSet presAssocID="{C3D2A2B0-B984-4C8D-A1DD-618D1E24C020}" presName="rootConnector" presStyleLbl="node3" presStyleIdx="2" presStyleCnt="7"/>
      <dgm:spPr/>
    </dgm:pt>
    <dgm:pt modelId="{6EC921FA-7B1D-45DC-96F3-3500697682B5}" type="pres">
      <dgm:prSet presAssocID="{C3D2A2B0-B984-4C8D-A1DD-618D1E24C020}" presName="hierChild4" presStyleCnt="0"/>
      <dgm:spPr/>
    </dgm:pt>
    <dgm:pt modelId="{8B6F0A25-3B81-4539-A945-AF362BF71D19}" type="pres">
      <dgm:prSet presAssocID="{C3D2A2B0-B984-4C8D-A1DD-618D1E24C020}" presName="hierChild5" presStyleCnt="0"/>
      <dgm:spPr/>
    </dgm:pt>
    <dgm:pt modelId="{ADF8AE18-8F46-4639-A0F9-6E1F96BF82C5}" type="pres">
      <dgm:prSet presAssocID="{99ACAFBB-594C-4E5C-B2F3-5F199769D7C7}" presName="Name37" presStyleLbl="parChTrans1D3" presStyleIdx="3" presStyleCnt="7"/>
      <dgm:spPr/>
    </dgm:pt>
    <dgm:pt modelId="{765FF41D-9244-44B1-B9E6-500BC6AFF451}" type="pres">
      <dgm:prSet presAssocID="{94629041-3561-4EE9-BAB5-1CFC0D3C1D01}" presName="hierRoot2" presStyleCnt="0">
        <dgm:presLayoutVars>
          <dgm:hierBranch val="init"/>
        </dgm:presLayoutVars>
      </dgm:prSet>
      <dgm:spPr/>
    </dgm:pt>
    <dgm:pt modelId="{CA904E2D-5106-4642-BA30-5992F9F874CB}" type="pres">
      <dgm:prSet presAssocID="{94629041-3561-4EE9-BAB5-1CFC0D3C1D01}" presName="rootComposite" presStyleCnt="0"/>
      <dgm:spPr/>
    </dgm:pt>
    <dgm:pt modelId="{8B898D08-2970-4DBA-A724-E5A4D7BE2596}" type="pres">
      <dgm:prSet presAssocID="{94629041-3561-4EE9-BAB5-1CFC0D3C1D01}" presName="rootText" presStyleLbl="node3" presStyleIdx="3" presStyleCnt="7">
        <dgm:presLayoutVars>
          <dgm:chPref val="3"/>
        </dgm:presLayoutVars>
      </dgm:prSet>
      <dgm:spPr/>
    </dgm:pt>
    <dgm:pt modelId="{144903C2-D9DD-4CD0-A978-39FDEECE6410}" type="pres">
      <dgm:prSet presAssocID="{94629041-3561-4EE9-BAB5-1CFC0D3C1D01}" presName="rootConnector" presStyleLbl="node3" presStyleIdx="3" presStyleCnt="7"/>
      <dgm:spPr/>
    </dgm:pt>
    <dgm:pt modelId="{0ED06B04-5791-411C-97BF-DACE3F99C33B}" type="pres">
      <dgm:prSet presAssocID="{94629041-3561-4EE9-BAB5-1CFC0D3C1D01}" presName="hierChild4" presStyleCnt="0"/>
      <dgm:spPr/>
    </dgm:pt>
    <dgm:pt modelId="{2808589C-A42A-41E3-BB26-AA8C8964EE69}" type="pres">
      <dgm:prSet presAssocID="{94629041-3561-4EE9-BAB5-1CFC0D3C1D01}" presName="hierChild5" presStyleCnt="0"/>
      <dgm:spPr/>
    </dgm:pt>
    <dgm:pt modelId="{7FA8D005-4640-461B-86A5-388890FEE2CE}" type="pres">
      <dgm:prSet presAssocID="{1CB79BBE-6EA8-4BA2-B081-AD084BA3EFC5}" presName="hierChild5" presStyleCnt="0"/>
      <dgm:spPr/>
    </dgm:pt>
    <dgm:pt modelId="{690CC043-ED86-4D04-9C22-3D0CC19ECA25}" type="pres">
      <dgm:prSet presAssocID="{50D76C86-C834-4973-852C-F3120968A703}" presName="Name37" presStyleLbl="parChTrans1D2" presStyleIdx="2" presStyleCnt="3"/>
      <dgm:spPr/>
    </dgm:pt>
    <dgm:pt modelId="{20261590-A4AE-49DB-8796-0675E0463887}" type="pres">
      <dgm:prSet presAssocID="{E3418E9F-D3A6-44E6-B6FA-BB1C6BE9DBE6}" presName="hierRoot2" presStyleCnt="0">
        <dgm:presLayoutVars>
          <dgm:hierBranch val="init"/>
        </dgm:presLayoutVars>
      </dgm:prSet>
      <dgm:spPr/>
    </dgm:pt>
    <dgm:pt modelId="{445B469E-F3A6-4D52-AA00-CA3592479463}" type="pres">
      <dgm:prSet presAssocID="{E3418E9F-D3A6-44E6-B6FA-BB1C6BE9DBE6}" presName="rootComposite" presStyleCnt="0"/>
      <dgm:spPr/>
    </dgm:pt>
    <dgm:pt modelId="{3AA0F3F5-8A99-4566-A8F9-32224410DDC6}" type="pres">
      <dgm:prSet presAssocID="{E3418E9F-D3A6-44E6-B6FA-BB1C6BE9DBE6}" presName="rootText" presStyleLbl="node2" presStyleIdx="2" presStyleCnt="3">
        <dgm:presLayoutVars>
          <dgm:chPref val="3"/>
        </dgm:presLayoutVars>
      </dgm:prSet>
      <dgm:spPr/>
    </dgm:pt>
    <dgm:pt modelId="{9F89A664-4FA4-47AE-AB5D-7080725EEED8}" type="pres">
      <dgm:prSet presAssocID="{E3418E9F-D3A6-44E6-B6FA-BB1C6BE9DBE6}" presName="rootConnector" presStyleLbl="node2" presStyleIdx="2" presStyleCnt="3"/>
      <dgm:spPr/>
    </dgm:pt>
    <dgm:pt modelId="{7A17EF3C-F103-4028-908D-33E0F8F5F320}" type="pres">
      <dgm:prSet presAssocID="{E3418E9F-D3A6-44E6-B6FA-BB1C6BE9DBE6}" presName="hierChild4" presStyleCnt="0"/>
      <dgm:spPr/>
    </dgm:pt>
    <dgm:pt modelId="{EEAD64AD-A020-4E8D-A779-1E839ED8F640}" type="pres">
      <dgm:prSet presAssocID="{C5D91481-1BF5-46C3-806B-AF748B672290}" presName="Name37" presStyleLbl="parChTrans1D3" presStyleIdx="4" presStyleCnt="7"/>
      <dgm:spPr/>
    </dgm:pt>
    <dgm:pt modelId="{19911C4B-8EAE-4FE1-9965-1C3C6C265BC1}" type="pres">
      <dgm:prSet presAssocID="{0E671A7C-1349-471F-A576-EE96D173E1F8}" presName="hierRoot2" presStyleCnt="0">
        <dgm:presLayoutVars>
          <dgm:hierBranch val="init"/>
        </dgm:presLayoutVars>
      </dgm:prSet>
      <dgm:spPr/>
    </dgm:pt>
    <dgm:pt modelId="{9A6A5D37-6162-4F05-B2F4-605CECAB427B}" type="pres">
      <dgm:prSet presAssocID="{0E671A7C-1349-471F-A576-EE96D173E1F8}" presName="rootComposite" presStyleCnt="0"/>
      <dgm:spPr/>
    </dgm:pt>
    <dgm:pt modelId="{12330723-B0C0-4EA0-AD9E-0D99BB3459E6}" type="pres">
      <dgm:prSet presAssocID="{0E671A7C-1349-471F-A576-EE96D173E1F8}" presName="rootText" presStyleLbl="node3" presStyleIdx="4" presStyleCnt="7">
        <dgm:presLayoutVars>
          <dgm:chPref val="3"/>
        </dgm:presLayoutVars>
      </dgm:prSet>
      <dgm:spPr/>
    </dgm:pt>
    <dgm:pt modelId="{B180B36E-54B7-41F6-9C6A-5E3886EDAC0A}" type="pres">
      <dgm:prSet presAssocID="{0E671A7C-1349-471F-A576-EE96D173E1F8}" presName="rootConnector" presStyleLbl="node3" presStyleIdx="4" presStyleCnt="7"/>
      <dgm:spPr/>
    </dgm:pt>
    <dgm:pt modelId="{27C50A7E-8877-44E2-9262-AE8E2DCD6E42}" type="pres">
      <dgm:prSet presAssocID="{0E671A7C-1349-471F-A576-EE96D173E1F8}" presName="hierChild4" presStyleCnt="0"/>
      <dgm:spPr/>
    </dgm:pt>
    <dgm:pt modelId="{D82EF8EE-F33D-44C5-BA7F-6B355B35CD62}" type="pres">
      <dgm:prSet presAssocID="{0E671A7C-1349-471F-A576-EE96D173E1F8}" presName="hierChild5" presStyleCnt="0"/>
      <dgm:spPr/>
    </dgm:pt>
    <dgm:pt modelId="{66149D46-F0DD-48B8-96C0-3D85CA038B05}" type="pres">
      <dgm:prSet presAssocID="{9E508A80-D184-4D5E-BA8C-0C47C253BEF0}" presName="Name37" presStyleLbl="parChTrans1D3" presStyleIdx="5" presStyleCnt="7"/>
      <dgm:spPr/>
    </dgm:pt>
    <dgm:pt modelId="{6A759546-ECE0-412B-89B7-008FA6E8ABB3}" type="pres">
      <dgm:prSet presAssocID="{2BBBFB09-FB9C-42BC-AEBE-906777F2F517}" presName="hierRoot2" presStyleCnt="0">
        <dgm:presLayoutVars>
          <dgm:hierBranch val="init"/>
        </dgm:presLayoutVars>
      </dgm:prSet>
      <dgm:spPr/>
    </dgm:pt>
    <dgm:pt modelId="{C6EDD863-4F0B-4BB0-9712-8FAD4FDA9213}" type="pres">
      <dgm:prSet presAssocID="{2BBBFB09-FB9C-42BC-AEBE-906777F2F517}" presName="rootComposite" presStyleCnt="0"/>
      <dgm:spPr/>
    </dgm:pt>
    <dgm:pt modelId="{48033C01-9134-46D5-A852-94FA97E04126}" type="pres">
      <dgm:prSet presAssocID="{2BBBFB09-FB9C-42BC-AEBE-906777F2F517}" presName="rootText" presStyleLbl="node3" presStyleIdx="5" presStyleCnt="7">
        <dgm:presLayoutVars>
          <dgm:chPref val="3"/>
        </dgm:presLayoutVars>
      </dgm:prSet>
      <dgm:spPr/>
    </dgm:pt>
    <dgm:pt modelId="{A25C2900-33B9-4C41-AD72-0C2F672863EE}" type="pres">
      <dgm:prSet presAssocID="{2BBBFB09-FB9C-42BC-AEBE-906777F2F517}" presName="rootConnector" presStyleLbl="node3" presStyleIdx="5" presStyleCnt="7"/>
      <dgm:spPr/>
    </dgm:pt>
    <dgm:pt modelId="{51D86484-ED14-4A6C-B84B-1792B4D20856}" type="pres">
      <dgm:prSet presAssocID="{2BBBFB09-FB9C-42BC-AEBE-906777F2F517}" presName="hierChild4" presStyleCnt="0"/>
      <dgm:spPr/>
    </dgm:pt>
    <dgm:pt modelId="{690B1ABE-691C-405B-BB2B-8CDA345C07F2}" type="pres">
      <dgm:prSet presAssocID="{2BBBFB09-FB9C-42BC-AEBE-906777F2F517}" presName="hierChild5" presStyleCnt="0"/>
      <dgm:spPr/>
    </dgm:pt>
    <dgm:pt modelId="{48361482-79E1-4129-B96D-5424F330BD4A}" type="pres">
      <dgm:prSet presAssocID="{101CC2E9-E6EC-4A13-965B-4EF9A7A4BC78}" presName="Name37" presStyleLbl="parChTrans1D3" presStyleIdx="6" presStyleCnt="7"/>
      <dgm:spPr/>
    </dgm:pt>
    <dgm:pt modelId="{442D377A-9F05-46F1-975D-2B0CDA951619}" type="pres">
      <dgm:prSet presAssocID="{9B3096A0-832A-41B4-BEFB-D457494CCA7B}" presName="hierRoot2" presStyleCnt="0">
        <dgm:presLayoutVars>
          <dgm:hierBranch val="init"/>
        </dgm:presLayoutVars>
      </dgm:prSet>
      <dgm:spPr/>
    </dgm:pt>
    <dgm:pt modelId="{404FFCAA-33B2-4955-BEFD-B9BB48DF5055}" type="pres">
      <dgm:prSet presAssocID="{9B3096A0-832A-41B4-BEFB-D457494CCA7B}" presName="rootComposite" presStyleCnt="0"/>
      <dgm:spPr/>
    </dgm:pt>
    <dgm:pt modelId="{8989A8B5-28DE-4EBA-9778-510FB919737B}" type="pres">
      <dgm:prSet presAssocID="{9B3096A0-832A-41B4-BEFB-D457494CCA7B}" presName="rootText" presStyleLbl="node3" presStyleIdx="6" presStyleCnt="7">
        <dgm:presLayoutVars>
          <dgm:chPref val="3"/>
        </dgm:presLayoutVars>
      </dgm:prSet>
      <dgm:spPr/>
    </dgm:pt>
    <dgm:pt modelId="{1B56466F-8151-4498-BF00-22A35373B982}" type="pres">
      <dgm:prSet presAssocID="{9B3096A0-832A-41B4-BEFB-D457494CCA7B}" presName="rootConnector" presStyleLbl="node3" presStyleIdx="6" presStyleCnt="7"/>
      <dgm:spPr/>
    </dgm:pt>
    <dgm:pt modelId="{44B0562C-DF00-435A-A9A1-5A1A97C7145F}" type="pres">
      <dgm:prSet presAssocID="{9B3096A0-832A-41B4-BEFB-D457494CCA7B}" presName="hierChild4" presStyleCnt="0"/>
      <dgm:spPr/>
    </dgm:pt>
    <dgm:pt modelId="{3A9163FC-07D8-4EAA-BA64-9A2F4B1AEF5B}" type="pres">
      <dgm:prSet presAssocID="{9B3096A0-832A-41B4-BEFB-D457494CCA7B}" presName="hierChild5" presStyleCnt="0"/>
      <dgm:spPr/>
    </dgm:pt>
    <dgm:pt modelId="{A063CFFB-7AF6-4331-8187-16BBF5879BEF}" type="pres">
      <dgm:prSet presAssocID="{E3418E9F-D3A6-44E6-B6FA-BB1C6BE9DBE6}" presName="hierChild5" presStyleCnt="0"/>
      <dgm:spPr/>
    </dgm:pt>
    <dgm:pt modelId="{76CFBFF1-6AF1-4E3A-9B40-7331D58DBBAD}" type="pres">
      <dgm:prSet presAssocID="{B7A88F3F-56CF-4068-B47F-ACB3092581BA}" presName="hierChild3" presStyleCnt="0"/>
      <dgm:spPr/>
    </dgm:pt>
  </dgm:ptLst>
  <dgm:cxnLst>
    <dgm:cxn modelId="{85E1BA01-4770-4A08-86BD-301E1C05A671}" srcId="{1CB79BBE-6EA8-4BA2-B081-AD084BA3EFC5}" destId="{C3D2A2B0-B984-4C8D-A1DD-618D1E24C020}" srcOrd="0" destOrd="0" parTransId="{61D979FC-CBFB-4081-B763-5E3DF76FDB77}" sibTransId="{56BBCE78-2657-455E-8E89-BE4C45C7C15B}"/>
    <dgm:cxn modelId="{6E2F4202-10F5-427E-BD13-F23931378921}" type="presOf" srcId="{101CC2E9-E6EC-4A13-965B-4EF9A7A4BC78}" destId="{48361482-79E1-4129-B96D-5424F330BD4A}" srcOrd="0" destOrd="0" presId="urn:microsoft.com/office/officeart/2005/8/layout/orgChart1"/>
    <dgm:cxn modelId="{6BEE1F09-88E0-429E-8498-4CCB4EE6FB0B}" srcId="{B7A88F3F-56CF-4068-B47F-ACB3092581BA}" destId="{7D904C95-6F44-4F59-AD9D-CDB35EBB6F48}" srcOrd="0" destOrd="0" parTransId="{6CFAA2BE-4AD5-44B0-816B-4AD0A6C0649B}" sibTransId="{5A1E092C-72C7-46C7-8EC4-969B7DFC703D}"/>
    <dgm:cxn modelId="{2119E817-CED5-40E2-B34F-5D2CC46F0C26}" type="presOf" srcId="{7D904C95-6F44-4F59-AD9D-CDB35EBB6F48}" destId="{80CC6326-F678-4464-9A88-92B1E1F2BCB5}" srcOrd="1" destOrd="0" presId="urn:microsoft.com/office/officeart/2005/8/layout/orgChart1"/>
    <dgm:cxn modelId="{7B248A22-0931-490A-8348-BE5D64E538A5}" type="presOf" srcId="{99ACAFBB-594C-4E5C-B2F3-5F199769D7C7}" destId="{ADF8AE18-8F46-4639-A0F9-6E1F96BF82C5}" srcOrd="0" destOrd="0" presId="urn:microsoft.com/office/officeart/2005/8/layout/orgChart1"/>
    <dgm:cxn modelId="{244A5B28-33BD-45D0-B44A-409A5B9AB7FB}" type="presOf" srcId="{EA98BA0D-F511-46AE-8055-1C77F793E8A7}" destId="{EE17BC94-7C57-4C0F-A276-DAB5DBA1ED30}" srcOrd="0" destOrd="0" presId="urn:microsoft.com/office/officeart/2005/8/layout/orgChart1"/>
    <dgm:cxn modelId="{FF68D335-CDFE-4DA5-BBF0-4932146DCDD3}" srcId="{7D904C95-6F44-4F59-AD9D-CDB35EBB6F48}" destId="{E6A350F7-B493-4BD7-8877-293BDC2B3F84}" srcOrd="0" destOrd="0" parTransId="{EA98BA0D-F511-46AE-8055-1C77F793E8A7}" sibTransId="{FA98C265-B081-4A5C-8E8F-A0AE3B89A68D}"/>
    <dgm:cxn modelId="{50F2B545-C9C5-4751-A36F-D1AD1B3591C7}" type="presOf" srcId="{1CB79BBE-6EA8-4BA2-B081-AD084BA3EFC5}" destId="{340114DB-43AF-414D-9E60-3619830DFAE6}" srcOrd="0" destOrd="0" presId="urn:microsoft.com/office/officeart/2005/8/layout/orgChart1"/>
    <dgm:cxn modelId="{7656AA69-D920-4143-8203-F0F89331BED3}" type="presOf" srcId="{B7A88F3F-56CF-4068-B47F-ACB3092581BA}" destId="{1D97AD21-BD66-48FF-9059-4ADC3298DD87}" srcOrd="0" destOrd="0" presId="urn:microsoft.com/office/officeart/2005/8/layout/orgChart1"/>
    <dgm:cxn modelId="{C28E5F6B-D6D3-4508-BBFB-AAEBC8E6917E}" type="presOf" srcId="{DDD6D4B4-4647-4C01-8D90-AB57B8BD82A9}" destId="{82DA48F6-48A6-4B11-9113-99FACD0B01E2}" srcOrd="0" destOrd="0" presId="urn:microsoft.com/office/officeart/2005/8/layout/orgChart1"/>
    <dgm:cxn modelId="{1D96E14C-EC7F-4BCA-92B2-A63B52856076}" type="presOf" srcId="{17C1478A-C3D1-4D91-838F-0FBCCC59F25F}" destId="{E0D110F6-61F0-4927-A76E-00D99F7FACBF}" srcOrd="0" destOrd="0" presId="urn:microsoft.com/office/officeart/2005/8/layout/orgChart1"/>
    <dgm:cxn modelId="{69EB8471-2ABB-4644-AE88-0CFD6DB004AF}" srcId="{B7A88F3F-56CF-4068-B47F-ACB3092581BA}" destId="{1CB79BBE-6EA8-4BA2-B081-AD084BA3EFC5}" srcOrd="1" destOrd="0" parTransId="{2D77A997-3CE1-47B0-A2E7-350A30C7D892}" sibTransId="{27CA75C1-F6D8-4B61-9249-373449319CDB}"/>
    <dgm:cxn modelId="{4782C354-C420-422F-A090-60BD217FCD9E}" type="presOf" srcId="{594ADD06-AD04-4C0A-96E6-9FD9724FE3A4}" destId="{B9F2B97E-4392-4EE8-8D49-6AFB26588318}" srcOrd="0" destOrd="0" presId="urn:microsoft.com/office/officeart/2005/8/layout/orgChart1"/>
    <dgm:cxn modelId="{16800555-DA65-41F7-A1ED-E1075D71997C}" type="presOf" srcId="{9E508A80-D184-4D5E-BA8C-0C47C253BEF0}" destId="{66149D46-F0DD-48B8-96C0-3D85CA038B05}" srcOrd="0" destOrd="0" presId="urn:microsoft.com/office/officeart/2005/8/layout/orgChart1"/>
    <dgm:cxn modelId="{DAD8C876-327C-43C9-8E51-2C1BE0CFD904}" type="presOf" srcId="{94629041-3561-4EE9-BAB5-1CFC0D3C1D01}" destId="{8B898D08-2970-4DBA-A724-E5A4D7BE2596}" srcOrd="0" destOrd="0" presId="urn:microsoft.com/office/officeart/2005/8/layout/orgChart1"/>
    <dgm:cxn modelId="{43AFD378-960B-400A-B4B0-D04E5E0BA846}" type="presOf" srcId="{9B3096A0-832A-41B4-BEFB-D457494CCA7B}" destId="{1B56466F-8151-4498-BF00-22A35373B982}" srcOrd="1" destOrd="0" presId="urn:microsoft.com/office/officeart/2005/8/layout/orgChart1"/>
    <dgm:cxn modelId="{5772315A-9E02-4617-8208-D99644C4D408}" type="presOf" srcId="{94629041-3561-4EE9-BAB5-1CFC0D3C1D01}" destId="{144903C2-D9DD-4CD0-A978-39FDEECE6410}" srcOrd="1" destOrd="0" presId="urn:microsoft.com/office/officeart/2005/8/layout/orgChart1"/>
    <dgm:cxn modelId="{DEB0D45A-202B-459F-B723-1EFC58C4F336}" type="presOf" srcId="{9B3096A0-832A-41B4-BEFB-D457494CCA7B}" destId="{8989A8B5-28DE-4EBA-9778-510FB919737B}" srcOrd="0" destOrd="0" presId="urn:microsoft.com/office/officeart/2005/8/layout/orgChart1"/>
    <dgm:cxn modelId="{A240577E-FD1F-474D-BB29-F46C02078B81}" type="presOf" srcId="{2BBBFB09-FB9C-42BC-AEBE-906777F2F517}" destId="{48033C01-9134-46D5-A852-94FA97E04126}" srcOrd="0" destOrd="0" presId="urn:microsoft.com/office/officeart/2005/8/layout/orgChart1"/>
    <dgm:cxn modelId="{02BBC085-42DF-4358-91F8-2D3E28C00558}" type="presOf" srcId="{61D979FC-CBFB-4081-B763-5E3DF76FDB77}" destId="{090E11AA-6067-460D-936F-252165C90146}" srcOrd="0" destOrd="0" presId="urn:microsoft.com/office/officeart/2005/8/layout/orgChart1"/>
    <dgm:cxn modelId="{61D46887-2C59-4B2F-8BB6-40FC68DD68EB}" srcId="{E3418E9F-D3A6-44E6-B6FA-BB1C6BE9DBE6}" destId="{0E671A7C-1349-471F-A576-EE96D173E1F8}" srcOrd="0" destOrd="0" parTransId="{C5D91481-1BF5-46C3-806B-AF748B672290}" sibTransId="{50FB3977-75F3-46C9-B716-F07F20255408}"/>
    <dgm:cxn modelId="{FCDDB689-24BA-4980-B300-5D9BAA1E16FE}" srcId="{E3418E9F-D3A6-44E6-B6FA-BB1C6BE9DBE6}" destId="{2BBBFB09-FB9C-42BC-AEBE-906777F2F517}" srcOrd="1" destOrd="0" parTransId="{9E508A80-D184-4D5E-BA8C-0C47C253BEF0}" sibTransId="{DD735A8E-6B68-47D7-93A8-55A0D18F5DE7}"/>
    <dgm:cxn modelId="{FA8FAD8B-727E-4FFD-813E-39FE543A476F}" srcId="{E3418E9F-D3A6-44E6-B6FA-BB1C6BE9DBE6}" destId="{9B3096A0-832A-41B4-BEFB-D457494CCA7B}" srcOrd="2" destOrd="0" parTransId="{101CC2E9-E6EC-4A13-965B-4EF9A7A4BC78}" sibTransId="{A9A0A7D5-27CE-48FE-BD86-EB8A147A3F96}"/>
    <dgm:cxn modelId="{34C05091-2F5B-4D31-85C4-DE92665680DD}" type="presOf" srcId="{2D77A997-3CE1-47B0-A2E7-350A30C7D892}" destId="{7172110B-6DA7-4197-92E0-8755CB32E3C0}" srcOrd="0" destOrd="0" presId="urn:microsoft.com/office/officeart/2005/8/layout/orgChart1"/>
    <dgm:cxn modelId="{9A1F9191-0425-4445-B524-310D50239A9B}" type="presOf" srcId="{0E671A7C-1349-471F-A576-EE96D173E1F8}" destId="{B180B36E-54B7-41F6-9C6A-5E3886EDAC0A}" srcOrd="1" destOrd="0" presId="urn:microsoft.com/office/officeart/2005/8/layout/orgChart1"/>
    <dgm:cxn modelId="{E6E99392-6340-4F08-9D97-0F4314321724}" type="presOf" srcId="{C5D91481-1BF5-46C3-806B-AF748B672290}" destId="{EEAD64AD-A020-4E8D-A779-1E839ED8F640}" srcOrd="0" destOrd="0" presId="urn:microsoft.com/office/officeart/2005/8/layout/orgChart1"/>
    <dgm:cxn modelId="{97BD8D95-040D-4EAA-8150-A363383DAA56}" type="presOf" srcId="{B7A88F3F-56CF-4068-B47F-ACB3092581BA}" destId="{9D92E493-B31F-4EA1-BF17-F948E4E8EBFF}" srcOrd="1" destOrd="0" presId="urn:microsoft.com/office/officeart/2005/8/layout/orgChart1"/>
    <dgm:cxn modelId="{C34F609A-46DD-4C91-8263-E95A7CA714FA}" type="presOf" srcId="{E3418E9F-D3A6-44E6-B6FA-BB1C6BE9DBE6}" destId="{9F89A664-4FA4-47AE-AB5D-7080725EEED8}" srcOrd="1" destOrd="0" presId="urn:microsoft.com/office/officeart/2005/8/layout/orgChart1"/>
    <dgm:cxn modelId="{2DFCADA3-7AF9-457B-AE57-B5568FC9A06A}" type="presOf" srcId="{0E671A7C-1349-471F-A576-EE96D173E1F8}" destId="{12330723-B0C0-4EA0-AD9E-0D99BB3459E6}" srcOrd="0" destOrd="0" presId="urn:microsoft.com/office/officeart/2005/8/layout/orgChart1"/>
    <dgm:cxn modelId="{82E267A6-AE8C-43FC-A231-DBA02CD5BC9F}" srcId="{594ADD06-AD04-4C0A-96E6-9FD9724FE3A4}" destId="{B7A88F3F-56CF-4068-B47F-ACB3092581BA}" srcOrd="0" destOrd="0" parTransId="{ECA3C3E4-6B0C-4003-B85C-0B0C7F6EA42A}" sibTransId="{DDB70EC2-D71F-4206-A555-74ECD523B4DB}"/>
    <dgm:cxn modelId="{F198E7AE-2DE2-49B0-80ED-D3014CC264D1}" type="presOf" srcId="{C3D2A2B0-B984-4C8D-A1DD-618D1E24C020}" destId="{19AAF70F-0B1A-4010-A127-B126688BDD97}" srcOrd="0" destOrd="0" presId="urn:microsoft.com/office/officeart/2005/8/layout/orgChart1"/>
    <dgm:cxn modelId="{7E5B07BD-B65A-4E5D-99C7-978992598D01}" type="presOf" srcId="{E6A350F7-B493-4BD7-8877-293BDC2B3F84}" destId="{3CA37783-7AF2-428A-AA8E-035DCD14A2D6}" srcOrd="1" destOrd="0" presId="urn:microsoft.com/office/officeart/2005/8/layout/orgChart1"/>
    <dgm:cxn modelId="{22C475C3-57AD-458A-9965-CE1447DA232E}" type="presOf" srcId="{E6A350F7-B493-4BD7-8877-293BDC2B3F84}" destId="{D99BF1AA-0EFB-434F-8117-7D285995A1F5}" srcOrd="0" destOrd="0" presId="urn:microsoft.com/office/officeart/2005/8/layout/orgChart1"/>
    <dgm:cxn modelId="{32652ECD-8676-43CC-956F-65974245C44F}" srcId="{7D904C95-6F44-4F59-AD9D-CDB35EBB6F48}" destId="{17C1478A-C3D1-4D91-838F-0FBCCC59F25F}" srcOrd="1" destOrd="0" parTransId="{DDD6D4B4-4647-4C01-8D90-AB57B8BD82A9}" sibTransId="{24BBBD93-7365-43A2-A349-70926B2CD100}"/>
    <dgm:cxn modelId="{3E2EA9D1-323F-4C8C-B978-DE2D0CF821DA}" type="presOf" srcId="{17C1478A-C3D1-4D91-838F-0FBCCC59F25F}" destId="{C299919E-C8B2-4EB0-9485-92072A0A5F06}" srcOrd="1" destOrd="0" presId="urn:microsoft.com/office/officeart/2005/8/layout/orgChart1"/>
    <dgm:cxn modelId="{73DE5DD9-7EE4-42DD-BB6E-6844EA9F5A1B}" srcId="{B7A88F3F-56CF-4068-B47F-ACB3092581BA}" destId="{E3418E9F-D3A6-44E6-B6FA-BB1C6BE9DBE6}" srcOrd="2" destOrd="0" parTransId="{50D76C86-C834-4973-852C-F3120968A703}" sibTransId="{70299B33-AB1C-48B7-8A37-DC7A8F5DE93F}"/>
    <dgm:cxn modelId="{25CD9CE4-0424-4698-AA1A-EEEBACB57DD2}" srcId="{1CB79BBE-6EA8-4BA2-B081-AD084BA3EFC5}" destId="{94629041-3561-4EE9-BAB5-1CFC0D3C1D01}" srcOrd="1" destOrd="0" parTransId="{99ACAFBB-594C-4E5C-B2F3-5F199769D7C7}" sibTransId="{F22B2091-B0F6-4C80-BB51-528E672F8674}"/>
    <dgm:cxn modelId="{8371C5E7-4917-4B60-8E63-0C0DD18E0488}" type="presOf" srcId="{7D904C95-6F44-4F59-AD9D-CDB35EBB6F48}" destId="{42198CF7-6716-4043-8DAC-A47A10A55CE1}" srcOrd="0" destOrd="0" presId="urn:microsoft.com/office/officeart/2005/8/layout/orgChart1"/>
    <dgm:cxn modelId="{B04710EA-6403-4D45-9EF8-31ED15813048}" type="presOf" srcId="{2BBBFB09-FB9C-42BC-AEBE-906777F2F517}" destId="{A25C2900-33B9-4C41-AD72-0C2F672863EE}" srcOrd="1" destOrd="0" presId="urn:microsoft.com/office/officeart/2005/8/layout/orgChart1"/>
    <dgm:cxn modelId="{14381AEE-368C-47FD-A280-1C02779A402B}" type="presOf" srcId="{1CB79BBE-6EA8-4BA2-B081-AD084BA3EFC5}" destId="{FF41CE2C-9C35-47DB-98D6-5B0285227E19}" srcOrd="1" destOrd="0" presId="urn:microsoft.com/office/officeart/2005/8/layout/orgChart1"/>
    <dgm:cxn modelId="{E074CAF0-097A-4D05-8E8C-5A21C82F3F4D}" type="presOf" srcId="{C3D2A2B0-B984-4C8D-A1DD-618D1E24C020}" destId="{47ECDAA3-90DD-4278-BAC8-5D15B4797759}" srcOrd="1" destOrd="0" presId="urn:microsoft.com/office/officeart/2005/8/layout/orgChart1"/>
    <dgm:cxn modelId="{3D640AF3-E364-4D36-9A8F-64438D64E799}" type="presOf" srcId="{E3418E9F-D3A6-44E6-B6FA-BB1C6BE9DBE6}" destId="{3AA0F3F5-8A99-4566-A8F9-32224410DDC6}" srcOrd="0" destOrd="0" presId="urn:microsoft.com/office/officeart/2005/8/layout/orgChart1"/>
    <dgm:cxn modelId="{4B555DF7-1908-4AD1-8E91-135D0A68CC81}" type="presOf" srcId="{50D76C86-C834-4973-852C-F3120968A703}" destId="{690CC043-ED86-4D04-9C22-3D0CC19ECA25}" srcOrd="0" destOrd="0" presId="urn:microsoft.com/office/officeart/2005/8/layout/orgChart1"/>
    <dgm:cxn modelId="{3F3754FB-BB63-4553-9145-BDF0C6CB8B24}" type="presOf" srcId="{6CFAA2BE-4AD5-44B0-816B-4AD0A6C0649B}" destId="{CDB7318A-1F94-464C-9970-90A2F70AF610}" srcOrd="0" destOrd="0" presId="urn:microsoft.com/office/officeart/2005/8/layout/orgChart1"/>
    <dgm:cxn modelId="{B4AEE4C7-970F-44AA-A92C-492349C6B13B}" type="presParOf" srcId="{B9F2B97E-4392-4EE8-8D49-6AFB26588318}" destId="{882F39DF-7886-4F36-89BC-09BEAA689E06}" srcOrd="0" destOrd="0" presId="urn:microsoft.com/office/officeart/2005/8/layout/orgChart1"/>
    <dgm:cxn modelId="{F7ABD260-ADA7-42CD-921C-9ABC7EE858D5}" type="presParOf" srcId="{882F39DF-7886-4F36-89BC-09BEAA689E06}" destId="{BC117E73-7356-4058-A6A6-215A5CD6D8A1}" srcOrd="0" destOrd="0" presId="urn:microsoft.com/office/officeart/2005/8/layout/orgChart1"/>
    <dgm:cxn modelId="{E0EBDF0B-0D0B-420D-910B-EFBC3342571F}" type="presParOf" srcId="{BC117E73-7356-4058-A6A6-215A5CD6D8A1}" destId="{1D97AD21-BD66-48FF-9059-4ADC3298DD87}" srcOrd="0" destOrd="0" presId="urn:microsoft.com/office/officeart/2005/8/layout/orgChart1"/>
    <dgm:cxn modelId="{CC288D0D-4080-45C2-B8B4-EFFA9016D2FB}" type="presParOf" srcId="{BC117E73-7356-4058-A6A6-215A5CD6D8A1}" destId="{9D92E493-B31F-4EA1-BF17-F948E4E8EBFF}" srcOrd="1" destOrd="0" presId="urn:microsoft.com/office/officeart/2005/8/layout/orgChart1"/>
    <dgm:cxn modelId="{22EFE833-050A-486B-ACE6-FCBD49B635A6}" type="presParOf" srcId="{882F39DF-7886-4F36-89BC-09BEAA689E06}" destId="{5E984288-8D0E-4D66-8701-2CAEE12A154E}" srcOrd="1" destOrd="0" presId="urn:microsoft.com/office/officeart/2005/8/layout/orgChart1"/>
    <dgm:cxn modelId="{99558D95-0171-4B79-B466-783CE84AA98A}" type="presParOf" srcId="{5E984288-8D0E-4D66-8701-2CAEE12A154E}" destId="{CDB7318A-1F94-464C-9970-90A2F70AF610}" srcOrd="0" destOrd="0" presId="urn:microsoft.com/office/officeart/2005/8/layout/orgChart1"/>
    <dgm:cxn modelId="{BF416281-E1F9-4769-95A6-D12B9D6CCC6B}" type="presParOf" srcId="{5E984288-8D0E-4D66-8701-2CAEE12A154E}" destId="{666C2137-6206-4835-BF3C-3D70764B6CCF}" srcOrd="1" destOrd="0" presId="urn:microsoft.com/office/officeart/2005/8/layout/orgChart1"/>
    <dgm:cxn modelId="{F38950A8-C640-47D1-924C-EAEC2D0C332E}" type="presParOf" srcId="{666C2137-6206-4835-BF3C-3D70764B6CCF}" destId="{C5B45074-5935-4A6E-845E-D1CC833BCFD7}" srcOrd="0" destOrd="0" presId="urn:microsoft.com/office/officeart/2005/8/layout/orgChart1"/>
    <dgm:cxn modelId="{6BB16702-81F0-450D-AC97-8DE66CB84FDB}" type="presParOf" srcId="{C5B45074-5935-4A6E-845E-D1CC833BCFD7}" destId="{42198CF7-6716-4043-8DAC-A47A10A55CE1}" srcOrd="0" destOrd="0" presId="urn:microsoft.com/office/officeart/2005/8/layout/orgChart1"/>
    <dgm:cxn modelId="{EA028D47-E0A8-4939-8BE7-281B3E4EB8EF}" type="presParOf" srcId="{C5B45074-5935-4A6E-845E-D1CC833BCFD7}" destId="{80CC6326-F678-4464-9A88-92B1E1F2BCB5}" srcOrd="1" destOrd="0" presId="urn:microsoft.com/office/officeart/2005/8/layout/orgChart1"/>
    <dgm:cxn modelId="{02C83BCE-8DAF-43EB-A8E7-059644403686}" type="presParOf" srcId="{666C2137-6206-4835-BF3C-3D70764B6CCF}" destId="{9FD42487-B219-4012-AC31-53715DCEC82B}" srcOrd="1" destOrd="0" presId="urn:microsoft.com/office/officeart/2005/8/layout/orgChart1"/>
    <dgm:cxn modelId="{0DAFD32A-89B0-4F95-89C6-26E4A38FD5F5}" type="presParOf" srcId="{9FD42487-B219-4012-AC31-53715DCEC82B}" destId="{EE17BC94-7C57-4C0F-A276-DAB5DBA1ED30}" srcOrd="0" destOrd="0" presId="urn:microsoft.com/office/officeart/2005/8/layout/orgChart1"/>
    <dgm:cxn modelId="{063B61AF-BC99-4863-B052-0D195FF36936}" type="presParOf" srcId="{9FD42487-B219-4012-AC31-53715DCEC82B}" destId="{63A59F41-F94F-45C8-BFCE-2EE790C396C7}" srcOrd="1" destOrd="0" presId="urn:microsoft.com/office/officeart/2005/8/layout/orgChart1"/>
    <dgm:cxn modelId="{F9E0FAF1-F82C-444A-834A-FF4BC19D0FFD}" type="presParOf" srcId="{63A59F41-F94F-45C8-BFCE-2EE790C396C7}" destId="{FF3EBF77-1B0F-493A-A1CF-32EA9CA32B57}" srcOrd="0" destOrd="0" presId="urn:microsoft.com/office/officeart/2005/8/layout/orgChart1"/>
    <dgm:cxn modelId="{29433F8A-E5C7-4625-9955-1EA0800DA76A}" type="presParOf" srcId="{FF3EBF77-1B0F-493A-A1CF-32EA9CA32B57}" destId="{D99BF1AA-0EFB-434F-8117-7D285995A1F5}" srcOrd="0" destOrd="0" presId="urn:microsoft.com/office/officeart/2005/8/layout/orgChart1"/>
    <dgm:cxn modelId="{23B9A516-0F7B-430D-ACE0-5298E91EA1CE}" type="presParOf" srcId="{FF3EBF77-1B0F-493A-A1CF-32EA9CA32B57}" destId="{3CA37783-7AF2-428A-AA8E-035DCD14A2D6}" srcOrd="1" destOrd="0" presId="urn:microsoft.com/office/officeart/2005/8/layout/orgChart1"/>
    <dgm:cxn modelId="{1DF64EF7-073F-4110-91E1-4E05D8FD20BF}" type="presParOf" srcId="{63A59F41-F94F-45C8-BFCE-2EE790C396C7}" destId="{C74A0379-E336-44CF-A0FC-FE407675319B}" srcOrd="1" destOrd="0" presId="urn:microsoft.com/office/officeart/2005/8/layout/orgChart1"/>
    <dgm:cxn modelId="{3469ED89-1437-4172-B62A-CCF5A5925C78}" type="presParOf" srcId="{63A59F41-F94F-45C8-BFCE-2EE790C396C7}" destId="{254442FF-A606-4F4D-8D26-09F7A748AE86}" srcOrd="2" destOrd="0" presId="urn:microsoft.com/office/officeart/2005/8/layout/orgChart1"/>
    <dgm:cxn modelId="{080687A8-0517-456F-8F4C-6F29BEF5ED06}" type="presParOf" srcId="{9FD42487-B219-4012-AC31-53715DCEC82B}" destId="{82DA48F6-48A6-4B11-9113-99FACD0B01E2}" srcOrd="2" destOrd="0" presId="urn:microsoft.com/office/officeart/2005/8/layout/orgChart1"/>
    <dgm:cxn modelId="{3D2C42CF-3209-42ED-8DC8-2BC2B6BB680E}" type="presParOf" srcId="{9FD42487-B219-4012-AC31-53715DCEC82B}" destId="{DC7DD0BB-8346-404B-8551-A8A6E264D9A9}" srcOrd="3" destOrd="0" presId="urn:microsoft.com/office/officeart/2005/8/layout/orgChart1"/>
    <dgm:cxn modelId="{07801ACF-6B5F-4C69-B079-DE3E1F71DF8C}" type="presParOf" srcId="{DC7DD0BB-8346-404B-8551-A8A6E264D9A9}" destId="{A4340649-DF24-4020-B580-199AEFBE1D46}" srcOrd="0" destOrd="0" presId="urn:microsoft.com/office/officeart/2005/8/layout/orgChart1"/>
    <dgm:cxn modelId="{663E5203-6BCE-473C-AE17-AC001B301978}" type="presParOf" srcId="{A4340649-DF24-4020-B580-199AEFBE1D46}" destId="{E0D110F6-61F0-4927-A76E-00D99F7FACBF}" srcOrd="0" destOrd="0" presId="urn:microsoft.com/office/officeart/2005/8/layout/orgChart1"/>
    <dgm:cxn modelId="{B50977AF-2182-4F9E-B986-6B3285D99E0F}" type="presParOf" srcId="{A4340649-DF24-4020-B580-199AEFBE1D46}" destId="{C299919E-C8B2-4EB0-9485-92072A0A5F06}" srcOrd="1" destOrd="0" presId="urn:microsoft.com/office/officeart/2005/8/layout/orgChart1"/>
    <dgm:cxn modelId="{30835E91-AB06-4683-A7B7-0109170F8D75}" type="presParOf" srcId="{DC7DD0BB-8346-404B-8551-A8A6E264D9A9}" destId="{C698B24E-33CB-482A-8F99-3F68F2FB1C59}" srcOrd="1" destOrd="0" presId="urn:microsoft.com/office/officeart/2005/8/layout/orgChart1"/>
    <dgm:cxn modelId="{B2B4E397-FF0D-46A8-9537-7AD51729FC83}" type="presParOf" srcId="{DC7DD0BB-8346-404B-8551-A8A6E264D9A9}" destId="{3A5B14A7-D3C9-4720-9CA0-6FE112289595}" srcOrd="2" destOrd="0" presId="urn:microsoft.com/office/officeart/2005/8/layout/orgChart1"/>
    <dgm:cxn modelId="{08331C51-630D-40E2-AC92-76915CCB1487}" type="presParOf" srcId="{666C2137-6206-4835-BF3C-3D70764B6CCF}" destId="{B72509C1-FD8A-440D-9C0B-BB89691A4840}" srcOrd="2" destOrd="0" presId="urn:microsoft.com/office/officeart/2005/8/layout/orgChart1"/>
    <dgm:cxn modelId="{544832F0-F631-43C6-8AE5-7E1D8C2EE4B7}" type="presParOf" srcId="{5E984288-8D0E-4D66-8701-2CAEE12A154E}" destId="{7172110B-6DA7-4197-92E0-8755CB32E3C0}" srcOrd="2" destOrd="0" presId="urn:microsoft.com/office/officeart/2005/8/layout/orgChart1"/>
    <dgm:cxn modelId="{A008B799-1FFC-460D-B831-A7EC93019A74}" type="presParOf" srcId="{5E984288-8D0E-4D66-8701-2CAEE12A154E}" destId="{47402E0F-0D58-4C3F-B17A-2CBA2F01A1E0}" srcOrd="3" destOrd="0" presId="urn:microsoft.com/office/officeart/2005/8/layout/orgChart1"/>
    <dgm:cxn modelId="{A8D8B0F8-8E01-4B61-A2D7-E0332BE3D5CE}" type="presParOf" srcId="{47402E0F-0D58-4C3F-B17A-2CBA2F01A1E0}" destId="{4FF0799E-5ACA-415E-AE92-ADD0AF6B98B7}" srcOrd="0" destOrd="0" presId="urn:microsoft.com/office/officeart/2005/8/layout/orgChart1"/>
    <dgm:cxn modelId="{C6C00406-FC0E-456E-99D7-B095CC2D43A8}" type="presParOf" srcId="{4FF0799E-5ACA-415E-AE92-ADD0AF6B98B7}" destId="{340114DB-43AF-414D-9E60-3619830DFAE6}" srcOrd="0" destOrd="0" presId="urn:microsoft.com/office/officeart/2005/8/layout/orgChart1"/>
    <dgm:cxn modelId="{9E2419A6-52C2-41EB-A124-16FD3359BB8F}" type="presParOf" srcId="{4FF0799E-5ACA-415E-AE92-ADD0AF6B98B7}" destId="{FF41CE2C-9C35-47DB-98D6-5B0285227E19}" srcOrd="1" destOrd="0" presId="urn:microsoft.com/office/officeart/2005/8/layout/orgChart1"/>
    <dgm:cxn modelId="{062D8BE2-9C2B-475A-A3C0-4048D290E69B}" type="presParOf" srcId="{47402E0F-0D58-4C3F-B17A-2CBA2F01A1E0}" destId="{22A7502B-F29D-4D14-9802-91C0D9C8B004}" srcOrd="1" destOrd="0" presId="urn:microsoft.com/office/officeart/2005/8/layout/orgChart1"/>
    <dgm:cxn modelId="{D249506B-1116-4A7E-916B-3AB6725336EA}" type="presParOf" srcId="{22A7502B-F29D-4D14-9802-91C0D9C8B004}" destId="{090E11AA-6067-460D-936F-252165C90146}" srcOrd="0" destOrd="0" presId="urn:microsoft.com/office/officeart/2005/8/layout/orgChart1"/>
    <dgm:cxn modelId="{3282957E-73E0-4D6B-B150-28C0F0FB60DF}" type="presParOf" srcId="{22A7502B-F29D-4D14-9802-91C0D9C8B004}" destId="{8E402C28-65A8-4E6C-A4E5-B408EEDFDC20}" srcOrd="1" destOrd="0" presId="urn:microsoft.com/office/officeart/2005/8/layout/orgChart1"/>
    <dgm:cxn modelId="{ADF01F60-02A1-42E6-B374-E7F3FB1D053E}" type="presParOf" srcId="{8E402C28-65A8-4E6C-A4E5-B408EEDFDC20}" destId="{9F4A1C7F-E17A-45A7-A920-87F8AD496F46}" srcOrd="0" destOrd="0" presId="urn:microsoft.com/office/officeart/2005/8/layout/orgChart1"/>
    <dgm:cxn modelId="{6F7A7229-FACC-4768-A499-73AD2A7AC27C}" type="presParOf" srcId="{9F4A1C7F-E17A-45A7-A920-87F8AD496F46}" destId="{19AAF70F-0B1A-4010-A127-B126688BDD97}" srcOrd="0" destOrd="0" presId="urn:microsoft.com/office/officeart/2005/8/layout/orgChart1"/>
    <dgm:cxn modelId="{5AB9A830-629E-44FE-99C3-96D5EE3ABE47}" type="presParOf" srcId="{9F4A1C7F-E17A-45A7-A920-87F8AD496F46}" destId="{47ECDAA3-90DD-4278-BAC8-5D15B4797759}" srcOrd="1" destOrd="0" presId="urn:microsoft.com/office/officeart/2005/8/layout/orgChart1"/>
    <dgm:cxn modelId="{68CE1E70-4471-4279-A62F-DBD288484428}" type="presParOf" srcId="{8E402C28-65A8-4E6C-A4E5-B408EEDFDC20}" destId="{6EC921FA-7B1D-45DC-96F3-3500697682B5}" srcOrd="1" destOrd="0" presId="urn:microsoft.com/office/officeart/2005/8/layout/orgChart1"/>
    <dgm:cxn modelId="{BAAD3D02-D9A5-4903-8C1E-2FA0292833E1}" type="presParOf" srcId="{8E402C28-65A8-4E6C-A4E5-B408EEDFDC20}" destId="{8B6F0A25-3B81-4539-A945-AF362BF71D19}" srcOrd="2" destOrd="0" presId="urn:microsoft.com/office/officeart/2005/8/layout/orgChart1"/>
    <dgm:cxn modelId="{4E469B3D-E39B-47D8-84BF-99C4B726818D}" type="presParOf" srcId="{22A7502B-F29D-4D14-9802-91C0D9C8B004}" destId="{ADF8AE18-8F46-4639-A0F9-6E1F96BF82C5}" srcOrd="2" destOrd="0" presId="urn:microsoft.com/office/officeart/2005/8/layout/orgChart1"/>
    <dgm:cxn modelId="{CD363D70-6C85-43CC-B9A4-B388FBF7479E}" type="presParOf" srcId="{22A7502B-F29D-4D14-9802-91C0D9C8B004}" destId="{765FF41D-9244-44B1-B9E6-500BC6AFF451}" srcOrd="3" destOrd="0" presId="urn:microsoft.com/office/officeart/2005/8/layout/orgChart1"/>
    <dgm:cxn modelId="{182B2928-D9E3-4076-9E0D-51D647FC9F06}" type="presParOf" srcId="{765FF41D-9244-44B1-B9E6-500BC6AFF451}" destId="{CA904E2D-5106-4642-BA30-5992F9F874CB}" srcOrd="0" destOrd="0" presId="urn:microsoft.com/office/officeart/2005/8/layout/orgChart1"/>
    <dgm:cxn modelId="{996A58A4-85F6-49C2-9E29-A6C8414D4BBA}" type="presParOf" srcId="{CA904E2D-5106-4642-BA30-5992F9F874CB}" destId="{8B898D08-2970-4DBA-A724-E5A4D7BE2596}" srcOrd="0" destOrd="0" presId="urn:microsoft.com/office/officeart/2005/8/layout/orgChart1"/>
    <dgm:cxn modelId="{6BB7627A-EF3B-4F8A-93E4-3179F3AD1ADE}" type="presParOf" srcId="{CA904E2D-5106-4642-BA30-5992F9F874CB}" destId="{144903C2-D9DD-4CD0-A978-39FDEECE6410}" srcOrd="1" destOrd="0" presId="urn:microsoft.com/office/officeart/2005/8/layout/orgChart1"/>
    <dgm:cxn modelId="{C4B7466A-5F67-4386-A171-9D6DE669C736}" type="presParOf" srcId="{765FF41D-9244-44B1-B9E6-500BC6AFF451}" destId="{0ED06B04-5791-411C-97BF-DACE3F99C33B}" srcOrd="1" destOrd="0" presId="urn:microsoft.com/office/officeart/2005/8/layout/orgChart1"/>
    <dgm:cxn modelId="{EC28A315-FD9B-4BEE-B6A1-C7152D24020A}" type="presParOf" srcId="{765FF41D-9244-44B1-B9E6-500BC6AFF451}" destId="{2808589C-A42A-41E3-BB26-AA8C8964EE69}" srcOrd="2" destOrd="0" presId="urn:microsoft.com/office/officeart/2005/8/layout/orgChart1"/>
    <dgm:cxn modelId="{79BE5BD8-98B1-43E0-B9D0-ED21A287D368}" type="presParOf" srcId="{47402E0F-0D58-4C3F-B17A-2CBA2F01A1E0}" destId="{7FA8D005-4640-461B-86A5-388890FEE2CE}" srcOrd="2" destOrd="0" presId="urn:microsoft.com/office/officeart/2005/8/layout/orgChart1"/>
    <dgm:cxn modelId="{32263233-953C-4559-BC6B-0AC83E725315}" type="presParOf" srcId="{5E984288-8D0E-4D66-8701-2CAEE12A154E}" destId="{690CC043-ED86-4D04-9C22-3D0CC19ECA25}" srcOrd="4" destOrd="0" presId="urn:microsoft.com/office/officeart/2005/8/layout/orgChart1"/>
    <dgm:cxn modelId="{2D51378C-F545-48A3-A143-21F7C4E7A8D0}" type="presParOf" srcId="{5E984288-8D0E-4D66-8701-2CAEE12A154E}" destId="{20261590-A4AE-49DB-8796-0675E0463887}" srcOrd="5" destOrd="0" presId="urn:microsoft.com/office/officeart/2005/8/layout/orgChart1"/>
    <dgm:cxn modelId="{F14B13DF-A802-4AC8-9D32-A0E6FB49C7DD}" type="presParOf" srcId="{20261590-A4AE-49DB-8796-0675E0463887}" destId="{445B469E-F3A6-4D52-AA00-CA3592479463}" srcOrd="0" destOrd="0" presId="urn:microsoft.com/office/officeart/2005/8/layout/orgChart1"/>
    <dgm:cxn modelId="{C0F7F9E9-CFF5-4EC8-A046-AA8E6A0FAEC2}" type="presParOf" srcId="{445B469E-F3A6-4D52-AA00-CA3592479463}" destId="{3AA0F3F5-8A99-4566-A8F9-32224410DDC6}" srcOrd="0" destOrd="0" presId="urn:microsoft.com/office/officeart/2005/8/layout/orgChart1"/>
    <dgm:cxn modelId="{CE670382-E9EE-4863-BD02-B47D527981F2}" type="presParOf" srcId="{445B469E-F3A6-4D52-AA00-CA3592479463}" destId="{9F89A664-4FA4-47AE-AB5D-7080725EEED8}" srcOrd="1" destOrd="0" presId="urn:microsoft.com/office/officeart/2005/8/layout/orgChart1"/>
    <dgm:cxn modelId="{3B392690-467B-4625-BCDA-3A4B25F8AFA9}" type="presParOf" srcId="{20261590-A4AE-49DB-8796-0675E0463887}" destId="{7A17EF3C-F103-4028-908D-33E0F8F5F320}" srcOrd="1" destOrd="0" presId="urn:microsoft.com/office/officeart/2005/8/layout/orgChart1"/>
    <dgm:cxn modelId="{B2531EC2-A2EB-42D3-B9E9-28D20833EE9A}" type="presParOf" srcId="{7A17EF3C-F103-4028-908D-33E0F8F5F320}" destId="{EEAD64AD-A020-4E8D-A779-1E839ED8F640}" srcOrd="0" destOrd="0" presId="urn:microsoft.com/office/officeart/2005/8/layout/orgChart1"/>
    <dgm:cxn modelId="{2A4EEA17-8A50-4A85-BCDC-2C5C90A04DD4}" type="presParOf" srcId="{7A17EF3C-F103-4028-908D-33E0F8F5F320}" destId="{19911C4B-8EAE-4FE1-9965-1C3C6C265BC1}" srcOrd="1" destOrd="0" presId="urn:microsoft.com/office/officeart/2005/8/layout/orgChart1"/>
    <dgm:cxn modelId="{73E48B7B-1453-43AE-8656-A27558E147EB}" type="presParOf" srcId="{19911C4B-8EAE-4FE1-9965-1C3C6C265BC1}" destId="{9A6A5D37-6162-4F05-B2F4-605CECAB427B}" srcOrd="0" destOrd="0" presId="urn:microsoft.com/office/officeart/2005/8/layout/orgChart1"/>
    <dgm:cxn modelId="{94DE1627-D524-4AEE-9ED8-8FA71E0E09E4}" type="presParOf" srcId="{9A6A5D37-6162-4F05-B2F4-605CECAB427B}" destId="{12330723-B0C0-4EA0-AD9E-0D99BB3459E6}" srcOrd="0" destOrd="0" presId="urn:microsoft.com/office/officeart/2005/8/layout/orgChart1"/>
    <dgm:cxn modelId="{6BD64027-59C4-45C8-B351-2F3BA8932464}" type="presParOf" srcId="{9A6A5D37-6162-4F05-B2F4-605CECAB427B}" destId="{B180B36E-54B7-41F6-9C6A-5E3886EDAC0A}" srcOrd="1" destOrd="0" presId="urn:microsoft.com/office/officeart/2005/8/layout/orgChart1"/>
    <dgm:cxn modelId="{B1416524-672D-4960-9559-5566CEDF8F84}" type="presParOf" srcId="{19911C4B-8EAE-4FE1-9965-1C3C6C265BC1}" destId="{27C50A7E-8877-44E2-9262-AE8E2DCD6E42}" srcOrd="1" destOrd="0" presId="urn:microsoft.com/office/officeart/2005/8/layout/orgChart1"/>
    <dgm:cxn modelId="{2EB3434E-0EBC-4EA3-BED6-877004808EAA}" type="presParOf" srcId="{19911C4B-8EAE-4FE1-9965-1C3C6C265BC1}" destId="{D82EF8EE-F33D-44C5-BA7F-6B355B35CD62}" srcOrd="2" destOrd="0" presId="urn:microsoft.com/office/officeart/2005/8/layout/orgChart1"/>
    <dgm:cxn modelId="{339F7A85-6A9C-44ED-B9BC-110F41882867}" type="presParOf" srcId="{7A17EF3C-F103-4028-908D-33E0F8F5F320}" destId="{66149D46-F0DD-48B8-96C0-3D85CA038B05}" srcOrd="2" destOrd="0" presId="urn:microsoft.com/office/officeart/2005/8/layout/orgChart1"/>
    <dgm:cxn modelId="{ECAAFF89-5605-4E26-94C0-C8BC3FAE5133}" type="presParOf" srcId="{7A17EF3C-F103-4028-908D-33E0F8F5F320}" destId="{6A759546-ECE0-412B-89B7-008FA6E8ABB3}" srcOrd="3" destOrd="0" presId="urn:microsoft.com/office/officeart/2005/8/layout/orgChart1"/>
    <dgm:cxn modelId="{27156781-30DE-4A85-B796-BC4A923710A9}" type="presParOf" srcId="{6A759546-ECE0-412B-89B7-008FA6E8ABB3}" destId="{C6EDD863-4F0B-4BB0-9712-8FAD4FDA9213}" srcOrd="0" destOrd="0" presId="urn:microsoft.com/office/officeart/2005/8/layout/orgChart1"/>
    <dgm:cxn modelId="{F460C935-C8AC-460D-B58C-32A1E36DC564}" type="presParOf" srcId="{C6EDD863-4F0B-4BB0-9712-8FAD4FDA9213}" destId="{48033C01-9134-46D5-A852-94FA97E04126}" srcOrd="0" destOrd="0" presId="urn:microsoft.com/office/officeart/2005/8/layout/orgChart1"/>
    <dgm:cxn modelId="{81A81CDD-2116-43E0-AB88-C43B0E194B9E}" type="presParOf" srcId="{C6EDD863-4F0B-4BB0-9712-8FAD4FDA9213}" destId="{A25C2900-33B9-4C41-AD72-0C2F672863EE}" srcOrd="1" destOrd="0" presId="urn:microsoft.com/office/officeart/2005/8/layout/orgChart1"/>
    <dgm:cxn modelId="{F40C18E0-CBFE-40B8-ACD7-AFAB9316E7A9}" type="presParOf" srcId="{6A759546-ECE0-412B-89B7-008FA6E8ABB3}" destId="{51D86484-ED14-4A6C-B84B-1792B4D20856}" srcOrd="1" destOrd="0" presId="urn:microsoft.com/office/officeart/2005/8/layout/orgChart1"/>
    <dgm:cxn modelId="{4B92E22A-32D2-43FC-80D2-E12E5E0100EA}" type="presParOf" srcId="{6A759546-ECE0-412B-89B7-008FA6E8ABB3}" destId="{690B1ABE-691C-405B-BB2B-8CDA345C07F2}" srcOrd="2" destOrd="0" presId="urn:microsoft.com/office/officeart/2005/8/layout/orgChart1"/>
    <dgm:cxn modelId="{1345D4FF-8E45-46A6-ACB2-4B1BECA57A55}" type="presParOf" srcId="{7A17EF3C-F103-4028-908D-33E0F8F5F320}" destId="{48361482-79E1-4129-B96D-5424F330BD4A}" srcOrd="4" destOrd="0" presId="urn:microsoft.com/office/officeart/2005/8/layout/orgChart1"/>
    <dgm:cxn modelId="{B66AF88C-52AE-44A0-AF00-CB294FA6AE98}" type="presParOf" srcId="{7A17EF3C-F103-4028-908D-33E0F8F5F320}" destId="{442D377A-9F05-46F1-975D-2B0CDA951619}" srcOrd="5" destOrd="0" presId="urn:microsoft.com/office/officeart/2005/8/layout/orgChart1"/>
    <dgm:cxn modelId="{3C052619-29CF-4A67-83F2-43071FF8515D}" type="presParOf" srcId="{442D377A-9F05-46F1-975D-2B0CDA951619}" destId="{404FFCAA-33B2-4955-BEFD-B9BB48DF5055}" srcOrd="0" destOrd="0" presId="urn:microsoft.com/office/officeart/2005/8/layout/orgChart1"/>
    <dgm:cxn modelId="{9EC06E6D-E229-49C5-9417-1A3C5BD3B224}" type="presParOf" srcId="{404FFCAA-33B2-4955-BEFD-B9BB48DF5055}" destId="{8989A8B5-28DE-4EBA-9778-510FB919737B}" srcOrd="0" destOrd="0" presId="urn:microsoft.com/office/officeart/2005/8/layout/orgChart1"/>
    <dgm:cxn modelId="{E4813889-218A-439D-B949-3C150101DDFA}" type="presParOf" srcId="{404FFCAA-33B2-4955-BEFD-B9BB48DF5055}" destId="{1B56466F-8151-4498-BF00-22A35373B982}" srcOrd="1" destOrd="0" presId="urn:microsoft.com/office/officeart/2005/8/layout/orgChart1"/>
    <dgm:cxn modelId="{70FF7106-DF70-4A32-A427-194853CF9697}" type="presParOf" srcId="{442D377A-9F05-46F1-975D-2B0CDA951619}" destId="{44B0562C-DF00-435A-A9A1-5A1A97C7145F}" srcOrd="1" destOrd="0" presId="urn:microsoft.com/office/officeart/2005/8/layout/orgChart1"/>
    <dgm:cxn modelId="{6EE223DD-DB00-4F94-9718-BD8C35E1F023}" type="presParOf" srcId="{442D377A-9F05-46F1-975D-2B0CDA951619}" destId="{3A9163FC-07D8-4EAA-BA64-9A2F4B1AEF5B}" srcOrd="2" destOrd="0" presId="urn:microsoft.com/office/officeart/2005/8/layout/orgChart1"/>
    <dgm:cxn modelId="{77694B68-0D17-4551-9FFF-BB8F4A47D7B9}" type="presParOf" srcId="{20261590-A4AE-49DB-8796-0675E0463887}" destId="{A063CFFB-7AF6-4331-8187-16BBF5879BEF}" srcOrd="2" destOrd="0" presId="urn:microsoft.com/office/officeart/2005/8/layout/orgChart1"/>
    <dgm:cxn modelId="{943F4707-9D95-4B5D-BF12-DC4109FE9869}" type="presParOf" srcId="{882F39DF-7886-4F36-89BC-09BEAA689E06}" destId="{76CFBFF1-6AF1-4E3A-9B40-7331D58DBBAD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94ADD06-AD04-4C0A-96E6-9FD9724FE3A4}" type="doc">
      <dgm:prSet loTypeId="urn:microsoft.com/office/officeart/2005/8/layout/orgChart1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PK"/>
        </a:p>
      </dgm:t>
    </dgm:pt>
    <dgm:pt modelId="{2E2A766C-9EA7-406D-BB1A-72C1672415E7}">
      <dgm:prSet phldrT="[Text]" phldr="0"/>
      <dgm:spPr/>
      <dgm:t>
        <a:bodyPr/>
        <a:lstStyle/>
        <a:p>
          <a:r>
            <a:rPr lang="en-GB" noProof="0" dirty="0"/>
            <a:t>Behavioural Diagrams</a:t>
          </a:r>
        </a:p>
      </dgm:t>
    </dgm:pt>
    <dgm:pt modelId="{A10D0EF2-6755-44CF-9112-F563663FBC5C}" type="parTrans" cxnId="{25707981-C3A6-4935-9C97-617651E06684}">
      <dgm:prSet/>
      <dgm:spPr/>
      <dgm:t>
        <a:bodyPr/>
        <a:lstStyle/>
        <a:p>
          <a:endParaRPr lang="en-PK"/>
        </a:p>
      </dgm:t>
    </dgm:pt>
    <dgm:pt modelId="{6C6330EC-F62B-474B-B449-70DBFD968513}" type="sibTrans" cxnId="{25707981-C3A6-4935-9C97-617651E06684}">
      <dgm:prSet/>
      <dgm:spPr/>
      <dgm:t>
        <a:bodyPr/>
        <a:lstStyle/>
        <a:p>
          <a:endParaRPr lang="en-PK"/>
        </a:p>
      </dgm:t>
    </dgm:pt>
    <dgm:pt modelId="{C668FE44-1C2D-4996-A431-5F178964A199}">
      <dgm:prSet phldrT="[Text]" phldr="0"/>
      <dgm:spPr>
        <a:solidFill>
          <a:srgbClr val="00B050"/>
        </a:solidFill>
      </dgm:spPr>
      <dgm:t>
        <a:bodyPr/>
        <a:lstStyle/>
        <a:p>
          <a:r>
            <a:rPr lang="en-GB" noProof="0" dirty="0"/>
            <a:t>Use case Diagram</a:t>
          </a:r>
        </a:p>
      </dgm:t>
    </dgm:pt>
    <dgm:pt modelId="{66520C66-A67A-4C57-97B1-E3B2F2116D81}" type="parTrans" cxnId="{844FA3AC-635D-4A93-953A-BCF67098A9E2}">
      <dgm:prSet/>
      <dgm:spPr/>
      <dgm:t>
        <a:bodyPr/>
        <a:lstStyle/>
        <a:p>
          <a:endParaRPr lang="en-PK"/>
        </a:p>
      </dgm:t>
    </dgm:pt>
    <dgm:pt modelId="{630EB3D9-C2B4-4F8D-9E3D-5097C4CDBC2D}" type="sibTrans" cxnId="{844FA3AC-635D-4A93-953A-BCF67098A9E2}">
      <dgm:prSet/>
      <dgm:spPr/>
      <dgm:t>
        <a:bodyPr/>
        <a:lstStyle/>
        <a:p>
          <a:endParaRPr lang="en-PK"/>
        </a:p>
      </dgm:t>
    </dgm:pt>
    <dgm:pt modelId="{F72919E7-86C3-44D6-97F0-642081B06C11}">
      <dgm:prSet phldrT="[Text]" phldr="0"/>
      <dgm:spPr>
        <a:solidFill>
          <a:srgbClr val="00B050"/>
        </a:solidFill>
      </dgm:spPr>
      <dgm:t>
        <a:bodyPr/>
        <a:lstStyle/>
        <a:p>
          <a:r>
            <a:rPr lang="en-GB" noProof="0" dirty="0"/>
            <a:t>Activity Diagram</a:t>
          </a:r>
        </a:p>
      </dgm:t>
    </dgm:pt>
    <dgm:pt modelId="{78817192-2C89-47DE-94FE-4FD166B9CA6F}" type="parTrans" cxnId="{B1209A49-7126-42FF-A38E-85FA7DAF1D08}">
      <dgm:prSet/>
      <dgm:spPr/>
      <dgm:t>
        <a:bodyPr/>
        <a:lstStyle/>
        <a:p>
          <a:endParaRPr lang="en-PK"/>
        </a:p>
      </dgm:t>
    </dgm:pt>
    <dgm:pt modelId="{B6DEAFD5-5833-4888-B650-5A3072CB0A1D}" type="sibTrans" cxnId="{B1209A49-7126-42FF-A38E-85FA7DAF1D08}">
      <dgm:prSet/>
      <dgm:spPr/>
      <dgm:t>
        <a:bodyPr/>
        <a:lstStyle/>
        <a:p>
          <a:endParaRPr lang="en-PK"/>
        </a:p>
      </dgm:t>
    </dgm:pt>
    <dgm:pt modelId="{9566310C-B686-43E0-BA8A-07DAE64DD9BA}">
      <dgm:prSet phldrT="[Text]" phldr="0"/>
      <dgm:spPr>
        <a:solidFill>
          <a:srgbClr val="00B050"/>
        </a:solidFill>
      </dgm:spPr>
      <dgm:t>
        <a:bodyPr/>
        <a:lstStyle/>
        <a:p>
          <a:r>
            <a:rPr lang="en-GB" noProof="0" dirty="0"/>
            <a:t>Sequence Diagram</a:t>
          </a:r>
        </a:p>
      </dgm:t>
    </dgm:pt>
    <dgm:pt modelId="{054551EC-4A66-40D1-8D24-4972A2C5D6F1}" type="parTrans" cxnId="{6B8AC91B-8CDD-4FDF-A268-B81168C79ED1}">
      <dgm:prSet/>
      <dgm:spPr/>
      <dgm:t>
        <a:bodyPr/>
        <a:lstStyle/>
        <a:p>
          <a:endParaRPr lang="en-PK"/>
        </a:p>
      </dgm:t>
    </dgm:pt>
    <dgm:pt modelId="{A8F5B890-2CEE-4702-9733-74C982685696}" type="sibTrans" cxnId="{6B8AC91B-8CDD-4FDF-A268-B81168C79ED1}">
      <dgm:prSet/>
      <dgm:spPr/>
      <dgm:t>
        <a:bodyPr/>
        <a:lstStyle/>
        <a:p>
          <a:endParaRPr lang="en-PK"/>
        </a:p>
      </dgm:t>
    </dgm:pt>
    <dgm:pt modelId="{A2E60C06-CAD4-452C-AF77-D0310E003F49}">
      <dgm:prSet phldrT="[Text]" phldr="0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GB" noProof="0" dirty="0"/>
            <a:t>Rarely Used</a:t>
          </a:r>
        </a:p>
      </dgm:t>
    </dgm:pt>
    <dgm:pt modelId="{EC356573-1C31-4105-AB94-AB0CFA6A5501}" type="parTrans" cxnId="{0F9D4F26-3F61-448D-A302-16A9DEF1B974}">
      <dgm:prSet/>
      <dgm:spPr/>
      <dgm:t>
        <a:bodyPr/>
        <a:lstStyle/>
        <a:p>
          <a:endParaRPr lang="en-PK"/>
        </a:p>
      </dgm:t>
    </dgm:pt>
    <dgm:pt modelId="{8354D5DB-8372-4854-8975-9BCF93610C90}" type="sibTrans" cxnId="{0F9D4F26-3F61-448D-A302-16A9DEF1B974}">
      <dgm:prSet/>
      <dgm:spPr/>
      <dgm:t>
        <a:bodyPr/>
        <a:lstStyle/>
        <a:p>
          <a:endParaRPr lang="en-PK"/>
        </a:p>
      </dgm:t>
    </dgm:pt>
    <dgm:pt modelId="{12F9313B-CE39-4307-B03B-A6D75F429BFF}">
      <dgm:prSet phldrT="[Text]" phldr="0"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r>
            <a:rPr lang="en-GB" noProof="0" dirty="0"/>
            <a:t>Timing Diagram</a:t>
          </a:r>
        </a:p>
      </dgm:t>
    </dgm:pt>
    <dgm:pt modelId="{0D98AA96-4F96-4B7F-820B-91EA9B5D099D}" type="parTrans" cxnId="{73B73690-2A6F-483C-AAA9-2004C2E0F258}">
      <dgm:prSet/>
      <dgm:spPr/>
      <dgm:t>
        <a:bodyPr/>
        <a:lstStyle/>
        <a:p>
          <a:endParaRPr lang="en-PK"/>
        </a:p>
      </dgm:t>
    </dgm:pt>
    <dgm:pt modelId="{FC468F56-DDAA-4F28-BCE9-03A1875A0ACB}" type="sibTrans" cxnId="{73B73690-2A6F-483C-AAA9-2004C2E0F258}">
      <dgm:prSet/>
      <dgm:spPr/>
      <dgm:t>
        <a:bodyPr/>
        <a:lstStyle/>
        <a:p>
          <a:endParaRPr lang="en-PK"/>
        </a:p>
      </dgm:t>
    </dgm:pt>
    <dgm:pt modelId="{F5CA3B8A-1966-4432-AE98-D0DA96B92A77}">
      <dgm:prSet phldrT="[Text]" phldr="0"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r>
            <a:rPr lang="en-GB" noProof="0" dirty="0"/>
            <a:t>Interactive overview Diagram</a:t>
          </a:r>
        </a:p>
      </dgm:t>
    </dgm:pt>
    <dgm:pt modelId="{D88A3126-CD02-43E0-88A7-58E579592AC7}" type="parTrans" cxnId="{08B67E3C-C9EA-40E0-AC0F-DF30B73DD6A5}">
      <dgm:prSet/>
      <dgm:spPr/>
      <dgm:t>
        <a:bodyPr/>
        <a:lstStyle/>
        <a:p>
          <a:endParaRPr lang="en-PK"/>
        </a:p>
      </dgm:t>
    </dgm:pt>
    <dgm:pt modelId="{3FB605A5-D560-45C2-9576-98652F95FED6}" type="sibTrans" cxnId="{08B67E3C-C9EA-40E0-AC0F-DF30B73DD6A5}">
      <dgm:prSet/>
      <dgm:spPr/>
      <dgm:t>
        <a:bodyPr/>
        <a:lstStyle/>
        <a:p>
          <a:endParaRPr lang="en-PK"/>
        </a:p>
      </dgm:t>
    </dgm:pt>
    <dgm:pt modelId="{5611F15A-084B-414E-95A9-34C7A885B59C}">
      <dgm:prSet phldrT="[Text]" phldr="0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GB" noProof="0" dirty="0"/>
            <a:t>Useful</a:t>
          </a:r>
        </a:p>
      </dgm:t>
    </dgm:pt>
    <dgm:pt modelId="{8FD80D9A-9189-4CF8-89E8-3ECED1D25419}" type="parTrans" cxnId="{35CC44FD-1764-4514-ABDA-2649838360DD}">
      <dgm:prSet/>
      <dgm:spPr/>
      <dgm:t>
        <a:bodyPr/>
        <a:lstStyle/>
        <a:p>
          <a:endParaRPr lang="en-PK"/>
        </a:p>
      </dgm:t>
    </dgm:pt>
    <dgm:pt modelId="{C4EBEAB3-AE91-41F0-9D4E-9D5F45452D6B}" type="sibTrans" cxnId="{35CC44FD-1764-4514-ABDA-2649838360DD}">
      <dgm:prSet/>
      <dgm:spPr/>
      <dgm:t>
        <a:bodyPr/>
        <a:lstStyle/>
        <a:p>
          <a:endParaRPr lang="en-PK"/>
        </a:p>
      </dgm:t>
    </dgm:pt>
    <dgm:pt modelId="{E832E50A-05D6-4312-8D44-85DB3A54736D}">
      <dgm:prSet phldrT="[Text]" phldr="0"/>
      <dgm:spPr>
        <a:solidFill>
          <a:srgbClr val="E99757"/>
        </a:solidFill>
      </dgm:spPr>
      <dgm:t>
        <a:bodyPr/>
        <a:lstStyle/>
        <a:p>
          <a:r>
            <a:rPr lang="en-GB" noProof="0" dirty="0"/>
            <a:t>State Machine Diagram</a:t>
          </a:r>
        </a:p>
      </dgm:t>
    </dgm:pt>
    <dgm:pt modelId="{61FB85E5-E8D9-4B38-BF3B-7964C369AF17}" type="parTrans" cxnId="{29671E33-3CE7-428F-9A7D-AA6903786FDE}">
      <dgm:prSet/>
      <dgm:spPr/>
      <dgm:t>
        <a:bodyPr/>
        <a:lstStyle/>
        <a:p>
          <a:endParaRPr lang="en-PK"/>
        </a:p>
      </dgm:t>
    </dgm:pt>
    <dgm:pt modelId="{1BA11E3A-1B3A-45E5-934E-2287042B1BDF}" type="sibTrans" cxnId="{29671E33-3CE7-428F-9A7D-AA6903786FDE}">
      <dgm:prSet/>
      <dgm:spPr/>
      <dgm:t>
        <a:bodyPr/>
        <a:lstStyle/>
        <a:p>
          <a:endParaRPr lang="en-PK"/>
        </a:p>
      </dgm:t>
    </dgm:pt>
    <dgm:pt modelId="{E7706C11-3D1B-4127-BBBE-2C1D6F389778}">
      <dgm:prSet phldrT="[Text]" phldr="0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GB" noProof="0" dirty="0"/>
            <a:t>Academic Fossil</a:t>
          </a:r>
        </a:p>
      </dgm:t>
    </dgm:pt>
    <dgm:pt modelId="{BD579F7A-0A5A-4C86-BBEC-C89D440B6A09}" type="parTrans" cxnId="{2122A659-F6EC-4940-8D48-2996BE772149}">
      <dgm:prSet/>
      <dgm:spPr/>
      <dgm:t>
        <a:bodyPr/>
        <a:lstStyle/>
        <a:p>
          <a:endParaRPr lang="en-PK"/>
        </a:p>
      </dgm:t>
    </dgm:pt>
    <dgm:pt modelId="{E1D34624-C754-4CA8-A30E-6AA653485A3C}" type="sibTrans" cxnId="{2122A659-F6EC-4940-8D48-2996BE772149}">
      <dgm:prSet/>
      <dgm:spPr/>
      <dgm:t>
        <a:bodyPr/>
        <a:lstStyle/>
        <a:p>
          <a:endParaRPr lang="en-PK"/>
        </a:p>
      </dgm:t>
    </dgm:pt>
    <dgm:pt modelId="{489500B3-9AB5-4132-A449-30050493FDFC}">
      <dgm:prSet phldrT="[Text]" phldr="0"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r>
            <a:rPr lang="en-GB" noProof="0" dirty="0"/>
            <a:t>Communication Diagram</a:t>
          </a:r>
        </a:p>
      </dgm:t>
    </dgm:pt>
    <dgm:pt modelId="{E2CB6961-60AE-4574-8FDE-A14FCE513EC8}" type="parTrans" cxnId="{ABB757A9-F268-4084-9D37-A0A98BCC3DF8}">
      <dgm:prSet/>
      <dgm:spPr/>
      <dgm:t>
        <a:bodyPr/>
        <a:lstStyle/>
        <a:p>
          <a:endParaRPr lang="en-PK"/>
        </a:p>
      </dgm:t>
    </dgm:pt>
    <dgm:pt modelId="{A41EB81F-EA15-4431-A9D1-20AE0A1E94A7}" type="sibTrans" cxnId="{ABB757A9-F268-4084-9D37-A0A98BCC3DF8}">
      <dgm:prSet/>
      <dgm:spPr/>
      <dgm:t>
        <a:bodyPr/>
        <a:lstStyle/>
        <a:p>
          <a:endParaRPr lang="en-PK"/>
        </a:p>
      </dgm:t>
    </dgm:pt>
    <dgm:pt modelId="{B9F2B97E-4392-4EE8-8D49-6AFB26588318}" type="pres">
      <dgm:prSet presAssocID="{594ADD06-AD04-4C0A-96E6-9FD9724FE3A4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92CFBDA1-E50E-41A8-9224-65E0C1D17E65}" type="pres">
      <dgm:prSet presAssocID="{2E2A766C-9EA7-406D-BB1A-72C1672415E7}" presName="hierRoot1" presStyleCnt="0">
        <dgm:presLayoutVars>
          <dgm:hierBranch val="init"/>
        </dgm:presLayoutVars>
      </dgm:prSet>
      <dgm:spPr/>
    </dgm:pt>
    <dgm:pt modelId="{9EA4ACF7-DE87-4490-BEF3-AC895A6996F2}" type="pres">
      <dgm:prSet presAssocID="{2E2A766C-9EA7-406D-BB1A-72C1672415E7}" presName="rootComposite1" presStyleCnt="0"/>
      <dgm:spPr/>
    </dgm:pt>
    <dgm:pt modelId="{2671A687-C686-4096-8D6A-12AB49F8AE71}" type="pres">
      <dgm:prSet presAssocID="{2E2A766C-9EA7-406D-BB1A-72C1672415E7}" presName="rootText1" presStyleLbl="node0" presStyleIdx="0" presStyleCnt="1">
        <dgm:presLayoutVars>
          <dgm:chPref val="3"/>
        </dgm:presLayoutVars>
      </dgm:prSet>
      <dgm:spPr/>
    </dgm:pt>
    <dgm:pt modelId="{A65C890A-BCC6-44D3-B35A-4D5D9F552228}" type="pres">
      <dgm:prSet presAssocID="{2E2A766C-9EA7-406D-BB1A-72C1672415E7}" presName="rootConnector1" presStyleLbl="node1" presStyleIdx="0" presStyleCnt="0"/>
      <dgm:spPr/>
    </dgm:pt>
    <dgm:pt modelId="{DA2E52FB-F3B1-41FB-B480-F6A703CF38B9}" type="pres">
      <dgm:prSet presAssocID="{2E2A766C-9EA7-406D-BB1A-72C1672415E7}" presName="hierChild2" presStyleCnt="0"/>
      <dgm:spPr/>
    </dgm:pt>
    <dgm:pt modelId="{00088933-BCE7-4262-8E8B-CFB99085B354}" type="pres">
      <dgm:prSet presAssocID="{8FD80D9A-9189-4CF8-89E8-3ECED1D25419}" presName="Name37" presStyleLbl="parChTrans1D2" presStyleIdx="0" presStyleCnt="3"/>
      <dgm:spPr/>
    </dgm:pt>
    <dgm:pt modelId="{4E348F60-1EC2-4F62-A5E9-16B39FB06714}" type="pres">
      <dgm:prSet presAssocID="{5611F15A-084B-414E-95A9-34C7A885B59C}" presName="hierRoot2" presStyleCnt="0">
        <dgm:presLayoutVars>
          <dgm:hierBranch val="init"/>
        </dgm:presLayoutVars>
      </dgm:prSet>
      <dgm:spPr/>
    </dgm:pt>
    <dgm:pt modelId="{9F041AD3-A92D-4E28-9B6D-9132706ECD0E}" type="pres">
      <dgm:prSet presAssocID="{5611F15A-084B-414E-95A9-34C7A885B59C}" presName="rootComposite" presStyleCnt="0"/>
      <dgm:spPr/>
    </dgm:pt>
    <dgm:pt modelId="{67BF4B72-3995-4C98-9051-74C33895FB9D}" type="pres">
      <dgm:prSet presAssocID="{5611F15A-084B-414E-95A9-34C7A885B59C}" presName="rootText" presStyleLbl="node2" presStyleIdx="0" presStyleCnt="3">
        <dgm:presLayoutVars>
          <dgm:chPref val="3"/>
        </dgm:presLayoutVars>
      </dgm:prSet>
      <dgm:spPr/>
    </dgm:pt>
    <dgm:pt modelId="{F13E40D3-9CA6-49E6-BE7A-6436A6332938}" type="pres">
      <dgm:prSet presAssocID="{5611F15A-084B-414E-95A9-34C7A885B59C}" presName="rootConnector" presStyleLbl="node2" presStyleIdx="0" presStyleCnt="3"/>
      <dgm:spPr/>
    </dgm:pt>
    <dgm:pt modelId="{79BD2100-5052-450B-9C14-DC68867FBA86}" type="pres">
      <dgm:prSet presAssocID="{5611F15A-084B-414E-95A9-34C7A885B59C}" presName="hierChild4" presStyleCnt="0"/>
      <dgm:spPr/>
    </dgm:pt>
    <dgm:pt modelId="{99D00FD2-C6DE-464F-B769-D3E81D64675A}" type="pres">
      <dgm:prSet presAssocID="{66520C66-A67A-4C57-97B1-E3B2F2116D81}" presName="Name37" presStyleLbl="parChTrans1D3" presStyleIdx="0" presStyleCnt="7"/>
      <dgm:spPr/>
    </dgm:pt>
    <dgm:pt modelId="{F7A757C6-5798-458E-97D7-565B65990CB5}" type="pres">
      <dgm:prSet presAssocID="{C668FE44-1C2D-4996-A431-5F178964A199}" presName="hierRoot2" presStyleCnt="0">
        <dgm:presLayoutVars>
          <dgm:hierBranch val="init"/>
        </dgm:presLayoutVars>
      </dgm:prSet>
      <dgm:spPr/>
    </dgm:pt>
    <dgm:pt modelId="{19E6105C-8D9A-4935-AF4A-975FEF35AED8}" type="pres">
      <dgm:prSet presAssocID="{C668FE44-1C2D-4996-A431-5F178964A199}" presName="rootComposite" presStyleCnt="0"/>
      <dgm:spPr/>
    </dgm:pt>
    <dgm:pt modelId="{C6D5A561-1EAA-4770-AFBE-4A761B6B330C}" type="pres">
      <dgm:prSet presAssocID="{C668FE44-1C2D-4996-A431-5F178964A199}" presName="rootText" presStyleLbl="node3" presStyleIdx="0" presStyleCnt="7">
        <dgm:presLayoutVars>
          <dgm:chPref val="3"/>
        </dgm:presLayoutVars>
      </dgm:prSet>
      <dgm:spPr/>
    </dgm:pt>
    <dgm:pt modelId="{6D1A7ACB-56ED-4FD5-877D-F7B521EB0F9E}" type="pres">
      <dgm:prSet presAssocID="{C668FE44-1C2D-4996-A431-5F178964A199}" presName="rootConnector" presStyleLbl="node3" presStyleIdx="0" presStyleCnt="7"/>
      <dgm:spPr/>
    </dgm:pt>
    <dgm:pt modelId="{1EE8DCEF-0744-466D-A676-63897CC57871}" type="pres">
      <dgm:prSet presAssocID="{C668FE44-1C2D-4996-A431-5F178964A199}" presName="hierChild4" presStyleCnt="0"/>
      <dgm:spPr/>
    </dgm:pt>
    <dgm:pt modelId="{DFABE562-D00B-4B3C-BFA6-6CB9A5A5C727}" type="pres">
      <dgm:prSet presAssocID="{C668FE44-1C2D-4996-A431-5F178964A199}" presName="hierChild5" presStyleCnt="0"/>
      <dgm:spPr/>
    </dgm:pt>
    <dgm:pt modelId="{D9DF2D44-D7EF-40A6-B692-2E62A955E0F2}" type="pres">
      <dgm:prSet presAssocID="{78817192-2C89-47DE-94FE-4FD166B9CA6F}" presName="Name37" presStyleLbl="parChTrans1D3" presStyleIdx="1" presStyleCnt="7"/>
      <dgm:spPr/>
    </dgm:pt>
    <dgm:pt modelId="{89488100-B42D-407B-A56B-7A1B70B465BE}" type="pres">
      <dgm:prSet presAssocID="{F72919E7-86C3-44D6-97F0-642081B06C11}" presName="hierRoot2" presStyleCnt="0">
        <dgm:presLayoutVars>
          <dgm:hierBranch val="init"/>
        </dgm:presLayoutVars>
      </dgm:prSet>
      <dgm:spPr/>
    </dgm:pt>
    <dgm:pt modelId="{E075A8EF-A0D1-4AA1-9D49-C5D825DCF9D7}" type="pres">
      <dgm:prSet presAssocID="{F72919E7-86C3-44D6-97F0-642081B06C11}" presName="rootComposite" presStyleCnt="0"/>
      <dgm:spPr/>
    </dgm:pt>
    <dgm:pt modelId="{EC36EBC7-2C72-45DA-9EAE-E41E6CBE28D5}" type="pres">
      <dgm:prSet presAssocID="{F72919E7-86C3-44D6-97F0-642081B06C11}" presName="rootText" presStyleLbl="node3" presStyleIdx="1" presStyleCnt="7">
        <dgm:presLayoutVars>
          <dgm:chPref val="3"/>
        </dgm:presLayoutVars>
      </dgm:prSet>
      <dgm:spPr/>
    </dgm:pt>
    <dgm:pt modelId="{6F53A99F-0650-4E6D-9B5C-5D97F7FCB692}" type="pres">
      <dgm:prSet presAssocID="{F72919E7-86C3-44D6-97F0-642081B06C11}" presName="rootConnector" presStyleLbl="node3" presStyleIdx="1" presStyleCnt="7"/>
      <dgm:spPr/>
    </dgm:pt>
    <dgm:pt modelId="{3B5480CD-2B74-4026-B646-0E7808488644}" type="pres">
      <dgm:prSet presAssocID="{F72919E7-86C3-44D6-97F0-642081B06C11}" presName="hierChild4" presStyleCnt="0"/>
      <dgm:spPr/>
    </dgm:pt>
    <dgm:pt modelId="{5CDD6A81-4F88-4430-AD08-A83E687290D6}" type="pres">
      <dgm:prSet presAssocID="{F72919E7-86C3-44D6-97F0-642081B06C11}" presName="hierChild5" presStyleCnt="0"/>
      <dgm:spPr/>
    </dgm:pt>
    <dgm:pt modelId="{BC5F9BFA-6A88-43D6-A68C-657A3B16C5AA}" type="pres">
      <dgm:prSet presAssocID="{054551EC-4A66-40D1-8D24-4972A2C5D6F1}" presName="Name37" presStyleLbl="parChTrans1D3" presStyleIdx="2" presStyleCnt="7"/>
      <dgm:spPr/>
    </dgm:pt>
    <dgm:pt modelId="{12CC4100-A284-466F-B614-322862A6FF4B}" type="pres">
      <dgm:prSet presAssocID="{9566310C-B686-43E0-BA8A-07DAE64DD9BA}" presName="hierRoot2" presStyleCnt="0">
        <dgm:presLayoutVars>
          <dgm:hierBranch val="init"/>
        </dgm:presLayoutVars>
      </dgm:prSet>
      <dgm:spPr/>
    </dgm:pt>
    <dgm:pt modelId="{2E0BD62D-ECAB-460E-BE86-16CF1744C303}" type="pres">
      <dgm:prSet presAssocID="{9566310C-B686-43E0-BA8A-07DAE64DD9BA}" presName="rootComposite" presStyleCnt="0"/>
      <dgm:spPr/>
    </dgm:pt>
    <dgm:pt modelId="{4F0826AD-6BBA-48F4-8CA7-BCBED4E48C12}" type="pres">
      <dgm:prSet presAssocID="{9566310C-B686-43E0-BA8A-07DAE64DD9BA}" presName="rootText" presStyleLbl="node3" presStyleIdx="2" presStyleCnt="7">
        <dgm:presLayoutVars>
          <dgm:chPref val="3"/>
        </dgm:presLayoutVars>
      </dgm:prSet>
      <dgm:spPr/>
    </dgm:pt>
    <dgm:pt modelId="{27E769C9-1039-4250-B6C5-1373CB1C370C}" type="pres">
      <dgm:prSet presAssocID="{9566310C-B686-43E0-BA8A-07DAE64DD9BA}" presName="rootConnector" presStyleLbl="node3" presStyleIdx="2" presStyleCnt="7"/>
      <dgm:spPr/>
    </dgm:pt>
    <dgm:pt modelId="{23FF41EE-3CA3-41F4-ACA3-26B03C1C96A1}" type="pres">
      <dgm:prSet presAssocID="{9566310C-B686-43E0-BA8A-07DAE64DD9BA}" presName="hierChild4" presStyleCnt="0"/>
      <dgm:spPr/>
    </dgm:pt>
    <dgm:pt modelId="{0A220ADF-3061-459D-A597-C72CEB9E0FCC}" type="pres">
      <dgm:prSet presAssocID="{9566310C-B686-43E0-BA8A-07DAE64DD9BA}" presName="hierChild5" presStyleCnt="0"/>
      <dgm:spPr/>
    </dgm:pt>
    <dgm:pt modelId="{F9CF171F-1513-43B5-9527-AB1BEF0E7B43}" type="pres">
      <dgm:prSet presAssocID="{5611F15A-084B-414E-95A9-34C7A885B59C}" presName="hierChild5" presStyleCnt="0"/>
      <dgm:spPr/>
    </dgm:pt>
    <dgm:pt modelId="{07C430EF-D4F7-496D-A6CB-F3F1FFE42F13}" type="pres">
      <dgm:prSet presAssocID="{EC356573-1C31-4105-AB94-AB0CFA6A5501}" presName="Name37" presStyleLbl="parChTrans1D2" presStyleIdx="1" presStyleCnt="3"/>
      <dgm:spPr/>
    </dgm:pt>
    <dgm:pt modelId="{101181CB-F308-419B-B520-47161A51A270}" type="pres">
      <dgm:prSet presAssocID="{A2E60C06-CAD4-452C-AF77-D0310E003F49}" presName="hierRoot2" presStyleCnt="0">
        <dgm:presLayoutVars>
          <dgm:hierBranch val="init"/>
        </dgm:presLayoutVars>
      </dgm:prSet>
      <dgm:spPr/>
    </dgm:pt>
    <dgm:pt modelId="{B7C51720-4F44-4974-BA61-D1B386CCB217}" type="pres">
      <dgm:prSet presAssocID="{A2E60C06-CAD4-452C-AF77-D0310E003F49}" presName="rootComposite" presStyleCnt="0"/>
      <dgm:spPr/>
    </dgm:pt>
    <dgm:pt modelId="{2B1DADB8-2CD3-4B04-9A81-1F10757C749A}" type="pres">
      <dgm:prSet presAssocID="{A2E60C06-CAD4-452C-AF77-D0310E003F49}" presName="rootText" presStyleLbl="node2" presStyleIdx="1" presStyleCnt="3">
        <dgm:presLayoutVars>
          <dgm:chPref val="3"/>
        </dgm:presLayoutVars>
      </dgm:prSet>
      <dgm:spPr/>
    </dgm:pt>
    <dgm:pt modelId="{1F35D6BC-3231-4B17-8940-89D4BC715866}" type="pres">
      <dgm:prSet presAssocID="{A2E60C06-CAD4-452C-AF77-D0310E003F49}" presName="rootConnector" presStyleLbl="node2" presStyleIdx="1" presStyleCnt="3"/>
      <dgm:spPr/>
    </dgm:pt>
    <dgm:pt modelId="{323F14D4-42EF-41D6-B7B1-C965167E4D92}" type="pres">
      <dgm:prSet presAssocID="{A2E60C06-CAD4-452C-AF77-D0310E003F49}" presName="hierChild4" presStyleCnt="0"/>
      <dgm:spPr/>
    </dgm:pt>
    <dgm:pt modelId="{288CA5A8-123E-474D-BFB5-56D5A9EFC44D}" type="pres">
      <dgm:prSet presAssocID="{61FB85E5-E8D9-4B38-BF3B-7964C369AF17}" presName="Name37" presStyleLbl="parChTrans1D3" presStyleIdx="3" presStyleCnt="7"/>
      <dgm:spPr/>
    </dgm:pt>
    <dgm:pt modelId="{8185283F-F8CE-47BC-A9F0-BB5FEAB755D1}" type="pres">
      <dgm:prSet presAssocID="{E832E50A-05D6-4312-8D44-85DB3A54736D}" presName="hierRoot2" presStyleCnt="0">
        <dgm:presLayoutVars>
          <dgm:hierBranch val="init"/>
        </dgm:presLayoutVars>
      </dgm:prSet>
      <dgm:spPr/>
    </dgm:pt>
    <dgm:pt modelId="{580DC0E9-B0F7-4AC6-9660-6A073E1EAF8E}" type="pres">
      <dgm:prSet presAssocID="{E832E50A-05D6-4312-8D44-85DB3A54736D}" presName="rootComposite" presStyleCnt="0"/>
      <dgm:spPr/>
    </dgm:pt>
    <dgm:pt modelId="{67A605D5-1007-417D-A307-9A6126257EE3}" type="pres">
      <dgm:prSet presAssocID="{E832E50A-05D6-4312-8D44-85DB3A54736D}" presName="rootText" presStyleLbl="node3" presStyleIdx="3" presStyleCnt="7">
        <dgm:presLayoutVars>
          <dgm:chPref val="3"/>
        </dgm:presLayoutVars>
      </dgm:prSet>
      <dgm:spPr/>
    </dgm:pt>
    <dgm:pt modelId="{29571B36-3AB6-488D-8A9C-F6972EE36D22}" type="pres">
      <dgm:prSet presAssocID="{E832E50A-05D6-4312-8D44-85DB3A54736D}" presName="rootConnector" presStyleLbl="node3" presStyleIdx="3" presStyleCnt="7"/>
      <dgm:spPr/>
    </dgm:pt>
    <dgm:pt modelId="{4378250D-3AC7-407C-A79B-7C2B200AE906}" type="pres">
      <dgm:prSet presAssocID="{E832E50A-05D6-4312-8D44-85DB3A54736D}" presName="hierChild4" presStyleCnt="0"/>
      <dgm:spPr/>
    </dgm:pt>
    <dgm:pt modelId="{CDF9D101-F9D4-474B-B898-7E66964FC13C}" type="pres">
      <dgm:prSet presAssocID="{E832E50A-05D6-4312-8D44-85DB3A54736D}" presName="hierChild5" presStyleCnt="0"/>
      <dgm:spPr/>
    </dgm:pt>
    <dgm:pt modelId="{85B4E74E-FF08-4DDA-9681-9CCAFE982925}" type="pres">
      <dgm:prSet presAssocID="{A2E60C06-CAD4-452C-AF77-D0310E003F49}" presName="hierChild5" presStyleCnt="0"/>
      <dgm:spPr/>
    </dgm:pt>
    <dgm:pt modelId="{DF6F1B0D-44D9-4F38-B166-31D10E22C0EF}" type="pres">
      <dgm:prSet presAssocID="{BD579F7A-0A5A-4C86-BBEC-C89D440B6A09}" presName="Name37" presStyleLbl="parChTrans1D2" presStyleIdx="2" presStyleCnt="3"/>
      <dgm:spPr/>
    </dgm:pt>
    <dgm:pt modelId="{26FF31C5-0F91-4A30-A792-1304375C3EFA}" type="pres">
      <dgm:prSet presAssocID="{E7706C11-3D1B-4127-BBBE-2C1D6F389778}" presName="hierRoot2" presStyleCnt="0">
        <dgm:presLayoutVars>
          <dgm:hierBranch val="init"/>
        </dgm:presLayoutVars>
      </dgm:prSet>
      <dgm:spPr/>
    </dgm:pt>
    <dgm:pt modelId="{A67CF9AD-DCF2-4298-A271-CD58091B9BD6}" type="pres">
      <dgm:prSet presAssocID="{E7706C11-3D1B-4127-BBBE-2C1D6F389778}" presName="rootComposite" presStyleCnt="0"/>
      <dgm:spPr/>
    </dgm:pt>
    <dgm:pt modelId="{8917DE24-1406-49DD-9FC2-3185B3D38187}" type="pres">
      <dgm:prSet presAssocID="{E7706C11-3D1B-4127-BBBE-2C1D6F389778}" presName="rootText" presStyleLbl="node2" presStyleIdx="2" presStyleCnt="3">
        <dgm:presLayoutVars>
          <dgm:chPref val="3"/>
        </dgm:presLayoutVars>
      </dgm:prSet>
      <dgm:spPr/>
    </dgm:pt>
    <dgm:pt modelId="{AD53A3B3-ADC4-49A5-BC63-F82E0F388CC0}" type="pres">
      <dgm:prSet presAssocID="{E7706C11-3D1B-4127-BBBE-2C1D6F389778}" presName="rootConnector" presStyleLbl="node2" presStyleIdx="2" presStyleCnt="3"/>
      <dgm:spPr/>
    </dgm:pt>
    <dgm:pt modelId="{C7DC959F-0ADE-4DAA-B40A-82C100F4C255}" type="pres">
      <dgm:prSet presAssocID="{E7706C11-3D1B-4127-BBBE-2C1D6F389778}" presName="hierChild4" presStyleCnt="0"/>
      <dgm:spPr/>
    </dgm:pt>
    <dgm:pt modelId="{F2C8573D-9089-49A3-88FC-6C8FCA07A128}" type="pres">
      <dgm:prSet presAssocID="{E2CB6961-60AE-4574-8FDE-A14FCE513EC8}" presName="Name37" presStyleLbl="parChTrans1D3" presStyleIdx="4" presStyleCnt="7"/>
      <dgm:spPr/>
    </dgm:pt>
    <dgm:pt modelId="{B81B6508-2471-4EFD-80AE-8B39A9A12CCF}" type="pres">
      <dgm:prSet presAssocID="{489500B3-9AB5-4132-A449-30050493FDFC}" presName="hierRoot2" presStyleCnt="0">
        <dgm:presLayoutVars>
          <dgm:hierBranch val="init"/>
        </dgm:presLayoutVars>
      </dgm:prSet>
      <dgm:spPr/>
    </dgm:pt>
    <dgm:pt modelId="{0A2308D5-4623-4849-A2D8-EC0DC60227F8}" type="pres">
      <dgm:prSet presAssocID="{489500B3-9AB5-4132-A449-30050493FDFC}" presName="rootComposite" presStyleCnt="0"/>
      <dgm:spPr/>
    </dgm:pt>
    <dgm:pt modelId="{94F5D520-7281-4658-AB1E-991F26F37FEF}" type="pres">
      <dgm:prSet presAssocID="{489500B3-9AB5-4132-A449-30050493FDFC}" presName="rootText" presStyleLbl="node3" presStyleIdx="4" presStyleCnt="7">
        <dgm:presLayoutVars>
          <dgm:chPref val="3"/>
        </dgm:presLayoutVars>
      </dgm:prSet>
      <dgm:spPr/>
    </dgm:pt>
    <dgm:pt modelId="{74207401-449F-40BE-8E8F-CE754CCDE104}" type="pres">
      <dgm:prSet presAssocID="{489500B3-9AB5-4132-A449-30050493FDFC}" presName="rootConnector" presStyleLbl="node3" presStyleIdx="4" presStyleCnt="7"/>
      <dgm:spPr/>
    </dgm:pt>
    <dgm:pt modelId="{1668430D-4DA1-4093-9715-62DBA5D42D3E}" type="pres">
      <dgm:prSet presAssocID="{489500B3-9AB5-4132-A449-30050493FDFC}" presName="hierChild4" presStyleCnt="0"/>
      <dgm:spPr/>
    </dgm:pt>
    <dgm:pt modelId="{C94339A8-7719-476C-A458-4AE8CFC674F5}" type="pres">
      <dgm:prSet presAssocID="{489500B3-9AB5-4132-A449-30050493FDFC}" presName="hierChild5" presStyleCnt="0"/>
      <dgm:spPr/>
    </dgm:pt>
    <dgm:pt modelId="{2B598ECB-A6AC-4828-83A6-D3FAB99DE405}" type="pres">
      <dgm:prSet presAssocID="{0D98AA96-4F96-4B7F-820B-91EA9B5D099D}" presName="Name37" presStyleLbl="parChTrans1D3" presStyleIdx="5" presStyleCnt="7"/>
      <dgm:spPr/>
    </dgm:pt>
    <dgm:pt modelId="{62AEC996-F79C-4FCE-AEAF-9B23EE956748}" type="pres">
      <dgm:prSet presAssocID="{12F9313B-CE39-4307-B03B-A6D75F429BFF}" presName="hierRoot2" presStyleCnt="0">
        <dgm:presLayoutVars>
          <dgm:hierBranch val="init"/>
        </dgm:presLayoutVars>
      </dgm:prSet>
      <dgm:spPr/>
    </dgm:pt>
    <dgm:pt modelId="{35ACE6A6-26ED-4856-8DFE-40F80BD48ECF}" type="pres">
      <dgm:prSet presAssocID="{12F9313B-CE39-4307-B03B-A6D75F429BFF}" presName="rootComposite" presStyleCnt="0"/>
      <dgm:spPr/>
    </dgm:pt>
    <dgm:pt modelId="{9CE9EE4C-D508-4F26-9A56-20E63AD56072}" type="pres">
      <dgm:prSet presAssocID="{12F9313B-CE39-4307-B03B-A6D75F429BFF}" presName="rootText" presStyleLbl="node3" presStyleIdx="5" presStyleCnt="7">
        <dgm:presLayoutVars>
          <dgm:chPref val="3"/>
        </dgm:presLayoutVars>
      </dgm:prSet>
      <dgm:spPr/>
    </dgm:pt>
    <dgm:pt modelId="{6F51EF9D-371D-4FD6-BFE0-C7F10587ACD3}" type="pres">
      <dgm:prSet presAssocID="{12F9313B-CE39-4307-B03B-A6D75F429BFF}" presName="rootConnector" presStyleLbl="node3" presStyleIdx="5" presStyleCnt="7"/>
      <dgm:spPr/>
    </dgm:pt>
    <dgm:pt modelId="{D42E6BC5-7F77-4F09-AA69-F70BEE5F9EB5}" type="pres">
      <dgm:prSet presAssocID="{12F9313B-CE39-4307-B03B-A6D75F429BFF}" presName="hierChild4" presStyleCnt="0"/>
      <dgm:spPr/>
    </dgm:pt>
    <dgm:pt modelId="{3BE94EFF-F36E-4301-83AD-B5084B02AD4B}" type="pres">
      <dgm:prSet presAssocID="{12F9313B-CE39-4307-B03B-A6D75F429BFF}" presName="hierChild5" presStyleCnt="0"/>
      <dgm:spPr/>
    </dgm:pt>
    <dgm:pt modelId="{70A59C60-2D2C-4B63-9B77-913F78D0ED4F}" type="pres">
      <dgm:prSet presAssocID="{D88A3126-CD02-43E0-88A7-58E579592AC7}" presName="Name37" presStyleLbl="parChTrans1D3" presStyleIdx="6" presStyleCnt="7"/>
      <dgm:spPr/>
    </dgm:pt>
    <dgm:pt modelId="{8760A0B9-A192-460F-A6B2-2BDDD9873C4C}" type="pres">
      <dgm:prSet presAssocID="{F5CA3B8A-1966-4432-AE98-D0DA96B92A77}" presName="hierRoot2" presStyleCnt="0">
        <dgm:presLayoutVars>
          <dgm:hierBranch val="init"/>
        </dgm:presLayoutVars>
      </dgm:prSet>
      <dgm:spPr/>
    </dgm:pt>
    <dgm:pt modelId="{D701FE5B-550C-47E8-8065-FE8735CF6D67}" type="pres">
      <dgm:prSet presAssocID="{F5CA3B8A-1966-4432-AE98-D0DA96B92A77}" presName="rootComposite" presStyleCnt="0"/>
      <dgm:spPr/>
    </dgm:pt>
    <dgm:pt modelId="{2657A9C6-1DA0-4775-9F08-9517580EB398}" type="pres">
      <dgm:prSet presAssocID="{F5CA3B8A-1966-4432-AE98-D0DA96B92A77}" presName="rootText" presStyleLbl="node3" presStyleIdx="6" presStyleCnt="7">
        <dgm:presLayoutVars>
          <dgm:chPref val="3"/>
        </dgm:presLayoutVars>
      </dgm:prSet>
      <dgm:spPr/>
    </dgm:pt>
    <dgm:pt modelId="{E75493B1-6F25-4CE8-94FB-F8926CC5253A}" type="pres">
      <dgm:prSet presAssocID="{F5CA3B8A-1966-4432-AE98-D0DA96B92A77}" presName="rootConnector" presStyleLbl="node3" presStyleIdx="6" presStyleCnt="7"/>
      <dgm:spPr/>
    </dgm:pt>
    <dgm:pt modelId="{AA443CE3-C717-46DB-B387-FC7F38EE0508}" type="pres">
      <dgm:prSet presAssocID="{F5CA3B8A-1966-4432-AE98-D0DA96B92A77}" presName="hierChild4" presStyleCnt="0"/>
      <dgm:spPr/>
    </dgm:pt>
    <dgm:pt modelId="{FC3554B1-C1B5-40CA-AF42-E2ECD866860B}" type="pres">
      <dgm:prSet presAssocID="{F5CA3B8A-1966-4432-AE98-D0DA96B92A77}" presName="hierChild5" presStyleCnt="0"/>
      <dgm:spPr/>
    </dgm:pt>
    <dgm:pt modelId="{52C351E8-C4DA-46B7-BD1B-D2FC00E94481}" type="pres">
      <dgm:prSet presAssocID="{E7706C11-3D1B-4127-BBBE-2C1D6F389778}" presName="hierChild5" presStyleCnt="0"/>
      <dgm:spPr/>
    </dgm:pt>
    <dgm:pt modelId="{81C1EF69-6B56-405B-B361-33D019886E5C}" type="pres">
      <dgm:prSet presAssocID="{2E2A766C-9EA7-406D-BB1A-72C1672415E7}" presName="hierChild3" presStyleCnt="0"/>
      <dgm:spPr/>
    </dgm:pt>
  </dgm:ptLst>
  <dgm:cxnLst>
    <dgm:cxn modelId="{DD383801-BEE9-4A10-959D-00A7DDC0D8A6}" type="presOf" srcId="{5611F15A-084B-414E-95A9-34C7A885B59C}" destId="{F13E40D3-9CA6-49E6-BE7A-6436A6332938}" srcOrd="1" destOrd="0" presId="urn:microsoft.com/office/officeart/2005/8/layout/orgChart1"/>
    <dgm:cxn modelId="{AC18A104-B26F-4E5F-99C5-0671ADDC0F46}" type="presOf" srcId="{2E2A766C-9EA7-406D-BB1A-72C1672415E7}" destId="{2671A687-C686-4096-8D6A-12AB49F8AE71}" srcOrd="0" destOrd="0" presId="urn:microsoft.com/office/officeart/2005/8/layout/orgChart1"/>
    <dgm:cxn modelId="{40E83A05-25AD-40D3-A8BB-0EC15D922A8D}" type="presOf" srcId="{E832E50A-05D6-4312-8D44-85DB3A54736D}" destId="{29571B36-3AB6-488D-8A9C-F6972EE36D22}" srcOrd="1" destOrd="0" presId="urn:microsoft.com/office/officeart/2005/8/layout/orgChart1"/>
    <dgm:cxn modelId="{6652F80B-7B62-45B2-BB70-A360FB9DA95F}" type="presOf" srcId="{C668FE44-1C2D-4996-A431-5F178964A199}" destId="{C6D5A561-1EAA-4770-AFBE-4A761B6B330C}" srcOrd="0" destOrd="0" presId="urn:microsoft.com/office/officeart/2005/8/layout/orgChart1"/>
    <dgm:cxn modelId="{8BB57919-AA26-4DF6-9018-175157A6F66A}" type="presOf" srcId="{8FD80D9A-9189-4CF8-89E8-3ECED1D25419}" destId="{00088933-BCE7-4262-8E8B-CFB99085B354}" srcOrd="0" destOrd="0" presId="urn:microsoft.com/office/officeart/2005/8/layout/orgChart1"/>
    <dgm:cxn modelId="{79E1311A-4FE2-4533-8BF5-E842597B3D84}" type="presOf" srcId="{61FB85E5-E8D9-4B38-BF3B-7964C369AF17}" destId="{288CA5A8-123E-474D-BFB5-56D5A9EFC44D}" srcOrd="0" destOrd="0" presId="urn:microsoft.com/office/officeart/2005/8/layout/orgChart1"/>
    <dgm:cxn modelId="{37206F1A-501D-491E-8533-8C19D0D58FB9}" type="presOf" srcId="{BD579F7A-0A5A-4C86-BBEC-C89D440B6A09}" destId="{DF6F1B0D-44D9-4F38-B166-31D10E22C0EF}" srcOrd="0" destOrd="0" presId="urn:microsoft.com/office/officeart/2005/8/layout/orgChart1"/>
    <dgm:cxn modelId="{6B8AC91B-8CDD-4FDF-A268-B81168C79ED1}" srcId="{5611F15A-084B-414E-95A9-34C7A885B59C}" destId="{9566310C-B686-43E0-BA8A-07DAE64DD9BA}" srcOrd="2" destOrd="0" parTransId="{054551EC-4A66-40D1-8D24-4972A2C5D6F1}" sibTransId="{A8F5B890-2CEE-4702-9733-74C982685696}"/>
    <dgm:cxn modelId="{179E431F-BA07-4FA3-81FE-CA02F45FB7E5}" type="presOf" srcId="{E7706C11-3D1B-4127-BBBE-2C1D6F389778}" destId="{8917DE24-1406-49DD-9FC2-3185B3D38187}" srcOrd="0" destOrd="0" presId="urn:microsoft.com/office/officeart/2005/8/layout/orgChart1"/>
    <dgm:cxn modelId="{0B84B81F-D87D-4472-91D8-F724A66BD653}" type="presOf" srcId="{EC356573-1C31-4105-AB94-AB0CFA6A5501}" destId="{07C430EF-D4F7-496D-A6CB-F3F1FFE42F13}" srcOrd="0" destOrd="0" presId="urn:microsoft.com/office/officeart/2005/8/layout/orgChart1"/>
    <dgm:cxn modelId="{0F9D4F26-3F61-448D-A302-16A9DEF1B974}" srcId="{2E2A766C-9EA7-406D-BB1A-72C1672415E7}" destId="{A2E60C06-CAD4-452C-AF77-D0310E003F49}" srcOrd="1" destOrd="0" parTransId="{EC356573-1C31-4105-AB94-AB0CFA6A5501}" sibTransId="{8354D5DB-8372-4854-8975-9BCF93610C90}"/>
    <dgm:cxn modelId="{29671E33-3CE7-428F-9A7D-AA6903786FDE}" srcId="{A2E60C06-CAD4-452C-AF77-D0310E003F49}" destId="{E832E50A-05D6-4312-8D44-85DB3A54736D}" srcOrd="0" destOrd="0" parTransId="{61FB85E5-E8D9-4B38-BF3B-7964C369AF17}" sibTransId="{1BA11E3A-1B3A-45E5-934E-2287042B1BDF}"/>
    <dgm:cxn modelId="{ED4FB33B-62EF-47D3-9A5E-3E2B3805C0BA}" type="presOf" srcId="{E7706C11-3D1B-4127-BBBE-2C1D6F389778}" destId="{AD53A3B3-ADC4-49A5-BC63-F82E0F388CC0}" srcOrd="1" destOrd="0" presId="urn:microsoft.com/office/officeart/2005/8/layout/orgChart1"/>
    <dgm:cxn modelId="{08B67E3C-C9EA-40E0-AC0F-DF30B73DD6A5}" srcId="{E7706C11-3D1B-4127-BBBE-2C1D6F389778}" destId="{F5CA3B8A-1966-4432-AE98-D0DA96B92A77}" srcOrd="2" destOrd="0" parTransId="{D88A3126-CD02-43E0-88A7-58E579592AC7}" sibTransId="{3FB605A5-D560-45C2-9576-98652F95FED6}"/>
    <dgm:cxn modelId="{FB80FA42-E05E-46EF-8C51-C9DB66011D6D}" type="presOf" srcId="{E2CB6961-60AE-4574-8FDE-A14FCE513EC8}" destId="{F2C8573D-9089-49A3-88FC-6C8FCA07A128}" srcOrd="0" destOrd="0" presId="urn:microsoft.com/office/officeart/2005/8/layout/orgChart1"/>
    <dgm:cxn modelId="{8FB44B45-C98B-46B3-93E9-B216574E627E}" type="presOf" srcId="{054551EC-4A66-40D1-8D24-4972A2C5D6F1}" destId="{BC5F9BFA-6A88-43D6-A68C-657A3B16C5AA}" srcOrd="0" destOrd="0" presId="urn:microsoft.com/office/officeart/2005/8/layout/orgChart1"/>
    <dgm:cxn modelId="{DC352266-ABE7-41F1-999A-379E123B04C7}" type="presOf" srcId="{D88A3126-CD02-43E0-88A7-58E579592AC7}" destId="{70A59C60-2D2C-4B63-9B77-913F78D0ED4F}" srcOrd="0" destOrd="0" presId="urn:microsoft.com/office/officeart/2005/8/layout/orgChart1"/>
    <dgm:cxn modelId="{C5387169-AFB9-43C8-9B33-2E68DFF67D35}" type="presOf" srcId="{5611F15A-084B-414E-95A9-34C7A885B59C}" destId="{67BF4B72-3995-4C98-9051-74C33895FB9D}" srcOrd="0" destOrd="0" presId="urn:microsoft.com/office/officeart/2005/8/layout/orgChart1"/>
    <dgm:cxn modelId="{B1209A49-7126-42FF-A38E-85FA7DAF1D08}" srcId="{5611F15A-084B-414E-95A9-34C7A885B59C}" destId="{F72919E7-86C3-44D6-97F0-642081B06C11}" srcOrd="1" destOrd="0" parTransId="{78817192-2C89-47DE-94FE-4FD166B9CA6F}" sibTransId="{B6DEAFD5-5833-4888-B650-5A3072CB0A1D}"/>
    <dgm:cxn modelId="{9D2B9171-7E3C-4CA4-B89C-2DE376F7AA3E}" type="presOf" srcId="{0D98AA96-4F96-4B7F-820B-91EA9B5D099D}" destId="{2B598ECB-A6AC-4828-83A6-D3FAB99DE405}" srcOrd="0" destOrd="0" presId="urn:microsoft.com/office/officeart/2005/8/layout/orgChart1"/>
    <dgm:cxn modelId="{25001173-0CF6-43BC-AD67-6EAD4B303A8D}" type="presOf" srcId="{F5CA3B8A-1966-4432-AE98-D0DA96B92A77}" destId="{2657A9C6-1DA0-4775-9F08-9517580EB398}" srcOrd="0" destOrd="0" presId="urn:microsoft.com/office/officeart/2005/8/layout/orgChart1"/>
    <dgm:cxn modelId="{4782C354-C420-422F-A090-60BD217FCD9E}" type="presOf" srcId="{594ADD06-AD04-4C0A-96E6-9FD9724FE3A4}" destId="{B9F2B97E-4392-4EE8-8D49-6AFB26588318}" srcOrd="0" destOrd="0" presId="urn:microsoft.com/office/officeart/2005/8/layout/orgChart1"/>
    <dgm:cxn modelId="{2122A659-F6EC-4940-8D48-2996BE772149}" srcId="{2E2A766C-9EA7-406D-BB1A-72C1672415E7}" destId="{E7706C11-3D1B-4127-BBBE-2C1D6F389778}" srcOrd="2" destOrd="0" parTransId="{BD579F7A-0A5A-4C86-BBEC-C89D440B6A09}" sibTransId="{E1D34624-C754-4CA8-A30E-6AA653485A3C}"/>
    <dgm:cxn modelId="{B1F6277B-B995-46F5-A216-35B267239965}" type="presOf" srcId="{489500B3-9AB5-4132-A449-30050493FDFC}" destId="{94F5D520-7281-4658-AB1E-991F26F37FEF}" srcOrd="0" destOrd="0" presId="urn:microsoft.com/office/officeart/2005/8/layout/orgChart1"/>
    <dgm:cxn modelId="{25707981-C3A6-4935-9C97-617651E06684}" srcId="{594ADD06-AD04-4C0A-96E6-9FD9724FE3A4}" destId="{2E2A766C-9EA7-406D-BB1A-72C1672415E7}" srcOrd="0" destOrd="0" parTransId="{A10D0EF2-6755-44CF-9112-F563663FBC5C}" sibTransId="{6C6330EC-F62B-474B-B449-70DBFD968513}"/>
    <dgm:cxn modelId="{73B73690-2A6F-483C-AAA9-2004C2E0F258}" srcId="{E7706C11-3D1B-4127-BBBE-2C1D6F389778}" destId="{12F9313B-CE39-4307-B03B-A6D75F429BFF}" srcOrd="1" destOrd="0" parTransId="{0D98AA96-4F96-4B7F-820B-91EA9B5D099D}" sibTransId="{FC468F56-DDAA-4F28-BCE9-03A1875A0ACB}"/>
    <dgm:cxn modelId="{C2394A97-43B1-4179-89E3-595736D1CB54}" type="presOf" srcId="{F72919E7-86C3-44D6-97F0-642081B06C11}" destId="{6F53A99F-0650-4E6D-9B5C-5D97F7FCB692}" srcOrd="1" destOrd="0" presId="urn:microsoft.com/office/officeart/2005/8/layout/orgChart1"/>
    <dgm:cxn modelId="{5C45DD98-EBC3-468B-B534-C0103C4E8746}" type="presOf" srcId="{12F9313B-CE39-4307-B03B-A6D75F429BFF}" destId="{6F51EF9D-371D-4FD6-BFE0-C7F10587ACD3}" srcOrd="1" destOrd="0" presId="urn:microsoft.com/office/officeart/2005/8/layout/orgChart1"/>
    <dgm:cxn modelId="{58DF209C-675B-4C36-A5CD-DFBBFE3B00CE}" type="presOf" srcId="{A2E60C06-CAD4-452C-AF77-D0310E003F49}" destId="{1F35D6BC-3231-4B17-8940-89D4BC715866}" srcOrd="1" destOrd="0" presId="urn:microsoft.com/office/officeart/2005/8/layout/orgChart1"/>
    <dgm:cxn modelId="{ABB757A9-F268-4084-9D37-A0A98BCC3DF8}" srcId="{E7706C11-3D1B-4127-BBBE-2C1D6F389778}" destId="{489500B3-9AB5-4132-A449-30050493FDFC}" srcOrd="0" destOrd="0" parTransId="{E2CB6961-60AE-4574-8FDE-A14FCE513EC8}" sibTransId="{A41EB81F-EA15-4431-A9D1-20AE0A1E94A7}"/>
    <dgm:cxn modelId="{4FEEF3A9-552F-412E-8BE0-B18E9B5BBCCD}" type="presOf" srcId="{A2E60C06-CAD4-452C-AF77-D0310E003F49}" destId="{2B1DADB8-2CD3-4B04-9A81-1F10757C749A}" srcOrd="0" destOrd="0" presId="urn:microsoft.com/office/officeart/2005/8/layout/orgChart1"/>
    <dgm:cxn modelId="{844FA3AC-635D-4A93-953A-BCF67098A9E2}" srcId="{5611F15A-084B-414E-95A9-34C7A885B59C}" destId="{C668FE44-1C2D-4996-A431-5F178964A199}" srcOrd="0" destOrd="0" parTransId="{66520C66-A67A-4C57-97B1-E3B2F2116D81}" sibTransId="{630EB3D9-C2B4-4F8D-9E3D-5097C4CDBC2D}"/>
    <dgm:cxn modelId="{050671AD-22CA-43EA-B938-607F71DB1F52}" type="presOf" srcId="{12F9313B-CE39-4307-B03B-A6D75F429BFF}" destId="{9CE9EE4C-D508-4F26-9A56-20E63AD56072}" srcOrd="0" destOrd="0" presId="urn:microsoft.com/office/officeart/2005/8/layout/orgChart1"/>
    <dgm:cxn modelId="{77D7DCB3-3F5C-4A9B-AA59-A41DFEAC7417}" type="presOf" srcId="{2E2A766C-9EA7-406D-BB1A-72C1672415E7}" destId="{A65C890A-BCC6-44D3-B35A-4D5D9F552228}" srcOrd="1" destOrd="0" presId="urn:microsoft.com/office/officeart/2005/8/layout/orgChart1"/>
    <dgm:cxn modelId="{8D3E5EB6-B1A2-453B-BCB7-0BD349389E71}" type="presOf" srcId="{66520C66-A67A-4C57-97B1-E3B2F2116D81}" destId="{99D00FD2-C6DE-464F-B769-D3E81D64675A}" srcOrd="0" destOrd="0" presId="urn:microsoft.com/office/officeart/2005/8/layout/orgChart1"/>
    <dgm:cxn modelId="{BEDFACCF-35C8-4602-9CE5-0E24A0005D43}" type="presOf" srcId="{78817192-2C89-47DE-94FE-4FD166B9CA6F}" destId="{D9DF2D44-D7EF-40A6-B692-2E62A955E0F2}" srcOrd="0" destOrd="0" presId="urn:microsoft.com/office/officeart/2005/8/layout/orgChart1"/>
    <dgm:cxn modelId="{F3D0DED0-3BB0-43AB-9A6B-6B1D67C6ED1A}" type="presOf" srcId="{C668FE44-1C2D-4996-A431-5F178964A199}" destId="{6D1A7ACB-56ED-4FD5-877D-F7B521EB0F9E}" srcOrd="1" destOrd="0" presId="urn:microsoft.com/office/officeart/2005/8/layout/orgChart1"/>
    <dgm:cxn modelId="{4EC567DC-2271-442E-A4A8-C5DA51D8F225}" type="presOf" srcId="{F72919E7-86C3-44D6-97F0-642081B06C11}" destId="{EC36EBC7-2C72-45DA-9EAE-E41E6CBE28D5}" srcOrd="0" destOrd="0" presId="urn:microsoft.com/office/officeart/2005/8/layout/orgChart1"/>
    <dgm:cxn modelId="{A27781DD-A6AB-4339-A40F-056ADDB119BA}" type="presOf" srcId="{F5CA3B8A-1966-4432-AE98-D0DA96B92A77}" destId="{E75493B1-6F25-4CE8-94FB-F8926CC5253A}" srcOrd="1" destOrd="0" presId="urn:microsoft.com/office/officeart/2005/8/layout/orgChart1"/>
    <dgm:cxn modelId="{6378FAE5-CB4B-4663-9D9A-E40E72584DDB}" type="presOf" srcId="{9566310C-B686-43E0-BA8A-07DAE64DD9BA}" destId="{27E769C9-1039-4250-B6C5-1373CB1C370C}" srcOrd="1" destOrd="0" presId="urn:microsoft.com/office/officeart/2005/8/layout/orgChart1"/>
    <dgm:cxn modelId="{433680E9-DEFD-455F-995B-31D09FA61F30}" type="presOf" srcId="{489500B3-9AB5-4132-A449-30050493FDFC}" destId="{74207401-449F-40BE-8E8F-CE754CCDE104}" srcOrd="1" destOrd="0" presId="urn:microsoft.com/office/officeart/2005/8/layout/orgChart1"/>
    <dgm:cxn modelId="{E91FD5EB-8B45-40C3-8AF3-AD94F10C6B5B}" type="presOf" srcId="{9566310C-B686-43E0-BA8A-07DAE64DD9BA}" destId="{4F0826AD-6BBA-48F4-8CA7-BCBED4E48C12}" srcOrd="0" destOrd="0" presId="urn:microsoft.com/office/officeart/2005/8/layout/orgChart1"/>
    <dgm:cxn modelId="{534E3AF6-B31F-4308-ACE5-60380923E9A5}" type="presOf" srcId="{E832E50A-05D6-4312-8D44-85DB3A54736D}" destId="{67A605D5-1007-417D-A307-9A6126257EE3}" srcOrd="0" destOrd="0" presId="urn:microsoft.com/office/officeart/2005/8/layout/orgChart1"/>
    <dgm:cxn modelId="{35CC44FD-1764-4514-ABDA-2649838360DD}" srcId="{2E2A766C-9EA7-406D-BB1A-72C1672415E7}" destId="{5611F15A-084B-414E-95A9-34C7A885B59C}" srcOrd="0" destOrd="0" parTransId="{8FD80D9A-9189-4CF8-89E8-3ECED1D25419}" sibTransId="{C4EBEAB3-AE91-41F0-9D4E-9D5F45452D6B}"/>
    <dgm:cxn modelId="{00EA1E60-0ADA-406D-822E-60EC2449B7AE}" type="presParOf" srcId="{B9F2B97E-4392-4EE8-8D49-6AFB26588318}" destId="{92CFBDA1-E50E-41A8-9224-65E0C1D17E65}" srcOrd="0" destOrd="0" presId="urn:microsoft.com/office/officeart/2005/8/layout/orgChart1"/>
    <dgm:cxn modelId="{9F636713-693E-473E-A61C-8F7233F4A3E0}" type="presParOf" srcId="{92CFBDA1-E50E-41A8-9224-65E0C1D17E65}" destId="{9EA4ACF7-DE87-4490-BEF3-AC895A6996F2}" srcOrd="0" destOrd="0" presId="urn:microsoft.com/office/officeart/2005/8/layout/orgChart1"/>
    <dgm:cxn modelId="{BB65B30C-895E-4787-A2C2-F91A1C50A588}" type="presParOf" srcId="{9EA4ACF7-DE87-4490-BEF3-AC895A6996F2}" destId="{2671A687-C686-4096-8D6A-12AB49F8AE71}" srcOrd="0" destOrd="0" presId="urn:microsoft.com/office/officeart/2005/8/layout/orgChart1"/>
    <dgm:cxn modelId="{F183240B-F4F8-4940-B7EC-CE0B8FBB4273}" type="presParOf" srcId="{9EA4ACF7-DE87-4490-BEF3-AC895A6996F2}" destId="{A65C890A-BCC6-44D3-B35A-4D5D9F552228}" srcOrd="1" destOrd="0" presId="urn:microsoft.com/office/officeart/2005/8/layout/orgChart1"/>
    <dgm:cxn modelId="{F00BD878-20DF-4EC4-92CA-4378A6A39C62}" type="presParOf" srcId="{92CFBDA1-E50E-41A8-9224-65E0C1D17E65}" destId="{DA2E52FB-F3B1-41FB-B480-F6A703CF38B9}" srcOrd="1" destOrd="0" presId="urn:microsoft.com/office/officeart/2005/8/layout/orgChart1"/>
    <dgm:cxn modelId="{498AAFE5-F803-478F-A083-71ED43CE9032}" type="presParOf" srcId="{DA2E52FB-F3B1-41FB-B480-F6A703CF38B9}" destId="{00088933-BCE7-4262-8E8B-CFB99085B354}" srcOrd="0" destOrd="0" presId="urn:microsoft.com/office/officeart/2005/8/layout/orgChart1"/>
    <dgm:cxn modelId="{0BF865B5-A653-4896-8BB9-255D632E4A7E}" type="presParOf" srcId="{DA2E52FB-F3B1-41FB-B480-F6A703CF38B9}" destId="{4E348F60-1EC2-4F62-A5E9-16B39FB06714}" srcOrd="1" destOrd="0" presId="urn:microsoft.com/office/officeart/2005/8/layout/orgChart1"/>
    <dgm:cxn modelId="{D10F9230-D560-491A-BA23-C631D9DB6329}" type="presParOf" srcId="{4E348F60-1EC2-4F62-A5E9-16B39FB06714}" destId="{9F041AD3-A92D-4E28-9B6D-9132706ECD0E}" srcOrd="0" destOrd="0" presId="urn:microsoft.com/office/officeart/2005/8/layout/orgChart1"/>
    <dgm:cxn modelId="{F40F0CE8-ACB7-4A26-9E84-A9A740760BCD}" type="presParOf" srcId="{9F041AD3-A92D-4E28-9B6D-9132706ECD0E}" destId="{67BF4B72-3995-4C98-9051-74C33895FB9D}" srcOrd="0" destOrd="0" presId="urn:microsoft.com/office/officeart/2005/8/layout/orgChart1"/>
    <dgm:cxn modelId="{7221585C-84D6-446F-9EC3-75A2AB086E46}" type="presParOf" srcId="{9F041AD3-A92D-4E28-9B6D-9132706ECD0E}" destId="{F13E40D3-9CA6-49E6-BE7A-6436A6332938}" srcOrd="1" destOrd="0" presId="urn:microsoft.com/office/officeart/2005/8/layout/orgChart1"/>
    <dgm:cxn modelId="{91E7415D-BE6B-4493-87AD-6B045CC93213}" type="presParOf" srcId="{4E348F60-1EC2-4F62-A5E9-16B39FB06714}" destId="{79BD2100-5052-450B-9C14-DC68867FBA86}" srcOrd="1" destOrd="0" presId="urn:microsoft.com/office/officeart/2005/8/layout/orgChart1"/>
    <dgm:cxn modelId="{4A7E8427-BC72-45E5-B34A-DB0AF5C7CDF4}" type="presParOf" srcId="{79BD2100-5052-450B-9C14-DC68867FBA86}" destId="{99D00FD2-C6DE-464F-B769-D3E81D64675A}" srcOrd="0" destOrd="0" presId="urn:microsoft.com/office/officeart/2005/8/layout/orgChart1"/>
    <dgm:cxn modelId="{0BAD9E7D-4B52-4947-B29D-A38EEBE77DE6}" type="presParOf" srcId="{79BD2100-5052-450B-9C14-DC68867FBA86}" destId="{F7A757C6-5798-458E-97D7-565B65990CB5}" srcOrd="1" destOrd="0" presId="urn:microsoft.com/office/officeart/2005/8/layout/orgChart1"/>
    <dgm:cxn modelId="{AE3A6993-1BAF-43D7-91B1-0D283BE34E4F}" type="presParOf" srcId="{F7A757C6-5798-458E-97D7-565B65990CB5}" destId="{19E6105C-8D9A-4935-AF4A-975FEF35AED8}" srcOrd="0" destOrd="0" presId="urn:microsoft.com/office/officeart/2005/8/layout/orgChart1"/>
    <dgm:cxn modelId="{E4490A97-73FD-46D9-A5F6-0BD49B0AABE8}" type="presParOf" srcId="{19E6105C-8D9A-4935-AF4A-975FEF35AED8}" destId="{C6D5A561-1EAA-4770-AFBE-4A761B6B330C}" srcOrd="0" destOrd="0" presId="urn:microsoft.com/office/officeart/2005/8/layout/orgChart1"/>
    <dgm:cxn modelId="{E77183AA-305F-41A8-B895-1F5258213665}" type="presParOf" srcId="{19E6105C-8D9A-4935-AF4A-975FEF35AED8}" destId="{6D1A7ACB-56ED-4FD5-877D-F7B521EB0F9E}" srcOrd="1" destOrd="0" presId="urn:microsoft.com/office/officeart/2005/8/layout/orgChart1"/>
    <dgm:cxn modelId="{6D30D919-5B1C-4231-BBBE-4D5A502C1259}" type="presParOf" srcId="{F7A757C6-5798-458E-97D7-565B65990CB5}" destId="{1EE8DCEF-0744-466D-A676-63897CC57871}" srcOrd="1" destOrd="0" presId="urn:microsoft.com/office/officeart/2005/8/layout/orgChart1"/>
    <dgm:cxn modelId="{E1928636-55F6-4086-AB14-28EAD56CDB23}" type="presParOf" srcId="{F7A757C6-5798-458E-97D7-565B65990CB5}" destId="{DFABE562-D00B-4B3C-BFA6-6CB9A5A5C727}" srcOrd="2" destOrd="0" presId="urn:microsoft.com/office/officeart/2005/8/layout/orgChart1"/>
    <dgm:cxn modelId="{9F4725CF-4197-4F24-B631-FD84EE5061FC}" type="presParOf" srcId="{79BD2100-5052-450B-9C14-DC68867FBA86}" destId="{D9DF2D44-D7EF-40A6-B692-2E62A955E0F2}" srcOrd="2" destOrd="0" presId="urn:microsoft.com/office/officeart/2005/8/layout/orgChart1"/>
    <dgm:cxn modelId="{C0064274-8C1F-4EFC-84BC-4648EEF0F41D}" type="presParOf" srcId="{79BD2100-5052-450B-9C14-DC68867FBA86}" destId="{89488100-B42D-407B-A56B-7A1B70B465BE}" srcOrd="3" destOrd="0" presId="urn:microsoft.com/office/officeart/2005/8/layout/orgChart1"/>
    <dgm:cxn modelId="{59A8740C-A310-4AB0-8AB8-1E2A10A3592A}" type="presParOf" srcId="{89488100-B42D-407B-A56B-7A1B70B465BE}" destId="{E075A8EF-A0D1-4AA1-9D49-C5D825DCF9D7}" srcOrd="0" destOrd="0" presId="urn:microsoft.com/office/officeart/2005/8/layout/orgChart1"/>
    <dgm:cxn modelId="{4F2BA8A0-CF4E-4C62-AAD7-0CA8EB23FF05}" type="presParOf" srcId="{E075A8EF-A0D1-4AA1-9D49-C5D825DCF9D7}" destId="{EC36EBC7-2C72-45DA-9EAE-E41E6CBE28D5}" srcOrd="0" destOrd="0" presId="urn:microsoft.com/office/officeart/2005/8/layout/orgChart1"/>
    <dgm:cxn modelId="{3E114C3B-ECD6-4DB1-AD20-26D55724CFAF}" type="presParOf" srcId="{E075A8EF-A0D1-4AA1-9D49-C5D825DCF9D7}" destId="{6F53A99F-0650-4E6D-9B5C-5D97F7FCB692}" srcOrd="1" destOrd="0" presId="urn:microsoft.com/office/officeart/2005/8/layout/orgChart1"/>
    <dgm:cxn modelId="{A9DCB0FC-0764-4D98-8E70-0E3AE2C83D74}" type="presParOf" srcId="{89488100-B42D-407B-A56B-7A1B70B465BE}" destId="{3B5480CD-2B74-4026-B646-0E7808488644}" srcOrd="1" destOrd="0" presId="urn:microsoft.com/office/officeart/2005/8/layout/orgChart1"/>
    <dgm:cxn modelId="{8103C7FD-97E3-4934-8CBB-7D4B203C81D5}" type="presParOf" srcId="{89488100-B42D-407B-A56B-7A1B70B465BE}" destId="{5CDD6A81-4F88-4430-AD08-A83E687290D6}" srcOrd="2" destOrd="0" presId="urn:microsoft.com/office/officeart/2005/8/layout/orgChart1"/>
    <dgm:cxn modelId="{FFBFA35B-251D-4983-8BA7-DDE6DF56AFBB}" type="presParOf" srcId="{79BD2100-5052-450B-9C14-DC68867FBA86}" destId="{BC5F9BFA-6A88-43D6-A68C-657A3B16C5AA}" srcOrd="4" destOrd="0" presId="urn:microsoft.com/office/officeart/2005/8/layout/orgChart1"/>
    <dgm:cxn modelId="{64777DEF-0D98-4B22-A8BB-B020A0F5C92C}" type="presParOf" srcId="{79BD2100-5052-450B-9C14-DC68867FBA86}" destId="{12CC4100-A284-466F-B614-322862A6FF4B}" srcOrd="5" destOrd="0" presId="urn:microsoft.com/office/officeart/2005/8/layout/orgChart1"/>
    <dgm:cxn modelId="{3DF60E74-0DB9-4981-BB00-45BAD305C00F}" type="presParOf" srcId="{12CC4100-A284-466F-B614-322862A6FF4B}" destId="{2E0BD62D-ECAB-460E-BE86-16CF1744C303}" srcOrd="0" destOrd="0" presId="urn:microsoft.com/office/officeart/2005/8/layout/orgChart1"/>
    <dgm:cxn modelId="{AC2270A7-CBEB-428E-A742-F91B1C9D563E}" type="presParOf" srcId="{2E0BD62D-ECAB-460E-BE86-16CF1744C303}" destId="{4F0826AD-6BBA-48F4-8CA7-BCBED4E48C12}" srcOrd="0" destOrd="0" presId="urn:microsoft.com/office/officeart/2005/8/layout/orgChart1"/>
    <dgm:cxn modelId="{503080FF-4FC3-4166-B7E9-CAAB02862E57}" type="presParOf" srcId="{2E0BD62D-ECAB-460E-BE86-16CF1744C303}" destId="{27E769C9-1039-4250-B6C5-1373CB1C370C}" srcOrd="1" destOrd="0" presId="urn:microsoft.com/office/officeart/2005/8/layout/orgChart1"/>
    <dgm:cxn modelId="{F1253DF1-D7F7-455F-9208-284BB6B6DB82}" type="presParOf" srcId="{12CC4100-A284-466F-B614-322862A6FF4B}" destId="{23FF41EE-3CA3-41F4-ACA3-26B03C1C96A1}" srcOrd="1" destOrd="0" presId="urn:microsoft.com/office/officeart/2005/8/layout/orgChart1"/>
    <dgm:cxn modelId="{67088836-9787-4A9C-8385-962E80377517}" type="presParOf" srcId="{12CC4100-A284-466F-B614-322862A6FF4B}" destId="{0A220ADF-3061-459D-A597-C72CEB9E0FCC}" srcOrd="2" destOrd="0" presId="urn:microsoft.com/office/officeart/2005/8/layout/orgChart1"/>
    <dgm:cxn modelId="{BCBE6017-EAAA-436B-8D6B-87A074A808BD}" type="presParOf" srcId="{4E348F60-1EC2-4F62-A5E9-16B39FB06714}" destId="{F9CF171F-1513-43B5-9527-AB1BEF0E7B43}" srcOrd="2" destOrd="0" presId="urn:microsoft.com/office/officeart/2005/8/layout/orgChart1"/>
    <dgm:cxn modelId="{B69CEBAA-426E-490C-BD67-7C9D7D4E9195}" type="presParOf" srcId="{DA2E52FB-F3B1-41FB-B480-F6A703CF38B9}" destId="{07C430EF-D4F7-496D-A6CB-F3F1FFE42F13}" srcOrd="2" destOrd="0" presId="urn:microsoft.com/office/officeart/2005/8/layout/orgChart1"/>
    <dgm:cxn modelId="{DE54D9B8-D19C-433F-960F-66519D220210}" type="presParOf" srcId="{DA2E52FB-F3B1-41FB-B480-F6A703CF38B9}" destId="{101181CB-F308-419B-B520-47161A51A270}" srcOrd="3" destOrd="0" presId="urn:microsoft.com/office/officeart/2005/8/layout/orgChart1"/>
    <dgm:cxn modelId="{21507CCF-9B07-4D37-90B9-271F85B09479}" type="presParOf" srcId="{101181CB-F308-419B-B520-47161A51A270}" destId="{B7C51720-4F44-4974-BA61-D1B386CCB217}" srcOrd="0" destOrd="0" presId="urn:microsoft.com/office/officeart/2005/8/layout/orgChart1"/>
    <dgm:cxn modelId="{554B72BA-7C1E-47DC-B432-DAA632010785}" type="presParOf" srcId="{B7C51720-4F44-4974-BA61-D1B386CCB217}" destId="{2B1DADB8-2CD3-4B04-9A81-1F10757C749A}" srcOrd="0" destOrd="0" presId="urn:microsoft.com/office/officeart/2005/8/layout/orgChart1"/>
    <dgm:cxn modelId="{4615A8A2-6D08-4F7C-8E76-03C2A8B3E3EC}" type="presParOf" srcId="{B7C51720-4F44-4974-BA61-D1B386CCB217}" destId="{1F35D6BC-3231-4B17-8940-89D4BC715866}" srcOrd="1" destOrd="0" presId="urn:microsoft.com/office/officeart/2005/8/layout/orgChart1"/>
    <dgm:cxn modelId="{57BD119B-1FB4-4878-B384-22740AD1B386}" type="presParOf" srcId="{101181CB-F308-419B-B520-47161A51A270}" destId="{323F14D4-42EF-41D6-B7B1-C965167E4D92}" srcOrd="1" destOrd="0" presId="urn:microsoft.com/office/officeart/2005/8/layout/orgChart1"/>
    <dgm:cxn modelId="{95BF847D-589A-463C-AA1B-8C6DE433B079}" type="presParOf" srcId="{323F14D4-42EF-41D6-B7B1-C965167E4D92}" destId="{288CA5A8-123E-474D-BFB5-56D5A9EFC44D}" srcOrd="0" destOrd="0" presId="urn:microsoft.com/office/officeart/2005/8/layout/orgChart1"/>
    <dgm:cxn modelId="{EFBF4DC3-D476-43BF-B30D-46539FB94267}" type="presParOf" srcId="{323F14D4-42EF-41D6-B7B1-C965167E4D92}" destId="{8185283F-F8CE-47BC-A9F0-BB5FEAB755D1}" srcOrd="1" destOrd="0" presId="urn:microsoft.com/office/officeart/2005/8/layout/orgChart1"/>
    <dgm:cxn modelId="{A24CB94F-E4F5-4A35-A1E2-2099322A2686}" type="presParOf" srcId="{8185283F-F8CE-47BC-A9F0-BB5FEAB755D1}" destId="{580DC0E9-B0F7-4AC6-9660-6A073E1EAF8E}" srcOrd="0" destOrd="0" presId="urn:microsoft.com/office/officeart/2005/8/layout/orgChart1"/>
    <dgm:cxn modelId="{1A1D56B0-18F0-4E66-A7BC-E5E8ED0F9DCE}" type="presParOf" srcId="{580DC0E9-B0F7-4AC6-9660-6A073E1EAF8E}" destId="{67A605D5-1007-417D-A307-9A6126257EE3}" srcOrd="0" destOrd="0" presId="urn:microsoft.com/office/officeart/2005/8/layout/orgChart1"/>
    <dgm:cxn modelId="{0EAB8614-17E8-4B6A-8E4B-0D3A1720EA7F}" type="presParOf" srcId="{580DC0E9-B0F7-4AC6-9660-6A073E1EAF8E}" destId="{29571B36-3AB6-488D-8A9C-F6972EE36D22}" srcOrd="1" destOrd="0" presId="urn:microsoft.com/office/officeart/2005/8/layout/orgChart1"/>
    <dgm:cxn modelId="{03D1C3B2-E3B5-48E3-A3A2-D83C6ED2B473}" type="presParOf" srcId="{8185283F-F8CE-47BC-A9F0-BB5FEAB755D1}" destId="{4378250D-3AC7-407C-A79B-7C2B200AE906}" srcOrd="1" destOrd="0" presId="urn:microsoft.com/office/officeart/2005/8/layout/orgChart1"/>
    <dgm:cxn modelId="{A52993CE-10A6-4915-8010-14DF48CD6447}" type="presParOf" srcId="{8185283F-F8CE-47BC-A9F0-BB5FEAB755D1}" destId="{CDF9D101-F9D4-474B-B898-7E66964FC13C}" srcOrd="2" destOrd="0" presId="urn:microsoft.com/office/officeart/2005/8/layout/orgChart1"/>
    <dgm:cxn modelId="{46ACC3F6-CAFC-499E-92EF-64CD4B44EB3B}" type="presParOf" srcId="{101181CB-F308-419B-B520-47161A51A270}" destId="{85B4E74E-FF08-4DDA-9681-9CCAFE982925}" srcOrd="2" destOrd="0" presId="urn:microsoft.com/office/officeart/2005/8/layout/orgChart1"/>
    <dgm:cxn modelId="{C92E55ED-DFE5-4185-8DBF-F87F88FB1F4F}" type="presParOf" srcId="{DA2E52FB-F3B1-41FB-B480-F6A703CF38B9}" destId="{DF6F1B0D-44D9-4F38-B166-31D10E22C0EF}" srcOrd="4" destOrd="0" presId="urn:microsoft.com/office/officeart/2005/8/layout/orgChart1"/>
    <dgm:cxn modelId="{EF17ECA0-65CF-4D0F-ABE4-A440B5411760}" type="presParOf" srcId="{DA2E52FB-F3B1-41FB-B480-F6A703CF38B9}" destId="{26FF31C5-0F91-4A30-A792-1304375C3EFA}" srcOrd="5" destOrd="0" presId="urn:microsoft.com/office/officeart/2005/8/layout/orgChart1"/>
    <dgm:cxn modelId="{957B616F-D787-4F88-8CB3-CC83ACFE6B1C}" type="presParOf" srcId="{26FF31C5-0F91-4A30-A792-1304375C3EFA}" destId="{A67CF9AD-DCF2-4298-A271-CD58091B9BD6}" srcOrd="0" destOrd="0" presId="urn:microsoft.com/office/officeart/2005/8/layout/orgChart1"/>
    <dgm:cxn modelId="{35E127A6-A8C0-49C8-96CD-C9D9A3FEF385}" type="presParOf" srcId="{A67CF9AD-DCF2-4298-A271-CD58091B9BD6}" destId="{8917DE24-1406-49DD-9FC2-3185B3D38187}" srcOrd="0" destOrd="0" presId="urn:microsoft.com/office/officeart/2005/8/layout/orgChart1"/>
    <dgm:cxn modelId="{5C5B89AD-2D47-4AA3-83F8-B1890FBAE7D7}" type="presParOf" srcId="{A67CF9AD-DCF2-4298-A271-CD58091B9BD6}" destId="{AD53A3B3-ADC4-49A5-BC63-F82E0F388CC0}" srcOrd="1" destOrd="0" presId="urn:microsoft.com/office/officeart/2005/8/layout/orgChart1"/>
    <dgm:cxn modelId="{AEBACCD9-3C29-4103-B0CE-1ABE5F8C73F7}" type="presParOf" srcId="{26FF31C5-0F91-4A30-A792-1304375C3EFA}" destId="{C7DC959F-0ADE-4DAA-B40A-82C100F4C255}" srcOrd="1" destOrd="0" presId="urn:microsoft.com/office/officeart/2005/8/layout/orgChart1"/>
    <dgm:cxn modelId="{5DEBB2ED-F152-4245-A29D-16864D606EF4}" type="presParOf" srcId="{C7DC959F-0ADE-4DAA-B40A-82C100F4C255}" destId="{F2C8573D-9089-49A3-88FC-6C8FCA07A128}" srcOrd="0" destOrd="0" presId="urn:microsoft.com/office/officeart/2005/8/layout/orgChart1"/>
    <dgm:cxn modelId="{5F2DDEB3-8A6B-4B73-B325-DC6619E9F4ED}" type="presParOf" srcId="{C7DC959F-0ADE-4DAA-B40A-82C100F4C255}" destId="{B81B6508-2471-4EFD-80AE-8B39A9A12CCF}" srcOrd="1" destOrd="0" presId="urn:microsoft.com/office/officeart/2005/8/layout/orgChart1"/>
    <dgm:cxn modelId="{6692908F-155C-462A-91E8-2DE671FD4771}" type="presParOf" srcId="{B81B6508-2471-4EFD-80AE-8B39A9A12CCF}" destId="{0A2308D5-4623-4849-A2D8-EC0DC60227F8}" srcOrd="0" destOrd="0" presId="urn:microsoft.com/office/officeart/2005/8/layout/orgChart1"/>
    <dgm:cxn modelId="{EF972567-47D4-48A7-99E9-DEB45BAF7501}" type="presParOf" srcId="{0A2308D5-4623-4849-A2D8-EC0DC60227F8}" destId="{94F5D520-7281-4658-AB1E-991F26F37FEF}" srcOrd="0" destOrd="0" presId="urn:microsoft.com/office/officeart/2005/8/layout/orgChart1"/>
    <dgm:cxn modelId="{5599B444-C8B5-426C-990E-9D11401EEFEB}" type="presParOf" srcId="{0A2308D5-4623-4849-A2D8-EC0DC60227F8}" destId="{74207401-449F-40BE-8E8F-CE754CCDE104}" srcOrd="1" destOrd="0" presId="urn:microsoft.com/office/officeart/2005/8/layout/orgChart1"/>
    <dgm:cxn modelId="{CE83CF52-2606-49FF-87C3-EDFCC93D4CB2}" type="presParOf" srcId="{B81B6508-2471-4EFD-80AE-8B39A9A12CCF}" destId="{1668430D-4DA1-4093-9715-62DBA5D42D3E}" srcOrd="1" destOrd="0" presId="urn:microsoft.com/office/officeart/2005/8/layout/orgChart1"/>
    <dgm:cxn modelId="{5D4EB7FF-B3AF-4EF0-A0B2-E480874F9DAC}" type="presParOf" srcId="{B81B6508-2471-4EFD-80AE-8B39A9A12CCF}" destId="{C94339A8-7719-476C-A458-4AE8CFC674F5}" srcOrd="2" destOrd="0" presId="urn:microsoft.com/office/officeart/2005/8/layout/orgChart1"/>
    <dgm:cxn modelId="{CCCA9A51-544C-4DD3-801D-A77A1C1C03E7}" type="presParOf" srcId="{C7DC959F-0ADE-4DAA-B40A-82C100F4C255}" destId="{2B598ECB-A6AC-4828-83A6-D3FAB99DE405}" srcOrd="2" destOrd="0" presId="urn:microsoft.com/office/officeart/2005/8/layout/orgChart1"/>
    <dgm:cxn modelId="{F46AB3D8-CE8B-479B-8AD6-C7D883A36E3D}" type="presParOf" srcId="{C7DC959F-0ADE-4DAA-B40A-82C100F4C255}" destId="{62AEC996-F79C-4FCE-AEAF-9B23EE956748}" srcOrd="3" destOrd="0" presId="urn:microsoft.com/office/officeart/2005/8/layout/orgChart1"/>
    <dgm:cxn modelId="{F44F7FF0-C72C-4A76-BEE8-1D933B63790F}" type="presParOf" srcId="{62AEC996-F79C-4FCE-AEAF-9B23EE956748}" destId="{35ACE6A6-26ED-4856-8DFE-40F80BD48ECF}" srcOrd="0" destOrd="0" presId="urn:microsoft.com/office/officeart/2005/8/layout/orgChart1"/>
    <dgm:cxn modelId="{34824DCA-DBEE-470B-AB08-C00EDF067939}" type="presParOf" srcId="{35ACE6A6-26ED-4856-8DFE-40F80BD48ECF}" destId="{9CE9EE4C-D508-4F26-9A56-20E63AD56072}" srcOrd="0" destOrd="0" presId="urn:microsoft.com/office/officeart/2005/8/layout/orgChart1"/>
    <dgm:cxn modelId="{7B8B6BE8-FD1C-4510-A995-9A3569EE4DA1}" type="presParOf" srcId="{35ACE6A6-26ED-4856-8DFE-40F80BD48ECF}" destId="{6F51EF9D-371D-4FD6-BFE0-C7F10587ACD3}" srcOrd="1" destOrd="0" presId="urn:microsoft.com/office/officeart/2005/8/layout/orgChart1"/>
    <dgm:cxn modelId="{E9D81EAE-2E7C-4AA5-B4AA-FB0EEB6C507D}" type="presParOf" srcId="{62AEC996-F79C-4FCE-AEAF-9B23EE956748}" destId="{D42E6BC5-7F77-4F09-AA69-F70BEE5F9EB5}" srcOrd="1" destOrd="0" presId="urn:microsoft.com/office/officeart/2005/8/layout/orgChart1"/>
    <dgm:cxn modelId="{ABC17436-A343-4E4C-8B25-72764D4A76F6}" type="presParOf" srcId="{62AEC996-F79C-4FCE-AEAF-9B23EE956748}" destId="{3BE94EFF-F36E-4301-83AD-B5084B02AD4B}" srcOrd="2" destOrd="0" presId="urn:microsoft.com/office/officeart/2005/8/layout/orgChart1"/>
    <dgm:cxn modelId="{2C39942C-C545-4437-90A0-0033B235F185}" type="presParOf" srcId="{C7DC959F-0ADE-4DAA-B40A-82C100F4C255}" destId="{70A59C60-2D2C-4B63-9B77-913F78D0ED4F}" srcOrd="4" destOrd="0" presId="urn:microsoft.com/office/officeart/2005/8/layout/orgChart1"/>
    <dgm:cxn modelId="{67216F60-81F3-4985-A927-D46ECAD30E90}" type="presParOf" srcId="{C7DC959F-0ADE-4DAA-B40A-82C100F4C255}" destId="{8760A0B9-A192-460F-A6B2-2BDDD9873C4C}" srcOrd="5" destOrd="0" presId="urn:microsoft.com/office/officeart/2005/8/layout/orgChart1"/>
    <dgm:cxn modelId="{B65EDA87-7025-47C6-9507-6A40EE08A0BC}" type="presParOf" srcId="{8760A0B9-A192-460F-A6B2-2BDDD9873C4C}" destId="{D701FE5B-550C-47E8-8065-FE8735CF6D67}" srcOrd="0" destOrd="0" presId="urn:microsoft.com/office/officeart/2005/8/layout/orgChart1"/>
    <dgm:cxn modelId="{FED111C7-0972-4042-832F-724A9C37A4AA}" type="presParOf" srcId="{D701FE5B-550C-47E8-8065-FE8735CF6D67}" destId="{2657A9C6-1DA0-4775-9F08-9517580EB398}" srcOrd="0" destOrd="0" presId="urn:microsoft.com/office/officeart/2005/8/layout/orgChart1"/>
    <dgm:cxn modelId="{0900AE9C-F230-4A12-9416-DEBD4978621E}" type="presParOf" srcId="{D701FE5B-550C-47E8-8065-FE8735CF6D67}" destId="{E75493B1-6F25-4CE8-94FB-F8926CC5253A}" srcOrd="1" destOrd="0" presId="urn:microsoft.com/office/officeart/2005/8/layout/orgChart1"/>
    <dgm:cxn modelId="{D721BB1B-21AC-4231-A8E3-4BED2B1EF503}" type="presParOf" srcId="{8760A0B9-A192-460F-A6B2-2BDDD9873C4C}" destId="{AA443CE3-C717-46DB-B387-FC7F38EE0508}" srcOrd="1" destOrd="0" presId="urn:microsoft.com/office/officeart/2005/8/layout/orgChart1"/>
    <dgm:cxn modelId="{BAD2E469-2F15-4BC0-9B55-F23A6730425B}" type="presParOf" srcId="{8760A0B9-A192-460F-A6B2-2BDDD9873C4C}" destId="{FC3554B1-C1B5-40CA-AF42-E2ECD866860B}" srcOrd="2" destOrd="0" presId="urn:microsoft.com/office/officeart/2005/8/layout/orgChart1"/>
    <dgm:cxn modelId="{0A7E9937-F35E-436C-B290-A16CAFB9DDB1}" type="presParOf" srcId="{26FF31C5-0F91-4A30-A792-1304375C3EFA}" destId="{52C351E8-C4DA-46B7-BD1B-D2FC00E94481}" srcOrd="2" destOrd="0" presId="urn:microsoft.com/office/officeart/2005/8/layout/orgChart1"/>
    <dgm:cxn modelId="{5C081786-6A78-4D5F-A30D-C8C106957CC0}" type="presParOf" srcId="{92CFBDA1-E50E-41A8-9224-65E0C1D17E65}" destId="{81C1EF69-6B56-405B-B361-33D019886E5C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2D506E-4BDA-4309-BD9B-D36E003BFD30}">
      <dsp:nvSpPr>
        <dsp:cNvPr id="0" name=""/>
        <dsp:cNvSpPr/>
      </dsp:nvSpPr>
      <dsp:spPr>
        <a:xfrm>
          <a:off x="0" y="1818109"/>
          <a:ext cx="12191999" cy="52208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dirty="0"/>
            <a:t>Level 3 and after: Work Items</a:t>
          </a:r>
          <a:endParaRPr lang="en-PK" sz="2000" b="0" kern="1200" dirty="0"/>
        </a:p>
      </dsp:txBody>
      <dsp:txXfrm>
        <a:off x="0" y="1818109"/>
        <a:ext cx="3657599" cy="522089"/>
      </dsp:txXfrm>
    </dsp:sp>
    <dsp:sp modelId="{1EA2DECA-F122-455E-B01A-5E09D53A0CEB}">
      <dsp:nvSpPr>
        <dsp:cNvPr id="0" name=""/>
        <dsp:cNvSpPr/>
      </dsp:nvSpPr>
      <dsp:spPr>
        <a:xfrm>
          <a:off x="0" y="1209005"/>
          <a:ext cx="12191999" cy="52208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dirty="0"/>
            <a:t>Level 2: Problem Decomposition</a:t>
          </a:r>
          <a:endParaRPr lang="en-PK" sz="2000" b="0" kern="1200" dirty="0"/>
        </a:p>
      </dsp:txBody>
      <dsp:txXfrm>
        <a:off x="0" y="1209005"/>
        <a:ext cx="3657599" cy="522089"/>
      </dsp:txXfrm>
    </dsp:sp>
    <dsp:sp modelId="{A8645714-4708-4751-AD7E-F20F79376EDC}">
      <dsp:nvSpPr>
        <dsp:cNvPr id="0" name=""/>
        <dsp:cNvSpPr/>
      </dsp:nvSpPr>
      <dsp:spPr>
        <a:xfrm>
          <a:off x="0" y="599901"/>
          <a:ext cx="12191999" cy="52208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dirty="0"/>
            <a:t>Level 1: Scope</a:t>
          </a:r>
          <a:endParaRPr lang="en-PK" sz="2000" b="0" kern="1200" dirty="0"/>
        </a:p>
      </dsp:txBody>
      <dsp:txXfrm>
        <a:off x="0" y="599901"/>
        <a:ext cx="3657599" cy="522089"/>
      </dsp:txXfrm>
    </dsp:sp>
    <dsp:sp modelId="{4431112D-ED80-4F4A-9242-23C084ADCF78}">
      <dsp:nvSpPr>
        <dsp:cNvPr id="0" name=""/>
        <dsp:cNvSpPr/>
      </dsp:nvSpPr>
      <dsp:spPr>
        <a:xfrm>
          <a:off x="7264475" y="643408"/>
          <a:ext cx="652611" cy="4350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kern="1200" dirty="0"/>
            <a:t>Complete System</a:t>
          </a:r>
          <a:endParaRPr lang="en-PK" sz="1000" b="0" kern="1200" dirty="0"/>
        </a:p>
      </dsp:txBody>
      <dsp:txXfrm>
        <a:off x="7277218" y="656151"/>
        <a:ext cx="627125" cy="409588"/>
      </dsp:txXfrm>
    </dsp:sp>
    <dsp:sp modelId="{4DB380DC-8858-4914-BBC1-717E9D16BB1E}">
      <dsp:nvSpPr>
        <dsp:cNvPr id="0" name=""/>
        <dsp:cNvSpPr/>
      </dsp:nvSpPr>
      <dsp:spPr>
        <a:xfrm>
          <a:off x="5045596" y="1078483"/>
          <a:ext cx="2545183" cy="174029"/>
        </a:xfrm>
        <a:custGeom>
          <a:avLst/>
          <a:gdLst/>
          <a:ahLst/>
          <a:cxnLst/>
          <a:rect l="0" t="0" r="0" b="0"/>
          <a:pathLst>
            <a:path>
              <a:moveTo>
                <a:pt x="2545183" y="0"/>
              </a:moveTo>
              <a:lnTo>
                <a:pt x="2545183" y="87014"/>
              </a:lnTo>
              <a:lnTo>
                <a:pt x="0" y="87014"/>
              </a:lnTo>
              <a:lnTo>
                <a:pt x="0" y="174029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6E6E2A9-7718-49F9-815C-E3522178F626}">
      <dsp:nvSpPr>
        <dsp:cNvPr id="0" name=""/>
        <dsp:cNvSpPr/>
      </dsp:nvSpPr>
      <dsp:spPr>
        <a:xfrm>
          <a:off x="4719291" y="1252512"/>
          <a:ext cx="652611" cy="43507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kern="1200"/>
            <a:t>Module 1</a:t>
          </a:r>
          <a:endParaRPr lang="en-PK" sz="1000" b="0" kern="1200" dirty="0"/>
        </a:p>
      </dsp:txBody>
      <dsp:txXfrm>
        <a:off x="4732034" y="1265255"/>
        <a:ext cx="627125" cy="409588"/>
      </dsp:txXfrm>
    </dsp:sp>
    <dsp:sp modelId="{FAB96838-8297-4B8A-8D77-457225D74144}">
      <dsp:nvSpPr>
        <dsp:cNvPr id="0" name=""/>
        <dsp:cNvSpPr/>
      </dsp:nvSpPr>
      <dsp:spPr>
        <a:xfrm>
          <a:off x="4409300" y="1687586"/>
          <a:ext cx="636295" cy="174029"/>
        </a:xfrm>
        <a:custGeom>
          <a:avLst/>
          <a:gdLst/>
          <a:ahLst/>
          <a:cxnLst/>
          <a:rect l="0" t="0" r="0" b="0"/>
          <a:pathLst>
            <a:path>
              <a:moveTo>
                <a:pt x="636295" y="0"/>
              </a:moveTo>
              <a:lnTo>
                <a:pt x="636295" y="87014"/>
              </a:lnTo>
              <a:lnTo>
                <a:pt x="0" y="87014"/>
              </a:lnTo>
              <a:lnTo>
                <a:pt x="0" y="174029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0B072FC-A394-4A38-ABAC-03B491941F63}">
      <dsp:nvSpPr>
        <dsp:cNvPr id="0" name=""/>
        <dsp:cNvSpPr/>
      </dsp:nvSpPr>
      <dsp:spPr>
        <a:xfrm>
          <a:off x="4082995" y="1861616"/>
          <a:ext cx="652611" cy="43507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kern="1200" dirty="0"/>
            <a:t>Feature 1</a:t>
          </a:r>
          <a:endParaRPr lang="en-PK" sz="1000" b="0" kern="1200" dirty="0"/>
        </a:p>
      </dsp:txBody>
      <dsp:txXfrm>
        <a:off x="4095738" y="1874359"/>
        <a:ext cx="627125" cy="409588"/>
      </dsp:txXfrm>
    </dsp:sp>
    <dsp:sp modelId="{D3F98357-F435-4B17-A632-A9D91054B68D}">
      <dsp:nvSpPr>
        <dsp:cNvPr id="0" name=""/>
        <dsp:cNvSpPr/>
      </dsp:nvSpPr>
      <dsp:spPr>
        <a:xfrm>
          <a:off x="3985103" y="2296690"/>
          <a:ext cx="424197" cy="174029"/>
        </a:xfrm>
        <a:custGeom>
          <a:avLst/>
          <a:gdLst/>
          <a:ahLst/>
          <a:cxnLst/>
          <a:rect l="0" t="0" r="0" b="0"/>
          <a:pathLst>
            <a:path>
              <a:moveTo>
                <a:pt x="424197" y="0"/>
              </a:moveTo>
              <a:lnTo>
                <a:pt x="424197" y="87014"/>
              </a:lnTo>
              <a:lnTo>
                <a:pt x="0" y="87014"/>
              </a:lnTo>
              <a:lnTo>
                <a:pt x="0" y="174029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954018-3CC8-45BF-BCDF-E28468913E90}">
      <dsp:nvSpPr>
        <dsp:cNvPr id="0" name=""/>
        <dsp:cNvSpPr/>
      </dsp:nvSpPr>
      <dsp:spPr>
        <a:xfrm>
          <a:off x="3658797" y="2470720"/>
          <a:ext cx="652611" cy="43507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kern="1200" dirty="0"/>
            <a:t>Task 1.1</a:t>
          </a:r>
          <a:endParaRPr lang="en-PK" sz="1000" b="0" kern="1200" dirty="0"/>
        </a:p>
      </dsp:txBody>
      <dsp:txXfrm>
        <a:off x="3671540" y="2483463"/>
        <a:ext cx="627125" cy="409588"/>
      </dsp:txXfrm>
    </dsp:sp>
    <dsp:sp modelId="{20817F35-F608-41EC-9EBA-E393256ADB26}">
      <dsp:nvSpPr>
        <dsp:cNvPr id="0" name=""/>
        <dsp:cNvSpPr/>
      </dsp:nvSpPr>
      <dsp:spPr>
        <a:xfrm>
          <a:off x="4409300" y="2296690"/>
          <a:ext cx="424197" cy="1740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7014"/>
              </a:lnTo>
              <a:lnTo>
                <a:pt x="424197" y="87014"/>
              </a:lnTo>
              <a:lnTo>
                <a:pt x="424197" y="174029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46CB323-0227-427A-9A1D-8A89846644AC}">
      <dsp:nvSpPr>
        <dsp:cNvPr id="0" name=""/>
        <dsp:cNvSpPr/>
      </dsp:nvSpPr>
      <dsp:spPr>
        <a:xfrm>
          <a:off x="4507192" y="2470720"/>
          <a:ext cx="652611" cy="43507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kern="1200" dirty="0"/>
            <a:t>Task 1.2</a:t>
          </a:r>
          <a:endParaRPr lang="en-PK" sz="1000" b="0" kern="1200" dirty="0"/>
        </a:p>
      </dsp:txBody>
      <dsp:txXfrm>
        <a:off x="4519935" y="2483463"/>
        <a:ext cx="627125" cy="409588"/>
      </dsp:txXfrm>
    </dsp:sp>
    <dsp:sp modelId="{42EAF587-7323-4345-AACA-1C1752D47940}">
      <dsp:nvSpPr>
        <dsp:cNvPr id="0" name=""/>
        <dsp:cNvSpPr/>
      </dsp:nvSpPr>
      <dsp:spPr>
        <a:xfrm>
          <a:off x="5045596" y="1687586"/>
          <a:ext cx="636295" cy="1740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7014"/>
              </a:lnTo>
              <a:lnTo>
                <a:pt x="636295" y="87014"/>
              </a:lnTo>
              <a:lnTo>
                <a:pt x="636295" y="174029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757E76-B6D4-4630-A1E2-4C561FFC2311}">
      <dsp:nvSpPr>
        <dsp:cNvPr id="0" name=""/>
        <dsp:cNvSpPr/>
      </dsp:nvSpPr>
      <dsp:spPr>
        <a:xfrm>
          <a:off x="5355587" y="1861616"/>
          <a:ext cx="652611" cy="43507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kern="1200" dirty="0"/>
            <a:t>Feature 2</a:t>
          </a:r>
          <a:endParaRPr lang="en-PK" sz="1000" b="0" kern="1200" dirty="0"/>
        </a:p>
      </dsp:txBody>
      <dsp:txXfrm>
        <a:off x="5368330" y="1874359"/>
        <a:ext cx="627125" cy="409588"/>
      </dsp:txXfrm>
    </dsp:sp>
    <dsp:sp modelId="{936B79C0-92F2-4A5B-BB4E-3D61D55750FB}">
      <dsp:nvSpPr>
        <dsp:cNvPr id="0" name=""/>
        <dsp:cNvSpPr/>
      </dsp:nvSpPr>
      <dsp:spPr>
        <a:xfrm>
          <a:off x="5636172" y="2296690"/>
          <a:ext cx="91440" cy="17402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74029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44EF55-8984-4DFA-A5DC-5102E01E248B}">
      <dsp:nvSpPr>
        <dsp:cNvPr id="0" name=""/>
        <dsp:cNvSpPr/>
      </dsp:nvSpPr>
      <dsp:spPr>
        <a:xfrm>
          <a:off x="5355587" y="2470720"/>
          <a:ext cx="652611" cy="43507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kern="1200" dirty="0"/>
            <a:t>Task 2.1</a:t>
          </a:r>
          <a:endParaRPr lang="en-PK" sz="1000" b="0" kern="1200" dirty="0"/>
        </a:p>
      </dsp:txBody>
      <dsp:txXfrm>
        <a:off x="5368330" y="2483463"/>
        <a:ext cx="627125" cy="409588"/>
      </dsp:txXfrm>
    </dsp:sp>
    <dsp:sp modelId="{A621BC21-F938-433D-99B6-DAE179D94ED8}">
      <dsp:nvSpPr>
        <dsp:cNvPr id="0" name=""/>
        <dsp:cNvSpPr/>
      </dsp:nvSpPr>
      <dsp:spPr>
        <a:xfrm>
          <a:off x="6954484" y="1078483"/>
          <a:ext cx="636295" cy="174029"/>
        </a:xfrm>
        <a:custGeom>
          <a:avLst/>
          <a:gdLst/>
          <a:ahLst/>
          <a:cxnLst/>
          <a:rect l="0" t="0" r="0" b="0"/>
          <a:pathLst>
            <a:path>
              <a:moveTo>
                <a:pt x="636295" y="0"/>
              </a:moveTo>
              <a:lnTo>
                <a:pt x="636295" y="87014"/>
              </a:lnTo>
              <a:lnTo>
                <a:pt x="0" y="87014"/>
              </a:lnTo>
              <a:lnTo>
                <a:pt x="0" y="174029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09E56F5-1ED1-4741-9324-D7E8CC86A74D}">
      <dsp:nvSpPr>
        <dsp:cNvPr id="0" name=""/>
        <dsp:cNvSpPr/>
      </dsp:nvSpPr>
      <dsp:spPr>
        <a:xfrm>
          <a:off x="6628179" y="1252512"/>
          <a:ext cx="652611" cy="43507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kern="1200"/>
            <a:t>Module 2</a:t>
          </a:r>
          <a:endParaRPr lang="en-PK" sz="1000" b="0" kern="1200" dirty="0"/>
        </a:p>
      </dsp:txBody>
      <dsp:txXfrm>
        <a:off x="6640922" y="1265255"/>
        <a:ext cx="627125" cy="409588"/>
      </dsp:txXfrm>
    </dsp:sp>
    <dsp:sp modelId="{24673EEA-72D6-461F-BFEB-19F8DD68BFD4}">
      <dsp:nvSpPr>
        <dsp:cNvPr id="0" name=""/>
        <dsp:cNvSpPr/>
      </dsp:nvSpPr>
      <dsp:spPr>
        <a:xfrm>
          <a:off x="6530287" y="1687586"/>
          <a:ext cx="424197" cy="174029"/>
        </a:xfrm>
        <a:custGeom>
          <a:avLst/>
          <a:gdLst/>
          <a:ahLst/>
          <a:cxnLst/>
          <a:rect l="0" t="0" r="0" b="0"/>
          <a:pathLst>
            <a:path>
              <a:moveTo>
                <a:pt x="424197" y="0"/>
              </a:moveTo>
              <a:lnTo>
                <a:pt x="424197" y="87014"/>
              </a:lnTo>
              <a:lnTo>
                <a:pt x="0" y="87014"/>
              </a:lnTo>
              <a:lnTo>
                <a:pt x="0" y="174029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34AA984-1C0D-4C8C-A7FF-43236FDAA7E1}">
      <dsp:nvSpPr>
        <dsp:cNvPr id="0" name=""/>
        <dsp:cNvSpPr/>
      </dsp:nvSpPr>
      <dsp:spPr>
        <a:xfrm>
          <a:off x="6203981" y="1861616"/>
          <a:ext cx="652611" cy="43507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kern="1200" dirty="0"/>
            <a:t>Feature 3</a:t>
          </a:r>
          <a:endParaRPr lang="en-PK" sz="1000" b="0" kern="1200" dirty="0"/>
        </a:p>
      </dsp:txBody>
      <dsp:txXfrm>
        <a:off x="6216724" y="1874359"/>
        <a:ext cx="627125" cy="409588"/>
      </dsp:txXfrm>
    </dsp:sp>
    <dsp:sp modelId="{60E78178-2614-4D0F-8BCE-A37D23B933AE}">
      <dsp:nvSpPr>
        <dsp:cNvPr id="0" name=""/>
        <dsp:cNvSpPr/>
      </dsp:nvSpPr>
      <dsp:spPr>
        <a:xfrm>
          <a:off x="6484567" y="2296690"/>
          <a:ext cx="91440" cy="17402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74029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D19E04-109E-4322-BFE8-2C001F460C97}">
      <dsp:nvSpPr>
        <dsp:cNvPr id="0" name=""/>
        <dsp:cNvSpPr/>
      </dsp:nvSpPr>
      <dsp:spPr>
        <a:xfrm>
          <a:off x="6203981" y="2470720"/>
          <a:ext cx="652611" cy="43507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kern="1200" dirty="0"/>
            <a:t>Task 3.1</a:t>
          </a:r>
          <a:endParaRPr lang="en-PK" sz="1000" b="0" kern="1200" dirty="0"/>
        </a:p>
      </dsp:txBody>
      <dsp:txXfrm>
        <a:off x="6216724" y="2483463"/>
        <a:ext cx="627125" cy="409588"/>
      </dsp:txXfrm>
    </dsp:sp>
    <dsp:sp modelId="{45FB4F23-B6C2-4CE6-8B79-2950FB15CC76}">
      <dsp:nvSpPr>
        <dsp:cNvPr id="0" name=""/>
        <dsp:cNvSpPr/>
      </dsp:nvSpPr>
      <dsp:spPr>
        <a:xfrm>
          <a:off x="6954484" y="1687586"/>
          <a:ext cx="424197" cy="1740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7014"/>
              </a:lnTo>
              <a:lnTo>
                <a:pt x="424197" y="87014"/>
              </a:lnTo>
              <a:lnTo>
                <a:pt x="424197" y="174029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8CC2D12-549E-49EB-AD33-80EEC8386ABC}">
      <dsp:nvSpPr>
        <dsp:cNvPr id="0" name=""/>
        <dsp:cNvSpPr/>
      </dsp:nvSpPr>
      <dsp:spPr>
        <a:xfrm>
          <a:off x="7052376" y="1861616"/>
          <a:ext cx="652611" cy="43507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kern="1200" dirty="0"/>
            <a:t>Feature 4</a:t>
          </a:r>
          <a:endParaRPr lang="en-PK" sz="1000" b="0" kern="1200" dirty="0"/>
        </a:p>
      </dsp:txBody>
      <dsp:txXfrm>
        <a:off x="7065119" y="1874359"/>
        <a:ext cx="627125" cy="409588"/>
      </dsp:txXfrm>
    </dsp:sp>
    <dsp:sp modelId="{BF011010-BE9E-4CCA-8E28-A8AE0DA7B6E8}">
      <dsp:nvSpPr>
        <dsp:cNvPr id="0" name=""/>
        <dsp:cNvSpPr/>
      </dsp:nvSpPr>
      <dsp:spPr>
        <a:xfrm>
          <a:off x="7332962" y="2296690"/>
          <a:ext cx="91440" cy="17402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74029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046D890-46BC-4A06-B3B8-E5AA4BD83650}">
      <dsp:nvSpPr>
        <dsp:cNvPr id="0" name=""/>
        <dsp:cNvSpPr/>
      </dsp:nvSpPr>
      <dsp:spPr>
        <a:xfrm>
          <a:off x="7052376" y="2470720"/>
          <a:ext cx="652611" cy="43507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kern="1200" dirty="0"/>
            <a:t>Task 4.1</a:t>
          </a:r>
          <a:endParaRPr lang="en-PK" sz="1000" b="0" kern="1200" dirty="0"/>
        </a:p>
      </dsp:txBody>
      <dsp:txXfrm>
        <a:off x="7065119" y="2483463"/>
        <a:ext cx="627125" cy="409588"/>
      </dsp:txXfrm>
    </dsp:sp>
    <dsp:sp modelId="{CD219C46-7EF3-42C0-9A4B-081DEBE1642C}">
      <dsp:nvSpPr>
        <dsp:cNvPr id="0" name=""/>
        <dsp:cNvSpPr/>
      </dsp:nvSpPr>
      <dsp:spPr>
        <a:xfrm>
          <a:off x="7590780" y="1078483"/>
          <a:ext cx="2545183" cy="1740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7014"/>
              </a:lnTo>
              <a:lnTo>
                <a:pt x="2545183" y="87014"/>
              </a:lnTo>
              <a:lnTo>
                <a:pt x="2545183" y="174029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5FBE9B-6645-4045-B93E-041BC239FD0B}">
      <dsp:nvSpPr>
        <dsp:cNvPr id="0" name=""/>
        <dsp:cNvSpPr/>
      </dsp:nvSpPr>
      <dsp:spPr>
        <a:xfrm>
          <a:off x="9809659" y="1252512"/>
          <a:ext cx="652611" cy="43507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kern="1200"/>
            <a:t>Module 3</a:t>
          </a:r>
          <a:endParaRPr lang="en-PK" sz="1000" b="0" kern="1200" dirty="0"/>
        </a:p>
      </dsp:txBody>
      <dsp:txXfrm>
        <a:off x="9822402" y="1265255"/>
        <a:ext cx="627125" cy="409588"/>
      </dsp:txXfrm>
    </dsp:sp>
    <dsp:sp modelId="{F1AC5A8A-3B59-4658-91B5-DAE0FF94B50B}">
      <dsp:nvSpPr>
        <dsp:cNvPr id="0" name=""/>
        <dsp:cNvSpPr/>
      </dsp:nvSpPr>
      <dsp:spPr>
        <a:xfrm>
          <a:off x="9075471" y="1687586"/>
          <a:ext cx="1060493" cy="174029"/>
        </a:xfrm>
        <a:custGeom>
          <a:avLst/>
          <a:gdLst/>
          <a:ahLst/>
          <a:cxnLst/>
          <a:rect l="0" t="0" r="0" b="0"/>
          <a:pathLst>
            <a:path>
              <a:moveTo>
                <a:pt x="1060493" y="0"/>
              </a:moveTo>
              <a:lnTo>
                <a:pt x="1060493" y="87014"/>
              </a:lnTo>
              <a:lnTo>
                <a:pt x="0" y="87014"/>
              </a:lnTo>
              <a:lnTo>
                <a:pt x="0" y="174029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1C8EC7-87D0-4A16-9119-38FB58AE755B}">
      <dsp:nvSpPr>
        <dsp:cNvPr id="0" name=""/>
        <dsp:cNvSpPr/>
      </dsp:nvSpPr>
      <dsp:spPr>
        <a:xfrm>
          <a:off x="8749165" y="1861616"/>
          <a:ext cx="652611" cy="43507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kern="1200" dirty="0"/>
            <a:t>Feature 5</a:t>
          </a:r>
          <a:endParaRPr lang="en-PK" sz="1000" b="0" kern="1200" dirty="0"/>
        </a:p>
      </dsp:txBody>
      <dsp:txXfrm>
        <a:off x="8761908" y="1874359"/>
        <a:ext cx="627125" cy="409588"/>
      </dsp:txXfrm>
    </dsp:sp>
    <dsp:sp modelId="{A81275A5-188D-4856-BBB0-FF01D94816BD}">
      <dsp:nvSpPr>
        <dsp:cNvPr id="0" name=""/>
        <dsp:cNvSpPr/>
      </dsp:nvSpPr>
      <dsp:spPr>
        <a:xfrm>
          <a:off x="8227076" y="2296690"/>
          <a:ext cx="848394" cy="174029"/>
        </a:xfrm>
        <a:custGeom>
          <a:avLst/>
          <a:gdLst/>
          <a:ahLst/>
          <a:cxnLst/>
          <a:rect l="0" t="0" r="0" b="0"/>
          <a:pathLst>
            <a:path>
              <a:moveTo>
                <a:pt x="848394" y="0"/>
              </a:moveTo>
              <a:lnTo>
                <a:pt x="848394" y="87014"/>
              </a:lnTo>
              <a:lnTo>
                <a:pt x="0" y="87014"/>
              </a:lnTo>
              <a:lnTo>
                <a:pt x="0" y="174029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13F148-691D-4C4F-B954-3E54340FA920}">
      <dsp:nvSpPr>
        <dsp:cNvPr id="0" name=""/>
        <dsp:cNvSpPr/>
      </dsp:nvSpPr>
      <dsp:spPr>
        <a:xfrm>
          <a:off x="7900771" y="2470720"/>
          <a:ext cx="652611" cy="43507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kern="1200" dirty="0"/>
            <a:t>Task 5.1</a:t>
          </a:r>
          <a:endParaRPr lang="en-PK" sz="1000" b="0" kern="1200" dirty="0"/>
        </a:p>
      </dsp:txBody>
      <dsp:txXfrm>
        <a:off x="7913514" y="2483463"/>
        <a:ext cx="627125" cy="409588"/>
      </dsp:txXfrm>
    </dsp:sp>
    <dsp:sp modelId="{B7BAA972-7EF4-4206-8753-58C9C2275F71}">
      <dsp:nvSpPr>
        <dsp:cNvPr id="0" name=""/>
        <dsp:cNvSpPr/>
      </dsp:nvSpPr>
      <dsp:spPr>
        <a:xfrm>
          <a:off x="9029751" y="2296690"/>
          <a:ext cx="91440" cy="17402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74029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2D8886-2290-491A-9953-9DF8668655AC}">
      <dsp:nvSpPr>
        <dsp:cNvPr id="0" name=""/>
        <dsp:cNvSpPr/>
      </dsp:nvSpPr>
      <dsp:spPr>
        <a:xfrm>
          <a:off x="8749165" y="2470720"/>
          <a:ext cx="652611" cy="43507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kern="1200" dirty="0"/>
            <a:t>Task 5.2</a:t>
          </a:r>
          <a:endParaRPr lang="en-PK" sz="1000" b="0" kern="1200" dirty="0"/>
        </a:p>
      </dsp:txBody>
      <dsp:txXfrm>
        <a:off x="8761908" y="2483463"/>
        <a:ext cx="627125" cy="409588"/>
      </dsp:txXfrm>
    </dsp:sp>
    <dsp:sp modelId="{0504819B-BCCA-4F24-88BB-73474E2CD7EB}">
      <dsp:nvSpPr>
        <dsp:cNvPr id="0" name=""/>
        <dsp:cNvSpPr/>
      </dsp:nvSpPr>
      <dsp:spPr>
        <a:xfrm>
          <a:off x="9075471" y="2296690"/>
          <a:ext cx="848394" cy="1740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7014"/>
              </a:lnTo>
              <a:lnTo>
                <a:pt x="848394" y="87014"/>
              </a:lnTo>
              <a:lnTo>
                <a:pt x="848394" y="174029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0A4633-016B-45E1-91A3-1E95B129E46E}">
      <dsp:nvSpPr>
        <dsp:cNvPr id="0" name=""/>
        <dsp:cNvSpPr/>
      </dsp:nvSpPr>
      <dsp:spPr>
        <a:xfrm>
          <a:off x="9597560" y="2470720"/>
          <a:ext cx="652611" cy="43507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kern="1200" dirty="0"/>
            <a:t>Task 5.3</a:t>
          </a:r>
          <a:endParaRPr lang="en-PK" sz="1000" b="0" kern="1200" dirty="0"/>
        </a:p>
      </dsp:txBody>
      <dsp:txXfrm>
        <a:off x="9610303" y="2483463"/>
        <a:ext cx="627125" cy="409588"/>
      </dsp:txXfrm>
    </dsp:sp>
    <dsp:sp modelId="{BBB9C00F-E450-4D28-8E29-DA184D84ED60}">
      <dsp:nvSpPr>
        <dsp:cNvPr id="0" name=""/>
        <dsp:cNvSpPr/>
      </dsp:nvSpPr>
      <dsp:spPr>
        <a:xfrm>
          <a:off x="10135964" y="1687586"/>
          <a:ext cx="1060493" cy="1740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7014"/>
              </a:lnTo>
              <a:lnTo>
                <a:pt x="1060493" y="87014"/>
              </a:lnTo>
              <a:lnTo>
                <a:pt x="1060493" y="174029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4D2BB7-3895-45C6-B361-42B23260A767}">
      <dsp:nvSpPr>
        <dsp:cNvPr id="0" name=""/>
        <dsp:cNvSpPr/>
      </dsp:nvSpPr>
      <dsp:spPr>
        <a:xfrm>
          <a:off x="10870152" y="1861616"/>
          <a:ext cx="652611" cy="43507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kern="1200" dirty="0"/>
            <a:t>Feature 6</a:t>
          </a:r>
          <a:endParaRPr lang="en-PK" sz="1000" b="0" kern="1200" dirty="0"/>
        </a:p>
      </dsp:txBody>
      <dsp:txXfrm>
        <a:off x="10882895" y="1874359"/>
        <a:ext cx="627125" cy="409588"/>
      </dsp:txXfrm>
    </dsp:sp>
    <dsp:sp modelId="{9FDE3944-37E7-43B8-A2A0-51C98DF2B5F7}">
      <dsp:nvSpPr>
        <dsp:cNvPr id="0" name=""/>
        <dsp:cNvSpPr/>
      </dsp:nvSpPr>
      <dsp:spPr>
        <a:xfrm>
          <a:off x="11150737" y="2296690"/>
          <a:ext cx="91440" cy="17402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74029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E7D73C-68CD-4828-A17E-57F20ABE0A89}">
      <dsp:nvSpPr>
        <dsp:cNvPr id="0" name=""/>
        <dsp:cNvSpPr/>
      </dsp:nvSpPr>
      <dsp:spPr>
        <a:xfrm>
          <a:off x="10870152" y="2470720"/>
          <a:ext cx="652611" cy="43507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kern="1200" dirty="0"/>
            <a:t>Task 6.1</a:t>
          </a:r>
          <a:endParaRPr lang="en-PK" sz="1000" b="0" kern="1200" dirty="0"/>
        </a:p>
      </dsp:txBody>
      <dsp:txXfrm>
        <a:off x="10882895" y="2483463"/>
        <a:ext cx="627125" cy="409588"/>
      </dsp:txXfrm>
    </dsp:sp>
    <dsp:sp modelId="{9B88CF8B-D256-47AB-88D6-EB161B82D981}">
      <dsp:nvSpPr>
        <dsp:cNvPr id="0" name=""/>
        <dsp:cNvSpPr/>
      </dsp:nvSpPr>
      <dsp:spPr>
        <a:xfrm>
          <a:off x="10772260" y="2905794"/>
          <a:ext cx="424197" cy="174029"/>
        </a:xfrm>
        <a:custGeom>
          <a:avLst/>
          <a:gdLst/>
          <a:ahLst/>
          <a:cxnLst/>
          <a:rect l="0" t="0" r="0" b="0"/>
          <a:pathLst>
            <a:path>
              <a:moveTo>
                <a:pt x="424197" y="0"/>
              </a:moveTo>
              <a:lnTo>
                <a:pt x="424197" y="87014"/>
              </a:lnTo>
              <a:lnTo>
                <a:pt x="0" y="87014"/>
              </a:lnTo>
              <a:lnTo>
                <a:pt x="0" y="174029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ACB8274-FADC-4B17-B41C-21EFD12D150E}">
      <dsp:nvSpPr>
        <dsp:cNvPr id="0" name=""/>
        <dsp:cNvSpPr/>
      </dsp:nvSpPr>
      <dsp:spPr>
        <a:xfrm>
          <a:off x="10445955" y="3079824"/>
          <a:ext cx="652611" cy="43507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kern="1200" dirty="0"/>
            <a:t>Subtask 6.1.1</a:t>
          </a:r>
          <a:endParaRPr lang="en-PK" sz="1000" b="0" kern="1200" dirty="0"/>
        </a:p>
      </dsp:txBody>
      <dsp:txXfrm>
        <a:off x="10458698" y="3092567"/>
        <a:ext cx="627125" cy="409588"/>
      </dsp:txXfrm>
    </dsp:sp>
    <dsp:sp modelId="{9125AFF1-7F73-42EF-A4E9-071C184BF59B}">
      <dsp:nvSpPr>
        <dsp:cNvPr id="0" name=""/>
        <dsp:cNvSpPr/>
      </dsp:nvSpPr>
      <dsp:spPr>
        <a:xfrm>
          <a:off x="11196457" y="2905794"/>
          <a:ext cx="424197" cy="1740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7014"/>
              </a:lnTo>
              <a:lnTo>
                <a:pt x="424197" y="87014"/>
              </a:lnTo>
              <a:lnTo>
                <a:pt x="424197" y="174029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9D26E94-762F-4C93-9BBA-0C1971114BFD}">
      <dsp:nvSpPr>
        <dsp:cNvPr id="0" name=""/>
        <dsp:cNvSpPr/>
      </dsp:nvSpPr>
      <dsp:spPr>
        <a:xfrm>
          <a:off x="11294349" y="3079824"/>
          <a:ext cx="652611" cy="43507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kern="1200" dirty="0"/>
            <a:t>Subtask 6.1.2</a:t>
          </a:r>
          <a:endParaRPr lang="en-PK" sz="1000" b="0" kern="1200" dirty="0"/>
        </a:p>
      </dsp:txBody>
      <dsp:txXfrm>
        <a:off x="11307092" y="3092567"/>
        <a:ext cx="627125" cy="40958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1A4B88-4F91-4B44-A2C4-F3A242338B55}">
      <dsp:nvSpPr>
        <dsp:cNvPr id="0" name=""/>
        <dsp:cNvSpPr/>
      </dsp:nvSpPr>
      <dsp:spPr>
        <a:xfrm>
          <a:off x="10352080" y="2387791"/>
          <a:ext cx="181155" cy="5555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55542"/>
              </a:lnTo>
              <a:lnTo>
                <a:pt x="181155" y="555542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389339-5653-4365-8F23-CC29C1B40493}">
      <dsp:nvSpPr>
        <dsp:cNvPr id="0" name=""/>
        <dsp:cNvSpPr/>
      </dsp:nvSpPr>
      <dsp:spPr>
        <a:xfrm>
          <a:off x="9373842" y="1530323"/>
          <a:ext cx="1461318" cy="2536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6808"/>
              </a:lnTo>
              <a:lnTo>
                <a:pt x="1461318" y="126808"/>
              </a:lnTo>
              <a:lnTo>
                <a:pt x="1461318" y="253617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0F2C3E-A3B0-4B87-BD15-275E6A0D8CCE}">
      <dsp:nvSpPr>
        <dsp:cNvPr id="0" name=""/>
        <dsp:cNvSpPr/>
      </dsp:nvSpPr>
      <dsp:spPr>
        <a:xfrm>
          <a:off x="8890761" y="2387791"/>
          <a:ext cx="181155" cy="5555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55542"/>
              </a:lnTo>
              <a:lnTo>
                <a:pt x="181155" y="555542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65DC93-5EBA-41DE-AA32-FC56EFAB6E92}">
      <dsp:nvSpPr>
        <dsp:cNvPr id="0" name=""/>
        <dsp:cNvSpPr/>
      </dsp:nvSpPr>
      <dsp:spPr>
        <a:xfrm>
          <a:off x="9328122" y="1530323"/>
          <a:ext cx="91440" cy="25361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53617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EAFF68-EBAF-48F8-9BFA-C121591EF353}">
      <dsp:nvSpPr>
        <dsp:cNvPr id="0" name=""/>
        <dsp:cNvSpPr/>
      </dsp:nvSpPr>
      <dsp:spPr>
        <a:xfrm>
          <a:off x="7429442" y="2387791"/>
          <a:ext cx="181155" cy="5555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55542"/>
              </a:lnTo>
              <a:lnTo>
                <a:pt x="181155" y="555542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1EF53CA-65A0-4546-938F-8CFF182923EA}">
      <dsp:nvSpPr>
        <dsp:cNvPr id="0" name=""/>
        <dsp:cNvSpPr/>
      </dsp:nvSpPr>
      <dsp:spPr>
        <a:xfrm>
          <a:off x="7912523" y="1530323"/>
          <a:ext cx="1461318" cy="253617"/>
        </a:xfrm>
        <a:custGeom>
          <a:avLst/>
          <a:gdLst/>
          <a:ahLst/>
          <a:cxnLst/>
          <a:rect l="0" t="0" r="0" b="0"/>
          <a:pathLst>
            <a:path>
              <a:moveTo>
                <a:pt x="1461318" y="0"/>
              </a:moveTo>
              <a:lnTo>
                <a:pt x="1461318" y="126808"/>
              </a:lnTo>
              <a:lnTo>
                <a:pt x="0" y="126808"/>
              </a:lnTo>
              <a:lnTo>
                <a:pt x="0" y="253617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0F2CC8-8138-4359-8B44-9E7CB0C59C1F}">
      <dsp:nvSpPr>
        <dsp:cNvPr id="0" name=""/>
        <dsp:cNvSpPr/>
      </dsp:nvSpPr>
      <dsp:spPr>
        <a:xfrm>
          <a:off x="5355215" y="672855"/>
          <a:ext cx="4018626" cy="2536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6808"/>
              </a:lnTo>
              <a:lnTo>
                <a:pt x="4018626" y="126808"/>
              </a:lnTo>
              <a:lnTo>
                <a:pt x="4018626" y="253617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DC7429-D392-4B64-8E58-76EAD2E58BA0}">
      <dsp:nvSpPr>
        <dsp:cNvPr id="0" name=""/>
        <dsp:cNvSpPr/>
      </dsp:nvSpPr>
      <dsp:spPr>
        <a:xfrm>
          <a:off x="5968124" y="2387791"/>
          <a:ext cx="181155" cy="22704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70478"/>
              </a:lnTo>
              <a:lnTo>
                <a:pt x="181155" y="2270478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3A45C0-5E4A-4138-863B-CC9DE2E73634}">
      <dsp:nvSpPr>
        <dsp:cNvPr id="0" name=""/>
        <dsp:cNvSpPr/>
      </dsp:nvSpPr>
      <dsp:spPr>
        <a:xfrm>
          <a:off x="5968124" y="2387791"/>
          <a:ext cx="181155" cy="14130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13010"/>
              </a:lnTo>
              <a:lnTo>
                <a:pt x="181155" y="141301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57B4E9-F115-4A4E-9939-8593E8751A6A}">
      <dsp:nvSpPr>
        <dsp:cNvPr id="0" name=""/>
        <dsp:cNvSpPr/>
      </dsp:nvSpPr>
      <dsp:spPr>
        <a:xfrm>
          <a:off x="5968124" y="2387791"/>
          <a:ext cx="181155" cy="5555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55542"/>
              </a:lnTo>
              <a:lnTo>
                <a:pt x="181155" y="555542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BF7221-E1BD-4B37-AA6E-BB3FBB35430E}">
      <dsp:nvSpPr>
        <dsp:cNvPr id="0" name=""/>
        <dsp:cNvSpPr/>
      </dsp:nvSpPr>
      <dsp:spPr>
        <a:xfrm>
          <a:off x="4989885" y="1530323"/>
          <a:ext cx="1461318" cy="2536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6808"/>
              </a:lnTo>
              <a:lnTo>
                <a:pt x="1461318" y="126808"/>
              </a:lnTo>
              <a:lnTo>
                <a:pt x="1461318" y="253617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603335-9B10-4E57-8110-DEB470810325}">
      <dsp:nvSpPr>
        <dsp:cNvPr id="0" name=""/>
        <dsp:cNvSpPr/>
      </dsp:nvSpPr>
      <dsp:spPr>
        <a:xfrm>
          <a:off x="4506805" y="2387791"/>
          <a:ext cx="181155" cy="14130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13010"/>
              </a:lnTo>
              <a:lnTo>
                <a:pt x="181155" y="141301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224422-F569-403F-8CD0-195B946CBF05}">
      <dsp:nvSpPr>
        <dsp:cNvPr id="0" name=""/>
        <dsp:cNvSpPr/>
      </dsp:nvSpPr>
      <dsp:spPr>
        <a:xfrm>
          <a:off x="4506805" y="2387791"/>
          <a:ext cx="181155" cy="5555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55542"/>
              </a:lnTo>
              <a:lnTo>
                <a:pt x="181155" y="555542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504024-F917-44C2-AAF7-F31A035BEBC4}">
      <dsp:nvSpPr>
        <dsp:cNvPr id="0" name=""/>
        <dsp:cNvSpPr/>
      </dsp:nvSpPr>
      <dsp:spPr>
        <a:xfrm>
          <a:off x="4944165" y="1530323"/>
          <a:ext cx="91440" cy="25361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53617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90DECD-ED79-492B-B11E-82D124CF77DD}">
      <dsp:nvSpPr>
        <dsp:cNvPr id="0" name=""/>
        <dsp:cNvSpPr/>
      </dsp:nvSpPr>
      <dsp:spPr>
        <a:xfrm>
          <a:off x="3045486" y="2387791"/>
          <a:ext cx="181155" cy="22704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70478"/>
              </a:lnTo>
              <a:lnTo>
                <a:pt x="181155" y="2270478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A8EAA10-8F35-4682-9071-75F58275BC76}">
      <dsp:nvSpPr>
        <dsp:cNvPr id="0" name=""/>
        <dsp:cNvSpPr/>
      </dsp:nvSpPr>
      <dsp:spPr>
        <a:xfrm>
          <a:off x="3045486" y="2387791"/>
          <a:ext cx="181155" cy="14130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13010"/>
              </a:lnTo>
              <a:lnTo>
                <a:pt x="181155" y="141301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0EBDD9-D559-45FE-9D0A-6294EC43659B}">
      <dsp:nvSpPr>
        <dsp:cNvPr id="0" name=""/>
        <dsp:cNvSpPr/>
      </dsp:nvSpPr>
      <dsp:spPr>
        <a:xfrm>
          <a:off x="3045486" y="2387791"/>
          <a:ext cx="181155" cy="5555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55542"/>
              </a:lnTo>
              <a:lnTo>
                <a:pt x="181155" y="555542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4D26305-849B-4855-BBCE-247534EC48D7}">
      <dsp:nvSpPr>
        <dsp:cNvPr id="0" name=""/>
        <dsp:cNvSpPr/>
      </dsp:nvSpPr>
      <dsp:spPr>
        <a:xfrm>
          <a:off x="3528567" y="1530323"/>
          <a:ext cx="1461318" cy="253617"/>
        </a:xfrm>
        <a:custGeom>
          <a:avLst/>
          <a:gdLst/>
          <a:ahLst/>
          <a:cxnLst/>
          <a:rect l="0" t="0" r="0" b="0"/>
          <a:pathLst>
            <a:path>
              <a:moveTo>
                <a:pt x="1461318" y="0"/>
              </a:moveTo>
              <a:lnTo>
                <a:pt x="1461318" y="126808"/>
              </a:lnTo>
              <a:lnTo>
                <a:pt x="0" y="126808"/>
              </a:lnTo>
              <a:lnTo>
                <a:pt x="0" y="253617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D8014D-3BFF-4EF5-9C69-C88E6CB32060}">
      <dsp:nvSpPr>
        <dsp:cNvPr id="0" name=""/>
        <dsp:cNvSpPr/>
      </dsp:nvSpPr>
      <dsp:spPr>
        <a:xfrm>
          <a:off x="4989885" y="672855"/>
          <a:ext cx="365329" cy="253617"/>
        </a:xfrm>
        <a:custGeom>
          <a:avLst/>
          <a:gdLst/>
          <a:ahLst/>
          <a:cxnLst/>
          <a:rect l="0" t="0" r="0" b="0"/>
          <a:pathLst>
            <a:path>
              <a:moveTo>
                <a:pt x="365329" y="0"/>
              </a:moveTo>
              <a:lnTo>
                <a:pt x="365329" y="126808"/>
              </a:lnTo>
              <a:lnTo>
                <a:pt x="0" y="126808"/>
              </a:lnTo>
              <a:lnTo>
                <a:pt x="0" y="253617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31EB45-45E5-49BD-AC0C-3AAD34A1334D}">
      <dsp:nvSpPr>
        <dsp:cNvPr id="0" name=""/>
        <dsp:cNvSpPr/>
      </dsp:nvSpPr>
      <dsp:spPr>
        <a:xfrm>
          <a:off x="1584167" y="2387791"/>
          <a:ext cx="181155" cy="22704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70478"/>
              </a:lnTo>
              <a:lnTo>
                <a:pt x="181155" y="2270478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A15B8B-D540-4FD0-9EB0-9D174337262E}">
      <dsp:nvSpPr>
        <dsp:cNvPr id="0" name=""/>
        <dsp:cNvSpPr/>
      </dsp:nvSpPr>
      <dsp:spPr>
        <a:xfrm>
          <a:off x="1584167" y="2387791"/>
          <a:ext cx="181155" cy="14130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13010"/>
              </a:lnTo>
              <a:lnTo>
                <a:pt x="181155" y="141301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53781B-CD9A-4478-80DB-A28AF20E07ED}">
      <dsp:nvSpPr>
        <dsp:cNvPr id="0" name=""/>
        <dsp:cNvSpPr/>
      </dsp:nvSpPr>
      <dsp:spPr>
        <a:xfrm>
          <a:off x="1584167" y="2387791"/>
          <a:ext cx="181155" cy="5555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55542"/>
              </a:lnTo>
              <a:lnTo>
                <a:pt x="181155" y="555542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F2DCEDB-DE8B-4DED-ABC1-DC869A74ECE4}">
      <dsp:nvSpPr>
        <dsp:cNvPr id="0" name=""/>
        <dsp:cNvSpPr/>
      </dsp:nvSpPr>
      <dsp:spPr>
        <a:xfrm>
          <a:off x="1336588" y="1530323"/>
          <a:ext cx="730659" cy="2536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6808"/>
              </a:lnTo>
              <a:lnTo>
                <a:pt x="730659" y="126808"/>
              </a:lnTo>
              <a:lnTo>
                <a:pt x="730659" y="253617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D80121-C5C6-4B1E-9026-0E6E499AD119}">
      <dsp:nvSpPr>
        <dsp:cNvPr id="0" name=""/>
        <dsp:cNvSpPr/>
      </dsp:nvSpPr>
      <dsp:spPr>
        <a:xfrm>
          <a:off x="122848" y="2387791"/>
          <a:ext cx="181155" cy="14130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13010"/>
              </a:lnTo>
              <a:lnTo>
                <a:pt x="181155" y="141301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F3561C-936D-4FB5-852C-693FD2210824}">
      <dsp:nvSpPr>
        <dsp:cNvPr id="0" name=""/>
        <dsp:cNvSpPr/>
      </dsp:nvSpPr>
      <dsp:spPr>
        <a:xfrm>
          <a:off x="122848" y="2387791"/>
          <a:ext cx="181155" cy="5555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55542"/>
              </a:lnTo>
              <a:lnTo>
                <a:pt x="181155" y="555542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0A2437C-4904-47BE-BCF7-94EF7EBAFC6D}">
      <dsp:nvSpPr>
        <dsp:cNvPr id="0" name=""/>
        <dsp:cNvSpPr/>
      </dsp:nvSpPr>
      <dsp:spPr>
        <a:xfrm>
          <a:off x="605929" y="1530323"/>
          <a:ext cx="730659" cy="253617"/>
        </a:xfrm>
        <a:custGeom>
          <a:avLst/>
          <a:gdLst/>
          <a:ahLst/>
          <a:cxnLst/>
          <a:rect l="0" t="0" r="0" b="0"/>
          <a:pathLst>
            <a:path>
              <a:moveTo>
                <a:pt x="730659" y="0"/>
              </a:moveTo>
              <a:lnTo>
                <a:pt x="730659" y="126808"/>
              </a:lnTo>
              <a:lnTo>
                <a:pt x="0" y="126808"/>
              </a:lnTo>
              <a:lnTo>
                <a:pt x="0" y="253617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8C3E296-C339-4AB8-BF4E-76DD5B08DB3B}">
      <dsp:nvSpPr>
        <dsp:cNvPr id="0" name=""/>
        <dsp:cNvSpPr/>
      </dsp:nvSpPr>
      <dsp:spPr>
        <a:xfrm>
          <a:off x="1336588" y="672855"/>
          <a:ext cx="4018626" cy="253617"/>
        </a:xfrm>
        <a:custGeom>
          <a:avLst/>
          <a:gdLst/>
          <a:ahLst/>
          <a:cxnLst/>
          <a:rect l="0" t="0" r="0" b="0"/>
          <a:pathLst>
            <a:path>
              <a:moveTo>
                <a:pt x="4018626" y="0"/>
              </a:moveTo>
              <a:lnTo>
                <a:pt x="4018626" y="126808"/>
              </a:lnTo>
              <a:lnTo>
                <a:pt x="0" y="126808"/>
              </a:lnTo>
              <a:lnTo>
                <a:pt x="0" y="253617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36BEA8-32DC-41C8-9871-BF2CE87B91C1}">
      <dsp:nvSpPr>
        <dsp:cNvPr id="0" name=""/>
        <dsp:cNvSpPr/>
      </dsp:nvSpPr>
      <dsp:spPr>
        <a:xfrm>
          <a:off x="4751364" y="69004"/>
          <a:ext cx="1207701" cy="6038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/>
            <a:t>PakWheels</a:t>
          </a:r>
          <a:r>
            <a:rPr lang="en-US" sz="1700" kern="1200" dirty="0"/>
            <a:t> Auto-shop</a:t>
          </a:r>
          <a:endParaRPr lang="en-PK" sz="1700" kern="1200" dirty="0"/>
        </a:p>
      </dsp:txBody>
      <dsp:txXfrm>
        <a:off x="4751364" y="69004"/>
        <a:ext cx="1207701" cy="603850"/>
      </dsp:txXfrm>
    </dsp:sp>
    <dsp:sp modelId="{CF080D77-C926-4B67-9462-48081F2A989F}">
      <dsp:nvSpPr>
        <dsp:cNvPr id="0" name=""/>
        <dsp:cNvSpPr/>
      </dsp:nvSpPr>
      <dsp:spPr>
        <a:xfrm>
          <a:off x="732737" y="926472"/>
          <a:ext cx="1207701" cy="60385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User Management</a:t>
          </a:r>
          <a:endParaRPr lang="en-PK" sz="1700" kern="1200" dirty="0"/>
        </a:p>
      </dsp:txBody>
      <dsp:txXfrm>
        <a:off x="732737" y="926472"/>
        <a:ext cx="1207701" cy="603850"/>
      </dsp:txXfrm>
    </dsp:sp>
    <dsp:sp modelId="{BED5B6A0-7E12-48A3-9C35-D76C20A5026F}">
      <dsp:nvSpPr>
        <dsp:cNvPr id="0" name=""/>
        <dsp:cNvSpPr/>
      </dsp:nvSpPr>
      <dsp:spPr>
        <a:xfrm>
          <a:off x="2078" y="1783940"/>
          <a:ext cx="1207701" cy="60385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Register</a:t>
          </a:r>
          <a:endParaRPr lang="en-PK" sz="1700" kern="1200" dirty="0"/>
        </a:p>
      </dsp:txBody>
      <dsp:txXfrm>
        <a:off x="2078" y="1783940"/>
        <a:ext cx="1207701" cy="603850"/>
      </dsp:txXfrm>
    </dsp:sp>
    <dsp:sp modelId="{69A938E9-8198-4FB1-BC8F-FEF1323413B5}">
      <dsp:nvSpPr>
        <dsp:cNvPr id="0" name=""/>
        <dsp:cNvSpPr/>
      </dsp:nvSpPr>
      <dsp:spPr>
        <a:xfrm>
          <a:off x="304003" y="2641408"/>
          <a:ext cx="1207701" cy="60385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Vendor</a:t>
          </a:r>
          <a:endParaRPr lang="en-PK" sz="1700" kern="1200" dirty="0"/>
        </a:p>
      </dsp:txBody>
      <dsp:txXfrm>
        <a:off x="304003" y="2641408"/>
        <a:ext cx="1207701" cy="603850"/>
      </dsp:txXfrm>
    </dsp:sp>
    <dsp:sp modelId="{154BFB8B-BBBB-4869-8D87-22A5A0235FEA}">
      <dsp:nvSpPr>
        <dsp:cNvPr id="0" name=""/>
        <dsp:cNvSpPr/>
      </dsp:nvSpPr>
      <dsp:spPr>
        <a:xfrm>
          <a:off x="304003" y="3498876"/>
          <a:ext cx="1207701" cy="60385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Customer</a:t>
          </a:r>
          <a:endParaRPr lang="en-PK" sz="1700" kern="1200" dirty="0"/>
        </a:p>
      </dsp:txBody>
      <dsp:txXfrm>
        <a:off x="304003" y="3498876"/>
        <a:ext cx="1207701" cy="603850"/>
      </dsp:txXfrm>
    </dsp:sp>
    <dsp:sp modelId="{DA165373-2059-41E5-ABDC-EA98C393A8F8}">
      <dsp:nvSpPr>
        <dsp:cNvPr id="0" name=""/>
        <dsp:cNvSpPr/>
      </dsp:nvSpPr>
      <dsp:spPr>
        <a:xfrm>
          <a:off x="1463397" y="1783940"/>
          <a:ext cx="1207701" cy="60385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Login</a:t>
          </a:r>
          <a:endParaRPr lang="en-PK" sz="1700" kern="1200" dirty="0"/>
        </a:p>
      </dsp:txBody>
      <dsp:txXfrm>
        <a:off x="1463397" y="1783940"/>
        <a:ext cx="1207701" cy="603850"/>
      </dsp:txXfrm>
    </dsp:sp>
    <dsp:sp modelId="{A957EDD8-0578-4251-98E0-6183F62C42C0}">
      <dsp:nvSpPr>
        <dsp:cNvPr id="0" name=""/>
        <dsp:cNvSpPr/>
      </dsp:nvSpPr>
      <dsp:spPr>
        <a:xfrm>
          <a:off x="1765322" y="2641408"/>
          <a:ext cx="1207701" cy="60385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Vendor</a:t>
          </a:r>
          <a:endParaRPr lang="en-PK" sz="1700" kern="1200" dirty="0"/>
        </a:p>
      </dsp:txBody>
      <dsp:txXfrm>
        <a:off x="1765322" y="2641408"/>
        <a:ext cx="1207701" cy="603850"/>
      </dsp:txXfrm>
    </dsp:sp>
    <dsp:sp modelId="{955C611C-35A5-4159-9A5D-1510AAD51E8A}">
      <dsp:nvSpPr>
        <dsp:cNvPr id="0" name=""/>
        <dsp:cNvSpPr/>
      </dsp:nvSpPr>
      <dsp:spPr>
        <a:xfrm>
          <a:off x="1765322" y="3498876"/>
          <a:ext cx="1207701" cy="60385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Customer</a:t>
          </a:r>
          <a:endParaRPr lang="en-PK" sz="1700" kern="1200" dirty="0"/>
        </a:p>
      </dsp:txBody>
      <dsp:txXfrm>
        <a:off x="1765322" y="3498876"/>
        <a:ext cx="1207701" cy="603850"/>
      </dsp:txXfrm>
    </dsp:sp>
    <dsp:sp modelId="{0E6794E4-2422-4377-9423-5F02511FA0D9}">
      <dsp:nvSpPr>
        <dsp:cNvPr id="0" name=""/>
        <dsp:cNvSpPr/>
      </dsp:nvSpPr>
      <dsp:spPr>
        <a:xfrm>
          <a:off x="1765322" y="4356344"/>
          <a:ext cx="1207701" cy="60385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Guest</a:t>
          </a:r>
          <a:endParaRPr lang="en-PK" sz="1700" kern="1200" dirty="0"/>
        </a:p>
      </dsp:txBody>
      <dsp:txXfrm>
        <a:off x="1765322" y="4356344"/>
        <a:ext cx="1207701" cy="603850"/>
      </dsp:txXfrm>
    </dsp:sp>
    <dsp:sp modelId="{2F704870-8014-4803-995F-A97048EBEE4D}">
      <dsp:nvSpPr>
        <dsp:cNvPr id="0" name=""/>
        <dsp:cNvSpPr/>
      </dsp:nvSpPr>
      <dsp:spPr>
        <a:xfrm>
          <a:off x="4386035" y="926472"/>
          <a:ext cx="1207701" cy="60385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Catalogue</a:t>
          </a:r>
          <a:endParaRPr lang="en-PK" sz="1700" kern="1200" dirty="0"/>
        </a:p>
      </dsp:txBody>
      <dsp:txXfrm>
        <a:off x="4386035" y="926472"/>
        <a:ext cx="1207701" cy="603850"/>
      </dsp:txXfrm>
    </dsp:sp>
    <dsp:sp modelId="{71BD1725-0DAE-4CED-AAB2-944268F512B2}">
      <dsp:nvSpPr>
        <dsp:cNvPr id="0" name=""/>
        <dsp:cNvSpPr/>
      </dsp:nvSpPr>
      <dsp:spPr>
        <a:xfrm>
          <a:off x="2924716" y="1783940"/>
          <a:ext cx="1207701" cy="60385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Browse</a:t>
          </a:r>
          <a:endParaRPr lang="en-PK" sz="1700" kern="1200" dirty="0"/>
        </a:p>
      </dsp:txBody>
      <dsp:txXfrm>
        <a:off x="2924716" y="1783940"/>
        <a:ext cx="1207701" cy="603850"/>
      </dsp:txXfrm>
    </dsp:sp>
    <dsp:sp modelId="{A0B0728F-8B06-49D0-8939-E44AF610FB47}">
      <dsp:nvSpPr>
        <dsp:cNvPr id="0" name=""/>
        <dsp:cNvSpPr/>
      </dsp:nvSpPr>
      <dsp:spPr>
        <a:xfrm>
          <a:off x="3226641" y="2641408"/>
          <a:ext cx="1207701" cy="60385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By Type</a:t>
          </a:r>
          <a:endParaRPr lang="en-PK" sz="1700" kern="1200" dirty="0"/>
        </a:p>
      </dsp:txBody>
      <dsp:txXfrm>
        <a:off x="3226641" y="2641408"/>
        <a:ext cx="1207701" cy="603850"/>
      </dsp:txXfrm>
    </dsp:sp>
    <dsp:sp modelId="{B1D9806C-75DC-4EA7-85DA-F4BF8261CD1A}">
      <dsp:nvSpPr>
        <dsp:cNvPr id="0" name=""/>
        <dsp:cNvSpPr/>
      </dsp:nvSpPr>
      <dsp:spPr>
        <a:xfrm>
          <a:off x="3226641" y="3498876"/>
          <a:ext cx="1207701" cy="60385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By Vendor</a:t>
          </a:r>
          <a:endParaRPr lang="en-PK" sz="1700" kern="1200" dirty="0"/>
        </a:p>
      </dsp:txBody>
      <dsp:txXfrm>
        <a:off x="3226641" y="3498876"/>
        <a:ext cx="1207701" cy="603850"/>
      </dsp:txXfrm>
    </dsp:sp>
    <dsp:sp modelId="{30DA77A3-E23C-49FB-9553-89DD162F8D1D}">
      <dsp:nvSpPr>
        <dsp:cNvPr id="0" name=""/>
        <dsp:cNvSpPr/>
      </dsp:nvSpPr>
      <dsp:spPr>
        <a:xfrm>
          <a:off x="3226641" y="4356344"/>
          <a:ext cx="1207701" cy="60385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Pagination</a:t>
          </a:r>
          <a:endParaRPr lang="en-PK" sz="1700" kern="1200" dirty="0"/>
        </a:p>
      </dsp:txBody>
      <dsp:txXfrm>
        <a:off x="3226641" y="4356344"/>
        <a:ext cx="1207701" cy="603850"/>
      </dsp:txXfrm>
    </dsp:sp>
    <dsp:sp modelId="{BF144789-9BB3-4C65-A321-29C88D438B84}">
      <dsp:nvSpPr>
        <dsp:cNvPr id="0" name=""/>
        <dsp:cNvSpPr/>
      </dsp:nvSpPr>
      <dsp:spPr>
        <a:xfrm>
          <a:off x="4386035" y="1783940"/>
          <a:ext cx="1207701" cy="60385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Search</a:t>
          </a:r>
          <a:endParaRPr lang="en-PK" sz="1700" kern="1200" dirty="0"/>
        </a:p>
      </dsp:txBody>
      <dsp:txXfrm>
        <a:off x="4386035" y="1783940"/>
        <a:ext cx="1207701" cy="603850"/>
      </dsp:txXfrm>
    </dsp:sp>
    <dsp:sp modelId="{B1C88AB5-21A4-4768-8838-356F6519318A}">
      <dsp:nvSpPr>
        <dsp:cNvPr id="0" name=""/>
        <dsp:cNvSpPr/>
      </dsp:nvSpPr>
      <dsp:spPr>
        <a:xfrm>
          <a:off x="4687960" y="2641408"/>
          <a:ext cx="1207701" cy="60385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Filter</a:t>
          </a:r>
          <a:endParaRPr lang="en-PK" sz="1700" kern="1200" dirty="0"/>
        </a:p>
      </dsp:txBody>
      <dsp:txXfrm>
        <a:off x="4687960" y="2641408"/>
        <a:ext cx="1207701" cy="603850"/>
      </dsp:txXfrm>
    </dsp:sp>
    <dsp:sp modelId="{39F7877B-283B-40D4-B4FC-8C2F3CECE7E3}">
      <dsp:nvSpPr>
        <dsp:cNvPr id="0" name=""/>
        <dsp:cNvSpPr/>
      </dsp:nvSpPr>
      <dsp:spPr>
        <a:xfrm>
          <a:off x="4687960" y="3498876"/>
          <a:ext cx="1207701" cy="60385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Sort</a:t>
          </a:r>
          <a:endParaRPr lang="en-PK" sz="1700" kern="1200" dirty="0"/>
        </a:p>
      </dsp:txBody>
      <dsp:txXfrm>
        <a:off x="4687960" y="3498876"/>
        <a:ext cx="1207701" cy="603850"/>
      </dsp:txXfrm>
    </dsp:sp>
    <dsp:sp modelId="{6219AD27-19B8-4BD8-8992-C7B490BA3006}">
      <dsp:nvSpPr>
        <dsp:cNvPr id="0" name=""/>
        <dsp:cNvSpPr/>
      </dsp:nvSpPr>
      <dsp:spPr>
        <a:xfrm>
          <a:off x="5847353" y="1783940"/>
          <a:ext cx="1207701" cy="60385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Update</a:t>
          </a:r>
          <a:endParaRPr lang="en-PK" sz="1700" kern="1200" dirty="0"/>
        </a:p>
      </dsp:txBody>
      <dsp:txXfrm>
        <a:off x="5847353" y="1783940"/>
        <a:ext cx="1207701" cy="603850"/>
      </dsp:txXfrm>
    </dsp:sp>
    <dsp:sp modelId="{6BC8494A-F667-42E4-B75C-60BAA9E9CBCC}">
      <dsp:nvSpPr>
        <dsp:cNvPr id="0" name=""/>
        <dsp:cNvSpPr/>
      </dsp:nvSpPr>
      <dsp:spPr>
        <a:xfrm>
          <a:off x="6149279" y="2641408"/>
          <a:ext cx="1207701" cy="60385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Add Item</a:t>
          </a:r>
          <a:endParaRPr lang="en-PK" sz="1700" kern="1200" dirty="0"/>
        </a:p>
      </dsp:txBody>
      <dsp:txXfrm>
        <a:off x="6149279" y="2641408"/>
        <a:ext cx="1207701" cy="603850"/>
      </dsp:txXfrm>
    </dsp:sp>
    <dsp:sp modelId="{3BE2E796-2EF9-4189-BC6B-6D6F8A3CF7F5}">
      <dsp:nvSpPr>
        <dsp:cNvPr id="0" name=""/>
        <dsp:cNvSpPr/>
      </dsp:nvSpPr>
      <dsp:spPr>
        <a:xfrm>
          <a:off x="6149279" y="3498876"/>
          <a:ext cx="1207701" cy="60385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Update Detail</a:t>
          </a:r>
          <a:endParaRPr lang="en-PK" sz="1700" kern="1200" dirty="0"/>
        </a:p>
      </dsp:txBody>
      <dsp:txXfrm>
        <a:off x="6149279" y="3498876"/>
        <a:ext cx="1207701" cy="603850"/>
      </dsp:txXfrm>
    </dsp:sp>
    <dsp:sp modelId="{ECDC5801-CD15-4276-BC01-57C157E59C42}">
      <dsp:nvSpPr>
        <dsp:cNvPr id="0" name=""/>
        <dsp:cNvSpPr/>
      </dsp:nvSpPr>
      <dsp:spPr>
        <a:xfrm>
          <a:off x="6149279" y="4356344"/>
          <a:ext cx="1207701" cy="60385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Delete Unavailable</a:t>
          </a:r>
          <a:endParaRPr lang="en-PK" sz="1700" kern="1200" dirty="0"/>
        </a:p>
      </dsp:txBody>
      <dsp:txXfrm>
        <a:off x="6149279" y="4356344"/>
        <a:ext cx="1207701" cy="603850"/>
      </dsp:txXfrm>
    </dsp:sp>
    <dsp:sp modelId="{EB7E6B85-39AC-4601-AEB4-3500ED90A329}">
      <dsp:nvSpPr>
        <dsp:cNvPr id="0" name=""/>
        <dsp:cNvSpPr/>
      </dsp:nvSpPr>
      <dsp:spPr>
        <a:xfrm>
          <a:off x="8769991" y="926472"/>
          <a:ext cx="1207701" cy="60385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Order Processing</a:t>
          </a:r>
          <a:endParaRPr lang="en-PK" sz="1700" kern="1200" dirty="0"/>
        </a:p>
      </dsp:txBody>
      <dsp:txXfrm>
        <a:off x="8769991" y="926472"/>
        <a:ext cx="1207701" cy="603850"/>
      </dsp:txXfrm>
    </dsp:sp>
    <dsp:sp modelId="{147ED431-04BD-4C0E-ACCE-768E19B4225E}">
      <dsp:nvSpPr>
        <dsp:cNvPr id="0" name=""/>
        <dsp:cNvSpPr/>
      </dsp:nvSpPr>
      <dsp:spPr>
        <a:xfrm>
          <a:off x="7308672" y="1783940"/>
          <a:ext cx="1207701" cy="60385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Cart Management</a:t>
          </a:r>
          <a:endParaRPr lang="en-PK" sz="1700" kern="1200" dirty="0"/>
        </a:p>
      </dsp:txBody>
      <dsp:txXfrm>
        <a:off x="7308672" y="1783940"/>
        <a:ext cx="1207701" cy="603850"/>
      </dsp:txXfrm>
    </dsp:sp>
    <dsp:sp modelId="{6356787F-7915-43AB-9CD7-7F8018502AAD}">
      <dsp:nvSpPr>
        <dsp:cNvPr id="0" name=""/>
        <dsp:cNvSpPr/>
      </dsp:nvSpPr>
      <dsp:spPr>
        <a:xfrm>
          <a:off x="7610598" y="2641408"/>
          <a:ext cx="1207701" cy="60385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DIY!</a:t>
          </a:r>
          <a:endParaRPr lang="en-PK" sz="1700" kern="1200" dirty="0"/>
        </a:p>
      </dsp:txBody>
      <dsp:txXfrm>
        <a:off x="7610598" y="2641408"/>
        <a:ext cx="1207701" cy="603850"/>
      </dsp:txXfrm>
    </dsp:sp>
    <dsp:sp modelId="{1FC6F8FF-CA2F-4CD5-AC48-5C735703C216}">
      <dsp:nvSpPr>
        <dsp:cNvPr id="0" name=""/>
        <dsp:cNvSpPr/>
      </dsp:nvSpPr>
      <dsp:spPr>
        <a:xfrm>
          <a:off x="8769991" y="1783940"/>
          <a:ext cx="1207701" cy="60385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Payments</a:t>
          </a:r>
          <a:endParaRPr lang="en-PK" sz="1700" kern="1200" dirty="0"/>
        </a:p>
      </dsp:txBody>
      <dsp:txXfrm>
        <a:off x="8769991" y="1783940"/>
        <a:ext cx="1207701" cy="603850"/>
      </dsp:txXfrm>
    </dsp:sp>
    <dsp:sp modelId="{8418CE30-52BF-47D0-A987-FB5D90AB01CA}">
      <dsp:nvSpPr>
        <dsp:cNvPr id="0" name=""/>
        <dsp:cNvSpPr/>
      </dsp:nvSpPr>
      <dsp:spPr>
        <a:xfrm>
          <a:off x="9071917" y="2641408"/>
          <a:ext cx="1207701" cy="60385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DIY!</a:t>
          </a:r>
          <a:endParaRPr lang="en-PK" sz="1700" kern="1200" dirty="0"/>
        </a:p>
      </dsp:txBody>
      <dsp:txXfrm>
        <a:off x="9071917" y="2641408"/>
        <a:ext cx="1207701" cy="603850"/>
      </dsp:txXfrm>
    </dsp:sp>
    <dsp:sp modelId="{3348A328-C2BA-438D-AC0A-661B41982E0D}">
      <dsp:nvSpPr>
        <dsp:cNvPr id="0" name=""/>
        <dsp:cNvSpPr/>
      </dsp:nvSpPr>
      <dsp:spPr>
        <a:xfrm>
          <a:off x="10231310" y="1783940"/>
          <a:ext cx="1207701" cy="60385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Shipping</a:t>
          </a:r>
          <a:endParaRPr lang="en-PK" sz="1700" kern="1200" dirty="0"/>
        </a:p>
      </dsp:txBody>
      <dsp:txXfrm>
        <a:off x="10231310" y="1783940"/>
        <a:ext cx="1207701" cy="603850"/>
      </dsp:txXfrm>
    </dsp:sp>
    <dsp:sp modelId="{F48A8D07-2BC4-4D0D-A344-DF9005A8E1EE}">
      <dsp:nvSpPr>
        <dsp:cNvPr id="0" name=""/>
        <dsp:cNvSpPr/>
      </dsp:nvSpPr>
      <dsp:spPr>
        <a:xfrm>
          <a:off x="10533235" y="2641408"/>
          <a:ext cx="1207701" cy="60385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DIY!</a:t>
          </a:r>
          <a:endParaRPr lang="en-PK" sz="1700" kern="1200" dirty="0"/>
        </a:p>
      </dsp:txBody>
      <dsp:txXfrm>
        <a:off x="10533235" y="2641408"/>
        <a:ext cx="1207701" cy="60385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361482-79E1-4129-B96D-5424F330BD4A}">
      <dsp:nvSpPr>
        <dsp:cNvPr id="0" name=""/>
        <dsp:cNvSpPr/>
      </dsp:nvSpPr>
      <dsp:spPr>
        <a:xfrm>
          <a:off x="3595747" y="1525189"/>
          <a:ext cx="188914" cy="236772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67722"/>
              </a:lnTo>
              <a:lnTo>
                <a:pt x="188914" y="2367722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6149D46-F0DD-48B8-96C0-3D85CA038B05}">
      <dsp:nvSpPr>
        <dsp:cNvPr id="0" name=""/>
        <dsp:cNvSpPr/>
      </dsp:nvSpPr>
      <dsp:spPr>
        <a:xfrm>
          <a:off x="3595747" y="1525189"/>
          <a:ext cx="188914" cy="14735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73529"/>
              </a:lnTo>
              <a:lnTo>
                <a:pt x="188914" y="1473529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AD64AD-A020-4E8D-A779-1E839ED8F640}">
      <dsp:nvSpPr>
        <dsp:cNvPr id="0" name=""/>
        <dsp:cNvSpPr/>
      </dsp:nvSpPr>
      <dsp:spPr>
        <a:xfrm>
          <a:off x="3595747" y="1525189"/>
          <a:ext cx="188914" cy="5793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79336"/>
              </a:lnTo>
              <a:lnTo>
                <a:pt x="188914" y="579336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90CC043-ED86-4D04-9C22-3D0CC19ECA25}">
      <dsp:nvSpPr>
        <dsp:cNvPr id="0" name=""/>
        <dsp:cNvSpPr/>
      </dsp:nvSpPr>
      <dsp:spPr>
        <a:xfrm>
          <a:off x="2575611" y="630996"/>
          <a:ext cx="1523906" cy="2644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2239"/>
              </a:lnTo>
              <a:lnTo>
                <a:pt x="1523906" y="132239"/>
              </a:lnTo>
              <a:lnTo>
                <a:pt x="1523906" y="264479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DF8AE18-8F46-4639-A0F9-6E1F96BF82C5}">
      <dsp:nvSpPr>
        <dsp:cNvPr id="0" name=""/>
        <dsp:cNvSpPr/>
      </dsp:nvSpPr>
      <dsp:spPr>
        <a:xfrm>
          <a:off x="2071840" y="1525189"/>
          <a:ext cx="188914" cy="14735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73529"/>
              </a:lnTo>
              <a:lnTo>
                <a:pt x="188914" y="1473529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0E11AA-6067-460D-936F-252165C90146}">
      <dsp:nvSpPr>
        <dsp:cNvPr id="0" name=""/>
        <dsp:cNvSpPr/>
      </dsp:nvSpPr>
      <dsp:spPr>
        <a:xfrm>
          <a:off x="2071840" y="1525189"/>
          <a:ext cx="188914" cy="5793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79336"/>
              </a:lnTo>
              <a:lnTo>
                <a:pt x="188914" y="579336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72110B-6DA7-4197-92E0-8755CB32E3C0}">
      <dsp:nvSpPr>
        <dsp:cNvPr id="0" name=""/>
        <dsp:cNvSpPr/>
      </dsp:nvSpPr>
      <dsp:spPr>
        <a:xfrm>
          <a:off x="2529891" y="630996"/>
          <a:ext cx="91440" cy="2644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64479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2DA48F6-48A6-4B11-9113-99FACD0B01E2}">
      <dsp:nvSpPr>
        <dsp:cNvPr id="0" name=""/>
        <dsp:cNvSpPr/>
      </dsp:nvSpPr>
      <dsp:spPr>
        <a:xfrm>
          <a:off x="547934" y="1525189"/>
          <a:ext cx="188914" cy="14735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73529"/>
              </a:lnTo>
              <a:lnTo>
                <a:pt x="188914" y="1473529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17BC94-7C57-4C0F-A276-DAB5DBA1ED30}">
      <dsp:nvSpPr>
        <dsp:cNvPr id="0" name=""/>
        <dsp:cNvSpPr/>
      </dsp:nvSpPr>
      <dsp:spPr>
        <a:xfrm>
          <a:off x="547934" y="1525189"/>
          <a:ext cx="188914" cy="5793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79336"/>
              </a:lnTo>
              <a:lnTo>
                <a:pt x="188914" y="579336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DB7318A-1F94-464C-9970-90A2F70AF610}">
      <dsp:nvSpPr>
        <dsp:cNvPr id="0" name=""/>
        <dsp:cNvSpPr/>
      </dsp:nvSpPr>
      <dsp:spPr>
        <a:xfrm>
          <a:off x="1051704" y="630996"/>
          <a:ext cx="1523906" cy="264479"/>
        </a:xfrm>
        <a:custGeom>
          <a:avLst/>
          <a:gdLst/>
          <a:ahLst/>
          <a:cxnLst/>
          <a:rect l="0" t="0" r="0" b="0"/>
          <a:pathLst>
            <a:path>
              <a:moveTo>
                <a:pt x="1523906" y="0"/>
              </a:moveTo>
              <a:lnTo>
                <a:pt x="1523906" y="132239"/>
              </a:lnTo>
              <a:lnTo>
                <a:pt x="0" y="132239"/>
              </a:lnTo>
              <a:lnTo>
                <a:pt x="0" y="264479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97AD21-BD66-48FF-9059-4ADC3298DD87}">
      <dsp:nvSpPr>
        <dsp:cNvPr id="0" name=""/>
        <dsp:cNvSpPr/>
      </dsp:nvSpPr>
      <dsp:spPr>
        <a:xfrm>
          <a:off x="1945898" y="1282"/>
          <a:ext cx="1259427" cy="6297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noProof="0" dirty="0"/>
            <a:t>Structural Diagrams</a:t>
          </a:r>
        </a:p>
      </dsp:txBody>
      <dsp:txXfrm>
        <a:off x="1945898" y="1282"/>
        <a:ext cx="1259427" cy="629713"/>
      </dsp:txXfrm>
    </dsp:sp>
    <dsp:sp modelId="{42198CF7-6716-4043-8DAC-A47A10A55CE1}">
      <dsp:nvSpPr>
        <dsp:cNvPr id="0" name=""/>
        <dsp:cNvSpPr/>
      </dsp:nvSpPr>
      <dsp:spPr>
        <a:xfrm>
          <a:off x="421991" y="895476"/>
          <a:ext cx="1259427" cy="629713"/>
        </a:xfrm>
        <a:prstGeom prst="rect">
          <a:avLst/>
        </a:prstGeom>
        <a:solidFill>
          <a:schemeClr val="lt1"/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noProof="0" dirty="0"/>
            <a:t>Useful</a:t>
          </a:r>
        </a:p>
      </dsp:txBody>
      <dsp:txXfrm>
        <a:off x="421991" y="895476"/>
        <a:ext cx="1259427" cy="629713"/>
      </dsp:txXfrm>
    </dsp:sp>
    <dsp:sp modelId="{D99BF1AA-0EFB-434F-8117-7D285995A1F5}">
      <dsp:nvSpPr>
        <dsp:cNvPr id="0" name=""/>
        <dsp:cNvSpPr/>
      </dsp:nvSpPr>
      <dsp:spPr>
        <a:xfrm>
          <a:off x="736848" y="1789669"/>
          <a:ext cx="1259427" cy="629713"/>
        </a:xfrm>
        <a:prstGeom prst="rect">
          <a:avLst/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noProof="0" dirty="0"/>
            <a:t>Class Diagram</a:t>
          </a:r>
        </a:p>
      </dsp:txBody>
      <dsp:txXfrm>
        <a:off x="736848" y="1789669"/>
        <a:ext cx="1259427" cy="629713"/>
      </dsp:txXfrm>
    </dsp:sp>
    <dsp:sp modelId="{E0D110F6-61F0-4927-A76E-00D99F7FACBF}">
      <dsp:nvSpPr>
        <dsp:cNvPr id="0" name=""/>
        <dsp:cNvSpPr/>
      </dsp:nvSpPr>
      <dsp:spPr>
        <a:xfrm>
          <a:off x="736848" y="2683862"/>
          <a:ext cx="1259427" cy="629713"/>
        </a:xfrm>
        <a:prstGeom prst="rect">
          <a:avLst/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noProof="0" dirty="0"/>
            <a:t>Component Diagram</a:t>
          </a:r>
        </a:p>
      </dsp:txBody>
      <dsp:txXfrm>
        <a:off x="736848" y="2683862"/>
        <a:ext cx="1259427" cy="629713"/>
      </dsp:txXfrm>
    </dsp:sp>
    <dsp:sp modelId="{340114DB-43AF-414D-9E60-3619830DFAE6}">
      <dsp:nvSpPr>
        <dsp:cNvPr id="0" name=""/>
        <dsp:cNvSpPr/>
      </dsp:nvSpPr>
      <dsp:spPr>
        <a:xfrm>
          <a:off x="1945898" y="895476"/>
          <a:ext cx="1259427" cy="629713"/>
        </a:xfrm>
        <a:prstGeom prst="rect">
          <a:avLst/>
        </a:prstGeom>
        <a:solidFill>
          <a:schemeClr val="lt1"/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noProof="0" dirty="0"/>
            <a:t>Rarely Used</a:t>
          </a:r>
        </a:p>
      </dsp:txBody>
      <dsp:txXfrm>
        <a:off x="1945898" y="895476"/>
        <a:ext cx="1259427" cy="629713"/>
      </dsp:txXfrm>
    </dsp:sp>
    <dsp:sp modelId="{19AAF70F-0B1A-4010-A127-B126688BDD97}">
      <dsp:nvSpPr>
        <dsp:cNvPr id="0" name=""/>
        <dsp:cNvSpPr/>
      </dsp:nvSpPr>
      <dsp:spPr>
        <a:xfrm>
          <a:off x="2260754" y="1789669"/>
          <a:ext cx="1259427" cy="629713"/>
        </a:xfrm>
        <a:prstGeom prst="rect">
          <a:avLst/>
        </a:prstGeom>
        <a:solidFill>
          <a:srgbClr val="E9975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noProof="0" dirty="0"/>
            <a:t>Deployment Diagram</a:t>
          </a:r>
        </a:p>
      </dsp:txBody>
      <dsp:txXfrm>
        <a:off x="2260754" y="1789669"/>
        <a:ext cx="1259427" cy="629713"/>
      </dsp:txXfrm>
    </dsp:sp>
    <dsp:sp modelId="{8B898D08-2970-4DBA-A724-E5A4D7BE2596}">
      <dsp:nvSpPr>
        <dsp:cNvPr id="0" name=""/>
        <dsp:cNvSpPr/>
      </dsp:nvSpPr>
      <dsp:spPr>
        <a:xfrm>
          <a:off x="2260754" y="2683862"/>
          <a:ext cx="1259427" cy="629713"/>
        </a:xfrm>
        <a:prstGeom prst="rect">
          <a:avLst/>
        </a:prstGeom>
        <a:solidFill>
          <a:srgbClr val="E9975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noProof="0" dirty="0"/>
            <a:t>Package Diagram</a:t>
          </a:r>
        </a:p>
      </dsp:txBody>
      <dsp:txXfrm>
        <a:off x="2260754" y="2683862"/>
        <a:ext cx="1259427" cy="629713"/>
      </dsp:txXfrm>
    </dsp:sp>
    <dsp:sp modelId="{3AA0F3F5-8A99-4566-A8F9-32224410DDC6}">
      <dsp:nvSpPr>
        <dsp:cNvPr id="0" name=""/>
        <dsp:cNvSpPr/>
      </dsp:nvSpPr>
      <dsp:spPr>
        <a:xfrm>
          <a:off x="3469804" y="895476"/>
          <a:ext cx="1259427" cy="629713"/>
        </a:xfrm>
        <a:prstGeom prst="rect">
          <a:avLst/>
        </a:prstGeom>
        <a:solidFill>
          <a:schemeClr val="lt1"/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noProof="0" dirty="0"/>
            <a:t>Academic Fossil</a:t>
          </a:r>
        </a:p>
      </dsp:txBody>
      <dsp:txXfrm>
        <a:off x="3469804" y="895476"/>
        <a:ext cx="1259427" cy="629713"/>
      </dsp:txXfrm>
    </dsp:sp>
    <dsp:sp modelId="{12330723-B0C0-4EA0-AD9E-0D99BB3459E6}">
      <dsp:nvSpPr>
        <dsp:cNvPr id="0" name=""/>
        <dsp:cNvSpPr/>
      </dsp:nvSpPr>
      <dsp:spPr>
        <a:xfrm>
          <a:off x="3784661" y="1789669"/>
          <a:ext cx="1259427" cy="629713"/>
        </a:xfrm>
        <a:prstGeom prst="rect">
          <a:avLst/>
        </a:prstGeom>
        <a:solidFill>
          <a:schemeClr val="accent6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noProof="0" dirty="0"/>
            <a:t>Composite Structure Diagram</a:t>
          </a:r>
        </a:p>
      </dsp:txBody>
      <dsp:txXfrm>
        <a:off x="3784661" y="1789669"/>
        <a:ext cx="1259427" cy="629713"/>
      </dsp:txXfrm>
    </dsp:sp>
    <dsp:sp modelId="{48033C01-9134-46D5-A852-94FA97E04126}">
      <dsp:nvSpPr>
        <dsp:cNvPr id="0" name=""/>
        <dsp:cNvSpPr/>
      </dsp:nvSpPr>
      <dsp:spPr>
        <a:xfrm>
          <a:off x="3784661" y="2683862"/>
          <a:ext cx="1259427" cy="629713"/>
        </a:xfrm>
        <a:prstGeom prst="rect">
          <a:avLst/>
        </a:prstGeom>
        <a:solidFill>
          <a:schemeClr val="accent6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noProof="0" dirty="0"/>
            <a:t>Object Diagram</a:t>
          </a:r>
        </a:p>
      </dsp:txBody>
      <dsp:txXfrm>
        <a:off x="3784661" y="2683862"/>
        <a:ext cx="1259427" cy="629713"/>
      </dsp:txXfrm>
    </dsp:sp>
    <dsp:sp modelId="{8989A8B5-28DE-4EBA-9778-510FB919737B}">
      <dsp:nvSpPr>
        <dsp:cNvPr id="0" name=""/>
        <dsp:cNvSpPr/>
      </dsp:nvSpPr>
      <dsp:spPr>
        <a:xfrm>
          <a:off x="3784661" y="3578055"/>
          <a:ext cx="1259427" cy="629713"/>
        </a:xfrm>
        <a:prstGeom prst="rect">
          <a:avLst/>
        </a:prstGeom>
        <a:solidFill>
          <a:schemeClr val="accent6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noProof="0" dirty="0"/>
            <a:t>Profile Diagram</a:t>
          </a:r>
        </a:p>
      </dsp:txBody>
      <dsp:txXfrm>
        <a:off x="3784661" y="3578055"/>
        <a:ext cx="1259427" cy="62971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A59C60-2D2C-4B63-9B77-913F78D0ED4F}">
      <dsp:nvSpPr>
        <dsp:cNvPr id="0" name=""/>
        <dsp:cNvSpPr/>
      </dsp:nvSpPr>
      <dsp:spPr>
        <a:xfrm>
          <a:off x="3595747" y="1525189"/>
          <a:ext cx="188914" cy="236772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67722"/>
              </a:lnTo>
              <a:lnTo>
                <a:pt x="188914" y="2367722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598ECB-A6AC-4828-83A6-D3FAB99DE405}">
      <dsp:nvSpPr>
        <dsp:cNvPr id="0" name=""/>
        <dsp:cNvSpPr/>
      </dsp:nvSpPr>
      <dsp:spPr>
        <a:xfrm>
          <a:off x="3595747" y="1525189"/>
          <a:ext cx="188914" cy="14735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73529"/>
              </a:lnTo>
              <a:lnTo>
                <a:pt x="188914" y="1473529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C8573D-9089-49A3-88FC-6C8FCA07A128}">
      <dsp:nvSpPr>
        <dsp:cNvPr id="0" name=""/>
        <dsp:cNvSpPr/>
      </dsp:nvSpPr>
      <dsp:spPr>
        <a:xfrm>
          <a:off x="3595747" y="1525189"/>
          <a:ext cx="188914" cy="5793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79336"/>
              </a:lnTo>
              <a:lnTo>
                <a:pt x="188914" y="579336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F6F1B0D-44D9-4F38-B166-31D10E22C0EF}">
      <dsp:nvSpPr>
        <dsp:cNvPr id="0" name=""/>
        <dsp:cNvSpPr/>
      </dsp:nvSpPr>
      <dsp:spPr>
        <a:xfrm>
          <a:off x="2575611" y="630996"/>
          <a:ext cx="1523906" cy="2644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2239"/>
              </a:lnTo>
              <a:lnTo>
                <a:pt x="1523906" y="132239"/>
              </a:lnTo>
              <a:lnTo>
                <a:pt x="1523906" y="264479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8CA5A8-123E-474D-BFB5-56D5A9EFC44D}">
      <dsp:nvSpPr>
        <dsp:cNvPr id="0" name=""/>
        <dsp:cNvSpPr/>
      </dsp:nvSpPr>
      <dsp:spPr>
        <a:xfrm>
          <a:off x="2071840" y="1525189"/>
          <a:ext cx="188914" cy="5793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79336"/>
              </a:lnTo>
              <a:lnTo>
                <a:pt x="188914" y="579336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C430EF-D4F7-496D-A6CB-F3F1FFE42F13}">
      <dsp:nvSpPr>
        <dsp:cNvPr id="0" name=""/>
        <dsp:cNvSpPr/>
      </dsp:nvSpPr>
      <dsp:spPr>
        <a:xfrm>
          <a:off x="2529891" y="630996"/>
          <a:ext cx="91440" cy="2644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64479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5F9BFA-6A88-43D6-A68C-657A3B16C5AA}">
      <dsp:nvSpPr>
        <dsp:cNvPr id="0" name=""/>
        <dsp:cNvSpPr/>
      </dsp:nvSpPr>
      <dsp:spPr>
        <a:xfrm>
          <a:off x="547934" y="1525189"/>
          <a:ext cx="188914" cy="236772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67722"/>
              </a:lnTo>
              <a:lnTo>
                <a:pt x="188914" y="2367722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9DF2D44-D7EF-40A6-B692-2E62A955E0F2}">
      <dsp:nvSpPr>
        <dsp:cNvPr id="0" name=""/>
        <dsp:cNvSpPr/>
      </dsp:nvSpPr>
      <dsp:spPr>
        <a:xfrm>
          <a:off x="547934" y="1525189"/>
          <a:ext cx="188914" cy="14735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73529"/>
              </a:lnTo>
              <a:lnTo>
                <a:pt x="188914" y="1473529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D00FD2-C6DE-464F-B769-D3E81D64675A}">
      <dsp:nvSpPr>
        <dsp:cNvPr id="0" name=""/>
        <dsp:cNvSpPr/>
      </dsp:nvSpPr>
      <dsp:spPr>
        <a:xfrm>
          <a:off x="547934" y="1525189"/>
          <a:ext cx="188914" cy="5793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79336"/>
              </a:lnTo>
              <a:lnTo>
                <a:pt x="188914" y="579336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0088933-BCE7-4262-8E8B-CFB99085B354}">
      <dsp:nvSpPr>
        <dsp:cNvPr id="0" name=""/>
        <dsp:cNvSpPr/>
      </dsp:nvSpPr>
      <dsp:spPr>
        <a:xfrm>
          <a:off x="1051704" y="630996"/>
          <a:ext cx="1523906" cy="264479"/>
        </a:xfrm>
        <a:custGeom>
          <a:avLst/>
          <a:gdLst/>
          <a:ahLst/>
          <a:cxnLst/>
          <a:rect l="0" t="0" r="0" b="0"/>
          <a:pathLst>
            <a:path>
              <a:moveTo>
                <a:pt x="1523906" y="0"/>
              </a:moveTo>
              <a:lnTo>
                <a:pt x="1523906" y="132239"/>
              </a:lnTo>
              <a:lnTo>
                <a:pt x="0" y="132239"/>
              </a:lnTo>
              <a:lnTo>
                <a:pt x="0" y="264479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671A687-C686-4096-8D6A-12AB49F8AE71}">
      <dsp:nvSpPr>
        <dsp:cNvPr id="0" name=""/>
        <dsp:cNvSpPr/>
      </dsp:nvSpPr>
      <dsp:spPr>
        <a:xfrm>
          <a:off x="1945898" y="1282"/>
          <a:ext cx="1259427" cy="6297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noProof="0" dirty="0"/>
            <a:t>Behavioural Diagrams</a:t>
          </a:r>
        </a:p>
      </dsp:txBody>
      <dsp:txXfrm>
        <a:off x="1945898" y="1282"/>
        <a:ext cx="1259427" cy="629713"/>
      </dsp:txXfrm>
    </dsp:sp>
    <dsp:sp modelId="{67BF4B72-3995-4C98-9051-74C33895FB9D}">
      <dsp:nvSpPr>
        <dsp:cNvPr id="0" name=""/>
        <dsp:cNvSpPr/>
      </dsp:nvSpPr>
      <dsp:spPr>
        <a:xfrm>
          <a:off x="421991" y="895476"/>
          <a:ext cx="1259427" cy="629713"/>
        </a:xfrm>
        <a:prstGeom prst="rect">
          <a:avLst/>
        </a:prstGeom>
        <a:solidFill>
          <a:schemeClr val="lt1"/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noProof="0" dirty="0"/>
            <a:t>Useful</a:t>
          </a:r>
        </a:p>
      </dsp:txBody>
      <dsp:txXfrm>
        <a:off x="421991" y="895476"/>
        <a:ext cx="1259427" cy="629713"/>
      </dsp:txXfrm>
    </dsp:sp>
    <dsp:sp modelId="{C6D5A561-1EAA-4770-AFBE-4A761B6B330C}">
      <dsp:nvSpPr>
        <dsp:cNvPr id="0" name=""/>
        <dsp:cNvSpPr/>
      </dsp:nvSpPr>
      <dsp:spPr>
        <a:xfrm>
          <a:off x="736848" y="1789669"/>
          <a:ext cx="1259427" cy="629713"/>
        </a:xfrm>
        <a:prstGeom prst="rect">
          <a:avLst/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noProof="0" dirty="0"/>
            <a:t>Use case Diagram</a:t>
          </a:r>
        </a:p>
      </dsp:txBody>
      <dsp:txXfrm>
        <a:off x="736848" y="1789669"/>
        <a:ext cx="1259427" cy="629713"/>
      </dsp:txXfrm>
    </dsp:sp>
    <dsp:sp modelId="{EC36EBC7-2C72-45DA-9EAE-E41E6CBE28D5}">
      <dsp:nvSpPr>
        <dsp:cNvPr id="0" name=""/>
        <dsp:cNvSpPr/>
      </dsp:nvSpPr>
      <dsp:spPr>
        <a:xfrm>
          <a:off x="736848" y="2683862"/>
          <a:ext cx="1259427" cy="629713"/>
        </a:xfrm>
        <a:prstGeom prst="rect">
          <a:avLst/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noProof="0" dirty="0"/>
            <a:t>Activity Diagram</a:t>
          </a:r>
        </a:p>
      </dsp:txBody>
      <dsp:txXfrm>
        <a:off x="736848" y="2683862"/>
        <a:ext cx="1259427" cy="629713"/>
      </dsp:txXfrm>
    </dsp:sp>
    <dsp:sp modelId="{4F0826AD-6BBA-48F4-8CA7-BCBED4E48C12}">
      <dsp:nvSpPr>
        <dsp:cNvPr id="0" name=""/>
        <dsp:cNvSpPr/>
      </dsp:nvSpPr>
      <dsp:spPr>
        <a:xfrm>
          <a:off x="736848" y="3578055"/>
          <a:ext cx="1259427" cy="629713"/>
        </a:xfrm>
        <a:prstGeom prst="rect">
          <a:avLst/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noProof="0" dirty="0"/>
            <a:t>Sequence Diagram</a:t>
          </a:r>
        </a:p>
      </dsp:txBody>
      <dsp:txXfrm>
        <a:off x="736848" y="3578055"/>
        <a:ext cx="1259427" cy="629713"/>
      </dsp:txXfrm>
    </dsp:sp>
    <dsp:sp modelId="{2B1DADB8-2CD3-4B04-9A81-1F10757C749A}">
      <dsp:nvSpPr>
        <dsp:cNvPr id="0" name=""/>
        <dsp:cNvSpPr/>
      </dsp:nvSpPr>
      <dsp:spPr>
        <a:xfrm>
          <a:off x="1945898" y="895476"/>
          <a:ext cx="1259427" cy="629713"/>
        </a:xfrm>
        <a:prstGeom prst="rect">
          <a:avLst/>
        </a:prstGeom>
        <a:solidFill>
          <a:schemeClr val="lt1"/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noProof="0" dirty="0"/>
            <a:t>Rarely Used</a:t>
          </a:r>
        </a:p>
      </dsp:txBody>
      <dsp:txXfrm>
        <a:off x="1945898" y="895476"/>
        <a:ext cx="1259427" cy="629713"/>
      </dsp:txXfrm>
    </dsp:sp>
    <dsp:sp modelId="{67A605D5-1007-417D-A307-9A6126257EE3}">
      <dsp:nvSpPr>
        <dsp:cNvPr id="0" name=""/>
        <dsp:cNvSpPr/>
      </dsp:nvSpPr>
      <dsp:spPr>
        <a:xfrm>
          <a:off x="2260754" y="1789669"/>
          <a:ext cx="1259427" cy="629713"/>
        </a:xfrm>
        <a:prstGeom prst="rect">
          <a:avLst/>
        </a:prstGeom>
        <a:solidFill>
          <a:srgbClr val="E9975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noProof="0" dirty="0"/>
            <a:t>State Machine Diagram</a:t>
          </a:r>
        </a:p>
      </dsp:txBody>
      <dsp:txXfrm>
        <a:off x="2260754" y="1789669"/>
        <a:ext cx="1259427" cy="629713"/>
      </dsp:txXfrm>
    </dsp:sp>
    <dsp:sp modelId="{8917DE24-1406-49DD-9FC2-3185B3D38187}">
      <dsp:nvSpPr>
        <dsp:cNvPr id="0" name=""/>
        <dsp:cNvSpPr/>
      </dsp:nvSpPr>
      <dsp:spPr>
        <a:xfrm>
          <a:off x="3469804" y="895476"/>
          <a:ext cx="1259427" cy="629713"/>
        </a:xfrm>
        <a:prstGeom prst="rect">
          <a:avLst/>
        </a:prstGeom>
        <a:solidFill>
          <a:schemeClr val="lt1"/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noProof="0" dirty="0"/>
            <a:t>Academic Fossil</a:t>
          </a:r>
        </a:p>
      </dsp:txBody>
      <dsp:txXfrm>
        <a:off x="3469804" y="895476"/>
        <a:ext cx="1259427" cy="629713"/>
      </dsp:txXfrm>
    </dsp:sp>
    <dsp:sp modelId="{94F5D520-7281-4658-AB1E-991F26F37FEF}">
      <dsp:nvSpPr>
        <dsp:cNvPr id="0" name=""/>
        <dsp:cNvSpPr/>
      </dsp:nvSpPr>
      <dsp:spPr>
        <a:xfrm>
          <a:off x="3784661" y="1789669"/>
          <a:ext cx="1259427" cy="629713"/>
        </a:xfrm>
        <a:prstGeom prst="rect">
          <a:avLst/>
        </a:prstGeom>
        <a:solidFill>
          <a:schemeClr val="accent6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noProof="0" dirty="0"/>
            <a:t>Communication Diagram</a:t>
          </a:r>
        </a:p>
      </dsp:txBody>
      <dsp:txXfrm>
        <a:off x="3784661" y="1789669"/>
        <a:ext cx="1259427" cy="629713"/>
      </dsp:txXfrm>
    </dsp:sp>
    <dsp:sp modelId="{9CE9EE4C-D508-4F26-9A56-20E63AD56072}">
      <dsp:nvSpPr>
        <dsp:cNvPr id="0" name=""/>
        <dsp:cNvSpPr/>
      </dsp:nvSpPr>
      <dsp:spPr>
        <a:xfrm>
          <a:off x="3784661" y="2683862"/>
          <a:ext cx="1259427" cy="629713"/>
        </a:xfrm>
        <a:prstGeom prst="rect">
          <a:avLst/>
        </a:prstGeom>
        <a:solidFill>
          <a:schemeClr val="accent6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noProof="0" dirty="0"/>
            <a:t>Timing Diagram</a:t>
          </a:r>
        </a:p>
      </dsp:txBody>
      <dsp:txXfrm>
        <a:off x="3784661" y="2683862"/>
        <a:ext cx="1259427" cy="629713"/>
      </dsp:txXfrm>
    </dsp:sp>
    <dsp:sp modelId="{2657A9C6-1DA0-4775-9F08-9517580EB398}">
      <dsp:nvSpPr>
        <dsp:cNvPr id="0" name=""/>
        <dsp:cNvSpPr/>
      </dsp:nvSpPr>
      <dsp:spPr>
        <a:xfrm>
          <a:off x="3784661" y="3578055"/>
          <a:ext cx="1259427" cy="629713"/>
        </a:xfrm>
        <a:prstGeom prst="rect">
          <a:avLst/>
        </a:prstGeom>
        <a:solidFill>
          <a:schemeClr val="accent6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noProof="0" dirty="0"/>
            <a:t>Interactive overview Diagram</a:t>
          </a:r>
        </a:p>
      </dsp:txBody>
      <dsp:txXfrm>
        <a:off x="3784661" y="3578055"/>
        <a:ext cx="1259427" cy="6297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D5B4E-BF3E-3B45-A4BA-D6C3B92870D7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E8BC-2AB3-9E4C-9797-2A6F8A74C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621B-8C8E-49BA-8772-41D0FE75A082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34ED-4CDD-41C9-90F7-D768D5559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B34ED-4CDD-41C9-90F7-D768D5559A6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204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A6E00-36D5-E0FC-965A-9CCE078F0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8190DF-A1C2-1994-A024-8EF9353547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45776E-63D4-DD71-C6BF-512D4B57BD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2DC25A-09C2-DB9F-C15B-44CF4BA2E9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6934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60829-A062-F7D2-AB8C-670D019F1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AFFD3F-342F-7A89-58A3-4286365A6B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FFC87A-D51B-0113-7EC2-2827BD5AB6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A9C8EC-D5D5-37D6-81B8-1A0BD2BC0E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7243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11FF2-7130-E475-FE22-F1194184E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976379-1B9C-1F23-E073-6E69CB697B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E2E97C-8591-93DA-683A-669353D134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75E1DD-AFE2-4D3C-1BBE-F2BB58BA00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4514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B2374-E2FA-DB24-6674-BCF7D33B7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FABED6-54AB-3376-CF9E-FE7C160D70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60207E-54A6-42A4-37A8-9F820222AD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AD04F9-1844-8A81-F176-89CC70C8D8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6420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2E1B1-147F-0FE7-3293-2C2DC00C6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50E426-7033-7FB2-8B3F-A2E5EC908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065902-9FF7-893F-D75C-CDA67A6738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A43BAE-1904-07B8-212C-AE033508BB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5162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CD7F3-12C7-145C-BEC4-56747B817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9EAC8C-1B55-AC6D-2C87-0001800B67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EB0F0F-FD9F-5D8A-2C67-5F6311C706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E34356-2679-5165-DAFC-4F1DDA6E8E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5934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59051-D31D-60EF-9CDA-E2D7DC475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7ED60F-4616-844D-ABB2-141209460E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B35066-D6B2-51F5-EC2A-D86864633A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64AC09-A9C0-D34A-B7FA-2F3D8380CA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2190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77015-E0FA-9F4F-D7AD-053471E23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0D621A-FD15-80F1-DD20-1597B72F83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48E913-7190-E03F-06D8-974D33F7F0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C24E46-CE6E-AA54-9799-FE86ADFC41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9998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3FD60-5517-4B39-4E1C-2F1763CCA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401049-A220-F330-20A1-F0825B3863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12BEF7-9972-E7CF-47CC-EEFEBDA093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52B2DC-01A4-BBA8-52FE-1074E5FCF7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1441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E1287-1377-24B6-7E1D-6D14D6307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7AB25A-F906-99AE-A24B-A603A3FA4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5F76D5-B368-7846-F5DB-18129D92EC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0BAF11-5D28-6E70-C15D-1B7FDA9D72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5822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75FB2-42EF-89F8-8868-9916B2ECF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4D985E-A313-B3E5-8AB4-AF69D618C1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F78E3E-51CC-F8F6-5D0F-6448CE52D6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Reality: most developers do not use UML because of additional learning curve and constant need for maintainability.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DA1AB3-266C-13D9-44D1-8415C43E5C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3354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FC330-090F-486E-3F72-270903B30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AE3690-AD90-4388-9FF9-9063C52CDD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ECEFD2-FEB0-F585-32AE-20653F7D96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30E574-5C23-B76B-9C1C-886717FB25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42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CFEFF-F31C-059C-4E13-8EA37388C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E9FAA0-1906-9F56-32BA-A71D3254D6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C5CAD3-5D3F-C59F-C405-371E856E35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CEE22E-8D64-535B-5381-D1F52D5E2B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613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97902-E9E3-F0D2-1BF9-E59BC64DC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3C5D58-7CF3-C1D4-E5AA-B0FCE871EF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E62105-2C10-60F3-B279-BD76D18200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CFA6E0-DFF2-D03C-09F1-DA3FDF79CC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1637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r>
              <a:rPr lang="en-US" spc="30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anchor="b"/>
          <a:lstStyle>
            <a:lvl1pPr algn="l">
              <a:defRPr sz="6000" spc="3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>
            <a:noAutofit/>
          </a:bodyPr>
          <a:lstStyle>
            <a:lvl1pPr algn="l">
              <a:defRPr sz="3200" spc="300"/>
            </a:lvl1pPr>
          </a:lstStyle>
          <a:p>
            <a:r>
              <a:rPr lang="en-US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>
            <a:noAutofit/>
          </a:bodyPr>
          <a:lstStyle>
            <a:lvl1pPr>
              <a:defRPr sz="4800" spc="3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Autofit/>
          </a:bodyPr>
          <a:lstStyle/>
          <a:p>
            <a:r>
              <a:rPr lang="en-US" sz="4000" spc="300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272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  <p:sldLayoutId id="2147483681" r:id="rId12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/3.0/" TargetMode="External"/><Relationship Id="rId4" Type="http://schemas.openxmlformats.org/officeDocument/2006/relationships/hyperlink" Target="https://www.solaresearch.org/2019/12/journal-of-learning-analytics-jla-volume-6-issue-3-now-available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4.xml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microsoft.com/office/2007/relationships/diagramDrawing" Target="../diagrams/drawing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3.xml"/><Relationship Id="rId11" Type="http://schemas.openxmlformats.org/officeDocument/2006/relationships/diagramColors" Target="../diagrams/colors4.xml"/><Relationship Id="rId5" Type="http://schemas.openxmlformats.org/officeDocument/2006/relationships/diagramQuickStyle" Target="../diagrams/quickStyle3.xml"/><Relationship Id="rId10" Type="http://schemas.openxmlformats.org/officeDocument/2006/relationships/diagramQuickStyle" Target="../diagrams/quickStyle4.xml"/><Relationship Id="rId4" Type="http://schemas.openxmlformats.org/officeDocument/2006/relationships/diagramLayout" Target="../diagrams/layout3.xml"/><Relationship Id="rId9" Type="http://schemas.openxmlformats.org/officeDocument/2006/relationships/diagramLayout" Target="../diagrams/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" y="1477926"/>
            <a:ext cx="11525730" cy="2307265"/>
          </a:xfrm>
        </p:spPr>
        <p:txBody>
          <a:bodyPr/>
          <a:lstStyle/>
          <a:p>
            <a:r>
              <a:rPr lang="en-US" sz="5400" b="1"/>
              <a:t>Software Engineering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0837" y="5699050"/>
            <a:ext cx="11525730" cy="1073889"/>
          </a:xfrm>
        </p:spPr>
        <p:txBody>
          <a:bodyPr/>
          <a:lstStyle/>
          <a:p>
            <a:r>
              <a:rPr lang="en-US" sz="2000"/>
              <a:t>Dr. Owais Hussain</a:t>
            </a:r>
          </a:p>
        </p:txBody>
      </p:sp>
    </p:spTree>
    <p:extLst>
      <p:ext uri="{BB962C8B-B14F-4D97-AF65-F5344CB8AC3E}">
        <p14:creationId xmlns:p14="http://schemas.microsoft.com/office/powerpoint/2010/main" val="146856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87B3-0A27-4EE9-979E-B69581E4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BB76F5AB-0940-46E1-85F9-6A870D7D04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7684" r="33028"/>
          <a:stretch>
            <a:fillRect/>
          </a:stretch>
        </p:blipFill>
        <p:spPr>
          <a:xfrm>
            <a:off x="0" y="0"/>
            <a:ext cx="6096000" cy="6858000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C89A40-EEAA-43AB-9A3A-B2CFDE450F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68819" y="2078874"/>
            <a:ext cx="4924398" cy="4136198"/>
          </a:xfrm>
        </p:spPr>
        <p:txBody>
          <a:bodyPr/>
          <a:lstStyle/>
          <a:p>
            <a:r>
              <a:rPr lang="en-US" dirty="0"/>
              <a:t>Recap</a:t>
            </a:r>
          </a:p>
          <a:p>
            <a:r>
              <a:rPr lang="en-US" dirty="0"/>
              <a:t>Why is software modeling essential?</a:t>
            </a:r>
          </a:p>
          <a:p>
            <a:r>
              <a:rPr lang="en-US" dirty="0"/>
              <a:t>Work Breakdown Structure</a:t>
            </a:r>
          </a:p>
          <a:p>
            <a:r>
              <a:rPr lang="en-US" dirty="0"/>
              <a:t>Flow Diagram</a:t>
            </a:r>
          </a:p>
          <a:p>
            <a:r>
              <a:rPr lang="en-US" dirty="0"/>
              <a:t>Modeling Perspectives</a:t>
            </a:r>
          </a:p>
          <a:p>
            <a:r>
              <a:rPr lang="en-US" dirty="0"/>
              <a:t>UML</a:t>
            </a:r>
          </a:p>
          <a:p>
            <a:r>
              <a:rPr lang="en-US" dirty="0"/>
              <a:t>Model-driven 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F8048-1E86-48F4-B246-D2F8C54B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5FA580-2511-43FF-99FF-4AD8C9598CD1}"/>
              </a:ext>
            </a:extLst>
          </p:cNvPr>
          <p:cNvSpPr txBox="1"/>
          <p:nvPr/>
        </p:nvSpPr>
        <p:spPr>
          <a:xfrm>
            <a:off x="0" y="6858000"/>
            <a:ext cx="6096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900">
                <a:hlinkClick r:id="rId4" tooltip="https://www.solaresearch.org/2019/12/journal-of-learning-analytics-jla-volume-6-issue-3-now-available/"/>
              </a:rPr>
              <a:t>This Photo</a:t>
            </a:r>
            <a:r>
              <a:rPr lang="en-PK" sz="900"/>
              <a:t> by Unknown Author is licensed under </a:t>
            </a:r>
            <a:r>
              <a:rPr lang="en-PK" sz="900">
                <a:hlinkClick r:id="rId5" tooltip="https://creativecommons.org/licenses/by/3.0/"/>
              </a:rPr>
              <a:t>CC BY</a:t>
            </a:r>
            <a:endParaRPr lang="en-PK" sz="900"/>
          </a:p>
        </p:txBody>
      </p:sp>
    </p:spTree>
    <p:extLst>
      <p:ext uri="{BB962C8B-B14F-4D97-AF65-F5344CB8AC3E}">
        <p14:creationId xmlns:p14="http://schemas.microsoft.com/office/powerpoint/2010/main" val="164909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3E145-D1CC-5DF5-FC16-A4BA1D1FA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8D2ED3D-D613-DB0C-60DB-F48B8A2F4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59B35CDF-A898-879C-6184-59846839F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A2F99602-7C2E-7F99-7019-B197A4777D32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Recap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4C1D68F1-9B42-113F-7E2E-146A8D8C96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990D2FA0-4508-06EF-9A71-A45B87120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A2E5D-4F5F-9B1C-1AFF-E3AB54478CC4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We understood fundamental definitions of Software engineering.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We looked at various types of Software systems.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We learned Software Process Models, starting from Waterfall to the Unified model.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We comprehensively studied how requirements are captured and documented into SRS.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We now move to “How-to” part. We will discuss how an abstract model of a Software is created.</a:t>
            </a:r>
          </a:p>
        </p:txBody>
      </p:sp>
    </p:spTree>
    <p:extLst>
      <p:ext uri="{BB962C8B-B14F-4D97-AF65-F5344CB8AC3E}">
        <p14:creationId xmlns:p14="http://schemas.microsoft.com/office/powerpoint/2010/main" val="689729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428F7-83D9-F53A-9231-0B50A2453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B4FE071-37B3-9D4B-ACE3-02333E82E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9D273AAB-F841-691E-821C-11549A7A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D4368C9E-7FF4-E0EB-21D9-15EAD9BC87AA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Why is software modeling essential?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F9EAB3CC-19D8-F8D7-0228-BFC3C922A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A2EDD083-7A1C-88C8-DB4A-A5F69F358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614042-01AB-F1AB-BB6A-6C81C4C2F1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6087" y="1377552"/>
            <a:ext cx="9520376" cy="517564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848B003-2DBC-4BDE-E32D-D35682907C22}"/>
              </a:ext>
            </a:extLst>
          </p:cNvPr>
          <p:cNvSpPr/>
          <p:nvPr/>
        </p:nvSpPr>
        <p:spPr>
          <a:xfrm rot="19452861">
            <a:off x="1241672" y="1975515"/>
            <a:ext cx="188545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radley Hand ITC" panose="03070402050302030203" pitchFamily="66" charset="0"/>
              </a:rPr>
              <a:t>Chaos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8F7627C-5EDF-9820-F2F6-2145B84B1641}"/>
              </a:ext>
            </a:extLst>
          </p:cNvPr>
          <p:cNvSpPr/>
          <p:nvPr/>
        </p:nvSpPr>
        <p:spPr>
          <a:xfrm rot="1800000">
            <a:off x="8651503" y="1589666"/>
            <a:ext cx="231505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radley Hand ITC" panose="03070402050302030203" pitchFamily="66" charset="0"/>
              </a:rPr>
              <a:t>Clarity</a:t>
            </a:r>
          </a:p>
        </p:txBody>
      </p:sp>
    </p:spTree>
    <p:extLst>
      <p:ext uri="{BB962C8B-B14F-4D97-AF65-F5344CB8AC3E}">
        <p14:creationId xmlns:p14="http://schemas.microsoft.com/office/powerpoint/2010/main" val="444671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C03D6-6F5B-7ED7-DD20-28EE34BEA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725BFB3C-5494-5ECE-6409-C479C0E51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8458940E-F61E-3FA3-3D49-DAA1E2C564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AC4E0D99-6055-A55D-A29E-E37BCE36FCD1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Why is software modeling essential?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2C1B661C-B5B9-4D4F-75B3-565C2CF930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2533CDF8-E5B8-BECF-A73D-5F3C0B9915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4D3D3-37DA-A1BA-5E92-5815D975ABFA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While SRS is an excellent way to specify what to do. It does not say how to do it.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A system can be built in several ways.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Through Software modelling we choose one way that fits and follow it.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When we have a model, there remains little uncertainty during implementation phase.</a:t>
            </a:r>
          </a:p>
        </p:txBody>
      </p:sp>
    </p:spTree>
    <p:extLst>
      <p:ext uri="{BB962C8B-B14F-4D97-AF65-F5344CB8AC3E}">
        <p14:creationId xmlns:p14="http://schemas.microsoft.com/office/powerpoint/2010/main" val="1257375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4109D-1706-D656-D19D-5CD5A4497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49DDD47-280C-6883-9C01-3D89060C0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52D28863-52FE-E76A-B195-4E7F786724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D7DDB97D-9DB6-EEE3-72A6-AB6750CEC809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Work Breakdown Structure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CCE2F4F9-F56F-88AF-8B80-A6882739A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D9C4EEAB-FC8E-BF66-BCAE-E6067C8EBB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74BFC-4315-953E-1E89-8DA0C90946BE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6924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WBS dissects a large, complex system into workable actions.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329E6166-2A05-77B7-D937-896598CC99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70905823"/>
              </p:ext>
            </p:extLst>
          </p:nvPr>
        </p:nvGraphicFramePr>
        <p:xfrm>
          <a:off x="0" y="2225040"/>
          <a:ext cx="12191999" cy="411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31158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431112D-ED80-4F4A-9242-23C084ADCF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8645714-4708-4751-AD7E-F20F79376ED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EA2DECA-F122-455E-B01A-5E09D53A0CE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D2D506E-4BDA-4309-BD9B-D36E003BFD3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DB380DC-8858-4914-BBC1-717E9D16BB1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6E6E2A9-7718-49F9-815C-E3522178F62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621BC21-F938-433D-99B6-DAE179D94ED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09E56F5-1ED1-4741-9324-D7E8CC86A7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D219C46-7EF3-42C0-9A4B-081DEBE164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95FBE9B-6645-4045-B93E-041BC239FD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AB96838-8297-4B8A-8D77-457225D741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0B072FC-A394-4A38-ABAC-03B491941F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2EAF587-7323-4345-AACA-1C1752D4794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B757E76-B6D4-4630-A1E2-4C561FFC231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4673EEA-72D6-461F-BFEB-19F8DD68BF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34AA984-1C0D-4C8C-A7FF-43236FDAA7E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5FB4F23-B6C2-4CE6-8B79-2950FB15CC7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8CC2D12-549E-49EB-AD33-80EEC8386A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1AC5A8A-3B59-4658-91B5-DAE0FF94B5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01C8EC7-87D0-4A16-9119-38FB58AE755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BB9C00F-E450-4D28-8E29-DA184D84ED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A4D2BB7-3895-45C6-B361-42B23260A7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3F98357-F435-4B17-A632-A9D91054B68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1954018-3CC8-45BF-BCDF-E28468913E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0817F35-F608-41EC-9EBA-E393256ADB2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46CB323-0227-427A-9A1D-8A89846644A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36B79C0-92F2-4A5B-BB4E-3D61D55750F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144EF55-8984-4DFA-A5DC-5102E01E24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0E78178-2614-4D0F-8BCE-A37D23B933A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9D19E04-109E-4322-BFE8-2C001F460C9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F011010-BE9E-4CCA-8E28-A8AE0DA7B6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046D890-46BC-4A06-B3B8-E5AA4BD836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81275A5-188D-4856-BBB0-FF01D94816B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013F148-691D-4C4F-B954-3E54340FA92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7BAA972-7EF4-4206-8753-58C9C2275F7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C2D8886-2290-491A-9953-9DF8668655A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504819B-BCCA-4F24-88BB-73474E2CD7E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80A4633-016B-45E1-91A3-1E95B129E4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FDE3944-37E7-43B8-A2A0-51C98DF2B5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9E7D73C-68CD-4828-A17E-57F20ABE0A8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B88CF8B-D256-47AB-88D6-EB161B82D98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ACB8274-FADC-4B17-B41C-21EFD12D150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125AFF1-7F73-42EF-A4E9-071C184BF5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9D26E94-762F-4C93-9BBA-0C1971114B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Dgm bld="lvlAtOnce"/>
        </p:bldSub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E44C3-E6F9-7B55-78B5-5972BDC34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AB90625-FCFA-D006-F13C-2D9D1CF5F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D9C8D36-82DC-285F-8CD6-2DCDD0869D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A6DEC4FA-F04C-DDA6-DA81-EA8D966E6BB6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Work Breakdown Structure – </a:t>
            </a:r>
            <a:r>
              <a:rPr lang="en-US" sz="3200" dirty="0" err="1">
                <a:solidFill>
                  <a:srgbClr val="FFFFFF"/>
                </a:solidFill>
                <a:latin typeface="Arial"/>
                <a:cs typeface="Arial"/>
              </a:rPr>
              <a:t>PakWheels</a:t>
            </a:r>
            <a:endParaRPr lang="en-US" sz="32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7304CA8E-F02B-59A0-0C6F-12271DB7F1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B31796C9-F9E2-E6A7-59BA-6D0F771AA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DA10A3CB-B47B-44CB-DF3F-79AC899BE32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47457832"/>
              </p:ext>
            </p:extLst>
          </p:nvPr>
        </p:nvGraphicFramePr>
        <p:xfrm>
          <a:off x="220384" y="1371600"/>
          <a:ext cx="11743016" cy="502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46903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936BEA8-32DC-41C8-9871-BF2CE87B91C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8C3E296-C339-4AB8-BF4E-76DD5B08DB3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F080D77-C926-4B67-9462-48081F2A98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7D8014D-3BFF-4EF5-9C69-C88E6CB320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F704870-8014-4803-995F-A97048EBEE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10F2CC8-8138-4359-8B44-9E7CB0C59C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B7E6B85-39AC-4601-AEB4-3500ED90A3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0A2437C-4904-47BE-BCF7-94EF7EBAFC6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ED5B6A0-7E12-48A3-9C35-D76C20A5026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F2DCEDB-DE8B-4DED-ABC1-DC869A74EC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A165373-2059-41E5-ABDC-EA98C393A8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4D26305-849B-4855-BBCE-247534EC48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1BD1725-0DAE-4CED-AAB2-944268F512B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4504024-F917-44C2-AAF7-F31A035BEBC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F144789-9BB3-4C65-A321-29C88D438B8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7BF7221-E1BD-4B37-AA6E-BB3FBB35430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219AD27-19B8-4BD8-8992-C7B490BA300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1EF53CA-65A0-4546-938F-8CFF182923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47ED431-04BD-4C0E-ACCE-768E19B4225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565DC93-5EBA-41DE-AA32-FC56EFAB6E9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FC6F8FF-CA2F-4CD5-AC48-5C735703C2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E389339-5653-4365-8F23-CC29C1B404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348A328-C2BA-438D-AC0A-661B41982E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6F3561C-936D-4FB5-852C-693FD22108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9A938E9-8198-4FB1-BC8F-FEF1323413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CD80121-C5C6-4B1E-9026-0E6E499AD1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54BFB8B-BBBB-4869-8D87-22A5A0235F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753781B-CD9A-4478-80DB-A28AF20E07E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957EDD8-0578-4251-98E0-6183F62C42C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BA15B8B-D540-4FD0-9EB0-9D174337262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55C611C-35A5-4159-9A5D-1510AAD51E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631EB45-45E5-49BD-AC0C-3AAD34A133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E6794E4-2422-4377-9423-5F02511FA0D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C0EBDD9-D559-45FE-9D0A-6294EC4365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0B0728F-8B06-49D0-8939-E44AF610FB4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A8EAA10-8F35-4682-9071-75F58275BC7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1D9806C-75DC-4EA7-85DA-F4BF8261CD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990DECD-ED79-492B-B11E-82D124CF77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0DA77A3-E23C-49FB-9553-89DD162F8D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A224422-F569-403F-8CD0-195B946CBF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1C88AB5-21A4-4768-8838-356F651931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7603335-9B10-4E57-8110-DEB4708103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9F7877B-283B-40D4-B4FC-8C2F3CECE7E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B57B4E9-F115-4A4E-9939-8593E8751A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BC8494A-F667-42E4-B75C-60BAA9E9CB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33A45C0-5E4A-4138-863B-CC9DE2E736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BE2E796-2EF9-4189-BC6B-6D6F8A3CF7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2DC7429-D392-4B64-8E58-76EAD2E58BA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CDC5801-CD15-4276-BC01-57C157E59C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0EAFF68-EBAF-48F8-9BFA-C121591EF35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356787F-7915-43AB-9CD7-7F8018502A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80F2C3E-A3B0-4B87-BD15-275E6A0D8C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418CE30-52BF-47D0-A987-FB5D90AB01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11A4B88-4F91-4B44-A2C4-F3A242338B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48A8D07-2BC4-4D0D-A344-DF9005A8E1E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lvlOne"/>
        </p:bldSub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A232E-2E13-BF06-4A5A-61B5D560E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DA8B1B1-5735-0832-9A59-F32249AD6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77C4B8BB-906F-65AC-1D6A-A5DF47770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11F6072D-555D-37F4-7C1F-6BE4193A49FF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What Work Breakdown Structure isn’t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2CCDB21E-4D6D-1F1D-703C-CC27830961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46078E58-2911-9C8C-FFD3-9E2C92BB6E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8B624-5083-446E-6CE7-0B604B2ACCDF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WBS is NOT a Software Modelling tool: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Due to its simplicity, it is understood by all stakeholders and thus helps during SE modelling.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WBS does NOT (</a:t>
            </a:r>
            <a:r>
              <a:rPr lang="en-GB" sz="3400" i="1" dirty="0"/>
              <a:t>and should not</a:t>
            </a:r>
            <a:r>
              <a:rPr lang="en-GB" sz="3400" dirty="0"/>
              <a:t>) explain: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Dependencies: which task comes first, which comes after.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Timelines: when to start a task, pause, or finish.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Team: who does what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Budget</a:t>
            </a:r>
          </a:p>
        </p:txBody>
      </p:sp>
    </p:spTree>
    <p:extLst>
      <p:ext uri="{BB962C8B-B14F-4D97-AF65-F5344CB8AC3E}">
        <p14:creationId xmlns:p14="http://schemas.microsoft.com/office/powerpoint/2010/main" val="4281759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CF6AC-E10E-8469-6A06-2862E0269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2AB0311-CFAF-53FF-22FF-31DD36A7F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269075F6-8F4A-8ABE-DEA0-E5EDCE982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311FBDFC-F394-12DE-5491-5E0E87F4237D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Flow Diagram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3AD3349D-598E-438F-C765-922C1505B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B365838E-F21A-B28A-C805-8A6A780E3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FB4BD-2B87-2058-932A-263AA926C7F5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7097255" cy="488787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Flow Diagram (a.k.a. Data Flow Diagram, a.k.a. Flowchart) is considered the simplest tool to visualize a function’s flow.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This is an informally designed Flow diagram for a program that determines whether someone is a horse or not.</a:t>
            </a:r>
            <a:endParaRPr lang="en-GB" sz="32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359BA472-E833-BF7C-EB24-8B45B9CACA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7639" y="1437969"/>
            <a:ext cx="4645761" cy="5048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2045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C8848-82A6-6F48-B076-87651F4F0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F35194D2-0A28-CFD0-DE68-11C49631A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DA268EC-8FF5-23A5-8AC1-4AFBDA7EB7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926F9731-74A0-30E5-B6F7-DEE00D23AF88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Flow Diagram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8E7E679B-89F8-4EE1-D9B6-D49ECBEBC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F80755A6-DC03-F69E-34E0-AD02660BD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B93FB-0EF3-C98E-7792-97A11FA5F013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8120977" cy="488787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Syntax is straightforward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Use Ellipse to specify Start or End of the flow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Use Parallelogram for data input and output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Rectangle/Square are for executable statements.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Diamond is for if-then-else decisions.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Slanted rectangle is for mechanical input (not keyboard or mouse).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Connector is to link multiple pages of one diagram.</a:t>
            </a:r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4C802C2E-6769-9ECC-1784-BBC7FC2BE0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1361" y="1532587"/>
            <a:ext cx="3622040" cy="4881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9183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33E75-5281-7ED5-EFC5-38D5F22D2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AD8BAB3-8A86-7BF3-85B2-7EB9DAF1D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4F4DE846-B883-F93C-5FE2-6C8C23AAB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78BB5E4F-05D8-C398-45B7-B124FF7074DF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Flow Diagram – </a:t>
            </a:r>
            <a:r>
              <a:rPr lang="en-US" sz="3200" dirty="0" err="1">
                <a:solidFill>
                  <a:srgbClr val="FFFFFF"/>
                </a:solidFill>
                <a:latin typeface="Arial"/>
                <a:cs typeface="Arial"/>
              </a:rPr>
              <a:t>PakWheels</a:t>
            </a:r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 (User Login)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0346B091-FB19-9BBC-D13B-5ED5C38F6C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9D3014E8-D8B7-4C39-125E-696BB75BF9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71C17-1D65-76D3-A8F3-0688939A7D84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3416897" cy="488787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Note that Vendor page and Customer page are predefined processes.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The flow is complete, i.e. every combination goes to End.</a:t>
            </a:r>
            <a:endParaRPr lang="en-GB" sz="3200" dirty="0"/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B32D80A3-1DE3-8E61-07B4-27919CADAD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7281" y="1505816"/>
            <a:ext cx="8326120" cy="4914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4092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E5066-CD7E-165C-78BA-65175208B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7B5D3DB-668A-A354-937B-5F696D3B2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54C56F4A-2D3B-81E7-DEE6-E66A8EDD4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0B59FB87-8B19-2985-ACBC-914C65D5D15E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Modeling Perspectives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BBE66408-157E-4B9C-AA91-25621314A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A018C87A-1DF5-BFAE-84F2-D0BC756E47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6B7B1-1759-D3B4-90D7-AC79D7C01E95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GB" sz="3400" dirty="0"/>
              <a:t>A model can be viewed in one of four perspectives: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GB" sz="3400" dirty="0"/>
              <a:t>External Perspective: modelling context or environment of the system.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GB" sz="3400" dirty="0"/>
              <a:t>Interaction Perspective: modelling interaction between different internal and external components of the system.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GB" sz="3400" dirty="0"/>
              <a:t>Structural Perspective: modelling how the system, its data and components will be organized.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GB" sz="3400" dirty="0"/>
              <a:t>Behavioural Perspective: modelling how system will respond to events.</a:t>
            </a:r>
          </a:p>
        </p:txBody>
      </p:sp>
    </p:spTree>
    <p:extLst>
      <p:ext uri="{BB962C8B-B14F-4D97-AF65-F5344CB8AC3E}">
        <p14:creationId xmlns:p14="http://schemas.microsoft.com/office/powerpoint/2010/main" val="75600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2F3A2-56D7-BA34-ADBF-A9ACED46E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D3C3A7D-4ABC-17F8-A07E-A92E56FED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57BD1B7B-43CB-6EBE-B3CD-E828ABB3E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CAEE048E-B7D7-7BD3-E41E-28132A35E0FC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UML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DD1F2412-594D-BA1D-B89B-BB23CF58BE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B5DA37EB-B282-4154-4889-BA56E26E37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DD3842D-C7C2-3AB2-86FD-F2BA482DA1E9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Unified Modelling Language is a </a:t>
            </a:r>
            <a:r>
              <a:rPr lang="en-GB" sz="3400" i="1" dirty="0"/>
              <a:t>visual</a:t>
            </a:r>
            <a:r>
              <a:rPr lang="en-GB" sz="3400" dirty="0"/>
              <a:t> modelling language for </a:t>
            </a:r>
            <a:r>
              <a:rPr lang="en-GB" sz="3400" i="1" dirty="0"/>
              <a:t>object-oriented</a:t>
            </a:r>
            <a:r>
              <a:rPr lang="en-GB" sz="3400" dirty="0"/>
              <a:t> design systems.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Originally, Grady Booch and James Rumbaugh merged their models into a unified model.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Later, Booch's company </a:t>
            </a:r>
            <a:r>
              <a:rPr lang="en-GB" sz="3000" i="1" dirty="0"/>
              <a:t>Rational Software</a:t>
            </a:r>
            <a:r>
              <a:rPr lang="en-GB" sz="3000" dirty="0"/>
              <a:t> purchased Ivar Jacobson's </a:t>
            </a:r>
            <a:r>
              <a:rPr lang="en-GB" sz="3000" i="1" dirty="0" err="1"/>
              <a:t>Objectory</a:t>
            </a:r>
            <a:r>
              <a:rPr lang="en-GB" sz="3000" dirty="0"/>
              <a:t> company and merged his model into the UML.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In 1997, UML was adopted by Object Management Group (OMG) and has been managed by this organization ever since.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In 2005, UML was published by the ISO </a:t>
            </a:r>
            <a:r>
              <a:rPr lang="en-GB" sz="3000" dirty="0" err="1"/>
              <a:t>ISO</a:t>
            </a:r>
            <a:r>
              <a:rPr lang="en-GB" sz="3000" dirty="0"/>
              <a:t> 19501 standard.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Since then, there have been 2 major versions of UML. Current one is 2.5</a:t>
            </a:r>
          </a:p>
        </p:txBody>
      </p:sp>
    </p:spTree>
    <p:extLst>
      <p:ext uri="{BB962C8B-B14F-4D97-AF65-F5344CB8AC3E}">
        <p14:creationId xmlns:p14="http://schemas.microsoft.com/office/powerpoint/2010/main" val="3118111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20C4F-AC36-6A21-AC0E-607525587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E50428D-9B31-FD6D-4420-96BF9DCB6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4D6BA9F4-117C-AF7A-3B1F-BC2CD8A4A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GB" noProof="0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E75E8C63-FBBF-4F00-CDDB-7BFCA782C23E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noProof="0" dirty="0">
                <a:solidFill>
                  <a:srgbClr val="FFFFFF"/>
                </a:solidFill>
                <a:latin typeface="Arial"/>
                <a:cs typeface="Arial"/>
              </a:rPr>
              <a:t>UML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303894EF-F9B9-3CC6-C0B1-BDE2895C2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GB" noProof="0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CF851976-A367-A716-FCDE-D2A8A66C20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GB" noProof="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D34A1C5-0B76-A6A1-0006-3187167B0A0E}"/>
              </a:ext>
            </a:extLst>
          </p:cNvPr>
          <p:cNvSpPr txBox="1">
            <a:spLocks/>
          </p:cNvSpPr>
          <p:nvPr/>
        </p:nvSpPr>
        <p:spPr>
          <a:xfrm>
            <a:off x="220384" y="1532588"/>
            <a:ext cx="11743016" cy="735360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noProof="0" dirty="0"/>
              <a:t>UML diagrams define Structural and Behavioural perspectives of a software system.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778FA30E-116B-D4D4-9051-DD1B165354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4264406"/>
              </p:ext>
            </p:extLst>
          </p:nvPr>
        </p:nvGraphicFramePr>
        <p:xfrm>
          <a:off x="629920" y="2267948"/>
          <a:ext cx="5466080" cy="42090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768DB5EA-FA4D-2719-C477-9EB2CC6A7B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0490526"/>
              </p:ext>
            </p:extLst>
          </p:nvPr>
        </p:nvGraphicFramePr>
        <p:xfrm>
          <a:off x="6096000" y="2267948"/>
          <a:ext cx="5466080" cy="42090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2860712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5C9BA-7D36-3768-E00A-FD39C959B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2A4F4EF-15BB-317A-D61B-EE546CFDE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56B04ABA-4A6E-A35F-DF2E-61EB840D62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44EDC82B-CC43-0ED1-8E26-73332CE26876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Model-Driven Software Engineering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FA88DF40-F271-E406-DD6A-39C38E7FCA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55970B8F-C44B-7892-244F-D7D5255448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1E75D-E819-D7F7-BA24-BF088005B0ED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1477313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Traditional paradigm: engineers manually translate models into functional code.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MDSE: models are executable; Automated tools translate models directly into running code, reducing manual effort significantly.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21BE59-4E32-DA02-E8BC-8CECB726B9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0187" y="3004388"/>
            <a:ext cx="8331625" cy="3548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783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BCD80-153C-1EEE-75DA-4E570DB28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74C8790-D137-675D-BEF7-2EC476950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3B89CB8D-2014-3C51-95B7-3DF2E85AE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221D6FF5-44DD-2B72-B5A9-A205F59F9D03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Activity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1A828739-7F44-315A-C5A3-FB4609E1F4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A17E3E8A-8F3C-0992-926B-3CDAD9321B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C898225-7AFE-C7B7-1970-E06CD280448A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i="1" dirty="0"/>
              <a:t>Open and review the SRS for </a:t>
            </a:r>
            <a:r>
              <a:rPr lang="en-GB" sz="3400" i="1" dirty="0" err="1"/>
              <a:t>PakWheels</a:t>
            </a:r>
            <a:r>
              <a:rPr lang="en-GB" sz="3400" i="1" dirty="0"/>
              <a:t> Auto-parts </a:t>
            </a:r>
            <a:r>
              <a:rPr lang="en-GB" sz="3400" i="1"/>
              <a:t>shop project</a:t>
            </a:r>
            <a:endParaRPr lang="en-GB" sz="3400" i="1" dirty="0"/>
          </a:p>
        </p:txBody>
      </p:sp>
    </p:spTree>
    <p:extLst>
      <p:ext uri="{BB962C8B-B14F-4D97-AF65-F5344CB8AC3E}">
        <p14:creationId xmlns:p14="http://schemas.microsoft.com/office/powerpoint/2010/main" val="3969978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7" descr="abstract image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rmAutofit/>
          </a:bodyPr>
          <a:lstStyle/>
          <a:p>
            <a:r>
              <a:rPr lang="en-US" sz="4000" spc="300"/>
              <a:t>THANK YOU</a:t>
            </a:r>
          </a:p>
        </p:txBody>
      </p:sp>
      <p:pic>
        <p:nvPicPr>
          <p:cNvPr id="24" name="Online Image Placeholder 23" descr="User">
            <a:extLst>
              <a:ext uri="{FF2B5EF4-FFF2-40B4-BE49-F238E27FC236}">
                <a16:creationId xmlns:a16="http://schemas.microsoft.com/office/drawing/2014/main" id="{E896B487-8C07-495F-95BF-B8F4960E1E8D}"/>
              </a:ext>
            </a:extLst>
          </p:cNvPr>
          <p:cNvPicPr>
            <a:picLocks noGrp="1" noChangeAspect="1"/>
          </p:cNvPicPr>
          <p:nvPr>
            <p:ph type="clipArt" sz="quarter" idx="19"/>
          </p:nvPr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/>
      </p:pic>
      <p:pic>
        <p:nvPicPr>
          <p:cNvPr id="12" name="Online Image Placeholder 11" descr="Smart Phone">
            <a:extLst>
              <a:ext uri="{FF2B5EF4-FFF2-40B4-BE49-F238E27FC236}">
                <a16:creationId xmlns:a16="http://schemas.microsoft.com/office/drawing/2014/main" id="{4E709B75-16EA-4581-AED9-567DEF45A6B2}"/>
              </a:ext>
            </a:extLst>
          </p:cNvPr>
          <p:cNvPicPr>
            <a:picLocks noGrp="1" noChangeAspect="1"/>
          </p:cNvPicPr>
          <p:nvPr>
            <p:ph type="clipArt" sz="quarter" idx="20"/>
          </p:nvPr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30873" y="3118670"/>
            <a:ext cx="730250" cy="730250"/>
          </a:xfrm>
        </p:spPr>
      </p:pic>
      <p:pic>
        <p:nvPicPr>
          <p:cNvPr id="28" name="Online Image Placeholder 27" descr="Envelope">
            <a:extLst>
              <a:ext uri="{FF2B5EF4-FFF2-40B4-BE49-F238E27FC236}">
                <a16:creationId xmlns:a16="http://schemas.microsoft.com/office/drawing/2014/main" id="{D4D09222-33EB-4F99-9A89-51E2E1E97584}"/>
              </a:ext>
            </a:extLst>
          </p:cNvPr>
          <p:cNvPicPr>
            <a:picLocks noGrp="1" noChangeAspect="1"/>
          </p:cNvPicPr>
          <p:nvPr>
            <p:ph type="clipArt" sz="quarter" idx="21"/>
          </p:nvPr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070B25-2BBC-49AC-9CFA-1CD7195DF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Owais Hussain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2524A0-105C-4170-BB48-CD0756FB3D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+92 345-3174270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57A531-5B0F-485D-A015-BC78AD089B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16525" y="3903126"/>
            <a:ext cx="3572351" cy="518795"/>
          </a:xfrm>
        </p:spPr>
        <p:txBody>
          <a:bodyPr>
            <a:normAutofit fontScale="92500"/>
          </a:bodyPr>
          <a:lstStyle/>
          <a:p>
            <a:r>
              <a:rPr lang="en-US"/>
              <a:t>owais.hussain@kiet.edu.pk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C414-85D9-40D6-9BB3-5AF68A84F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86288" y="5137992"/>
            <a:ext cx="7219423" cy="518795"/>
          </a:xfrm>
        </p:spPr>
        <p:txBody>
          <a:bodyPr/>
          <a:lstStyle/>
          <a:p>
            <a:r>
              <a:rPr lang="en-US" sz="1700"/>
              <a:t>https://www.researchgate.net/profile/Owais-Hussain-3</a:t>
            </a:r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resentation_Win32_LW_v2.potx" id="{3AEEB70B-72AA-432B-B699-7833EBF4B1FE}" vid="{14A49A59-25D4-4203-BE02-DE6939C7C5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3D9F223-918A-45AF-9B53-56AB9E5E2182}">
  <ds:schemaRefs>
    <ds:schemaRef ds:uri="71af3243-3dd4-4a8d-8c0d-dd76da1f02a5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5BB9993-D5F9-46FA-B2E5-80E3632E9820}">
  <ds:schemaRefs>
    <ds:schemaRef ds:uri="16c05727-aa75-4e4a-9b5f-8a80a1165891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731</TotalTime>
  <Words>865</Words>
  <Application>Microsoft Office PowerPoint</Application>
  <PresentationFormat>Widescreen</PresentationFormat>
  <Paragraphs>180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Biome Light</vt:lpstr>
      <vt:lpstr>Bradley Hand ITC</vt:lpstr>
      <vt:lpstr>Calibri</vt:lpstr>
      <vt:lpstr>Calibri Light</vt:lpstr>
      <vt:lpstr>Wingdings</vt:lpstr>
      <vt:lpstr>Office Theme</vt:lpstr>
      <vt:lpstr>Software Engineering</vt:lpstr>
      <vt:lpstr>Agenda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INFLUENCE MINING IN COMPLEX NETWORKS</dc:title>
  <dc:creator>Owais Ahmed</dc:creator>
  <cp:lastModifiedBy>Owais Ahmed</cp:lastModifiedBy>
  <cp:revision>1</cp:revision>
  <dcterms:created xsi:type="dcterms:W3CDTF">2022-11-22T20:08:03Z</dcterms:created>
  <dcterms:modified xsi:type="dcterms:W3CDTF">2026-04-10T10:29:19Z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