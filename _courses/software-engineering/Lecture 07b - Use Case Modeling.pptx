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03" r:id="rId5"/>
    <p:sldId id="2462" r:id="rId6"/>
    <p:sldId id="2604" r:id="rId7"/>
    <p:sldId id="2610" r:id="rId8"/>
    <p:sldId id="2597" r:id="rId9"/>
    <p:sldId id="2612" r:id="rId10"/>
    <p:sldId id="2613" r:id="rId11"/>
    <p:sldId id="2614" r:id="rId12"/>
    <p:sldId id="2617" r:id="rId13"/>
    <p:sldId id="2615" r:id="rId14"/>
    <p:sldId id="2618" r:id="rId15"/>
    <p:sldId id="2616" r:id="rId16"/>
    <p:sldId id="2619" r:id="rId17"/>
    <p:sldId id="2621" r:id="rId18"/>
    <p:sldId id="2620" r:id="rId19"/>
    <p:sldId id="2622" r:id="rId20"/>
    <p:sldId id="2624" r:id="rId21"/>
    <p:sldId id="2625" r:id="rId22"/>
    <p:sldId id="2623" r:id="rId23"/>
    <p:sldId id="2626" r:id="rId24"/>
    <p:sldId id="2627" r:id="rId25"/>
    <p:sldId id="2628" r:id="rId26"/>
    <p:sldId id="243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604"/>
            <p14:sldId id="2610"/>
            <p14:sldId id="2597"/>
            <p14:sldId id="2612"/>
            <p14:sldId id="2613"/>
            <p14:sldId id="2614"/>
            <p14:sldId id="2617"/>
            <p14:sldId id="2615"/>
            <p14:sldId id="2618"/>
            <p14:sldId id="2616"/>
            <p14:sldId id="2619"/>
            <p14:sldId id="2621"/>
            <p14:sldId id="2620"/>
            <p14:sldId id="2622"/>
            <p14:sldId id="2624"/>
            <p14:sldId id="2625"/>
            <p14:sldId id="2623"/>
            <p14:sldId id="2626"/>
            <p14:sldId id="2627"/>
            <p14:sldId id="2628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744433-5BE2-48BD-BB04-DBC6635305D5}" v="3510" dt="2026-04-17T16:31:24.925"/>
    <p1510:client id="{E14FDE4E-DCD6-F64F-B811-F6CDA1A05484}" v="2510" dt="2026-04-18T10:43:24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96" autoAdjust="0"/>
    <p:restoredTop sz="92474"/>
  </p:normalViewPr>
  <p:slideViewPr>
    <p:cSldViewPr snapToGrid="0">
      <p:cViewPr varScale="1">
        <p:scale>
          <a:sx n="98" d="100"/>
          <a:sy n="98" d="100"/>
        </p:scale>
        <p:origin x="216" y="1072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delSld modSld sldOrd modSection">
      <pc:chgData name="Owais Ahmed" userId="6abc7d4556b3b071" providerId="LiveId" clId="{641304C9-537E-56B8-9D3B-F295291B91EB}" dt="2026-04-18T10:43:24.655" v="13965"/>
      <pc:docMkLst>
        <pc:docMk/>
      </pc:docMkLst>
      <pc:sldChg chg="modSp mod">
        <pc:chgData name="Owais Ahmed" userId="6abc7d4556b3b071" providerId="LiveId" clId="{641304C9-537E-56B8-9D3B-F295291B91EB}" dt="2026-04-18T08:20:58.529" v="13331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4-18T08:20:58.529" v="1333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mod delAnim modAnim modNotesTx">
        <pc:chgData name="Owais Ahmed" userId="6abc7d4556b3b071" providerId="LiveId" clId="{641304C9-537E-56B8-9D3B-F295291B91EB}" dt="2026-04-18T10:43:24.655" v="13965"/>
        <pc:sldMkLst>
          <pc:docMk/>
          <pc:sldMk cId="1864051973" sldId="2620"/>
        </pc:sldMkLst>
        <pc:spChg chg="mod">
          <ac:chgData name="Owais Ahmed" userId="6abc7d4556b3b071" providerId="LiveId" clId="{641304C9-537E-56B8-9D3B-F295291B91EB}" dt="2026-04-18T07:20:31.116" v="11573" actId="20577"/>
          <ac:spMkLst>
            <pc:docMk/>
            <pc:sldMk cId="1864051973" sldId="2620"/>
            <ac:spMk id="4" creationId="{A2F6DD14-AF60-554A-900A-59C20D6BE4AF}"/>
          </ac:spMkLst>
        </pc:spChg>
        <pc:picChg chg="add del mod">
          <ac:chgData name="Owais Ahmed" userId="6abc7d4556b3b071" providerId="LiveId" clId="{641304C9-537E-56B8-9D3B-F295291B91EB}" dt="2026-04-18T10:42:40.688" v="13957" actId="478"/>
          <ac:picMkLst>
            <pc:docMk/>
            <pc:sldMk cId="1864051973" sldId="2620"/>
            <ac:picMk id="3" creationId="{F2A8FCB6-1FCE-3E98-99DB-740E65685EC7}"/>
          </ac:picMkLst>
        </pc:picChg>
        <pc:picChg chg="add mod">
          <ac:chgData name="Owais Ahmed" userId="6abc7d4556b3b071" providerId="LiveId" clId="{641304C9-537E-56B8-9D3B-F295291B91EB}" dt="2026-04-18T10:43:11.030" v="13963" actId="1076"/>
          <ac:picMkLst>
            <pc:docMk/>
            <pc:sldMk cId="1864051973" sldId="2620"/>
            <ac:picMk id="5" creationId="{B3E57FF9-B4D4-E216-40B2-32FC816F01B1}"/>
          </ac:picMkLst>
        </pc:picChg>
        <pc:picChg chg="add">
          <ac:chgData name="Owais Ahmed" userId="6abc7d4556b3b071" providerId="LiveId" clId="{641304C9-537E-56B8-9D3B-F295291B91EB}" dt="2026-04-18T10:42:41.973" v="13958"/>
          <ac:picMkLst>
            <pc:docMk/>
            <pc:sldMk cId="1864051973" sldId="2620"/>
            <ac:picMk id="1026" creationId="{3399542D-FDA5-661D-6572-A541D72512CA}"/>
          </ac:picMkLst>
        </pc:picChg>
        <pc:picChg chg="add">
          <ac:chgData name="Owais Ahmed" userId="6abc7d4556b3b071" providerId="LiveId" clId="{641304C9-537E-56B8-9D3B-F295291B91EB}" dt="2026-04-18T05:44:15.716" v="10996"/>
          <ac:picMkLst>
            <pc:docMk/>
            <pc:sldMk cId="1864051973" sldId="2620"/>
            <ac:picMk id="1026" creationId="{B290A058-7727-86ED-721A-5A8561D35147}"/>
          </ac:picMkLst>
        </pc:picChg>
      </pc:sldChg>
      <pc:sldChg chg="modSp add mod modAnim modNotesTx">
        <pc:chgData name="Owais Ahmed" userId="6abc7d4556b3b071" providerId="LiveId" clId="{641304C9-537E-56B8-9D3B-F295291B91EB}" dt="2026-04-18T07:37:04.362" v="12684" actId="20577"/>
        <pc:sldMkLst>
          <pc:docMk/>
          <pc:sldMk cId="1470027471" sldId="2623"/>
        </pc:sldMkLst>
        <pc:spChg chg="mod">
          <ac:chgData name="Owais Ahmed" userId="6abc7d4556b3b071" providerId="LiveId" clId="{641304C9-537E-56B8-9D3B-F295291B91EB}" dt="2026-04-18T07:37:04.362" v="12684" actId="20577"/>
          <ac:spMkLst>
            <pc:docMk/>
            <pc:sldMk cId="1470027471" sldId="2623"/>
            <ac:spMk id="4" creationId="{87029070-5AC6-DC3F-44B9-715EC255B4B7}"/>
          </ac:spMkLst>
        </pc:spChg>
        <pc:spChg chg="mod">
          <ac:chgData name="Owais Ahmed" userId="6abc7d4556b3b071" providerId="LiveId" clId="{641304C9-537E-56B8-9D3B-F295291B91EB}" dt="2026-04-18T05:45:45.511" v="11028" actId="20577"/>
          <ac:spMkLst>
            <pc:docMk/>
            <pc:sldMk cId="1470027471" sldId="2623"/>
            <ac:spMk id="215" creationId="{DCC6BDBD-52F1-B672-BFD1-39A342299CC4}"/>
          </ac:spMkLst>
        </pc:spChg>
      </pc:sldChg>
      <pc:sldChg chg="modSp add mod ord modAnim">
        <pc:chgData name="Owais Ahmed" userId="6abc7d4556b3b071" providerId="LiveId" clId="{641304C9-537E-56B8-9D3B-F295291B91EB}" dt="2026-04-18T07:43:33.501" v="12731" actId="20577"/>
        <pc:sldMkLst>
          <pc:docMk/>
          <pc:sldMk cId="2627895204" sldId="2624"/>
        </pc:sldMkLst>
        <pc:spChg chg="mod">
          <ac:chgData name="Owais Ahmed" userId="6abc7d4556b3b071" providerId="LiveId" clId="{641304C9-537E-56B8-9D3B-F295291B91EB}" dt="2026-04-18T07:43:33.501" v="12731" actId="20577"/>
          <ac:spMkLst>
            <pc:docMk/>
            <pc:sldMk cId="2627895204" sldId="2624"/>
            <ac:spMk id="4" creationId="{5B941B9B-EA11-6ED6-3D32-C28A36DC9B15}"/>
          </ac:spMkLst>
        </pc:spChg>
        <pc:spChg chg="mod">
          <ac:chgData name="Owais Ahmed" userId="6abc7d4556b3b071" providerId="LiveId" clId="{641304C9-537E-56B8-9D3B-F295291B91EB}" dt="2026-04-18T07:25:06.658" v="11640" actId="20577"/>
          <ac:spMkLst>
            <pc:docMk/>
            <pc:sldMk cId="2627895204" sldId="2624"/>
            <ac:spMk id="215" creationId="{8EA6B2BC-ED25-82EE-7EBA-CF0D223B67E0}"/>
          </ac:spMkLst>
        </pc:spChg>
      </pc:sldChg>
      <pc:sldChg chg="modSp add mod modAnim">
        <pc:chgData name="Owais Ahmed" userId="6abc7d4556b3b071" providerId="LiveId" clId="{641304C9-537E-56B8-9D3B-F295291B91EB}" dt="2026-04-18T07:43:51.231" v="12734" actId="20577"/>
        <pc:sldMkLst>
          <pc:docMk/>
          <pc:sldMk cId="1509777224" sldId="2625"/>
        </pc:sldMkLst>
        <pc:spChg chg="mod">
          <ac:chgData name="Owais Ahmed" userId="6abc7d4556b3b071" providerId="LiveId" clId="{641304C9-537E-56B8-9D3B-F295291B91EB}" dt="2026-04-18T07:43:51.231" v="12734" actId="20577"/>
          <ac:spMkLst>
            <pc:docMk/>
            <pc:sldMk cId="1509777224" sldId="2625"/>
            <ac:spMk id="4" creationId="{B11BB6BD-0CF9-4E5E-B8DE-56D0E496738F}"/>
          </ac:spMkLst>
        </pc:spChg>
      </pc:sldChg>
      <pc:sldChg chg="modSp add mod ord modAnim modNotesTx">
        <pc:chgData name="Owais Ahmed" userId="6abc7d4556b3b071" providerId="LiveId" clId="{641304C9-537E-56B8-9D3B-F295291B91EB}" dt="2026-04-18T08:04:00.450" v="13270" actId="20577"/>
        <pc:sldMkLst>
          <pc:docMk/>
          <pc:sldMk cId="504121506" sldId="2626"/>
        </pc:sldMkLst>
        <pc:spChg chg="mod">
          <ac:chgData name="Owais Ahmed" userId="6abc7d4556b3b071" providerId="LiveId" clId="{641304C9-537E-56B8-9D3B-F295291B91EB}" dt="2026-04-18T08:04:00.450" v="13270" actId="20577"/>
          <ac:spMkLst>
            <pc:docMk/>
            <pc:sldMk cId="504121506" sldId="2626"/>
            <ac:spMk id="4" creationId="{046F4272-4672-2F6A-9291-77018223E9CB}"/>
          </ac:spMkLst>
        </pc:spChg>
        <pc:spChg chg="mod">
          <ac:chgData name="Owais Ahmed" userId="6abc7d4556b3b071" providerId="LiveId" clId="{641304C9-537E-56B8-9D3B-F295291B91EB}" dt="2026-04-18T07:49:44.119" v="12766" actId="20577"/>
          <ac:spMkLst>
            <pc:docMk/>
            <pc:sldMk cId="504121506" sldId="2626"/>
            <ac:spMk id="215" creationId="{027AAD3C-CABA-14C6-130C-3B5036DEF511}"/>
          </ac:spMkLst>
        </pc:spChg>
      </pc:sldChg>
      <pc:sldChg chg="add del">
        <pc:chgData name="Owais Ahmed" userId="6abc7d4556b3b071" providerId="LiveId" clId="{641304C9-537E-56B8-9D3B-F295291B91EB}" dt="2026-04-18T07:49:11.423" v="12736" actId="2890"/>
        <pc:sldMkLst>
          <pc:docMk/>
          <pc:sldMk cId="3049784202" sldId="2626"/>
        </pc:sldMkLst>
      </pc:sldChg>
      <pc:sldChg chg="addSp delSp modSp add mod delAnim modAnim">
        <pc:chgData name="Owais Ahmed" userId="6abc7d4556b3b071" providerId="LiveId" clId="{641304C9-537E-56B8-9D3B-F295291B91EB}" dt="2026-04-18T08:07:48.643" v="13311"/>
        <pc:sldMkLst>
          <pc:docMk/>
          <pc:sldMk cId="85403043" sldId="2627"/>
        </pc:sldMkLst>
        <pc:spChg chg="del mod">
          <ac:chgData name="Owais Ahmed" userId="6abc7d4556b3b071" providerId="LiveId" clId="{641304C9-537E-56B8-9D3B-F295291B91EB}" dt="2026-04-18T08:06:36.761" v="13282" actId="478"/>
          <ac:spMkLst>
            <pc:docMk/>
            <pc:sldMk cId="85403043" sldId="2627"/>
            <ac:spMk id="4" creationId="{1957A1C9-59D7-3BB1-11AA-A526FCBB8286}"/>
          </ac:spMkLst>
        </pc:spChg>
        <pc:spChg chg="mod">
          <ac:chgData name="Owais Ahmed" userId="6abc7d4556b3b071" providerId="LiveId" clId="{641304C9-537E-56B8-9D3B-F295291B91EB}" dt="2026-04-18T08:06:45.385" v="13303" actId="20577"/>
          <ac:spMkLst>
            <pc:docMk/>
            <pc:sldMk cId="85403043" sldId="2627"/>
            <ac:spMk id="215" creationId="{D3AB2943-FD3F-D3F8-6FED-2DA52F67F428}"/>
          </ac:spMkLst>
        </pc:spChg>
        <pc:picChg chg="add del mod">
          <ac:chgData name="Owais Ahmed" userId="6abc7d4556b3b071" providerId="LiveId" clId="{641304C9-537E-56B8-9D3B-F295291B91EB}" dt="2026-04-18T08:04:37.419" v="13276" actId="478"/>
          <ac:picMkLst>
            <pc:docMk/>
            <pc:sldMk cId="85403043" sldId="2627"/>
            <ac:picMk id="3" creationId="{963E640F-A75D-F1CD-BCEE-0609125CFDB0}"/>
          </ac:picMkLst>
        </pc:picChg>
        <pc:picChg chg="add del mod">
          <ac:chgData name="Owais Ahmed" userId="6abc7d4556b3b071" providerId="LiveId" clId="{641304C9-537E-56B8-9D3B-F295291B91EB}" dt="2026-04-18T08:07:21.701" v="13306" actId="478"/>
          <ac:picMkLst>
            <pc:docMk/>
            <pc:sldMk cId="85403043" sldId="2627"/>
            <ac:picMk id="5" creationId="{F3963FBB-88F8-5E6D-CD01-D9F3AAA232BD}"/>
          </ac:picMkLst>
        </pc:picChg>
        <pc:picChg chg="add mod">
          <ac:chgData name="Owais Ahmed" userId="6abc7d4556b3b071" providerId="LiveId" clId="{641304C9-537E-56B8-9D3B-F295291B91EB}" dt="2026-04-18T08:07:41.224" v="13310" actId="14100"/>
          <ac:picMkLst>
            <pc:docMk/>
            <pc:sldMk cId="85403043" sldId="2627"/>
            <ac:picMk id="6" creationId="{29F93835-5502-44E7-B132-E2D9E3C18CFE}"/>
          </ac:picMkLst>
        </pc:picChg>
        <pc:picChg chg="add">
          <ac:chgData name="Owais Ahmed" userId="6abc7d4556b3b071" providerId="LiveId" clId="{641304C9-537E-56B8-9D3B-F295291B91EB}" dt="2026-04-18T08:06:13.899" v="13277"/>
          <ac:picMkLst>
            <pc:docMk/>
            <pc:sldMk cId="85403043" sldId="2627"/>
            <ac:picMk id="2050" creationId="{1D484C60-338E-EFCF-FEAB-31BDBA4EA5EB}"/>
          </ac:picMkLst>
        </pc:picChg>
        <pc:picChg chg="add">
          <ac:chgData name="Owais Ahmed" userId="6abc7d4556b3b071" providerId="LiveId" clId="{641304C9-537E-56B8-9D3B-F295291B91EB}" dt="2026-04-18T08:06:16.451" v="13278"/>
          <ac:picMkLst>
            <pc:docMk/>
            <pc:sldMk cId="85403043" sldId="2627"/>
            <ac:picMk id="2052" creationId="{6A31FF9E-D6FC-7930-1FAA-C8243207F9C6}"/>
          </ac:picMkLst>
        </pc:picChg>
        <pc:picChg chg="add">
          <ac:chgData name="Owais Ahmed" userId="6abc7d4556b3b071" providerId="LiveId" clId="{641304C9-537E-56B8-9D3B-F295291B91EB}" dt="2026-04-18T08:06:19.489" v="13279"/>
          <ac:picMkLst>
            <pc:docMk/>
            <pc:sldMk cId="85403043" sldId="2627"/>
            <ac:picMk id="2054" creationId="{606FB720-B421-636C-B4E9-462525A0DD55}"/>
          </ac:picMkLst>
        </pc:picChg>
        <pc:picChg chg="add">
          <ac:chgData name="Owais Ahmed" userId="6abc7d4556b3b071" providerId="LiveId" clId="{641304C9-537E-56B8-9D3B-F295291B91EB}" dt="2026-04-18T08:07:26.515" v="13307"/>
          <ac:picMkLst>
            <pc:docMk/>
            <pc:sldMk cId="85403043" sldId="2627"/>
            <ac:picMk id="2056" creationId="{4570AA22-045A-9BDA-8D2B-FB99B0AD5BF5}"/>
          </ac:picMkLst>
        </pc:picChg>
      </pc:sldChg>
      <pc:sldChg chg="modSp add mod ord modAnim modNotesTx">
        <pc:chgData name="Owais Ahmed" userId="6abc7d4556b3b071" providerId="LiveId" clId="{641304C9-537E-56B8-9D3B-F295291B91EB}" dt="2026-04-18T08:27:44.996" v="13956" actId="20577"/>
        <pc:sldMkLst>
          <pc:docMk/>
          <pc:sldMk cId="2756450095" sldId="2628"/>
        </pc:sldMkLst>
        <pc:spChg chg="mod">
          <ac:chgData name="Owais Ahmed" userId="6abc7d4556b3b071" providerId="LiveId" clId="{641304C9-537E-56B8-9D3B-F295291B91EB}" dt="2026-04-18T08:27:20.646" v="13848" actId="20577"/>
          <ac:spMkLst>
            <pc:docMk/>
            <pc:sldMk cId="2756450095" sldId="2628"/>
            <ac:spMk id="4" creationId="{A1412448-F864-67FA-22A2-8DA893F35C53}"/>
          </ac:spMkLst>
        </pc:spChg>
        <pc:spChg chg="mod">
          <ac:chgData name="Owais Ahmed" userId="6abc7d4556b3b071" providerId="LiveId" clId="{641304C9-537E-56B8-9D3B-F295291B91EB}" dt="2026-04-18T08:21:17.727" v="13353" actId="20577"/>
          <ac:spMkLst>
            <pc:docMk/>
            <pc:sldMk cId="2756450095" sldId="2628"/>
            <ac:spMk id="215" creationId="{A67727D3-3B7F-1EC5-7F37-F6DDF138D433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4-17T16:31:27.743" v="34511"/>
      <pc:docMkLst>
        <pc:docMk/>
      </pc:docMkLst>
      <pc:sldChg chg="modSp mod">
        <pc:chgData name="Owais Ahmed" userId="6abc7d4556b3b071" providerId="LiveId" clId="{D0A51F83-B713-4A4D-8105-C75936B8E1D2}" dt="2026-04-17T15:32:12.810" v="33128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4-17T15:32:12.810" v="33128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ord addAnim delAnim modAnim modNotesTx">
        <pc:chgData name="Owais Ahmed" userId="6abc7d4556b3b071" providerId="LiveId" clId="{D0A51F83-B713-4A4D-8105-C75936B8E1D2}" dt="2026-04-17T12:53:25.364" v="29932" actId="47"/>
        <pc:sldMkLst>
          <pc:docMk/>
          <pc:sldMk cId="689729503" sldId="2573"/>
        </pc:sldMkLst>
        <pc:spChg chg="mod">
          <ac:chgData name="Owais Ahmed" userId="6abc7d4556b3b071" providerId="LiveId" clId="{D0A51F83-B713-4A4D-8105-C75936B8E1D2}" dt="2026-04-17T12:53:19.467" v="29931" actId="27636"/>
          <ac:spMkLst>
            <pc:docMk/>
            <pc:sldMk cId="689729503" sldId="2573"/>
            <ac:spMk id="3" creationId="{422A2E5D-4F5F-9B1C-1AFF-E3AB54478CC4}"/>
          </ac:spMkLst>
        </pc:spChg>
      </pc:sldChg>
      <pc:sldChg chg="modSp add mod ord modAnim modNotesTx">
        <pc:chgData name="Owais Ahmed" userId="6abc7d4556b3b071" providerId="LiveId" clId="{D0A51F83-B713-4A4D-8105-C75936B8E1D2}" dt="2026-04-17T15:10:45.584" v="32443" actId="6549"/>
        <pc:sldMkLst>
          <pc:docMk/>
          <pc:sldMk cId="3969978779" sldId="2597"/>
        </pc:sldMkLst>
        <pc:spChg chg="mod">
          <ac:chgData name="Owais Ahmed" userId="6abc7d4556b3b071" providerId="LiveId" clId="{D0A51F83-B713-4A4D-8105-C75936B8E1D2}" dt="2026-04-17T15:10:45.584" v="32443" actId="6549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D0A51F83-B713-4A4D-8105-C75936B8E1D2}" dt="2026-04-17T12:54:12.946" v="30017" actId="20577"/>
          <ac:spMkLst>
            <pc:docMk/>
            <pc:sldMk cId="3969978779" sldId="2597"/>
            <ac:spMk id="215" creationId="{221D6FF5-44DD-2B72-B5A9-A205F59F9D03}"/>
          </ac:spMkLst>
        </pc:spChg>
      </pc:sldChg>
      <pc:sldChg chg="addSp delSp modSp add del mod delAnim modAnim modNotesTx">
        <pc:chgData name="Owais Ahmed" userId="6abc7d4556b3b071" providerId="LiveId" clId="{D0A51F83-B713-4A4D-8105-C75936B8E1D2}" dt="2026-04-17T12:53:09.316" v="29929" actId="47"/>
        <pc:sldMkLst>
          <pc:docMk/>
          <pc:sldMk cId="444671148" sldId="2598"/>
        </pc:sldMkLst>
      </pc:sldChg>
      <pc:sldChg chg="modSp add del mod ord modAnim">
        <pc:chgData name="Owais Ahmed" userId="6abc7d4556b3b071" providerId="LiveId" clId="{D0A51F83-B713-4A4D-8105-C75936B8E1D2}" dt="2026-04-17T12:53:09.316" v="29929" actId="47"/>
        <pc:sldMkLst>
          <pc:docMk/>
          <pc:sldMk cId="1257375879" sldId="2599"/>
        </pc:sldMkLst>
      </pc:sldChg>
      <pc:sldChg chg="addSp modSp add del mod addAnim delAnim modAnim">
        <pc:chgData name="Owais Ahmed" userId="6abc7d4556b3b071" providerId="LiveId" clId="{D0A51F83-B713-4A4D-8105-C75936B8E1D2}" dt="2026-04-17T12:53:09.316" v="29929" actId="47"/>
        <pc:sldMkLst>
          <pc:docMk/>
          <pc:sldMk cId="2531158459" sldId="2600"/>
        </pc:sldMkLst>
      </pc:sldChg>
      <pc:sldChg chg="modSp add del mod ord modAnim">
        <pc:chgData name="Owais Ahmed" userId="6abc7d4556b3b071" providerId="LiveId" clId="{D0A51F83-B713-4A4D-8105-C75936B8E1D2}" dt="2026-04-17T12:53:09.316" v="29929" actId="47"/>
        <pc:sldMkLst>
          <pc:docMk/>
          <pc:sldMk cId="4281759999" sldId="2601"/>
        </pc:sldMkLst>
      </pc:sldChg>
      <pc:sldChg chg="addSp delSp modSp add del mod modAnim">
        <pc:chgData name="Owais Ahmed" userId="6abc7d4556b3b071" providerId="LiveId" clId="{D0A51F83-B713-4A4D-8105-C75936B8E1D2}" dt="2026-04-17T12:53:09.316" v="29929" actId="47"/>
        <pc:sldMkLst>
          <pc:docMk/>
          <pc:sldMk cId="499183108" sldId="2602"/>
        </pc:sldMkLst>
      </pc:sldChg>
      <pc:sldChg chg="modSp add del mod modAnim">
        <pc:chgData name="Owais Ahmed" userId="6abc7d4556b3b071" providerId="LiveId" clId="{D0A51F83-B713-4A4D-8105-C75936B8E1D2}" dt="2026-04-17T12:53:09.316" v="29929" actId="47"/>
        <pc:sldMkLst>
          <pc:docMk/>
          <pc:sldMk cId="75600538" sldId="2603"/>
        </pc:sldMkLst>
      </pc:sldChg>
      <pc:sldChg chg="addSp modSp add mod ord modAnim">
        <pc:chgData name="Owais Ahmed" userId="6abc7d4556b3b071" providerId="LiveId" clId="{D0A51F83-B713-4A4D-8105-C75936B8E1D2}" dt="2026-04-17T13:07:12.123" v="31177"/>
        <pc:sldMkLst>
          <pc:docMk/>
          <pc:sldMk cId="1813783920" sldId="2604"/>
        </pc:sldMkLst>
        <pc:spChg chg="mod">
          <ac:chgData name="Owais Ahmed" userId="6abc7d4556b3b071" providerId="LiveId" clId="{D0A51F83-B713-4A4D-8105-C75936B8E1D2}" dt="2026-04-10T08:20:38.814" v="25579" actId="14100"/>
          <ac:spMkLst>
            <pc:docMk/>
            <pc:sldMk cId="1813783920" sldId="2604"/>
            <ac:spMk id="3" creationId="{4501E75D-E819-D7F7-BA24-BF088005B0ED}"/>
          </ac:spMkLst>
        </pc:spChg>
        <pc:spChg chg="mod">
          <ac:chgData name="Owais Ahmed" userId="6abc7d4556b3b071" providerId="LiveId" clId="{D0A51F83-B713-4A4D-8105-C75936B8E1D2}" dt="2026-04-10T08:17:08.808" v="25247" actId="20577"/>
          <ac:spMkLst>
            <pc:docMk/>
            <pc:sldMk cId="1813783920" sldId="2604"/>
            <ac:spMk id="215" creationId="{44EDC82B-CC43-0ED1-8E26-73332CE26876}"/>
          </ac:spMkLst>
        </pc:spChg>
        <pc:picChg chg="add mod">
          <ac:chgData name="Owais Ahmed" userId="6abc7d4556b3b071" providerId="LiveId" clId="{D0A51F83-B713-4A4D-8105-C75936B8E1D2}" dt="2026-04-10T08:20:57.334" v="25583" actId="1076"/>
          <ac:picMkLst>
            <pc:docMk/>
            <pc:sldMk cId="1813783920" sldId="2604"/>
            <ac:picMk id="6" creationId="{8321BE59-4E32-DA02-E8BC-8CECB726B910}"/>
          </ac:picMkLst>
        </pc:picChg>
      </pc:sldChg>
      <pc:sldChg chg="addSp delSp modSp add del mod ord delAnim modAnim">
        <pc:chgData name="Owais Ahmed" userId="6abc7d4556b3b071" providerId="LiveId" clId="{D0A51F83-B713-4A4D-8105-C75936B8E1D2}" dt="2026-04-17T12:53:09.316" v="29929" actId="47"/>
        <pc:sldMkLst>
          <pc:docMk/>
          <pc:sldMk cId="1346903590" sldId="2606"/>
        </pc:sldMkLst>
      </pc:sldChg>
      <pc:sldChg chg="addSp delSp modSp add del ord modAnim">
        <pc:chgData name="Owais Ahmed" userId="6abc7d4556b3b071" providerId="LiveId" clId="{D0A51F83-B713-4A4D-8105-C75936B8E1D2}" dt="2026-04-17T12:53:09.316" v="29929" actId="47"/>
        <pc:sldMkLst>
          <pc:docMk/>
          <pc:sldMk cId="3322045751" sldId="2607"/>
        </pc:sldMkLst>
      </pc:sldChg>
      <pc:sldChg chg="addSp delSp modSp add del mod ord addAnim delAnim modAnim">
        <pc:chgData name="Owais Ahmed" userId="6abc7d4556b3b071" providerId="LiveId" clId="{D0A51F83-B713-4A4D-8105-C75936B8E1D2}" dt="2026-04-17T12:53:09.316" v="29929" actId="47"/>
        <pc:sldMkLst>
          <pc:docMk/>
          <pc:sldMk cId="3804092491" sldId="2608"/>
        </pc:sldMkLst>
      </pc:sldChg>
      <pc:sldChg chg="addSp delSp modSp add del mod delAnim modAnim modNotesTx">
        <pc:chgData name="Owais Ahmed" userId="6abc7d4556b3b071" providerId="LiveId" clId="{D0A51F83-B713-4A4D-8105-C75936B8E1D2}" dt="2026-04-17T12:53:09.316" v="29929" actId="47"/>
        <pc:sldMkLst>
          <pc:docMk/>
          <pc:sldMk cId="3118111279" sldId="2609"/>
        </pc:sldMkLst>
      </pc:sldChg>
      <pc:sldChg chg="addSp modSp add mod modAnim">
        <pc:chgData name="Owais Ahmed" userId="6abc7d4556b3b071" providerId="LiveId" clId="{D0A51F83-B713-4A4D-8105-C75936B8E1D2}" dt="2026-04-17T13:07:24.867" v="31179"/>
        <pc:sldMkLst>
          <pc:docMk/>
          <pc:sldMk cId="2860712355" sldId="2610"/>
        </pc:sldMkLst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" creationId="{AE50428D-9B31-FD6D-4420-96BF9DCB6608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4" creationId="{9D34A1C5-0B76-A6A1-0006-3187167B0A0E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89" creationId="{4D6BA9F4-117C-AF7A-3B1F-BC2CD8A4AE5D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14" creationId="{CF851976-A367-A716-FCDE-D2A8A66C2074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15" creationId="{E75E8C63-FBBF-4F00-CDDB-7BFCA782C23E}"/>
          </ac:spMkLst>
        </pc:spChg>
        <pc:spChg chg="mod">
          <ac:chgData name="Owais Ahmed" userId="6abc7d4556b3b071" providerId="LiveId" clId="{D0A51F83-B713-4A4D-8105-C75936B8E1D2}" dt="2026-04-10T10:27:07.590" v="29896" actId="790"/>
          <ac:spMkLst>
            <pc:docMk/>
            <pc:sldMk cId="2860712355" sldId="2610"/>
            <ac:spMk id="216" creationId="{303894EF-F9B9-3CC6-C0B1-BDE2895C2D2B}"/>
          </ac:spMkLst>
        </pc:spChg>
        <pc:graphicFrameChg chg="add mod modGraphic">
          <ac:chgData name="Owais Ahmed" userId="6abc7d4556b3b071" providerId="LiveId" clId="{D0A51F83-B713-4A4D-8105-C75936B8E1D2}" dt="2026-04-10T10:29:14.596" v="29928" actId="20577"/>
          <ac:graphicFrameMkLst>
            <pc:docMk/>
            <pc:sldMk cId="2860712355" sldId="2610"/>
            <ac:graphicFrameMk id="3" creationId="{778FA30E-116B-D4D4-9051-DD1B165354A2}"/>
          </ac:graphicFrameMkLst>
        </pc:graphicFrameChg>
        <pc:graphicFrameChg chg="add mod modGraphic">
          <ac:chgData name="Owais Ahmed" userId="6abc7d4556b3b071" providerId="LiveId" clId="{D0A51F83-B713-4A4D-8105-C75936B8E1D2}" dt="2026-04-10T10:28:51.063" v="29905" actId="207"/>
          <ac:graphicFrameMkLst>
            <pc:docMk/>
            <pc:sldMk cId="2860712355" sldId="2610"/>
            <ac:graphicFrameMk id="5" creationId="{768DB5EA-FA4D-2719-C477-9EB2CC6A7B26}"/>
          </ac:graphicFrameMkLst>
        </pc:graphicFrameChg>
      </pc:sldChg>
      <pc:sldChg chg="addSp delSp modSp add del mod delAnim modAnim">
        <pc:chgData name="Owais Ahmed" userId="6abc7d4556b3b071" providerId="LiveId" clId="{D0A51F83-B713-4A4D-8105-C75936B8E1D2}" dt="2026-04-17T15:21:01.673" v="32714" actId="47"/>
        <pc:sldMkLst>
          <pc:docMk/>
          <pc:sldMk cId="1947718205" sldId="2611"/>
        </pc:sldMkLst>
        <pc:spChg chg="add del mod">
          <ac:chgData name="Owais Ahmed" userId="6abc7d4556b3b071" providerId="LiveId" clId="{D0A51F83-B713-4A4D-8105-C75936B8E1D2}" dt="2026-04-17T15:20:50.767" v="32712" actId="478"/>
          <ac:spMkLst>
            <pc:docMk/>
            <pc:sldMk cId="1947718205" sldId="2611"/>
            <ac:spMk id="3" creationId="{B1A4E52B-F5B8-B149-B5D8-C7EA5AB99B96}"/>
          </ac:spMkLst>
        </pc:spChg>
        <pc:spChg chg="del mod">
          <ac:chgData name="Owais Ahmed" userId="6abc7d4556b3b071" providerId="LiveId" clId="{D0A51F83-B713-4A4D-8105-C75936B8E1D2}" dt="2026-04-17T15:20:10.292" v="32699" actId="478"/>
          <ac:spMkLst>
            <pc:docMk/>
            <pc:sldMk cId="1947718205" sldId="2611"/>
            <ac:spMk id="4" creationId="{A95EB682-8269-2F53-8386-D2DDB561BE85}"/>
          </ac:spMkLst>
        </pc:spChg>
        <pc:spChg chg="del">
          <ac:chgData name="Owais Ahmed" userId="6abc7d4556b3b071" providerId="LiveId" clId="{D0A51F83-B713-4A4D-8105-C75936B8E1D2}" dt="2026-04-17T15:20:15.633" v="32702" actId="478"/>
          <ac:spMkLst>
            <pc:docMk/>
            <pc:sldMk cId="1947718205" sldId="2611"/>
            <ac:spMk id="89" creationId="{2953079E-7471-A594-BBF4-D4BD2BF49B64}"/>
          </ac:spMkLst>
        </pc:spChg>
        <pc:spChg chg="del">
          <ac:chgData name="Owais Ahmed" userId="6abc7d4556b3b071" providerId="LiveId" clId="{D0A51F83-B713-4A4D-8105-C75936B8E1D2}" dt="2026-04-17T15:20:14.539" v="32701" actId="478"/>
          <ac:spMkLst>
            <pc:docMk/>
            <pc:sldMk cId="1947718205" sldId="2611"/>
            <ac:spMk id="214" creationId="{045EAE09-02B3-1CAE-7FEE-BB25E1FAA8AC}"/>
          </ac:spMkLst>
        </pc:spChg>
        <pc:spChg chg="del mod">
          <ac:chgData name="Owais Ahmed" userId="6abc7d4556b3b071" providerId="LiveId" clId="{D0A51F83-B713-4A4D-8105-C75936B8E1D2}" dt="2026-04-17T15:20:20.481" v="32705" actId="478"/>
          <ac:spMkLst>
            <pc:docMk/>
            <pc:sldMk cId="1947718205" sldId="2611"/>
            <ac:spMk id="215" creationId="{BB1048B2-0F10-3082-01BF-CBF12794C565}"/>
          </ac:spMkLst>
        </pc:spChg>
        <pc:spChg chg="del">
          <ac:chgData name="Owais Ahmed" userId="6abc7d4556b3b071" providerId="LiveId" clId="{D0A51F83-B713-4A4D-8105-C75936B8E1D2}" dt="2026-04-17T15:20:16.281" v="32703" actId="478"/>
          <ac:spMkLst>
            <pc:docMk/>
            <pc:sldMk cId="1947718205" sldId="2611"/>
            <ac:spMk id="216" creationId="{0D180003-C87C-6B89-368A-E006AB8CC6E9}"/>
          </ac:spMkLst>
        </pc:spChg>
        <pc:picChg chg="add del mod">
          <ac:chgData name="Owais Ahmed" userId="6abc7d4556b3b071" providerId="LiveId" clId="{D0A51F83-B713-4A4D-8105-C75936B8E1D2}" dt="2026-04-17T15:20:57.361" v="32713" actId="478"/>
          <ac:picMkLst>
            <pc:docMk/>
            <pc:sldMk cId="1947718205" sldId="2611"/>
            <ac:picMk id="2050" creationId="{96E86C18-077F-19F8-A68C-8D85C99723A6}"/>
          </ac:picMkLst>
        </pc:picChg>
      </pc:sldChg>
      <pc:sldChg chg="addSp modSp add mod modAnim modNotesTx">
        <pc:chgData name="Owais Ahmed" userId="6abc7d4556b3b071" providerId="LiveId" clId="{D0A51F83-B713-4A4D-8105-C75936B8E1D2}" dt="2026-04-17T15:11:26.041" v="32453" actId="6549"/>
        <pc:sldMkLst>
          <pc:docMk/>
          <pc:sldMk cId="598598897" sldId="2612"/>
        </pc:sldMkLst>
        <pc:spChg chg="mod">
          <ac:chgData name="Owais Ahmed" userId="6abc7d4556b3b071" providerId="LiveId" clId="{D0A51F83-B713-4A4D-8105-C75936B8E1D2}" dt="2026-04-17T15:11:26.041" v="32453" actId="6549"/>
          <ac:spMkLst>
            <pc:docMk/>
            <pc:sldMk cId="598598897" sldId="2612"/>
            <ac:spMk id="4" creationId="{2AE25708-4904-B577-9C65-7924A17A8240}"/>
          </ac:spMkLst>
        </pc:spChg>
        <pc:graphicFrameChg chg="add mod modGraphic">
          <ac:chgData name="Owais Ahmed" userId="6abc7d4556b3b071" providerId="LiveId" clId="{D0A51F83-B713-4A4D-8105-C75936B8E1D2}" dt="2026-04-17T13:03:34.942" v="30807" actId="113"/>
          <ac:graphicFrameMkLst>
            <pc:docMk/>
            <pc:sldMk cId="598598897" sldId="2612"/>
            <ac:graphicFrameMk id="3" creationId="{149E1690-2C18-24E5-F72E-BE482BCF678C}"/>
          </ac:graphicFrameMkLst>
        </pc:graphicFrameChg>
      </pc:sldChg>
      <pc:sldChg chg="addSp delSp modSp add mod ord modAnim modNotesTx">
        <pc:chgData name="Owais Ahmed" userId="6abc7d4556b3b071" providerId="LiveId" clId="{D0A51F83-B713-4A4D-8105-C75936B8E1D2}" dt="2026-04-17T13:12:48.102" v="31264"/>
        <pc:sldMkLst>
          <pc:docMk/>
          <pc:sldMk cId="3685813899" sldId="2613"/>
        </pc:sldMkLst>
        <pc:spChg chg="mod">
          <ac:chgData name="Owais Ahmed" userId="6abc7d4556b3b071" providerId="LiveId" clId="{D0A51F83-B713-4A4D-8105-C75936B8E1D2}" dt="2026-04-17T13:09:57.984" v="31248" actId="20577"/>
          <ac:spMkLst>
            <pc:docMk/>
            <pc:sldMk cId="3685813899" sldId="2613"/>
            <ac:spMk id="4" creationId="{2BEDD6F2-6082-CCD8-73F2-97E58A3EDCCC}"/>
          </ac:spMkLst>
        </pc:spChg>
        <pc:spChg chg="add mod">
          <ac:chgData name="Owais Ahmed" userId="6abc7d4556b3b071" providerId="LiveId" clId="{D0A51F83-B713-4A4D-8105-C75936B8E1D2}" dt="2026-04-17T13:10:30.699" v="31250"/>
          <ac:spMkLst>
            <pc:docMk/>
            <pc:sldMk cId="3685813899" sldId="2613"/>
            <ac:spMk id="10" creationId="{1EA724FF-9094-1AF5-92E7-16CC298C0E59}"/>
          </ac:spMkLst>
        </pc:spChg>
        <pc:spChg chg="del">
          <ac:chgData name="Owais Ahmed" userId="6abc7d4556b3b071" providerId="LiveId" clId="{D0A51F83-B713-4A4D-8105-C75936B8E1D2}" dt="2026-04-17T13:09:19.752" v="31197" actId="478"/>
          <ac:spMkLst>
            <pc:docMk/>
            <pc:sldMk cId="3685813899" sldId="2613"/>
            <ac:spMk id="214" creationId="{6E42FFA5-194D-F15C-BD39-AC37A98A608A}"/>
          </ac:spMkLst>
        </pc:spChg>
        <pc:picChg chg="add del">
          <ac:chgData name="Owais Ahmed" userId="6abc7d4556b3b071" providerId="LiveId" clId="{D0A51F83-B713-4A4D-8105-C75936B8E1D2}" dt="2026-04-17T13:08:29.754" v="31190" actId="22"/>
          <ac:picMkLst>
            <pc:docMk/>
            <pc:sldMk cId="3685813899" sldId="2613"/>
            <ac:picMk id="5" creationId="{AD661BE7-08D5-4D26-EA06-566101381D0A}"/>
          </ac:picMkLst>
        </pc:picChg>
        <pc:picChg chg="add del">
          <ac:chgData name="Owais Ahmed" userId="6abc7d4556b3b071" providerId="LiveId" clId="{D0A51F83-B713-4A4D-8105-C75936B8E1D2}" dt="2026-04-17T13:08:45.129" v="31192" actId="22"/>
          <ac:picMkLst>
            <pc:docMk/>
            <pc:sldMk cId="3685813899" sldId="2613"/>
            <ac:picMk id="7" creationId="{C6702151-8404-95B7-88D6-FBFE71FE5A33}"/>
          </ac:picMkLst>
        </pc:picChg>
        <pc:picChg chg="add del mod">
          <ac:chgData name="Owais Ahmed" userId="6abc7d4556b3b071" providerId="LiveId" clId="{D0A51F83-B713-4A4D-8105-C75936B8E1D2}" dt="2026-04-17T13:10:36.511" v="31251" actId="14100"/>
          <ac:picMkLst>
            <pc:docMk/>
            <pc:sldMk cId="3685813899" sldId="2613"/>
            <ac:picMk id="9" creationId="{E66509D5-298D-7241-89FE-644F536D5F4B}"/>
          </ac:picMkLst>
        </pc:picChg>
        <pc:picChg chg="mod modCrop">
          <ac:chgData name="Owais Ahmed" userId="6abc7d4556b3b071" providerId="LiveId" clId="{D0A51F83-B713-4A4D-8105-C75936B8E1D2}" dt="2026-04-17T13:11:50.830" v="31262" actId="1076"/>
          <ac:picMkLst>
            <pc:docMk/>
            <pc:sldMk cId="3685813899" sldId="2613"/>
            <ac:picMk id="11" creationId="{84DC601A-BF08-E2B3-B09F-D60FCB3824CB}"/>
          </ac:picMkLst>
        </pc:picChg>
      </pc:sldChg>
      <pc:sldChg chg="addSp delSp modSp add mod ord addAnim delAnim modAnim modNotesTx">
        <pc:chgData name="Owais Ahmed" userId="6abc7d4556b3b071" providerId="LiveId" clId="{D0A51F83-B713-4A4D-8105-C75936B8E1D2}" dt="2026-04-17T14:50:27.582" v="32403" actId="20577"/>
        <pc:sldMkLst>
          <pc:docMk/>
          <pc:sldMk cId="185033271" sldId="2614"/>
        </pc:sldMkLst>
        <pc:spChg chg="mod">
          <ac:chgData name="Owais Ahmed" userId="6abc7d4556b3b071" providerId="LiveId" clId="{D0A51F83-B713-4A4D-8105-C75936B8E1D2}" dt="2026-04-17T13:44:22.876" v="31793" actId="20577"/>
          <ac:spMkLst>
            <pc:docMk/>
            <pc:sldMk cId="185033271" sldId="2614"/>
            <ac:spMk id="4" creationId="{EA2735CB-DD6B-3500-1E5E-7B4CC8B25B81}"/>
          </ac:spMkLst>
        </pc:spChg>
        <pc:spChg chg="add del mod">
          <ac:chgData name="Owais Ahmed" userId="6abc7d4556b3b071" providerId="LiveId" clId="{D0A51F83-B713-4A4D-8105-C75936B8E1D2}" dt="2026-04-17T13:32:47.225" v="31560" actId="478"/>
          <ac:spMkLst>
            <pc:docMk/>
            <pc:sldMk cId="185033271" sldId="2614"/>
            <ac:spMk id="10" creationId="{D63B8607-DA76-0184-9439-4975001D053F}"/>
          </ac:spMkLst>
        </pc:spChg>
        <pc:spChg chg="add mod">
          <ac:chgData name="Owais Ahmed" userId="6abc7d4556b3b071" providerId="LiveId" clId="{D0A51F83-B713-4A4D-8105-C75936B8E1D2}" dt="2026-04-17T13:39:10.404" v="31611" actId="1076"/>
          <ac:spMkLst>
            <pc:docMk/>
            <pc:sldMk cId="185033271" sldId="2614"/>
            <ac:spMk id="11" creationId="{501B1054-E7AA-E424-DF47-AD049E0C4AC4}"/>
          </ac:spMkLst>
        </pc:spChg>
        <pc:spChg chg="add mod">
          <ac:chgData name="Owais Ahmed" userId="6abc7d4556b3b071" providerId="LiveId" clId="{D0A51F83-B713-4A4D-8105-C75936B8E1D2}" dt="2026-04-17T13:40:33.164" v="31658" actId="1076"/>
          <ac:spMkLst>
            <pc:docMk/>
            <pc:sldMk cId="185033271" sldId="2614"/>
            <ac:spMk id="14" creationId="{C915F6C1-0643-645C-6A4C-45D6393E7B0E}"/>
          </ac:spMkLst>
        </pc:spChg>
        <pc:spChg chg="add mod">
          <ac:chgData name="Owais Ahmed" userId="6abc7d4556b3b071" providerId="LiveId" clId="{D0A51F83-B713-4A4D-8105-C75936B8E1D2}" dt="2026-04-17T13:40:30.571" v="31657" actId="1076"/>
          <ac:spMkLst>
            <pc:docMk/>
            <pc:sldMk cId="185033271" sldId="2614"/>
            <ac:spMk id="15" creationId="{19F362D9-4C24-0AAD-2746-C6DA53956079}"/>
          </ac:spMkLst>
        </pc:spChg>
        <pc:spChg chg="add mod">
          <ac:chgData name="Owais Ahmed" userId="6abc7d4556b3b071" providerId="LiveId" clId="{D0A51F83-B713-4A4D-8105-C75936B8E1D2}" dt="2026-04-17T13:40:25.775" v="31656" actId="404"/>
          <ac:spMkLst>
            <pc:docMk/>
            <pc:sldMk cId="185033271" sldId="2614"/>
            <ac:spMk id="16" creationId="{9A1F069C-216E-ECD9-882A-66E0FCA59039}"/>
          </ac:spMkLst>
        </pc:spChg>
        <pc:picChg chg="add del">
          <ac:chgData name="Owais Ahmed" userId="6abc7d4556b3b071" providerId="LiveId" clId="{D0A51F83-B713-4A4D-8105-C75936B8E1D2}" dt="2026-04-17T13:30:44.043" v="31533" actId="22"/>
          <ac:picMkLst>
            <pc:docMk/>
            <pc:sldMk cId="185033271" sldId="2614"/>
            <ac:picMk id="5" creationId="{BF4E9E8A-C4A3-88FE-5087-BD8E5ABA30BC}"/>
          </ac:picMkLst>
        </pc:picChg>
        <pc:picChg chg="add del mod">
          <ac:chgData name="Owais Ahmed" userId="6abc7d4556b3b071" providerId="LiveId" clId="{D0A51F83-B713-4A4D-8105-C75936B8E1D2}" dt="2026-04-17T13:31:49.826" v="31539" actId="22"/>
          <ac:picMkLst>
            <pc:docMk/>
            <pc:sldMk cId="185033271" sldId="2614"/>
            <ac:picMk id="7" creationId="{F027EFB4-110A-8626-62CE-1111C98000EC}"/>
          </ac:picMkLst>
        </pc:picChg>
        <pc:picChg chg="add del mod">
          <ac:chgData name="Owais Ahmed" userId="6abc7d4556b3b071" providerId="LiveId" clId="{D0A51F83-B713-4A4D-8105-C75936B8E1D2}" dt="2026-04-17T13:32:17.641" v="31544" actId="478"/>
          <ac:picMkLst>
            <pc:docMk/>
            <pc:sldMk cId="185033271" sldId="2614"/>
            <ac:picMk id="9" creationId="{DA476525-4746-4362-7CF0-5A067A9988FA}"/>
          </ac:picMkLst>
        </pc:picChg>
        <pc:picChg chg="mod">
          <ac:chgData name="Owais Ahmed" userId="6abc7d4556b3b071" providerId="LiveId" clId="{D0A51F83-B713-4A4D-8105-C75936B8E1D2}" dt="2026-04-17T13:38:41.352" v="31604" actId="1076"/>
          <ac:picMkLst>
            <pc:docMk/>
            <pc:sldMk cId="185033271" sldId="2614"/>
            <ac:picMk id="12" creationId="{71973B2B-0801-B2BD-BBE4-6116D45A81D0}"/>
          </ac:picMkLst>
        </pc:picChg>
        <pc:picChg chg="add mod">
          <ac:chgData name="Owais Ahmed" userId="6abc7d4556b3b071" providerId="LiveId" clId="{D0A51F83-B713-4A4D-8105-C75936B8E1D2}" dt="2026-04-17T13:38:47.532" v="31607" actId="1076"/>
          <ac:picMkLst>
            <pc:docMk/>
            <pc:sldMk cId="185033271" sldId="2614"/>
            <ac:picMk id="13" creationId="{2A38DFAE-4C5A-DB4B-E767-45AA9CE77959}"/>
          </ac:picMkLst>
        </pc:picChg>
        <pc:cxnChg chg="add mod">
          <ac:chgData name="Owais Ahmed" userId="6abc7d4556b3b071" providerId="LiveId" clId="{D0A51F83-B713-4A4D-8105-C75936B8E1D2}" dt="2026-04-17T13:41:17.147" v="31663" actId="14100"/>
          <ac:cxnSpMkLst>
            <pc:docMk/>
            <pc:sldMk cId="185033271" sldId="2614"/>
            <ac:cxnSpMk id="19" creationId="{836C6C99-B81F-8267-6B01-04A9B5F24F9A}"/>
          </ac:cxnSpMkLst>
        </pc:cxnChg>
        <pc:cxnChg chg="add mod">
          <ac:chgData name="Owais Ahmed" userId="6abc7d4556b3b071" providerId="LiveId" clId="{D0A51F83-B713-4A4D-8105-C75936B8E1D2}" dt="2026-04-17T13:41:28.964" v="31666" actId="13822"/>
          <ac:cxnSpMkLst>
            <pc:docMk/>
            <pc:sldMk cId="185033271" sldId="2614"/>
            <ac:cxnSpMk id="21" creationId="{F2FC2DE2-FD55-8443-C0C3-358050EE44E1}"/>
          </ac:cxnSpMkLst>
        </pc:cxnChg>
        <pc:cxnChg chg="add mod">
          <ac:chgData name="Owais Ahmed" userId="6abc7d4556b3b071" providerId="LiveId" clId="{D0A51F83-B713-4A4D-8105-C75936B8E1D2}" dt="2026-04-17T13:41:26.884" v="31665" actId="13822"/>
          <ac:cxnSpMkLst>
            <pc:docMk/>
            <pc:sldMk cId="185033271" sldId="2614"/>
            <ac:cxnSpMk id="25" creationId="{71667A2E-DC7B-6667-FB06-A32A2F9A8D8C}"/>
          </ac:cxnSpMkLst>
        </pc:cxnChg>
        <pc:cxnChg chg="add mod">
          <ac:chgData name="Owais Ahmed" userId="6abc7d4556b3b071" providerId="LiveId" clId="{D0A51F83-B713-4A4D-8105-C75936B8E1D2}" dt="2026-04-17T13:41:41.644" v="31671" actId="13822"/>
          <ac:cxnSpMkLst>
            <pc:docMk/>
            <pc:sldMk cId="185033271" sldId="2614"/>
            <ac:cxnSpMk id="27" creationId="{78A6F087-4818-436E-2957-0EF87BB010A8}"/>
          </ac:cxnSpMkLst>
        </pc:cxnChg>
      </pc:sldChg>
      <pc:sldChg chg="addSp modSp add mod ord modAnim modNotesTx">
        <pc:chgData name="Owais Ahmed" userId="6abc7d4556b3b071" providerId="LiveId" clId="{D0A51F83-B713-4A4D-8105-C75936B8E1D2}" dt="2026-04-17T14:35:52.984" v="32310" actId="478"/>
        <pc:sldMkLst>
          <pc:docMk/>
          <pc:sldMk cId="3474313521" sldId="2615"/>
        </pc:sldMkLst>
        <pc:spChg chg="mod">
          <ac:chgData name="Owais Ahmed" userId="6abc7d4556b3b071" providerId="LiveId" clId="{D0A51F83-B713-4A4D-8105-C75936B8E1D2}" dt="2026-04-17T13:46:20.459" v="31908" actId="27636"/>
          <ac:spMkLst>
            <pc:docMk/>
            <pc:sldMk cId="3474313521" sldId="2615"/>
            <ac:spMk id="4" creationId="{B2BD410E-2C5D-3F39-D21E-ADEC14CC1D4E}"/>
          </ac:spMkLst>
        </pc:spChg>
        <pc:spChg chg="mod">
          <ac:chgData name="Owais Ahmed" userId="6abc7d4556b3b071" providerId="LiveId" clId="{D0A51F83-B713-4A4D-8105-C75936B8E1D2}" dt="2026-04-17T13:44:48.017" v="31811" actId="20577"/>
          <ac:spMkLst>
            <pc:docMk/>
            <pc:sldMk cId="3474313521" sldId="2615"/>
            <ac:spMk id="215" creationId="{84955C23-0254-9358-413B-935D4DF81B84}"/>
          </ac:spMkLst>
        </pc:spChg>
        <pc:graphicFrameChg chg="add mod modGraphic">
          <ac:chgData name="Owais Ahmed" userId="6abc7d4556b3b071" providerId="LiveId" clId="{D0A51F83-B713-4A4D-8105-C75936B8E1D2}" dt="2026-04-17T14:35:52.984" v="32310" actId="478"/>
          <ac:graphicFrameMkLst>
            <pc:docMk/>
            <pc:sldMk cId="3474313521" sldId="2615"/>
            <ac:graphicFrameMk id="3" creationId="{45FDDDF9-0943-C04E-0BEF-326EA9690C46}"/>
          </ac:graphicFrameMkLst>
        </pc:graphicFrameChg>
      </pc:sldChg>
      <pc:sldChg chg="addSp delSp modSp add mod delAnim modAnim">
        <pc:chgData name="Owais Ahmed" userId="6abc7d4556b3b071" providerId="LiveId" clId="{D0A51F83-B713-4A4D-8105-C75936B8E1D2}" dt="2026-04-17T15:23:38.885" v="33073"/>
        <pc:sldMkLst>
          <pc:docMk/>
          <pc:sldMk cId="1358657845" sldId="2616"/>
        </pc:sldMkLst>
        <pc:spChg chg="del">
          <ac:chgData name="Owais Ahmed" userId="6abc7d4556b3b071" providerId="LiveId" clId="{D0A51F83-B713-4A4D-8105-C75936B8E1D2}" dt="2026-04-17T14:02:31.704" v="32071" actId="478"/>
          <ac:spMkLst>
            <pc:docMk/>
            <pc:sldMk cId="1358657845" sldId="2616"/>
            <ac:spMk id="4" creationId="{B338287F-D734-2EEA-B971-E080FA03C665}"/>
          </ac:spMkLst>
        </pc:spChg>
        <pc:spChg chg="add mod">
          <ac:chgData name="Owais Ahmed" userId="6abc7d4556b3b071" providerId="LiveId" clId="{D0A51F83-B713-4A4D-8105-C75936B8E1D2}" dt="2026-04-17T14:07:03.783" v="32309" actId="20577"/>
          <ac:spMkLst>
            <pc:docMk/>
            <pc:sldMk cId="1358657845" sldId="2616"/>
            <ac:spMk id="5" creationId="{1820110A-073A-2530-2BA4-5AA251BDBF54}"/>
          </ac:spMkLst>
        </pc:spChg>
        <pc:spChg chg="mod">
          <ac:chgData name="Owais Ahmed" userId="6abc7d4556b3b071" providerId="LiveId" clId="{D0A51F83-B713-4A4D-8105-C75936B8E1D2}" dt="2026-04-17T15:23:38.885" v="33073"/>
          <ac:spMkLst>
            <pc:docMk/>
            <pc:sldMk cId="1358657845" sldId="2616"/>
            <ac:spMk id="215" creationId="{65143D32-441F-5D88-98E7-0F2ADEB72679}"/>
          </ac:spMkLst>
        </pc:spChg>
        <pc:graphicFrameChg chg="mod modGraphic">
          <ac:chgData name="Owais Ahmed" userId="6abc7d4556b3b071" providerId="LiveId" clId="{D0A51F83-B713-4A4D-8105-C75936B8E1D2}" dt="2026-04-17T14:35:56.388" v="32311" actId="478"/>
          <ac:graphicFrameMkLst>
            <pc:docMk/>
            <pc:sldMk cId="1358657845" sldId="2616"/>
            <ac:graphicFrameMk id="3" creationId="{41E4041D-E95C-A901-4596-BD36A0968F90}"/>
          </ac:graphicFrameMkLst>
        </pc:graphicFrameChg>
      </pc:sldChg>
      <pc:sldChg chg="addSp delSp modSp add mod delAnim modAnim modNotesTx">
        <pc:chgData name="Owais Ahmed" userId="6abc7d4556b3b071" providerId="LiveId" clId="{D0A51F83-B713-4A4D-8105-C75936B8E1D2}" dt="2026-04-17T15:18:43.834" v="32696"/>
        <pc:sldMkLst>
          <pc:docMk/>
          <pc:sldMk cId="184821242" sldId="2617"/>
        </pc:sldMkLst>
        <pc:spChg chg="mod">
          <ac:chgData name="Owais Ahmed" userId="6abc7d4556b3b071" providerId="LiveId" clId="{D0A51F83-B713-4A4D-8105-C75936B8E1D2}" dt="2026-04-17T15:18:34.724" v="32694" actId="948"/>
          <ac:spMkLst>
            <pc:docMk/>
            <pc:sldMk cId="184821242" sldId="2617"/>
            <ac:spMk id="4" creationId="{2004CBEB-CE41-13E0-FE85-7705B5548689}"/>
          </ac:spMkLst>
        </pc:spChg>
        <pc:spChg chg="del">
          <ac:chgData name="Owais Ahmed" userId="6abc7d4556b3b071" providerId="LiveId" clId="{D0A51F83-B713-4A4D-8105-C75936B8E1D2}" dt="2026-04-17T15:14:02.705" v="32455" actId="478"/>
          <ac:spMkLst>
            <pc:docMk/>
            <pc:sldMk cId="184821242" sldId="2617"/>
            <ac:spMk id="11" creationId="{6920309A-14D7-DAD0-9464-910B41A064E1}"/>
          </ac:spMkLst>
        </pc:spChg>
        <pc:spChg chg="del">
          <ac:chgData name="Owais Ahmed" userId="6abc7d4556b3b071" providerId="LiveId" clId="{D0A51F83-B713-4A4D-8105-C75936B8E1D2}" dt="2026-04-17T15:14:04.318" v="32456" actId="478"/>
          <ac:spMkLst>
            <pc:docMk/>
            <pc:sldMk cId="184821242" sldId="2617"/>
            <ac:spMk id="14" creationId="{497E293A-12A4-108D-A955-6357E69463ED}"/>
          </ac:spMkLst>
        </pc:spChg>
        <pc:spChg chg="del">
          <ac:chgData name="Owais Ahmed" userId="6abc7d4556b3b071" providerId="LiveId" clId="{D0A51F83-B713-4A4D-8105-C75936B8E1D2}" dt="2026-04-17T15:14:04.318" v="32456" actId="478"/>
          <ac:spMkLst>
            <pc:docMk/>
            <pc:sldMk cId="184821242" sldId="2617"/>
            <ac:spMk id="15" creationId="{D095DC0C-4965-0F58-0D7F-AE0A46357E2A}"/>
          </ac:spMkLst>
        </pc:spChg>
        <pc:spChg chg="del">
          <ac:chgData name="Owais Ahmed" userId="6abc7d4556b3b071" providerId="LiveId" clId="{D0A51F83-B713-4A4D-8105-C75936B8E1D2}" dt="2026-04-17T15:14:04.318" v="32456" actId="478"/>
          <ac:spMkLst>
            <pc:docMk/>
            <pc:sldMk cId="184821242" sldId="2617"/>
            <ac:spMk id="16" creationId="{A199BC72-2960-ABA2-155F-A61A13A93498}"/>
          </ac:spMkLst>
        </pc:spChg>
        <pc:picChg chg="del">
          <ac:chgData name="Owais Ahmed" userId="6abc7d4556b3b071" providerId="LiveId" clId="{D0A51F83-B713-4A4D-8105-C75936B8E1D2}" dt="2026-04-17T15:14:04.318" v="32456" actId="478"/>
          <ac:picMkLst>
            <pc:docMk/>
            <pc:sldMk cId="184821242" sldId="2617"/>
            <ac:picMk id="12" creationId="{D8C26ABC-6330-CC12-2304-213747C45DC1}"/>
          </ac:picMkLst>
        </pc:picChg>
        <pc:picChg chg="del">
          <ac:chgData name="Owais Ahmed" userId="6abc7d4556b3b071" providerId="LiveId" clId="{D0A51F83-B713-4A4D-8105-C75936B8E1D2}" dt="2026-04-17T15:14:05.458" v="32457" actId="478"/>
          <ac:picMkLst>
            <pc:docMk/>
            <pc:sldMk cId="184821242" sldId="2617"/>
            <ac:picMk id="13" creationId="{F4F03C49-2440-3607-7DF3-7BD14F9960C9}"/>
          </ac:picMkLst>
        </pc:picChg>
        <pc:picChg chg="add mod">
          <ac:chgData name="Owais Ahmed" userId="6abc7d4556b3b071" providerId="LiveId" clId="{D0A51F83-B713-4A4D-8105-C75936B8E1D2}" dt="2026-04-17T15:17:45.674" v="32585" actId="34807"/>
          <ac:picMkLst>
            <pc:docMk/>
            <pc:sldMk cId="184821242" sldId="2617"/>
            <ac:picMk id="1026" creationId="{1074D2B2-8249-33DC-424E-88F6388E000F}"/>
          </ac:picMkLst>
        </pc:picChg>
        <pc:cxnChg chg="del mod">
          <ac:chgData name="Owais Ahmed" userId="6abc7d4556b3b071" providerId="LiveId" clId="{D0A51F83-B713-4A4D-8105-C75936B8E1D2}" dt="2026-04-17T15:14:04.318" v="32456" actId="478"/>
          <ac:cxnSpMkLst>
            <pc:docMk/>
            <pc:sldMk cId="184821242" sldId="2617"/>
            <ac:cxnSpMk id="19" creationId="{2CA5F566-A345-4672-0B28-E7A9925867F2}"/>
          </ac:cxnSpMkLst>
        </pc:cxnChg>
        <pc:cxnChg chg="del mod">
          <ac:chgData name="Owais Ahmed" userId="6abc7d4556b3b071" providerId="LiveId" clId="{D0A51F83-B713-4A4D-8105-C75936B8E1D2}" dt="2026-04-17T15:14:04.318" v="32456" actId="478"/>
          <ac:cxnSpMkLst>
            <pc:docMk/>
            <pc:sldMk cId="184821242" sldId="2617"/>
            <ac:cxnSpMk id="21" creationId="{A7D57588-7F98-106C-6A59-85B659B54F91}"/>
          </ac:cxnSpMkLst>
        </pc:cxnChg>
        <pc:cxnChg chg="del mod">
          <ac:chgData name="Owais Ahmed" userId="6abc7d4556b3b071" providerId="LiveId" clId="{D0A51F83-B713-4A4D-8105-C75936B8E1D2}" dt="2026-04-17T15:14:04.318" v="32456" actId="478"/>
          <ac:cxnSpMkLst>
            <pc:docMk/>
            <pc:sldMk cId="184821242" sldId="2617"/>
            <ac:cxnSpMk id="25" creationId="{9AD9BFA5-4C11-D014-6283-D43EC3CCD82F}"/>
          </ac:cxnSpMkLst>
        </pc:cxnChg>
        <pc:cxnChg chg="del mod">
          <ac:chgData name="Owais Ahmed" userId="6abc7d4556b3b071" providerId="LiveId" clId="{D0A51F83-B713-4A4D-8105-C75936B8E1D2}" dt="2026-04-17T15:14:04.318" v="32456" actId="478"/>
          <ac:cxnSpMkLst>
            <pc:docMk/>
            <pc:sldMk cId="184821242" sldId="2617"/>
            <ac:cxnSpMk id="27" creationId="{F0F03D3A-7094-38D8-D18D-8A58B008CD74}"/>
          </ac:cxnSpMkLst>
        </pc:cxnChg>
      </pc:sldChg>
      <pc:sldChg chg="modSp add mod ord modAnim">
        <pc:chgData name="Owais Ahmed" userId="6abc7d4556b3b071" providerId="LiveId" clId="{D0A51F83-B713-4A4D-8105-C75936B8E1D2}" dt="2026-04-17T15:23:29.265" v="33072" actId="20577"/>
        <pc:sldMkLst>
          <pc:docMk/>
          <pc:sldMk cId="861556529" sldId="2618"/>
        </pc:sldMkLst>
        <pc:spChg chg="mod">
          <ac:chgData name="Owais Ahmed" userId="6abc7d4556b3b071" providerId="LiveId" clId="{D0A51F83-B713-4A4D-8105-C75936B8E1D2}" dt="2026-04-17T15:23:01.305" v="33066" actId="20577"/>
          <ac:spMkLst>
            <pc:docMk/>
            <pc:sldMk cId="861556529" sldId="2618"/>
            <ac:spMk id="4" creationId="{001B7505-BF44-7459-F06A-D2232B5D6B10}"/>
          </ac:spMkLst>
        </pc:spChg>
        <pc:spChg chg="mod">
          <ac:chgData name="Owais Ahmed" userId="6abc7d4556b3b071" providerId="LiveId" clId="{D0A51F83-B713-4A4D-8105-C75936B8E1D2}" dt="2026-04-17T15:23:29.265" v="33072" actId="20577"/>
          <ac:spMkLst>
            <pc:docMk/>
            <pc:sldMk cId="861556529" sldId="2618"/>
            <ac:spMk id="215" creationId="{B2A13DCD-3AC6-8776-BE97-9D13842EC50D}"/>
          </ac:spMkLst>
        </pc:spChg>
      </pc:sldChg>
      <pc:sldChg chg="addSp modSp add mod addAnim delAnim modAnim">
        <pc:chgData name="Owais Ahmed" userId="6abc7d4556b3b071" providerId="LiveId" clId="{D0A51F83-B713-4A4D-8105-C75936B8E1D2}" dt="2026-04-17T16:22:17.566" v="34020"/>
        <pc:sldMkLst>
          <pc:docMk/>
          <pc:sldMk cId="3519106752" sldId="2619"/>
        </pc:sldMkLst>
        <pc:spChg chg="mod">
          <ac:chgData name="Owais Ahmed" userId="6abc7d4556b3b071" providerId="LiveId" clId="{D0A51F83-B713-4A4D-8105-C75936B8E1D2}" dt="2026-04-17T16:16:34.280" v="33640" actId="27636"/>
          <ac:spMkLst>
            <pc:docMk/>
            <pc:sldMk cId="3519106752" sldId="2619"/>
            <ac:spMk id="4" creationId="{B6071504-9AA3-95BF-EB54-B13128CFB8AC}"/>
          </ac:spMkLst>
        </pc:spChg>
        <pc:spChg chg="mod">
          <ac:chgData name="Owais Ahmed" userId="6abc7d4556b3b071" providerId="LiveId" clId="{D0A51F83-B713-4A4D-8105-C75936B8E1D2}" dt="2026-04-17T15:32:19.394" v="33138" actId="6549"/>
          <ac:spMkLst>
            <pc:docMk/>
            <pc:sldMk cId="3519106752" sldId="2619"/>
            <ac:spMk id="215" creationId="{D8D4E318-F336-1815-CFC8-4D1D7C0007AA}"/>
          </ac:spMkLst>
        </pc:spChg>
        <pc:picChg chg="add mod">
          <ac:chgData name="Owais Ahmed" userId="6abc7d4556b3b071" providerId="LiveId" clId="{D0A51F83-B713-4A4D-8105-C75936B8E1D2}" dt="2026-04-17T15:48:54.549" v="33534" actId="1076"/>
          <ac:picMkLst>
            <pc:docMk/>
            <pc:sldMk cId="3519106752" sldId="2619"/>
            <ac:picMk id="3074" creationId="{04437A57-8CAF-F887-8115-1137A55EB1E3}"/>
          </ac:picMkLst>
        </pc:picChg>
        <pc:picChg chg="add mod">
          <ac:chgData name="Owais Ahmed" userId="6abc7d4556b3b071" providerId="LiveId" clId="{D0A51F83-B713-4A4D-8105-C75936B8E1D2}" dt="2026-04-17T15:50:05.063" v="33537" actId="1076"/>
          <ac:picMkLst>
            <pc:docMk/>
            <pc:sldMk cId="3519106752" sldId="2619"/>
            <ac:picMk id="3076" creationId="{E63F0945-1AA6-6F52-230D-407B21874C16}"/>
          </ac:picMkLst>
        </pc:picChg>
        <pc:picChg chg="add mod">
          <ac:chgData name="Owais Ahmed" userId="6abc7d4556b3b071" providerId="LiveId" clId="{D0A51F83-B713-4A4D-8105-C75936B8E1D2}" dt="2026-04-17T15:55:02.444" v="33627" actId="1076"/>
          <ac:picMkLst>
            <pc:docMk/>
            <pc:sldMk cId="3519106752" sldId="2619"/>
            <ac:picMk id="3078" creationId="{A2B55BE6-CE24-7A9C-2431-1D47462297DB}"/>
          </ac:picMkLst>
        </pc:picChg>
        <pc:picChg chg="add mod">
          <ac:chgData name="Owais Ahmed" userId="6abc7d4556b3b071" providerId="LiveId" clId="{D0A51F83-B713-4A4D-8105-C75936B8E1D2}" dt="2026-04-17T15:54:45.812" v="33624" actId="1076"/>
          <ac:picMkLst>
            <pc:docMk/>
            <pc:sldMk cId="3519106752" sldId="2619"/>
            <ac:picMk id="3080" creationId="{FA780F80-9E92-F5A8-705D-1B2FCBDB26F5}"/>
          </ac:picMkLst>
        </pc:picChg>
        <pc:picChg chg="add mod">
          <ac:chgData name="Owais Ahmed" userId="6abc7d4556b3b071" providerId="LiveId" clId="{D0A51F83-B713-4A4D-8105-C75936B8E1D2}" dt="2026-04-17T15:55:17.708" v="33628" actId="1076"/>
          <ac:picMkLst>
            <pc:docMk/>
            <pc:sldMk cId="3519106752" sldId="2619"/>
            <ac:picMk id="3082" creationId="{3AABB29F-BBD6-88FC-2A32-82CF7FECC7E9}"/>
          </ac:picMkLst>
        </pc:picChg>
      </pc:sldChg>
      <pc:sldChg chg="modSp add mod modAnim">
        <pc:chgData name="Owais Ahmed" userId="6abc7d4556b3b071" providerId="LiveId" clId="{D0A51F83-B713-4A4D-8105-C75936B8E1D2}" dt="2026-04-17T16:22:45.890" v="34040" actId="20577"/>
        <pc:sldMkLst>
          <pc:docMk/>
          <pc:sldMk cId="1864051973" sldId="2620"/>
        </pc:sldMkLst>
        <pc:spChg chg="mod">
          <ac:chgData name="Owais Ahmed" userId="6abc7d4556b3b071" providerId="LiveId" clId="{D0A51F83-B713-4A4D-8105-C75936B8E1D2}" dt="2026-04-17T16:22:45.890" v="34040" actId="20577"/>
          <ac:spMkLst>
            <pc:docMk/>
            <pc:sldMk cId="1864051973" sldId="2620"/>
            <ac:spMk id="4" creationId="{A2F6DD14-AF60-554A-900A-59C20D6BE4AF}"/>
          </ac:spMkLst>
        </pc:spChg>
      </pc:sldChg>
      <pc:sldChg chg="addSp delSp modSp add mod ord addAnim delAnim modAnim modNotesTx">
        <pc:chgData name="Owais Ahmed" userId="6abc7d4556b3b071" providerId="LiveId" clId="{D0A51F83-B713-4A4D-8105-C75936B8E1D2}" dt="2026-04-17T16:31:27.743" v="34511"/>
        <pc:sldMkLst>
          <pc:docMk/>
          <pc:sldMk cId="4037700069" sldId="2621"/>
        </pc:sldMkLst>
        <pc:spChg chg="mod">
          <ac:chgData name="Owais Ahmed" userId="6abc7d4556b3b071" providerId="LiveId" clId="{D0A51F83-B713-4A4D-8105-C75936B8E1D2}" dt="2026-04-17T16:20:46.405" v="34007" actId="20577"/>
          <ac:spMkLst>
            <pc:docMk/>
            <pc:sldMk cId="4037700069" sldId="2621"/>
            <ac:spMk id="4" creationId="{E3C81251-773E-B01C-4946-B0BA40738D3D}"/>
          </ac:spMkLst>
        </pc:spChg>
        <pc:picChg chg="add mod">
          <ac:chgData name="Owais Ahmed" userId="6abc7d4556b3b071" providerId="LiveId" clId="{D0A51F83-B713-4A4D-8105-C75936B8E1D2}" dt="2026-04-17T16:21:02.418" v="34010" actId="1076"/>
          <ac:picMkLst>
            <pc:docMk/>
            <pc:sldMk cId="4037700069" sldId="2621"/>
            <ac:picMk id="4098" creationId="{61F4526C-BBC3-58CD-7F7B-756911EC5A49}"/>
          </ac:picMkLst>
        </pc:picChg>
        <pc:picChg chg="add del mod">
          <ac:chgData name="Owais Ahmed" userId="6abc7d4556b3b071" providerId="LiveId" clId="{D0A51F83-B713-4A4D-8105-C75936B8E1D2}" dt="2026-04-17T16:31:08.725" v="34506" actId="478"/>
          <ac:picMkLst>
            <pc:docMk/>
            <pc:sldMk cId="4037700069" sldId="2621"/>
            <ac:picMk id="4100" creationId="{269E520A-2E94-D1B3-C130-6744ABF9105C}"/>
          </ac:picMkLst>
        </pc:picChg>
        <pc:picChg chg="add mod">
          <ac:chgData name="Owais Ahmed" userId="6abc7d4556b3b071" providerId="LiveId" clId="{D0A51F83-B713-4A4D-8105-C75936B8E1D2}" dt="2026-04-17T16:31:23.197" v="34509" actId="1076"/>
          <ac:picMkLst>
            <pc:docMk/>
            <pc:sldMk cId="4037700069" sldId="2621"/>
            <ac:picMk id="4102" creationId="{4E23847F-EDFD-0334-5328-6C5DE2E17D37}"/>
          </ac:picMkLst>
        </pc:picChg>
      </pc:sldChg>
      <pc:sldChg chg="modSp add mod modAnim modNotesTx">
        <pc:chgData name="Owais Ahmed" userId="6abc7d4556b3b071" providerId="LiveId" clId="{D0A51F83-B713-4A4D-8105-C75936B8E1D2}" dt="2026-04-17T16:28:32.037" v="34505" actId="20577"/>
        <pc:sldMkLst>
          <pc:docMk/>
          <pc:sldMk cId="1088718046" sldId="2622"/>
        </pc:sldMkLst>
        <pc:spChg chg="mod">
          <ac:chgData name="Owais Ahmed" userId="6abc7d4556b3b071" providerId="LiveId" clId="{D0A51F83-B713-4A4D-8105-C75936B8E1D2}" dt="2026-04-17T16:27:40.062" v="34417" actId="20577"/>
          <ac:spMkLst>
            <pc:docMk/>
            <pc:sldMk cId="1088718046" sldId="2622"/>
            <ac:spMk id="4" creationId="{E968F602-5C48-5B58-8E7B-54B2FD8DD4E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4ADD06-AD04-4C0A-96E6-9FD9724FE3A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B7A88F3F-56CF-4068-B47F-ACB3092581BA}">
      <dgm:prSet phldrT="[Text]" phldr="0"/>
      <dgm:spPr/>
      <dgm:t>
        <a:bodyPr/>
        <a:lstStyle/>
        <a:p>
          <a:r>
            <a:rPr lang="en-GB" noProof="0" dirty="0"/>
            <a:t>Structural Diagrams</a:t>
          </a:r>
        </a:p>
      </dgm:t>
    </dgm:pt>
    <dgm:pt modelId="{ECA3C3E4-6B0C-4003-B85C-0B0C7F6EA42A}" type="parTrans" cxnId="{82E267A6-AE8C-43FC-A231-DBA02CD5BC9F}">
      <dgm:prSet/>
      <dgm:spPr/>
      <dgm:t>
        <a:bodyPr/>
        <a:lstStyle/>
        <a:p>
          <a:endParaRPr lang="en-PK"/>
        </a:p>
      </dgm:t>
    </dgm:pt>
    <dgm:pt modelId="{DDB70EC2-D71F-4206-A555-74ECD523B4DB}" type="sibTrans" cxnId="{82E267A6-AE8C-43FC-A231-DBA02CD5BC9F}">
      <dgm:prSet/>
      <dgm:spPr/>
      <dgm:t>
        <a:bodyPr/>
        <a:lstStyle/>
        <a:p>
          <a:endParaRPr lang="en-PK"/>
        </a:p>
      </dgm:t>
    </dgm:pt>
    <dgm:pt modelId="{7D904C95-6F44-4F59-AD9D-CDB35EBB6F48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Useful</a:t>
          </a:r>
        </a:p>
      </dgm:t>
    </dgm:pt>
    <dgm:pt modelId="{6CFAA2BE-4AD5-44B0-816B-4AD0A6C0649B}" type="parTrans" cxnId="{6BEE1F09-88E0-429E-8498-4CCB4EE6FB0B}">
      <dgm:prSet/>
      <dgm:spPr/>
      <dgm:t>
        <a:bodyPr/>
        <a:lstStyle/>
        <a:p>
          <a:endParaRPr lang="en-PK"/>
        </a:p>
      </dgm:t>
    </dgm:pt>
    <dgm:pt modelId="{5A1E092C-72C7-46C7-8EC4-969B7DFC703D}" type="sibTrans" cxnId="{6BEE1F09-88E0-429E-8498-4CCB4EE6FB0B}">
      <dgm:prSet/>
      <dgm:spPr/>
      <dgm:t>
        <a:bodyPr/>
        <a:lstStyle/>
        <a:p>
          <a:endParaRPr lang="en-PK"/>
        </a:p>
      </dgm:t>
    </dgm:pt>
    <dgm:pt modelId="{0E671A7C-1349-471F-A576-EE96D173E1F8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Composite Structure Diagram</a:t>
          </a:r>
        </a:p>
      </dgm:t>
    </dgm:pt>
    <dgm:pt modelId="{C5D91481-1BF5-46C3-806B-AF748B672290}" type="parTrans" cxnId="{61D46887-2C59-4B2F-8BB6-40FC68DD68EB}">
      <dgm:prSet/>
      <dgm:spPr/>
      <dgm:t>
        <a:bodyPr/>
        <a:lstStyle/>
        <a:p>
          <a:endParaRPr lang="en-PK"/>
        </a:p>
      </dgm:t>
    </dgm:pt>
    <dgm:pt modelId="{50FB3977-75F3-46C9-B716-F07F20255408}" type="sibTrans" cxnId="{61D46887-2C59-4B2F-8BB6-40FC68DD68EB}">
      <dgm:prSet/>
      <dgm:spPr/>
      <dgm:t>
        <a:bodyPr/>
        <a:lstStyle/>
        <a:p>
          <a:endParaRPr lang="en-PK"/>
        </a:p>
      </dgm:t>
    </dgm:pt>
    <dgm:pt modelId="{2BBBFB09-FB9C-42BC-AEBE-906777F2F517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Object Diagram</a:t>
          </a:r>
        </a:p>
      </dgm:t>
    </dgm:pt>
    <dgm:pt modelId="{9E508A80-D184-4D5E-BA8C-0C47C253BEF0}" type="parTrans" cxnId="{FCDDB689-24BA-4980-B300-5D9BAA1E16FE}">
      <dgm:prSet/>
      <dgm:spPr/>
      <dgm:t>
        <a:bodyPr/>
        <a:lstStyle/>
        <a:p>
          <a:endParaRPr lang="en-PK"/>
        </a:p>
      </dgm:t>
    </dgm:pt>
    <dgm:pt modelId="{DD735A8E-6B68-47D7-93A8-55A0D18F5DE7}" type="sibTrans" cxnId="{FCDDB689-24BA-4980-B300-5D9BAA1E16FE}">
      <dgm:prSet/>
      <dgm:spPr/>
      <dgm:t>
        <a:bodyPr/>
        <a:lstStyle/>
        <a:p>
          <a:endParaRPr lang="en-PK"/>
        </a:p>
      </dgm:t>
    </dgm:pt>
    <dgm:pt modelId="{9B3096A0-832A-41B4-BEFB-D457494CCA7B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Profile Diagram</a:t>
          </a:r>
        </a:p>
      </dgm:t>
    </dgm:pt>
    <dgm:pt modelId="{101CC2E9-E6EC-4A13-965B-4EF9A7A4BC78}" type="parTrans" cxnId="{FA8FAD8B-727E-4FFD-813E-39FE543A476F}">
      <dgm:prSet/>
      <dgm:spPr/>
      <dgm:t>
        <a:bodyPr/>
        <a:lstStyle/>
        <a:p>
          <a:endParaRPr lang="en-PK"/>
        </a:p>
      </dgm:t>
    </dgm:pt>
    <dgm:pt modelId="{A9A0A7D5-27CE-48FE-BD86-EB8A147A3F96}" type="sibTrans" cxnId="{FA8FAD8B-727E-4FFD-813E-39FE543A476F}">
      <dgm:prSet/>
      <dgm:spPr/>
      <dgm:t>
        <a:bodyPr/>
        <a:lstStyle/>
        <a:p>
          <a:endParaRPr lang="en-PK"/>
        </a:p>
      </dgm:t>
    </dgm:pt>
    <dgm:pt modelId="{E6A350F7-B493-4BD7-8877-293BDC2B3F84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Class Diagram</a:t>
          </a:r>
        </a:p>
      </dgm:t>
    </dgm:pt>
    <dgm:pt modelId="{EA98BA0D-F511-46AE-8055-1C77F793E8A7}" type="parTrans" cxnId="{FF68D335-CDFE-4DA5-BBF0-4932146DCDD3}">
      <dgm:prSet/>
      <dgm:spPr/>
      <dgm:t>
        <a:bodyPr/>
        <a:lstStyle/>
        <a:p>
          <a:endParaRPr lang="en-PK"/>
        </a:p>
      </dgm:t>
    </dgm:pt>
    <dgm:pt modelId="{FA98C265-B081-4A5C-8E8F-A0AE3B89A68D}" type="sibTrans" cxnId="{FF68D335-CDFE-4DA5-BBF0-4932146DCDD3}">
      <dgm:prSet/>
      <dgm:spPr/>
      <dgm:t>
        <a:bodyPr/>
        <a:lstStyle/>
        <a:p>
          <a:endParaRPr lang="en-PK"/>
        </a:p>
      </dgm:t>
    </dgm:pt>
    <dgm:pt modelId="{E3418E9F-D3A6-44E6-B6FA-BB1C6BE9DBE6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Academic Fossil</a:t>
          </a:r>
        </a:p>
      </dgm:t>
    </dgm:pt>
    <dgm:pt modelId="{50D76C86-C834-4973-852C-F3120968A703}" type="parTrans" cxnId="{73DE5DD9-7EE4-42DD-BB6E-6844EA9F5A1B}">
      <dgm:prSet/>
      <dgm:spPr/>
      <dgm:t>
        <a:bodyPr/>
        <a:lstStyle/>
        <a:p>
          <a:endParaRPr lang="en-PK"/>
        </a:p>
      </dgm:t>
    </dgm:pt>
    <dgm:pt modelId="{70299B33-AB1C-48B7-8A37-DC7A8F5DE93F}" type="sibTrans" cxnId="{73DE5DD9-7EE4-42DD-BB6E-6844EA9F5A1B}">
      <dgm:prSet/>
      <dgm:spPr/>
      <dgm:t>
        <a:bodyPr/>
        <a:lstStyle/>
        <a:p>
          <a:endParaRPr lang="en-PK"/>
        </a:p>
      </dgm:t>
    </dgm:pt>
    <dgm:pt modelId="{1CB79BBE-6EA8-4BA2-B081-AD084BA3EFC5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Rarely Used</a:t>
          </a:r>
        </a:p>
      </dgm:t>
    </dgm:pt>
    <dgm:pt modelId="{2D77A997-3CE1-47B0-A2E7-350A30C7D892}" type="parTrans" cxnId="{69EB8471-2ABB-4644-AE88-0CFD6DB004AF}">
      <dgm:prSet/>
      <dgm:spPr/>
      <dgm:t>
        <a:bodyPr/>
        <a:lstStyle/>
        <a:p>
          <a:endParaRPr lang="en-PK"/>
        </a:p>
      </dgm:t>
    </dgm:pt>
    <dgm:pt modelId="{27CA75C1-F6D8-4B61-9249-373449319CDB}" type="sibTrans" cxnId="{69EB8471-2ABB-4644-AE88-0CFD6DB004AF}">
      <dgm:prSet/>
      <dgm:spPr/>
      <dgm:t>
        <a:bodyPr/>
        <a:lstStyle/>
        <a:p>
          <a:endParaRPr lang="en-PK"/>
        </a:p>
      </dgm:t>
    </dgm:pt>
    <dgm:pt modelId="{C3D2A2B0-B984-4C8D-A1DD-618D1E24C020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Deployment Diagram</a:t>
          </a:r>
        </a:p>
      </dgm:t>
    </dgm:pt>
    <dgm:pt modelId="{61D979FC-CBFB-4081-B763-5E3DF76FDB77}" type="parTrans" cxnId="{85E1BA01-4770-4A08-86BD-301E1C05A671}">
      <dgm:prSet/>
      <dgm:spPr/>
      <dgm:t>
        <a:bodyPr/>
        <a:lstStyle/>
        <a:p>
          <a:endParaRPr lang="en-PK"/>
        </a:p>
      </dgm:t>
    </dgm:pt>
    <dgm:pt modelId="{56BBCE78-2657-455E-8E89-BE4C45C7C15B}" type="sibTrans" cxnId="{85E1BA01-4770-4A08-86BD-301E1C05A671}">
      <dgm:prSet/>
      <dgm:spPr/>
      <dgm:t>
        <a:bodyPr/>
        <a:lstStyle/>
        <a:p>
          <a:endParaRPr lang="en-PK"/>
        </a:p>
      </dgm:t>
    </dgm:pt>
    <dgm:pt modelId="{94629041-3561-4EE9-BAB5-1CFC0D3C1D01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Package Diagram</a:t>
          </a:r>
        </a:p>
      </dgm:t>
    </dgm:pt>
    <dgm:pt modelId="{99ACAFBB-594C-4E5C-B2F3-5F199769D7C7}" type="parTrans" cxnId="{25CD9CE4-0424-4698-AA1A-EEEBACB57DD2}">
      <dgm:prSet/>
      <dgm:spPr/>
      <dgm:t>
        <a:bodyPr/>
        <a:lstStyle/>
        <a:p>
          <a:endParaRPr lang="en-PK"/>
        </a:p>
      </dgm:t>
    </dgm:pt>
    <dgm:pt modelId="{F22B2091-B0F6-4C80-BB51-528E672F8674}" type="sibTrans" cxnId="{25CD9CE4-0424-4698-AA1A-EEEBACB57DD2}">
      <dgm:prSet/>
      <dgm:spPr/>
      <dgm:t>
        <a:bodyPr/>
        <a:lstStyle/>
        <a:p>
          <a:endParaRPr lang="en-PK"/>
        </a:p>
      </dgm:t>
    </dgm:pt>
    <dgm:pt modelId="{17C1478A-C3D1-4D91-838F-0FBCCC59F25F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Component Diagram</a:t>
          </a:r>
        </a:p>
      </dgm:t>
    </dgm:pt>
    <dgm:pt modelId="{DDD6D4B4-4647-4C01-8D90-AB57B8BD82A9}" type="parTrans" cxnId="{32652ECD-8676-43CC-956F-65974245C44F}">
      <dgm:prSet/>
      <dgm:spPr/>
      <dgm:t>
        <a:bodyPr/>
        <a:lstStyle/>
        <a:p>
          <a:endParaRPr lang="en-PK"/>
        </a:p>
      </dgm:t>
    </dgm:pt>
    <dgm:pt modelId="{24BBBD93-7365-43A2-A349-70926B2CD100}" type="sibTrans" cxnId="{32652ECD-8676-43CC-956F-65974245C44F}">
      <dgm:prSet/>
      <dgm:spPr/>
      <dgm:t>
        <a:bodyPr/>
        <a:lstStyle/>
        <a:p>
          <a:endParaRPr lang="en-PK"/>
        </a:p>
      </dgm:t>
    </dgm:pt>
    <dgm:pt modelId="{B9F2B97E-4392-4EE8-8D49-6AFB26588318}" type="pres">
      <dgm:prSet presAssocID="{594ADD06-AD04-4C0A-96E6-9FD9724FE3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82F39DF-7886-4F36-89BC-09BEAA689E06}" type="pres">
      <dgm:prSet presAssocID="{B7A88F3F-56CF-4068-B47F-ACB3092581BA}" presName="hierRoot1" presStyleCnt="0">
        <dgm:presLayoutVars>
          <dgm:hierBranch val="init"/>
        </dgm:presLayoutVars>
      </dgm:prSet>
      <dgm:spPr/>
    </dgm:pt>
    <dgm:pt modelId="{BC117E73-7356-4058-A6A6-215A5CD6D8A1}" type="pres">
      <dgm:prSet presAssocID="{B7A88F3F-56CF-4068-B47F-ACB3092581BA}" presName="rootComposite1" presStyleCnt="0"/>
      <dgm:spPr/>
    </dgm:pt>
    <dgm:pt modelId="{1D97AD21-BD66-48FF-9059-4ADC3298DD87}" type="pres">
      <dgm:prSet presAssocID="{B7A88F3F-56CF-4068-B47F-ACB3092581BA}" presName="rootText1" presStyleLbl="node0" presStyleIdx="0" presStyleCnt="1">
        <dgm:presLayoutVars>
          <dgm:chPref val="3"/>
        </dgm:presLayoutVars>
      </dgm:prSet>
      <dgm:spPr/>
    </dgm:pt>
    <dgm:pt modelId="{9D92E493-B31F-4EA1-BF17-F948E4E8EBFF}" type="pres">
      <dgm:prSet presAssocID="{B7A88F3F-56CF-4068-B47F-ACB3092581BA}" presName="rootConnector1" presStyleLbl="node1" presStyleIdx="0" presStyleCnt="0"/>
      <dgm:spPr/>
    </dgm:pt>
    <dgm:pt modelId="{5E984288-8D0E-4D66-8701-2CAEE12A154E}" type="pres">
      <dgm:prSet presAssocID="{B7A88F3F-56CF-4068-B47F-ACB3092581BA}" presName="hierChild2" presStyleCnt="0"/>
      <dgm:spPr/>
    </dgm:pt>
    <dgm:pt modelId="{CDB7318A-1F94-464C-9970-90A2F70AF610}" type="pres">
      <dgm:prSet presAssocID="{6CFAA2BE-4AD5-44B0-816B-4AD0A6C0649B}" presName="Name37" presStyleLbl="parChTrans1D2" presStyleIdx="0" presStyleCnt="3"/>
      <dgm:spPr/>
    </dgm:pt>
    <dgm:pt modelId="{666C2137-6206-4835-BF3C-3D70764B6CCF}" type="pres">
      <dgm:prSet presAssocID="{7D904C95-6F44-4F59-AD9D-CDB35EBB6F48}" presName="hierRoot2" presStyleCnt="0">
        <dgm:presLayoutVars>
          <dgm:hierBranch val="init"/>
        </dgm:presLayoutVars>
      </dgm:prSet>
      <dgm:spPr/>
    </dgm:pt>
    <dgm:pt modelId="{C5B45074-5935-4A6E-845E-D1CC833BCFD7}" type="pres">
      <dgm:prSet presAssocID="{7D904C95-6F44-4F59-AD9D-CDB35EBB6F48}" presName="rootComposite" presStyleCnt="0"/>
      <dgm:spPr/>
    </dgm:pt>
    <dgm:pt modelId="{42198CF7-6716-4043-8DAC-A47A10A55CE1}" type="pres">
      <dgm:prSet presAssocID="{7D904C95-6F44-4F59-AD9D-CDB35EBB6F48}" presName="rootText" presStyleLbl="node2" presStyleIdx="0" presStyleCnt="3">
        <dgm:presLayoutVars>
          <dgm:chPref val="3"/>
        </dgm:presLayoutVars>
      </dgm:prSet>
      <dgm:spPr/>
    </dgm:pt>
    <dgm:pt modelId="{80CC6326-F678-4464-9A88-92B1E1F2BCB5}" type="pres">
      <dgm:prSet presAssocID="{7D904C95-6F44-4F59-AD9D-CDB35EBB6F48}" presName="rootConnector" presStyleLbl="node2" presStyleIdx="0" presStyleCnt="3"/>
      <dgm:spPr/>
    </dgm:pt>
    <dgm:pt modelId="{9FD42487-B219-4012-AC31-53715DCEC82B}" type="pres">
      <dgm:prSet presAssocID="{7D904C95-6F44-4F59-AD9D-CDB35EBB6F48}" presName="hierChild4" presStyleCnt="0"/>
      <dgm:spPr/>
    </dgm:pt>
    <dgm:pt modelId="{EE17BC94-7C57-4C0F-A276-DAB5DBA1ED30}" type="pres">
      <dgm:prSet presAssocID="{EA98BA0D-F511-46AE-8055-1C77F793E8A7}" presName="Name37" presStyleLbl="parChTrans1D3" presStyleIdx="0" presStyleCnt="7"/>
      <dgm:spPr/>
    </dgm:pt>
    <dgm:pt modelId="{63A59F41-F94F-45C8-BFCE-2EE790C396C7}" type="pres">
      <dgm:prSet presAssocID="{E6A350F7-B493-4BD7-8877-293BDC2B3F84}" presName="hierRoot2" presStyleCnt="0">
        <dgm:presLayoutVars>
          <dgm:hierBranch val="init"/>
        </dgm:presLayoutVars>
      </dgm:prSet>
      <dgm:spPr/>
    </dgm:pt>
    <dgm:pt modelId="{FF3EBF77-1B0F-493A-A1CF-32EA9CA32B57}" type="pres">
      <dgm:prSet presAssocID="{E6A350F7-B493-4BD7-8877-293BDC2B3F84}" presName="rootComposite" presStyleCnt="0"/>
      <dgm:spPr/>
    </dgm:pt>
    <dgm:pt modelId="{D99BF1AA-0EFB-434F-8117-7D285995A1F5}" type="pres">
      <dgm:prSet presAssocID="{E6A350F7-B493-4BD7-8877-293BDC2B3F84}" presName="rootText" presStyleLbl="node3" presStyleIdx="0" presStyleCnt="7">
        <dgm:presLayoutVars>
          <dgm:chPref val="3"/>
        </dgm:presLayoutVars>
      </dgm:prSet>
      <dgm:spPr/>
    </dgm:pt>
    <dgm:pt modelId="{3CA37783-7AF2-428A-AA8E-035DCD14A2D6}" type="pres">
      <dgm:prSet presAssocID="{E6A350F7-B493-4BD7-8877-293BDC2B3F84}" presName="rootConnector" presStyleLbl="node3" presStyleIdx="0" presStyleCnt="7"/>
      <dgm:spPr/>
    </dgm:pt>
    <dgm:pt modelId="{C74A0379-E336-44CF-A0FC-FE407675319B}" type="pres">
      <dgm:prSet presAssocID="{E6A350F7-B493-4BD7-8877-293BDC2B3F84}" presName="hierChild4" presStyleCnt="0"/>
      <dgm:spPr/>
    </dgm:pt>
    <dgm:pt modelId="{254442FF-A606-4F4D-8D26-09F7A748AE86}" type="pres">
      <dgm:prSet presAssocID="{E6A350F7-B493-4BD7-8877-293BDC2B3F84}" presName="hierChild5" presStyleCnt="0"/>
      <dgm:spPr/>
    </dgm:pt>
    <dgm:pt modelId="{82DA48F6-48A6-4B11-9113-99FACD0B01E2}" type="pres">
      <dgm:prSet presAssocID="{DDD6D4B4-4647-4C01-8D90-AB57B8BD82A9}" presName="Name37" presStyleLbl="parChTrans1D3" presStyleIdx="1" presStyleCnt="7"/>
      <dgm:spPr/>
    </dgm:pt>
    <dgm:pt modelId="{DC7DD0BB-8346-404B-8551-A8A6E264D9A9}" type="pres">
      <dgm:prSet presAssocID="{17C1478A-C3D1-4D91-838F-0FBCCC59F25F}" presName="hierRoot2" presStyleCnt="0">
        <dgm:presLayoutVars>
          <dgm:hierBranch val="init"/>
        </dgm:presLayoutVars>
      </dgm:prSet>
      <dgm:spPr/>
    </dgm:pt>
    <dgm:pt modelId="{A4340649-DF24-4020-B580-199AEFBE1D46}" type="pres">
      <dgm:prSet presAssocID="{17C1478A-C3D1-4D91-838F-0FBCCC59F25F}" presName="rootComposite" presStyleCnt="0"/>
      <dgm:spPr/>
    </dgm:pt>
    <dgm:pt modelId="{E0D110F6-61F0-4927-A76E-00D99F7FACBF}" type="pres">
      <dgm:prSet presAssocID="{17C1478A-C3D1-4D91-838F-0FBCCC59F25F}" presName="rootText" presStyleLbl="node3" presStyleIdx="1" presStyleCnt="7">
        <dgm:presLayoutVars>
          <dgm:chPref val="3"/>
        </dgm:presLayoutVars>
      </dgm:prSet>
      <dgm:spPr/>
    </dgm:pt>
    <dgm:pt modelId="{C299919E-C8B2-4EB0-9485-92072A0A5F06}" type="pres">
      <dgm:prSet presAssocID="{17C1478A-C3D1-4D91-838F-0FBCCC59F25F}" presName="rootConnector" presStyleLbl="node3" presStyleIdx="1" presStyleCnt="7"/>
      <dgm:spPr/>
    </dgm:pt>
    <dgm:pt modelId="{C698B24E-33CB-482A-8F99-3F68F2FB1C59}" type="pres">
      <dgm:prSet presAssocID="{17C1478A-C3D1-4D91-838F-0FBCCC59F25F}" presName="hierChild4" presStyleCnt="0"/>
      <dgm:spPr/>
    </dgm:pt>
    <dgm:pt modelId="{3A5B14A7-D3C9-4720-9CA0-6FE112289595}" type="pres">
      <dgm:prSet presAssocID="{17C1478A-C3D1-4D91-838F-0FBCCC59F25F}" presName="hierChild5" presStyleCnt="0"/>
      <dgm:spPr/>
    </dgm:pt>
    <dgm:pt modelId="{B72509C1-FD8A-440D-9C0B-BB89691A4840}" type="pres">
      <dgm:prSet presAssocID="{7D904C95-6F44-4F59-AD9D-CDB35EBB6F48}" presName="hierChild5" presStyleCnt="0"/>
      <dgm:spPr/>
    </dgm:pt>
    <dgm:pt modelId="{7172110B-6DA7-4197-92E0-8755CB32E3C0}" type="pres">
      <dgm:prSet presAssocID="{2D77A997-3CE1-47B0-A2E7-350A30C7D892}" presName="Name37" presStyleLbl="parChTrans1D2" presStyleIdx="1" presStyleCnt="3"/>
      <dgm:spPr/>
    </dgm:pt>
    <dgm:pt modelId="{47402E0F-0D58-4C3F-B17A-2CBA2F01A1E0}" type="pres">
      <dgm:prSet presAssocID="{1CB79BBE-6EA8-4BA2-B081-AD084BA3EFC5}" presName="hierRoot2" presStyleCnt="0">
        <dgm:presLayoutVars>
          <dgm:hierBranch val="init"/>
        </dgm:presLayoutVars>
      </dgm:prSet>
      <dgm:spPr/>
    </dgm:pt>
    <dgm:pt modelId="{4FF0799E-5ACA-415E-AE92-ADD0AF6B98B7}" type="pres">
      <dgm:prSet presAssocID="{1CB79BBE-6EA8-4BA2-B081-AD084BA3EFC5}" presName="rootComposite" presStyleCnt="0"/>
      <dgm:spPr/>
    </dgm:pt>
    <dgm:pt modelId="{340114DB-43AF-414D-9E60-3619830DFAE6}" type="pres">
      <dgm:prSet presAssocID="{1CB79BBE-6EA8-4BA2-B081-AD084BA3EFC5}" presName="rootText" presStyleLbl="node2" presStyleIdx="1" presStyleCnt="3">
        <dgm:presLayoutVars>
          <dgm:chPref val="3"/>
        </dgm:presLayoutVars>
      </dgm:prSet>
      <dgm:spPr/>
    </dgm:pt>
    <dgm:pt modelId="{FF41CE2C-9C35-47DB-98D6-5B0285227E19}" type="pres">
      <dgm:prSet presAssocID="{1CB79BBE-6EA8-4BA2-B081-AD084BA3EFC5}" presName="rootConnector" presStyleLbl="node2" presStyleIdx="1" presStyleCnt="3"/>
      <dgm:spPr/>
    </dgm:pt>
    <dgm:pt modelId="{22A7502B-F29D-4D14-9802-91C0D9C8B004}" type="pres">
      <dgm:prSet presAssocID="{1CB79BBE-6EA8-4BA2-B081-AD084BA3EFC5}" presName="hierChild4" presStyleCnt="0"/>
      <dgm:spPr/>
    </dgm:pt>
    <dgm:pt modelId="{090E11AA-6067-460D-936F-252165C90146}" type="pres">
      <dgm:prSet presAssocID="{61D979FC-CBFB-4081-B763-5E3DF76FDB77}" presName="Name37" presStyleLbl="parChTrans1D3" presStyleIdx="2" presStyleCnt="7"/>
      <dgm:spPr/>
    </dgm:pt>
    <dgm:pt modelId="{8E402C28-65A8-4E6C-A4E5-B408EEDFDC20}" type="pres">
      <dgm:prSet presAssocID="{C3D2A2B0-B984-4C8D-A1DD-618D1E24C020}" presName="hierRoot2" presStyleCnt="0">
        <dgm:presLayoutVars>
          <dgm:hierBranch val="init"/>
        </dgm:presLayoutVars>
      </dgm:prSet>
      <dgm:spPr/>
    </dgm:pt>
    <dgm:pt modelId="{9F4A1C7F-E17A-45A7-A920-87F8AD496F46}" type="pres">
      <dgm:prSet presAssocID="{C3D2A2B0-B984-4C8D-A1DD-618D1E24C020}" presName="rootComposite" presStyleCnt="0"/>
      <dgm:spPr/>
    </dgm:pt>
    <dgm:pt modelId="{19AAF70F-0B1A-4010-A127-B126688BDD97}" type="pres">
      <dgm:prSet presAssocID="{C3D2A2B0-B984-4C8D-A1DD-618D1E24C020}" presName="rootText" presStyleLbl="node3" presStyleIdx="2" presStyleCnt="7">
        <dgm:presLayoutVars>
          <dgm:chPref val="3"/>
        </dgm:presLayoutVars>
      </dgm:prSet>
      <dgm:spPr/>
    </dgm:pt>
    <dgm:pt modelId="{47ECDAA3-90DD-4278-BAC8-5D15B4797759}" type="pres">
      <dgm:prSet presAssocID="{C3D2A2B0-B984-4C8D-A1DD-618D1E24C020}" presName="rootConnector" presStyleLbl="node3" presStyleIdx="2" presStyleCnt="7"/>
      <dgm:spPr/>
    </dgm:pt>
    <dgm:pt modelId="{6EC921FA-7B1D-45DC-96F3-3500697682B5}" type="pres">
      <dgm:prSet presAssocID="{C3D2A2B0-B984-4C8D-A1DD-618D1E24C020}" presName="hierChild4" presStyleCnt="0"/>
      <dgm:spPr/>
    </dgm:pt>
    <dgm:pt modelId="{8B6F0A25-3B81-4539-A945-AF362BF71D19}" type="pres">
      <dgm:prSet presAssocID="{C3D2A2B0-B984-4C8D-A1DD-618D1E24C020}" presName="hierChild5" presStyleCnt="0"/>
      <dgm:spPr/>
    </dgm:pt>
    <dgm:pt modelId="{ADF8AE18-8F46-4639-A0F9-6E1F96BF82C5}" type="pres">
      <dgm:prSet presAssocID="{99ACAFBB-594C-4E5C-B2F3-5F199769D7C7}" presName="Name37" presStyleLbl="parChTrans1D3" presStyleIdx="3" presStyleCnt="7"/>
      <dgm:spPr/>
    </dgm:pt>
    <dgm:pt modelId="{765FF41D-9244-44B1-B9E6-500BC6AFF451}" type="pres">
      <dgm:prSet presAssocID="{94629041-3561-4EE9-BAB5-1CFC0D3C1D01}" presName="hierRoot2" presStyleCnt="0">
        <dgm:presLayoutVars>
          <dgm:hierBranch val="init"/>
        </dgm:presLayoutVars>
      </dgm:prSet>
      <dgm:spPr/>
    </dgm:pt>
    <dgm:pt modelId="{CA904E2D-5106-4642-BA30-5992F9F874CB}" type="pres">
      <dgm:prSet presAssocID="{94629041-3561-4EE9-BAB5-1CFC0D3C1D01}" presName="rootComposite" presStyleCnt="0"/>
      <dgm:spPr/>
    </dgm:pt>
    <dgm:pt modelId="{8B898D08-2970-4DBA-A724-E5A4D7BE2596}" type="pres">
      <dgm:prSet presAssocID="{94629041-3561-4EE9-BAB5-1CFC0D3C1D01}" presName="rootText" presStyleLbl="node3" presStyleIdx="3" presStyleCnt="7">
        <dgm:presLayoutVars>
          <dgm:chPref val="3"/>
        </dgm:presLayoutVars>
      </dgm:prSet>
      <dgm:spPr/>
    </dgm:pt>
    <dgm:pt modelId="{144903C2-D9DD-4CD0-A978-39FDEECE6410}" type="pres">
      <dgm:prSet presAssocID="{94629041-3561-4EE9-BAB5-1CFC0D3C1D01}" presName="rootConnector" presStyleLbl="node3" presStyleIdx="3" presStyleCnt="7"/>
      <dgm:spPr/>
    </dgm:pt>
    <dgm:pt modelId="{0ED06B04-5791-411C-97BF-DACE3F99C33B}" type="pres">
      <dgm:prSet presAssocID="{94629041-3561-4EE9-BAB5-1CFC0D3C1D01}" presName="hierChild4" presStyleCnt="0"/>
      <dgm:spPr/>
    </dgm:pt>
    <dgm:pt modelId="{2808589C-A42A-41E3-BB26-AA8C8964EE69}" type="pres">
      <dgm:prSet presAssocID="{94629041-3561-4EE9-BAB5-1CFC0D3C1D01}" presName="hierChild5" presStyleCnt="0"/>
      <dgm:spPr/>
    </dgm:pt>
    <dgm:pt modelId="{7FA8D005-4640-461B-86A5-388890FEE2CE}" type="pres">
      <dgm:prSet presAssocID="{1CB79BBE-6EA8-4BA2-B081-AD084BA3EFC5}" presName="hierChild5" presStyleCnt="0"/>
      <dgm:spPr/>
    </dgm:pt>
    <dgm:pt modelId="{690CC043-ED86-4D04-9C22-3D0CC19ECA25}" type="pres">
      <dgm:prSet presAssocID="{50D76C86-C834-4973-852C-F3120968A703}" presName="Name37" presStyleLbl="parChTrans1D2" presStyleIdx="2" presStyleCnt="3"/>
      <dgm:spPr/>
    </dgm:pt>
    <dgm:pt modelId="{20261590-A4AE-49DB-8796-0675E0463887}" type="pres">
      <dgm:prSet presAssocID="{E3418E9F-D3A6-44E6-B6FA-BB1C6BE9DBE6}" presName="hierRoot2" presStyleCnt="0">
        <dgm:presLayoutVars>
          <dgm:hierBranch val="init"/>
        </dgm:presLayoutVars>
      </dgm:prSet>
      <dgm:spPr/>
    </dgm:pt>
    <dgm:pt modelId="{445B469E-F3A6-4D52-AA00-CA3592479463}" type="pres">
      <dgm:prSet presAssocID="{E3418E9F-D3A6-44E6-B6FA-BB1C6BE9DBE6}" presName="rootComposite" presStyleCnt="0"/>
      <dgm:spPr/>
    </dgm:pt>
    <dgm:pt modelId="{3AA0F3F5-8A99-4566-A8F9-32224410DDC6}" type="pres">
      <dgm:prSet presAssocID="{E3418E9F-D3A6-44E6-B6FA-BB1C6BE9DBE6}" presName="rootText" presStyleLbl="node2" presStyleIdx="2" presStyleCnt="3">
        <dgm:presLayoutVars>
          <dgm:chPref val="3"/>
        </dgm:presLayoutVars>
      </dgm:prSet>
      <dgm:spPr/>
    </dgm:pt>
    <dgm:pt modelId="{9F89A664-4FA4-47AE-AB5D-7080725EEED8}" type="pres">
      <dgm:prSet presAssocID="{E3418E9F-D3A6-44E6-B6FA-BB1C6BE9DBE6}" presName="rootConnector" presStyleLbl="node2" presStyleIdx="2" presStyleCnt="3"/>
      <dgm:spPr/>
    </dgm:pt>
    <dgm:pt modelId="{7A17EF3C-F103-4028-908D-33E0F8F5F320}" type="pres">
      <dgm:prSet presAssocID="{E3418E9F-D3A6-44E6-B6FA-BB1C6BE9DBE6}" presName="hierChild4" presStyleCnt="0"/>
      <dgm:spPr/>
    </dgm:pt>
    <dgm:pt modelId="{EEAD64AD-A020-4E8D-A779-1E839ED8F640}" type="pres">
      <dgm:prSet presAssocID="{C5D91481-1BF5-46C3-806B-AF748B672290}" presName="Name37" presStyleLbl="parChTrans1D3" presStyleIdx="4" presStyleCnt="7"/>
      <dgm:spPr/>
    </dgm:pt>
    <dgm:pt modelId="{19911C4B-8EAE-4FE1-9965-1C3C6C265BC1}" type="pres">
      <dgm:prSet presAssocID="{0E671A7C-1349-471F-A576-EE96D173E1F8}" presName="hierRoot2" presStyleCnt="0">
        <dgm:presLayoutVars>
          <dgm:hierBranch val="init"/>
        </dgm:presLayoutVars>
      </dgm:prSet>
      <dgm:spPr/>
    </dgm:pt>
    <dgm:pt modelId="{9A6A5D37-6162-4F05-B2F4-605CECAB427B}" type="pres">
      <dgm:prSet presAssocID="{0E671A7C-1349-471F-A576-EE96D173E1F8}" presName="rootComposite" presStyleCnt="0"/>
      <dgm:spPr/>
    </dgm:pt>
    <dgm:pt modelId="{12330723-B0C0-4EA0-AD9E-0D99BB3459E6}" type="pres">
      <dgm:prSet presAssocID="{0E671A7C-1349-471F-A576-EE96D173E1F8}" presName="rootText" presStyleLbl="node3" presStyleIdx="4" presStyleCnt="7">
        <dgm:presLayoutVars>
          <dgm:chPref val="3"/>
        </dgm:presLayoutVars>
      </dgm:prSet>
      <dgm:spPr/>
    </dgm:pt>
    <dgm:pt modelId="{B180B36E-54B7-41F6-9C6A-5E3886EDAC0A}" type="pres">
      <dgm:prSet presAssocID="{0E671A7C-1349-471F-A576-EE96D173E1F8}" presName="rootConnector" presStyleLbl="node3" presStyleIdx="4" presStyleCnt="7"/>
      <dgm:spPr/>
    </dgm:pt>
    <dgm:pt modelId="{27C50A7E-8877-44E2-9262-AE8E2DCD6E42}" type="pres">
      <dgm:prSet presAssocID="{0E671A7C-1349-471F-A576-EE96D173E1F8}" presName="hierChild4" presStyleCnt="0"/>
      <dgm:spPr/>
    </dgm:pt>
    <dgm:pt modelId="{D82EF8EE-F33D-44C5-BA7F-6B355B35CD62}" type="pres">
      <dgm:prSet presAssocID="{0E671A7C-1349-471F-A576-EE96D173E1F8}" presName="hierChild5" presStyleCnt="0"/>
      <dgm:spPr/>
    </dgm:pt>
    <dgm:pt modelId="{66149D46-F0DD-48B8-96C0-3D85CA038B05}" type="pres">
      <dgm:prSet presAssocID="{9E508A80-D184-4D5E-BA8C-0C47C253BEF0}" presName="Name37" presStyleLbl="parChTrans1D3" presStyleIdx="5" presStyleCnt="7"/>
      <dgm:spPr/>
    </dgm:pt>
    <dgm:pt modelId="{6A759546-ECE0-412B-89B7-008FA6E8ABB3}" type="pres">
      <dgm:prSet presAssocID="{2BBBFB09-FB9C-42BC-AEBE-906777F2F517}" presName="hierRoot2" presStyleCnt="0">
        <dgm:presLayoutVars>
          <dgm:hierBranch val="init"/>
        </dgm:presLayoutVars>
      </dgm:prSet>
      <dgm:spPr/>
    </dgm:pt>
    <dgm:pt modelId="{C6EDD863-4F0B-4BB0-9712-8FAD4FDA9213}" type="pres">
      <dgm:prSet presAssocID="{2BBBFB09-FB9C-42BC-AEBE-906777F2F517}" presName="rootComposite" presStyleCnt="0"/>
      <dgm:spPr/>
    </dgm:pt>
    <dgm:pt modelId="{48033C01-9134-46D5-A852-94FA97E04126}" type="pres">
      <dgm:prSet presAssocID="{2BBBFB09-FB9C-42BC-AEBE-906777F2F517}" presName="rootText" presStyleLbl="node3" presStyleIdx="5" presStyleCnt="7">
        <dgm:presLayoutVars>
          <dgm:chPref val="3"/>
        </dgm:presLayoutVars>
      </dgm:prSet>
      <dgm:spPr/>
    </dgm:pt>
    <dgm:pt modelId="{A25C2900-33B9-4C41-AD72-0C2F672863EE}" type="pres">
      <dgm:prSet presAssocID="{2BBBFB09-FB9C-42BC-AEBE-906777F2F517}" presName="rootConnector" presStyleLbl="node3" presStyleIdx="5" presStyleCnt="7"/>
      <dgm:spPr/>
    </dgm:pt>
    <dgm:pt modelId="{51D86484-ED14-4A6C-B84B-1792B4D20856}" type="pres">
      <dgm:prSet presAssocID="{2BBBFB09-FB9C-42BC-AEBE-906777F2F517}" presName="hierChild4" presStyleCnt="0"/>
      <dgm:spPr/>
    </dgm:pt>
    <dgm:pt modelId="{690B1ABE-691C-405B-BB2B-8CDA345C07F2}" type="pres">
      <dgm:prSet presAssocID="{2BBBFB09-FB9C-42BC-AEBE-906777F2F517}" presName="hierChild5" presStyleCnt="0"/>
      <dgm:spPr/>
    </dgm:pt>
    <dgm:pt modelId="{48361482-79E1-4129-B96D-5424F330BD4A}" type="pres">
      <dgm:prSet presAssocID="{101CC2E9-E6EC-4A13-965B-4EF9A7A4BC78}" presName="Name37" presStyleLbl="parChTrans1D3" presStyleIdx="6" presStyleCnt="7"/>
      <dgm:spPr/>
    </dgm:pt>
    <dgm:pt modelId="{442D377A-9F05-46F1-975D-2B0CDA951619}" type="pres">
      <dgm:prSet presAssocID="{9B3096A0-832A-41B4-BEFB-D457494CCA7B}" presName="hierRoot2" presStyleCnt="0">
        <dgm:presLayoutVars>
          <dgm:hierBranch val="init"/>
        </dgm:presLayoutVars>
      </dgm:prSet>
      <dgm:spPr/>
    </dgm:pt>
    <dgm:pt modelId="{404FFCAA-33B2-4955-BEFD-B9BB48DF5055}" type="pres">
      <dgm:prSet presAssocID="{9B3096A0-832A-41B4-BEFB-D457494CCA7B}" presName="rootComposite" presStyleCnt="0"/>
      <dgm:spPr/>
    </dgm:pt>
    <dgm:pt modelId="{8989A8B5-28DE-4EBA-9778-510FB919737B}" type="pres">
      <dgm:prSet presAssocID="{9B3096A0-832A-41B4-BEFB-D457494CCA7B}" presName="rootText" presStyleLbl="node3" presStyleIdx="6" presStyleCnt="7">
        <dgm:presLayoutVars>
          <dgm:chPref val="3"/>
        </dgm:presLayoutVars>
      </dgm:prSet>
      <dgm:spPr/>
    </dgm:pt>
    <dgm:pt modelId="{1B56466F-8151-4498-BF00-22A35373B982}" type="pres">
      <dgm:prSet presAssocID="{9B3096A0-832A-41B4-BEFB-D457494CCA7B}" presName="rootConnector" presStyleLbl="node3" presStyleIdx="6" presStyleCnt="7"/>
      <dgm:spPr/>
    </dgm:pt>
    <dgm:pt modelId="{44B0562C-DF00-435A-A9A1-5A1A97C7145F}" type="pres">
      <dgm:prSet presAssocID="{9B3096A0-832A-41B4-BEFB-D457494CCA7B}" presName="hierChild4" presStyleCnt="0"/>
      <dgm:spPr/>
    </dgm:pt>
    <dgm:pt modelId="{3A9163FC-07D8-4EAA-BA64-9A2F4B1AEF5B}" type="pres">
      <dgm:prSet presAssocID="{9B3096A0-832A-41B4-BEFB-D457494CCA7B}" presName="hierChild5" presStyleCnt="0"/>
      <dgm:spPr/>
    </dgm:pt>
    <dgm:pt modelId="{A063CFFB-7AF6-4331-8187-16BBF5879BEF}" type="pres">
      <dgm:prSet presAssocID="{E3418E9F-D3A6-44E6-B6FA-BB1C6BE9DBE6}" presName="hierChild5" presStyleCnt="0"/>
      <dgm:spPr/>
    </dgm:pt>
    <dgm:pt modelId="{76CFBFF1-6AF1-4E3A-9B40-7331D58DBBAD}" type="pres">
      <dgm:prSet presAssocID="{B7A88F3F-56CF-4068-B47F-ACB3092581BA}" presName="hierChild3" presStyleCnt="0"/>
      <dgm:spPr/>
    </dgm:pt>
  </dgm:ptLst>
  <dgm:cxnLst>
    <dgm:cxn modelId="{85E1BA01-4770-4A08-86BD-301E1C05A671}" srcId="{1CB79BBE-6EA8-4BA2-B081-AD084BA3EFC5}" destId="{C3D2A2B0-B984-4C8D-A1DD-618D1E24C020}" srcOrd="0" destOrd="0" parTransId="{61D979FC-CBFB-4081-B763-5E3DF76FDB77}" sibTransId="{56BBCE78-2657-455E-8E89-BE4C45C7C15B}"/>
    <dgm:cxn modelId="{6E2F4202-10F5-427E-BD13-F23931378921}" type="presOf" srcId="{101CC2E9-E6EC-4A13-965B-4EF9A7A4BC78}" destId="{48361482-79E1-4129-B96D-5424F330BD4A}" srcOrd="0" destOrd="0" presId="urn:microsoft.com/office/officeart/2005/8/layout/orgChart1"/>
    <dgm:cxn modelId="{6BEE1F09-88E0-429E-8498-4CCB4EE6FB0B}" srcId="{B7A88F3F-56CF-4068-B47F-ACB3092581BA}" destId="{7D904C95-6F44-4F59-AD9D-CDB35EBB6F48}" srcOrd="0" destOrd="0" parTransId="{6CFAA2BE-4AD5-44B0-816B-4AD0A6C0649B}" sibTransId="{5A1E092C-72C7-46C7-8EC4-969B7DFC703D}"/>
    <dgm:cxn modelId="{2119E817-CED5-40E2-B34F-5D2CC46F0C26}" type="presOf" srcId="{7D904C95-6F44-4F59-AD9D-CDB35EBB6F48}" destId="{80CC6326-F678-4464-9A88-92B1E1F2BCB5}" srcOrd="1" destOrd="0" presId="urn:microsoft.com/office/officeart/2005/8/layout/orgChart1"/>
    <dgm:cxn modelId="{7B248A22-0931-490A-8348-BE5D64E538A5}" type="presOf" srcId="{99ACAFBB-594C-4E5C-B2F3-5F199769D7C7}" destId="{ADF8AE18-8F46-4639-A0F9-6E1F96BF82C5}" srcOrd="0" destOrd="0" presId="urn:microsoft.com/office/officeart/2005/8/layout/orgChart1"/>
    <dgm:cxn modelId="{244A5B28-33BD-45D0-B44A-409A5B9AB7FB}" type="presOf" srcId="{EA98BA0D-F511-46AE-8055-1C77F793E8A7}" destId="{EE17BC94-7C57-4C0F-A276-DAB5DBA1ED30}" srcOrd="0" destOrd="0" presId="urn:microsoft.com/office/officeart/2005/8/layout/orgChart1"/>
    <dgm:cxn modelId="{FF68D335-CDFE-4DA5-BBF0-4932146DCDD3}" srcId="{7D904C95-6F44-4F59-AD9D-CDB35EBB6F48}" destId="{E6A350F7-B493-4BD7-8877-293BDC2B3F84}" srcOrd="0" destOrd="0" parTransId="{EA98BA0D-F511-46AE-8055-1C77F793E8A7}" sibTransId="{FA98C265-B081-4A5C-8E8F-A0AE3B89A68D}"/>
    <dgm:cxn modelId="{50F2B545-C9C5-4751-A36F-D1AD1B3591C7}" type="presOf" srcId="{1CB79BBE-6EA8-4BA2-B081-AD084BA3EFC5}" destId="{340114DB-43AF-414D-9E60-3619830DFAE6}" srcOrd="0" destOrd="0" presId="urn:microsoft.com/office/officeart/2005/8/layout/orgChart1"/>
    <dgm:cxn modelId="{1D96E14C-EC7F-4BCA-92B2-A63B52856076}" type="presOf" srcId="{17C1478A-C3D1-4D91-838F-0FBCCC59F25F}" destId="{E0D110F6-61F0-4927-A76E-00D99F7FACBF}" srcOrd="0" destOrd="0" presId="urn:microsoft.com/office/officeart/2005/8/layout/orgChart1"/>
    <dgm:cxn modelId="{4782C354-C420-422F-A090-60BD217FCD9E}" type="presOf" srcId="{594ADD06-AD04-4C0A-96E6-9FD9724FE3A4}" destId="{B9F2B97E-4392-4EE8-8D49-6AFB26588318}" srcOrd="0" destOrd="0" presId="urn:microsoft.com/office/officeart/2005/8/layout/orgChart1"/>
    <dgm:cxn modelId="{16800555-DA65-41F7-A1ED-E1075D71997C}" type="presOf" srcId="{9E508A80-D184-4D5E-BA8C-0C47C253BEF0}" destId="{66149D46-F0DD-48B8-96C0-3D85CA038B05}" srcOrd="0" destOrd="0" presId="urn:microsoft.com/office/officeart/2005/8/layout/orgChart1"/>
    <dgm:cxn modelId="{5772315A-9E02-4617-8208-D99644C4D408}" type="presOf" srcId="{94629041-3561-4EE9-BAB5-1CFC0D3C1D01}" destId="{144903C2-D9DD-4CD0-A978-39FDEECE6410}" srcOrd="1" destOrd="0" presId="urn:microsoft.com/office/officeart/2005/8/layout/orgChart1"/>
    <dgm:cxn modelId="{DEB0D45A-202B-459F-B723-1EFC58C4F336}" type="presOf" srcId="{9B3096A0-832A-41B4-BEFB-D457494CCA7B}" destId="{8989A8B5-28DE-4EBA-9778-510FB919737B}" srcOrd="0" destOrd="0" presId="urn:microsoft.com/office/officeart/2005/8/layout/orgChart1"/>
    <dgm:cxn modelId="{7656AA69-D920-4143-8203-F0F89331BED3}" type="presOf" srcId="{B7A88F3F-56CF-4068-B47F-ACB3092581BA}" destId="{1D97AD21-BD66-48FF-9059-4ADC3298DD87}" srcOrd="0" destOrd="0" presId="urn:microsoft.com/office/officeart/2005/8/layout/orgChart1"/>
    <dgm:cxn modelId="{C28E5F6B-D6D3-4508-BBFB-AAEBC8E6917E}" type="presOf" srcId="{DDD6D4B4-4647-4C01-8D90-AB57B8BD82A9}" destId="{82DA48F6-48A6-4B11-9113-99FACD0B01E2}" srcOrd="0" destOrd="0" presId="urn:microsoft.com/office/officeart/2005/8/layout/orgChart1"/>
    <dgm:cxn modelId="{69EB8471-2ABB-4644-AE88-0CFD6DB004AF}" srcId="{B7A88F3F-56CF-4068-B47F-ACB3092581BA}" destId="{1CB79BBE-6EA8-4BA2-B081-AD084BA3EFC5}" srcOrd="1" destOrd="0" parTransId="{2D77A997-3CE1-47B0-A2E7-350A30C7D892}" sibTransId="{27CA75C1-F6D8-4B61-9249-373449319CDB}"/>
    <dgm:cxn modelId="{DAD8C876-327C-43C9-8E51-2C1BE0CFD904}" type="presOf" srcId="{94629041-3561-4EE9-BAB5-1CFC0D3C1D01}" destId="{8B898D08-2970-4DBA-A724-E5A4D7BE2596}" srcOrd="0" destOrd="0" presId="urn:microsoft.com/office/officeart/2005/8/layout/orgChart1"/>
    <dgm:cxn modelId="{43AFD378-960B-400A-B4B0-D04E5E0BA846}" type="presOf" srcId="{9B3096A0-832A-41B4-BEFB-D457494CCA7B}" destId="{1B56466F-8151-4498-BF00-22A35373B982}" srcOrd="1" destOrd="0" presId="urn:microsoft.com/office/officeart/2005/8/layout/orgChart1"/>
    <dgm:cxn modelId="{A240577E-FD1F-474D-BB29-F46C02078B81}" type="presOf" srcId="{2BBBFB09-FB9C-42BC-AEBE-906777F2F517}" destId="{48033C01-9134-46D5-A852-94FA97E04126}" srcOrd="0" destOrd="0" presId="urn:microsoft.com/office/officeart/2005/8/layout/orgChart1"/>
    <dgm:cxn modelId="{02BBC085-42DF-4358-91F8-2D3E28C00558}" type="presOf" srcId="{61D979FC-CBFB-4081-B763-5E3DF76FDB77}" destId="{090E11AA-6067-460D-936F-252165C90146}" srcOrd="0" destOrd="0" presId="urn:microsoft.com/office/officeart/2005/8/layout/orgChart1"/>
    <dgm:cxn modelId="{61D46887-2C59-4B2F-8BB6-40FC68DD68EB}" srcId="{E3418E9F-D3A6-44E6-B6FA-BB1C6BE9DBE6}" destId="{0E671A7C-1349-471F-A576-EE96D173E1F8}" srcOrd="0" destOrd="0" parTransId="{C5D91481-1BF5-46C3-806B-AF748B672290}" sibTransId="{50FB3977-75F3-46C9-B716-F07F20255408}"/>
    <dgm:cxn modelId="{FCDDB689-24BA-4980-B300-5D9BAA1E16FE}" srcId="{E3418E9F-D3A6-44E6-B6FA-BB1C6BE9DBE6}" destId="{2BBBFB09-FB9C-42BC-AEBE-906777F2F517}" srcOrd="1" destOrd="0" parTransId="{9E508A80-D184-4D5E-BA8C-0C47C253BEF0}" sibTransId="{DD735A8E-6B68-47D7-93A8-55A0D18F5DE7}"/>
    <dgm:cxn modelId="{FA8FAD8B-727E-4FFD-813E-39FE543A476F}" srcId="{E3418E9F-D3A6-44E6-B6FA-BB1C6BE9DBE6}" destId="{9B3096A0-832A-41B4-BEFB-D457494CCA7B}" srcOrd="2" destOrd="0" parTransId="{101CC2E9-E6EC-4A13-965B-4EF9A7A4BC78}" sibTransId="{A9A0A7D5-27CE-48FE-BD86-EB8A147A3F96}"/>
    <dgm:cxn modelId="{34C05091-2F5B-4D31-85C4-DE92665680DD}" type="presOf" srcId="{2D77A997-3CE1-47B0-A2E7-350A30C7D892}" destId="{7172110B-6DA7-4197-92E0-8755CB32E3C0}" srcOrd="0" destOrd="0" presId="urn:microsoft.com/office/officeart/2005/8/layout/orgChart1"/>
    <dgm:cxn modelId="{9A1F9191-0425-4445-B524-310D50239A9B}" type="presOf" srcId="{0E671A7C-1349-471F-A576-EE96D173E1F8}" destId="{B180B36E-54B7-41F6-9C6A-5E3886EDAC0A}" srcOrd="1" destOrd="0" presId="urn:microsoft.com/office/officeart/2005/8/layout/orgChart1"/>
    <dgm:cxn modelId="{E6E99392-6340-4F08-9D97-0F4314321724}" type="presOf" srcId="{C5D91481-1BF5-46C3-806B-AF748B672290}" destId="{EEAD64AD-A020-4E8D-A779-1E839ED8F640}" srcOrd="0" destOrd="0" presId="urn:microsoft.com/office/officeart/2005/8/layout/orgChart1"/>
    <dgm:cxn modelId="{97BD8D95-040D-4EAA-8150-A363383DAA56}" type="presOf" srcId="{B7A88F3F-56CF-4068-B47F-ACB3092581BA}" destId="{9D92E493-B31F-4EA1-BF17-F948E4E8EBFF}" srcOrd="1" destOrd="0" presId="urn:microsoft.com/office/officeart/2005/8/layout/orgChart1"/>
    <dgm:cxn modelId="{C34F609A-46DD-4C91-8263-E95A7CA714FA}" type="presOf" srcId="{E3418E9F-D3A6-44E6-B6FA-BB1C6BE9DBE6}" destId="{9F89A664-4FA4-47AE-AB5D-7080725EEED8}" srcOrd="1" destOrd="0" presId="urn:microsoft.com/office/officeart/2005/8/layout/orgChart1"/>
    <dgm:cxn modelId="{2DFCADA3-7AF9-457B-AE57-B5568FC9A06A}" type="presOf" srcId="{0E671A7C-1349-471F-A576-EE96D173E1F8}" destId="{12330723-B0C0-4EA0-AD9E-0D99BB3459E6}" srcOrd="0" destOrd="0" presId="urn:microsoft.com/office/officeart/2005/8/layout/orgChart1"/>
    <dgm:cxn modelId="{82E267A6-AE8C-43FC-A231-DBA02CD5BC9F}" srcId="{594ADD06-AD04-4C0A-96E6-9FD9724FE3A4}" destId="{B7A88F3F-56CF-4068-B47F-ACB3092581BA}" srcOrd="0" destOrd="0" parTransId="{ECA3C3E4-6B0C-4003-B85C-0B0C7F6EA42A}" sibTransId="{DDB70EC2-D71F-4206-A555-74ECD523B4DB}"/>
    <dgm:cxn modelId="{F198E7AE-2DE2-49B0-80ED-D3014CC264D1}" type="presOf" srcId="{C3D2A2B0-B984-4C8D-A1DD-618D1E24C020}" destId="{19AAF70F-0B1A-4010-A127-B126688BDD97}" srcOrd="0" destOrd="0" presId="urn:microsoft.com/office/officeart/2005/8/layout/orgChart1"/>
    <dgm:cxn modelId="{7E5B07BD-B65A-4E5D-99C7-978992598D01}" type="presOf" srcId="{E6A350F7-B493-4BD7-8877-293BDC2B3F84}" destId="{3CA37783-7AF2-428A-AA8E-035DCD14A2D6}" srcOrd="1" destOrd="0" presId="urn:microsoft.com/office/officeart/2005/8/layout/orgChart1"/>
    <dgm:cxn modelId="{22C475C3-57AD-458A-9965-CE1447DA232E}" type="presOf" srcId="{E6A350F7-B493-4BD7-8877-293BDC2B3F84}" destId="{D99BF1AA-0EFB-434F-8117-7D285995A1F5}" srcOrd="0" destOrd="0" presId="urn:microsoft.com/office/officeart/2005/8/layout/orgChart1"/>
    <dgm:cxn modelId="{32652ECD-8676-43CC-956F-65974245C44F}" srcId="{7D904C95-6F44-4F59-AD9D-CDB35EBB6F48}" destId="{17C1478A-C3D1-4D91-838F-0FBCCC59F25F}" srcOrd="1" destOrd="0" parTransId="{DDD6D4B4-4647-4C01-8D90-AB57B8BD82A9}" sibTransId="{24BBBD93-7365-43A2-A349-70926B2CD100}"/>
    <dgm:cxn modelId="{3E2EA9D1-323F-4C8C-B978-DE2D0CF821DA}" type="presOf" srcId="{17C1478A-C3D1-4D91-838F-0FBCCC59F25F}" destId="{C299919E-C8B2-4EB0-9485-92072A0A5F06}" srcOrd="1" destOrd="0" presId="urn:microsoft.com/office/officeart/2005/8/layout/orgChart1"/>
    <dgm:cxn modelId="{73DE5DD9-7EE4-42DD-BB6E-6844EA9F5A1B}" srcId="{B7A88F3F-56CF-4068-B47F-ACB3092581BA}" destId="{E3418E9F-D3A6-44E6-B6FA-BB1C6BE9DBE6}" srcOrd="2" destOrd="0" parTransId="{50D76C86-C834-4973-852C-F3120968A703}" sibTransId="{70299B33-AB1C-48B7-8A37-DC7A8F5DE93F}"/>
    <dgm:cxn modelId="{25CD9CE4-0424-4698-AA1A-EEEBACB57DD2}" srcId="{1CB79BBE-6EA8-4BA2-B081-AD084BA3EFC5}" destId="{94629041-3561-4EE9-BAB5-1CFC0D3C1D01}" srcOrd="1" destOrd="0" parTransId="{99ACAFBB-594C-4E5C-B2F3-5F199769D7C7}" sibTransId="{F22B2091-B0F6-4C80-BB51-528E672F8674}"/>
    <dgm:cxn modelId="{8371C5E7-4917-4B60-8E63-0C0DD18E0488}" type="presOf" srcId="{7D904C95-6F44-4F59-AD9D-CDB35EBB6F48}" destId="{42198CF7-6716-4043-8DAC-A47A10A55CE1}" srcOrd="0" destOrd="0" presId="urn:microsoft.com/office/officeart/2005/8/layout/orgChart1"/>
    <dgm:cxn modelId="{B04710EA-6403-4D45-9EF8-31ED15813048}" type="presOf" srcId="{2BBBFB09-FB9C-42BC-AEBE-906777F2F517}" destId="{A25C2900-33B9-4C41-AD72-0C2F672863EE}" srcOrd="1" destOrd="0" presId="urn:microsoft.com/office/officeart/2005/8/layout/orgChart1"/>
    <dgm:cxn modelId="{14381AEE-368C-47FD-A280-1C02779A402B}" type="presOf" srcId="{1CB79BBE-6EA8-4BA2-B081-AD084BA3EFC5}" destId="{FF41CE2C-9C35-47DB-98D6-5B0285227E19}" srcOrd="1" destOrd="0" presId="urn:microsoft.com/office/officeart/2005/8/layout/orgChart1"/>
    <dgm:cxn modelId="{E074CAF0-097A-4D05-8E8C-5A21C82F3F4D}" type="presOf" srcId="{C3D2A2B0-B984-4C8D-A1DD-618D1E24C020}" destId="{47ECDAA3-90DD-4278-BAC8-5D15B4797759}" srcOrd="1" destOrd="0" presId="urn:microsoft.com/office/officeart/2005/8/layout/orgChart1"/>
    <dgm:cxn modelId="{3D640AF3-E364-4D36-9A8F-64438D64E799}" type="presOf" srcId="{E3418E9F-D3A6-44E6-B6FA-BB1C6BE9DBE6}" destId="{3AA0F3F5-8A99-4566-A8F9-32224410DDC6}" srcOrd="0" destOrd="0" presId="urn:microsoft.com/office/officeart/2005/8/layout/orgChart1"/>
    <dgm:cxn modelId="{4B555DF7-1908-4AD1-8E91-135D0A68CC81}" type="presOf" srcId="{50D76C86-C834-4973-852C-F3120968A703}" destId="{690CC043-ED86-4D04-9C22-3D0CC19ECA25}" srcOrd="0" destOrd="0" presId="urn:microsoft.com/office/officeart/2005/8/layout/orgChart1"/>
    <dgm:cxn modelId="{3F3754FB-BB63-4553-9145-BDF0C6CB8B24}" type="presOf" srcId="{6CFAA2BE-4AD5-44B0-816B-4AD0A6C0649B}" destId="{CDB7318A-1F94-464C-9970-90A2F70AF610}" srcOrd="0" destOrd="0" presId="urn:microsoft.com/office/officeart/2005/8/layout/orgChart1"/>
    <dgm:cxn modelId="{B4AEE4C7-970F-44AA-A92C-492349C6B13B}" type="presParOf" srcId="{B9F2B97E-4392-4EE8-8D49-6AFB26588318}" destId="{882F39DF-7886-4F36-89BC-09BEAA689E06}" srcOrd="0" destOrd="0" presId="urn:microsoft.com/office/officeart/2005/8/layout/orgChart1"/>
    <dgm:cxn modelId="{F7ABD260-ADA7-42CD-921C-9ABC7EE858D5}" type="presParOf" srcId="{882F39DF-7886-4F36-89BC-09BEAA689E06}" destId="{BC117E73-7356-4058-A6A6-215A5CD6D8A1}" srcOrd="0" destOrd="0" presId="urn:microsoft.com/office/officeart/2005/8/layout/orgChart1"/>
    <dgm:cxn modelId="{E0EBDF0B-0D0B-420D-910B-EFBC3342571F}" type="presParOf" srcId="{BC117E73-7356-4058-A6A6-215A5CD6D8A1}" destId="{1D97AD21-BD66-48FF-9059-4ADC3298DD87}" srcOrd="0" destOrd="0" presId="urn:microsoft.com/office/officeart/2005/8/layout/orgChart1"/>
    <dgm:cxn modelId="{CC288D0D-4080-45C2-B8B4-EFFA9016D2FB}" type="presParOf" srcId="{BC117E73-7356-4058-A6A6-215A5CD6D8A1}" destId="{9D92E493-B31F-4EA1-BF17-F948E4E8EBFF}" srcOrd="1" destOrd="0" presId="urn:microsoft.com/office/officeart/2005/8/layout/orgChart1"/>
    <dgm:cxn modelId="{22EFE833-050A-486B-ACE6-FCBD49B635A6}" type="presParOf" srcId="{882F39DF-7886-4F36-89BC-09BEAA689E06}" destId="{5E984288-8D0E-4D66-8701-2CAEE12A154E}" srcOrd="1" destOrd="0" presId="urn:microsoft.com/office/officeart/2005/8/layout/orgChart1"/>
    <dgm:cxn modelId="{99558D95-0171-4B79-B466-783CE84AA98A}" type="presParOf" srcId="{5E984288-8D0E-4D66-8701-2CAEE12A154E}" destId="{CDB7318A-1F94-464C-9970-90A2F70AF610}" srcOrd="0" destOrd="0" presId="urn:microsoft.com/office/officeart/2005/8/layout/orgChart1"/>
    <dgm:cxn modelId="{BF416281-E1F9-4769-95A6-D12B9D6CCC6B}" type="presParOf" srcId="{5E984288-8D0E-4D66-8701-2CAEE12A154E}" destId="{666C2137-6206-4835-BF3C-3D70764B6CCF}" srcOrd="1" destOrd="0" presId="urn:microsoft.com/office/officeart/2005/8/layout/orgChart1"/>
    <dgm:cxn modelId="{F38950A8-C640-47D1-924C-EAEC2D0C332E}" type="presParOf" srcId="{666C2137-6206-4835-BF3C-3D70764B6CCF}" destId="{C5B45074-5935-4A6E-845E-D1CC833BCFD7}" srcOrd="0" destOrd="0" presId="urn:microsoft.com/office/officeart/2005/8/layout/orgChart1"/>
    <dgm:cxn modelId="{6BB16702-81F0-450D-AC97-8DE66CB84FDB}" type="presParOf" srcId="{C5B45074-5935-4A6E-845E-D1CC833BCFD7}" destId="{42198CF7-6716-4043-8DAC-A47A10A55CE1}" srcOrd="0" destOrd="0" presId="urn:microsoft.com/office/officeart/2005/8/layout/orgChart1"/>
    <dgm:cxn modelId="{EA028D47-E0A8-4939-8BE7-281B3E4EB8EF}" type="presParOf" srcId="{C5B45074-5935-4A6E-845E-D1CC833BCFD7}" destId="{80CC6326-F678-4464-9A88-92B1E1F2BCB5}" srcOrd="1" destOrd="0" presId="urn:microsoft.com/office/officeart/2005/8/layout/orgChart1"/>
    <dgm:cxn modelId="{02C83BCE-8DAF-43EB-A8E7-059644403686}" type="presParOf" srcId="{666C2137-6206-4835-BF3C-3D70764B6CCF}" destId="{9FD42487-B219-4012-AC31-53715DCEC82B}" srcOrd="1" destOrd="0" presId="urn:microsoft.com/office/officeart/2005/8/layout/orgChart1"/>
    <dgm:cxn modelId="{0DAFD32A-89B0-4F95-89C6-26E4A38FD5F5}" type="presParOf" srcId="{9FD42487-B219-4012-AC31-53715DCEC82B}" destId="{EE17BC94-7C57-4C0F-A276-DAB5DBA1ED30}" srcOrd="0" destOrd="0" presId="urn:microsoft.com/office/officeart/2005/8/layout/orgChart1"/>
    <dgm:cxn modelId="{063B61AF-BC99-4863-B052-0D195FF36936}" type="presParOf" srcId="{9FD42487-B219-4012-AC31-53715DCEC82B}" destId="{63A59F41-F94F-45C8-BFCE-2EE790C396C7}" srcOrd="1" destOrd="0" presId="urn:microsoft.com/office/officeart/2005/8/layout/orgChart1"/>
    <dgm:cxn modelId="{F9E0FAF1-F82C-444A-834A-FF4BC19D0FFD}" type="presParOf" srcId="{63A59F41-F94F-45C8-BFCE-2EE790C396C7}" destId="{FF3EBF77-1B0F-493A-A1CF-32EA9CA32B57}" srcOrd="0" destOrd="0" presId="urn:microsoft.com/office/officeart/2005/8/layout/orgChart1"/>
    <dgm:cxn modelId="{29433F8A-E5C7-4625-9955-1EA0800DA76A}" type="presParOf" srcId="{FF3EBF77-1B0F-493A-A1CF-32EA9CA32B57}" destId="{D99BF1AA-0EFB-434F-8117-7D285995A1F5}" srcOrd="0" destOrd="0" presId="urn:microsoft.com/office/officeart/2005/8/layout/orgChart1"/>
    <dgm:cxn modelId="{23B9A516-0F7B-430D-ACE0-5298E91EA1CE}" type="presParOf" srcId="{FF3EBF77-1B0F-493A-A1CF-32EA9CA32B57}" destId="{3CA37783-7AF2-428A-AA8E-035DCD14A2D6}" srcOrd="1" destOrd="0" presId="urn:microsoft.com/office/officeart/2005/8/layout/orgChart1"/>
    <dgm:cxn modelId="{1DF64EF7-073F-4110-91E1-4E05D8FD20BF}" type="presParOf" srcId="{63A59F41-F94F-45C8-BFCE-2EE790C396C7}" destId="{C74A0379-E336-44CF-A0FC-FE407675319B}" srcOrd="1" destOrd="0" presId="urn:microsoft.com/office/officeart/2005/8/layout/orgChart1"/>
    <dgm:cxn modelId="{3469ED89-1437-4172-B62A-CCF5A5925C78}" type="presParOf" srcId="{63A59F41-F94F-45C8-BFCE-2EE790C396C7}" destId="{254442FF-A606-4F4D-8D26-09F7A748AE86}" srcOrd="2" destOrd="0" presId="urn:microsoft.com/office/officeart/2005/8/layout/orgChart1"/>
    <dgm:cxn modelId="{080687A8-0517-456F-8F4C-6F29BEF5ED06}" type="presParOf" srcId="{9FD42487-B219-4012-AC31-53715DCEC82B}" destId="{82DA48F6-48A6-4B11-9113-99FACD0B01E2}" srcOrd="2" destOrd="0" presId="urn:microsoft.com/office/officeart/2005/8/layout/orgChart1"/>
    <dgm:cxn modelId="{3D2C42CF-3209-42ED-8DC8-2BC2B6BB680E}" type="presParOf" srcId="{9FD42487-B219-4012-AC31-53715DCEC82B}" destId="{DC7DD0BB-8346-404B-8551-A8A6E264D9A9}" srcOrd="3" destOrd="0" presId="urn:microsoft.com/office/officeart/2005/8/layout/orgChart1"/>
    <dgm:cxn modelId="{07801ACF-6B5F-4C69-B079-DE3E1F71DF8C}" type="presParOf" srcId="{DC7DD0BB-8346-404B-8551-A8A6E264D9A9}" destId="{A4340649-DF24-4020-B580-199AEFBE1D46}" srcOrd="0" destOrd="0" presId="urn:microsoft.com/office/officeart/2005/8/layout/orgChart1"/>
    <dgm:cxn modelId="{663E5203-6BCE-473C-AE17-AC001B301978}" type="presParOf" srcId="{A4340649-DF24-4020-B580-199AEFBE1D46}" destId="{E0D110F6-61F0-4927-A76E-00D99F7FACBF}" srcOrd="0" destOrd="0" presId="urn:microsoft.com/office/officeart/2005/8/layout/orgChart1"/>
    <dgm:cxn modelId="{B50977AF-2182-4F9E-B986-6B3285D99E0F}" type="presParOf" srcId="{A4340649-DF24-4020-B580-199AEFBE1D46}" destId="{C299919E-C8B2-4EB0-9485-92072A0A5F06}" srcOrd="1" destOrd="0" presId="urn:microsoft.com/office/officeart/2005/8/layout/orgChart1"/>
    <dgm:cxn modelId="{30835E91-AB06-4683-A7B7-0109170F8D75}" type="presParOf" srcId="{DC7DD0BB-8346-404B-8551-A8A6E264D9A9}" destId="{C698B24E-33CB-482A-8F99-3F68F2FB1C59}" srcOrd="1" destOrd="0" presId="urn:microsoft.com/office/officeart/2005/8/layout/orgChart1"/>
    <dgm:cxn modelId="{B2B4E397-FF0D-46A8-9537-7AD51729FC83}" type="presParOf" srcId="{DC7DD0BB-8346-404B-8551-A8A6E264D9A9}" destId="{3A5B14A7-D3C9-4720-9CA0-6FE112289595}" srcOrd="2" destOrd="0" presId="urn:microsoft.com/office/officeart/2005/8/layout/orgChart1"/>
    <dgm:cxn modelId="{08331C51-630D-40E2-AC92-76915CCB1487}" type="presParOf" srcId="{666C2137-6206-4835-BF3C-3D70764B6CCF}" destId="{B72509C1-FD8A-440D-9C0B-BB89691A4840}" srcOrd="2" destOrd="0" presId="urn:microsoft.com/office/officeart/2005/8/layout/orgChart1"/>
    <dgm:cxn modelId="{544832F0-F631-43C6-8AE5-7E1D8C2EE4B7}" type="presParOf" srcId="{5E984288-8D0E-4D66-8701-2CAEE12A154E}" destId="{7172110B-6DA7-4197-92E0-8755CB32E3C0}" srcOrd="2" destOrd="0" presId="urn:microsoft.com/office/officeart/2005/8/layout/orgChart1"/>
    <dgm:cxn modelId="{A008B799-1FFC-460D-B831-A7EC93019A74}" type="presParOf" srcId="{5E984288-8D0E-4D66-8701-2CAEE12A154E}" destId="{47402E0F-0D58-4C3F-B17A-2CBA2F01A1E0}" srcOrd="3" destOrd="0" presId="urn:microsoft.com/office/officeart/2005/8/layout/orgChart1"/>
    <dgm:cxn modelId="{A8D8B0F8-8E01-4B61-A2D7-E0332BE3D5CE}" type="presParOf" srcId="{47402E0F-0D58-4C3F-B17A-2CBA2F01A1E0}" destId="{4FF0799E-5ACA-415E-AE92-ADD0AF6B98B7}" srcOrd="0" destOrd="0" presId="urn:microsoft.com/office/officeart/2005/8/layout/orgChart1"/>
    <dgm:cxn modelId="{C6C00406-FC0E-456E-99D7-B095CC2D43A8}" type="presParOf" srcId="{4FF0799E-5ACA-415E-AE92-ADD0AF6B98B7}" destId="{340114DB-43AF-414D-9E60-3619830DFAE6}" srcOrd="0" destOrd="0" presId="urn:microsoft.com/office/officeart/2005/8/layout/orgChart1"/>
    <dgm:cxn modelId="{9E2419A6-52C2-41EB-A124-16FD3359BB8F}" type="presParOf" srcId="{4FF0799E-5ACA-415E-AE92-ADD0AF6B98B7}" destId="{FF41CE2C-9C35-47DB-98D6-5B0285227E19}" srcOrd="1" destOrd="0" presId="urn:microsoft.com/office/officeart/2005/8/layout/orgChart1"/>
    <dgm:cxn modelId="{062D8BE2-9C2B-475A-A3C0-4048D290E69B}" type="presParOf" srcId="{47402E0F-0D58-4C3F-B17A-2CBA2F01A1E0}" destId="{22A7502B-F29D-4D14-9802-91C0D9C8B004}" srcOrd="1" destOrd="0" presId="urn:microsoft.com/office/officeart/2005/8/layout/orgChart1"/>
    <dgm:cxn modelId="{D249506B-1116-4A7E-916B-3AB6725336EA}" type="presParOf" srcId="{22A7502B-F29D-4D14-9802-91C0D9C8B004}" destId="{090E11AA-6067-460D-936F-252165C90146}" srcOrd="0" destOrd="0" presId="urn:microsoft.com/office/officeart/2005/8/layout/orgChart1"/>
    <dgm:cxn modelId="{3282957E-73E0-4D6B-B150-28C0F0FB60DF}" type="presParOf" srcId="{22A7502B-F29D-4D14-9802-91C0D9C8B004}" destId="{8E402C28-65A8-4E6C-A4E5-B408EEDFDC20}" srcOrd="1" destOrd="0" presId="urn:microsoft.com/office/officeart/2005/8/layout/orgChart1"/>
    <dgm:cxn modelId="{ADF01F60-02A1-42E6-B374-E7F3FB1D053E}" type="presParOf" srcId="{8E402C28-65A8-4E6C-A4E5-B408EEDFDC20}" destId="{9F4A1C7F-E17A-45A7-A920-87F8AD496F46}" srcOrd="0" destOrd="0" presId="urn:microsoft.com/office/officeart/2005/8/layout/orgChart1"/>
    <dgm:cxn modelId="{6F7A7229-FACC-4768-A499-73AD2A7AC27C}" type="presParOf" srcId="{9F4A1C7F-E17A-45A7-A920-87F8AD496F46}" destId="{19AAF70F-0B1A-4010-A127-B126688BDD97}" srcOrd="0" destOrd="0" presId="urn:microsoft.com/office/officeart/2005/8/layout/orgChart1"/>
    <dgm:cxn modelId="{5AB9A830-629E-44FE-99C3-96D5EE3ABE47}" type="presParOf" srcId="{9F4A1C7F-E17A-45A7-A920-87F8AD496F46}" destId="{47ECDAA3-90DD-4278-BAC8-5D15B4797759}" srcOrd="1" destOrd="0" presId="urn:microsoft.com/office/officeart/2005/8/layout/orgChart1"/>
    <dgm:cxn modelId="{68CE1E70-4471-4279-A62F-DBD288484428}" type="presParOf" srcId="{8E402C28-65A8-4E6C-A4E5-B408EEDFDC20}" destId="{6EC921FA-7B1D-45DC-96F3-3500697682B5}" srcOrd="1" destOrd="0" presId="urn:microsoft.com/office/officeart/2005/8/layout/orgChart1"/>
    <dgm:cxn modelId="{BAAD3D02-D9A5-4903-8C1E-2FA0292833E1}" type="presParOf" srcId="{8E402C28-65A8-4E6C-A4E5-B408EEDFDC20}" destId="{8B6F0A25-3B81-4539-A945-AF362BF71D19}" srcOrd="2" destOrd="0" presId="urn:microsoft.com/office/officeart/2005/8/layout/orgChart1"/>
    <dgm:cxn modelId="{4E469B3D-E39B-47D8-84BF-99C4B726818D}" type="presParOf" srcId="{22A7502B-F29D-4D14-9802-91C0D9C8B004}" destId="{ADF8AE18-8F46-4639-A0F9-6E1F96BF82C5}" srcOrd="2" destOrd="0" presId="urn:microsoft.com/office/officeart/2005/8/layout/orgChart1"/>
    <dgm:cxn modelId="{CD363D70-6C85-43CC-B9A4-B388FBF7479E}" type="presParOf" srcId="{22A7502B-F29D-4D14-9802-91C0D9C8B004}" destId="{765FF41D-9244-44B1-B9E6-500BC6AFF451}" srcOrd="3" destOrd="0" presId="urn:microsoft.com/office/officeart/2005/8/layout/orgChart1"/>
    <dgm:cxn modelId="{182B2928-D9E3-4076-9E0D-51D647FC9F06}" type="presParOf" srcId="{765FF41D-9244-44B1-B9E6-500BC6AFF451}" destId="{CA904E2D-5106-4642-BA30-5992F9F874CB}" srcOrd="0" destOrd="0" presId="urn:microsoft.com/office/officeart/2005/8/layout/orgChart1"/>
    <dgm:cxn modelId="{996A58A4-85F6-49C2-9E29-A6C8414D4BBA}" type="presParOf" srcId="{CA904E2D-5106-4642-BA30-5992F9F874CB}" destId="{8B898D08-2970-4DBA-A724-E5A4D7BE2596}" srcOrd="0" destOrd="0" presId="urn:microsoft.com/office/officeart/2005/8/layout/orgChart1"/>
    <dgm:cxn modelId="{6BB7627A-EF3B-4F8A-93E4-3179F3AD1ADE}" type="presParOf" srcId="{CA904E2D-5106-4642-BA30-5992F9F874CB}" destId="{144903C2-D9DD-4CD0-A978-39FDEECE6410}" srcOrd="1" destOrd="0" presId="urn:microsoft.com/office/officeart/2005/8/layout/orgChart1"/>
    <dgm:cxn modelId="{C4B7466A-5F67-4386-A171-9D6DE669C736}" type="presParOf" srcId="{765FF41D-9244-44B1-B9E6-500BC6AFF451}" destId="{0ED06B04-5791-411C-97BF-DACE3F99C33B}" srcOrd="1" destOrd="0" presId="urn:microsoft.com/office/officeart/2005/8/layout/orgChart1"/>
    <dgm:cxn modelId="{EC28A315-FD9B-4BEE-B6A1-C7152D24020A}" type="presParOf" srcId="{765FF41D-9244-44B1-B9E6-500BC6AFF451}" destId="{2808589C-A42A-41E3-BB26-AA8C8964EE69}" srcOrd="2" destOrd="0" presId="urn:microsoft.com/office/officeart/2005/8/layout/orgChart1"/>
    <dgm:cxn modelId="{79BE5BD8-98B1-43E0-B9D0-ED21A287D368}" type="presParOf" srcId="{47402E0F-0D58-4C3F-B17A-2CBA2F01A1E0}" destId="{7FA8D005-4640-461B-86A5-388890FEE2CE}" srcOrd="2" destOrd="0" presId="urn:microsoft.com/office/officeart/2005/8/layout/orgChart1"/>
    <dgm:cxn modelId="{32263233-953C-4559-BC6B-0AC83E725315}" type="presParOf" srcId="{5E984288-8D0E-4D66-8701-2CAEE12A154E}" destId="{690CC043-ED86-4D04-9C22-3D0CC19ECA25}" srcOrd="4" destOrd="0" presId="urn:microsoft.com/office/officeart/2005/8/layout/orgChart1"/>
    <dgm:cxn modelId="{2D51378C-F545-48A3-A143-21F7C4E7A8D0}" type="presParOf" srcId="{5E984288-8D0E-4D66-8701-2CAEE12A154E}" destId="{20261590-A4AE-49DB-8796-0675E0463887}" srcOrd="5" destOrd="0" presId="urn:microsoft.com/office/officeart/2005/8/layout/orgChart1"/>
    <dgm:cxn modelId="{F14B13DF-A802-4AC8-9D32-A0E6FB49C7DD}" type="presParOf" srcId="{20261590-A4AE-49DB-8796-0675E0463887}" destId="{445B469E-F3A6-4D52-AA00-CA3592479463}" srcOrd="0" destOrd="0" presId="urn:microsoft.com/office/officeart/2005/8/layout/orgChart1"/>
    <dgm:cxn modelId="{C0F7F9E9-CFF5-4EC8-A046-AA8E6A0FAEC2}" type="presParOf" srcId="{445B469E-F3A6-4D52-AA00-CA3592479463}" destId="{3AA0F3F5-8A99-4566-A8F9-32224410DDC6}" srcOrd="0" destOrd="0" presId="urn:microsoft.com/office/officeart/2005/8/layout/orgChart1"/>
    <dgm:cxn modelId="{CE670382-E9EE-4863-BD02-B47D527981F2}" type="presParOf" srcId="{445B469E-F3A6-4D52-AA00-CA3592479463}" destId="{9F89A664-4FA4-47AE-AB5D-7080725EEED8}" srcOrd="1" destOrd="0" presId="urn:microsoft.com/office/officeart/2005/8/layout/orgChart1"/>
    <dgm:cxn modelId="{3B392690-467B-4625-BCDA-3A4B25F8AFA9}" type="presParOf" srcId="{20261590-A4AE-49DB-8796-0675E0463887}" destId="{7A17EF3C-F103-4028-908D-33E0F8F5F320}" srcOrd="1" destOrd="0" presId="urn:microsoft.com/office/officeart/2005/8/layout/orgChart1"/>
    <dgm:cxn modelId="{B2531EC2-A2EB-42D3-B9E9-28D20833EE9A}" type="presParOf" srcId="{7A17EF3C-F103-4028-908D-33E0F8F5F320}" destId="{EEAD64AD-A020-4E8D-A779-1E839ED8F640}" srcOrd="0" destOrd="0" presId="urn:microsoft.com/office/officeart/2005/8/layout/orgChart1"/>
    <dgm:cxn modelId="{2A4EEA17-8A50-4A85-BCDC-2C5C90A04DD4}" type="presParOf" srcId="{7A17EF3C-F103-4028-908D-33E0F8F5F320}" destId="{19911C4B-8EAE-4FE1-9965-1C3C6C265BC1}" srcOrd="1" destOrd="0" presId="urn:microsoft.com/office/officeart/2005/8/layout/orgChart1"/>
    <dgm:cxn modelId="{73E48B7B-1453-43AE-8656-A27558E147EB}" type="presParOf" srcId="{19911C4B-8EAE-4FE1-9965-1C3C6C265BC1}" destId="{9A6A5D37-6162-4F05-B2F4-605CECAB427B}" srcOrd="0" destOrd="0" presId="urn:microsoft.com/office/officeart/2005/8/layout/orgChart1"/>
    <dgm:cxn modelId="{94DE1627-D524-4AEE-9ED8-8FA71E0E09E4}" type="presParOf" srcId="{9A6A5D37-6162-4F05-B2F4-605CECAB427B}" destId="{12330723-B0C0-4EA0-AD9E-0D99BB3459E6}" srcOrd="0" destOrd="0" presId="urn:microsoft.com/office/officeart/2005/8/layout/orgChart1"/>
    <dgm:cxn modelId="{6BD64027-59C4-45C8-B351-2F3BA8932464}" type="presParOf" srcId="{9A6A5D37-6162-4F05-B2F4-605CECAB427B}" destId="{B180B36E-54B7-41F6-9C6A-5E3886EDAC0A}" srcOrd="1" destOrd="0" presId="urn:microsoft.com/office/officeart/2005/8/layout/orgChart1"/>
    <dgm:cxn modelId="{B1416524-672D-4960-9559-5566CEDF8F84}" type="presParOf" srcId="{19911C4B-8EAE-4FE1-9965-1C3C6C265BC1}" destId="{27C50A7E-8877-44E2-9262-AE8E2DCD6E42}" srcOrd="1" destOrd="0" presId="urn:microsoft.com/office/officeart/2005/8/layout/orgChart1"/>
    <dgm:cxn modelId="{2EB3434E-0EBC-4EA3-BED6-877004808EAA}" type="presParOf" srcId="{19911C4B-8EAE-4FE1-9965-1C3C6C265BC1}" destId="{D82EF8EE-F33D-44C5-BA7F-6B355B35CD62}" srcOrd="2" destOrd="0" presId="urn:microsoft.com/office/officeart/2005/8/layout/orgChart1"/>
    <dgm:cxn modelId="{339F7A85-6A9C-44ED-B9BC-110F41882867}" type="presParOf" srcId="{7A17EF3C-F103-4028-908D-33E0F8F5F320}" destId="{66149D46-F0DD-48B8-96C0-3D85CA038B05}" srcOrd="2" destOrd="0" presId="urn:microsoft.com/office/officeart/2005/8/layout/orgChart1"/>
    <dgm:cxn modelId="{ECAAFF89-5605-4E26-94C0-C8BC3FAE5133}" type="presParOf" srcId="{7A17EF3C-F103-4028-908D-33E0F8F5F320}" destId="{6A759546-ECE0-412B-89B7-008FA6E8ABB3}" srcOrd="3" destOrd="0" presId="urn:microsoft.com/office/officeart/2005/8/layout/orgChart1"/>
    <dgm:cxn modelId="{27156781-30DE-4A85-B796-BC4A923710A9}" type="presParOf" srcId="{6A759546-ECE0-412B-89B7-008FA6E8ABB3}" destId="{C6EDD863-4F0B-4BB0-9712-8FAD4FDA9213}" srcOrd="0" destOrd="0" presId="urn:microsoft.com/office/officeart/2005/8/layout/orgChart1"/>
    <dgm:cxn modelId="{F460C935-C8AC-460D-B58C-32A1E36DC564}" type="presParOf" srcId="{C6EDD863-4F0B-4BB0-9712-8FAD4FDA9213}" destId="{48033C01-9134-46D5-A852-94FA97E04126}" srcOrd="0" destOrd="0" presId="urn:microsoft.com/office/officeart/2005/8/layout/orgChart1"/>
    <dgm:cxn modelId="{81A81CDD-2116-43E0-AB88-C43B0E194B9E}" type="presParOf" srcId="{C6EDD863-4F0B-4BB0-9712-8FAD4FDA9213}" destId="{A25C2900-33B9-4C41-AD72-0C2F672863EE}" srcOrd="1" destOrd="0" presId="urn:microsoft.com/office/officeart/2005/8/layout/orgChart1"/>
    <dgm:cxn modelId="{F40C18E0-CBFE-40B8-ACD7-AFAB9316E7A9}" type="presParOf" srcId="{6A759546-ECE0-412B-89B7-008FA6E8ABB3}" destId="{51D86484-ED14-4A6C-B84B-1792B4D20856}" srcOrd="1" destOrd="0" presId="urn:microsoft.com/office/officeart/2005/8/layout/orgChart1"/>
    <dgm:cxn modelId="{4B92E22A-32D2-43FC-80D2-E12E5E0100EA}" type="presParOf" srcId="{6A759546-ECE0-412B-89B7-008FA6E8ABB3}" destId="{690B1ABE-691C-405B-BB2B-8CDA345C07F2}" srcOrd="2" destOrd="0" presId="urn:microsoft.com/office/officeart/2005/8/layout/orgChart1"/>
    <dgm:cxn modelId="{1345D4FF-8E45-46A6-ACB2-4B1BECA57A55}" type="presParOf" srcId="{7A17EF3C-F103-4028-908D-33E0F8F5F320}" destId="{48361482-79E1-4129-B96D-5424F330BD4A}" srcOrd="4" destOrd="0" presId="urn:microsoft.com/office/officeart/2005/8/layout/orgChart1"/>
    <dgm:cxn modelId="{B66AF88C-52AE-44A0-AF00-CB294FA6AE98}" type="presParOf" srcId="{7A17EF3C-F103-4028-908D-33E0F8F5F320}" destId="{442D377A-9F05-46F1-975D-2B0CDA951619}" srcOrd="5" destOrd="0" presId="urn:microsoft.com/office/officeart/2005/8/layout/orgChart1"/>
    <dgm:cxn modelId="{3C052619-29CF-4A67-83F2-43071FF8515D}" type="presParOf" srcId="{442D377A-9F05-46F1-975D-2B0CDA951619}" destId="{404FFCAA-33B2-4955-BEFD-B9BB48DF5055}" srcOrd="0" destOrd="0" presId="urn:microsoft.com/office/officeart/2005/8/layout/orgChart1"/>
    <dgm:cxn modelId="{9EC06E6D-E229-49C5-9417-1A3C5BD3B224}" type="presParOf" srcId="{404FFCAA-33B2-4955-BEFD-B9BB48DF5055}" destId="{8989A8B5-28DE-4EBA-9778-510FB919737B}" srcOrd="0" destOrd="0" presId="urn:microsoft.com/office/officeart/2005/8/layout/orgChart1"/>
    <dgm:cxn modelId="{E4813889-218A-439D-B949-3C150101DDFA}" type="presParOf" srcId="{404FFCAA-33B2-4955-BEFD-B9BB48DF5055}" destId="{1B56466F-8151-4498-BF00-22A35373B982}" srcOrd="1" destOrd="0" presId="urn:microsoft.com/office/officeart/2005/8/layout/orgChart1"/>
    <dgm:cxn modelId="{70FF7106-DF70-4A32-A427-194853CF9697}" type="presParOf" srcId="{442D377A-9F05-46F1-975D-2B0CDA951619}" destId="{44B0562C-DF00-435A-A9A1-5A1A97C7145F}" srcOrd="1" destOrd="0" presId="urn:microsoft.com/office/officeart/2005/8/layout/orgChart1"/>
    <dgm:cxn modelId="{6EE223DD-DB00-4F94-9718-BD8C35E1F023}" type="presParOf" srcId="{442D377A-9F05-46F1-975D-2B0CDA951619}" destId="{3A9163FC-07D8-4EAA-BA64-9A2F4B1AEF5B}" srcOrd="2" destOrd="0" presId="urn:microsoft.com/office/officeart/2005/8/layout/orgChart1"/>
    <dgm:cxn modelId="{77694B68-0D17-4551-9FFF-BB8F4A47D7B9}" type="presParOf" srcId="{20261590-A4AE-49DB-8796-0675E0463887}" destId="{A063CFFB-7AF6-4331-8187-16BBF5879BEF}" srcOrd="2" destOrd="0" presId="urn:microsoft.com/office/officeart/2005/8/layout/orgChart1"/>
    <dgm:cxn modelId="{943F4707-9D95-4B5D-BF12-DC4109FE9869}" type="presParOf" srcId="{882F39DF-7886-4F36-89BC-09BEAA689E06}" destId="{76CFBFF1-6AF1-4E3A-9B40-7331D58DBBA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4ADD06-AD04-4C0A-96E6-9FD9724FE3A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2E2A766C-9EA7-406D-BB1A-72C1672415E7}">
      <dgm:prSet phldrT="[Text]" phldr="0"/>
      <dgm:spPr/>
      <dgm:t>
        <a:bodyPr/>
        <a:lstStyle/>
        <a:p>
          <a:r>
            <a:rPr lang="en-GB" noProof="0" dirty="0"/>
            <a:t>Behavioural Diagrams</a:t>
          </a:r>
        </a:p>
      </dgm:t>
    </dgm:pt>
    <dgm:pt modelId="{A10D0EF2-6755-44CF-9112-F563663FBC5C}" type="parTrans" cxnId="{25707981-C3A6-4935-9C97-617651E06684}">
      <dgm:prSet/>
      <dgm:spPr/>
      <dgm:t>
        <a:bodyPr/>
        <a:lstStyle/>
        <a:p>
          <a:endParaRPr lang="en-PK"/>
        </a:p>
      </dgm:t>
    </dgm:pt>
    <dgm:pt modelId="{6C6330EC-F62B-474B-B449-70DBFD968513}" type="sibTrans" cxnId="{25707981-C3A6-4935-9C97-617651E06684}">
      <dgm:prSet/>
      <dgm:spPr/>
      <dgm:t>
        <a:bodyPr/>
        <a:lstStyle/>
        <a:p>
          <a:endParaRPr lang="en-PK"/>
        </a:p>
      </dgm:t>
    </dgm:pt>
    <dgm:pt modelId="{C668FE44-1C2D-4996-A431-5F178964A199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Use case Diagram</a:t>
          </a:r>
        </a:p>
      </dgm:t>
    </dgm:pt>
    <dgm:pt modelId="{66520C66-A67A-4C57-97B1-E3B2F2116D81}" type="parTrans" cxnId="{844FA3AC-635D-4A93-953A-BCF67098A9E2}">
      <dgm:prSet/>
      <dgm:spPr/>
      <dgm:t>
        <a:bodyPr/>
        <a:lstStyle/>
        <a:p>
          <a:endParaRPr lang="en-PK"/>
        </a:p>
      </dgm:t>
    </dgm:pt>
    <dgm:pt modelId="{630EB3D9-C2B4-4F8D-9E3D-5097C4CDBC2D}" type="sibTrans" cxnId="{844FA3AC-635D-4A93-953A-BCF67098A9E2}">
      <dgm:prSet/>
      <dgm:spPr/>
      <dgm:t>
        <a:bodyPr/>
        <a:lstStyle/>
        <a:p>
          <a:endParaRPr lang="en-PK"/>
        </a:p>
      </dgm:t>
    </dgm:pt>
    <dgm:pt modelId="{F72919E7-86C3-44D6-97F0-642081B06C11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Activity Diagram</a:t>
          </a:r>
        </a:p>
      </dgm:t>
    </dgm:pt>
    <dgm:pt modelId="{78817192-2C89-47DE-94FE-4FD166B9CA6F}" type="parTrans" cxnId="{B1209A49-7126-42FF-A38E-85FA7DAF1D08}">
      <dgm:prSet/>
      <dgm:spPr/>
      <dgm:t>
        <a:bodyPr/>
        <a:lstStyle/>
        <a:p>
          <a:endParaRPr lang="en-PK"/>
        </a:p>
      </dgm:t>
    </dgm:pt>
    <dgm:pt modelId="{B6DEAFD5-5833-4888-B650-5A3072CB0A1D}" type="sibTrans" cxnId="{B1209A49-7126-42FF-A38E-85FA7DAF1D08}">
      <dgm:prSet/>
      <dgm:spPr/>
      <dgm:t>
        <a:bodyPr/>
        <a:lstStyle/>
        <a:p>
          <a:endParaRPr lang="en-PK"/>
        </a:p>
      </dgm:t>
    </dgm:pt>
    <dgm:pt modelId="{9566310C-B686-43E0-BA8A-07DAE64DD9BA}">
      <dgm:prSet phldrT="[Text]" phldr="0"/>
      <dgm:spPr>
        <a:solidFill>
          <a:srgbClr val="00B050"/>
        </a:solidFill>
      </dgm:spPr>
      <dgm:t>
        <a:bodyPr/>
        <a:lstStyle/>
        <a:p>
          <a:r>
            <a:rPr lang="en-GB" noProof="0" dirty="0"/>
            <a:t>Sequence Diagram</a:t>
          </a:r>
        </a:p>
      </dgm:t>
    </dgm:pt>
    <dgm:pt modelId="{054551EC-4A66-40D1-8D24-4972A2C5D6F1}" type="parTrans" cxnId="{6B8AC91B-8CDD-4FDF-A268-B81168C79ED1}">
      <dgm:prSet/>
      <dgm:spPr/>
      <dgm:t>
        <a:bodyPr/>
        <a:lstStyle/>
        <a:p>
          <a:endParaRPr lang="en-PK"/>
        </a:p>
      </dgm:t>
    </dgm:pt>
    <dgm:pt modelId="{A8F5B890-2CEE-4702-9733-74C982685696}" type="sibTrans" cxnId="{6B8AC91B-8CDD-4FDF-A268-B81168C79ED1}">
      <dgm:prSet/>
      <dgm:spPr/>
      <dgm:t>
        <a:bodyPr/>
        <a:lstStyle/>
        <a:p>
          <a:endParaRPr lang="en-PK"/>
        </a:p>
      </dgm:t>
    </dgm:pt>
    <dgm:pt modelId="{A2E60C06-CAD4-452C-AF77-D0310E003F49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Rarely Used</a:t>
          </a:r>
        </a:p>
      </dgm:t>
    </dgm:pt>
    <dgm:pt modelId="{EC356573-1C31-4105-AB94-AB0CFA6A5501}" type="parTrans" cxnId="{0F9D4F26-3F61-448D-A302-16A9DEF1B974}">
      <dgm:prSet/>
      <dgm:spPr/>
      <dgm:t>
        <a:bodyPr/>
        <a:lstStyle/>
        <a:p>
          <a:endParaRPr lang="en-PK"/>
        </a:p>
      </dgm:t>
    </dgm:pt>
    <dgm:pt modelId="{8354D5DB-8372-4854-8975-9BCF93610C90}" type="sibTrans" cxnId="{0F9D4F26-3F61-448D-A302-16A9DEF1B974}">
      <dgm:prSet/>
      <dgm:spPr/>
      <dgm:t>
        <a:bodyPr/>
        <a:lstStyle/>
        <a:p>
          <a:endParaRPr lang="en-PK"/>
        </a:p>
      </dgm:t>
    </dgm:pt>
    <dgm:pt modelId="{12F9313B-CE39-4307-B03B-A6D75F429BFF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Timing Diagram</a:t>
          </a:r>
        </a:p>
      </dgm:t>
    </dgm:pt>
    <dgm:pt modelId="{0D98AA96-4F96-4B7F-820B-91EA9B5D099D}" type="parTrans" cxnId="{73B73690-2A6F-483C-AAA9-2004C2E0F258}">
      <dgm:prSet/>
      <dgm:spPr/>
      <dgm:t>
        <a:bodyPr/>
        <a:lstStyle/>
        <a:p>
          <a:endParaRPr lang="en-PK"/>
        </a:p>
      </dgm:t>
    </dgm:pt>
    <dgm:pt modelId="{FC468F56-DDAA-4F28-BCE9-03A1875A0ACB}" type="sibTrans" cxnId="{73B73690-2A6F-483C-AAA9-2004C2E0F258}">
      <dgm:prSet/>
      <dgm:spPr/>
      <dgm:t>
        <a:bodyPr/>
        <a:lstStyle/>
        <a:p>
          <a:endParaRPr lang="en-PK"/>
        </a:p>
      </dgm:t>
    </dgm:pt>
    <dgm:pt modelId="{F5CA3B8A-1966-4432-AE98-D0DA96B92A77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Interactive overview Diagram</a:t>
          </a:r>
        </a:p>
      </dgm:t>
    </dgm:pt>
    <dgm:pt modelId="{D88A3126-CD02-43E0-88A7-58E579592AC7}" type="parTrans" cxnId="{08B67E3C-C9EA-40E0-AC0F-DF30B73DD6A5}">
      <dgm:prSet/>
      <dgm:spPr/>
      <dgm:t>
        <a:bodyPr/>
        <a:lstStyle/>
        <a:p>
          <a:endParaRPr lang="en-PK"/>
        </a:p>
      </dgm:t>
    </dgm:pt>
    <dgm:pt modelId="{3FB605A5-D560-45C2-9576-98652F95FED6}" type="sibTrans" cxnId="{08B67E3C-C9EA-40E0-AC0F-DF30B73DD6A5}">
      <dgm:prSet/>
      <dgm:spPr/>
      <dgm:t>
        <a:bodyPr/>
        <a:lstStyle/>
        <a:p>
          <a:endParaRPr lang="en-PK"/>
        </a:p>
      </dgm:t>
    </dgm:pt>
    <dgm:pt modelId="{5611F15A-084B-414E-95A9-34C7A885B59C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Useful</a:t>
          </a:r>
        </a:p>
      </dgm:t>
    </dgm:pt>
    <dgm:pt modelId="{8FD80D9A-9189-4CF8-89E8-3ECED1D25419}" type="parTrans" cxnId="{35CC44FD-1764-4514-ABDA-2649838360DD}">
      <dgm:prSet/>
      <dgm:spPr/>
      <dgm:t>
        <a:bodyPr/>
        <a:lstStyle/>
        <a:p>
          <a:endParaRPr lang="en-PK"/>
        </a:p>
      </dgm:t>
    </dgm:pt>
    <dgm:pt modelId="{C4EBEAB3-AE91-41F0-9D4E-9D5F45452D6B}" type="sibTrans" cxnId="{35CC44FD-1764-4514-ABDA-2649838360DD}">
      <dgm:prSet/>
      <dgm:spPr/>
      <dgm:t>
        <a:bodyPr/>
        <a:lstStyle/>
        <a:p>
          <a:endParaRPr lang="en-PK"/>
        </a:p>
      </dgm:t>
    </dgm:pt>
    <dgm:pt modelId="{E832E50A-05D6-4312-8D44-85DB3A54736D}">
      <dgm:prSet phldrT="[Text]" phldr="0"/>
      <dgm:spPr>
        <a:solidFill>
          <a:srgbClr val="E99757"/>
        </a:solidFill>
      </dgm:spPr>
      <dgm:t>
        <a:bodyPr/>
        <a:lstStyle/>
        <a:p>
          <a:r>
            <a:rPr lang="en-GB" noProof="0" dirty="0"/>
            <a:t>State Machine Diagram</a:t>
          </a:r>
        </a:p>
      </dgm:t>
    </dgm:pt>
    <dgm:pt modelId="{61FB85E5-E8D9-4B38-BF3B-7964C369AF17}" type="parTrans" cxnId="{29671E33-3CE7-428F-9A7D-AA6903786FDE}">
      <dgm:prSet/>
      <dgm:spPr/>
      <dgm:t>
        <a:bodyPr/>
        <a:lstStyle/>
        <a:p>
          <a:endParaRPr lang="en-PK"/>
        </a:p>
      </dgm:t>
    </dgm:pt>
    <dgm:pt modelId="{1BA11E3A-1B3A-45E5-934E-2287042B1BDF}" type="sibTrans" cxnId="{29671E33-3CE7-428F-9A7D-AA6903786FDE}">
      <dgm:prSet/>
      <dgm:spPr/>
      <dgm:t>
        <a:bodyPr/>
        <a:lstStyle/>
        <a:p>
          <a:endParaRPr lang="en-PK"/>
        </a:p>
      </dgm:t>
    </dgm:pt>
    <dgm:pt modelId="{E7706C11-3D1B-4127-BBBE-2C1D6F389778}">
      <dgm:prSet phldrT="[Text]" phldr="0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noProof="0" dirty="0"/>
            <a:t>Academic Fossil</a:t>
          </a:r>
        </a:p>
      </dgm:t>
    </dgm:pt>
    <dgm:pt modelId="{BD579F7A-0A5A-4C86-BBEC-C89D440B6A09}" type="parTrans" cxnId="{2122A659-F6EC-4940-8D48-2996BE772149}">
      <dgm:prSet/>
      <dgm:spPr/>
      <dgm:t>
        <a:bodyPr/>
        <a:lstStyle/>
        <a:p>
          <a:endParaRPr lang="en-PK"/>
        </a:p>
      </dgm:t>
    </dgm:pt>
    <dgm:pt modelId="{E1D34624-C754-4CA8-A30E-6AA653485A3C}" type="sibTrans" cxnId="{2122A659-F6EC-4940-8D48-2996BE772149}">
      <dgm:prSet/>
      <dgm:spPr/>
      <dgm:t>
        <a:bodyPr/>
        <a:lstStyle/>
        <a:p>
          <a:endParaRPr lang="en-PK"/>
        </a:p>
      </dgm:t>
    </dgm:pt>
    <dgm:pt modelId="{489500B3-9AB5-4132-A449-30050493FDFC}">
      <dgm:prSet phldrT="[Text]" phldr="0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noProof="0" dirty="0"/>
            <a:t>Communication Diagram</a:t>
          </a:r>
        </a:p>
      </dgm:t>
    </dgm:pt>
    <dgm:pt modelId="{E2CB6961-60AE-4574-8FDE-A14FCE513EC8}" type="parTrans" cxnId="{ABB757A9-F268-4084-9D37-A0A98BCC3DF8}">
      <dgm:prSet/>
      <dgm:spPr/>
      <dgm:t>
        <a:bodyPr/>
        <a:lstStyle/>
        <a:p>
          <a:endParaRPr lang="en-PK"/>
        </a:p>
      </dgm:t>
    </dgm:pt>
    <dgm:pt modelId="{A41EB81F-EA15-4431-A9D1-20AE0A1E94A7}" type="sibTrans" cxnId="{ABB757A9-F268-4084-9D37-A0A98BCC3DF8}">
      <dgm:prSet/>
      <dgm:spPr/>
      <dgm:t>
        <a:bodyPr/>
        <a:lstStyle/>
        <a:p>
          <a:endParaRPr lang="en-PK"/>
        </a:p>
      </dgm:t>
    </dgm:pt>
    <dgm:pt modelId="{B9F2B97E-4392-4EE8-8D49-6AFB26588318}" type="pres">
      <dgm:prSet presAssocID="{594ADD06-AD04-4C0A-96E6-9FD9724FE3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2CFBDA1-E50E-41A8-9224-65E0C1D17E65}" type="pres">
      <dgm:prSet presAssocID="{2E2A766C-9EA7-406D-BB1A-72C1672415E7}" presName="hierRoot1" presStyleCnt="0">
        <dgm:presLayoutVars>
          <dgm:hierBranch val="init"/>
        </dgm:presLayoutVars>
      </dgm:prSet>
      <dgm:spPr/>
    </dgm:pt>
    <dgm:pt modelId="{9EA4ACF7-DE87-4490-BEF3-AC895A6996F2}" type="pres">
      <dgm:prSet presAssocID="{2E2A766C-9EA7-406D-BB1A-72C1672415E7}" presName="rootComposite1" presStyleCnt="0"/>
      <dgm:spPr/>
    </dgm:pt>
    <dgm:pt modelId="{2671A687-C686-4096-8D6A-12AB49F8AE71}" type="pres">
      <dgm:prSet presAssocID="{2E2A766C-9EA7-406D-BB1A-72C1672415E7}" presName="rootText1" presStyleLbl="node0" presStyleIdx="0" presStyleCnt="1">
        <dgm:presLayoutVars>
          <dgm:chPref val="3"/>
        </dgm:presLayoutVars>
      </dgm:prSet>
      <dgm:spPr/>
    </dgm:pt>
    <dgm:pt modelId="{A65C890A-BCC6-44D3-B35A-4D5D9F552228}" type="pres">
      <dgm:prSet presAssocID="{2E2A766C-9EA7-406D-BB1A-72C1672415E7}" presName="rootConnector1" presStyleLbl="node1" presStyleIdx="0" presStyleCnt="0"/>
      <dgm:spPr/>
    </dgm:pt>
    <dgm:pt modelId="{DA2E52FB-F3B1-41FB-B480-F6A703CF38B9}" type="pres">
      <dgm:prSet presAssocID="{2E2A766C-9EA7-406D-BB1A-72C1672415E7}" presName="hierChild2" presStyleCnt="0"/>
      <dgm:spPr/>
    </dgm:pt>
    <dgm:pt modelId="{00088933-BCE7-4262-8E8B-CFB99085B354}" type="pres">
      <dgm:prSet presAssocID="{8FD80D9A-9189-4CF8-89E8-3ECED1D25419}" presName="Name37" presStyleLbl="parChTrans1D2" presStyleIdx="0" presStyleCnt="3"/>
      <dgm:spPr/>
    </dgm:pt>
    <dgm:pt modelId="{4E348F60-1EC2-4F62-A5E9-16B39FB06714}" type="pres">
      <dgm:prSet presAssocID="{5611F15A-084B-414E-95A9-34C7A885B59C}" presName="hierRoot2" presStyleCnt="0">
        <dgm:presLayoutVars>
          <dgm:hierBranch val="init"/>
        </dgm:presLayoutVars>
      </dgm:prSet>
      <dgm:spPr/>
    </dgm:pt>
    <dgm:pt modelId="{9F041AD3-A92D-4E28-9B6D-9132706ECD0E}" type="pres">
      <dgm:prSet presAssocID="{5611F15A-084B-414E-95A9-34C7A885B59C}" presName="rootComposite" presStyleCnt="0"/>
      <dgm:spPr/>
    </dgm:pt>
    <dgm:pt modelId="{67BF4B72-3995-4C98-9051-74C33895FB9D}" type="pres">
      <dgm:prSet presAssocID="{5611F15A-084B-414E-95A9-34C7A885B59C}" presName="rootText" presStyleLbl="node2" presStyleIdx="0" presStyleCnt="3">
        <dgm:presLayoutVars>
          <dgm:chPref val="3"/>
        </dgm:presLayoutVars>
      </dgm:prSet>
      <dgm:spPr/>
    </dgm:pt>
    <dgm:pt modelId="{F13E40D3-9CA6-49E6-BE7A-6436A6332938}" type="pres">
      <dgm:prSet presAssocID="{5611F15A-084B-414E-95A9-34C7A885B59C}" presName="rootConnector" presStyleLbl="node2" presStyleIdx="0" presStyleCnt="3"/>
      <dgm:spPr/>
    </dgm:pt>
    <dgm:pt modelId="{79BD2100-5052-450B-9C14-DC68867FBA86}" type="pres">
      <dgm:prSet presAssocID="{5611F15A-084B-414E-95A9-34C7A885B59C}" presName="hierChild4" presStyleCnt="0"/>
      <dgm:spPr/>
    </dgm:pt>
    <dgm:pt modelId="{99D00FD2-C6DE-464F-B769-D3E81D64675A}" type="pres">
      <dgm:prSet presAssocID="{66520C66-A67A-4C57-97B1-E3B2F2116D81}" presName="Name37" presStyleLbl="parChTrans1D3" presStyleIdx="0" presStyleCnt="7"/>
      <dgm:spPr/>
    </dgm:pt>
    <dgm:pt modelId="{F7A757C6-5798-458E-97D7-565B65990CB5}" type="pres">
      <dgm:prSet presAssocID="{C668FE44-1C2D-4996-A431-5F178964A199}" presName="hierRoot2" presStyleCnt="0">
        <dgm:presLayoutVars>
          <dgm:hierBranch val="init"/>
        </dgm:presLayoutVars>
      </dgm:prSet>
      <dgm:spPr/>
    </dgm:pt>
    <dgm:pt modelId="{19E6105C-8D9A-4935-AF4A-975FEF35AED8}" type="pres">
      <dgm:prSet presAssocID="{C668FE44-1C2D-4996-A431-5F178964A199}" presName="rootComposite" presStyleCnt="0"/>
      <dgm:spPr/>
    </dgm:pt>
    <dgm:pt modelId="{C6D5A561-1EAA-4770-AFBE-4A761B6B330C}" type="pres">
      <dgm:prSet presAssocID="{C668FE44-1C2D-4996-A431-5F178964A199}" presName="rootText" presStyleLbl="node3" presStyleIdx="0" presStyleCnt="7">
        <dgm:presLayoutVars>
          <dgm:chPref val="3"/>
        </dgm:presLayoutVars>
      </dgm:prSet>
      <dgm:spPr/>
    </dgm:pt>
    <dgm:pt modelId="{6D1A7ACB-56ED-4FD5-877D-F7B521EB0F9E}" type="pres">
      <dgm:prSet presAssocID="{C668FE44-1C2D-4996-A431-5F178964A199}" presName="rootConnector" presStyleLbl="node3" presStyleIdx="0" presStyleCnt="7"/>
      <dgm:spPr/>
    </dgm:pt>
    <dgm:pt modelId="{1EE8DCEF-0744-466D-A676-63897CC57871}" type="pres">
      <dgm:prSet presAssocID="{C668FE44-1C2D-4996-A431-5F178964A199}" presName="hierChild4" presStyleCnt="0"/>
      <dgm:spPr/>
    </dgm:pt>
    <dgm:pt modelId="{DFABE562-D00B-4B3C-BFA6-6CB9A5A5C727}" type="pres">
      <dgm:prSet presAssocID="{C668FE44-1C2D-4996-A431-5F178964A199}" presName="hierChild5" presStyleCnt="0"/>
      <dgm:spPr/>
    </dgm:pt>
    <dgm:pt modelId="{D9DF2D44-D7EF-40A6-B692-2E62A955E0F2}" type="pres">
      <dgm:prSet presAssocID="{78817192-2C89-47DE-94FE-4FD166B9CA6F}" presName="Name37" presStyleLbl="parChTrans1D3" presStyleIdx="1" presStyleCnt="7"/>
      <dgm:spPr/>
    </dgm:pt>
    <dgm:pt modelId="{89488100-B42D-407B-A56B-7A1B70B465BE}" type="pres">
      <dgm:prSet presAssocID="{F72919E7-86C3-44D6-97F0-642081B06C11}" presName="hierRoot2" presStyleCnt="0">
        <dgm:presLayoutVars>
          <dgm:hierBranch val="init"/>
        </dgm:presLayoutVars>
      </dgm:prSet>
      <dgm:spPr/>
    </dgm:pt>
    <dgm:pt modelId="{E075A8EF-A0D1-4AA1-9D49-C5D825DCF9D7}" type="pres">
      <dgm:prSet presAssocID="{F72919E7-86C3-44D6-97F0-642081B06C11}" presName="rootComposite" presStyleCnt="0"/>
      <dgm:spPr/>
    </dgm:pt>
    <dgm:pt modelId="{EC36EBC7-2C72-45DA-9EAE-E41E6CBE28D5}" type="pres">
      <dgm:prSet presAssocID="{F72919E7-86C3-44D6-97F0-642081B06C11}" presName="rootText" presStyleLbl="node3" presStyleIdx="1" presStyleCnt="7">
        <dgm:presLayoutVars>
          <dgm:chPref val="3"/>
        </dgm:presLayoutVars>
      </dgm:prSet>
      <dgm:spPr/>
    </dgm:pt>
    <dgm:pt modelId="{6F53A99F-0650-4E6D-9B5C-5D97F7FCB692}" type="pres">
      <dgm:prSet presAssocID="{F72919E7-86C3-44D6-97F0-642081B06C11}" presName="rootConnector" presStyleLbl="node3" presStyleIdx="1" presStyleCnt="7"/>
      <dgm:spPr/>
    </dgm:pt>
    <dgm:pt modelId="{3B5480CD-2B74-4026-B646-0E7808488644}" type="pres">
      <dgm:prSet presAssocID="{F72919E7-86C3-44D6-97F0-642081B06C11}" presName="hierChild4" presStyleCnt="0"/>
      <dgm:spPr/>
    </dgm:pt>
    <dgm:pt modelId="{5CDD6A81-4F88-4430-AD08-A83E687290D6}" type="pres">
      <dgm:prSet presAssocID="{F72919E7-86C3-44D6-97F0-642081B06C11}" presName="hierChild5" presStyleCnt="0"/>
      <dgm:spPr/>
    </dgm:pt>
    <dgm:pt modelId="{BC5F9BFA-6A88-43D6-A68C-657A3B16C5AA}" type="pres">
      <dgm:prSet presAssocID="{054551EC-4A66-40D1-8D24-4972A2C5D6F1}" presName="Name37" presStyleLbl="parChTrans1D3" presStyleIdx="2" presStyleCnt="7"/>
      <dgm:spPr/>
    </dgm:pt>
    <dgm:pt modelId="{12CC4100-A284-466F-B614-322862A6FF4B}" type="pres">
      <dgm:prSet presAssocID="{9566310C-B686-43E0-BA8A-07DAE64DD9BA}" presName="hierRoot2" presStyleCnt="0">
        <dgm:presLayoutVars>
          <dgm:hierBranch val="init"/>
        </dgm:presLayoutVars>
      </dgm:prSet>
      <dgm:spPr/>
    </dgm:pt>
    <dgm:pt modelId="{2E0BD62D-ECAB-460E-BE86-16CF1744C303}" type="pres">
      <dgm:prSet presAssocID="{9566310C-B686-43E0-BA8A-07DAE64DD9BA}" presName="rootComposite" presStyleCnt="0"/>
      <dgm:spPr/>
    </dgm:pt>
    <dgm:pt modelId="{4F0826AD-6BBA-48F4-8CA7-BCBED4E48C12}" type="pres">
      <dgm:prSet presAssocID="{9566310C-B686-43E0-BA8A-07DAE64DD9BA}" presName="rootText" presStyleLbl="node3" presStyleIdx="2" presStyleCnt="7">
        <dgm:presLayoutVars>
          <dgm:chPref val="3"/>
        </dgm:presLayoutVars>
      </dgm:prSet>
      <dgm:spPr/>
    </dgm:pt>
    <dgm:pt modelId="{27E769C9-1039-4250-B6C5-1373CB1C370C}" type="pres">
      <dgm:prSet presAssocID="{9566310C-B686-43E0-BA8A-07DAE64DD9BA}" presName="rootConnector" presStyleLbl="node3" presStyleIdx="2" presStyleCnt="7"/>
      <dgm:spPr/>
    </dgm:pt>
    <dgm:pt modelId="{23FF41EE-3CA3-41F4-ACA3-26B03C1C96A1}" type="pres">
      <dgm:prSet presAssocID="{9566310C-B686-43E0-BA8A-07DAE64DD9BA}" presName="hierChild4" presStyleCnt="0"/>
      <dgm:spPr/>
    </dgm:pt>
    <dgm:pt modelId="{0A220ADF-3061-459D-A597-C72CEB9E0FCC}" type="pres">
      <dgm:prSet presAssocID="{9566310C-B686-43E0-BA8A-07DAE64DD9BA}" presName="hierChild5" presStyleCnt="0"/>
      <dgm:spPr/>
    </dgm:pt>
    <dgm:pt modelId="{F9CF171F-1513-43B5-9527-AB1BEF0E7B43}" type="pres">
      <dgm:prSet presAssocID="{5611F15A-084B-414E-95A9-34C7A885B59C}" presName="hierChild5" presStyleCnt="0"/>
      <dgm:spPr/>
    </dgm:pt>
    <dgm:pt modelId="{07C430EF-D4F7-496D-A6CB-F3F1FFE42F13}" type="pres">
      <dgm:prSet presAssocID="{EC356573-1C31-4105-AB94-AB0CFA6A5501}" presName="Name37" presStyleLbl="parChTrans1D2" presStyleIdx="1" presStyleCnt="3"/>
      <dgm:spPr/>
    </dgm:pt>
    <dgm:pt modelId="{101181CB-F308-419B-B520-47161A51A270}" type="pres">
      <dgm:prSet presAssocID="{A2E60C06-CAD4-452C-AF77-D0310E003F49}" presName="hierRoot2" presStyleCnt="0">
        <dgm:presLayoutVars>
          <dgm:hierBranch val="init"/>
        </dgm:presLayoutVars>
      </dgm:prSet>
      <dgm:spPr/>
    </dgm:pt>
    <dgm:pt modelId="{B7C51720-4F44-4974-BA61-D1B386CCB217}" type="pres">
      <dgm:prSet presAssocID="{A2E60C06-CAD4-452C-AF77-D0310E003F49}" presName="rootComposite" presStyleCnt="0"/>
      <dgm:spPr/>
    </dgm:pt>
    <dgm:pt modelId="{2B1DADB8-2CD3-4B04-9A81-1F10757C749A}" type="pres">
      <dgm:prSet presAssocID="{A2E60C06-CAD4-452C-AF77-D0310E003F49}" presName="rootText" presStyleLbl="node2" presStyleIdx="1" presStyleCnt="3">
        <dgm:presLayoutVars>
          <dgm:chPref val="3"/>
        </dgm:presLayoutVars>
      </dgm:prSet>
      <dgm:spPr/>
    </dgm:pt>
    <dgm:pt modelId="{1F35D6BC-3231-4B17-8940-89D4BC715866}" type="pres">
      <dgm:prSet presAssocID="{A2E60C06-CAD4-452C-AF77-D0310E003F49}" presName="rootConnector" presStyleLbl="node2" presStyleIdx="1" presStyleCnt="3"/>
      <dgm:spPr/>
    </dgm:pt>
    <dgm:pt modelId="{323F14D4-42EF-41D6-B7B1-C965167E4D92}" type="pres">
      <dgm:prSet presAssocID="{A2E60C06-CAD4-452C-AF77-D0310E003F49}" presName="hierChild4" presStyleCnt="0"/>
      <dgm:spPr/>
    </dgm:pt>
    <dgm:pt modelId="{288CA5A8-123E-474D-BFB5-56D5A9EFC44D}" type="pres">
      <dgm:prSet presAssocID="{61FB85E5-E8D9-4B38-BF3B-7964C369AF17}" presName="Name37" presStyleLbl="parChTrans1D3" presStyleIdx="3" presStyleCnt="7"/>
      <dgm:spPr/>
    </dgm:pt>
    <dgm:pt modelId="{8185283F-F8CE-47BC-A9F0-BB5FEAB755D1}" type="pres">
      <dgm:prSet presAssocID="{E832E50A-05D6-4312-8D44-85DB3A54736D}" presName="hierRoot2" presStyleCnt="0">
        <dgm:presLayoutVars>
          <dgm:hierBranch val="init"/>
        </dgm:presLayoutVars>
      </dgm:prSet>
      <dgm:spPr/>
    </dgm:pt>
    <dgm:pt modelId="{580DC0E9-B0F7-4AC6-9660-6A073E1EAF8E}" type="pres">
      <dgm:prSet presAssocID="{E832E50A-05D6-4312-8D44-85DB3A54736D}" presName="rootComposite" presStyleCnt="0"/>
      <dgm:spPr/>
    </dgm:pt>
    <dgm:pt modelId="{67A605D5-1007-417D-A307-9A6126257EE3}" type="pres">
      <dgm:prSet presAssocID="{E832E50A-05D6-4312-8D44-85DB3A54736D}" presName="rootText" presStyleLbl="node3" presStyleIdx="3" presStyleCnt="7">
        <dgm:presLayoutVars>
          <dgm:chPref val="3"/>
        </dgm:presLayoutVars>
      </dgm:prSet>
      <dgm:spPr/>
    </dgm:pt>
    <dgm:pt modelId="{29571B36-3AB6-488D-8A9C-F6972EE36D22}" type="pres">
      <dgm:prSet presAssocID="{E832E50A-05D6-4312-8D44-85DB3A54736D}" presName="rootConnector" presStyleLbl="node3" presStyleIdx="3" presStyleCnt="7"/>
      <dgm:spPr/>
    </dgm:pt>
    <dgm:pt modelId="{4378250D-3AC7-407C-A79B-7C2B200AE906}" type="pres">
      <dgm:prSet presAssocID="{E832E50A-05D6-4312-8D44-85DB3A54736D}" presName="hierChild4" presStyleCnt="0"/>
      <dgm:spPr/>
    </dgm:pt>
    <dgm:pt modelId="{CDF9D101-F9D4-474B-B898-7E66964FC13C}" type="pres">
      <dgm:prSet presAssocID="{E832E50A-05D6-4312-8D44-85DB3A54736D}" presName="hierChild5" presStyleCnt="0"/>
      <dgm:spPr/>
    </dgm:pt>
    <dgm:pt modelId="{85B4E74E-FF08-4DDA-9681-9CCAFE982925}" type="pres">
      <dgm:prSet presAssocID="{A2E60C06-CAD4-452C-AF77-D0310E003F49}" presName="hierChild5" presStyleCnt="0"/>
      <dgm:spPr/>
    </dgm:pt>
    <dgm:pt modelId="{DF6F1B0D-44D9-4F38-B166-31D10E22C0EF}" type="pres">
      <dgm:prSet presAssocID="{BD579F7A-0A5A-4C86-BBEC-C89D440B6A09}" presName="Name37" presStyleLbl="parChTrans1D2" presStyleIdx="2" presStyleCnt="3"/>
      <dgm:spPr/>
    </dgm:pt>
    <dgm:pt modelId="{26FF31C5-0F91-4A30-A792-1304375C3EFA}" type="pres">
      <dgm:prSet presAssocID="{E7706C11-3D1B-4127-BBBE-2C1D6F389778}" presName="hierRoot2" presStyleCnt="0">
        <dgm:presLayoutVars>
          <dgm:hierBranch val="init"/>
        </dgm:presLayoutVars>
      </dgm:prSet>
      <dgm:spPr/>
    </dgm:pt>
    <dgm:pt modelId="{A67CF9AD-DCF2-4298-A271-CD58091B9BD6}" type="pres">
      <dgm:prSet presAssocID="{E7706C11-3D1B-4127-BBBE-2C1D6F389778}" presName="rootComposite" presStyleCnt="0"/>
      <dgm:spPr/>
    </dgm:pt>
    <dgm:pt modelId="{8917DE24-1406-49DD-9FC2-3185B3D38187}" type="pres">
      <dgm:prSet presAssocID="{E7706C11-3D1B-4127-BBBE-2C1D6F389778}" presName="rootText" presStyleLbl="node2" presStyleIdx="2" presStyleCnt="3">
        <dgm:presLayoutVars>
          <dgm:chPref val="3"/>
        </dgm:presLayoutVars>
      </dgm:prSet>
      <dgm:spPr/>
    </dgm:pt>
    <dgm:pt modelId="{AD53A3B3-ADC4-49A5-BC63-F82E0F388CC0}" type="pres">
      <dgm:prSet presAssocID="{E7706C11-3D1B-4127-BBBE-2C1D6F389778}" presName="rootConnector" presStyleLbl="node2" presStyleIdx="2" presStyleCnt="3"/>
      <dgm:spPr/>
    </dgm:pt>
    <dgm:pt modelId="{C7DC959F-0ADE-4DAA-B40A-82C100F4C255}" type="pres">
      <dgm:prSet presAssocID="{E7706C11-3D1B-4127-BBBE-2C1D6F389778}" presName="hierChild4" presStyleCnt="0"/>
      <dgm:spPr/>
    </dgm:pt>
    <dgm:pt modelId="{F2C8573D-9089-49A3-88FC-6C8FCA07A128}" type="pres">
      <dgm:prSet presAssocID="{E2CB6961-60AE-4574-8FDE-A14FCE513EC8}" presName="Name37" presStyleLbl="parChTrans1D3" presStyleIdx="4" presStyleCnt="7"/>
      <dgm:spPr/>
    </dgm:pt>
    <dgm:pt modelId="{B81B6508-2471-4EFD-80AE-8B39A9A12CCF}" type="pres">
      <dgm:prSet presAssocID="{489500B3-9AB5-4132-A449-30050493FDFC}" presName="hierRoot2" presStyleCnt="0">
        <dgm:presLayoutVars>
          <dgm:hierBranch val="init"/>
        </dgm:presLayoutVars>
      </dgm:prSet>
      <dgm:spPr/>
    </dgm:pt>
    <dgm:pt modelId="{0A2308D5-4623-4849-A2D8-EC0DC60227F8}" type="pres">
      <dgm:prSet presAssocID="{489500B3-9AB5-4132-A449-30050493FDFC}" presName="rootComposite" presStyleCnt="0"/>
      <dgm:spPr/>
    </dgm:pt>
    <dgm:pt modelId="{94F5D520-7281-4658-AB1E-991F26F37FEF}" type="pres">
      <dgm:prSet presAssocID="{489500B3-9AB5-4132-A449-30050493FDFC}" presName="rootText" presStyleLbl="node3" presStyleIdx="4" presStyleCnt="7">
        <dgm:presLayoutVars>
          <dgm:chPref val="3"/>
        </dgm:presLayoutVars>
      </dgm:prSet>
      <dgm:spPr/>
    </dgm:pt>
    <dgm:pt modelId="{74207401-449F-40BE-8E8F-CE754CCDE104}" type="pres">
      <dgm:prSet presAssocID="{489500B3-9AB5-4132-A449-30050493FDFC}" presName="rootConnector" presStyleLbl="node3" presStyleIdx="4" presStyleCnt="7"/>
      <dgm:spPr/>
    </dgm:pt>
    <dgm:pt modelId="{1668430D-4DA1-4093-9715-62DBA5D42D3E}" type="pres">
      <dgm:prSet presAssocID="{489500B3-9AB5-4132-A449-30050493FDFC}" presName="hierChild4" presStyleCnt="0"/>
      <dgm:spPr/>
    </dgm:pt>
    <dgm:pt modelId="{C94339A8-7719-476C-A458-4AE8CFC674F5}" type="pres">
      <dgm:prSet presAssocID="{489500B3-9AB5-4132-A449-30050493FDFC}" presName="hierChild5" presStyleCnt="0"/>
      <dgm:spPr/>
    </dgm:pt>
    <dgm:pt modelId="{2B598ECB-A6AC-4828-83A6-D3FAB99DE405}" type="pres">
      <dgm:prSet presAssocID="{0D98AA96-4F96-4B7F-820B-91EA9B5D099D}" presName="Name37" presStyleLbl="parChTrans1D3" presStyleIdx="5" presStyleCnt="7"/>
      <dgm:spPr/>
    </dgm:pt>
    <dgm:pt modelId="{62AEC996-F79C-4FCE-AEAF-9B23EE956748}" type="pres">
      <dgm:prSet presAssocID="{12F9313B-CE39-4307-B03B-A6D75F429BFF}" presName="hierRoot2" presStyleCnt="0">
        <dgm:presLayoutVars>
          <dgm:hierBranch val="init"/>
        </dgm:presLayoutVars>
      </dgm:prSet>
      <dgm:spPr/>
    </dgm:pt>
    <dgm:pt modelId="{35ACE6A6-26ED-4856-8DFE-40F80BD48ECF}" type="pres">
      <dgm:prSet presAssocID="{12F9313B-CE39-4307-B03B-A6D75F429BFF}" presName="rootComposite" presStyleCnt="0"/>
      <dgm:spPr/>
    </dgm:pt>
    <dgm:pt modelId="{9CE9EE4C-D508-4F26-9A56-20E63AD56072}" type="pres">
      <dgm:prSet presAssocID="{12F9313B-CE39-4307-B03B-A6D75F429BFF}" presName="rootText" presStyleLbl="node3" presStyleIdx="5" presStyleCnt="7">
        <dgm:presLayoutVars>
          <dgm:chPref val="3"/>
        </dgm:presLayoutVars>
      </dgm:prSet>
      <dgm:spPr/>
    </dgm:pt>
    <dgm:pt modelId="{6F51EF9D-371D-4FD6-BFE0-C7F10587ACD3}" type="pres">
      <dgm:prSet presAssocID="{12F9313B-CE39-4307-B03B-A6D75F429BFF}" presName="rootConnector" presStyleLbl="node3" presStyleIdx="5" presStyleCnt="7"/>
      <dgm:spPr/>
    </dgm:pt>
    <dgm:pt modelId="{D42E6BC5-7F77-4F09-AA69-F70BEE5F9EB5}" type="pres">
      <dgm:prSet presAssocID="{12F9313B-CE39-4307-B03B-A6D75F429BFF}" presName="hierChild4" presStyleCnt="0"/>
      <dgm:spPr/>
    </dgm:pt>
    <dgm:pt modelId="{3BE94EFF-F36E-4301-83AD-B5084B02AD4B}" type="pres">
      <dgm:prSet presAssocID="{12F9313B-CE39-4307-B03B-A6D75F429BFF}" presName="hierChild5" presStyleCnt="0"/>
      <dgm:spPr/>
    </dgm:pt>
    <dgm:pt modelId="{70A59C60-2D2C-4B63-9B77-913F78D0ED4F}" type="pres">
      <dgm:prSet presAssocID="{D88A3126-CD02-43E0-88A7-58E579592AC7}" presName="Name37" presStyleLbl="parChTrans1D3" presStyleIdx="6" presStyleCnt="7"/>
      <dgm:spPr/>
    </dgm:pt>
    <dgm:pt modelId="{8760A0B9-A192-460F-A6B2-2BDDD9873C4C}" type="pres">
      <dgm:prSet presAssocID="{F5CA3B8A-1966-4432-AE98-D0DA96B92A77}" presName="hierRoot2" presStyleCnt="0">
        <dgm:presLayoutVars>
          <dgm:hierBranch val="init"/>
        </dgm:presLayoutVars>
      </dgm:prSet>
      <dgm:spPr/>
    </dgm:pt>
    <dgm:pt modelId="{D701FE5B-550C-47E8-8065-FE8735CF6D67}" type="pres">
      <dgm:prSet presAssocID="{F5CA3B8A-1966-4432-AE98-D0DA96B92A77}" presName="rootComposite" presStyleCnt="0"/>
      <dgm:spPr/>
    </dgm:pt>
    <dgm:pt modelId="{2657A9C6-1DA0-4775-9F08-9517580EB398}" type="pres">
      <dgm:prSet presAssocID="{F5CA3B8A-1966-4432-AE98-D0DA96B92A77}" presName="rootText" presStyleLbl="node3" presStyleIdx="6" presStyleCnt="7">
        <dgm:presLayoutVars>
          <dgm:chPref val="3"/>
        </dgm:presLayoutVars>
      </dgm:prSet>
      <dgm:spPr/>
    </dgm:pt>
    <dgm:pt modelId="{E75493B1-6F25-4CE8-94FB-F8926CC5253A}" type="pres">
      <dgm:prSet presAssocID="{F5CA3B8A-1966-4432-AE98-D0DA96B92A77}" presName="rootConnector" presStyleLbl="node3" presStyleIdx="6" presStyleCnt="7"/>
      <dgm:spPr/>
    </dgm:pt>
    <dgm:pt modelId="{AA443CE3-C717-46DB-B387-FC7F38EE0508}" type="pres">
      <dgm:prSet presAssocID="{F5CA3B8A-1966-4432-AE98-D0DA96B92A77}" presName="hierChild4" presStyleCnt="0"/>
      <dgm:spPr/>
    </dgm:pt>
    <dgm:pt modelId="{FC3554B1-C1B5-40CA-AF42-E2ECD866860B}" type="pres">
      <dgm:prSet presAssocID="{F5CA3B8A-1966-4432-AE98-D0DA96B92A77}" presName="hierChild5" presStyleCnt="0"/>
      <dgm:spPr/>
    </dgm:pt>
    <dgm:pt modelId="{52C351E8-C4DA-46B7-BD1B-D2FC00E94481}" type="pres">
      <dgm:prSet presAssocID="{E7706C11-3D1B-4127-BBBE-2C1D6F389778}" presName="hierChild5" presStyleCnt="0"/>
      <dgm:spPr/>
    </dgm:pt>
    <dgm:pt modelId="{81C1EF69-6B56-405B-B361-33D019886E5C}" type="pres">
      <dgm:prSet presAssocID="{2E2A766C-9EA7-406D-BB1A-72C1672415E7}" presName="hierChild3" presStyleCnt="0"/>
      <dgm:spPr/>
    </dgm:pt>
  </dgm:ptLst>
  <dgm:cxnLst>
    <dgm:cxn modelId="{DD383801-BEE9-4A10-959D-00A7DDC0D8A6}" type="presOf" srcId="{5611F15A-084B-414E-95A9-34C7A885B59C}" destId="{F13E40D3-9CA6-49E6-BE7A-6436A6332938}" srcOrd="1" destOrd="0" presId="urn:microsoft.com/office/officeart/2005/8/layout/orgChart1"/>
    <dgm:cxn modelId="{AC18A104-B26F-4E5F-99C5-0671ADDC0F46}" type="presOf" srcId="{2E2A766C-9EA7-406D-BB1A-72C1672415E7}" destId="{2671A687-C686-4096-8D6A-12AB49F8AE71}" srcOrd="0" destOrd="0" presId="urn:microsoft.com/office/officeart/2005/8/layout/orgChart1"/>
    <dgm:cxn modelId="{40E83A05-25AD-40D3-A8BB-0EC15D922A8D}" type="presOf" srcId="{E832E50A-05D6-4312-8D44-85DB3A54736D}" destId="{29571B36-3AB6-488D-8A9C-F6972EE36D22}" srcOrd="1" destOrd="0" presId="urn:microsoft.com/office/officeart/2005/8/layout/orgChart1"/>
    <dgm:cxn modelId="{6652F80B-7B62-45B2-BB70-A360FB9DA95F}" type="presOf" srcId="{C668FE44-1C2D-4996-A431-5F178964A199}" destId="{C6D5A561-1EAA-4770-AFBE-4A761B6B330C}" srcOrd="0" destOrd="0" presId="urn:microsoft.com/office/officeart/2005/8/layout/orgChart1"/>
    <dgm:cxn modelId="{8BB57919-AA26-4DF6-9018-175157A6F66A}" type="presOf" srcId="{8FD80D9A-9189-4CF8-89E8-3ECED1D25419}" destId="{00088933-BCE7-4262-8E8B-CFB99085B354}" srcOrd="0" destOrd="0" presId="urn:microsoft.com/office/officeart/2005/8/layout/orgChart1"/>
    <dgm:cxn modelId="{79E1311A-4FE2-4533-8BF5-E842597B3D84}" type="presOf" srcId="{61FB85E5-E8D9-4B38-BF3B-7964C369AF17}" destId="{288CA5A8-123E-474D-BFB5-56D5A9EFC44D}" srcOrd="0" destOrd="0" presId="urn:microsoft.com/office/officeart/2005/8/layout/orgChart1"/>
    <dgm:cxn modelId="{37206F1A-501D-491E-8533-8C19D0D58FB9}" type="presOf" srcId="{BD579F7A-0A5A-4C86-BBEC-C89D440B6A09}" destId="{DF6F1B0D-44D9-4F38-B166-31D10E22C0EF}" srcOrd="0" destOrd="0" presId="urn:microsoft.com/office/officeart/2005/8/layout/orgChart1"/>
    <dgm:cxn modelId="{6B8AC91B-8CDD-4FDF-A268-B81168C79ED1}" srcId="{5611F15A-084B-414E-95A9-34C7A885B59C}" destId="{9566310C-B686-43E0-BA8A-07DAE64DD9BA}" srcOrd="2" destOrd="0" parTransId="{054551EC-4A66-40D1-8D24-4972A2C5D6F1}" sibTransId="{A8F5B890-2CEE-4702-9733-74C982685696}"/>
    <dgm:cxn modelId="{179E431F-BA07-4FA3-81FE-CA02F45FB7E5}" type="presOf" srcId="{E7706C11-3D1B-4127-BBBE-2C1D6F389778}" destId="{8917DE24-1406-49DD-9FC2-3185B3D38187}" srcOrd="0" destOrd="0" presId="urn:microsoft.com/office/officeart/2005/8/layout/orgChart1"/>
    <dgm:cxn modelId="{0B84B81F-D87D-4472-91D8-F724A66BD653}" type="presOf" srcId="{EC356573-1C31-4105-AB94-AB0CFA6A5501}" destId="{07C430EF-D4F7-496D-A6CB-F3F1FFE42F13}" srcOrd="0" destOrd="0" presId="urn:microsoft.com/office/officeart/2005/8/layout/orgChart1"/>
    <dgm:cxn modelId="{0F9D4F26-3F61-448D-A302-16A9DEF1B974}" srcId="{2E2A766C-9EA7-406D-BB1A-72C1672415E7}" destId="{A2E60C06-CAD4-452C-AF77-D0310E003F49}" srcOrd="1" destOrd="0" parTransId="{EC356573-1C31-4105-AB94-AB0CFA6A5501}" sibTransId="{8354D5DB-8372-4854-8975-9BCF93610C90}"/>
    <dgm:cxn modelId="{29671E33-3CE7-428F-9A7D-AA6903786FDE}" srcId="{A2E60C06-CAD4-452C-AF77-D0310E003F49}" destId="{E832E50A-05D6-4312-8D44-85DB3A54736D}" srcOrd="0" destOrd="0" parTransId="{61FB85E5-E8D9-4B38-BF3B-7964C369AF17}" sibTransId="{1BA11E3A-1B3A-45E5-934E-2287042B1BDF}"/>
    <dgm:cxn modelId="{ED4FB33B-62EF-47D3-9A5E-3E2B3805C0BA}" type="presOf" srcId="{E7706C11-3D1B-4127-BBBE-2C1D6F389778}" destId="{AD53A3B3-ADC4-49A5-BC63-F82E0F388CC0}" srcOrd="1" destOrd="0" presId="urn:microsoft.com/office/officeart/2005/8/layout/orgChart1"/>
    <dgm:cxn modelId="{08B67E3C-C9EA-40E0-AC0F-DF30B73DD6A5}" srcId="{E7706C11-3D1B-4127-BBBE-2C1D6F389778}" destId="{F5CA3B8A-1966-4432-AE98-D0DA96B92A77}" srcOrd="2" destOrd="0" parTransId="{D88A3126-CD02-43E0-88A7-58E579592AC7}" sibTransId="{3FB605A5-D560-45C2-9576-98652F95FED6}"/>
    <dgm:cxn modelId="{FB80FA42-E05E-46EF-8C51-C9DB66011D6D}" type="presOf" srcId="{E2CB6961-60AE-4574-8FDE-A14FCE513EC8}" destId="{F2C8573D-9089-49A3-88FC-6C8FCA07A128}" srcOrd="0" destOrd="0" presId="urn:microsoft.com/office/officeart/2005/8/layout/orgChart1"/>
    <dgm:cxn modelId="{8FB44B45-C98B-46B3-93E9-B216574E627E}" type="presOf" srcId="{054551EC-4A66-40D1-8D24-4972A2C5D6F1}" destId="{BC5F9BFA-6A88-43D6-A68C-657A3B16C5AA}" srcOrd="0" destOrd="0" presId="urn:microsoft.com/office/officeart/2005/8/layout/orgChart1"/>
    <dgm:cxn modelId="{B1209A49-7126-42FF-A38E-85FA7DAF1D08}" srcId="{5611F15A-084B-414E-95A9-34C7A885B59C}" destId="{F72919E7-86C3-44D6-97F0-642081B06C11}" srcOrd="1" destOrd="0" parTransId="{78817192-2C89-47DE-94FE-4FD166B9CA6F}" sibTransId="{B6DEAFD5-5833-4888-B650-5A3072CB0A1D}"/>
    <dgm:cxn modelId="{4782C354-C420-422F-A090-60BD217FCD9E}" type="presOf" srcId="{594ADD06-AD04-4C0A-96E6-9FD9724FE3A4}" destId="{B9F2B97E-4392-4EE8-8D49-6AFB26588318}" srcOrd="0" destOrd="0" presId="urn:microsoft.com/office/officeart/2005/8/layout/orgChart1"/>
    <dgm:cxn modelId="{2122A659-F6EC-4940-8D48-2996BE772149}" srcId="{2E2A766C-9EA7-406D-BB1A-72C1672415E7}" destId="{E7706C11-3D1B-4127-BBBE-2C1D6F389778}" srcOrd="2" destOrd="0" parTransId="{BD579F7A-0A5A-4C86-BBEC-C89D440B6A09}" sibTransId="{E1D34624-C754-4CA8-A30E-6AA653485A3C}"/>
    <dgm:cxn modelId="{DC352266-ABE7-41F1-999A-379E123B04C7}" type="presOf" srcId="{D88A3126-CD02-43E0-88A7-58E579592AC7}" destId="{70A59C60-2D2C-4B63-9B77-913F78D0ED4F}" srcOrd="0" destOrd="0" presId="urn:microsoft.com/office/officeart/2005/8/layout/orgChart1"/>
    <dgm:cxn modelId="{C5387169-AFB9-43C8-9B33-2E68DFF67D35}" type="presOf" srcId="{5611F15A-084B-414E-95A9-34C7A885B59C}" destId="{67BF4B72-3995-4C98-9051-74C33895FB9D}" srcOrd="0" destOrd="0" presId="urn:microsoft.com/office/officeart/2005/8/layout/orgChart1"/>
    <dgm:cxn modelId="{9D2B9171-7E3C-4CA4-B89C-2DE376F7AA3E}" type="presOf" srcId="{0D98AA96-4F96-4B7F-820B-91EA9B5D099D}" destId="{2B598ECB-A6AC-4828-83A6-D3FAB99DE405}" srcOrd="0" destOrd="0" presId="urn:microsoft.com/office/officeart/2005/8/layout/orgChart1"/>
    <dgm:cxn modelId="{25001173-0CF6-43BC-AD67-6EAD4B303A8D}" type="presOf" srcId="{F5CA3B8A-1966-4432-AE98-D0DA96B92A77}" destId="{2657A9C6-1DA0-4775-9F08-9517580EB398}" srcOrd="0" destOrd="0" presId="urn:microsoft.com/office/officeart/2005/8/layout/orgChart1"/>
    <dgm:cxn modelId="{B1F6277B-B995-46F5-A216-35B267239965}" type="presOf" srcId="{489500B3-9AB5-4132-A449-30050493FDFC}" destId="{94F5D520-7281-4658-AB1E-991F26F37FEF}" srcOrd="0" destOrd="0" presId="urn:microsoft.com/office/officeart/2005/8/layout/orgChart1"/>
    <dgm:cxn modelId="{25707981-C3A6-4935-9C97-617651E06684}" srcId="{594ADD06-AD04-4C0A-96E6-9FD9724FE3A4}" destId="{2E2A766C-9EA7-406D-BB1A-72C1672415E7}" srcOrd="0" destOrd="0" parTransId="{A10D0EF2-6755-44CF-9112-F563663FBC5C}" sibTransId="{6C6330EC-F62B-474B-B449-70DBFD968513}"/>
    <dgm:cxn modelId="{73B73690-2A6F-483C-AAA9-2004C2E0F258}" srcId="{E7706C11-3D1B-4127-BBBE-2C1D6F389778}" destId="{12F9313B-CE39-4307-B03B-A6D75F429BFF}" srcOrd="1" destOrd="0" parTransId="{0D98AA96-4F96-4B7F-820B-91EA9B5D099D}" sibTransId="{FC468F56-DDAA-4F28-BCE9-03A1875A0ACB}"/>
    <dgm:cxn modelId="{C2394A97-43B1-4179-89E3-595736D1CB54}" type="presOf" srcId="{F72919E7-86C3-44D6-97F0-642081B06C11}" destId="{6F53A99F-0650-4E6D-9B5C-5D97F7FCB692}" srcOrd="1" destOrd="0" presId="urn:microsoft.com/office/officeart/2005/8/layout/orgChart1"/>
    <dgm:cxn modelId="{5C45DD98-EBC3-468B-B534-C0103C4E8746}" type="presOf" srcId="{12F9313B-CE39-4307-B03B-A6D75F429BFF}" destId="{6F51EF9D-371D-4FD6-BFE0-C7F10587ACD3}" srcOrd="1" destOrd="0" presId="urn:microsoft.com/office/officeart/2005/8/layout/orgChart1"/>
    <dgm:cxn modelId="{58DF209C-675B-4C36-A5CD-DFBBFE3B00CE}" type="presOf" srcId="{A2E60C06-CAD4-452C-AF77-D0310E003F49}" destId="{1F35D6BC-3231-4B17-8940-89D4BC715866}" srcOrd="1" destOrd="0" presId="urn:microsoft.com/office/officeart/2005/8/layout/orgChart1"/>
    <dgm:cxn modelId="{ABB757A9-F268-4084-9D37-A0A98BCC3DF8}" srcId="{E7706C11-3D1B-4127-BBBE-2C1D6F389778}" destId="{489500B3-9AB5-4132-A449-30050493FDFC}" srcOrd="0" destOrd="0" parTransId="{E2CB6961-60AE-4574-8FDE-A14FCE513EC8}" sibTransId="{A41EB81F-EA15-4431-A9D1-20AE0A1E94A7}"/>
    <dgm:cxn modelId="{4FEEF3A9-552F-412E-8BE0-B18E9B5BBCCD}" type="presOf" srcId="{A2E60C06-CAD4-452C-AF77-D0310E003F49}" destId="{2B1DADB8-2CD3-4B04-9A81-1F10757C749A}" srcOrd="0" destOrd="0" presId="urn:microsoft.com/office/officeart/2005/8/layout/orgChart1"/>
    <dgm:cxn modelId="{844FA3AC-635D-4A93-953A-BCF67098A9E2}" srcId="{5611F15A-084B-414E-95A9-34C7A885B59C}" destId="{C668FE44-1C2D-4996-A431-5F178964A199}" srcOrd="0" destOrd="0" parTransId="{66520C66-A67A-4C57-97B1-E3B2F2116D81}" sibTransId="{630EB3D9-C2B4-4F8D-9E3D-5097C4CDBC2D}"/>
    <dgm:cxn modelId="{050671AD-22CA-43EA-B938-607F71DB1F52}" type="presOf" srcId="{12F9313B-CE39-4307-B03B-A6D75F429BFF}" destId="{9CE9EE4C-D508-4F26-9A56-20E63AD56072}" srcOrd="0" destOrd="0" presId="urn:microsoft.com/office/officeart/2005/8/layout/orgChart1"/>
    <dgm:cxn modelId="{77D7DCB3-3F5C-4A9B-AA59-A41DFEAC7417}" type="presOf" srcId="{2E2A766C-9EA7-406D-BB1A-72C1672415E7}" destId="{A65C890A-BCC6-44D3-B35A-4D5D9F552228}" srcOrd="1" destOrd="0" presId="urn:microsoft.com/office/officeart/2005/8/layout/orgChart1"/>
    <dgm:cxn modelId="{8D3E5EB6-B1A2-453B-BCB7-0BD349389E71}" type="presOf" srcId="{66520C66-A67A-4C57-97B1-E3B2F2116D81}" destId="{99D00FD2-C6DE-464F-B769-D3E81D64675A}" srcOrd="0" destOrd="0" presId="urn:microsoft.com/office/officeart/2005/8/layout/orgChart1"/>
    <dgm:cxn modelId="{BEDFACCF-35C8-4602-9CE5-0E24A0005D43}" type="presOf" srcId="{78817192-2C89-47DE-94FE-4FD166B9CA6F}" destId="{D9DF2D44-D7EF-40A6-B692-2E62A955E0F2}" srcOrd="0" destOrd="0" presId="urn:microsoft.com/office/officeart/2005/8/layout/orgChart1"/>
    <dgm:cxn modelId="{F3D0DED0-3BB0-43AB-9A6B-6B1D67C6ED1A}" type="presOf" srcId="{C668FE44-1C2D-4996-A431-5F178964A199}" destId="{6D1A7ACB-56ED-4FD5-877D-F7B521EB0F9E}" srcOrd="1" destOrd="0" presId="urn:microsoft.com/office/officeart/2005/8/layout/orgChart1"/>
    <dgm:cxn modelId="{4EC567DC-2271-442E-A4A8-C5DA51D8F225}" type="presOf" srcId="{F72919E7-86C3-44D6-97F0-642081B06C11}" destId="{EC36EBC7-2C72-45DA-9EAE-E41E6CBE28D5}" srcOrd="0" destOrd="0" presId="urn:microsoft.com/office/officeart/2005/8/layout/orgChart1"/>
    <dgm:cxn modelId="{A27781DD-A6AB-4339-A40F-056ADDB119BA}" type="presOf" srcId="{F5CA3B8A-1966-4432-AE98-D0DA96B92A77}" destId="{E75493B1-6F25-4CE8-94FB-F8926CC5253A}" srcOrd="1" destOrd="0" presId="urn:microsoft.com/office/officeart/2005/8/layout/orgChart1"/>
    <dgm:cxn modelId="{6378FAE5-CB4B-4663-9D9A-E40E72584DDB}" type="presOf" srcId="{9566310C-B686-43E0-BA8A-07DAE64DD9BA}" destId="{27E769C9-1039-4250-B6C5-1373CB1C370C}" srcOrd="1" destOrd="0" presId="urn:microsoft.com/office/officeart/2005/8/layout/orgChart1"/>
    <dgm:cxn modelId="{433680E9-DEFD-455F-995B-31D09FA61F30}" type="presOf" srcId="{489500B3-9AB5-4132-A449-30050493FDFC}" destId="{74207401-449F-40BE-8E8F-CE754CCDE104}" srcOrd="1" destOrd="0" presId="urn:microsoft.com/office/officeart/2005/8/layout/orgChart1"/>
    <dgm:cxn modelId="{E91FD5EB-8B45-40C3-8AF3-AD94F10C6B5B}" type="presOf" srcId="{9566310C-B686-43E0-BA8A-07DAE64DD9BA}" destId="{4F0826AD-6BBA-48F4-8CA7-BCBED4E48C12}" srcOrd="0" destOrd="0" presId="urn:microsoft.com/office/officeart/2005/8/layout/orgChart1"/>
    <dgm:cxn modelId="{534E3AF6-B31F-4308-ACE5-60380923E9A5}" type="presOf" srcId="{E832E50A-05D6-4312-8D44-85DB3A54736D}" destId="{67A605D5-1007-417D-A307-9A6126257EE3}" srcOrd="0" destOrd="0" presId="urn:microsoft.com/office/officeart/2005/8/layout/orgChart1"/>
    <dgm:cxn modelId="{35CC44FD-1764-4514-ABDA-2649838360DD}" srcId="{2E2A766C-9EA7-406D-BB1A-72C1672415E7}" destId="{5611F15A-084B-414E-95A9-34C7A885B59C}" srcOrd="0" destOrd="0" parTransId="{8FD80D9A-9189-4CF8-89E8-3ECED1D25419}" sibTransId="{C4EBEAB3-AE91-41F0-9D4E-9D5F45452D6B}"/>
    <dgm:cxn modelId="{00EA1E60-0ADA-406D-822E-60EC2449B7AE}" type="presParOf" srcId="{B9F2B97E-4392-4EE8-8D49-6AFB26588318}" destId="{92CFBDA1-E50E-41A8-9224-65E0C1D17E65}" srcOrd="0" destOrd="0" presId="urn:microsoft.com/office/officeart/2005/8/layout/orgChart1"/>
    <dgm:cxn modelId="{9F636713-693E-473E-A61C-8F7233F4A3E0}" type="presParOf" srcId="{92CFBDA1-E50E-41A8-9224-65E0C1D17E65}" destId="{9EA4ACF7-DE87-4490-BEF3-AC895A6996F2}" srcOrd="0" destOrd="0" presId="urn:microsoft.com/office/officeart/2005/8/layout/orgChart1"/>
    <dgm:cxn modelId="{BB65B30C-895E-4787-A2C2-F91A1C50A588}" type="presParOf" srcId="{9EA4ACF7-DE87-4490-BEF3-AC895A6996F2}" destId="{2671A687-C686-4096-8D6A-12AB49F8AE71}" srcOrd="0" destOrd="0" presId="urn:microsoft.com/office/officeart/2005/8/layout/orgChart1"/>
    <dgm:cxn modelId="{F183240B-F4F8-4940-B7EC-CE0B8FBB4273}" type="presParOf" srcId="{9EA4ACF7-DE87-4490-BEF3-AC895A6996F2}" destId="{A65C890A-BCC6-44D3-B35A-4D5D9F552228}" srcOrd="1" destOrd="0" presId="urn:microsoft.com/office/officeart/2005/8/layout/orgChart1"/>
    <dgm:cxn modelId="{F00BD878-20DF-4EC4-92CA-4378A6A39C62}" type="presParOf" srcId="{92CFBDA1-E50E-41A8-9224-65E0C1D17E65}" destId="{DA2E52FB-F3B1-41FB-B480-F6A703CF38B9}" srcOrd="1" destOrd="0" presId="urn:microsoft.com/office/officeart/2005/8/layout/orgChart1"/>
    <dgm:cxn modelId="{498AAFE5-F803-478F-A083-71ED43CE9032}" type="presParOf" srcId="{DA2E52FB-F3B1-41FB-B480-F6A703CF38B9}" destId="{00088933-BCE7-4262-8E8B-CFB99085B354}" srcOrd="0" destOrd="0" presId="urn:microsoft.com/office/officeart/2005/8/layout/orgChart1"/>
    <dgm:cxn modelId="{0BF865B5-A653-4896-8BB9-255D632E4A7E}" type="presParOf" srcId="{DA2E52FB-F3B1-41FB-B480-F6A703CF38B9}" destId="{4E348F60-1EC2-4F62-A5E9-16B39FB06714}" srcOrd="1" destOrd="0" presId="urn:microsoft.com/office/officeart/2005/8/layout/orgChart1"/>
    <dgm:cxn modelId="{D10F9230-D560-491A-BA23-C631D9DB6329}" type="presParOf" srcId="{4E348F60-1EC2-4F62-A5E9-16B39FB06714}" destId="{9F041AD3-A92D-4E28-9B6D-9132706ECD0E}" srcOrd="0" destOrd="0" presId="urn:microsoft.com/office/officeart/2005/8/layout/orgChart1"/>
    <dgm:cxn modelId="{F40F0CE8-ACB7-4A26-9E84-A9A740760BCD}" type="presParOf" srcId="{9F041AD3-A92D-4E28-9B6D-9132706ECD0E}" destId="{67BF4B72-3995-4C98-9051-74C33895FB9D}" srcOrd="0" destOrd="0" presId="urn:microsoft.com/office/officeart/2005/8/layout/orgChart1"/>
    <dgm:cxn modelId="{7221585C-84D6-446F-9EC3-75A2AB086E46}" type="presParOf" srcId="{9F041AD3-A92D-4E28-9B6D-9132706ECD0E}" destId="{F13E40D3-9CA6-49E6-BE7A-6436A6332938}" srcOrd="1" destOrd="0" presId="urn:microsoft.com/office/officeart/2005/8/layout/orgChart1"/>
    <dgm:cxn modelId="{91E7415D-BE6B-4493-87AD-6B045CC93213}" type="presParOf" srcId="{4E348F60-1EC2-4F62-A5E9-16B39FB06714}" destId="{79BD2100-5052-450B-9C14-DC68867FBA86}" srcOrd="1" destOrd="0" presId="urn:microsoft.com/office/officeart/2005/8/layout/orgChart1"/>
    <dgm:cxn modelId="{4A7E8427-BC72-45E5-B34A-DB0AF5C7CDF4}" type="presParOf" srcId="{79BD2100-5052-450B-9C14-DC68867FBA86}" destId="{99D00FD2-C6DE-464F-B769-D3E81D64675A}" srcOrd="0" destOrd="0" presId="urn:microsoft.com/office/officeart/2005/8/layout/orgChart1"/>
    <dgm:cxn modelId="{0BAD9E7D-4B52-4947-B29D-A38EEBE77DE6}" type="presParOf" srcId="{79BD2100-5052-450B-9C14-DC68867FBA86}" destId="{F7A757C6-5798-458E-97D7-565B65990CB5}" srcOrd="1" destOrd="0" presId="urn:microsoft.com/office/officeart/2005/8/layout/orgChart1"/>
    <dgm:cxn modelId="{AE3A6993-1BAF-43D7-91B1-0D283BE34E4F}" type="presParOf" srcId="{F7A757C6-5798-458E-97D7-565B65990CB5}" destId="{19E6105C-8D9A-4935-AF4A-975FEF35AED8}" srcOrd="0" destOrd="0" presId="urn:microsoft.com/office/officeart/2005/8/layout/orgChart1"/>
    <dgm:cxn modelId="{E4490A97-73FD-46D9-A5F6-0BD49B0AABE8}" type="presParOf" srcId="{19E6105C-8D9A-4935-AF4A-975FEF35AED8}" destId="{C6D5A561-1EAA-4770-AFBE-4A761B6B330C}" srcOrd="0" destOrd="0" presId="urn:microsoft.com/office/officeart/2005/8/layout/orgChart1"/>
    <dgm:cxn modelId="{E77183AA-305F-41A8-B895-1F5258213665}" type="presParOf" srcId="{19E6105C-8D9A-4935-AF4A-975FEF35AED8}" destId="{6D1A7ACB-56ED-4FD5-877D-F7B521EB0F9E}" srcOrd="1" destOrd="0" presId="urn:microsoft.com/office/officeart/2005/8/layout/orgChart1"/>
    <dgm:cxn modelId="{6D30D919-5B1C-4231-BBBE-4D5A502C1259}" type="presParOf" srcId="{F7A757C6-5798-458E-97D7-565B65990CB5}" destId="{1EE8DCEF-0744-466D-A676-63897CC57871}" srcOrd="1" destOrd="0" presId="urn:microsoft.com/office/officeart/2005/8/layout/orgChart1"/>
    <dgm:cxn modelId="{E1928636-55F6-4086-AB14-28EAD56CDB23}" type="presParOf" srcId="{F7A757C6-5798-458E-97D7-565B65990CB5}" destId="{DFABE562-D00B-4B3C-BFA6-6CB9A5A5C727}" srcOrd="2" destOrd="0" presId="urn:microsoft.com/office/officeart/2005/8/layout/orgChart1"/>
    <dgm:cxn modelId="{9F4725CF-4197-4F24-B631-FD84EE5061FC}" type="presParOf" srcId="{79BD2100-5052-450B-9C14-DC68867FBA86}" destId="{D9DF2D44-D7EF-40A6-B692-2E62A955E0F2}" srcOrd="2" destOrd="0" presId="urn:microsoft.com/office/officeart/2005/8/layout/orgChart1"/>
    <dgm:cxn modelId="{C0064274-8C1F-4EFC-84BC-4648EEF0F41D}" type="presParOf" srcId="{79BD2100-5052-450B-9C14-DC68867FBA86}" destId="{89488100-B42D-407B-A56B-7A1B70B465BE}" srcOrd="3" destOrd="0" presId="urn:microsoft.com/office/officeart/2005/8/layout/orgChart1"/>
    <dgm:cxn modelId="{59A8740C-A310-4AB0-8AB8-1E2A10A3592A}" type="presParOf" srcId="{89488100-B42D-407B-A56B-7A1B70B465BE}" destId="{E075A8EF-A0D1-4AA1-9D49-C5D825DCF9D7}" srcOrd="0" destOrd="0" presId="urn:microsoft.com/office/officeart/2005/8/layout/orgChart1"/>
    <dgm:cxn modelId="{4F2BA8A0-CF4E-4C62-AAD7-0CA8EB23FF05}" type="presParOf" srcId="{E075A8EF-A0D1-4AA1-9D49-C5D825DCF9D7}" destId="{EC36EBC7-2C72-45DA-9EAE-E41E6CBE28D5}" srcOrd="0" destOrd="0" presId="urn:microsoft.com/office/officeart/2005/8/layout/orgChart1"/>
    <dgm:cxn modelId="{3E114C3B-ECD6-4DB1-AD20-26D55724CFAF}" type="presParOf" srcId="{E075A8EF-A0D1-4AA1-9D49-C5D825DCF9D7}" destId="{6F53A99F-0650-4E6D-9B5C-5D97F7FCB692}" srcOrd="1" destOrd="0" presId="urn:microsoft.com/office/officeart/2005/8/layout/orgChart1"/>
    <dgm:cxn modelId="{A9DCB0FC-0764-4D98-8E70-0E3AE2C83D74}" type="presParOf" srcId="{89488100-B42D-407B-A56B-7A1B70B465BE}" destId="{3B5480CD-2B74-4026-B646-0E7808488644}" srcOrd="1" destOrd="0" presId="urn:microsoft.com/office/officeart/2005/8/layout/orgChart1"/>
    <dgm:cxn modelId="{8103C7FD-97E3-4934-8CBB-7D4B203C81D5}" type="presParOf" srcId="{89488100-B42D-407B-A56B-7A1B70B465BE}" destId="{5CDD6A81-4F88-4430-AD08-A83E687290D6}" srcOrd="2" destOrd="0" presId="urn:microsoft.com/office/officeart/2005/8/layout/orgChart1"/>
    <dgm:cxn modelId="{FFBFA35B-251D-4983-8BA7-DDE6DF56AFBB}" type="presParOf" srcId="{79BD2100-5052-450B-9C14-DC68867FBA86}" destId="{BC5F9BFA-6A88-43D6-A68C-657A3B16C5AA}" srcOrd="4" destOrd="0" presId="urn:microsoft.com/office/officeart/2005/8/layout/orgChart1"/>
    <dgm:cxn modelId="{64777DEF-0D98-4B22-A8BB-B020A0F5C92C}" type="presParOf" srcId="{79BD2100-5052-450B-9C14-DC68867FBA86}" destId="{12CC4100-A284-466F-B614-322862A6FF4B}" srcOrd="5" destOrd="0" presId="urn:microsoft.com/office/officeart/2005/8/layout/orgChart1"/>
    <dgm:cxn modelId="{3DF60E74-0DB9-4981-BB00-45BAD305C00F}" type="presParOf" srcId="{12CC4100-A284-466F-B614-322862A6FF4B}" destId="{2E0BD62D-ECAB-460E-BE86-16CF1744C303}" srcOrd="0" destOrd="0" presId="urn:microsoft.com/office/officeart/2005/8/layout/orgChart1"/>
    <dgm:cxn modelId="{AC2270A7-CBEB-428E-A742-F91B1C9D563E}" type="presParOf" srcId="{2E0BD62D-ECAB-460E-BE86-16CF1744C303}" destId="{4F0826AD-6BBA-48F4-8CA7-BCBED4E48C12}" srcOrd="0" destOrd="0" presId="urn:microsoft.com/office/officeart/2005/8/layout/orgChart1"/>
    <dgm:cxn modelId="{503080FF-4FC3-4166-B7E9-CAAB02862E57}" type="presParOf" srcId="{2E0BD62D-ECAB-460E-BE86-16CF1744C303}" destId="{27E769C9-1039-4250-B6C5-1373CB1C370C}" srcOrd="1" destOrd="0" presId="urn:microsoft.com/office/officeart/2005/8/layout/orgChart1"/>
    <dgm:cxn modelId="{F1253DF1-D7F7-455F-9208-284BB6B6DB82}" type="presParOf" srcId="{12CC4100-A284-466F-B614-322862A6FF4B}" destId="{23FF41EE-3CA3-41F4-ACA3-26B03C1C96A1}" srcOrd="1" destOrd="0" presId="urn:microsoft.com/office/officeart/2005/8/layout/orgChart1"/>
    <dgm:cxn modelId="{67088836-9787-4A9C-8385-962E80377517}" type="presParOf" srcId="{12CC4100-A284-466F-B614-322862A6FF4B}" destId="{0A220ADF-3061-459D-A597-C72CEB9E0FCC}" srcOrd="2" destOrd="0" presId="urn:microsoft.com/office/officeart/2005/8/layout/orgChart1"/>
    <dgm:cxn modelId="{BCBE6017-EAAA-436B-8D6B-87A074A808BD}" type="presParOf" srcId="{4E348F60-1EC2-4F62-A5E9-16B39FB06714}" destId="{F9CF171F-1513-43B5-9527-AB1BEF0E7B43}" srcOrd="2" destOrd="0" presId="urn:microsoft.com/office/officeart/2005/8/layout/orgChart1"/>
    <dgm:cxn modelId="{B69CEBAA-426E-490C-BD67-7C9D7D4E9195}" type="presParOf" srcId="{DA2E52FB-F3B1-41FB-B480-F6A703CF38B9}" destId="{07C430EF-D4F7-496D-A6CB-F3F1FFE42F13}" srcOrd="2" destOrd="0" presId="urn:microsoft.com/office/officeart/2005/8/layout/orgChart1"/>
    <dgm:cxn modelId="{DE54D9B8-D19C-433F-960F-66519D220210}" type="presParOf" srcId="{DA2E52FB-F3B1-41FB-B480-F6A703CF38B9}" destId="{101181CB-F308-419B-B520-47161A51A270}" srcOrd="3" destOrd="0" presId="urn:microsoft.com/office/officeart/2005/8/layout/orgChart1"/>
    <dgm:cxn modelId="{21507CCF-9B07-4D37-90B9-271F85B09479}" type="presParOf" srcId="{101181CB-F308-419B-B520-47161A51A270}" destId="{B7C51720-4F44-4974-BA61-D1B386CCB217}" srcOrd="0" destOrd="0" presId="urn:microsoft.com/office/officeart/2005/8/layout/orgChart1"/>
    <dgm:cxn modelId="{554B72BA-7C1E-47DC-B432-DAA632010785}" type="presParOf" srcId="{B7C51720-4F44-4974-BA61-D1B386CCB217}" destId="{2B1DADB8-2CD3-4B04-9A81-1F10757C749A}" srcOrd="0" destOrd="0" presId="urn:microsoft.com/office/officeart/2005/8/layout/orgChart1"/>
    <dgm:cxn modelId="{4615A8A2-6D08-4F7C-8E76-03C2A8B3E3EC}" type="presParOf" srcId="{B7C51720-4F44-4974-BA61-D1B386CCB217}" destId="{1F35D6BC-3231-4B17-8940-89D4BC715866}" srcOrd="1" destOrd="0" presId="urn:microsoft.com/office/officeart/2005/8/layout/orgChart1"/>
    <dgm:cxn modelId="{57BD119B-1FB4-4878-B384-22740AD1B386}" type="presParOf" srcId="{101181CB-F308-419B-B520-47161A51A270}" destId="{323F14D4-42EF-41D6-B7B1-C965167E4D92}" srcOrd="1" destOrd="0" presId="urn:microsoft.com/office/officeart/2005/8/layout/orgChart1"/>
    <dgm:cxn modelId="{95BF847D-589A-463C-AA1B-8C6DE433B079}" type="presParOf" srcId="{323F14D4-42EF-41D6-B7B1-C965167E4D92}" destId="{288CA5A8-123E-474D-BFB5-56D5A9EFC44D}" srcOrd="0" destOrd="0" presId="urn:microsoft.com/office/officeart/2005/8/layout/orgChart1"/>
    <dgm:cxn modelId="{EFBF4DC3-D476-43BF-B30D-46539FB94267}" type="presParOf" srcId="{323F14D4-42EF-41D6-B7B1-C965167E4D92}" destId="{8185283F-F8CE-47BC-A9F0-BB5FEAB755D1}" srcOrd="1" destOrd="0" presId="urn:microsoft.com/office/officeart/2005/8/layout/orgChart1"/>
    <dgm:cxn modelId="{A24CB94F-E4F5-4A35-A1E2-2099322A2686}" type="presParOf" srcId="{8185283F-F8CE-47BC-A9F0-BB5FEAB755D1}" destId="{580DC0E9-B0F7-4AC6-9660-6A073E1EAF8E}" srcOrd="0" destOrd="0" presId="urn:microsoft.com/office/officeart/2005/8/layout/orgChart1"/>
    <dgm:cxn modelId="{1A1D56B0-18F0-4E66-A7BC-E5E8ED0F9DCE}" type="presParOf" srcId="{580DC0E9-B0F7-4AC6-9660-6A073E1EAF8E}" destId="{67A605D5-1007-417D-A307-9A6126257EE3}" srcOrd="0" destOrd="0" presId="urn:microsoft.com/office/officeart/2005/8/layout/orgChart1"/>
    <dgm:cxn modelId="{0EAB8614-17E8-4B6A-8E4B-0D3A1720EA7F}" type="presParOf" srcId="{580DC0E9-B0F7-4AC6-9660-6A073E1EAF8E}" destId="{29571B36-3AB6-488D-8A9C-F6972EE36D22}" srcOrd="1" destOrd="0" presId="urn:microsoft.com/office/officeart/2005/8/layout/orgChart1"/>
    <dgm:cxn modelId="{03D1C3B2-E3B5-48E3-A3A2-D83C6ED2B473}" type="presParOf" srcId="{8185283F-F8CE-47BC-A9F0-BB5FEAB755D1}" destId="{4378250D-3AC7-407C-A79B-7C2B200AE906}" srcOrd="1" destOrd="0" presId="urn:microsoft.com/office/officeart/2005/8/layout/orgChart1"/>
    <dgm:cxn modelId="{A52993CE-10A6-4915-8010-14DF48CD6447}" type="presParOf" srcId="{8185283F-F8CE-47BC-A9F0-BB5FEAB755D1}" destId="{CDF9D101-F9D4-474B-B898-7E66964FC13C}" srcOrd="2" destOrd="0" presId="urn:microsoft.com/office/officeart/2005/8/layout/orgChart1"/>
    <dgm:cxn modelId="{46ACC3F6-CAFC-499E-92EF-64CD4B44EB3B}" type="presParOf" srcId="{101181CB-F308-419B-B520-47161A51A270}" destId="{85B4E74E-FF08-4DDA-9681-9CCAFE982925}" srcOrd="2" destOrd="0" presId="urn:microsoft.com/office/officeart/2005/8/layout/orgChart1"/>
    <dgm:cxn modelId="{C92E55ED-DFE5-4185-8DBF-F87F88FB1F4F}" type="presParOf" srcId="{DA2E52FB-F3B1-41FB-B480-F6A703CF38B9}" destId="{DF6F1B0D-44D9-4F38-B166-31D10E22C0EF}" srcOrd="4" destOrd="0" presId="urn:microsoft.com/office/officeart/2005/8/layout/orgChart1"/>
    <dgm:cxn modelId="{EF17ECA0-65CF-4D0F-ABE4-A440B5411760}" type="presParOf" srcId="{DA2E52FB-F3B1-41FB-B480-F6A703CF38B9}" destId="{26FF31C5-0F91-4A30-A792-1304375C3EFA}" srcOrd="5" destOrd="0" presId="urn:microsoft.com/office/officeart/2005/8/layout/orgChart1"/>
    <dgm:cxn modelId="{957B616F-D787-4F88-8CB3-CC83ACFE6B1C}" type="presParOf" srcId="{26FF31C5-0F91-4A30-A792-1304375C3EFA}" destId="{A67CF9AD-DCF2-4298-A271-CD58091B9BD6}" srcOrd="0" destOrd="0" presId="urn:microsoft.com/office/officeart/2005/8/layout/orgChart1"/>
    <dgm:cxn modelId="{35E127A6-A8C0-49C8-96CD-C9D9A3FEF385}" type="presParOf" srcId="{A67CF9AD-DCF2-4298-A271-CD58091B9BD6}" destId="{8917DE24-1406-49DD-9FC2-3185B3D38187}" srcOrd="0" destOrd="0" presId="urn:microsoft.com/office/officeart/2005/8/layout/orgChart1"/>
    <dgm:cxn modelId="{5C5B89AD-2D47-4AA3-83F8-B1890FBAE7D7}" type="presParOf" srcId="{A67CF9AD-DCF2-4298-A271-CD58091B9BD6}" destId="{AD53A3B3-ADC4-49A5-BC63-F82E0F388CC0}" srcOrd="1" destOrd="0" presId="urn:microsoft.com/office/officeart/2005/8/layout/orgChart1"/>
    <dgm:cxn modelId="{AEBACCD9-3C29-4103-B0CE-1ABE5F8C73F7}" type="presParOf" srcId="{26FF31C5-0F91-4A30-A792-1304375C3EFA}" destId="{C7DC959F-0ADE-4DAA-B40A-82C100F4C255}" srcOrd="1" destOrd="0" presId="urn:microsoft.com/office/officeart/2005/8/layout/orgChart1"/>
    <dgm:cxn modelId="{5DEBB2ED-F152-4245-A29D-16864D606EF4}" type="presParOf" srcId="{C7DC959F-0ADE-4DAA-B40A-82C100F4C255}" destId="{F2C8573D-9089-49A3-88FC-6C8FCA07A128}" srcOrd="0" destOrd="0" presId="urn:microsoft.com/office/officeart/2005/8/layout/orgChart1"/>
    <dgm:cxn modelId="{5F2DDEB3-8A6B-4B73-B325-DC6619E9F4ED}" type="presParOf" srcId="{C7DC959F-0ADE-4DAA-B40A-82C100F4C255}" destId="{B81B6508-2471-4EFD-80AE-8B39A9A12CCF}" srcOrd="1" destOrd="0" presId="urn:microsoft.com/office/officeart/2005/8/layout/orgChart1"/>
    <dgm:cxn modelId="{6692908F-155C-462A-91E8-2DE671FD4771}" type="presParOf" srcId="{B81B6508-2471-4EFD-80AE-8B39A9A12CCF}" destId="{0A2308D5-4623-4849-A2D8-EC0DC60227F8}" srcOrd="0" destOrd="0" presId="urn:microsoft.com/office/officeart/2005/8/layout/orgChart1"/>
    <dgm:cxn modelId="{EF972567-47D4-48A7-99E9-DEB45BAF7501}" type="presParOf" srcId="{0A2308D5-4623-4849-A2D8-EC0DC60227F8}" destId="{94F5D520-7281-4658-AB1E-991F26F37FEF}" srcOrd="0" destOrd="0" presId="urn:microsoft.com/office/officeart/2005/8/layout/orgChart1"/>
    <dgm:cxn modelId="{5599B444-C8B5-426C-990E-9D11401EEFEB}" type="presParOf" srcId="{0A2308D5-4623-4849-A2D8-EC0DC60227F8}" destId="{74207401-449F-40BE-8E8F-CE754CCDE104}" srcOrd="1" destOrd="0" presId="urn:microsoft.com/office/officeart/2005/8/layout/orgChart1"/>
    <dgm:cxn modelId="{CE83CF52-2606-49FF-87C3-EDFCC93D4CB2}" type="presParOf" srcId="{B81B6508-2471-4EFD-80AE-8B39A9A12CCF}" destId="{1668430D-4DA1-4093-9715-62DBA5D42D3E}" srcOrd="1" destOrd="0" presId="urn:microsoft.com/office/officeart/2005/8/layout/orgChart1"/>
    <dgm:cxn modelId="{5D4EB7FF-B3AF-4EF0-A0B2-E480874F9DAC}" type="presParOf" srcId="{B81B6508-2471-4EFD-80AE-8B39A9A12CCF}" destId="{C94339A8-7719-476C-A458-4AE8CFC674F5}" srcOrd="2" destOrd="0" presId="urn:microsoft.com/office/officeart/2005/8/layout/orgChart1"/>
    <dgm:cxn modelId="{CCCA9A51-544C-4DD3-801D-A77A1C1C03E7}" type="presParOf" srcId="{C7DC959F-0ADE-4DAA-B40A-82C100F4C255}" destId="{2B598ECB-A6AC-4828-83A6-D3FAB99DE405}" srcOrd="2" destOrd="0" presId="urn:microsoft.com/office/officeart/2005/8/layout/orgChart1"/>
    <dgm:cxn modelId="{F46AB3D8-CE8B-479B-8AD6-C7D883A36E3D}" type="presParOf" srcId="{C7DC959F-0ADE-4DAA-B40A-82C100F4C255}" destId="{62AEC996-F79C-4FCE-AEAF-9B23EE956748}" srcOrd="3" destOrd="0" presId="urn:microsoft.com/office/officeart/2005/8/layout/orgChart1"/>
    <dgm:cxn modelId="{F44F7FF0-C72C-4A76-BEE8-1D933B63790F}" type="presParOf" srcId="{62AEC996-F79C-4FCE-AEAF-9B23EE956748}" destId="{35ACE6A6-26ED-4856-8DFE-40F80BD48ECF}" srcOrd="0" destOrd="0" presId="urn:microsoft.com/office/officeart/2005/8/layout/orgChart1"/>
    <dgm:cxn modelId="{34824DCA-DBEE-470B-AB08-C00EDF067939}" type="presParOf" srcId="{35ACE6A6-26ED-4856-8DFE-40F80BD48ECF}" destId="{9CE9EE4C-D508-4F26-9A56-20E63AD56072}" srcOrd="0" destOrd="0" presId="urn:microsoft.com/office/officeart/2005/8/layout/orgChart1"/>
    <dgm:cxn modelId="{7B8B6BE8-FD1C-4510-A995-9A3569EE4DA1}" type="presParOf" srcId="{35ACE6A6-26ED-4856-8DFE-40F80BD48ECF}" destId="{6F51EF9D-371D-4FD6-BFE0-C7F10587ACD3}" srcOrd="1" destOrd="0" presId="urn:microsoft.com/office/officeart/2005/8/layout/orgChart1"/>
    <dgm:cxn modelId="{E9D81EAE-2E7C-4AA5-B4AA-FB0EEB6C507D}" type="presParOf" srcId="{62AEC996-F79C-4FCE-AEAF-9B23EE956748}" destId="{D42E6BC5-7F77-4F09-AA69-F70BEE5F9EB5}" srcOrd="1" destOrd="0" presId="urn:microsoft.com/office/officeart/2005/8/layout/orgChart1"/>
    <dgm:cxn modelId="{ABC17436-A343-4E4C-8B25-72764D4A76F6}" type="presParOf" srcId="{62AEC996-F79C-4FCE-AEAF-9B23EE956748}" destId="{3BE94EFF-F36E-4301-83AD-B5084B02AD4B}" srcOrd="2" destOrd="0" presId="urn:microsoft.com/office/officeart/2005/8/layout/orgChart1"/>
    <dgm:cxn modelId="{2C39942C-C545-4437-90A0-0033B235F185}" type="presParOf" srcId="{C7DC959F-0ADE-4DAA-B40A-82C100F4C255}" destId="{70A59C60-2D2C-4B63-9B77-913F78D0ED4F}" srcOrd="4" destOrd="0" presId="urn:microsoft.com/office/officeart/2005/8/layout/orgChart1"/>
    <dgm:cxn modelId="{67216F60-81F3-4985-A927-D46ECAD30E90}" type="presParOf" srcId="{C7DC959F-0ADE-4DAA-B40A-82C100F4C255}" destId="{8760A0B9-A192-460F-A6B2-2BDDD9873C4C}" srcOrd="5" destOrd="0" presId="urn:microsoft.com/office/officeart/2005/8/layout/orgChart1"/>
    <dgm:cxn modelId="{B65EDA87-7025-47C6-9507-6A40EE08A0BC}" type="presParOf" srcId="{8760A0B9-A192-460F-A6B2-2BDDD9873C4C}" destId="{D701FE5B-550C-47E8-8065-FE8735CF6D67}" srcOrd="0" destOrd="0" presId="urn:microsoft.com/office/officeart/2005/8/layout/orgChart1"/>
    <dgm:cxn modelId="{FED111C7-0972-4042-832F-724A9C37A4AA}" type="presParOf" srcId="{D701FE5B-550C-47E8-8065-FE8735CF6D67}" destId="{2657A9C6-1DA0-4775-9F08-9517580EB398}" srcOrd="0" destOrd="0" presId="urn:microsoft.com/office/officeart/2005/8/layout/orgChart1"/>
    <dgm:cxn modelId="{0900AE9C-F230-4A12-9416-DEBD4978621E}" type="presParOf" srcId="{D701FE5B-550C-47E8-8065-FE8735CF6D67}" destId="{E75493B1-6F25-4CE8-94FB-F8926CC5253A}" srcOrd="1" destOrd="0" presId="urn:microsoft.com/office/officeart/2005/8/layout/orgChart1"/>
    <dgm:cxn modelId="{D721BB1B-21AC-4231-A8E3-4BED2B1EF503}" type="presParOf" srcId="{8760A0B9-A192-460F-A6B2-2BDDD9873C4C}" destId="{AA443CE3-C717-46DB-B387-FC7F38EE0508}" srcOrd="1" destOrd="0" presId="urn:microsoft.com/office/officeart/2005/8/layout/orgChart1"/>
    <dgm:cxn modelId="{BAD2E469-2F15-4BC0-9B55-F23A6730425B}" type="presParOf" srcId="{8760A0B9-A192-460F-A6B2-2BDDD9873C4C}" destId="{FC3554B1-C1B5-40CA-AF42-E2ECD866860B}" srcOrd="2" destOrd="0" presId="urn:microsoft.com/office/officeart/2005/8/layout/orgChart1"/>
    <dgm:cxn modelId="{0A7E9937-F35E-436C-B290-A16CAFB9DDB1}" type="presParOf" srcId="{26FF31C5-0F91-4A30-A792-1304375C3EFA}" destId="{52C351E8-C4DA-46B7-BD1B-D2FC00E94481}" srcOrd="2" destOrd="0" presId="urn:microsoft.com/office/officeart/2005/8/layout/orgChart1"/>
    <dgm:cxn modelId="{5C081786-6A78-4D5F-A30D-C8C106957CC0}" type="presParOf" srcId="{92CFBDA1-E50E-41A8-9224-65E0C1D17E65}" destId="{81C1EF69-6B56-405B-B361-33D019886E5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DA8BE8-9E79-4748-9F86-131B091B675F}" type="doc">
      <dgm:prSet loTypeId="urn:microsoft.com/office/officeart/2005/8/layout/radial5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3A771033-0016-40F0-ADE7-31311EA0AEA6}">
      <dgm:prSet phldrT="[Text]" phldr="0"/>
      <dgm:spPr/>
      <dgm:t>
        <a:bodyPr/>
        <a:lstStyle/>
        <a:p>
          <a:r>
            <a:rPr lang="en-GB"/>
            <a:t>Use Case Model</a:t>
          </a:r>
        </a:p>
      </dgm:t>
    </dgm:pt>
    <dgm:pt modelId="{838FDD39-142B-4E68-ADD9-91615B39B315}" type="parTrans" cxnId="{26F94E85-78F9-470A-AD5B-C0A91347FC2A}">
      <dgm:prSet/>
      <dgm:spPr/>
      <dgm:t>
        <a:bodyPr/>
        <a:lstStyle/>
        <a:p>
          <a:endParaRPr lang="en-GB"/>
        </a:p>
      </dgm:t>
    </dgm:pt>
    <dgm:pt modelId="{496C423E-D7DE-44D7-8B71-910C42743CEA}" type="sibTrans" cxnId="{26F94E85-78F9-470A-AD5B-C0A91347FC2A}">
      <dgm:prSet/>
      <dgm:spPr/>
      <dgm:t>
        <a:bodyPr/>
        <a:lstStyle/>
        <a:p>
          <a:endParaRPr lang="en-GB"/>
        </a:p>
      </dgm:t>
    </dgm:pt>
    <dgm:pt modelId="{8333F166-57FD-425E-A4E8-0BE2C2874C48}">
      <dgm:prSet phldrT="[Text]" phldr="0" custT="1"/>
      <dgm:spPr/>
      <dgm:t>
        <a:bodyPr/>
        <a:lstStyle/>
        <a:p>
          <a:r>
            <a:rPr lang="en-GB" sz="1400" dirty="0"/>
            <a:t>Structural </a:t>
          </a:r>
        </a:p>
        <a:p>
          <a:r>
            <a:rPr lang="en-GB" sz="1400" dirty="0"/>
            <a:t>Model</a:t>
          </a:r>
        </a:p>
      </dgm:t>
    </dgm:pt>
    <dgm:pt modelId="{951101B4-F56A-4A13-9F02-CF06E9EA77CC}" type="parTrans" cxnId="{BEF59629-29B2-4310-BF41-82B412E432F1}">
      <dgm:prSet/>
      <dgm:spPr/>
      <dgm:t>
        <a:bodyPr/>
        <a:lstStyle/>
        <a:p>
          <a:endParaRPr lang="en-GB"/>
        </a:p>
      </dgm:t>
    </dgm:pt>
    <dgm:pt modelId="{575DA310-F520-4919-9346-6EBAE46D3EA8}" type="sibTrans" cxnId="{BEF59629-29B2-4310-BF41-82B412E432F1}">
      <dgm:prSet/>
      <dgm:spPr/>
      <dgm:t>
        <a:bodyPr/>
        <a:lstStyle/>
        <a:p>
          <a:endParaRPr lang="en-GB"/>
        </a:p>
      </dgm:t>
    </dgm:pt>
    <dgm:pt modelId="{52190D16-29B2-4535-98AD-E87EDE03D109}">
      <dgm:prSet phldrT="[Text]" phldr="0" custT="1"/>
      <dgm:spPr/>
      <dgm:t>
        <a:bodyPr/>
        <a:lstStyle/>
        <a:p>
          <a:r>
            <a:rPr lang="en-GB" sz="1400" dirty="0"/>
            <a:t>Behavioural </a:t>
          </a:r>
        </a:p>
        <a:p>
          <a:r>
            <a:rPr lang="en-GB" sz="1400" dirty="0"/>
            <a:t>Model</a:t>
          </a:r>
        </a:p>
      </dgm:t>
    </dgm:pt>
    <dgm:pt modelId="{D76F5CCD-43D1-4F4A-871C-0BC4FC2D900E}" type="parTrans" cxnId="{396BDA32-8873-4D2C-A4D6-BD31CF7B8713}">
      <dgm:prSet/>
      <dgm:spPr/>
      <dgm:t>
        <a:bodyPr/>
        <a:lstStyle/>
        <a:p>
          <a:endParaRPr lang="en-GB"/>
        </a:p>
      </dgm:t>
    </dgm:pt>
    <dgm:pt modelId="{B2EBD6B3-3727-4DA9-8267-9180F26C9DE9}" type="sibTrans" cxnId="{396BDA32-8873-4D2C-A4D6-BD31CF7B8713}">
      <dgm:prSet/>
      <dgm:spPr/>
      <dgm:t>
        <a:bodyPr/>
        <a:lstStyle/>
        <a:p>
          <a:endParaRPr lang="en-GB"/>
        </a:p>
      </dgm:t>
    </dgm:pt>
    <dgm:pt modelId="{5F8BEE09-1F29-4579-B8CD-3D9C2BACF442}">
      <dgm:prSet phldrT="[Text]" phldr="0" custT="1"/>
      <dgm:spPr/>
      <dgm:t>
        <a:bodyPr/>
        <a:lstStyle/>
        <a:p>
          <a:r>
            <a:rPr lang="en-GB" sz="1400" dirty="0"/>
            <a:t>Environmental </a:t>
          </a:r>
        </a:p>
        <a:p>
          <a:r>
            <a:rPr lang="en-GB" sz="1400" dirty="0"/>
            <a:t>Model</a:t>
          </a:r>
        </a:p>
      </dgm:t>
    </dgm:pt>
    <dgm:pt modelId="{3FCDBC0E-A6FA-4A8C-80D6-FA8E7DBCA7CB}" type="parTrans" cxnId="{08E6CA1F-D67D-43E4-8D86-B93C081AA4A1}">
      <dgm:prSet/>
      <dgm:spPr/>
      <dgm:t>
        <a:bodyPr/>
        <a:lstStyle/>
        <a:p>
          <a:endParaRPr lang="en-GB"/>
        </a:p>
      </dgm:t>
    </dgm:pt>
    <dgm:pt modelId="{0D0140AC-3C6D-44BD-8A31-7D35B05FE4F6}" type="sibTrans" cxnId="{08E6CA1F-D67D-43E4-8D86-B93C081AA4A1}">
      <dgm:prSet/>
      <dgm:spPr/>
      <dgm:t>
        <a:bodyPr/>
        <a:lstStyle/>
        <a:p>
          <a:endParaRPr lang="en-GB"/>
        </a:p>
      </dgm:t>
    </dgm:pt>
    <dgm:pt modelId="{381E6669-735D-40D9-8AAB-A82C466FA377}">
      <dgm:prSet phldrT="[Text]" phldr="0" custT="1"/>
      <dgm:spPr/>
      <dgm:t>
        <a:bodyPr/>
        <a:lstStyle/>
        <a:p>
          <a:r>
            <a:rPr lang="en-GB" sz="1400" dirty="0"/>
            <a:t>Implementation </a:t>
          </a:r>
        </a:p>
        <a:p>
          <a:r>
            <a:rPr lang="en-GB" sz="1400" dirty="0"/>
            <a:t>Model</a:t>
          </a:r>
        </a:p>
      </dgm:t>
    </dgm:pt>
    <dgm:pt modelId="{713B2313-FC55-4BCB-95F8-EFF60CFD97E2}" type="parTrans" cxnId="{D0A79F40-322A-450C-ADD4-FF74AB9630CF}">
      <dgm:prSet/>
      <dgm:spPr/>
      <dgm:t>
        <a:bodyPr/>
        <a:lstStyle/>
        <a:p>
          <a:endParaRPr lang="en-GB"/>
        </a:p>
      </dgm:t>
    </dgm:pt>
    <dgm:pt modelId="{F0E52F43-C0DE-4B0D-9856-0B65CCFA32FB}" type="sibTrans" cxnId="{D0A79F40-322A-450C-ADD4-FF74AB9630CF}">
      <dgm:prSet/>
      <dgm:spPr/>
      <dgm:t>
        <a:bodyPr/>
        <a:lstStyle/>
        <a:p>
          <a:endParaRPr lang="en-GB"/>
        </a:p>
      </dgm:t>
    </dgm:pt>
    <dgm:pt modelId="{A882CB8C-83EF-4C25-A494-639E95684B42}" type="pres">
      <dgm:prSet presAssocID="{64DA8BE8-9E79-4748-9F86-131B091B675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E57631B-D576-47AD-AD14-8C5A1B3CD4F3}" type="pres">
      <dgm:prSet presAssocID="{3A771033-0016-40F0-ADE7-31311EA0AEA6}" presName="centerShape" presStyleLbl="node0" presStyleIdx="0" presStyleCnt="1"/>
      <dgm:spPr/>
    </dgm:pt>
    <dgm:pt modelId="{E5505871-CA62-4CC8-BFA0-38F00171EF45}" type="pres">
      <dgm:prSet presAssocID="{951101B4-F56A-4A13-9F02-CF06E9EA77CC}" presName="parTrans" presStyleLbl="sibTrans2D1" presStyleIdx="0" presStyleCnt="4"/>
      <dgm:spPr/>
    </dgm:pt>
    <dgm:pt modelId="{DE813646-718F-446C-903F-75206B2A698F}" type="pres">
      <dgm:prSet presAssocID="{951101B4-F56A-4A13-9F02-CF06E9EA77CC}" presName="connectorText" presStyleLbl="sibTrans2D1" presStyleIdx="0" presStyleCnt="4"/>
      <dgm:spPr/>
    </dgm:pt>
    <dgm:pt modelId="{0F8B8CBB-3086-43C9-A774-32282475CFDC}" type="pres">
      <dgm:prSet presAssocID="{8333F166-57FD-425E-A4E8-0BE2C2874C48}" presName="node" presStyleLbl="node1" presStyleIdx="0" presStyleCnt="4">
        <dgm:presLayoutVars>
          <dgm:bulletEnabled val="1"/>
        </dgm:presLayoutVars>
      </dgm:prSet>
      <dgm:spPr/>
    </dgm:pt>
    <dgm:pt modelId="{FCA9271C-38B7-40AA-8E8D-17870E80312D}" type="pres">
      <dgm:prSet presAssocID="{D76F5CCD-43D1-4F4A-871C-0BC4FC2D900E}" presName="parTrans" presStyleLbl="sibTrans2D1" presStyleIdx="1" presStyleCnt="4"/>
      <dgm:spPr/>
    </dgm:pt>
    <dgm:pt modelId="{5462C71C-3D5C-47C3-AE92-D043D19071C9}" type="pres">
      <dgm:prSet presAssocID="{D76F5CCD-43D1-4F4A-871C-0BC4FC2D900E}" presName="connectorText" presStyleLbl="sibTrans2D1" presStyleIdx="1" presStyleCnt="4"/>
      <dgm:spPr/>
    </dgm:pt>
    <dgm:pt modelId="{8B8AE732-68A3-4980-97BB-A5BCE6BD329E}" type="pres">
      <dgm:prSet presAssocID="{52190D16-29B2-4535-98AD-E87EDE03D109}" presName="node" presStyleLbl="node1" presStyleIdx="1" presStyleCnt="4">
        <dgm:presLayoutVars>
          <dgm:bulletEnabled val="1"/>
        </dgm:presLayoutVars>
      </dgm:prSet>
      <dgm:spPr/>
    </dgm:pt>
    <dgm:pt modelId="{6901F3EF-ECF5-4B29-BDDF-ECEE09C45801}" type="pres">
      <dgm:prSet presAssocID="{3FCDBC0E-A6FA-4A8C-80D6-FA8E7DBCA7CB}" presName="parTrans" presStyleLbl="sibTrans2D1" presStyleIdx="2" presStyleCnt="4"/>
      <dgm:spPr/>
    </dgm:pt>
    <dgm:pt modelId="{F4E8E7A7-E3D7-49EE-9862-B6127E06ABE7}" type="pres">
      <dgm:prSet presAssocID="{3FCDBC0E-A6FA-4A8C-80D6-FA8E7DBCA7CB}" presName="connectorText" presStyleLbl="sibTrans2D1" presStyleIdx="2" presStyleCnt="4"/>
      <dgm:spPr/>
    </dgm:pt>
    <dgm:pt modelId="{CA19B3D5-8C5D-4929-9FB8-D05694E1A866}" type="pres">
      <dgm:prSet presAssocID="{5F8BEE09-1F29-4579-B8CD-3D9C2BACF442}" presName="node" presStyleLbl="node1" presStyleIdx="2" presStyleCnt="4">
        <dgm:presLayoutVars>
          <dgm:bulletEnabled val="1"/>
        </dgm:presLayoutVars>
      </dgm:prSet>
      <dgm:spPr/>
    </dgm:pt>
    <dgm:pt modelId="{C7BBF7AA-1D81-490C-A381-722D4E98EFA6}" type="pres">
      <dgm:prSet presAssocID="{713B2313-FC55-4BCB-95F8-EFF60CFD97E2}" presName="parTrans" presStyleLbl="sibTrans2D1" presStyleIdx="3" presStyleCnt="4"/>
      <dgm:spPr/>
    </dgm:pt>
    <dgm:pt modelId="{6ECE7E21-0B2D-4FBA-BDAC-380F113895E4}" type="pres">
      <dgm:prSet presAssocID="{713B2313-FC55-4BCB-95F8-EFF60CFD97E2}" presName="connectorText" presStyleLbl="sibTrans2D1" presStyleIdx="3" presStyleCnt="4"/>
      <dgm:spPr/>
    </dgm:pt>
    <dgm:pt modelId="{9C287073-8496-4577-8D4B-E601677E19B3}" type="pres">
      <dgm:prSet presAssocID="{381E6669-735D-40D9-8AAB-A82C466FA377}" presName="node" presStyleLbl="node1" presStyleIdx="3" presStyleCnt="4">
        <dgm:presLayoutVars>
          <dgm:bulletEnabled val="1"/>
        </dgm:presLayoutVars>
      </dgm:prSet>
      <dgm:spPr/>
    </dgm:pt>
  </dgm:ptLst>
  <dgm:cxnLst>
    <dgm:cxn modelId="{E9CB9000-B0F8-4DC3-BDF5-3455059AC8B5}" type="presOf" srcId="{D76F5CCD-43D1-4F4A-871C-0BC4FC2D900E}" destId="{FCA9271C-38B7-40AA-8E8D-17870E80312D}" srcOrd="0" destOrd="0" presId="urn:microsoft.com/office/officeart/2005/8/layout/radial5"/>
    <dgm:cxn modelId="{5AC46D0B-162E-4A56-80F1-3F5EEC9D2D61}" type="presOf" srcId="{D76F5CCD-43D1-4F4A-871C-0BC4FC2D900E}" destId="{5462C71C-3D5C-47C3-AE92-D043D19071C9}" srcOrd="1" destOrd="0" presId="urn:microsoft.com/office/officeart/2005/8/layout/radial5"/>
    <dgm:cxn modelId="{08E6CA1F-D67D-43E4-8D86-B93C081AA4A1}" srcId="{3A771033-0016-40F0-ADE7-31311EA0AEA6}" destId="{5F8BEE09-1F29-4579-B8CD-3D9C2BACF442}" srcOrd="2" destOrd="0" parTransId="{3FCDBC0E-A6FA-4A8C-80D6-FA8E7DBCA7CB}" sibTransId="{0D0140AC-3C6D-44BD-8A31-7D35B05FE4F6}"/>
    <dgm:cxn modelId="{BEF59629-29B2-4310-BF41-82B412E432F1}" srcId="{3A771033-0016-40F0-ADE7-31311EA0AEA6}" destId="{8333F166-57FD-425E-A4E8-0BE2C2874C48}" srcOrd="0" destOrd="0" parTransId="{951101B4-F56A-4A13-9F02-CF06E9EA77CC}" sibTransId="{575DA310-F520-4919-9346-6EBAE46D3EA8}"/>
    <dgm:cxn modelId="{396BDA32-8873-4D2C-A4D6-BD31CF7B8713}" srcId="{3A771033-0016-40F0-ADE7-31311EA0AEA6}" destId="{52190D16-29B2-4535-98AD-E87EDE03D109}" srcOrd="1" destOrd="0" parTransId="{D76F5CCD-43D1-4F4A-871C-0BC4FC2D900E}" sibTransId="{B2EBD6B3-3727-4DA9-8267-9180F26C9DE9}"/>
    <dgm:cxn modelId="{4BF66037-D7F7-4E77-B4F7-5061E2804CC8}" type="presOf" srcId="{951101B4-F56A-4A13-9F02-CF06E9EA77CC}" destId="{DE813646-718F-446C-903F-75206B2A698F}" srcOrd="1" destOrd="0" presId="urn:microsoft.com/office/officeart/2005/8/layout/radial5"/>
    <dgm:cxn modelId="{D0A79F40-322A-450C-ADD4-FF74AB9630CF}" srcId="{3A771033-0016-40F0-ADE7-31311EA0AEA6}" destId="{381E6669-735D-40D9-8AAB-A82C466FA377}" srcOrd="3" destOrd="0" parTransId="{713B2313-FC55-4BCB-95F8-EFF60CFD97E2}" sibTransId="{F0E52F43-C0DE-4B0D-9856-0B65CCFA32FB}"/>
    <dgm:cxn modelId="{37B3F748-6275-434B-8820-56181603FD8D}" type="presOf" srcId="{713B2313-FC55-4BCB-95F8-EFF60CFD97E2}" destId="{6ECE7E21-0B2D-4FBA-BDAC-380F113895E4}" srcOrd="1" destOrd="0" presId="urn:microsoft.com/office/officeart/2005/8/layout/radial5"/>
    <dgm:cxn modelId="{CD247D5E-35AE-489C-80FF-3EC5C1A305A0}" type="presOf" srcId="{3A771033-0016-40F0-ADE7-31311EA0AEA6}" destId="{4E57631B-D576-47AD-AD14-8C5A1B3CD4F3}" srcOrd="0" destOrd="0" presId="urn:microsoft.com/office/officeart/2005/8/layout/radial5"/>
    <dgm:cxn modelId="{81C2F67E-DC90-4E7E-A34B-D0F0F0B45CAB}" type="presOf" srcId="{5F8BEE09-1F29-4579-B8CD-3D9C2BACF442}" destId="{CA19B3D5-8C5D-4929-9FB8-D05694E1A866}" srcOrd="0" destOrd="0" presId="urn:microsoft.com/office/officeart/2005/8/layout/radial5"/>
    <dgm:cxn modelId="{7C5D2E80-CDD8-4FEA-BBBD-EE4F862A567B}" type="presOf" srcId="{8333F166-57FD-425E-A4E8-0BE2C2874C48}" destId="{0F8B8CBB-3086-43C9-A774-32282475CFDC}" srcOrd="0" destOrd="0" presId="urn:microsoft.com/office/officeart/2005/8/layout/radial5"/>
    <dgm:cxn modelId="{26F94E85-78F9-470A-AD5B-C0A91347FC2A}" srcId="{64DA8BE8-9E79-4748-9F86-131B091B675F}" destId="{3A771033-0016-40F0-ADE7-31311EA0AEA6}" srcOrd="0" destOrd="0" parTransId="{838FDD39-142B-4E68-ADD9-91615B39B315}" sibTransId="{496C423E-D7DE-44D7-8B71-910C42743CEA}"/>
    <dgm:cxn modelId="{3B552F8B-7357-4047-9487-2CDA9E4C043C}" type="presOf" srcId="{64DA8BE8-9E79-4748-9F86-131B091B675F}" destId="{A882CB8C-83EF-4C25-A494-639E95684B42}" srcOrd="0" destOrd="0" presId="urn:microsoft.com/office/officeart/2005/8/layout/radial5"/>
    <dgm:cxn modelId="{3BD415A5-2C91-4A84-89C4-A9786A48B169}" type="presOf" srcId="{381E6669-735D-40D9-8AAB-A82C466FA377}" destId="{9C287073-8496-4577-8D4B-E601677E19B3}" srcOrd="0" destOrd="0" presId="urn:microsoft.com/office/officeart/2005/8/layout/radial5"/>
    <dgm:cxn modelId="{4F4669A9-0565-42A8-8ED5-26A8F0D243BA}" type="presOf" srcId="{3FCDBC0E-A6FA-4A8C-80D6-FA8E7DBCA7CB}" destId="{6901F3EF-ECF5-4B29-BDDF-ECEE09C45801}" srcOrd="0" destOrd="0" presId="urn:microsoft.com/office/officeart/2005/8/layout/radial5"/>
    <dgm:cxn modelId="{2BA6A2B3-9D64-4967-8DD2-148B1B078E50}" type="presOf" srcId="{52190D16-29B2-4535-98AD-E87EDE03D109}" destId="{8B8AE732-68A3-4980-97BB-A5BCE6BD329E}" srcOrd="0" destOrd="0" presId="urn:microsoft.com/office/officeart/2005/8/layout/radial5"/>
    <dgm:cxn modelId="{8A02DDC8-D260-49EC-832C-B55035F60348}" type="presOf" srcId="{951101B4-F56A-4A13-9F02-CF06E9EA77CC}" destId="{E5505871-CA62-4CC8-BFA0-38F00171EF45}" srcOrd="0" destOrd="0" presId="urn:microsoft.com/office/officeart/2005/8/layout/radial5"/>
    <dgm:cxn modelId="{E27585D8-5849-46FF-8FFE-E7DA3C3FE48C}" type="presOf" srcId="{3FCDBC0E-A6FA-4A8C-80D6-FA8E7DBCA7CB}" destId="{F4E8E7A7-E3D7-49EE-9862-B6127E06ABE7}" srcOrd="1" destOrd="0" presId="urn:microsoft.com/office/officeart/2005/8/layout/radial5"/>
    <dgm:cxn modelId="{3503E6DF-C500-4D56-B584-6CFCD91A8AA3}" type="presOf" srcId="{713B2313-FC55-4BCB-95F8-EFF60CFD97E2}" destId="{C7BBF7AA-1D81-490C-A381-722D4E98EFA6}" srcOrd="0" destOrd="0" presId="urn:microsoft.com/office/officeart/2005/8/layout/radial5"/>
    <dgm:cxn modelId="{21B3296C-AAD1-4B4B-88F0-3BF5BA2FF84E}" type="presParOf" srcId="{A882CB8C-83EF-4C25-A494-639E95684B42}" destId="{4E57631B-D576-47AD-AD14-8C5A1B3CD4F3}" srcOrd="0" destOrd="0" presId="urn:microsoft.com/office/officeart/2005/8/layout/radial5"/>
    <dgm:cxn modelId="{06E1DFFE-CCB9-4944-80D1-E1F1875D8420}" type="presParOf" srcId="{A882CB8C-83EF-4C25-A494-639E95684B42}" destId="{E5505871-CA62-4CC8-BFA0-38F00171EF45}" srcOrd="1" destOrd="0" presId="urn:microsoft.com/office/officeart/2005/8/layout/radial5"/>
    <dgm:cxn modelId="{C8AECE3C-D323-4401-A04F-D01B8D910A72}" type="presParOf" srcId="{E5505871-CA62-4CC8-BFA0-38F00171EF45}" destId="{DE813646-718F-446C-903F-75206B2A698F}" srcOrd="0" destOrd="0" presId="urn:microsoft.com/office/officeart/2005/8/layout/radial5"/>
    <dgm:cxn modelId="{AB7FBAF7-818E-4B42-8B7D-B612DC35CC87}" type="presParOf" srcId="{A882CB8C-83EF-4C25-A494-639E95684B42}" destId="{0F8B8CBB-3086-43C9-A774-32282475CFDC}" srcOrd="2" destOrd="0" presId="urn:microsoft.com/office/officeart/2005/8/layout/radial5"/>
    <dgm:cxn modelId="{7AA8A8FE-FDC6-4CED-9570-AB6577EBCD67}" type="presParOf" srcId="{A882CB8C-83EF-4C25-A494-639E95684B42}" destId="{FCA9271C-38B7-40AA-8E8D-17870E80312D}" srcOrd="3" destOrd="0" presId="urn:microsoft.com/office/officeart/2005/8/layout/radial5"/>
    <dgm:cxn modelId="{49A9EF68-4C8F-420C-A68F-FA7CC94A9E6D}" type="presParOf" srcId="{FCA9271C-38B7-40AA-8E8D-17870E80312D}" destId="{5462C71C-3D5C-47C3-AE92-D043D19071C9}" srcOrd="0" destOrd="0" presId="urn:microsoft.com/office/officeart/2005/8/layout/radial5"/>
    <dgm:cxn modelId="{7C2F433A-D72A-4CD2-BAF5-E9C2553583C7}" type="presParOf" srcId="{A882CB8C-83EF-4C25-A494-639E95684B42}" destId="{8B8AE732-68A3-4980-97BB-A5BCE6BD329E}" srcOrd="4" destOrd="0" presId="urn:microsoft.com/office/officeart/2005/8/layout/radial5"/>
    <dgm:cxn modelId="{BADC280E-3970-4B46-818C-C0D80A057069}" type="presParOf" srcId="{A882CB8C-83EF-4C25-A494-639E95684B42}" destId="{6901F3EF-ECF5-4B29-BDDF-ECEE09C45801}" srcOrd="5" destOrd="0" presId="urn:microsoft.com/office/officeart/2005/8/layout/radial5"/>
    <dgm:cxn modelId="{8E408404-81E5-4806-A911-B6E17ACDF0C8}" type="presParOf" srcId="{6901F3EF-ECF5-4B29-BDDF-ECEE09C45801}" destId="{F4E8E7A7-E3D7-49EE-9862-B6127E06ABE7}" srcOrd="0" destOrd="0" presId="urn:microsoft.com/office/officeart/2005/8/layout/radial5"/>
    <dgm:cxn modelId="{C7E19EE0-5F3D-4B7A-B431-6FEA0FA89E74}" type="presParOf" srcId="{A882CB8C-83EF-4C25-A494-639E95684B42}" destId="{CA19B3D5-8C5D-4929-9FB8-D05694E1A866}" srcOrd="6" destOrd="0" presId="urn:microsoft.com/office/officeart/2005/8/layout/radial5"/>
    <dgm:cxn modelId="{97F44CBD-1B20-45B6-8EF9-3F85188F98FA}" type="presParOf" srcId="{A882CB8C-83EF-4C25-A494-639E95684B42}" destId="{C7BBF7AA-1D81-490C-A381-722D4E98EFA6}" srcOrd="7" destOrd="0" presId="urn:microsoft.com/office/officeart/2005/8/layout/radial5"/>
    <dgm:cxn modelId="{DC520AE2-E969-43D5-BB0A-075B718E63AD}" type="presParOf" srcId="{C7BBF7AA-1D81-490C-A381-722D4E98EFA6}" destId="{6ECE7E21-0B2D-4FBA-BDAC-380F113895E4}" srcOrd="0" destOrd="0" presId="urn:microsoft.com/office/officeart/2005/8/layout/radial5"/>
    <dgm:cxn modelId="{8E6D0931-20B0-44FE-995D-337B311BE5A6}" type="presParOf" srcId="{A882CB8C-83EF-4C25-A494-639E95684B42}" destId="{9C287073-8496-4577-8D4B-E601677E19B3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9CD6AAA-7F2E-417E-A84C-213863EA1B4B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K"/>
        </a:p>
      </dgm:t>
    </dgm:pt>
    <dgm:pt modelId="{03B9492D-49DF-495F-955D-7E2E8E4B299B}">
      <dgm:prSet phldrT="[Text]" phldr="0"/>
      <dgm:spPr/>
      <dgm:t>
        <a:bodyPr/>
        <a:lstStyle/>
        <a:p>
          <a:r>
            <a:rPr lang="en-US" dirty="0" err="1"/>
            <a:t>PakWheels</a:t>
          </a:r>
          <a:r>
            <a:rPr lang="en-US" dirty="0"/>
            <a:t> Auto-shop</a:t>
          </a:r>
          <a:endParaRPr lang="en-PK" dirty="0"/>
        </a:p>
      </dgm:t>
    </dgm:pt>
    <dgm:pt modelId="{7B401768-635B-43D5-9E7C-04E69CDF6DE2}" type="parTrans" cxnId="{36D4E61D-B2BF-4A61-886A-79E019DA32BC}">
      <dgm:prSet/>
      <dgm:spPr/>
      <dgm:t>
        <a:bodyPr/>
        <a:lstStyle/>
        <a:p>
          <a:endParaRPr lang="en-PK"/>
        </a:p>
      </dgm:t>
    </dgm:pt>
    <dgm:pt modelId="{9CD7A889-4E6F-4952-B10A-591F02D80080}" type="sibTrans" cxnId="{36D4E61D-B2BF-4A61-886A-79E019DA32BC}">
      <dgm:prSet/>
      <dgm:spPr/>
      <dgm:t>
        <a:bodyPr/>
        <a:lstStyle/>
        <a:p>
          <a:endParaRPr lang="en-PK"/>
        </a:p>
      </dgm:t>
    </dgm:pt>
    <dgm:pt modelId="{414B1EEA-DFEA-4238-81F1-071F602DA131}">
      <dgm:prSet phldrT="[Text]" phldr="0"/>
      <dgm:spPr/>
      <dgm:t>
        <a:bodyPr/>
        <a:lstStyle/>
        <a:p>
          <a:r>
            <a:rPr lang="en-US" dirty="0"/>
            <a:t>User Management</a:t>
          </a:r>
          <a:endParaRPr lang="en-PK" dirty="0"/>
        </a:p>
      </dgm:t>
    </dgm:pt>
    <dgm:pt modelId="{06143126-5CA1-487E-883B-4A4A48549E70}" type="parTrans" cxnId="{66D1D184-F189-4D0A-B3DD-A16A803CA50B}">
      <dgm:prSet/>
      <dgm:spPr/>
      <dgm:t>
        <a:bodyPr/>
        <a:lstStyle/>
        <a:p>
          <a:endParaRPr lang="en-PK"/>
        </a:p>
      </dgm:t>
    </dgm:pt>
    <dgm:pt modelId="{90EC8D95-EB33-4790-98B5-85FEEB039A80}" type="sibTrans" cxnId="{66D1D184-F189-4D0A-B3DD-A16A803CA50B}">
      <dgm:prSet/>
      <dgm:spPr/>
      <dgm:t>
        <a:bodyPr/>
        <a:lstStyle/>
        <a:p>
          <a:endParaRPr lang="en-PK"/>
        </a:p>
      </dgm:t>
    </dgm:pt>
    <dgm:pt modelId="{32F53088-44C6-4B81-8036-75B4922F0EE1}">
      <dgm:prSet phldrT="[Text]" phldr="0"/>
      <dgm:spPr/>
      <dgm:t>
        <a:bodyPr/>
        <a:lstStyle/>
        <a:p>
          <a:r>
            <a:rPr lang="en-US" dirty="0"/>
            <a:t>Register</a:t>
          </a:r>
          <a:endParaRPr lang="en-PK" dirty="0"/>
        </a:p>
      </dgm:t>
    </dgm:pt>
    <dgm:pt modelId="{798B7DE1-D2CD-43EB-9EE9-7012087A56ED}" type="parTrans" cxnId="{B0475C10-5BCA-42A7-B271-1EAF8A0E8E9F}">
      <dgm:prSet/>
      <dgm:spPr/>
      <dgm:t>
        <a:bodyPr/>
        <a:lstStyle/>
        <a:p>
          <a:endParaRPr lang="en-PK"/>
        </a:p>
      </dgm:t>
    </dgm:pt>
    <dgm:pt modelId="{C41BD383-9826-49A1-B2BE-44A3B0ECA9E6}" type="sibTrans" cxnId="{B0475C10-5BCA-42A7-B271-1EAF8A0E8E9F}">
      <dgm:prSet/>
      <dgm:spPr/>
      <dgm:t>
        <a:bodyPr/>
        <a:lstStyle/>
        <a:p>
          <a:endParaRPr lang="en-PK"/>
        </a:p>
      </dgm:t>
    </dgm:pt>
    <dgm:pt modelId="{84B4875C-604D-4E7F-A20B-2089141DF7AC}">
      <dgm:prSet phldrT="[Text]" phldr="0"/>
      <dgm:spPr/>
      <dgm:t>
        <a:bodyPr/>
        <a:lstStyle/>
        <a:p>
          <a:r>
            <a:rPr lang="en-US" dirty="0"/>
            <a:t>Login</a:t>
          </a:r>
          <a:endParaRPr lang="en-PK" dirty="0"/>
        </a:p>
      </dgm:t>
    </dgm:pt>
    <dgm:pt modelId="{11F1A67D-275F-4200-977F-F95F2F05F59F}" type="parTrans" cxnId="{1882D1CF-4F91-437F-9BAA-559C28BDB611}">
      <dgm:prSet/>
      <dgm:spPr/>
      <dgm:t>
        <a:bodyPr/>
        <a:lstStyle/>
        <a:p>
          <a:endParaRPr lang="en-PK"/>
        </a:p>
      </dgm:t>
    </dgm:pt>
    <dgm:pt modelId="{3B6ADC0B-E19B-446D-A03A-765B3E1A87A0}" type="sibTrans" cxnId="{1882D1CF-4F91-437F-9BAA-559C28BDB611}">
      <dgm:prSet/>
      <dgm:spPr/>
      <dgm:t>
        <a:bodyPr/>
        <a:lstStyle/>
        <a:p>
          <a:endParaRPr lang="en-PK"/>
        </a:p>
      </dgm:t>
    </dgm:pt>
    <dgm:pt modelId="{C9CB1B96-F067-47AF-94B0-CB6180FB816C}">
      <dgm:prSet phldrT="[Text]" phldr="0"/>
      <dgm:spPr/>
      <dgm:t>
        <a:bodyPr/>
        <a:lstStyle/>
        <a:p>
          <a:r>
            <a:rPr lang="en-US" dirty="0"/>
            <a:t>Catalogue</a:t>
          </a:r>
          <a:endParaRPr lang="en-PK" dirty="0"/>
        </a:p>
      </dgm:t>
    </dgm:pt>
    <dgm:pt modelId="{7F3FC471-52F2-4463-B0C2-E0076F772BC5}" type="parTrans" cxnId="{4859D3A9-EB97-4F28-90AA-E794B9228027}">
      <dgm:prSet/>
      <dgm:spPr/>
      <dgm:t>
        <a:bodyPr/>
        <a:lstStyle/>
        <a:p>
          <a:endParaRPr lang="en-PK"/>
        </a:p>
      </dgm:t>
    </dgm:pt>
    <dgm:pt modelId="{1569BA8E-C77F-4EF2-AD8E-AC45A73A3C71}" type="sibTrans" cxnId="{4859D3A9-EB97-4F28-90AA-E794B9228027}">
      <dgm:prSet/>
      <dgm:spPr/>
      <dgm:t>
        <a:bodyPr/>
        <a:lstStyle/>
        <a:p>
          <a:endParaRPr lang="en-PK"/>
        </a:p>
      </dgm:t>
    </dgm:pt>
    <dgm:pt modelId="{F3BD0223-1BC6-4BD4-AF2E-A82FE755673A}">
      <dgm:prSet phldrT="[Text]" phldr="0"/>
      <dgm:spPr/>
      <dgm:t>
        <a:bodyPr/>
        <a:lstStyle/>
        <a:p>
          <a:r>
            <a:rPr lang="en-US" dirty="0"/>
            <a:t>Browse</a:t>
          </a:r>
          <a:endParaRPr lang="en-PK" dirty="0"/>
        </a:p>
      </dgm:t>
    </dgm:pt>
    <dgm:pt modelId="{B3928663-19AE-4AEE-97C2-009E1DDAB51D}" type="parTrans" cxnId="{E41CFBB7-B17C-4416-BA5F-021C8B5FB6DD}">
      <dgm:prSet/>
      <dgm:spPr/>
      <dgm:t>
        <a:bodyPr/>
        <a:lstStyle/>
        <a:p>
          <a:endParaRPr lang="en-PK"/>
        </a:p>
      </dgm:t>
    </dgm:pt>
    <dgm:pt modelId="{6D793269-91C5-485C-880F-B20828F4588C}" type="sibTrans" cxnId="{E41CFBB7-B17C-4416-BA5F-021C8B5FB6DD}">
      <dgm:prSet/>
      <dgm:spPr/>
      <dgm:t>
        <a:bodyPr/>
        <a:lstStyle/>
        <a:p>
          <a:endParaRPr lang="en-PK"/>
        </a:p>
      </dgm:t>
    </dgm:pt>
    <dgm:pt modelId="{0FB4DCE4-FB9E-4630-A9BB-43697F5DD3D9}">
      <dgm:prSet phldrT="[Text]" phldr="0"/>
      <dgm:spPr/>
      <dgm:t>
        <a:bodyPr/>
        <a:lstStyle/>
        <a:p>
          <a:r>
            <a:rPr lang="en-US" dirty="0"/>
            <a:t>Order Processing</a:t>
          </a:r>
          <a:endParaRPr lang="en-PK" dirty="0"/>
        </a:p>
      </dgm:t>
    </dgm:pt>
    <dgm:pt modelId="{543B646C-5A1D-469F-845F-9F681CB9FD58}" type="parTrans" cxnId="{885481EE-E229-4A44-90B7-7BA239A119D6}">
      <dgm:prSet/>
      <dgm:spPr/>
      <dgm:t>
        <a:bodyPr/>
        <a:lstStyle/>
        <a:p>
          <a:endParaRPr lang="en-PK"/>
        </a:p>
      </dgm:t>
    </dgm:pt>
    <dgm:pt modelId="{C84DBDC6-61DB-4051-9735-4E9A711AE579}" type="sibTrans" cxnId="{885481EE-E229-4A44-90B7-7BA239A119D6}">
      <dgm:prSet/>
      <dgm:spPr/>
      <dgm:t>
        <a:bodyPr/>
        <a:lstStyle/>
        <a:p>
          <a:endParaRPr lang="en-PK"/>
        </a:p>
      </dgm:t>
    </dgm:pt>
    <dgm:pt modelId="{F6F5693F-A83B-4476-8CAB-E20D3D32472B}">
      <dgm:prSet phldrT="[Text]" phldr="0"/>
      <dgm:spPr/>
      <dgm:t>
        <a:bodyPr/>
        <a:lstStyle/>
        <a:p>
          <a:r>
            <a:rPr lang="en-US" dirty="0"/>
            <a:t>Cart Management</a:t>
          </a:r>
          <a:endParaRPr lang="en-PK" dirty="0"/>
        </a:p>
      </dgm:t>
    </dgm:pt>
    <dgm:pt modelId="{A60B2636-1E8B-4A88-A229-5E01FBCE6B55}" type="parTrans" cxnId="{4682AAAA-137D-4C8F-95B4-57012384C03A}">
      <dgm:prSet/>
      <dgm:spPr/>
      <dgm:t>
        <a:bodyPr/>
        <a:lstStyle/>
        <a:p>
          <a:endParaRPr lang="en-PK"/>
        </a:p>
      </dgm:t>
    </dgm:pt>
    <dgm:pt modelId="{F0E9DC1D-2380-4DEF-90D3-B5AD0B64C753}" type="sibTrans" cxnId="{4682AAAA-137D-4C8F-95B4-57012384C03A}">
      <dgm:prSet/>
      <dgm:spPr/>
      <dgm:t>
        <a:bodyPr/>
        <a:lstStyle/>
        <a:p>
          <a:endParaRPr lang="en-PK"/>
        </a:p>
      </dgm:t>
    </dgm:pt>
    <dgm:pt modelId="{145B2828-DF17-442E-9A96-38D0178ECF9D}">
      <dgm:prSet phldrT="[Text]" phldr="0"/>
      <dgm:spPr/>
      <dgm:t>
        <a:bodyPr/>
        <a:lstStyle/>
        <a:p>
          <a:r>
            <a:rPr lang="en-US"/>
            <a:t>Vendor</a:t>
          </a:r>
          <a:endParaRPr lang="en-PK" dirty="0"/>
        </a:p>
      </dgm:t>
    </dgm:pt>
    <dgm:pt modelId="{29DB17D3-D8D1-4100-876F-459730CC51D8}" type="parTrans" cxnId="{2D65F7B5-F9A5-4720-BF81-36030B1ED081}">
      <dgm:prSet/>
      <dgm:spPr/>
      <dgm:t>
        <a:bodyPr/>
        <a:lstStyle/>
        <a:p>
          <a:endParaRPr lang="en-PK"/>
        </a:p>
      </dgm:t>
    </dgm:pt>
    <dgm:pt modelId="{8A594894-BCD5-4A00-81B3-22C670A02AC5}" type="sibTrans" cxnId="{2D65F7B5-F9A5-4720-BF81-36030B1ED081}">
      <dgm:prSet/>
      <dgm:spPr/>
      <dgm:t>
        <a:bodyPr/>
        <a:lstStyle/>
        <a:p>
          <a:endParaRPr lang="en-PK"/>
        </a:p>
      </dgm:t>
    </dgm:pt>
    <dgm:pt modelId="{5E1030C9-84A6-4BC0-B16A-63D1554FE5FA}">
      <dgm:prSet phldrT="[Text]" phldr="0"/>
      <dgm:spPr/>
      <dgm:t>
        <a:bodyPr/>
        <a:lstStyle/>
        <a:p>
          <a:r>
            <a:rPr lang="en-US"/>
            <a:t>Customer</a:t>
          </a:r>
          <a:endParaRPr lang="en-PK" dirty="0"/>
        </a:p>
      </dgm:t>
    </dgm:pt>
    <dgm:pt modelId="{51DC299D-6515-4FEC-BA6E-A3E9AD917913}" type="parTrans" cxnId="{0393EC47-8E1E-4A63-BC6D-BEEBBE6AAB71}">
      <dgm:prSet/>
      <dgm:spPr/>
      <dgm:t>
        <a:bodyPr/>
        <a:lstStyle/>
        <a:p>
          <a:endParaRPr lang="en-PK"/>
        </a:p>
      </dgm:t>
    </dgm:pt>
    <dgm:pt modelId="{77DE0CC1-F52B-49D5-81ED-9642FA2DA5A0}" type="sibTrans" cxnId="{0393EC47-8E1E-4A63-BC6D-BEEBBE6AAB71}">
      <dgm:prSet/>
      <dgm:spPr/>
      <dgm:t>
        <a:bodyPr/>
        <a:lstStyle/>
        <a:p>
          <a:endParaRPr lang="en-PK"/>
        </a:p>
      </dgm:t>
    </dgm:pt>
    <dgm:pt modelId="{A2D23DC9-2B7D-4B02-9CF4-963A080295F4}">
      <dgm:prSet phldrT="[Text]" phldr="0"/>
      <dgm:spPr/>
      <dgm:t>
        <a:bodyPr/>
        <a:lstStyle/>
        <a:p>
          <a:r>
            <a:rPr lang="en-US"/>
            <a:t>Vendor</a:t>
          </a:r>
          <a:endParaRPr lang="en-PK" dirty="0"/>
        </a:p>
      </dgm:t>
    </dgm:pt>
    <dgm:pt modelId="{D0BC7227-4E75-44F6-BBBE-5DB3FEAD6779}" type="parTrans" cxnId="{99146189-DB3E-4549-8431-4A055C04EF76}">
      <dgm:prSet/>
      <dgm:spPr/>
      <dgm:t>
        <a:bodyPr/>
        <a:lstStyle/>
        <a:p>
          <a:endParaRPr lang="en-PK"/>
        </a:p>
      </dgm:t>
    </dgm:pt>
    <dgm:pt modelId="{1F96D49C-6310-4227-8FD2-2F84407F17A0}" type="sibTrans" cxnId="{99146189-DB3E-4549-8431-4A055C04EF76}">
      <dgm:prSet/>
      <dgm:spPr/>
      <dgm:t>
        <a:bodyPr/>
        <a:lstStyle/>
        <a:p>
          <a:endParaRPr lang="en-PK"/>
        </a:p>
      </dgm:t>
    </dgm:pt>
    <dgm:pt modelId="{5B0B1D3C-594F-4293-8A44-E8C1659C5E12}">
      <dgm:prSet phldrT="[Text]" phldr="0"/>
      <dgm:spPr/>
      <dgm:t>
        <a:bodyPr/>
        <a:lstStyle/>
        <a:p>
          <a:r>
            <a:rPr lang="en-US"/>
            <a:t>Customer</a:t>
          </a:r>
          <a:endParaRPr lang="en-PK" dirty="0"/>
        </a:p>
      </dgm:t>
    </dgm:pt>
    <dgm:pt modelId="{6DF94855-DCA2-44DE-B3DF-F0B5F32B5838}" type="parTrans" cxnId="{5964FC17-F886-41CB-93F3-CD22CAC7B69F}">
      <dgm:prSet/>
      <dgm:spPr/>
      <dgm:t>
        <a:bodyPr/>
        <a:lstStyle/>
        <a:p>
          <a:endParaRPr lang="en-PK"/>
        </a:p>
      </dgm:t>
    </dgm:pt>
    <dgm:pt modelId="{3D317AE8-9249-4A6A-9270-F622830C22DA}" type="sibTrans" cxnId="{5964FC17-F886-41CB-93F3-CD22CAC7B69F}">
      <dgm:prSet/>
      <dgm:spPr/>
      <dgm:t>
        <a:bodyPr/>
        <a:lstStyle/>
        <a:p>
          <a:endParaRPr lang="en-PK"/>
        </a:p>
      </dgm:t>
    </dgm:pt>
    <dgm:pt modelId="{DCA1D87E-5C3B-42AF-9ECB-E470DA3D1620}">
      <dgm:prSet phldrT="[Text]" phldr="0"/>
      <dgm:spPr/>
      <dgm:t>
        <a:bodyPr/>
        <a:lstStyle/>
        <a:p>
          <a:r>
            <a:rPr lang="en-US"/>
            <a:t>Guest</a:t>
          </a:r>
          <a:endParaRPr lang="en-PK" dirty="0"/>
        </a:p>
      </dgm:t>
    </dgm:pt>
    <dgm:pt modelId="{AA840DBC-97CE-4484-B22E-27833B7F5B86}" type="parTrans" cxnId="{AB66F95F-FD70-448C-8706-CD0E5F5FB31C}">
      <dgm:prSet/>
      <dgm:spPr/>
      <dgm:t>
        <a:bodyPr/>
        <a:lstStyle/>
        <a:p>
          <a:endParaRPr lang="en-PK"/>
        </a:p>
      </dgm:t>
    </dgm:pt>
    <dgm:pt modelId="{C6DB381C-D18B-4A3C-AA97-56A00CA7E064}" type="sibTrans" cxnId="{AB66F95F-FD70-448C-8706-CD0E5F5FB31C}">
      <dgm:prSet/>
      <dgm:spPr/>
      <dgm:t>
        <a:bodyPr/>
        <a:lstStyle/>
        <a:p>
          <a:endParaRPr lang="en-PK"/>
        </a:p>
      </dgm:t>
    </dgm:pt>
    <dgm:pt modelId="{31E231F0-0C27-4A92-8D3C-49138990D9DF}">
      <dgm:prSet phldrT="[Text]" phldr="0"/>
      <dgm:spPr/>
      <dgm:t>
        <a:bodyPr/>
        <a:lstStyle/>
        <a:p>
          <a:r>
            <a:rPr lang="en-US" dirty="0"/>
            <a:t>Search</a:t>
          </a:r>
          <a:endParaRPr lang="en-PK" dirty="0"/>
        </a:p>
      </dgm:t>
    </dgm:pt>
    <dgm:pt modelId="{C7BADD26-5388-40A9-AA1D-EA75E6F79984}" type="parTrans" cxnId="{9123B7EE-9CB6-4CEF-BA87-66B27615DC20}">
      <dgm:prSet/>
      <dgm:spPr/>
      <dgm:t>
        <a:bodyPr/>
        <a:lstStyle/>
        <a:p>
          <a:endParaRPr lang="en-PK"/>
        </a:p>
      </dgm:t>
    </dgm:pt>
    <dgm:pt modelId="{5E5E1955-57AA-4F50-850C-6C67A065B1F2}" type="sibTrans" cxnId="{9123B7EE-9CB6-4CEF-BA87-66B27615DC20}">
      <dgm:prSet/>
      <dgm:spPr/>
      <dgm:t>
        <a:bodyPr/>
        <a:lstStyle/>
        <a:p>
          <a:endParaRPr lang="en-PK"/>
        </a:p>
      </dgm:t>
    </dgm:pt>
    <dgm:pt modelId="{86E4DB9C-A122-494D-ACD7-707322EF8C39}">
      <dgm:prSet phldrT="[Text]" phldr="0"/>
      <dgm:spPr/>
      <dgm:t>
        <a:bodyPr/>
        <a:lstStyle/>
        <a:p>
          <a:r>
            <a:rPr lang="en-US" dirty="0"/>
            <a:t>Update</a:t>
          </a:r>
          <a:endParaRPr lang="en-PK" dirty="0"/>
        </a:p>
      </dgm:t>
    </dgm:pt>
    <dgm:pt modelId="{FF5B799A-0408-449D-8CC9-9CEA766C72FD}" type="parTrans" cxnId="{A1DC9BBD-2897-428D-84D0-3F67EE5E763C}">
      <dgm:prSet/>
      <dgm:spPr/>
      <dgm:t>
        <a:bodyPr/>
        <a:lstStyle/>
        <a:p>
          <a:endParaRPr lang="en-PK"/>
        </a:p>
      </dgm:t>
    </dgm:pt>
    <dgm:pt modelId="{C08A95D6-16FF-4E3B-8C3C-8B1490F38A16}" type="sibTrans" cxnId="{A1DC9BBD-2897-428D-84D0-3F67EE5E763C}">
      <dgm:prSet/>
      <dgm:spPr/>
      <dgm:t>
        <a:bodyPr/>
        <a:lstStyle/>
        <a:p>
          <a:endParaRPr lang="en-PK"/>
        </a:p>
      </dgm:t>
    </dgm:pt>
    <dgm:pt modelId="{88FB5E40-4EA8-41E5-BAA5-5A945EAC8C96}">
      <dgm:prSet phldrT="[Text]" phldr="0"/>
      <dgm:spPr/>
      <dgm:t>
        <a:bodyPr/>
        <a:lstStyle/>
        <a:p>
          <a:r>
            <a:rPr lang="en-US"/>
            <a:t>Filter</a:t>
          </a:r>
          <a:endParaRPr lang="en-PK" dirty="0"/>
        </a:p>
      </dgm:t>
    </dgm:pt>
    <dgm:pt modelId="{37A17460-AA57-4998-BF97-DE487ECA125D}" type="parTrans" cxnId="{F1DBB0C8-9DCE-4C2B-A63D-5001A6D15CAB}">
      <dgm:prSet/>
      <dgm:spPr/>
      <dgm:t>
        <a:bodyPr/>
        <a:lstStyle/>
        <a:p>
          <a:endParaRPr lang="en-PK"/>
        </a:p>
      </dgm:t>
    </dgm:pt>
    <dgm:pt modelId="{944CD0AF-1696-48CB-B4E3-BE4D37575C3D}" type="sibTrans" cxnId="{F1DBB0C8-9DCE-4C2B-A63D-5001A6D15CAB}">
      <dgm:prSet/>
      <dgm:spPr/>
      <dgm:t>
        <a:bodyPr/>
        <a:lstStyle/>
        <a:p>
          <a:endParaRPr lang="en-PK"/>
        </a:p>
      </dgm:t>
    </dgm:pt>
    <dgm:pt modelId="{A46BF42A-0115-40FD-80B1-5A9C14EFED87}">
      <dgm:prSet phldrT="[Text]" phldr="0"/>
      <dgm:spPr/>
      <dgm:t>
        <a:bodyPr/>
        <a:lstStyle/>
        <a:p>
          <a:r>
            <a:rPr lang="en-US"/>
            <a:t>Sort</a:t>
          </a:r>
          <a:endParaRPr lang="en-PK" dirty="0"/>
        </a:p>
      </dgm:t>
    </dgm:pt>
    <dgm:pt modelId="{C0C384D3-E7BF-4F48-9AE9-DB163FD3F005}" type="parTrans" cxnId="{7C9748F4-667C-4CF1-9AB1-3FB9522CFC90}">
      <dgm:prSet/>
      <dgm:spPr/>
      <dgm:t>
        <a:bodyPr/>
        <a:lstStyle/>
        <a:p>
          <a:endParaRPr lang="en-PK"/>
        </a:p>
      </dgm:t>
    </dgm:pt>
    <dgm:pt modelId="{D7838C4E-53A6-4BA0-AD1F-E08A030E4F99}" type="sibTrans" cxnId="{7C9748F4-667C-4CF1-9AB1-3FB9522CFC90}">
      <dgm:prSet/>
      <dgm:spPr/>
      <dgm:t>
        <a:bodyPr/>
        <a:lstStyle/>
        <a:p>
          <a:endParaRPr lang="en-PK"/>
        </a:p>
      </dgm:t>
    </dgm:pt>
    <dgm:pt modelId="{A6D1332A-45F3-44A0-9A07-12A9FA2D215D}">
      <dgm:prSet phldrT="[Text]" phldr="0"/>
      <dgm:spPr/>
      <dgm:t>
        <a:bodyPr/>
        <a:lstStyle/>
        <a:p>
          <a:r>
            <a:rPr lang="en-US" dirty="0"/>
            <a:t>Add Item</a:t>
          </a:r>
          <a:endParaRPr lang="en-PK" dirty="0"/>
        </a:p>
      </dgm:t>
    </dgm:pt>
    <dgm:pt modelId="{1618C84C-C65B-4938-BFAA-0BB958AC68AC}" type="parTrans" cxnId="{373BDFB9-2B51-4834-9A90-D26AEF3F6CC4}">
      <dgm:prSet/>
      <dgm:spPr/>
      <dgm:t>
        <a:bodyPr/>
        <a:lstStyle/>
        <a:p>
          <a:endParaRPr lang="en-PK"/>
        </a:p>
      </dgm:t>
    </dgm:pt>
    <dgm:pt modelId="{588C523B-A85C-4F35-9E04-5785E9221690}" type="sibTrans" cxnId="{373BDFB9-2B51-4834-9A90-D26AEF3F6CC4}">
      <dgm:prSet/>
      <dgm:spPr/>
      <dgm:t>
        <a:bodyPr/>
        <a:lstStyle/>
        <a:p>
          <a:endParaRPr lang="en-PK"/>
        </a:p>
      </dgm:t>
    </dgm:pt>
    <dgm:pt modelId="{DAD8E980-A642-4BD1-8AAD-429C0CA8DF0C}">
      <dgm:prSet phldrT="[Text]" phldr="0"/>
      <dgm:spPr/>
      <dgm:t>
        <a:bodyPr/>
        <a:lstStyle/>
        <a:p>
          <a:r>
            <a:rPr lang="en-US" dirty="0"/>
            <a:t>Update Detail</a:t>
          </a:r>
          <a:endParaRPr lang="en-PK" dirty="0"/>
        </a:p>
      </dgm:t>
    </dgm:pt>
    <dgm:pt modelId="{A3A72F3F-C744-4288-A490-4AA0FE8D1F33}" type="parTrans" cxnId="{E4FB4BCF-5CA0-4B5D-AD8C-39BD0638339D}">
      <dgm:prSet/>
      <dgm:spPr/>
      <dgm:t>
        <a:bodyPr/>
        <a:lstStyle/>
        <a:p>
          <a:endParaRPr lang="en-PK"/>
        </a:p>
      </dgm:t>
    </dgm:pt>
    <dgm:pt modelId="{BEAD2AF7-96DC-4CDD-B3B8-6A3CD3EF6004}" type="sibTrans" cxnId="{E4FB4BCF-5CA0-4B5D-AD8C-39BD0638339D}">
      <dgm:prSet/>
      <dgm:spPr/>
      <dgm:t>
        <a:bodyPr/>
        <a:lstStyle/>
        <a:p>
          <a:endParaRPr lang="en-PK"/>
        </a:p>
      </dgm:t>
    </dgm:pt>
    <dgm:pt modelId="{F34C34BC-B2F0-4EA0-A094-15738DE370F0}">
      <dgm:prSet phldrT="[Text]" phldr="0"/>
      <dgm:spPr/>
      <dgm:t>
        <a:bodyPr/>
        <a:lstStyle/>
        <a:p>
          <a:r>
            <a:rPr lang="en-US"/>
            <a:t>Delete Unavailable</a:t>
          </a:r>
          <a:endParaRPr lang="en-PK" dirty="0"/>
        </a:p>
      </dgm:t>
    </dgm:pt>
    <dgm:pt modelId="{875B067B-3123-48CB-B0B2-83E0B0E46CD5}" type="parTrans" cxnId="{03C1123E-F27B-4D05-B4A5-10CF624712F5}">
      <dgm:prSet/>
      <dgm:spPr/>
      <dgm:t>
        <a:bodyPr/>
        <a:lstStyle/>
        <a:p>
          <a:endParaRPr lang="en-PK"/>
        </a:p>
      </dgm:t>
    </dgm:pt>
    <dgm:pt modelId="{CAF3086D-DDE0-4C51-BFE6-A37C57AF3579}" type="sibTrans" cxnId="{03C1123E-F27B-4D05-B4A5-10CF624712F5}">
      <dgm:prSet/>
      <dgm:spPr/>
      <dgm:t>
        <a:bodyPr/>
        <a:lstStyle/>
        <a:p>
          <a:endParaRPr lang="en-PK"/>
        </a:p>
      </dgm:t>
    </dgm:pt>
    <dgm:pt modelId="{E23AFCC5-20C5-4A2B-999E-9A1F08095A0E}">
      <dgm:prSet phldrT="[Text]" phldr="0"/>
      <dgm:spPr/>
      <dgm:t>
        <a:bodyPr/>
        <a:lstStyle/>
        <a:p>
          <a:r>
            <a:rPr lang="en-US" dirty="0"/>
            <a:t>By Type</a:t>
          </a:r>
          <a:endParaRPr lang="en-PK" dirty="0"/>
        </a:p>
      </dgm:t>
    </dgm:pt>
    <dgm:pt modelId="{59BD1825-A742-410D-AFD4-6B32BB9409B1}" type="parTrans" cxnId="{6D7A81EA-D929-48B4-8FFF-437015A96D3D}">
      <dgm:prSet/>
      <dgm:spPr/>
      <dgm:t>
        <a:bodyPr/>
        <a:lstStyle/>
        <a:p>
          <a:endParaRPr lang="en-PK"/>
        </a:p>
      </dgm:t>
    </dgm:pt>
    <dgm:pt modelId="{54BD51EA-09CF-4A59-9665-FBCFEF23DC9E}" type="sibTrans" cxnId="{6D7A81EA-D929-48B4-8FFF-437015A96D3D}">
      <dgm:prSet/>
      <dgm:spPr/>
      <dgm:t>
        <a:bodyPr/>
        <a:lstStyle/>
        <a:p>
          <a:endParaRPr lang="en-PK"/>
        </a:p>
      </dgm:t>
    </dgm:pt>
    <dgm:pt modelId="{8F1A98BD-C76E-402E-A5C5-C6595FDF81E1}">
      <dgm:prSet phldrT="[Text]" phldr="0"/>
      <dgm:spPr/>
      <dgm:t>
        <a:bodyPr/>
        <a:lstStyle/>
        <a:p>
          <a:r>
            <a:rPr lang="en-US"/>
            <a:t>Pagination</a:t>
          </a:r>
          <a:endParaRPr lang="en-PK" dirty="0"/>
        </a:p>
      </dgm:t>
    </dgm:pt>
    <dgm:pt modelId="{F44E5902-6B1B-43C6-9FF4-D446AFD2935B}" type="parTrans" cxnId="{5E0B94E3-9A06-442A-87BF-F9DFF6A8E04A}">
      <dgm:prSet/>
      <dgm:spPr/>
      <dgm:t>
        <a:bodyPr/>
        <a:lstStyle/>
        <a:p>
          <a:endParaRPr lang="en-PK"/>
        </a:p>
      </dgm:t>
    </dgm:pt>
    <dgm:pt modelId="{1F44204E-D788-48C2-B745-DEA6047BAA73}" type="sibTrans" cxnId="{5E0B94E3-9A06-442A-87BF-F9DFF6A8E04A}">
      <dgm:prSet/>
      <dgm:spPr/>
      <dgm:t>
        <a:bodyPr/>
        <a:lstStyle/>
        <a:p>
          <a:endParaRPr lang="en-PK"/>
        </a:p>
      </dgm:t>
    </dgm:pt>
    <dgm:pt modelId="{28613AC1-D468-4F82-BA34-BB21DEC83132}">
      <dgm:prSet phldrT="[Text]" phldr="0"/>
      <dgm:spPr/>
      <dgm:t>
        <a:bodyPr/>
        <a:lstStyle/>
        <a:p>
          <a:r>
            <a:rPr lang="en-US"/>
            <a:t>By Vendor</a:t>
          </a:r>
          <a:endParaRPr lang="en-PK" dirty="0"/>
        </a:p>
      </dgm:t>
    </dgm:pt>
    <dgm:pt modelId="{20CE3987-7845-46D9-8980-D6A1047500CA}" type="parTrans" cxnId="{520A9908-BF20-4168-B08C-806B7754E872}">
      <dgm:prSet/>
      <dgm:spPr/>
      <dgm:t>
        <a:bodyPr/>
        <a:lstStyle/>
        <a:p>
          <a:endParaRPr lang="en-PK"/>
        </a:p>
      </dgm:t>
    </dgm:pt>
    <dgm:pt modelId="{8DBE3C84-4B5C-4629-A7E2-36C8252352D7}" type="sibTrans" cxnId="{520A9908-BF20-4168-B08C-806B7754E872}">
      <dgm:prSet/>
      <dgm:spPr/>
      <dgm:t>
        <a:bodyPr/>
        <a:lstStyle/>
        <a:p>
          <a:endParaRPr lang="en-PK"/>
        </a:p>
      </dgm:t>
    </dgm:pt>
    <dgm:pt modelId="{180AB977-D545-4386-8C60-06CE8F698BB1}">
      <dgm:prSet phldrT="[Text]" phldr="0"/>
      <dgm:spPr/>
      <dgm:t>
        <a:bodyPr/>
        <a:lstStyle/>
        <a:p>
          <a:r>
            <a:rPr lang="en-US" dirty="0"/>
            <a:t>Payments</a:t>
          </a:r>
          <a:endParaRPr lang="en-PK" dirty="0"/>
        </a:p>
      </dgm:t>
    </dgm:pt>
    <dgm:pt modelId="{6EE92A2A-CDAF-4D85-B73D-6B0B260FBF34}" type="parTrans" cxnId="{85C50078-39CF-48FA-A396-F8C6863B8793}">
      <dgm:prSet/>
      <dgm:spPr/>
      <dgm:t>
        <a:bodyPr/>
        <a:lstStyle/>
        <a:p>
          <a:endParaRPr lang="en-PK"/>
        </a:p>
      </dgm:t>
    </dgm:pt>
    <dgm:pt modelId="{7FA43862-CB69-4B93-B08E-8D4BD4EEB821}" type="sibTrans" cxnId="{85C50078-39CF-48FA-A396-F8C6863B8793}">
      <dgm:prSet/>
      <dgm:spPr/>
      <dgm:t>
        <a:bodyPr/>
        <a:lstStyle/>
        <a:p>
          <a:endParaRPr lang="en-PK"/>
        </a:p>
      </dgm:t>
    </dgm:pt>
    <dgm:pt modelId="{3541F3F6-F54A-4810-A9C3-596700D8F74F}">
      <dgm:prSet phldrT="[Text]" phldr="0"/>
      <dgm:spPr/>
      <dgm:t>
        <a:bodyPr/>
        <a:lstStyle/>
        <a:p>
          <a:r>
            <a:rPr lang="en-US" dirty="0"/>
            <a:t>Add to Cart</a:t>
          </a:r>
          <a:endParaRPr lang="en-PK" dirty="0"/>
        </a:p>
      </dgm:t>
    </dgm:pt>
    <dgm:pt modelId="{32524125-0DEF-4C30-849F-3B427DE23B57}" type="parTrans" cxnId="{9A286376-594D-4CA3-B701-28B6BD0F80AB}">
      <dgm:prSet/>
      <dgm:spPr/>
      <dgm:t>
        <a:bodyPr/>
        <a:lstStyle/>
        <a:p>
          <a:endParaRPr lang="en-PK"/>
        </a:p>
      </dgm:t>
    </dgm:pt>
    <dgm:pt modelId="{99F018CC-14DB-4182-A9C8-8D2614B7536E}" type="sibTrans" cxnId="{9A286376-594D-4CA3-B701-28B6BD0F80AB}">
      <dgm:prSet/>
      <dgm:spPr/>
      <dgm:t>
        <a:bodyPr/>
        <a:lstStyle/>
        <a:p>
          <a:endParaRPr lang="en-PK"/>
        </a:p>
      </dgm:t>
    </dgm:pt>
    <dgm:pt modelId="{00D31E6F-11CE-4959-AF6A-17BF0252D074}">
      <dgm:prSet phldrT="[Text]" phldr="0"/>
      <dgm:spPr/>
      <dgm:t>
        <a:bodyPr/>
        <a:lstStyle/>
        <a:p>
          <a:r>
            <a:rPr lang="en-US" dirty="0"/>
            <a:t>Track Shipment</a:t>
          </a:r>
          <a:endParaRPr lang="en-PK" dirty="0"/>
        </a:p>
      </dgm:t>
    </dgm:pt>
    <dgm:pt modelId="{0C3DF86D-E11B-4736-B36B-896E4C7ADE6B}" type="parTrans" cxnId="{44E4ACCB-0989-4A34-AED2-A931873FA8B1}">
      <dgm:prSet/>
      <dgm:spPr/>
      <dgm:t>
        <a:bodyPr/>
        <a:lstStyle/>
        <a:p>
          <a:endParaRPr lang="en-PK"/>
        </a:p>
      </dgm:t>
    </dgm:pt>
    <dgm:pt modelId="{D99B0F17-924A-4734-92EC-A5C14D24D80F}" type="sibTrans" cxnId="{44E4ACCB-0989-4A34-AED2-A931873FA8B1}">
      <dgm:prSet/>
      <dgm:spPr/>
      <dgm:t>
        <a:bodyPr/>
        <a:lstStyle/>
        <a:p>
          <a:endParaRPr lang="en-PK"/>
        </a:p>
      </dgm:t>
    </dgm:pt>
    <dgm:pt modelId="{145795BB-0288-4E1D-9C57-7945B7AA3800}">
      <dgm:prSet phldrT="[Text]" phldr="0"/>
      <dgm:spPr/>
      <dgm:t>
        <a:bodyPr/>
        <a:lstStyle/>
        <a:p>
          <a:r>
            <a:rPr lang="en-US" dirty="0"/>
            <a:t>Shipping</a:t>
          </a:r>
          <a:endParaRPr lang="en-PK" dirty="0"/>
        </a:p>
      </dgm:t>
    </dgm:pt>
    <dgm:pt modelId="{726E8F89-2042-4BE2-A4A7-FDB087B94B30}" type="parTrans" cxnId="{B03D336C-F7D8-4529-98DE-DA5365F3D359}">
      <dgm:prSet/>
      <dgm:spPr/>
      <dgm:t>
        <a:bodyPr/>
        <a:lstStyle/>
        <a:p>
          <a:endParaRPr lang="en-PK"/>
        </a:p>
      </dgm:t>
    </dgm:pt>
    <dgm:pt modelId="{3F09C242-D20C-489F-BEE5-C424D5DDF404}" type="sibTrans" cxnId="{B03D336C-F7D8-4529-98DE-DA5365F3D359}">
      <dgm:prSet/>
      <dgm:spPr/>
      <dgm:t>
        <a:bodyPr/>
        <a:lstStyle/>
        <a:p>
          <a:endParaRPr lang="en-PK"/>
        </a:p>
      </dgm:t>
    </dgm:pt>
    <dgm:pt modelId="{F1603C61-2A62-4599-9477-A991250C165D}">
      <dgm:prSet phldrT="[Text]" phldr="0"/>
      <dgm:spPr/>
      <dgm:t>
        <a:bodyPr/>
        <a:lstStyle/>
        <a:p>
          <a:r>
            <a:rPr lang="en-US" dirty="0"/>
            <a:t>Via Credit Card</a:t>
          </a:r>
          <a:endParaRPr lang="en-PK" dirty="0"/>
        </a:p>
      </dgm:t>
    </dgm:pt>
    <dgm:pt modelId="{D7CB4208-E7C1-439C-BB70-47B1D343D724}" type="parTrans" cxnId="{87D24D9B-2A3A-424C-9647-D2ABC338373E}">
      <dgm:prSet/>
      <dgm:spPr/>
      <dgm:t>
        <a:bodyPr/>
        <a:lstStyle/>
        <a:p>
          <a:endParaRPr lang="en-PK"/>
        </a:p>
      </dgm:t>
    </dgm:pt>
    <dgm:pt modelId="{6E962F14-6AB7-4FD7-AC02-1E3D4C858DFF}" type="sibTrans" cxnId="{87D24D9B-2A3A-424C-9647-D2ABC338373E}">
      <dgm:prSet/>
      <dgm:spPr/>
      <dgm:t>
        <a:bodyPr/>
        <a:lstStyle/>
        <a:p>
          <a:endParaRPr lang="en-PK"/>
        </a:p>
      </dgm:t>
    </dgm:pt>
    <dgm:pt modelId="{88DB6600-D154-44C3-9DC8-508B86980CAC}">
      <dgm:prSet phldrT="[Text]" phldr="0"/>
      <dgm:spPr/>
      <dgm:t>
        <a:bodyPr/>
        <a:lstStyle/>
        <a:p>
          <a:r>
            <a:rPr lang="en-US" dirty="0"/>
            <a:t>Remove from Cart</a:t>
          </a:r>
          <a:endParaRPr lang="en-PK" dirty="0"/>
        </a:p>
      </dgm:t>
    </dgm:pt>
    <dgm:pt modelId="{7D73DC23-15CE-47F9-85CC-27BB8E01EC68}" type="parTrans" cxnId="{89E0D195-E97B-475F-82A6-7CE4FB1BC3A1}">
      <dgm:prSet/>
      <dgm:spPr/>
      <dgm:t>
        <a:bodyPr/>
        <a:lstStyle/>
        <a:p>
          <a:endParaRPr lang="en-GB"/>
        </a:p>
      </dgm:t>
    </dgm:pt>
    <dgm:pt modelId="{4784DEC6-45D5-4D75-8424-B764D9ADAF7D}" type="sibTrans" cxnId="{89E0D195-E97B-475F-82A6-7CE4FB1BC3A1}">
      <dgm:prSet/>
      <dgm:spPr/>
      <dgm:t>
        <a:bodyPr/>
        <a:lstStyle/>
        <a:p>
          <a:endParaRPr lang="en-GB"/>
        </a:p>
      </dgm:t>
    </dgm:pt>
    <dgm:pt modelId="{47E0B413-49F0-4F3F-A61A-055AC8DE0877}">
      <dgm:prSet phldrT="[Text]" phldr="0"/>
      <dgm:spPr/>
      <dgm:t>
        <a:bodyPr/>
        <a:lstStyle/>
        <a:p>
          <a:r>
            <a:rPr lang="en-US" dirty="0"/>
            <a:t>Cash on Delivery</a:t>
          </a:r>
          <a:endParaRPr lang="en-PK" dirty="0"/>
        </a:p>
      </dgm:t>
    </dgm:pt>
    <dgm:pt modelId="{396736E1-E13E-4E87-AE9A-A021420833CC}" type="parTrans" cxnId="{6D7897CE-7D3F-43DE-8A1C-D5D8F48348B8}">
      <dgm:prSet/>
      <dgm:spPr/>
      <dgm:t>
        <a:bodyPr/>
        <a:lstStyle/>
        <a:p>
          <a:endParaRPr lang="en-GB"/>
        </a:p>
      </dgm:t>
    </dgm:pt>
    <dgm:pt modelId="{1B1EDD8E-D2FC-4059-8441-F14C4E5F3CF5}" type="sibTrans" cxnId="{6D7897CE-7D3F-43DE-8A1C-D5D8F48348B8}">
      <dgm:prSet/>
      <dgm:spPr/>
      <dgm:t>
        <a:bodyPr/>
        <a:lstStyle/>
        <a:p>
          <a:endParaRPr lang="en-GB"/>
        </a:p>
      </dgm:t>
    </dgm:pt>
    <dgm:pt modelId="{BF7823C6-A88C-4F33-9D6C-6B8EC054C4A3}">
      <dgm:prSet phldrT="[Text]" phldr="0"/>
      <dgm:spPr/>
      <dgm:t>
        <a:bodyPr/>
        <a:lstStyle/>
        <a:p>
          <a:r>
            <a:rPr lang="en-US" dirty="0"/>
            <a:t>Update Address</a:t>
          </a:r>
          <a:endParaRPr lang="en-PK" dirty="0"/>
        </a:p>
      </dgm:t>
    </dgm:pt>
    <dgm:pt modelId="{75DCF4C0-26DE-484E-896A-DFD64BE17E83}" type="parTrans" cxnId="{52E6E27D-880A-4EB4-8A8C-FB93775E42DB}">
      <dgm:prSet/>
      <dgm:spPr/>
      <dgm:t>
        <a:bodyPr/>
        <a:lstStyle/>
        <a:p>
          <a:endParaRPr lang="en-GB"/>
        </a:p>
      </dgm:t>
    </dgm:pt>
    <dgm:pt modelId="{A967B396-7F7D-402B-8FDC-79612710136C}" type="sibTrans" cxnId="{52E6E27D-880A-4EB4-8A8C-FB93775E42DB}">
      <dgm:prSet/>
      <dgm:spPr/>
      <dgm:t>
        <a:bodyPr/>
        <a:lstStyle/>
        <a:p>
          <a:endParaRPr lang="en-GB"/>
        </a:p>
      </dgm:t>
    </dgm:pt>
    <dgm:pt modelId="{7E23E1EF-B38C-4D3A-A416-2F3479D87AFA}">
      <dgm:prSet phldrT="[Text]" phldr="0"/>
      <dgm:spPr/>
      <dgm:t>
        <a:bodyPr/>
        <a:lstStyle/>
        <a:p>
          <a:r>
            <a:rPr lang="en-US"/>
            <a:t>Notify when Available</a:t>
          </a:r>
          <a:endParaRPr lang="en-PK" dirty="0"/>
        </a:p>
      </dgm:t>
    </dgm:pt>
    <dgm:pt modelId="{787DD595-933A-4C8C-906D-AA7D9E2A71E3}" type="parTrans" cxnId="{9605B780-71D4-4486-9E48-885ABAEE459B}">
      <dgm:prSet/>
      <dgm:spPr/>
      <dgm:t>
        <a:bodyPr/>
        <a:lstStyle/>
        <a:p>
          <a:endParaRPr lang="en-GB"/>
        </a:p>
      </dgm:t>
    </dgm:pt>
    <dgm:pt modelId="{A9114724-32B1-45DC-8364-CA276C117ACE}" type="sibTrans" cxnId="{9605B780-71D4-4486-9E48-885ABAEE459B}">
      <dgm:prSet/>
      <dgm:spPr/>
      <dgm:t>
        <a:bodyPr/>
        <a:lstStyle/>
        <a:p>
          <a:endParaRPr lang="en-GB"/>
        </a:p>
      </dgm:t>
    </dgm:pt>
    <dgm:pt modelId="{EEA032E0-D87A-4949-A564-14DB510C3F49}" type="pres">
      <dgm:prSet presAssocID="{19CD6AAA-7F2E-417E-A84C-213863EA1B4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69D43B-2ED2-4C55-A55F-BA779420B83B}" type="pres">
      <dgm:prSet presAssocID="{03B9492D-49DF-495F-955D-7E2E8E4B299B}" presName="hierRoot1" presStyleCnt="0">
        <dgm:presLayoutVars>
          <dgm:hierBranch val="init"/>
        </dgm:presLayoutVars>
      </dgm:prSet>
      <dgm:spPr/>
    </dgm:pt>
    <dgm:pt modelId="{C3908B4D-8FC8-4FF6-9711-CC8D0C678839}" type="pres">
      <dgm:prSet presAssocID="{03B9492D-49DF-495F-955D-7E2E8E4B299B}" presName="rootComposite1" presStyleCnt="0"/>
      <dgm:spPr/>
    </dgm:pt>
    <dgm:pt modelId="{3936BEA8-32DC-41C8-9871-BF2CE87B91C1}" type="pres">
      <dgm:prSet presAssocID="{03B9492D-49DF-495F-955D-7E2E8E4B299B}" presName="rootText1" presStyleLbl="node0" presStyleIdx="0" presStyleCnt="1">
        <dgm:presLayoutVars>
          <dgm:chPref val="3"/>
        </dgm:presLayoutVars>
      </dgm:prSet>
      <dgm:spPr/>
    </dgm:pt>
    <dgm:pt modelId="{8B25526A-F938-49A0-B076-EDA050FC2BCA}" type="pres">
      <dgm:prSet presAssocID="{03B9492D-49DF-495F-955D-7E2E8E4B299B}" presName="rootConnector1" presStyleLbl="node1" presStyleIdx="0" presStyleCnt="0"/>
      <dgm:spPr/>
    </dgm:pt>
    <dgm:pt modelId="{8BE0E1A0-E258-46C6-BD80-9F982907DA83}" type="pres">
      <dgm:prSet presAssocID="{03B9492D-49DF-495F-955D-7E2E8E4B299B}" presName="hierChild2" presStyleCnt="0"/>
      <dgm:spPr/>
    </dgm:pt>
    <dgm:pt modelId="{48C3E296-C339-4AB8-BF4E-76DD5B08DB3B}" type="pres">
      <dgm:prSet presAssocID="{06143126-5CA1-487E-883B-4A4A48549E70}" presName="Name37" presStyleLbl="parChTrans1D2" presStyleIdx="0" presStyleCnt="3"/>
      <dgm:spPr/>
    </dgm:pt>
    <dgm:pt modelId="{DAAF77B0-916F-423C-ABDE-089954021D8C}" type="pres">
      <dgm:prSet presAssocID="{414B1EEA-DFEA-4238-81F1-071F602DA131}" presName="hierRoot2" presStyleCnt="0">
        <dgm:presLayoutVars>
          <dgm:hierBranch val="init"/>
        </dgm:presLayoutVars>
      </dgm:prSet>
      <dgm:spPr/>
    </dgm:pt>
    <dgm:pt modelId="{49635B91-B9C1-44BB-BC00-EC7560E19B48}" type="pres">
      <dgm:prSet presAssocID="{414B1EEA-DFEA-4238-81F1-071F602DA131}" presName="rootComposite" presStyleCnt="0"/>
      <dgm:spPr/>
    </dgm:pt>
    <dgm:pt modelId="{CF080D77-C926-4B67-9462-48081F2A989F}" type="pres">
      <dgm:prSet presAssocID="{414B1EEA-DFEA-4238-81F1-071F602DA131}" presName="rootText" presStyleLbl="node2" presStyleIdx="0" presStyleCnt="3">
        <dgm:presLayoutVars>
          <dgm:chPref val="3"/>
        </dgm:presLayoutVars>
      </dgm:prSet>
      <dgm:spPr/>
    </dgm:pt>
    <dgm:pt modelId="{373E21D7-A083-4820-9224-6ADF82B2ECBD}" type="pres">
      <dgm:prSet presAssocID="{414B1EEA-DFEA-4238-81F1-071F602DA131}" presName="rootConnector" presStyleLbl="node2" presStyleIdx="0" presStyleCnt="3"/>
      <dgm:spPr/>
    </dgm:pt>
    <dgm:pt modelId="{DCDBA613-4663-400C-8E1F-5D748129FD93}" type="pres">
      <dgm:prSet presAssocID="{414B1EEA-DFEA-4238-81F1-071F602DA131}" presName="hierChild4" presStyleCnt="0"/>
      <dgm:spPr/>
    </dgm:pt>
    <dgm:pt modelId="{00A2437C-4904-47BE-BCF7-94EF7EBAFC6D}" type="pres">
      <dgm:prSet presAssocID="{798B7DE1-D2CD-43EB-9EE9-7012087A56ED}" presName="Name37" presStyleLbl="parChTrans1D3" presStyleIdx="0" presStyleCnt="8"/>
      <dgm:spPr/>
    </dgm:pt>
    <dgm:pt modelId="{5932092A-1ED1-4F11-9B7E-4285BA0946F5}" type="pres">
      <dgm:prSet presAssocID="{32F53088-44C6-4B81-8036-75B4922F0EE1}" presName="hierRoot2" presStyleCnt="0">
        <dgm:presLayoutVars>
          <dgm:hierBranch val="init"/>
        </dgm:presLayoutVars>
      </dgm:prSet>
      <dgm:spPr/>
    </dgm:pt>
    <dgm:pt modelId="{F7A2990C-40E5-4C90-A1C0-7AD6AEF1B195}" type="pres">
      <dgm:prSet presAssocID="{32F53088-44C6-4B81-8036-75B4922F0EE1}" presName="rootComposite" presStyleCnt="0"/>
      <dgm:spPr/>
    </dgm:pt>
    <dgm:pt modelId="{BED5B6A0-7E12-48A3-9C35-D76C20A5026F}" type="pres">
      <dgm:prSet presAssocID="{32F53088-44C6-4B81-8036-75B4922F0EE1}" presName="rootText" presStyleLbl="node3" presStyleIdx="0" presStyleCnt="8">
        <dgm:presLayoutVars>
          <dgm:chPref val="3"/>
        </dgm:presLayoutVars>
      </dgm:prSet>
      <dgm:spPr/>
    </dgm:pt>
    <dgm:pt modelId="{BCC2446A-9036-4F81-9D86-1635597C26E0}" type="pres">
      <dgm:prSet presAssocID="{32F53088-44C6-4B81-8036-75B4922F0EE1}" presName="rootConnector" presStyleLbl="node3" presStyleIdx="0" presStyleCnt="8"/>
      <dgm:spPr/>
    </dgm:pt>
    <dgm:pt modelId="{480D5C4E-700B-4263-A3F5-7924D4C1B10D}" type="pres">
      <dgm:prSet presAssocID="{32F53088-44C6-4B81-8036-75B4922F0EE1}" presName="hierChild4" presStyleCnt="0"/>
      <dgm:spPr/>
    </dgm:pt>
    <dgm:pt modelId="{36F3561C-936D-4FB5-852C-693FD2210824}" type="pres">
      <dgm:prSet presAssocID="{29DB17D3-D8D1-4100-876F-459730CC51D8}" presName="Name37" presStyleLbl="parChTrans1D4" presStyleIdx="0" presStyleCnt="20"/>
      <dgm:spPr/>
    </dgm:pt>
    <dgm:pt modelId="{672EBCCA-4DEE-403C-92C1-70021A5B45F4}" type="pres">
      <dgm:prSet presAssocID="{145B2828-DF17-442E-9A96-38D0178ECF9D}" presName="hierRoot2" presStyleCnt="0">
        <dgm:presLayoutVars>
          <dgm:hierBranch val="init"/>
        </dgm:presLayoutVars>
      </dgm:prSet>
      <dgm:spPr/>
    </dgm:pt>
    <dgm:pt modelId="{A9424A85-8666-4C74-8EBD-63E611478368}" type="pres">
      <dgm:prSet presAssocID="{145B2828-DF17-442E-9A96-38D0178ECF9D}" presName="rootComposite" presStyleCnt="0"/>
      <dgm:spPr/>
    </dgm:pt>
    <dgm:pt modelId="{69A938E9-8198-4FB1-BC8F-FEF1323413B5}" type="pres">
      <dgm:prSet presAssocID="{145B2828-DF17-442E-9A96-38D0178ECF9D}" presName="rootText" presStyleLbl="node4" presStyleIdx="0" presStyleCnt="20">
        <dgm:presLayoutVars>
          <dgm:chPref val="3"/>
        </dgm:presLayoutVars>
      </dgm:prSet>
      <dgm:spPr/>
    </dgm:pt>
    <dgm:pt modelId="{2BB4F16E-090B-4ABD-AEE4-AC2088CBCB84}" type="pres">
      <dgm:prSet presAssocID="{145B2828-DF17-442E-9A96-38D0178ECF9D}" presName="rootConnector" presStyleLbl="node4" presStyleIdx="0" presStyleCnt="20"/>
      <dgm:spPr/>
    </dgm:pt>
    <dgm:pt modelId="{FF5A9951-882C-4206-9AE7-8F32ADF4B5C1}" type="pres">
      <dgm:prSet presAssocID="{145B2828-DF17-442E-9A96-38D0178ECF9D}" presName="hierChild4" presStyleCnt="0"/>
      <dgm:spPr/>
    </dgm:pt>
    <dgm:pt modelId="{8313632F-3B3F-45F0-831F-51B19061AC9A}" type="pres">
      <dgm:prSet presAssocID="{145B2828-DF17-442E-9A96-38D0178ECF9D}" presName="hierChild5" presStyleCnt="0"/>
      <dgm:spPr/>
    </dgm:pt>
    <dgm:pt modelId="{0CD80121-C5C6-4B1E-9026-0E6E499AD119}" type="pres">
      <dgm:prSet presAssocID="{51DC299D-6515-4FEC-BA6E-A3E9AD917913}" presName="Name37" presStyleLbl="parChTrans1D4" presStyleIdx="1" presStyleCnt="20"/>
      <dgm:spPr/>
    </dgm:pt>
    <dgm:pt modelId="{6520F794-F4A8-4CAE-A579-190C7E0AFD08}" type="pres">
      <dgm:prSet presAssocID="{5E1030C9-84A6-4BC0-B16A-63D1554FE5FA}" presName="hierRoot2" presStyleCnt="0">
        <dgm:presLayoutVars>
          <dgm:hierBranch val="init"/>
        </dgm:presLayoutVars>
      </dgm:prSet>
      <dgm:spPr/>
    </dgm:pt>
    <dgm:pt modelId="{9D819B99-0A1D-4FAF-995B-B502E5660129}" type="pres">
      <dgm:prSet presAssocID="{5E1030C9-84A6-4BC0-B16A-63D1554FE5FA}" presName="rootComposite" presStyleCnt="0"/>
      <dgm:spPr/>
    </dgm:pt>
    <dgm:pt modelId="{154BFB8B-BBBB-4869-8D87-22A5A0235FEA}" type="pres">
      <dgm:prSet presAssocID="{5E1030C9-84A6-4BC0-B16A-63D1554FE5FA}" presName="rootText" presStyleLbl="node4" presStyleIdx="1" presStyleCnt="20">
        <dgm:presLayoutVars>
          <dgm:chPref val="3"/>
        </dgm:presLayoutVars>
      </dgm:prSet>
      <dgm:spPr/>
    </dgm:pt>
    <dgm:pt modelId="{FC9C86C8-5E4A-4AAF-B13B-4383F9D21700}" type="pres">
      <dgm:prSet presAssocID="{5E1030C9-84A6-4BC0-B16A-63D1554FE5FA}" presName="rootConnector" presStyleLbl="node4" presStyleIdx="1" presStyleCnt="20"/>
      <dgm:spPr/>
    </dgm:pt>
    <dgm:pt modelId="{7EB47DE3-3CD3-43AF-BFC3-E01FA48D3925}" type="pres">
      <dgm:prSet presAssocID="{5E1030C9-84A6-4BC0-B16A-63D1554FE5FA}" presName="hierChild4" presStyleCnt="0"/>
      <dgm:spPr/>
    </dgm:pt>
    <dgm:pt modelId="{1F5C7728-0EE7-43AF-B0C3-12C3F0A485D4}" type="pres">
      <dgm:prSet presAssocID="{5E1030C9-84A6-4BC0-B16A-63D1554FE5FA}" presName="hierChild5" presStyleCnt="0"/>
      <dgm:spPr/>
    </dgm:pt>
    <dgm:pt modelId="{F6E02C16-0F73-4F95-B3E3-E527BF800BCF}" type="pres">
      <dgm:prSet presAssocID="{32F53088-44C6-4B81-8036-75B4922F0EE1}" presName="hierChild5" presStyleCnt="0"/>
      <dgm:spPr/>
    </dgm:pt>
    <dgm:pt modelId="{BF2DCEDB-DE8B-4DED-ABC1-DC869A74ECE4}" type="pres">
      <dgm:prSet presAssocID="{11F1A67D-275F-4200-977F-F95F2F05F59F}" presName="Name37" presStyleLbl="parChTrans1D3" presStyleIdx="1" presStyleCnt="8"/>
      <dgm:spPr/>
    </dgm:pt>
    <dgm:pt modelId="{7B6F866C-3D2C-48C3-A000-7FF519898641}" type="pres">
      <dgm:prSet presAssocID="{84B4875C-604D-4E7F-A20B-2089141DF7AC}" presName="hierRoot2" presStyleCnt="0">
        <dgm:presLayoutVars>
          <dgm:hierBranch val="init"/>
        </dgm:presLayoutVars>
      </dgm:prSet>
      <dgm:spPr/>
    </dgm:pt>
    <dgm:pt modelId="{9F80E067-89AA-4426-8287-64DC26718FAF}" type="pres">
      <dgm:prSet presAssocID="{84B4875C-604D-4E7F-A20B-2089141DF7AC}" presName="rootComposite" presStyleCnt="0"/>
      <dgm:spPr/>
    </dgm:pt>
    <dgm:pt modelId="{DA165373-2059-41E5-ABDC-EA98C393A8F8}" type="pres">
      <dgm:prSet presAssocID="{84B4875C-604D-4E7F-A20B-2089141DF7AC}" presName="rootText" presStyleLbl="node3" presStyleIdx="1" presStyleCnt="8">
        <dgm:presLayoutVars>
          <dgm:chPref val="3"/>
        </dgm:presLayoutVars>
      </dgm:prSet>
      <dgm:spPr/>
    </dgm:pt>
    <dgm:pt modelId="{81BA6369-D6DB-4567-8B3B-750FA0416E0A}" type="pres">
      <dgm:prSet presAssocID="{84B4875C-604D-4E7F-A20B-2089141DF7AC}" presName="rootConnector" presStyleLbl="node3" presStyleIdx="1" presStyleCnt="8"/>
      <dgm:spPr/>
    </dgm:pt>
    <dgm:pt modelId="{08044B52-2742-4FE6-AD29-04EC3C91D85F}" type="pres">
      <dgm:prSet presAssocID="{84B4875C-604D-4E7F-A20B-2089141DF7AC}" presName="hierChild4" presStyleCnt="0"/>
      <dgm:spPr/>
    </dgm:pt>
    <dgm:pt modelId="{E753781B-CD9A-4478-80DB-A28AF20E07ED}" type="pres">
      <dgm:prSet presAssocID="{D0BC7227-4E75-44F6-BBBE-5DB3FEAD6779}" presName="Name37" presStyleLbl="parChTrans1D4" presStyleIdx="2" presStyleCnt="20"/>
      <dgm:spPr/>
    </dgm:pt>
    <dgm:pt modelId="{BE5EAF1E-2304-4A1D-B358-B13EB952A1D9}" type="pres">
      <dgm:prSet presAssocID="{A2D23DC9-2B7D-4B02-9CF4-963A080295F4}" presName="hierRoot2" presStyleCnt="0">
        <dgm:presLayoutVars>
          <dgm:hierBranch val="init"/>
        </dgm:presLayoutVars>
      </dgm:prSet>
      <dgm:spPr/>
    </dgm:pt>
    <dgm:pt modelId="{E062B143-1D10-4E24-B1C3-AD983E9871C1}" type="pres">
      <dgm:prSet presAssocID="{A2D23DC9-2B7D-4B02-9CF4-963A080295F4}" presName="rootComposite" presStyleCnt="0"/>
      <dgm:spPr/>
    </dgm:pt>
    <dgm:pt modelId="{A957EDD8-0578-4251-98E0-6183F62C42C0}" type="pres">
      <dgm:prSet presAssocID="{A2D23DC9-2B7D-4B02-9CF4-963A080295F4}" presName="rootText" presStyleLbl="node4" presStyleIdx="2" presStyleCnt="20">
        <dgm:presLayoutVars>
          <dgm:chPref val="3"/>
        </dgm:presLayoutVars>
      </dgm:prSet>
      <dgm:spPr/>
    </dgm:pt>
    <dgm:pt modelId="{7F85434C-0305-4EC7-8F1B-E7DDF5E76491}" type="pres">
      <dgm:prSet presAssocID="{A2D23DC9-2B7D-4B02-9CF4-963A080295F4}" presName="rootConnector" presStyleLbl="node4" presStyleIdx="2" presStyleCnt="20"/>
      <dgm:spPr/>
    </dgm:pt>
    <dgm:pt modelId="{E58B0F54-9B0B-4D0A-8397-C3F742F46E37}" type="pres">
      <dgm:prSet presAssocID="{A2D23DC9-2B7D-4B02-9CF4-963A080295F4}" presName="hierChild4" presStyleCnt="0"/>
      <dgm:spPr/>
    </dgm:pt>
    <dgm:pt modelId="{9A04FC5A-CFBE-4A02-B184-A0F420EB5B6F}" type="pres">
      <dgm:prSet presAssocID="{A2D23DC9-2B7D-4B02-9CF4-963A080295F4}" presName="hierChild5" presStyleCnt="0"/>
      <dgm:spPr/>
    </dgm:pt>
    <dgm:pt modelId="{6BA15B8B-D540-4FD0-9EB0-9D174337262E}" type="pres">
      <dgm:prSet presAssocID="{6DF94855-DCA2-44DE-B3DF-F0B5F32B5838}" presName="Name37" presStyleLbl="parChTrans1D4" presStyleIdx="3" presStyleCnt="20"/>
      <dgm:spPr/>
    </dgm:pt>
    <dgm:pt modelId="{28E632BA-D5F5-4969-8CC6-E027B129AF72}" type="pres">
      <dgm:prSet presAssocID="{5B0B1D3C-594F-4293-8A44-E8C1659C5E12}" presName="hierRoot2" presStyleCnt="0">
        <dgm:presLayoutVars>
          <dgm:hierBranch val="init"/>
        </dgm:presLayoutVars>
      </dgm:prSet>
      <dgm:spPr/>
    </dgm:pt>
    <dgm:pt modelId="{698056FE-2DED-4CB0-9863-8A67A43C8014}" type="pres">
      <dgm:prSet presAssocID="{5B0B1D3C-594F-4293-8A44-E8C1659C5E12}" presName="rootComposite" presStyleCnt="0"/>
      <dgm:spPr/>
    </dgm:pt>
    <dgm:pt modelId="{955C611C-35A5-4159-9A5D-1510AAD51E8A}" type="pres">
      <dgm:prSet presAssocID="{5B0B1D3C-594F-4293-8A44-E8C1659C5E12}" presName="rootText" presStyleLbl="node4" presStyleIdx="3" presStyleCnt="20">
        <dgm:presLayoutVars>
          <dgm:chPref val="3"/>
        </dgm:presLayoutVars>
      </dgm:prSet>
      <dgm:spPr/>
    </dgm:pt>
    <dgm:pt modelId="{A7D0651E-2BFF-42F1-AD87-05A438AD7C4D}" type="pres">
      <dgm:prSet presAssocID="{5B0B1D3C-594F-4293-8A44-E8C1659C5E12}" presName="rootConnector" presStyleLbl="node4" presStyleIdx="3" presStyleCnt="20"/>
      <dgm:spPr/>
    </dgm:pt>
    <dgm:pt modelId="{CC482E2D-E1CD-4615-B209-19504C10C970}" type="pres">
      <dgm:prSet presAssocID="{5B0B1D3C-594F-4293-8A44-E8C1659C5E12}" presName="hierChild4" presStyleCnt="0"/>
      <dgm:spPr/>
    </dgm:pt>
    <dgm:pt modelId="{DC5D7B0B-2760-49C4-AA8E-DF8D5CCAC7B2}" type="pres">
      <dgm:prSet presAssocID="{5B0B1D3C-594F-4293-8A44-E8C1659C5E12}" presName="hierChild5" presStyleCnt="0"/>
      <dgm:spPr/>
    </dgm:pt>
    <dgm:pt modelId="{E631EB45-45E5-49BD-AC0C-3AAD34A1334D}" type="pres">
      <dgm:prSet presAssocID="{AA840DBC-97CE-4484-B22E-27833B7F5B86}" presName="Name37" presStyleLbl="parChTrans1D4" presStyleIdx="4" presStyleCnt="20"/>
      <dgm:spPr/>
    </dgm:pt>
    <dgm:pt modelId="{54B58EC2-8F59-47F1-AF7E-476CEF658A4F}" type="pres">
      <dgm:prSet presAssocID="{DCA1D87E-5C3B-42AF-9ECB-E470DA3D1620}" presName="hierRoot2" presStyleCnt="0">
        <dgm:presLayoutVars>
          <dgm:hierBranch val="init"/>
        </dgm:presLayoutVars>
      </dgm:prSet>
      <dgm:spPr/>
    </dgm:pt>
    <dgm:pt modelId="{5B6AD4CD-03DA-4508-A5E2-BD700077EFD6}" type="pres">
      <dgm:prSet presAssocID="{DCA1D87E-5C3B-42AF-9ECB-E470DA3D1620}" presName="rootComposite" presStyleCnt="0"/>
      <dgm:spPr/>
    </dgm:pt>
    <dgm:pt modelId="{0E6794E4-2422-4377-9423-5F02511FA0D9}" type="pres">
      <dgm:prSet presAssocID="{DCA1D87E-5C3B-42AF-9ECB-E470DA3D1620}" presName="rootText" presStyleLbl="node4" presStyleIdx="4" presStyleCnt="20">
        <dgm:presLayoutVars>
          <dgm:chPref val="3"/>
        </dgm:presLayoutVars>
      </dgm:prSet>
      <dgm:spPr/>
    </dgm:pt>
    <dgm:pt modelId="{4E2834A3-D06A-46C9-BC9B-7D7D83DD4E33}" type="pres">
      <dgm:prSet presAssocID="{DCA1D87E-5C3B-42AF-9ECB-E470DA3D1620}" presName="rootConnector" presStyleLbl="node4" presStyleIdx="4" presStyleCnt="20"/>
      <dgm:spPr/>
    </dgm:pt>
    <dgm:pt modelId="{0DA68591-5E75-42B9-919A-2A156705C2CA}" type="pres">
      <dgm:prSet presAssocID="{DCA1D87E-5C3B-42AF-9ECB-E470DA3D1620}" presName="hierChild4" presStyleCnt="0"/>
      <dgm:spPr/>
    </dgm:pt>
    <dgm:pt modelId="{3A8942AF-18D9-4E43-A845-2C1BE8F961B7}" type="pres">
      <dgm:prSet presAssocID="{DCA1D87E-5C3B-42AF-9ECB-E470DA3D1620}" presName="hierChild5" presStyleCnt="0"/>
      <dgm:spPr/>
    </dgm:pt>
    <dgm:pt modelId="{8053B2FE-DA86-4236-AF95-BBBEBEB0E709}" type="pres">
      <dgm:prSet presAssocID="{84B4875C-604D-4E7F-A20B-2089141DF7AC}" presName="hierChild5" presStyleCnt="0"/>
      <dgm:spPr/>
    </dgm:pt>
    <dgm:pt modelId="{5230FBD5-F78A-46FC-9AE6-53EC6999BF37}" type="pres">
      <dgm:prSet presAssocID="{414B1EEA-DFEA-4238-81F1-071F602DA131}" presName="hierChild5" presStyleCnt="0"/>
      <dgm:spPr/>
    </dgm:pt>
    <dgm:pt modelId="{47D8014D-3BFF-4EF5-9C69-C88E6CB32060}" type="pres">
      <dgm:prSet presAssocID="{7F3FC471-52F2-4463-B0C2-E0076F772BC5}" presName="Name37" presStyleLbl="parChTrans1D2" presStyleIdx="1" presStyleCnt="3"/>
      <dgm:spPr/>
    </dgm:pt>
    <dgm:pt modelId="{31A8BB98-BC42-4256-A74F-0720D115C53A}" type="pres">
      <dgm:prSet presAssocID="{C9CB1B96-F067-47AF-94B0-CB6180FB816C}" presName="hierRoot2" presStyleCnt="0">
        <dgm:presLayoutVars>
          <dgm:hierBranch val="init"/>
        </dgm:presLayoutVars>
      </dgm:prSet>
      <dgm:spPr/>
    </dgm:pt>
    <dgm:pt modelId="{40E8B168-4FAB-460E-925B-71EAB9D166C7}" type="pres">
      <dgm:prSet presAssocID="{C9CB1B96-F067-47AF-94B0-CB6180FB816C}" presName="rootComposite" presStyleCnt="0"/>
      <dgm:spPr/>
    </dgm:pt>
    <dgm:pt modelId="{2F704870-8014-4803-995F-A97048EBEE4D}" type="pres">
      <dgm:prSet presAssocID="{C9CB1B96-F067-47AF-94B0-CB6180FB816C}" presName="rootText" presStyleLbl="node2" presStyleIdx="1" presStyleCnt="3">
        <dgm:presLayoutVars>
          <dgm:chPref val="3"/>
        </dgm:presLayoutVars>
      </dgm:prSet>
      <dgm:spPr/>
    </dgm:pt>
    <dgm:pt modelId="{69C97DF7-37D7-426B-AC30-9B5A4203B761}" type="pres">
      <dgm:prSet presAssocID="{C9CB1B96-F067-47AF-94B0-CB6180FB816C}" presName="rootConnector" presStyleLbl="node2" presStyleIdx="1" presStyleCnt="3"/>
      <dgm:spPr/>
    </dgm:pt>
    <dgm:pt modelId="{9BF81C4B-0412-4EF5-ABC8-FC22D4B8D4B7}" type="pres">
      <dgm:prSet presAssocID="{C9CB1B96-F067-47AF-94B0-CB6180FB816C}" presName="hierChild4" presStyleCnt="0"/>
      <dgm:spPr/>
    </dgm:pt>
    <dgm:pt modelId="{94D26305-849B-4855-BBCE-247534EC48D7}" type="pres">
      <dgm:prSet presAssocID="{B3928663-19AE-4AEE-97C2-009E1DDAB51D}" presName="Name37" presStyleLbl="parChTrans1D3" presStyleIdx="2" presStyleCnt="8"/>
      <dgm:spPr/>
    </dgm:pt>
    <dgm:pt modelId="{5523CA80-9D38-4FCF-AC95-4B4F5FA5144A}" type="pres">
      <dgm:prSet presAssocID="{F3BD0223-1BC6-4BD4-AF2E-A82FE755673A}" presName="hierRoot2" presStyleCnt="0">
        <dgm:presLayoutVars>
          <dgm:hierBranch val="init"/>
        </dgm:presLayoutVars>
      </dgm:prSet>
      <dgm:spPr/>
    </dgm:pt>
    <dgm:pt modelId="{751C3BCC-C77D-4D70-8F19-A03085167BEE}" type="pres">
      <dgm:prSet presAssocID="{F3BD0223-1BC6-4BD4-AF2E-A82FE755673A}" presName="rootComposite" presStyleCnt="0"/>
      <dgm:spPr/>
    </dgm:pt>
    <dgm:pt modelId="{71BD1725-0DAE-4CED-AAB2-944268F512B2}" type="pres">
      <dgm:prSet presAssocID="{F3BD0223-1BC6-4BD4-AF2E-A82FE755673A}" presName="rootText" presStyleLbl="node3" presStyleIdx="2" presStyleCnt="8">
        <dgm:presLayoutVars>
          <dgm:chPref val="3"/>
        </dgm:presLayoutVars>
      </dgm:prSet>
      <dgm:spPr/>
    </dgm:pt>
    <dgm:pt modelId="{25833BE9-7F8B-4D14-BA9D-3A631F3AF386}" type="pres">
      <dgm:prSet presAssocID="{F3BD0223-1BC6-4BD4-AF2E-A82FE755673A}" presName="rootConnector" presStyleLbl="node3" presStyleIdx="2" presStyleCnt="8"/>
      <dgm:spPr/>
    </dgm:pt>
    <dgm:pt modelId="{56E3563D-359B-4D2C-8320-AF9E6F492A19}" type="pres">
      <dgm:prSet presAssocID="{F3BD0223-1BC6-4BD4-AF2E-A82FE755673A}" presName="hierChild4" presStyleCnt="0"/>
      <dgm:spPr/>
    </dgm:pt>
    <dgm:pt modelId="{CC0EBDD9-D559-45FE-9D0A-6294EC43659B}" type="pres">
      <dgm:prSet presAssocID="{59BD1825-A742-410D-AFD4-6B32BB9409B1}" presName="Name37" presStyleLbl="parChTrans1D4" presStyleIdx="5" presStyleCnt="20"/>
      <dgm:spPr/>
    </dgm:pt>
    <dgm:pt modelId="{78501DAF-5588-46D1-B329-ABD3F028FEE8}" type="pres">
      <dgm:prSet presAssocID="{E23AFCC5-20C5-4A2B-999E-9A1F08095A0E}" presName="hierRoot2" presStyleCnt="0">
        <dgm:presLayoutVars>
          <dgm:hierBranch val="init"/>
        </dgm:presLayoutVars>
      </dgm:prSet>
      <dgm:spPr/>
    </dgm:pt>
    <dgm:pt modelId="{DA4B9B2A-5E13-444D-82BF-CF5BCD682B51}" type="pres">
      <dgm:prSet presAssocID="{E23AFCC5-20C5-4A2B-999E-9A1F08095A0E}" presName="rootComposite" presStyleCnt="0"/>
      <dgm:spPr/>
    </dgm:pt>
    <dgm:pt modelId="{A0B0728F-8B06-49D0-8939-E44AF610FB47}" type="pres">
      <dgm:prSet presAssocID="{E23AFCC5-20C5-4A2B-999E-9A1F08095A0E}" presName="rootText" presStyleLbl="node4" presStyleIdx="5" presStyleCnt="20">
        <dgm:presLayoutVars>
          <dgm:chPref val="3"/>
        </dgm:presLayoutVars>
      </dgm:prSet>
      <dgm:spPr/>
    </dgm:pt>
    <dgm:pt modelId="{5CFA7ECB-C6BC-45C7-9A0B-9D21C3EE2E62}" type="pres">
      <dgm:prSet presAssocID="{E23AFCC5-20C5-4A2B-999E-9A1F08095A0E}" presName="rootConnector" presStyleLbl="node4" presStyleIdx="5" presStyleCnt="20"/>
      <dgm:spPr/>
    </dgm:pt>
    <dgm:pt modelId="{F6EAE652-FA76-4C1D-8EF9-1F34CAA9CA1E}" type="pres">
      <dgm:prSet presAssocID="{E23AFCC5-20C5-4A2B-999E-9A1F08095A0E}" presName="hierChild4" presStyleCnt="0"/>
      <dgm:spPr/>
    </dgm:pt>
    <dgm:pt modelId="{6414DE02-72BE-4260-B3D0-5C02EAC4A405}" type="pres">
      <dgm:prSet presAssocID="{E23AFCC5-20C5-4A2B-999E-9A1F08095A0E}" presName="hierChild5" presStyleCnt="0"/>
      <dgm:spPr/>
    </dgm:pt>
    <dgm:pt modelId="{1A8EAA10-8F35-4682-9071-75F58275BC76}" type="pres">
      <dgm:prSet presAssocID="{20CE3987-7845-46D9-8980-D6A1047500CA}" presName="Name37" presStyleLbl="parChTrans1D4" presStyleIdx="6" presStyleCnt="20"/>
      <dgm:spPr/>
    </dgm:pt>
    <dgm:pt modelId="{E62844F0-D2DE-4D3E-82BB-C313A359E49D}" type="pres">
      <dgm:prSet presAssocID="{28613AC1-D468-4F82-BA34-BB21DEC83132}" presName="hierRoot2" presStyleCnt="0">
        <dgm:presLayoutVars>
          <dgm:hierBranch val="init"/>
        </dgm:presLayoutVars>
      </dgm:prSet>
      <dgm:spPr/>
    </dgm:pt>
    <dgm:pt modelId="{860CEC76-951F-4232-9826-C56C23A0C648}" type="pres">
      <dgm:prSet presAssocID="{28613AC1-D468-4F82-BA34-BB21DEC83132}" presName="rootComposite" presStyleCnt="0"/>
      <dgm:spPr/>
    </dgm:pt>
    <dgm:pt modelId="{B1D9806C-75DC-4EA7-85DA-F4BF8261CD1A}" type="pres">
      <dgm:prSet presAssocID="{28613AC1-D468-4F82-BA34-BB21DEC83132}" presName="rootText" presStyleLbl="node4" presStyleIdx="6" presStyleCnt="20">
        <dgm:presLayoutVars>
          <dgm:chPref val="3"/>
        </dgm:presLayoutVars>
      </dgm:prSet>
      <dgm:spPr/>
    </dgm:pt>
    <dgm:pt modelId="{C7EECFC0-6C50-4AA0-97E9-E3A5D98754D8}" type="pres">
      <dgm:prSet presAssocID="{28613AC1-D468-4F82-BA34-BB21DEC83132}" presName="rootConnector" presStyleLbl="node4" presStyleIdx="6" presStyleCnt="20"/>
      <dgm:spPr/>
    </dgm:pt>
    <dgm:pt modelId="{CFD6CAD8-4FCA-451B-B791-6E1E418FB0D9}" type="pres">
      <dgm:prSet presAssocID="{28613AC1-D468-4F82-BA34-BB21DEC83132}" presName="hierChild4" presStyleCnt="0"/>
      <dgm:spPr/>
    </dgm:pt>
    <dgm:pt modelId="{2770F4DC-BF91-4825-9E99-0C588A866CE7}" type="pres">
      <dgm:prSet presAssocID="{28613AC1-D468-4F82-BA34-BB21DEC83132}" presName="hierChild5" presStyleCnt="0"/>
      <dgm:spPr/>
    </dgm:pt>
    <dgm:pt modelId="{2990DECD-ED79-492B-B11E-82D124CF77DD}" type="pres">
      <dgm:prSet presAssocID="{F44E5902-6B1B-43C6-9FF4-D446AFD2935B}" presName="Name37" presStyleLbl="parChTrans1D4" presStyleIdx="7" presStyleCnt="20"/>
      <dgm:spPr/>
    </dgm:pt>
    <dgm:pt modelId="{9482E165-F004-4B3B-A8A2-E98ED31ADFDC}" type="pres">
      <dgm:prSet presAssocID="{8F1A98BD-C76E-402E-A5C5-C6595FDF81E1}" presName="hierRoot2" presStyleCnt="0">
        <dgm:presLayoutVars>
          <dgm:hierBranch val="init"/>
        </dgm:presLayoutVars>
      </dgm:prSet>
      <dgm:spPr/>
    </dgm:pt>
    <dgm:pt modelId="{1F886F95-E173-4A6F-95E9-B5A103BF001F}" type="pres">
      <dgm:prSet presAssocID="{8F1A98BD-C76E-402E-A5C5-C6595FDF81E1}" presName="rootComposite" presStyleCnt="0"/>
      <dgm:spPr/>
    </dgm:pt>
    <dgm:pt modelId="{30DA77A3-E23C-49FB-9553-89DD162F8D1D}" type="pres">
      <dgm:prSet presAssocID="{8F1A98BD-C76E-402E-A5C5-C6595FDF81E1}" presName="rootText" presStyleLbl="node4" presStyleIdx="7" presStyleCnt="20">
        <dgm:presLayoutVars>
          <dgm:chPref val="3"/>
        </dgm:presLayoutVars>
      </dgm:prSet>
      <dgm:spPr/>
    </dgm:pt>
    <dgm:pt modelId="{2871C7E2-5705-4656-947F-69C422C3A489}" type="pres">
      <dgm:prSet presAssocID="{8F1A98BD-C76E-402E-A5C5-C6595FDF81E1}" presName="rootConnector" presStyleLbl="node4" presStyleIdx="7" presStyleCnt="20"/>
      <dgm:spPr/>
    </dgm:pt>
    <dgm:pt modelId="{B2CA9497-4E71-4D9B-B84F-B7B08F94F52A}" type="pres">
      <dgm:prSet presAssocID="{8F1A98BD-C76E-402E-A5C5-C6595FDF81E1}" presName="hierChild4" presStyleCnt="0"/>
      <dgm:spPr/>
    </dgm:pt>
    <dgm:pt modelId="{32B1A8C7-9F09-4FF2-9A89-44144C7E74A6}" type="pres">
      <dgm:prSet presAssocID="{8F1A98BD-C76E-402E-A5C5-C6595FDF81E1}" presName="hierChild5" presStyleCnt="0"/>
      <dgm:spPr/>
    </dgm:pt>
    <dgm:pt modelId="{63EDBA4E-E3F6-4179-9214-CD797EC5D099}" type="pres">
      <dgm:prSet presAssocID="{F3BD0223-1BC6-4BD4-AF2E-A82FE755673A}" presName="hierChild5" presStyleCnt="0"/>
      <dgm:spPr/>
    </dgm:pt>
    <dgm:pt modelId="{84504024-F917-44C2-AAF7-F31A035BEBC4}" type="pres">
      <dgm:prSet presAssocID="{C7BADD26-5388-40A9-AA1D-EA75E6F79984}" presName="Name37" presStyleLbl="parChTrans1D3" presStyleIdx="3" presStyleCnt="8"/>
      <dgm:spPr/>
    </dgm:pt>
    <dgm:pt modelId="{160C9E3E-52F7-464F-8C5E-10C8B664C862}" type="pres">
      <dgm:prSet presAssocID="{31E231F0-0C27-4A92-8D3C-49138990D9DF}" presName="hierRoot2" presStyleCnt="0">
        <dgm:presLayoutVars>
          <dgm:hierBranch val="init"/>
        </dgm:presLayoutVars>
      </dgm:prSet>
      <dgm:spPr/>
    </dgm:pt>
    <dgm:pt modelId="{85603A61-AAC1-4EDF-A8BF-C0112D135229}" type="pres">
      <dgm:prSet presAssocID="{31E231F0-0C27-4A92-8D3C-49138990D9DF}" presName="rootComposite" presStyleCnt="0"/>
      <dgm:spPr/>
    </dgm:pt>
    <dgm:pt modelId="{BF144789-9BB3-4C65-A321-29C88D438B84}" type="pres">
      <dgm:prSet presAssocID="{31E231F0-0C27-4A92-8D3C-49138990D9DF}" presName="rootText" presStyleLbl="node3" presStyleIdx="3" presStyleCnt="8">
        <dgm:presLayoutVars>
          <dgm:chPref val="3"/>
        </dgm:presLayoutVars>
      </dgm:prSet>
      <dgm:spPr/>
    </dgm:pt>
    <dgm:pt modelId="{FEA49FC2-9B0D-4967-8666-245E26621CA0}" type="pres">
      <dgm:prSet presAssocID="{31E231F0-0C27-4A92-8D3C-49138990D9DF}" presName="rootConnector" presStyleLbl="node3" presStyleIdx="3" presStyleCnt="8"/>
      <dgm:spPr/>
    </dgm:pt>
    <dgm:pt modelId="{9C2117DC-8253-4DBB-B6CF-9F1B7EF84060}" type="pres">
      <dgm:prSet presAssocID="{31E231F0-0C27-4A92-8D3C-49138990D9DF}" presName="hierChild4" presStyleCnt="0"/>
      <dgm:spPr/>
    </dgm:pt>
    <dgm:pt modelId="{8A224422-F569-403F-8CD0-195B946CBF05}" type="pres">
      <dgm:prSet presAssocID="{37A17460-AA57-4998-BF97-DE487ECA125D}" presName="Name37" presStyleLbl="parChTrans1D4" presStyleIdx="8" presStyleCnt="20"/>
      <dgm:spPr/>
    </dgm:pt>
    <dgm:pt modelId="{A5E1DB32-1C57-4C83-B901-B57DC060B43B}" type="pres">
      <dgm:prSet presAssocID="{88FB5E40-4EA8-41E5-BAA5-5A945EAC8C96}" presName="hierRoot2" presStyleCnt="0">
        <dgm:presLayoutVars>
          <dgm:hierBranch val="init"/>
        </dgm:presLayoutVars>
      </dgm:prSet>
      <dgm:spPr/>
    </dgm:pt>
    <dgm:pt modelId="{E1461B67-DC62-4073-B646-9D0C456DD8C9}" type="pres">
      <dgm:prSet presAssocID="{88FB5E40-4EA8-41E5-BAA5-5A945EAC8C96}" presName="rootComposite" presStyleCnt="0"/>
      <dgm:spPr/>
    </dgm:pt>
    <dgm:pt modelId="{B1C88AB5-21A4-4768-8838-356F6519318A}" type="pres">
      <dgm:prSet presAssocID="{88FB5E40-4EA8-41E5-BAA5-5A945EAC8C96}" presName="rootText" presStyleLbl="node4" presStyleIdx="8" presStyleCnt="20">
        <dgm:presLayoutVars>
          <dgm:chPref val="3"/>
        </dgm:presLayoutVars>
      </dgm:prSet>
      <dgm:spPr/>
    </dgm:pt>
    <dgm:pt modelId="{1F849F76-67DF-485F-BC15-34F5C17F3E0F}" type="pres">
      <dgm:prSet presAssocID="{88FB5E40-4EA8-41E5-BAA5-5A945EAC8C96}" presName="rootConnector" presStyleLbl="node4" presStyleIdx="8" presStyleCnt="20"/>
      <dgm:spPr/>
    </dgm:pt>
    <dgm:pt modelId="{3B5E0256-066A-4090-A9F0-4DB1A4CC0595}" type="pres">
      <dgm:prSet presAssocID="{88FB5E40-4EA8-41E5-BAA5-5A945EAC8C96}" presName="hierChild4" presStyleCnt="0"/>
      <dgm:spPr/>
    </dgm:pt>
    <dgm:pt modelId="{F2C75D48-D99B-4749-8D2B-6B9AE20BC03F}" type="pres">
      <dgm:prSet presAssocID="{88FB5E40-4EA8-41E5-BAA5-5A945EAC8C96}" presName="hierChild5" presStyleCnt="0"/>
      <dgm:spPr/>
    </dgm:pt>
    <dgm:pt modelId="{C7603335-9B10-4E57-8110-DEB470810325}" type="pres">
      <dgm:prSet presAssocID="{C0C384D3-E7BF-4F48-9AE9-DB163FD3F005}" presName="Name37" presStyleLbl="parChTrans1D4" presStyleIdx="9" presStyleCnt="20"/>
      <dgm:spPr/>
    </dgm:pt>
    <dgm:pt modelId="{845E7B5F-5553-4426-925A-FE11DF1AA6E8}" type="pres">
      <dgm:prSet presAssocID="{A46BF42A-0115-40FD-80B1-5A9C14EFED87}" presName="hierRoot2" presStyleCnt="0">
        <dgm:presLayoutVars>
          <dgm:hierBranch val="init"/>
        </dgm:presLayoutVars>
      </dgm:prSet>
      <dgm:spPr/>
    </dgm:pt>
    <dgm:pt modelId="{E10829C8-245B-478C-9454-A2290F814396}" type="pres">
      <dgm:prSet presAssocID="{A46BF42A-0115-40FD-80B1-5A9C14EFED87}" presName="rootComposite" presStyleCnt="0"/>
      <dgm:spPr/>
    </dgm:pt>
    <dgm:pt modelId="{39F7877B-283B-40D4-B4FC-8C2F3CECE7E3}" type="pres">
      <dgm:prSet presAssocID="{A46BF42A-0115-40FD-80B1-5A9C14EFED87}" presName="rootText" presStyleLbl="node4" presStyleIdx="9" presStyleCnt="20">
        <dgm:presLayoutVars>
          <dgm:chPref val="3"/>
        </dgm:presLayoutVars>
      </dgm:prSet>
      <dgm:spPr/>
    </dgm:pt>
    <dgm:pt modelId="{92802576-6D4D-43ED-8E33-15F15CF6823B}" type="pres">
      <dgm:prSet presAssocID="{A46BF42A-0115-40FD-80B1-5A9C14EFED87}" presName="rootConnector" presStyleLbl="node4" presStyleIdx="9" presStyleCnt="20"/>
      <dgm:spPr/>
    </dgm:pt>
    <dgm:pt modelId="{F46F3F82-8B95-4D83-853F-577CE03F17EB}" type="pres">
      <dgm:prSet presAssocID="{A46BF42A-0115-40FD-80B1-5A9C14EFED87}" presName="hierChild4" presStyleCnt="0"/>
      <dgm:spPr/>
    </dgm:pt>
    <dgm:pt modelId="{0D2193C1-17EC-452D-85BB-C979C43DB889}" type="pres">
      <dgm:prSet presAssocID="{A46BF42A-0115-40FD-80B1-5A9C14EFED87}" presName="hierChild5" presStyleCnt="0"/>
      <dgm:spPr/>
    </dgm:pt>
    <dgm:pt modelId="{084D7060-EE22-44AE-9658-C701BEFF50EE}" type="pres">
      <dgm:prSet presAssocID="{31E231F0-0C27-4A92-8D3C-49138990D9DF}" presName="hierChild5" presStyleCnt="0"/>
      <dgm:spPr/>
    </dgm:pt>
    <dgm:pt modelId="{A7BF7221-E1BD-4B37-AA6E-BB3FBB35430E}" type="pres">
      <dgm:prSet presAssocID="{FF5B799A-0408-449D-8CC9-9CEA766C72FD}" presName="Name37" presStyleLbl="parChTrans1D3" presStyleIdx="4" presStyleCnt="8"/>
      <dgm:spPr/>
    </dgm:pt>
    <dgm:pt modelId="{C3F50DE5-75B5-4B5A-9807-8D7FDE11366F}" type="pres">
      <dgm:prSet presAssocID="{86E4DB9C-A122-494D-ACD7-707322EF8C39}" presName="hierRoot2" presStyleCnt="0">
        <dgm:presLayoutVars>
          <dgm:hierBranch val="init"/>
        </dgm:presLayoutVars>
      </dgm:prSet>
      <dgm:spPr/>
    </dgm:pt>
    <dgm:pt modelId="{5A7F3AE7-2131-497A-897D-1D458FBA1023}" type="pres">
      <dgm:prSet presAssocID="{86E4DB9C-A122-494D-ACD7-707322EF8C39}" presName="rootComposite" presStyleCnt="0"/>
      <dgm:spPr/>
    </dgm:pt>
    <dgm:pt modelId="{6219AD27-19B8-4BD8-8992-C7B490BA3006}" type="pres">
      <dgm:prSet presAssocID="{86E4DB9C-A122-494D-ACD7-707322EF8C39}" presName="rootText" presStyleLbl="node3" presStyleIdx="4" presStyleCnt="8">
        <dgm:presLayoutVars>
          <dgm:chPref val="3"/>
        </dgm:presLayoutVars>
      </dgm:prSet>
      <dgm:spPr/>
    </dgm:pt>
    <dgm:pt modelId="{F87C0ABC-7E63-4756-9ACF-77299E2B64D3}" type="pres">
      <dgm:prSet presAssocID="{86E4DB9C-A122-494D-ACD7-707322EF8C39}" presName="rootConnector" presStyleLbl="node3" presStyleIdx="4" presStyleCnt="8"/>
      <dgm:spPr/>
    </dgm:pt>
    <dgm:pt modelId="{63DF8A54-9942-4206-9465-4735AA6558B3}" type="pres">
      <dgm:prSet presAssocID="{86E4DB9C-A122-494D-ACD7-707322EF8C39}" presName="hierChild4" presStyleCnt="0"/>
      <dgm:spPr/>
    </dgm:pt>
    <dgm:pt modelId="{AB57B4E9-F115-4A4E-9939-8593E8751A6A}" type="pres">
      <dgm:prSet presAssocID="{1618C84C-C65B-4938-BFAA-0BB958AC68AC}" presName="Name37" presStyleLbl="parChTrans1D4" presStyleIdx="10" presStyleCnt="20"/>
      <dgm:spPr/>
    </dgm:pt>
    <dgm:pt modelId="{12DC03D9-15FC-4CE0-80DB-24F14EB42BE1}" type="pres">
      <dgm:prSet presAssocID="{A6D1332A-45F3-44A0-9A07-12A9FA2D215D}" presName="hierRoot2" presStyleCnt="0">
        <dgm:presLayoutVars>
          <dgm:hierBranch val="init"/>
        </dgm:presLayoutVars>
      </dgm:prSet>
      <dgm:spPr/>
    </dgm:pt>
    <dgm:pt modelId="{98DE7594-C823-495F-9263-663347742BF1}" type="pres">
      <dgm:prSet presAssocID="{A6D1332A-45F3-44A0-9A07-12A9FA2D215D}" presName="rootComposite" presStyleCnt="0"/>
      <dgm:spPr/>
    </dgm:pt>
    <dgm:pt modelId="{6BC8494A-F667-42E4-B75C-60BAA9E9CBCC}" type="pres">
      <dgm:prSet presAssocID="{A6D1332A-45F3-44A0-9A07-12A9FA2D215D}" presName="rootText" presStyleLbl="node4" presStyleIdx="10" presStyleCnt="20">
        <dgm:presLayoutVars>
          <dgm:chPref val="3"/>
        </dgm:presLayoutVars>
      </dgm:prSet>
      <dgm:spPr/>
    </dgm:pt>
    <dgm:pt modelId="{3D79B794-16D6-48CE-9CA4-886882BE44D3}" type="pres">
      <dgm:prSet presAssocID="{A6D1332A-45F3-44A0-9A07-12A9FA2D215D}" presName="rootConnector" presStyleLbl="node4" presStyleIdx="10" presStyleCnt="20"/>
      <dgm:spPr/>
    </dgm:pt>
    <dgm:pt modelId="{7BDC1500-BE85-46B8-85C7-0AE4657AF25E}" type="pres">
      <dgm:prSet presAssocID="{A6D1332A-45F3-44A0-9A07-12A9FA2D215D}" presName="hierChild4" presStyleCnt="0"/>
      <dgm:spPr/>
    </dgm:pt>
    <dgm:pt modelId="{36B83020-6A73-4719-B1F2-0A22471B721A}" type="pres">
      <dgm:prSet presAssocID="{A6D1332A-45F3-44A0-9A07-12A9FA2D215D}" presName="hierChild5" presStyleCnt="0"/>
      <dgm:spPr/>
    </dgm:pt>
    <dgm:pt modelId="{E33A45C0-5E4A-4138-863B-CC9DE2E73634}" type="pres">
      <dgm:prSet presAssocID="{A3A72F3F-C744-4288-A490-4AA0FE8D1F33}" presName="Name37" presStyleLbl="parChTrans1D4" presStyleIdx="11" presStyleCnt="20"/>
      <dgm:spPr/>
    </dgm:pt>
    <dgm:pt modelId="{EA8DF5B0-D8A9-428A-9398-2F273B48241E}" type="pres">
      <dgm:prSet presAssocID="{DAD8E980-A642-4BD1-8AAD-429C0CA8DF0C}" presName="hierRoot2" presStyleCnt="0">
        <dgm:presLayoutVars>
          <dgm:hierBranch val="init"/>
        </dgm:presLayoutVars>
      </dgm:prSet>
      <dgm:spPr/>
    </dgm:pt>
    <dgm:pt modelId="{D9675317-EDF6-4BF8-A179-450B223156FB}" type="pres">
      <dgm:prSet presAssocID="{DAD8E980-A642-4BD1-8AAD-429C0CA8DF0C}" presName="rootComposite" presStyleCnt="0"/>
      <dgm:spPr/>
    </dgm:pt>
    <dgm:pt modelId="{3BE2E796-2EF9-4189-BC6B-6D6F8A3CF7F5}" type="pres">
      <dgm:prSet presAssocID="{DAD8E980-A642-4BD1-8AAD-429C0CA8DF0C}" presName="rootText" presStyleLbl="node4" presStyleIdx="11" presStyleCnt="20">
        <dgm:presLayoutVars>
          <dgm:chPref val="3"/>
        </dgm:presLayoutVars>
      </dgm:prSet>
      <dgm:spPr/>
    </dgm:pt>
    <dgm:pt modelId="{857A5C78-648B-4C9C-ADED-41E988735390}" type="pres">
      <dgm:prSet presAssocID="{DAD8E980-A642-4BD1-8AAD-429C0CA8DF0C}" presName="rootConnector" presStyleLbl="node4" presStyleIdx="11" presStyleCnt="20"/>
      <dgm:spPr/>
    </dgm:pt>
    <dgm:pt modelId="{A85D0D66-AA38-4C54-8593-BC8E6E6A3398}" type="pres">
      <dgm:prSet presAssocID="{DAD8E980-A642-4BD1-8AAD-429C0CA8DF0C}" presName="hierChild4" presStyleCnt="0"/>
      <dgm:spPr/>
    </dgm:pt>
    <dgm:pt modelId="{F32B9E37-AFA0-4ADE-9808-5CEB95D3CFD1}" type="pres">
      <dgm:prSet presAssocID="{DAD8E980-A642-4BD1-8AAD-429C0CA8DF0C}" presName="hierChild5" presStyleCnt="0"/>
      <dgm:spPr/>
    </dgm:pt>
    <dgm:pt modelId="{B2DC7429-D392-4B64-8E58-76EAD2E58BA0}" type="pres">
      <dgm:prSet presAssocID="{875B067B-3123-48CB-B0B2-83E0B0E46CD5}" presName="Name37" presStyleLbl="parChTrans1D4" presStyleIdx="12" presStyleCnt="20"/>
      <dgm:spPr/>
    </dgm:pt>
    <dgm:pt modelId="{723BB0C4-9464-4823-943C-0DECE9ABAEC7}" type="pres">
      <dgm:prSet presAssocID="{F34C34BC-B2F0-4EA0-A094-15738DE370F0}" presName="hierRoot2" presStyleCnt="0">
        <dgm:presLayoutVars>
          <dgm:hierBranch val="init"/>
        </dgm:presLayoutVars>
      </dgm:prSet>
      <dgm:spPr/>
    </dgm:pt>
    <dgm:pt modelId="{E5C606B7-55C3-46E3-964C-F1B12346026F}" type="pres">
      <dgm:prSet presAssocID="{F34C34BC-B2F0-4EA0-A094-15738DE370F0}" presName="rootComposite" presStyleCnt="0"/>
      <dgm:spPr/>
    </dgm:pt>
    <dgm:pt modelId="{ECDC5801-CD15-4276-BC01-57C157E59C42}" type="pres">
      <dgm:prSet presAssocID="{F34C34BC-B2F0-4EA0-A094-15738DE370F0}" presName="rootText" presStyleLbl="node4" presStyleIdx="12" presStyleCnt="20">
        <dgm:presLayoutVars>
          <dgm:chPref val="3"/>
        </dgm:presLayoutVars>
      </dgm:prSet>
      <dgm:spPr/>
    </dgm:pt>
    <dgm:pt modelId="{A58835A9-0EE1-4681-9A06-C58FEE393F41}" type="pres">
      <dgm:prSet presAssocID="{F34C34BC-B2F0-4EA0-A094-15738DE370F0}" presName="rootConnector" presStyleLbl="node4" presStyleIdx="12" presStyleCnt="20"/>
      <dgm:spPr/>
    </dgm:pt>
    <dgm:pt modelId="{4DF63866-52D9-4431-902B-E135A8928E9A}" type="pres">
      <dgm:prSet presAssocID="{F34C34BC-B2F0-4EA0-A094-15738DE370F0}" presName="hierChild4" presStyleCnt="0"/>
      <dgm:spPr/>
    </dgm:pt>
    <dgm:pt modelId="{6C8D73E3-B866-4124-B0B3-3042B3C09588}" type="pres">
      <dgm:prSet presAssocID="{F34C34BC-B2F0-4EA0-A094-15738DE370F0}" presName="hierChild5" presStyleCnt="0"/>
      <dgm:spPr/>
    </dgm:pt>
    <dgm:pt modelId="{7A8353A1-B50D-49DF-A8F5-116637E495B9}" type="pres">
      <dgm:prSet presAssocID="{86E4DB9C-A122-494D-ACD7-707322EF8C39}" presName="hierChild5" presStyleCnt="0"/>
      <dgm:spPr/>
    </dgm:pt>
    <dgm:pt modelId="{131B12D1-FA00-41B3-898E-52148A37A17E}" type="pres">
      <dgm:prSet presAssocID="{C9CB1B96-F067-47AF-94B0-CB6180FB816C}" presName="hierChild5" presStyleCnt="0"/>
      <dgm:spPr/>
    </dgm:pt>
    <dgm:pt modelId="{E10F2CC8-8138-4359-8B44-9E7CB0C59C1F}" type="pres">
      <dgm:prSet presAssocID="{543B646C-5A1D-469F-845F-9F681CB9FD58}" presName="Name37" presStyleLbl="parChTrans1D2" presStyleIdx="2" presStyleCnt="3"/>
      <dgm:spPr/>
    </dgm:pt>
    <dgm:pt modelId="{9F88F58E-E05C-44DB-9A94-147942102E74}" type="pres">
      <dgm:prSet presAssocID="{0FB4DCE4-FB9E-4630-A9BB-43697F5DD3D9}" presName="hierRoot2" presStyleCnt="0">
        <dgm:presLayoutVars>
          <dgm:hierBranch val="init"/>
        </dgm:presLayoutVars>
      </dgm:prSet>
      <dgm:spPr/>
    </dgm:pt>
    <dgm:pt modelId="{8609FAF2-0B5C-4322-9534-8248D62AD162}" type="pres">
      <dgm:prSet presAssocID="{0FB4DCE4-FB9E-4630-A9BB-43697F5DD3D9}" presName="rootComposite" presStyleCnt="0"/>
      <dgm:spPr/>
    </dgm:pt>
    <dgm:pt modelId="{EB7E6B85-39AC-4601-AEB4-3500ED90A329}" type="pres">
      <dgm:prSet presAssocID="{0FB4DCE4-FB9E-4630-A9BB-43697F5DD3D9}" presName="rootText" presStyleLbl="node2" presStyleIdx="2" presStyleCnt="3">
        <dgm:presLayoutVars>
          <dgm:chPref val="3"/>
        </dgm:presLayoutVars>
      </dgm:prSet>
      <dgm:spPr/>
    </dgm:pt>
    <dgm:pt modelId="{F7431E7E-CF7C-4521-AD8D-30DED737AB87}" type="pres">
      <dgm:prSet presAssocID="{0FB4DCE4-FB9E-4630-A9BB-43697F5DD3D9}" presName="rootConnector" presStyleLbl="node2" presStyleIdx="2" presStyleCnt="3"/>
      <dgm:spPr/>
    </dgm:pt>
    <dgm:pt modelId="{7E8E8C10-6CAC-46AB-9FA5-F2D430EEDD61}" type="pres">
      <dgm:prSet presAssocID="{0FB4DCE4-FB9E-4630-A9BB-43697F5DD3D9}" presName="hierChild4" presStyleCnt="0"/>
      <dgm:spPr/>
    </dgm:pt>
    <dgm:pt modelId="{F1EF53CA-65A0-4546-938F-8CFF182923EA}" type="pres">
      <dgm:prSet presAssocID="{A60B2636-1E8B-4A88-A229-5E01FBCE6B55}" presName="Name37" presStyleLbl="parChTrans1D3" presStyleIdx="5" presStyleCnt="8"/>
      <dgm:spPr/>
    </dgm:pt>
    <dgm:pt modelId="{070AE937-E09C-4066-B333-B3219DB13CC2}" type="pres">
      <dgm:prSet presAssocID="{F6F5693F-A83B-4476-8CAB-E20D3D32472B}" presName="hierRoot2" presStyleCnt="0">
        <dgm:presLayoutVars>
          <dgm:hierBranch val="init"/>
        </dgm:presLayoutVars>
      </dgm:prSet>
      <dgm:spPr/>
    </dgm:pt>
    <dgm:pt modelId="{3D74B967-C444-4CD2-9861-6B5EF0CEE506}" type="pres">
      <dgm:prSet presAssocID="{F6F5693F-A83B-4476-8CAB-E20D3D32472B}" presName="rootComposite" presStyleCnt="0"/>
      <dgm:spPr/>
    </dgm:pt>
    <dgm:pt modelId="{147ED431-04BD-4C0E-ACCE-768E19B4225E}" type="pres">
      <dgm:prSet presAssocID="{F6F5693F-A83B-4476-8CAB-E20D3D32472B}" presName="rootText" presStyleLbl="node3" presStyleIdx="5" presStyleCnt="8">
        <dgm:presLayoutVars>
          <dgm:chPref val="3"/>
        </dgm:presLayoutVars>
      </dgm:prSet>
      <dgm:spPr/>
    </dgm:pt>
    <dgm:pt modelId="{EC4CDD50-DC08-4290-9334-0A07C13DBD5F}" type="pres">
      <dgm:prSet presAssocID="{F6F5693F-A83B-4476-8CAB-E20D3D32472B}" presName="rootConnector" presStyleLbl="node3" presStyleIdx="5" presStyleCnt="8"/>
      <dgm:spPr/>
    </dgm:pt>
    <dgm:pt modelId="{9CBB9448-FD7B-4A6A-B26C-01325E0AB643}" type="pres">
      <dgm:prSet presAssocID="{F6F5693F-A83B-4476-8CAB-E20D3D32472B}" presName="hierChild4" presStyleCnt="0"/>
      <dgm:spPr/>
    </dgm:pt>
    <dgm:pt modelId="{A0EAFF68-EBAF-48F8-9BFA-C121591EF353}" type="pres">
      <dgm:prSet presAssocID="{32524125-0DEF-4C30-849F-3B427DE23B57}" presName="Name37" presStyleLbl="parChTrans1D4" presStyleIdx="13" presStyleCnt="20"/>
      <dgm:spPr/>
    </dgm:pt>
    <dgm:pt modelId="{222ECCB5-F350-4C1F-B259-FD27B452FF29}" type="pres">
      <dgm:prSet presAssocID="{3541F3F6-F54A-4810-A9C3-596700D8F74F}" presName="hierRoot2" presStyleCnt="0">
        <dgm:presLayoutVars>
          <dgm:hierBranch val="init"/>
        </dgm:presLayoutVars>
      </dgm:prSet>
      <dgm:spPr/>
    </dgm:pt>
    <dgm:pt modelId="{E5B967C5-C0CE-4C81-A1D3-ACAA4BFA80D3}" type="pres">
      <dgm:prSet presAssocID="{3541F3F6-F54A-4810-A9C3-596700D8F74F}" presName="rootComposite" presStyleCnt="0"/>
      <dgm:spPr/>
    </dgm:pt>
    <dgm:pt modelId="{6356787F-7915-43AB-9CD7-7F8018502AAD}" type="pres">
      <dgm:prSet presAssocID="{3541F3F6-F54A-4810-A9C3-596700D8F74F}" presName="rootText" presStyleLbl="node4" presStyleIdx="13" presStyleCnt="20">
        <dgm:presLayoutVars>
          <dgm:chPref val="3"/>
        </dgm:presLayoutVars>
      </dgm:prSet>
      <dgm:spPr/>
    </dgm:pt>
    <dgm:pt modelId="{EDB80103-98EA-4105-82F0-679E4A1CD50A}" type="pres">
      <dgm:prSet presAssocID="{3541F3F6-F54A-4810-A9C3-596700D8F74F}" presName="rootConnector" presStyleLbl="node4" presStyleIdx="13" presStyleCnt="20"/>
      <dgm:spPr/>
    </dgm:pt>
    <dgm:pt modelId="{79310C85-8DB7-4B39-B5D2-C0A875290DBE}" type="pres">
      <dgm:prSet presAssocID="{3541F3F6-F54A-4810-A9C3-596700D8F74F}" presName="hierChild4" presStyleCnt="0"/>
      <dgm:spPr/>
    </dgm:pt>
    <dgm:pt modelId="{016B0207-20EF-451E-801C-77FEC2E7884D}" type="pres">
      <dgm:prSet presAssocID="{3541F3F6-F54A-4810-A9C3-596700D8F74F}" presName="hierChild5" presStyleCnt="0"/>
      <dgm:spPr/>
    </dgm:pt>
    <dgm:pt modelId="{A5108C3C-A4B7-4441-A2A1-C21B7776C954}" type="pres">
      <dgm:prSet presAssocID="{7D73DC23-15CE-47F9-85CC-27BB8E01EC68}" presName="Name37" presStyleLbl="parChTrans1D4" presStyleIdx="14" presStyleCnt="20"/>
      <dgm:spPr/>
    </dgm:pt>
    <dgm:pt modelId="{462B1080-4FCB-46F2-AE3D-6EF20B647FEF}" type="pres">
      <dgm:prSet presAssocID="{88DB6600-D154-44C3-9DC8-508B86980CAC}" presName="hierRoot2" presStyleCnt="0">
        <dgm:presLayoutVars>
          <dgm:hierBranch val="init"/>
        </dgm:presLayoutVars>
      </dgm:prSet>
      <dgm:spPr/>
    </dgm:pt>
    <dgm:pt modelId="{78814674-B494-4B0B-A0F3-5C925C9B5D33}" type="pres">
      <dgm:prSet presAssocID="{88DB6600-D154-44C3-9DC8-508B86980CAC}" presName="rootComposite" presStyleCnt="0"/>
      <dgm:spPr/>
    </dgm:pt>
    <dgm:pt modelId="{EF230A45-B685-437F-B1E0-D54C31AC4495}" type="pres">
      <dgm:prSet presAssocID="{88DB6600-D154-44C3-9DC8-508B86980CAC}" presName="rootText" presStyleLbl="node4" presStyleIdx="14" presStyleCnt="20">
        <dgm:presLayoutVars>
          <dgm:chPref val="3"/>
        </dgm:presLayoutVars>
      </dgm:prSet>
      <dgm:spPr/>
    </dgm:pt>
    <dgm:pt modelId="{54040D6E-BBFB-4323-B3B4-F3895118F878}" type="pres">
      <dgm:prSet presAssocID="{88DB6600-D154-44C3-9DC8-508B86980CAC}" presName="rootConnector" presStyleLbl="node4" presStyleIdx="14" presStyleCnt="20"/>
      <dgm:spPr/>
    </dgm:pt>
    <dgm:pt modelId="{4A1BF05F-E541-4C19-8B7B-FB32A879A113}" type="pres">
      <dgm:prSet presAssocID="{88DB6600-D154-44C3-9DC8-508B86980CAC}" presName="hierChild4" presStyleCnt="0"/>
      <dgm:spPr/>
    </dgm:pt>
    <dgm:pt modelId="{C0EFC3AC-1BE4-45AC-B560-BF125CFB8E45}" type="pres">
      <dgm:prSet presAssocID="{88DB6600-D154-44C3-9DC8-508B86980CAC}" presName="hierChild5" presStyleCnt="0"/>
      <dgm:spPr/>
    </dgm:pt>
    <dgm:pt modelId="{D478BD42-B405-4E19-BAFF-C1F41FD82687}" type="pres">
      <dgm:prSet presAssocID="{787DD595-933A-4C8C-906D-AA7D9E2A71E3}" presName="Name37" presStyleLbl="parChTrans1D4" presStyleIdx="15" presStyleCnt="20"/>
      <dgm:spPr/>
    </dgm:pt>
    <dgm:pt modelId="{7AE35F23-EE86-4E9D-AE15-7F2D54B0AE5D}" type="pres">
      <dgm:prSet presAssocID="{7E23E1EF-B38C-4D3A-A416-2F3479D87AFA}" presName="hierRoot2" presStyleCnt="0">
        <dgm:presLayoutVars>
          <dgm:hierBranch val="init"/>
        </dgm:presLayoutVars>
      </dgm:prSet>
      <dgm:spPr/>
    </dgm:pt>
    <dgm:pt modelId="{84F58136-8904-4950-806C-4D865AB81DA5}" type="pres">
      <dgm:prSet presAssocID="{7E23E1EF-B38C-4D3A-A416-2F3479D87AFA}" presName="rootComposite" presStyleCnt="0"/>
      <dgm:spPr/>
    </dgm:pt>
    <dgm:pt modelId="{8E5A367B-D7B1-46B1-A78E-E05D99436D22}" type="pres">
      <dgm:prSet presAssocID="{7E23E1EF-B38C-4D3A-A416-2F3479D87AFA}" presName="rootText" presStyleLbl="node4" presStyleIdx="15" presStyleCnt="20">
        <dgm:presLayoutVars>
          <dgm:chPref val="3"/>
        </dgm:presLayoutVars>
      </dgm:prSet>
      <dgm:spPr/>
    </dgm:pt>
    <dgm:pt modelId="{0C3C812B-5C8F-4B0F-AD73-AF996FB6BF5F}" type="pres">
      <dgm:prSet presAssocID="{7E23E1EF-B38C-4D3A-A416-2F3479D87AFA}" presName="rootConnector" presStyleLbl="node4" presStyleIdx="15" presStyleCnt="20"/>
      <dgm:spPr/>
    </dgm:pt>
    <dgm:pt modelId="{75CAC603-8323-4F4D-9A3E-8F5FD182D40B}" type="pres">
      <dgm:prSet presAssocID="{7E23E1EF-B38C-4D3A-A416-2F3479D87AFA}" presName="hierChild4" presStyleCnt="0"/>
      <dgm:spPr/>
    </dgm:pt>
    <dgm:pt modelId="{588352CA-8B4B-498F-96EA-B10161C93560}" type="pres">
      <dgm:prSet presAssocID="{7E23E1EF-B38C-4D3A-A416-2F3479D87AFA}" presName="hierChild5" presStyleCnt="0"/>
      <dgm:spPr/>
    </dgm:pt>
    <dgm:pt modelId="{BF0EBE18-9FC8-4B8A-8E20-FD1D3AD6BB42}" type="pres">
      <dgm:prSet presAssocID="{F6F5693F-A83B-4476-8CAB-E20D3D32472B}" presName="hierChild5" presStyleCnt="0"/>
      <dgm:spPr/>
    </dgm:pt>
    <dgm:pt modelId="{2565DC93-5EBA-41DE-AA32-FC56EFAB6E92}" type="pres">
      <dgm:prSet presAssocID="{6EE92A2A-CDAF-4D85-B73D-6B0B260FBF34}" presName="Name37" presStyleLbl="parChTrans1D3" presStyleIdx="6" presStyleCnt="8"/>
      <dgm:spPr/>
    </dgm:pt>
    <dgm:pt modelId="{8D3DCE38-1FE5-4845-90F2-3C62B5C45485}" type="pres">
      <dgm:prSet presAssocID="{180AB977-D545-4386-8C60-06CE8F698BB1}" presName="hierRoot2" presStyleCnt="0">
        <dgm:presLayoutVars>
          <dgm:hierBranch val="init"/>
        </dgm:presLayoutVars>
      </dgm:prSet>
      <dgm:spPr/>
    </dgm:pt>
    <dgm:pt modelId="{32B9FA5E-3F6E-445D-9BF3-99221991D03F}" type="pres">
      <dgm:prSet presAssocID="{180AB977-D545-4386-8C60-06CE8F698BB1}" presName="rootComposite" presStyleCnt="0"/>
      <dgm:spPr/>
    </dgm:pt>
    <dgm:pt modelId="{1FC6F8FF-CA2F-4CD5-AC48-5C735703C216}" type="pres">
      <dgm:prSet presAssocID="{180AB977-D545-4386-8C60-06CE8F698BB1}" presName="rootText" presStyleLbl="node3" presStyleIdx="6" presStyleCnt="8">
        <dgm:presLayoutVars>
          <dgm:chPref val="3"/>
        </dgm:presLayoutVars>
      </dgm:prSet>
      <dgm:spPr/>
    </dgm:pt>
    <dgm:pt modelId="{1DFC7349-AAB0-4AF0-83B1-B9FF1F483591}" type="pres">
      <dgm:prSet presAssocID="{180AB977-D545-4386-8C60-06CE8F698BB1}" presName="rootConnector" presStyleLbl="node3" presStyleIdx="6" presStyleCnt="8"/>
      <dgm:spPr/>
    </dgm:pt>
    <dgm:pt modelId="{30B7EEC4-F4F0-4C80-87D4-4F8513A0F932}" type="pres">
      <dgm:prSet presAssocID="{180AB977-D545-4386-8C60-06CE8F698BB1}" presName="hierChild4" presStyleCnt="0"/>
      <dgm:spPr/>
    </dgm:pt>
    <dgm:pt modelId="{F80F2C3E-A3B0-4B87-BD15-275E6A0D8CCE}" type="pres">
      <dgm:prSet presAssocID="{D7CB4208-E7C1-439C-BB70-47B1D343D724}" presName="Name37" presStyleLbl="parChTrans1D4" presStyleIdx="16" presStyleCnt="20"/>
      <dgm:spPr/>
    </dgm:pt>
    <dgm:pt modelId="{0D38593B-86CF-4C7E-B300-1247EDDD2D25}" type="pres">
      <dgm:prSet presAssocID="{F1603C61-2A62-4599-9477-A991250C165D}" presName="hierRoot2" presStyleCnt="0">
        <dgm:presLayoutVars>
          <dgm:hierBranch val="init"/>
        </dgm:presLayoutVars>
      </dgm:prSet>
      <dgm:spPr/>
    </dgm:pt>
    <dgm:pt modelId="{4B228F62-C5D8-45A4-92C6-6515A6BD06ED}" type="pres">
      <dgm:prSet presAssocID="{F1603C61-2A62-4599-9477-A991250C165D}" presName="rootComposite" presStyleCnt="0"/>
      <dgm:spPr/>
    </dgm:pt>
    <dgm:pt modelId="{8418CE30-52BF-47D0-A987-FB5D90AB01CA}" type="pres">
      <dgm:prSet presAssocID="{F1603C61-2A62-4599-9477-A991250C165D}" presName="rootText" presStyleLbl="node4" presStyleIdx="16" presStyleCnt="20">
        <dgm:presLayoutVars>
          <dgm:chPref val="3"/>
        </dgm:presLayoutVars>
      </dgm:prSet>
      <dgm:spPr/>
    </dgm:pt>
    <dgm:pt modelId="{987C6F10-6447-4223-B32E-97D762FD6206}" type="pres">
      <dgm:prSet presAssocID="{F1603C61-2A62-4599-9477-A991250C165D}" presName="rootConnector" presStyleLbl="node4" presStyleIdx="16" presStyleCnt="20"/>
      <dgm:spPr/>
    </dgm:pt>
    <dgm:pt modelId="{151D8C71-B453-437C-8238-16FF12930909}" type="pres">
      <dgm:prSet presAssocID="{F1603C61-2A62-4599-9477-A991250C165D}" presName="hierChild4" presStyleCnt="0"/>
      <dgm:spPr/>
    </dgm:pt>
    <dgm:pt modelId="{326C55DD-0A5F-4CC9-AB08-19C9448A75FF}" type="pres">
      <dgm:prSet presAssocID="{F1603C61-2A62-4599-9477-A991250C165D}" presName="hierChild5" presStyleCnt="0"/>
      <dgm:spPr/>
    </dgm:pt>
    <dgm:pt modelId="{3A121BE8-CA82-44A7-BA3A-6D9C27F4D0A3}" type="pres">
      <dgm:prSet presAssocID="{396736E1-E13E-4E87-AE9A-A021420833CC}" presName="Name37" presStyleLbl="parChTrans1D4" presStyleIdx="17" presStyleCnt="20"/>
      <dgm:spPr/>
    </dgm:pt>
    <dgm:pt modelId="{BE5AD0FC-B7BB-4DB3-95A8-0E4BFF34DCDA}" type="pres">
      <dgm:prSet presAssocID="{47E0B413-49F0-4F3F-A61A-055AC8DE0877}" presName="hierRoot2" presStyleCnt="0">
        <dgm:presLayoutVars>
          <dgm:hierBranch val="init"/>
        </dgm:presLayoutVars>
      </dgm:prSet>
      <dgm:spPr/>
    </dgm:pt>
    <dgm:pt modelId="{DFF2C04F-BAAC-4771-824E-8E0D2BE96123}" type="pres">
      <dgm:prSet presAssocID="{47E0B413-49F0-4F3F-A61A-055AC8DE0877}" presName="rootComposite" presStyleCnt="0"/>
      <dgm:spPr/>
    </dgm:pt>
    <dgm:pt modelId="{8FBA0D79-66A8-43CB-B163-1940B80DFCA3}" type="pres">
      <dgm:prSet presAssocID="{47E0B413-49F0-4F3F-A61A-055AC8DE0877}" presName="rootText" presStyleLbl="node4" presStyleIdx="17" presStyleCnt="20">
        <dgm:presLayoutVars>
          <dgm:chPref val="3"/>
        </dgm:presLayoutVars>
      </dgm:prSet>
      <dgm:spPr/>
    </dgm:pt>
    <dgm:pt modelId="{1E69473F-1359-40D1-8C8F-EEAA1E6754F1}" type="pres">
      <dgm:prSet presAssocID="{47E0B413-49F0-4F3F-A61A-055AC8DE0877}" presName="rootConnector" presStyleLbl="node4" presStyleIdx="17" presStyleCnt="20"/>
      <dgm:spPr/>
    </dgm:pt>
    <dgm:pt modelId="{C659DD03-1A4A-40BE-A224-695F3318430B}" type="pres">
      <dgm:prSet presAssocID="{47E0B413-49F0-4F3F-A61A-055AC8DE0877}" presName="hierChild4" presStyleCnt="0"/>
      <dgm:spPr/>
    </dgm:pt>
    <dgm:pt modelId="{A9ECF2CC-AD08-4F82-8F49-8883955DC6B4}" type="pres">
      <dgm:prSet presAssocID="{47E0B413-49F0-4F3F-A61A-055AC8DE0877}" presName="hierChild5" presStyleCnt="0"/>
      <dgm:spPr/>
    </dgm:pt>
    <dgm:pt modelId="{367689D7-6385-40B9-AAA9-E7E6286091C1}" type="pres">
      <dgm:prSet presAssocID="{180AB977-D545-4386-8C60-06CE8F698BB1}" presName="hierChild5" presStyleCnt="0"/>
      <dgm:spPr/>
    </dgm:pt>
    <dgm:pt modelId="{3E389339-5653-4365-8F23-CC29C1B40493}" type="pres">
      <dgm:prSet presAssocID="{726E8F89-2042-4BE2-A4A7-FDB087B94B30}" presName="Name37" presStyleLbl="parChTrans1D3" presStyleIdx="7" presStyleCnt="8"/>
      <dgm:spPr/>
    </dgm:pt>
    <dgm:pt modelId="{98A8F661-17DF-4D3F-94B4-D06FDDC65F9E}" type="pres">
      <dgm:prSet presAssocID="{145795BB-0288-4E1D-9C57-7945B7AA3800}" presName="hierRoot2" presStyleCnt="0">
        <dgm:presLayoutVars>
          <dgm:hierBranch val="init"/>
        </dgm:presLayoutVars>
      </dgm:prSet>
      <dgm:spPr/>
    </dgm:pt>
    <dgm:pt modelId="{302A7275-5F9B-4A18-964D-A711B0BE7FF1}" type="pres">
      <dgm:prSet presAssocID="{145795BB-0288-4E1D-9C57-7945B7AA3800}" presName="rootComposite" presStyleCnt="0"/>
      <dgm:spPr/>
    </dgm:pt>
    <dgm:pt modelId="{3348A328-C2BA-438D-AC0A-661B41982E0D}" type="pres">
      <dgm:prSet presAssocID="{145795BB-0288-4E1D-9C57-7945B7AA3800}" presName="rootText" presStyleLbl="node3" presStyleIdx="7" presStyleCnt="8">
        <dgm:presLayoutVars>
          <dgm:chPref val="3"/>
        </dgm:presLayoutVars>
      </dgm:prSet>
      <dgm:spPr/>
    </dgm:pt>
    <dgm:pt modelId="{A1DB9CB3-CEC0-4FAF-B074-BFB85CB52193}" type="pres">
      <dgm:prSet presAssocID="{145795BB-0288-4E1D-9C57-7945B7AA3800}" presName="rootConnector" presStyleLbl="node3" presStyleIdx="7" presStyleCnt="8"/>
      <dgm:spPr/>
    </dgm:pt>
    <dgm:pt modelId="{C29C1426-D51B-436C-A0AF-88549B4FF5FF}" type="pres">
      <dgm:prSet presAssocID="{145795BB-0288-4E1D-9C57-7945B7AA3800}" presName="hierChild4" presStyleCnt="0"/>
      <dgm:spPr/>
    </dgm:pt>
    <dgm:pt modelId="{341AEFFC-42E0-436C-B1FC-BC065BA95962}" type="pres">
      <dgm:prSet presAssocID="{75DCF4C0-26DE-484E-896A-DFD64BE17E83}" presName="Name37" presStyleLbl="parChTrans1D4" presStyleIdx="18" presStyleCnt="20"/>
      <dgm:spPr/>
    </dgm:pt>
    <dgm:pt modelId="{0ADF921E-B88B-4C88-AC2D-F558EEBB38F7}" type="pres">
      <dgm:prSet presAssocID="{BF7823C6-A88C-4F33-9D6C-6B8EC054C4A3}" presName="hierRoot2" presStyleCnt="0">
        <dgm:presLayoutVars>
          <dgm:hierBranch val="init"/>
        </dgm:presLayoutVars>
      </dgm:prSet>
      <dgm:spPr/>
    </dgm:pt>
    <dgm:pt modelId="{D7669BE6-0AB9-466E-BA48-D1117D074A34}" type="pres">
      <dgm:prSet presAssocID="{BF7823C6-A88C-4F33-9D6C-6B8EC054C4A3}" presName="rootComposite" presStyleCnt="0"/>
      <dgm:spPr/>
    </dgm:pt>
    <dgm:pt modelId="{2F94B609-E7D3-453D-B8CE-6674D89E985D}" type="pres">
      <dgm:prSet presAssocID="{BF7823C6-A88C-4F33-9D6C-6B8EC054C4A3}" presName="rootText" presStyleLbl="node4" presStyleIdx="18" presStyleCnt="20">
        <dgm:presLayoutVars>
          <dgm:chPref val="3"/>
        </dgm:presLayoutVars>
      </dgm:prSet>
      <dgm:spPr/>
    </dgm:pt>
    <dgm:pt modelId="{C6E400F7-1092-4B5B-96CC-C1CF6A67CB9E}" type="pres">
      <dgm:prSet presAssocID="{BF7823C6-A88C-4F33-9D6C-6B8EC054C4A3}" presName="rootConnector" presStyleLbl="node4" presStyleIdx="18" presStyleCnt="20"/>
      <dgm:spPr/>
    </dgm:pt>
    <dgm:pt modelId="{7297CC9E-A603-483D-94F7-F58FED0F752F}" type="pres">
      <dgm:prSet presAssocID="{BF7823C6-A88C-4F33-9D6C-6B8EC054C4A3}" presName="hierChild4" presStyleCnt="0"/>
      <dgm:spPr/>
    </dgm:pt>
    <dgm:pt modelId="{750844CE-96F9-47A1-8211-FE835B87002A}" type="pres">
      <dgm:prSet presAssocID="{BF7823C6-A88C-4F33-9D6C-6B8EC054C4A3}" presName="hierChild5" presStyleCnt="0"/>
      <dgm:spPr/>
    </dgm:pt>
    <dgm:pt modelId="{511A4B88-4F91-4B44-A2C4-F3A242338B55}" type="pres">
      <dgm:prSet presAssocID="{0C3DF86D-E11B-4736-B36B-896E4C7ADE6B}" presName="Name37" presStyleLbl="parChTrans1D4" presStyleIdx="19" presStyleCnt="20"/>
      <dgm:spPr/>
    </dgm:pt>
    <dgm:pt modelId="{2A529506-E948-4173-A938-2108B5305FB6}" type="pres">
      <dgm:prSet presAssocID="{00D31E6F-11CE-4959-AF6A-17BF0252D074}" presName="hierRoot2" presStyleCnt="0">
        <dgm:presLayoutVars>
          <dgm:hierBranch val="init"/>
        </dgm:presLayoutVars>
      </dgm:prSet>
      <dgm:spPr/>
    </dgm:pt>
    <dgm:pt modelId="{852B7704-2819-4594-82F3-C2A833106A1A}" type="pres">
      <dgm:prSet presAssocID="{00D31E6F-11CE-4959-AF6A-17BF0252D074}" presName="rootComposite" presStyleCnt="0"/>
      <dgm:spPr/>
    </dgm:pt>
    <dgm:pt modelId="{F48A8D07-2BC4-4D0D-A344-DF9005A8E1EE}" type="pres">
      <dgm:prSet presAssocID="{00D31E6F-11CE-4959-AF6A-17BF0252D074}" presName="rootText" presStyleLbl="node4" presStyleIdx="19" presStyleCnt="20">
        <dgm:presLayoutVars>
          <dgm:chPref val="3"/>
        </dgm:presLayoutVars>
      </dgm:prSet>
      <dgm:spPr/>
    </dgm:pt>
    <dgm:pt modelId="{2DA1DF50-7E50-4647-9DBA-38469E3362D7}" type="pres">
      <dgm:prSet presAssocID="{00D31E6F-11CE-4959-AF6A-17BF0252D074}" presName="rootConnector" presStyleLbl="node4" presStyleIdx="19" presStyleCnt="20"/>
      <dgm:spPr/>
    </dgm:pt>
    <dgm:pt modelId="{290C8EE4-DA39-4B6E-8417-92CADAD82F78}" type="pres">
      <dgm:prSet presAssocID="{00D31E6F-11CE-4959-AF6A-17BF0252D074}" presName="hierChild4" presStyleCnt="0"/>
      <dgm:spPr/>
    </dgm:pt>
    <dgm:pt modelId="{E84AA8CC-1FA2-43DB-8115-18EB49F80D53}" type="pres">
      <dgm:prSet presAssocID="{00D31E6F-11CE-4959-AF6A-17BF0252D074}" presName="hierChild5" presStyleCnt="0"/>
      <dgm:spPr/>
    </dgm:pt>
    <dgm:pt modelId="{DC560CA9-F126-491A-A514-45E85E5E4EE4}" type="pres">
      <dgm:prSet presAssocID="{145795BB-0288-4E1D-9C57-7945B7AA3800}" presName="hierChild5" presStyleCnt="0"/>
      <dgm:spPr/>
    </dgm:pt>
    <dgm:pt modelId="{08B918AA-5F5D-4D14-B0B0-2A186C597FCA}" type="pres">
      <dgm:prSet presAssocID="{0FB4DCE4-FB9E-4630-A9BB-43697F5DD3D9}" presName="hierChild5" presStyleCnt="0"/>
      <dgm:spPr/>
    </dgm:pt>
    <dgm:pt modelId="{9F3F6C67-42F7-4314-912F-60B9B0A5E1F4}" type="pres">
      <dgm:prSet presAssocID="{03B9492D-49DF-495F-955D-7E2E8E4B299B}" presName="hierChild3" presStyleCnt="0"/>
      <dgm:spPr/>
    </dgm:pt>
  </dgm:ptLst>
  <dgm:cxnLst>
    <dgm:cxn modelId="{3ECEFC03-44CE-498C-984C-46B44BEB4265}" type="presOf" srcId="{798B7DE1-D2CD-43EB-9EE9-7012087A56ED}" destId="{00A2437C-4904-47BE-BCF7-94EF7EBAFC6D}" srcOrd="0" destOrd="0" presId="urn:microsoft.com/office/officeart/2005/8/layout/orgChart1"/>
    <dgm:cxn modelId="{D43B4907-499C-4690-BD15-E46EFFE701D1}" type="presOf" srcId="{47E0B413-49F0-4F3F-A61A-055AC8DE0877}" destId="{8FBA0D79-66A8-43CB-B163-1940B80DFCA3}" srcOrd="0" destOrd="0" presId="urn:microsoft.com/office/officeart/2005/8/layout/orgChart1"/>
    <dgm:cxn modelId="{2E91C107-32F4-4BB1-95C9-D238D63B900F}" type="presOf" srcId="{F6F5693F-A83B-4476-8CAB-E20D3D32472B}" destId="{EC4CDD50-DC08-4290-9334-0A07C13DBD5F}" srcOrd="1" destOrd="0" presId="urn:microsoft.com/office/officeart/2005/8/layout/orgChart1"/>
    <dgm:cxn modelId="{520A9908-BF20-4168-B08C-806B7754E872}" srcId="{F3BD0223-1BC6-4BD4-AF2E-A82FE755673A}" destId="{28613AC1-D468-4F82-BA34-BB21DEC83132}" srcOrd="1" destOrd="0" parTransId="{20CE3987-7845-46D9-8980-D6A1047500CA}" sibTransId="{8DBE3C84-4B5C-4629-A7E2-36C8252352D7}"/>
    <dgm:cxn modelId="{6A9BDB08-B0C9-4788-AB79-8DC081AD68A7}" type="presOf" srcId="{3541F3F6-F54A-4810-A9C3-596700D8F74F}" destId="{6356787F-7915-43AB-9CD7-7F8018502AAD}" srcOrd="0" destOrd="0" presId="urn:microsoft.com/office/officeart/2005/8/layout/orgChart1"/>
    <dgm:cxn modelId="{4904A40E-B4D0-4220-BD2D-354E8B417960}" type="presOf" srcId="{6EE92A2A-CDAF-4D85-B73D-6B0B260FBF34}" destId="{2565DC93-5EBA-41DE-AA32-FC56EFAB6E92}" srcOrd="0" destOrd="0" presId="urn:microsoft.com/office/officeart/2005/8/layout/orgChart1"/>
    <dgm:cxn modelId="{B0475C10-5BCA-42A7-B271-1EAF8A0E8E9F}" srcId="{414B1EEA-DFEA-4238-81F1-071F602DA131}" destId="{32F53088-44C6-4B81-8036-75B4922F0EE1}" srcOrd="0" destOrd="0" parTransId="{798B7DE1-D2CD-43EB-9EE9-7012087A56ED}" sibTransId="{C41BD383-9826-49A1-B2BE-44A3B0ECA9E6}"/>
    <dgm:cxn modelId="{BA394111-FEA8-48D1-82A3-B9343B31CD50}" type="presOf" srcId="{86E4DB9C-A122-494D-ACD7-707322EF8C39}" destId="{6219AD27-19B8-4BD8-8992-C7B490BA3006}" srcOrd="0" destOrd="0" presId="urn:microsoft.com/office/officeart/2005/8/layout/orgChart1"/>
    <dgm:cxn modelId="{6C258912-1605-472A-B40D-B849BB23C0AD}" type="presOf" srcId="{C0C384D3-E7BF-4F48-9AE9-DB163FD3F005}" destId="{C7603335-9B10-4E57-8110-DEB470810325}" srcOrd="0" destOrd="0" presId="urn:microsoft.com/office/officeart/2005/8/layout/orgChart1"/>
    <dgm:cxn modelId="{9F413A16-4F3A-430C-8E88-D4B40D80E6AD}" type="presOf" srcId="{31E231F0-0C27-4A92-8D3C-49138990D9DF}" destId="{BF144789-9BB3-4C65-A321-29C88D438B84}" srcOrd="0" destOrd="0" presId="urn:microsoft.com/office/officeart/2005/8/layout/orgChart1"/>
    <dgm:cxn modelId="{831AD616-FEFF-487A-8200-A84FBFB524D4}" type="presOf" srcId="{726E8F89-2042-4BE2-A4A7-FDB087B94B30}" destId="{3E389339-5653-4365-8F23-CC29C1B40493}" srcOrd="0" destOrd="0" presId="urn:microsoft.com/office/officeart/2005/8/layout/orgChart1"/>
    <dgm:cxn modelId="{5964FC17-F886-41CB-93F3-CD22CAC7B69F}" srcId="{84B4875C-604D-4E7F-A20B-2089141DF7AC}" destId="{5B0B1D3C-594F-4293-8A44-E8C1659C5E12}" srcOrd="1" destOrd="0" parTransId="{6DF94855-DCA2-44DE-B3DF-F0B5F32B5838}" sibTransId="{3D317AE8-9249-4A6A-9270-F622830C22DA}"/>
    <dgm:cxn modelId="{03647718-C9C3-4CEB-818B-EB4753824F13}" type="presOf" srcId="{E23AFCC5-20C5-4A2B-999E-9A1F08095A0E}" destId="{A0B0728F-8B06-49D0-8939-E44AF610FB47}" srcOrd="0" destOrd="0" presId="urn:microsoft.com/office/officeart/2005/8/layout/orgChart1"/>
    <dgm:cxn modelId="{1BFEED1A-F0B2-41E1-AB3A-8EDB6D023941}" type="presOf" srcId="{145B2828-DF17-442E-9A96-38D0178ECF9D}" destId="{69A938E9-8198-4FB1-BC8F-FEF1323413B5}" srcOrd="0" destOrd="0" presId="urn:microsoft.com/office/officeart/2005/8/layout/orgChart1"/>
    <dgm:cxn modelId="{6D3B801B-957E-467B-83DC-3A33836D84CC}" type="presOf" srcId="{145795BB-0288-4E1D-9C57-7945B7AA3800}" destId="{A1DB9CB3-CEC0-4FAF-B074-BFB85CB52193}" srcOrd="1" destOrd="0" presId="urn:microsoft.com/office/officeart/2005/8/layout/orgChart1"/>
    <dgm:cxn modelId="{36D4E61D-B2BF-4A61-886A-79E019DA32BC}" srcId="{19CD6AAA-7F2E-417E-A84C-213863EA1B4B}" destId="{03B9492D-49DF-495F-955D-7E2E8E4B299B}" srcOrd="0" destOrd="0" parTransId="{7B401768-635B-43D5-9E7C-04E69CDF6DE2}" sibTransId="{9CD7A889-4E6F-4952-B10A-591F02D80080}"/>
    <dgm:cxn modelId="{7A983522-6401-4191-958B-5B1D5D8784E3}" type="presOf" srcId="{75DCF4C0-26DE-484E-896A-DFD64BE17E83}" destId="{341AEFFC-42E0-436C-B1FC-BC065BA95962}" srcOrd="0" destOrd="0" presId="urn:microsoft.com/office/officeart/2005/8/layout/orgChart1"/>
    <dgm:cxn modelId="{9C274826-E5D2-47C5-BFB1-FB0E06952844}" type="presOf" srcId="{29DB17D3-D8D1-4100-876F-459730CC51D8}" destId="{36F3561C-936D-4FB5-852C-693FD2210824}" srcOrd="0" destOrd="0" presId="urn:microsoft.com/office/officeart/2005/8/layout/orgChart1"/>
    <dgm:cxn modelId="{AF0DC627-EF6C-48D3-800D-D29B01D0EE3A}" type="presOf" srcId="{A6D1332A-45F3-44A0-9A07-12A9FA2D215D}" destId="{3D79B794-16D6-48CE-9CA4-886882BE44D3}" srcOrd="1" destOrd="0" presId="urn:microsoft.com/office/officeart/2005/8/layout/orgChart1"/>
    <dgm:cxn modelId="{2B5F6D2F-6950-4CD5-BD93-CD56B43BA990}" type="presOf" srcId="{5B0B1D3C-594F-4293-8A44-E8C1659C5E12}" destId="{A7D0651E-2BFF-42F1-AD87-05A438AD7C4D}" srcOrd="1" destOrd="0" presId="urn:microsoft.com/office/officeart/2005/8/layout/orgChart1"/>
    <dgm:cxn modelId="{33C5AA30-B6CD-458F-9F0F-2A3451D6AF16}" type="presOf" srcId="{84B4875C-604D-4E7F-A20B-2089141DF7AC}" destId="{DA165373-2059-41E5-ABDC-EA98C393A8F8}" srcOrd="0" destOrd="0" presId="urn:microsoft.com/office/officeart/2005/8/layout/orgChart1"/>
    <dgm:cxn modelId="{A9A94C33-E554-4643-A023-AC5D7D6F3807}" type="presOf" srcId="{F1603C61-2A62-4599-9477-A991250C165D}" destId="{8418CE30-52BF-47D0-A987-FB5D90AB01CA}" srcOrd="0" destOrd="0" presId="urn:microsoft.com/office/officeart/2005/8/layout/orgChart1"/>
    <dgm:cxn modelId="{378FBB34-72DF-475A-A8DA-7DF29D0A64D5}" type="presOf" srcId="{D7CB4208-E7C1-439C-BB70-47B1D343D724}" destId="{F80F2C3E-A3B0-4B87-BD15-275E6A0D8CCE}" srcOrd="0" destOrd="0" presId="urn:microsoft.com/office/officeart/2005/8/layout/orgChart1"/>
    <dgm:cxn modelId="{657B8237-C9DB-485A-B61C-66889F88154C}" type="presOf" srcId="{8F1A98BD-C76E-402E-A5C5-C6595FDF81E1}" destId="{2871C7E2-5705-4656-947F-69C422C3A489}" srcOrd="1" destOrd="0" presId="urn:microsoft.com/office/officeart/2005/8/layout/orgChart1"/>
    <dgm:cxn modelId="{BDEECF3B-CBFF-4123-AAA6-C8DA79CED949}" type="presOf" srcId="{51DC299D-6515-4FEC-BA6E-A3E9AD917913}" destId="{0CD80121-C5C6-4B1E-9026-0E6E499AD119}" srcOrd="0" destOrd="0" presId="urn:microsoft.com/office/officeart/2005/8/layout/orgChart1"/>
    <dgm:cxn modelId="{03C1123E-F27B-4D05-B4A5-10CF624712F5}" srcId="{86E4DB9C-A122-494D-ACD7-707322EF8C39}" destId="{F34C34BC-B2F0-4EA0-A094-15738DE370F0}" srcOrd="2" destOrd="0" parTransId="{875B067B-3123-48CB-B0B2-83E0B0E46CD5}" sibTransId="{CAF3086D-DDE0-4C51-BFE6-A37C57AF3579}"/>
    <dgm:cxn modelId="{EF7AC03F-6F93-4E35-A0BB-1BEA81688048}" type="presOf" srcId="{414B1EEA-DFEA-4238-81F1-071F602DA131}" destId="{373E21D7-A083-4820-9224-6ADF82B2ECBD}" srcOrd="1" destOrd="0" presId="urn:microsoft.com/office/officeart/2005/8/layout/orgChart1"/>
    <dgm:cxn modelId="{A1851B40-5831-4942-887D-E01CF458B399}" type="presOf" srcId="{A3A72F3F-C744-4288-A490-4AA0FE8D1F33}" destId="{E33A45C0-5E4A-4138-863B-CC9DE2E73634}" srcOrd="0" destOrd="0" presId="urn:microsoft.com/office/officeart/2005/8/layout/orgChart1"/>
    <dgm:cxn modelId="{F90F0442-BF4B-4DA9-B53D-E7B04CFE4DCE}" type="presOf" srcId="{DCA1D87E-5C3B-42AF-9ECB-E470DA3D1620}" destId="{0E6794E4-2422-4377-9423-5F02511FA0D9}" srcOrd="0" destOrd="0" presId="urn:microsoft.com/office/officeart/2005/8/layout/orgChart1"/>
    <dgm:cxn modelId="{366A9B46-D2C6-4964-8F66-DDBCA2081933}" type="presOf" srcId="{7E23E1EF-B38C-4D3A-A416-2F3479D87AFA}" destId="{0C3C812B-5C8F-4B0F-AD73-AF996FB6BF5F}" srcOrd="1" destOrd="0" presId="urn:microsoft.com/office/officeart/2005/8/layout/orgChart1"/>
    <dgm:cxn modelId="{0393EC47-8E1E-4A63-BC6D-BEEBBE6AAB71}" srcId="{32F53088-44C6-4B81-8036-75B4922F0EE1}" destId="{5E1030C9-84A6-4BC0-B16A-63D1554FE5FA}" srcOrd="1" destOrd="0" parTransId="{51DC299D-6515-4FEC-BA6E-A3E9AD917913}" sibTransId="{77DE0CC1-F52B-49D5-81ED-9642FA2DA5A0}"/>
    <dgm:cxn modelId="{FD055D4A-4C31-4821-ADCC-3AD2E0B2C80A}" type="presOf" srcId="{414B1EEA-DFEA-4238-81F1-071F602DA131}" destId="{CF080D77-C926-4B67-9462-48081F2A989F}" srcOrd="0" destOrd="0" presId="urn:microsoft.com/office/officeart/2005/8/layout/orgChart1"/>
    <dgm:cxn modelId="{88505750-BD33-4CBA-ADD5-C9B371ED48BA}" type="presOf" srcId="{145B2828-DF17-442E-9A96-38D0178ECF9D}" destId="{2BB4F16E-090B-4ABD-AEE4-AC2088CBCB84}" srcOrd="1" destOrd="0" presId="urn:microsoft.com/office/officeart/2005/8/layout/orgChart1"/>
    <dgm:cxn modelId="{CEB98450-50E1-4791-82E2-ACFCA1B1B877}" type="presOf" srcId="{86E4DB9C-A122-494D-ACD7-707322EF8C39}" destId="{F87C0ABC-7E63-4756-9ACF-77299E2B64D3}" srcOrd="1" destOrd="0" presId="urn:microsoft.com/office/officeart/2005/8/layout/orgChart1"/>
    <dgm:cxn modelId="{3DB08053-2876-4E07-B70B-4FD0580D06C2}" type="presOf" srcId="{FF5B799A-0408-449D-8CC9-9CEA766C72FD}" destId="{A7BF7221-E1BD-4B37-AA6E-BB3FBB35430E}" srcOrd="0" destOrd="0" presId="urn:microsoft.com/office/officeart/2005/8/layout/orgChart1"/>
    <dgm:cxn modelId="{5194A157-FEFB-42FB-84B5-EEB0FD4FC5A2}" type="presOf" srcId="{8F1A98BD-C76E-402E-A5C5-C6595FDF81E1}" destId="{30DA77A3-E23C-49FB-9553-89DD162F8D1D}" srcOrd="0" destOrd="0" presId="urn:microsoft.com/office/officeart/2005/8/layout/orgChart1"/>
    <dgm:cxn modelId="{36A0305A-707A-4CF4-A19D-DFC816AE66C2}" type="presOf" srcId="{C7BADD26-5388-40A9-AA1D-EA75E6F79984}" destId="{84504024-F917-44C2-AAF7-F31A035BEBC4}" srcOrd="0" destOrd="0" presId="urn:microsoft.com/office/officeart/2005/8/layout/orgChart1"/>
    <dgm:cxn modelId="{3FFC585B-3B8D-48F6-A7A8-F684D21480D5}" type="presOf" srcId="{5E1030C9-84A6-4BC0-B16A-63D1554FE5FA}" destId="{154BFB8B-BBBB-4869-8D87-22A5A0235FEA}" srcOrd="0" destOrd="0" presId="urn:microsoft.com/office/officeart/2005/8/layout/orgChart1"/>
    <dgm:cxn modelId="{F7D3255D-8994-4F7F-AD34-A3C8B7A0848B}" type="presOf" srcId="{180AB977-D545-4386-8C60-06CE8F698BB1}" destId="{1FC6F8FF-CA2F-4CD5-AC48-5C735703C216}" srcOrd="0" destOrd="0" presId="urn:microsoft.com/office/officeart/2005/8/layout/orgChart1"/>
    <dgm:cxn modelId="{AB66F95F-FD70-448C-8706-CD0E5F5FB31C}" srcId="{84B4875C-604D-4E7F-A20B-2089141DF7AC}" destId="{DCA1D87E-5C3B-42AF-9ECB-E470DA3D1620}" srcOrd="2" destOrd="0" parTransId="{AA840DBC-97CE-4484-B22E-27833B7F5B86}" sibTransId="{C6DB381C-D18B-4A3C-AA97-56A00CA7E064}"/>
    <dgm:cxn modelId="{3F56FB60-4A59-47C9-BFB7-91D65E9B52DB}" type="presOf" srcId="{03B9492D-49DF-495F-955D-7E2E8E4B299B}" destId="{8B25526A-F938-49A0-B076-EDA050FC2BCA}" srcOrd="1" destOrd="0" presId="urn:microsoft.com/office/officeart/2005/8/layout/orgChart1"/>
    <dgm:cxn modelId="{40782961-3B8F-4D27-AA2A-CE4ECFF5D4BC}" type="presOf" srcId="{A46BF42A-0115-40FD-80B1-5A9C14EFED87}" destId="{39F7877B-283B-40D4-B4FC-8C2F3CECE7E3}" srcOrd="0" destOrd="0" presId="urn:microsoft.com/office/officeart/2005/8/layout/orgChart1"/>
    <dgm:cxn modelId="{19154661-FBC7-4337-BF94-BC03FA84A88E}" type="presOf" srcId="{F3BD0223-1BC6-4BD4-AF2E-A82FE755673A}" destId="{71BD1725-0DAE-4CED-AAB2-944268F512B2}" srcOrd="0" destOrd="0" presId="urn:microsoft.com/office/officeart/2005/8/layout/orgChart1"/>
    <dgm:cxn modelId="{2C93B466-7182-45B6-B7DE-0E933DA652D2}" type="presOf" srcId="{6DF94855-DCA2-44DE-B3DF-F0B5F32B5838}" destId="{6BA15B8B-D540-4FD0-9EB0-9D174337262E}" srcOrd="0" destOrd="0" presId="urn:microsoft.com/office/officeart/2005/8/layout/orgChart1"/>
    <dgm:cxn modelId="{E2BD8367-F617-4948-A51F-AAD1B08D05A8}" type="presOf" srcId="{E23AFCC5-20C5-4A2B-999E-9A1F08095A0E}" destId="{5CFA7ECB-C6BC-45C7-9A0B-9D21C3EE2E62}" srcOrd="1" destOrd="0" presId="urn:microsoft.com/office/officeart/2005/8/layout/orgChart1"/>
    <dgm:cxn modelId="{2AFE9168-C76B-43D1-85A9-E656A4B2DAE7}" type="presOf" srcId="{31E231F0-0C27-4A92-8D3C-49138990D9DF}" destId="{FEA49FC2-9B0D-4967-8666-245E26621CA0}" srcOrd="1" destOrd="0" presId="urn:microsoft.com/office/officeart/2005/8/layout/orgChart1"/>
    <dgm:cxn modelId="{B03D336C-F7D8-4529-98DE-DA5365F3D359}" srcId="{0FB4DCE4-FB9E-4630-A9BB-43697F5DD3D9}" destId="{145795BB-0288-4E1D-9C57-7945B7AA3800}" srcOrd="2" destOrd="0" parTransId="{726E8F89-2042-4BE2-A4A7-FDB087B94B30}" sibTransId="{3F09C242-D20C-489F-BEE5-C424D5DDF404}"/>
    <dgm:cxn modelId="{4C2D446E-7280-4EB2-9E9D-A46FD9BD2F10}" type="presOf" srcId="{03B9492D-49DF-495F-955D-7E2E8E4B299B}" destId="{3936BEA8-32DC-41C8-9871-BF2CE87B91C1}" srcOrd="0" destOrd="0" presId="urn:microsoft.com/office/officeart/2005/8/layout/orgChart1"/>
    <dgm:cxn modelId="{99060D72-982E-4E4A-81E3-012F4F28FAF6}" type="presOf" srcId="{88DB6600-D154-44C3-9DC8-508B86980CAC}" destId="{EF230A45-B685-437F-B1E0-D54C31AC4495}" srcOrd="0" destOrd="0" presId="urn:microsoft.com/office/officeart/2005/8/layout/orgChart1"/>
    <dgm:cxn modelId="{4640BC73-7117-4E7E-B256-E43051A73FD2}" type="presOf" srcId="{BF7823C6-A88C-4F33-9D6C-6B8EC054C4A3}" destId="{C6E400F7-1092-4B5B-96CC-C1CF6A67CB9E}" srcOrd="1" destOrd="0" presId="urn:microsoft.com/office/officeart/2005/8/layout/orgChart1"/>
    <dgm:cxn modelId="{082A0A76-41F1-4873-B43F-2A4EBE4BEDA5}" type="presOf" srcId="{C9CB1B96-F067-47AF-94B0-CB6180FB816C}" destId="{69C97DF7-37D7-426B-AC30-9B5A4203B761}" srcOrd="1" destOrd="0" presId="urn:microsoft.com/office/officeart/2005/8/layout/orgChart1"/>
    <dgm:cxn modelId="{9A286376-594D-4CA3-B701-28B6BD0F80AB}" srcId="{F6F5693F-A83B-4476-8CAB-E20D3D32472B}" destId="{3541F3F6-F54A-4810-A9C3-596700D8F74F}" srcOrd="0" destOrd="0" parTransId="{32524125-0DEF-4C30-849F-3B427DE23B57}" sibTransId="{99F018CC-14DB-4182-A9C8-8D2614B7536E}"/>
    <dgm:cxn modelId="{29D1A976-06E2-4AC2-B0D8-0B46A9B64B2D}" type="presOf" srcId="{A6D1332A-45F3-44A0-9A07-12A9FA2D215D}" destId="{6BC8494A-F667-42E4-B75C-60BAA9E9CBCC}" srcOrd="0" destOrd="0" presId="urn:microsoft.com/office/officeart/2005/8/layout/orgChart1"/>
    <dgm:cxn modelId="{20D7BF77-88A1-4675-9E89-E9A9FFB72D55}" type="presOf" srcId="{A46BF42A-0115-40FD-80B1-5A9C14EFED87}" destId="{92802576-6D4D-43ED-8E33-15F15CF6823B}" srcOrd="1" destOrd="0" presId="urn:microsoft.com/office/officeart/2005/8/layout/orgChart1"/>
    <dgm:cxn modelId="{85C50078-39CF-48FA-A396-F8C6863B8793}" srcId="{0FB4DCE4-FB9E-4630-A9BB-43697F5DD3D9}" destId="{180AB977-D545-4386-8C60-06CE8F698BB1}" srcOrd="1" destOrd="0" parTransId="{6EE92A2A-CDAF-4D85-B73D-6B0B260FBF34}" sibTransId="{7FA43862-CB69-4B93-B08E-8D4BD4EEB821}"/>
    <dgm:cxn modelId="{6124B378-3D66-41E1-931C-6B5611715D78}" type="presOf" srcId="{88DB6600-D154-44C3-9DC8-508B86980CAC}" destId="{54040D6E-BBFB-4323-B3B4-F3895118F878}" srcOrd="1" destOrd="0" presId="urn:microsoft.com/office/officeart/2005/8/layout/orgChart1"/>
    <dgm:cxn modelId="{01560E7A-7E09-40F9-9FBB-825D2CD5FF44}" type="presOf" srcId="{06143126-5CA1-487E-883B-4A4A48549E70}" destId="{48C3E296-C339-4AB8-BF4E-76DD5B08DB3B}" srcOrd="0" destOrd="0" presId="urn:microsoft.com/office/officeart/2005/8/layout/orgChart1"/>
    <dgm:cxn modelId="{1F9CE27B-077B-45B5-93F5-53EDC98A511B}" type="presOf" srcId="{180AB977-D545-4386-8C60-06CE8F698BB1}" destId="{1DFC7349-AAB0-4AF0-83B1-B9FF1F483591}" srcOrd="1" destOrd="0" presId="urn:microsoft.com/office/officeart/2005/8/layout/orgChart1"/>
    <dgm:cxn modelId="{4C687E7D-A7C5-42C2-B144-4A06B507FF7F}" type="presOf" srcId="{7E23E1EF-B38C-4D3A-A416-2F3479D87AFA}" destId="{8E5A367B-D7B1-46B1-A78E-E05D99436D22}" srcOrd="0" destOrd="0" presId="urn:microsoft.com/office/officeart/2005/8/layout/orgChart1"/>
    <dgm:cxn modelId="{52E6E27D-880A-4EB4-8A8C-FB93775E42DB}" srcId="{145795BB-0288-4E1D-9C57-7945B7AA3800}" destId="{BF7823C6-A88C-4F33-9D6C-6B8EC054C4A3}" srcOrd="0" destOrd="0" parTransId="{75DCF4C0-26DE-484E-896A-DFD64BE17E83}" sibTransId="{A967B396-7F7D-402B-8FDC-79612710136C}"/>
    <dgm:cxn modelId="{9605B780-71D4-4486-9E48-885ABAEE459B}" srcId="{F6F5693F-A83B-4476-8CAB-E20D3D32472B}" destId="{7E23E1EF-B38C-4D3A-A416-2F3479D87AFA}" srcOrd="2" destOrd="0" parTransId="{787DD595-933A-4C8C-906D-AA7D9E2A71E3}" sibTransId="{A9114724-32B1-45DC-8364-CA276C117ACE}"/>
    <dgm:cxn modelId="{D22CD380-7A4A-4D80-9D47-4B897DF97ECD}" type="presOf" srcId="{1618C84C-C65B-4938-BFAA-0BB958AC68AC}" destId="{AB57B4E9-F115-4A4E-9939-8593E8751A6A}" srcOrd="0" destOrd="0" presId="urn:microsoft.com/office/officeart/2005/8/layout/orgChart1"/>
    <dgm:cxn modelId="{5AB61C81-7438-4ACE-AFFF-7AC2F36FF740}" type="presOf" srcId="{32F53088-44C6-4B81-8036-75B4922F0EE1}" destId="{BED5B6A0-7E12-48A3-9C35-D76C20A5026F}" srcOrd="0" destOrd="0" presId="urn:microsoft.com/office/officeart/2005/8/layout/orgChart1"/>
    <dgm:cxn modelId="{DEF8A683-92F4-4A27-9C10-27B34C4C73D2}" type="presOf" srcId="{5E1030C9-84A6-4BC0-B16A-63D1554FE5FA}" destId="{FC9C86C8-5E4A-4AAF-B13B-4383F9D21700}" srcOrd="1" destOrd="0" presId="urn:microsoft.com/office/officeart/2005/8/layout/orgChart1"/>
    <dgm:cxn modelId="{66D1D184-F189-4D0A-B3DD-A16A803CA50B}" srcId="{03B9492D-49DF-495F-955D-7E2E8E4B299B}" destId="{414B1EEA-DFEA-4238-81F1-071F602DA131}" srcOrd="0" destOrd="0" parTransId="{06143126-5CA1-487E-883B-4A4A48549E70}" sibTransId="{90EC8D95-EB33-4790-98B5-85FEEB039A80}"/>
    <dgm:cxn modelId="{43B03587-513B-42A4-90BD-A9587815D8EC}" type="presOf" srcId="{84B4875C-604D-4E7F-A20B-2089141DF7AC}" destId="{81BA6369-D6DB-4567-8B3B-750FA0416E0A}" srcOrd="1" destOrd="0" presId="urn:microsoft.com/office/officeart/2005/8/layout/orgChart1"/>
    <dgm:cxn modelId="{99146189-DB3E-4549-8431-4A055C04EF76}" srcId="{84B4875C-604D-4E7F-A20B-2089141DF7AC}" destId="{A2D23DC9-2B7D-4B02-9CF4-963A080295F4}" srcOrd="0" destOrd="0" parTransId="{D0BC7227-4E75-44F6-BBBE-5DB3FEAD6779}" sibTransId="{1F96D49C-6310-4227-8FD2-2F84407F17A0}"/>
    <dgm:cxn modelId="{F8477C8A-6F45-4668-8273-1E19C7F8717D}" type="presOf" srcId="{B3928663-19AE-4AEE-97C2-009E1DDAB51D}" destId="{94D26305-849B-4855-BBCE-247534EC48D7}" srcOrd="0" destOrd="0" presId="urn:microsoft.com/office/officeart/2005/8/layout/orgChart1"/>
    <dgm:cxn modelId="{FF00A48A-45A1-4A59-BF92-677FC8F29B0F}" type="presOf" srcId="{787DD595-933A-4C8C-906D-AA7D9E2A71E3}" destId="{D478BD42-B405-4E19-BAFF-C1F41FD82687}" srcOrd="0" destOrd="0" presId="urn:microsoft.com/office/officeart/2005/8/layout/orgChart1"/>
    <dgm:cxn modelId="{193D338F-4FAF-4E99-9958-12C71BEE6FBA}" type="presOf" srcId="{7F3FC471-52F2-4463-B0C2-E0076F772BC5}" destId="{47D8014D-3BFF-4EF5-9C69-C88E6CB32060}" srcOrd="0" destOrd="0" presId="urn:microsoft.com/office/officeart/2005/8/layout/orgChart1"/>
    <dgm:cxn modelId="{C1B37A8F-5D02-43A6-98AC-851CB2452A02}" type="presOf" srcId="{47E0B413-49F0-4F3F-A61A-055AC8DE0877}" destId="{1E69473F-1359-40D1-8C8F-EEAA1E6754F1}" srcOrd="1" destOrd="0" presId="urn:microsoft.com/office/officeart/2005/8/layout/orgChart1"/>
    <dgm:cxn modelId="{FDF6BB92-C511-482D-ACA4-F7A013BFDA6F}" type="presOf" srcId="{DAD8E980-A642-4BD1-8AAD-429C0CA8DF0C}" destId="{3BE2E796-2EF9-4189-BC6B-6D6F8A3CF7F5}" srcOrd="0" destOrd="0" presId="urn:microsoft.com/office/officeart/2005/8/layout/orgChart1"/>
    <dgm:cxn modelId="{E4FBC593-CD5F-4BB7-8BE4-4A662FFF548D}" type="presOf" srcId="{F3BD0223-1BC6-4BD4-AF2E-A82FE755673A}" destId="{25833BE9-7F8B-4D14-BA9D-3A631F3AF386}" srcOrd="1" destOrd="0" presId="urn:microsoft.com/office/officeart/2005/8/layout/orgChart1"/>
    <dgm:cxn modelId="{3048EC93-0292-44CB-AEDF-FBB75A56B7B1}" type="presOf" srcId="{A2D23DC9-2B7D-4B02-9CF4-963A080295F4}" destId="{7F85434C-0305-4EC7-8F1B-E7DDF5E76491}" srcOrd="1" destOrd="0" presId="urn:microsoft.com/office/officeart/2005/8/layout/orgChart1"/>
    <dgm:cxn modelId="{89E0D195-E97B-475F-82A6-7CE4FB1BC3A1}" srcId="{F6F5693F-A83B-4476-8CAB-E20D3D32472B}" destId="{88DB6600-D154-44C3-9DC8-508B86980CAC}" srcOrd="1" destOrd="0" parTransId="{7D73DC23-15CE-47F9-85CC-27BB8E01EC68}" sibTransId="{4784DEC6-45D5-4D75-8424-B764D9ADAF7D}"/>
    <dgm:cxn modelId="{F346209A-6A59-4EC0-B3F0-0879B750E21F}" type="presOf" srcId="{37A17460-AA57-4998-BF97-DE487ECA125D}" destId="{8A224422-F569-403F-8CD0-195B946CBF05}" srcOrd="0" destOrd="0" presId="urn:microsoft.com/office/officeart/2005/8/layout/orgChart1"/>
    <dgm:cxn modelId="{87D24D9B-2A3A-424C-9647-D2ABC338373E}" srcId="{180AB977-D545-4386-8C60-06CE8F698BB1}" destId="{F1603C61-2A62-4599-9477-A991250C165D}" srcOrd="0" destOrd="0" parTransId="{D7CB4208-E7C1-439C-BB70-47B1D343D724}" sibTransId="{6E962F14-6AB7-4FD7-AC02-1E3D4C858DFF}"/>
    <dgm:cxn modelId="{33CF24A0-8920-4C48-A732-8DE29451F264}" type="presOf" srcId="{AA840DBC-97CE-4484-B22E-27833B7F5B86}" destId="{E631EB45-45E5-49BD-AC0C-3AAD34A1334D}" srcOrd="0" destOrd="0" presId="urn:microsoft.com/office/officeart/2005/8/layout/orgChart1"/>
    <dgm:cxn modelId="{9C2AD9A1-386C-4D35-A089-AE53AE3111EF}" type="presOf" srcId="{0C3DF86D-E11B-4736-B36B-896E4C7ADE6B}" destId="{511A4B88-4F91-4B44-A2C4-F3A242338B55}" srcOrd="0" destOrd="0" presId="urn:microsoft.com/office/officeart/2005/8/layout/orgChart1"/>
    <dgm:cxn modelId="{857CBAA2-8283-40F1-8269-1BD677BEBC47}" type="presOf" srcId="{875B067B-3123-48CB-B0B2-83E0B0E46CD5}" destId="{B2DC7429-D392-4B64-8E58-76EAD2E58BA0}" srcOrd="0" destOrd="0" presId="urn:microsoft.com/office/officeart/2005/8/layout/orgChart1"/>
    <dgm:cxn modelId="{BA690CA4-DB3D-43FD-BDBE-8CD5F059DA28}" type="presOf" srcId="{88FB5E40-4EA8-41E5-BAA5-5A945EAC8C96}" destId="{1F849F76-67DF-485F-BC15-34F5C17F3E0F}" srcOrd="1" destOrd="0" presId="urn:microsoft.com/office/officeart/2005/8/layout/orgChart1"/>
    <dgm:cxn modelId="{092A13A7-03B6-48D5-9065-2E326AB3FFF9}" type="presOf" srcId="{F6F5693F-A83B-4476-8CAB-E20D3D32472B}" destId="{147ED431-04BD-4C0E-ACCE-768E19B4225E}" srcOrd="0" destOrd="0" presId="urn:microsoft.com/office/officeart/2005/8/layout/orgChart1"/>
    <dgm:cxn modelId="{4859D3A9-EB97-4F28-90AA-E794B9228027}" srcId="{03B9492D-49DF-495F-955D-7E2E8E4B299B}" destId="{C9CB1B96-F067-47AF-94B0-CB6180FB816C}" srcOrd="1" destOrd="0" parTransId="{7F3FC471-52F2-4463-B0C2-E0076F772BC5}" sibTransId="{1569BA8E-C77F-4EF2-AD8E-AC45A73A3C71}"/>
    <dgm:cxn modelId="{4682AAAA-137D-4C8F-95B4-57012384C03A}" srcId="{0FB4DCE4-FB9E-4630-A9BB-43697F5DD3D9}" destId="{F6F5693F-A83B-4476-8CAB-E20D3D32472B}" srcOrd="0" destOrd="0" parTransId="{A60B2636-1E8B-4A88-A229-5E01FBCE6B55}" sibTransId="{F0E9DC1D-2380-4DEF-90D3-B5AD0B64C753}"/>
    <dgm:cxn modelId="{618475AC-23A3-4694-8712-F904FF85F71B}" type="presOf" srcId="{5B0B1D3C-594F-4293-8A44-E8C1659C5E12}" destId="{955C611C-35A5-4159-9A5D-1510AAD51E8A}" srcOrd="0" destOrd="0" presId="urn:microsoft.com/office/officeart/2005/8/layout/orgChart1"/>
    <dgm:cxn modelId="{1A7489AD-93F6-4165-9320-6082450307AB}" type="presOf" srcId="{F34C34BC-B2F0-4EA0-A094-15738DE370F0}" destId="{ECDC5801-CD15-4276-BC01-57C157E59C42}" srcOrd="0" destOrd="0" presId="urn:microsoft.com/office/officeart/2005/8/layout/orgChart1"/>
    <dgm:cxn modelId="{239F7FB0-06A0-4E0A-982C-3C1847F16DF8}" type="presOf" srcId="{88FB5E40-4EA8-41E5-BAA5-5A945EAC8C96}" destId="{B1C88AB5-21A4-4768-8838-356F6519318A}" srcOrd="0" destOrd="0" presId="urn:microsoft.com/office/officeart/2005/8/layout/orgChart1"/>
    <dgm:cxn modelId="{7328EEB0-1851-48DC-9E4E-CBDC001E24DB}" type="presOf" srcId="{A60B2636-1E8B-4A88-A229-5E01FBCE6B55}" destId="{F1EF53CA-65A0-4546-938F-8CFF182923EA}" srcOrd="0" destOrd="0" presId="urn:microsoft.com/office/officeart/2005/8/layout/orgChart1"/>
    <dgm:cxn modelId="{A5BF37B1-AD64-4008-97F7-C0B6FD659292}" type="presOf" srcId="{28613AC1-D468-4F82-BA34-BB21DEC83132}" destId="{B1D9806C-75DC-4EA7-85DA-F4BF8261CD1A}" srcOrd="0" destOrd="0" presId="urn:microsoft.com/office/officeart/2005/8/layout/orgChart1"/>
    <dgm:cxn modelId="{CBAF98B1-EAF6-482E-8C2A-6B8F5E40EC69}" type="presOf" srcId="{DCA1D87E-5C3B-42AF-9ECB-E470DA3D1620}" destId="{4E2834A3-D06A-46C9-BC9B-7D7D83DD4E33}" srcOrd="1" destOrd="0" presId="urn:microsoft.com/office/officeart/2005/8/layout/orgChart1"/>
    <dgm:cxn modelId="{5DD0E7B2-2901-4A99-ABE3-C1FF6C3A823E}" type="presOf" srcId="{7D73DC23-15CE-47F9-85CC-27BB8E01EC68}" destId="{A5108C3C-A4B7-4441-A2A1-C21B7776C954}" srcOrd="0" destOrd="0" presId="urn:microsoft.com/office/officeart/2005/8/layout/orgChart1"/>
    <dgm:cxn modelId="{212D52B4-E713-4EB4-B075-133013813ED8}" type="presOf" srcId="{D0BC7227-4E75-44F6-BBBE-5DB3FEAD6779}" destId="{E753781B-CD9A-4478-80DB-A28AF20E07ED}" srcOrd="0" destOrd="0" presId="urn:microsoft.com/office/officeart/2005/8/layout/orgChart1"/>
    <dgm:cxn modelId="{A33898B4-E6C3-464D-A025-BA6F6C99930A}" type="presOf" srcId="{F44E5902-6B1B-43C6-9FF4-D446AFD2935B}" destId="{2990DECD-ED79-492B-B11E-82D124CF77DD}" srcOrd="0" destOrd="0" presId="urn:microsoft.com/office/officeart/2005/8/layout/orgChart1"/>
    <dgm:cxn modelId="{2D65F7B5-F9A5-4720-BF81-36030B1ED081}" srcId="{32F53088-44C6-4B81-8036-75B4922F0EE1}" destId="{145B2828-DF17-442E-9A96-38D0178ECF9D}" srcOrd="0" destOrd="0" parTransId="{29DB17D3-D8D1-4100-876F-459730CC51D8}" sibTransId="{8A594894-BCD5-4A00-81B3-22C670A02AC5}"/>
    <dgm:cxn modelId="{993B58B6-5EBE-4A4D-BFE3-57FEF1B22109}" type="presOf" srcId="{00D31E6F-11CE-4959-AF6A-17BF0252D074}" destId="{2DA1DF50-7E50-4647-9DBA-38469E3362D7}" srcOrd="1" destOrd="0" presId="urn:microsoft.com/office/officeart/2005/8/layout/orgChart1"/>
    <dgm:cxn modelId="{E41CFBB7-B17C-4416-BA5F-021C8B5FB6DD}" srcId="{C9CB1B96-F067-47AF-94B0-CB6180FB816C}" destId="{F3BD0223-1BC6-4BD4-AF2E-A82FE755673A}" srcOrd="0" destOrd="0" parTransId="{B3928663-19AE-4AEE-97C2-009E1DDAB51D}" sibTransId="{6D793269-91C5-485C-880F-B20828F4588C}"/>
    <dgm:cxn modelId="{C58F9FB9-66DB-4371-8319-7FFD2098D384}" type="presOf" srcId="{32F53088-44C6-4B81-8036-75B4922F0EE1}" destId="{BCC2446A-9036-4F81-9D86-1635597C26E0}" srcOrd="1" destOrd="0" presId="urn:microsoft.com/office/officeart/2005/8/layout/orgChart1"/>
    <dgm:cxn modelId="{373BDFB9-2B51-4834-9A90-D26AEF3F6CC4}" srcId="{86E4DB9C-A122-494D-ACD7-707322EF8C39}" destId="{A6D1332A-45F3-44A0-9A07-12A9FA2D215D}" srcOrd="0" destOrd="0" parTransId="{1618C84C-C65B-4938-BFAA-0BB958AC68AC}" sibTransId="{588C523B-A85C-4F35-9E04-5785E9221690}"/>
    <dgm:cxn modelId="{4173BEBA-BDA6-4C9A-AAA8-695C576D4DE3}" type="presOf" srcId="{DAD8E980-A642-4BD1-8AAD-429C0CA8DF0C}" destId="{857A5C78-648B-4C9C-ADED-41E988735390}" srcOrd="1" destOrd="0" presId="urn:microsoft.com/office/officeart/2005/8/layout/orgChart1"/>
    <dgm:cxn modelId="{3E3AA2BC-433B-489E-B466-519EDA3A9EA2}" type="presOf" srcId="{C9CB1B96-F067-47AF-94B0-CB6180FB816C}" destId="{2F704870-8014-4803-995F-A97048EBEE4D}" srcOrd="0" destOrd="0" presId="urn:microsoft.com/office/officeart/2005/8/layout/orgChart1"/>
    <dgm:cxn modelId="{A1DC9BBD-2897-428D-84D0-3F67EE5E763C}" srcId="{C9CB1B96-F067-47AF-94B0-CB6180FB816C}" destId="{86E4DB9C-A122-494D-ACD7-707322EF8C39}" srcOrd="2" destOrd="0" parTransId="{FF5B799A-0408-449D-8CC9-9CEA766C72FD}" sibTransId="{C08A95D6-16FF-4E3B-8C3C-8B1490F38A16}"/>
    <dgm:cxn modelId="{D4B315BE-06CC-4862-8771-805D30AFC7F7}" type="presOf" srcId="{A2D23DC9-2B7D-4B02-9CF4-963A080295F4}" destId="{A957EDD8-0578-4251-98E0-6183F62C42C0}" srcOrd="0" destOrd="0" presId="urn:microsoft.com/office/officeart/2005/8/layout/orgChart1"/>
    <dgm:cxn modelId="{F2AA11BF-C54E-460E-8ED9-69097692535C}" type="presOf" srcId="{19CD6AAA-7F2E-417E-A84C-213863EA1B4B}" destId="{EEA032E0-D87A-4949-A564-14DB510C3F49}" srcOrd="0" destOrd="0" presId="urn:microsoft.com/office/officeart/2005/8/layout/orgChart1"/>
    <dgm:cxn modelId="{31CEE4BF-9411-415B-BB79-9F4E707F0F74}" type="presOf" srcId="{BF7823C6-A88C-4F33-9D6C-6B8EC054C4A3}" destId="{2F94B609-E7D3-453D-B8CE-6674D89E985D}" srcOrd="0" destOrd="0" presId="urn:microsoft.com/office/officeart/2005/8/layout/orgChart1"/>
    <dgm:cxn modelId="{A3C22EC2-6022-4B8B-B556-C107E3BA6FFA}" type="presOf" srcId="{20CE3987-7845-46D9-8980-D6A1047500CA}" destId="{1A8EAA10-8F35-4682-9071-75F58275BC76}" srcOrd="0" destOrd="0" presId="urn:microsoft.com/office/officeart/2005/8/layout/orgChart1"/>
    <dgm:cxn modelId="{233CC0C6-7826-4BBB-91DE-D7435A80DFEF}" type="presOf" srcId="{F1603C61-2A62-4599-9477-A991250C165D}" destId="{987C6F10-6447-4223-B32E-97D762FD6206}" srcOrd="1" destOrd="0" presId="urn:microsoft.com/office/officeart/2005/8/layout/orgChart1"/>
    <dgm:cxn modelId="{F1DBB0C8-9DCE-4C2B-A63D-5001A6D15CAB}" srcId="{31E231F0-0C27-4A92-8D3C-49138990D9DF}" destId="{88FB5E40-4EA8-41E5-BAA5-5A945EAC8C96}" srcOrd="0" destOrd="0" parTransId="{37A17460-AA57-4998-BF97-DE487ECA125D}" sibTransId="{944CD0AF-1696-48CB-B4E3-BE4D37575C3D}"/>
    <dgm:cxn modelId="{44E4ACCB-0989-4A34-AED2-A931873FA8B1}" srcId="{145795BB-0288-4E1D-9C57-7945B7AA3800}" destId="{00D31E6F-11CE-4959-AF6A-17BF0252D074}" srcOrd="1" destOrd="0" parTransId="{0C3DF86D-E11B-4736-B36B-896E4C7ADE6B}" sibTransId="{D99B0F17-924A-4734-92EC-A5C14D24D80F}"/>
    <dgm:cxn modelId="{6D7897CE-7D3F-43DE-8A1C-D5D8F48348B8}" srcId="{180AB977-D545-4386-8C60-06CE8F698BB1}" destId="{47E0B413-49F0-4F3F-A61A-055AC8DE0877}" srcOrd="1" destOrd="0" parTransId="{396736E1-E13E-4E87-AE9A-A021420833CC}" sibTransId="{1B1EDD8E-D2FC-4059-8441-F14C4E5F3CF5}"/>
    <dgm:cxn modelId="{E4FB4BCF-5CA0-4B5D-AD8C-39BD0638339D}" srcId="{86E4DB9C-A122-494D-ACD7-707322EF8C39}" destId="{DAD8E980-A642-4BD1-8AAD-429C0CA8DF0C}" srcOrd="1" destOrd="0" parTransId="{A3A72F3F-C744-4288-A490-4AA0FE8D1F33}" sibTransId="{BEAD2AF7-96DC-4CDD-B3B8-6A3CD3EF6004}"/>
    <dgm:cxn modelId="{1882D1CF-4F91-437F-9BAA-559C28BDB611}" srcId="{414B1EEA-DFEA-4238-81F1-071F602DA131}" destId="{84B4875C-604D-4E7F-A20B-2089141DF7AC}" srcOrd="1" destOrd="0" parTransId="{11F1A67D-275F-4200-977F-F95F2F05F59F}" sibTransId="{3B6ADC0B-E19B-446D-A03A-765B3E1A87A0}"/>
    <dgm:cxn modelId="{92CE1BD2-F665-491A-989B-F08B3FC0094A}" type="presOf" srcId="{F34C34BC-B2F0-4EA0-A094-15738DE370F0}" destId="{A58835A9-0EE1-4681-9A06-C58FEE393F41}" srcOrd="1" destOrd="0" presId="urn:microsoft.com/office/officeart/2005/8/layout/orgChart1"/>
    <dgm:cxn modelId="{8BBB5CD8-9A8C-4668-99E1-A9AF5DAE79F9}" type="presOf" srcId="{543B646C-5A1D-469F-845F-9F681CB9FD58}" destId="{E10F2CC8-8138-4359-8B44-9E7CB0C59C1F}" srcOrd="0" destOrd="0" presId="urn:microsoft.com/office/officeart/2005/8/layout/orgChart1"/>
    <dgm:cxn modelId="{193C3DDB-01BF-4FD5-9E98-337901188037}" type="presOf" srcId="{32524125-0DEF-4C30-849F-3B427DE23B57}" destId="{A0EAFF68-EBAF-48F8-9BFA-C121591EF353}" srcOrd="0" destOrd="0" presId="urn:microsoft.com/office/officeart/2005/8/layout/orgChart1"/>
    <dgm:cxn modelId="{B0F4EFDE-FA96-452A-81F3-B214F875989F}" type="presOf" srcId="{145795BB-0288-4E1D-9C57-7945B7AA3800}" destId="{3348A328-C2BA-438D-AC0A-661B41982E0D}" srcOrd="0" destOrd="0" presId="urn:microsoft.com/office/officeart/2005/8/layout/orgChart1"/>
    <dgm:cxn modelId="{16BF0CE0-25E3-4F34-A44D-89A454CDAAA7}" type="presOf" srcId="{3541F3F6-F54A-4810-A9C3-596700D8F74F}" destId="{EDB80103-98EA-4105-82F0-679E4A1CD50A}" srcOrd="1" destOrd="0" presId="urn:microsoft.com/office/officeart/2005/8/layout/orgChart1"/>
    <dgm:cxn modelId="{1676F0E0-53B0-4FB9-A524-BA9E48AB1E4B}" type="presOf" srcId="{396736E1-E13E-4E87-AE9A-A021420833CC}" destId="{3A121BE8-CA82-44A7-BA3A-6D9C27F4D0A3}" srcOrd="0" destOrd="0" presId="urn:microsoft.com/office/officeart/2005/8/layout/orgChart1"/>
    <dgm:cxn modelId="{CFE7F7E0-DACE-4F04-8D85-18D892DC0398}" type="presOf" srcId="{11F1A67D-275F-4200-977F-F95F2F05F59F}" destId="{BF2DCEDB-DE8B-4DED-ABC1-DC869A74ECE4}" srcOrd="0" destOrd="0" presId="urn:microsoft.com/office/officeart/2005/8/layout/orgChart1"/>
    <dgm:cxn modelId="{5E0B94E3-9A06-442A-87BF-F9DFF6A8E04A}" srcId="{F3BD0223-1BC6-4BD4-AF2E-A82FE755673A}" destId="{8F1A98BD-C76E-402E-A5C5-C6595FDF81E1}" srcOrd="2" destOrd="0" parTransId="{F44E5902-6B1B-43C6-9FF4-D446AFD2935B}" sibTransId="{1F44204E-D788-48C2-B745-DEA6047BAA73}"/>
    <dgm:cxn modelId="{0C9366E9-A61E-4D43-A9A8-D8E30F316210}" type="presOf" srcId="{0FB4DCE4-FB9E-4630-A9BB-43697F5DD3D9}" destId="{F7431E7E-CF7C-4521-AD8D-30DED737AB87}" srcOrd="1" destOrd="0" presId="urn:microsoft.com/office/officeart/2005/8/layout/orgChart1"/>
    <dgm:cxn modelId="{429AC3E9-4405-418E-9EFA-183966C8AC0B}" type="presOf" srcId="{00D31E6F-11CE-4959-AF6A-17BF0252D074}" destId="{F48A8D07-2BC4-4D0D-A344-DF9005A8E1EE}" srcOrd="0" destOrd="0" presId="urn:microsoft.com/office/officeart/2005/8/layout/orgChart1"/>
    <dgm:cxn modelId="{6D7A81EA-D929-48B4-8FFF-437015A96D3D}" srcId="{F3BD0223-1BC6-4BD4-AF2E-A82FE755673A}" destId="{E23AFCC5-20C5-4A2B-999E-9A1F08095A0E}" srcOrd="0" destOrd="0" parTransId="{59BD1825-A742-410D-AFD4-6B32BB9409B1}" sibTransId="{54BD51EA-09CF-4A59-9665-FBCFEF23DC9E}"/>
    <dgm:cxn modelId="{26931FEB-01A5-495D-934D-B87A80A8958E}" type="presOf" srcId="{59BD1825-A742-410D-AFD4-6B32BB9409B1}" destId="{CC0EBDD9-D559-45FE-9D0A-6294EC43659B}" srcOrd="0" destOrd="0" presId="urn:microsoft.com/office/officeart/2005/8/layout/orgChart1"/>
    <dgm:cxn modelId="{885481EE-E229-4A44-90B7-7BA239A119D6}" srcId="{03B9492D-49DF-495F-955D-7E2E8E4B299B}" destId="{0FB4DCE4-FB9E-4630-A9BB-43697F5DD3D9}" srcOrd="2" destOrd="0" parTransId="{543B646C-5A1D-469F-845F-9F681CB9FD58}" sibTransId="{C84DBDC6-61DB-4051-9735-4E9A711AE579}"/>
    <dgm:cxn modelId="{9123B7EE-9CB6-4CEF-BA87-66B27615DC20}" srcId="{C9CB1B96-F067-47AF-94B0-CB6180FB816C}" destId="{31E231F0-0C27-4A92-8D3C-49138990D9DF}" srcOrd="1" destOrd="0" parTransId="{C7BADD26-5388-40A9-AA1D-EA75E6F79984}" sibTransId="{5E5E1955-57AA-4F50-850C-6C67A065B1F2}"/>
    <dgm:cxn modelId="{DEE6D9F2-61BF-40DE-9632-37D52F76C601}" type="presOf" srcId="{0FB4DCE4-FB9E-4630-A9BB-43697F5DD3D9}" destId="{EB7E6B85-39AC-4601-AEB4-3500ED90A329}" srcOrd="0" destOrd="0" presId="urn:microsoft.com/office/officeart/2005/8/layout/orgChart1"/>
    <dgm:cxn modelId="{7C9748F4-667C-4CF1-9AB1-3FB9522CFC90}" srcId="{31E231F0-0C27-4A92-8D3C-49138990D9DF}" destId="{A46BF42A-0115-40FD-80B1-5A9C14EFED87}" srcOrd="1" destOrd="0" parTransId="{C0C384D3-E7BF-4F48-9AE9-DB163FD3F005}" sibTransId="{D7838C4E-53A6-4BA0-AD1F-E08A030E4F99}"/>
    <dgm:cxn modelId="{67DB05FD-5DC4-4A15-A8CA-62E960DEA7FF}" type="presOf" srcId="{28613AC1-D468-4F82-BA34-BB21DEC83132}" destId="{C7EECFC0-6C50-4AA0-97E9-E3A5D98754D8}" srcOrd="1" destOrd="0" presId="urn:microsoft.com/office/officeart/2005/8/layout/orgChart1"/>
    <dgm:cxn modelId="{948CF342-3763-41A4-895D-5D6F013239E3}" type="presParOf" srcId="{EEA032E0-D87A-4949-A564-14DB510C3F49}" destId="{5769D43B-2ED2-4C55-A55F-BA779420B83B}" srcOrd="0" destOrd="0" presId="urn:microsoft.com/office/officeart/2005/8/layout/orgChart1"/>
    <dgm:cxn modelId="{C27CFBD2-5339-4BA1-B5FA-1773F53D928F}" type="presParOf" srcId="{5769D43B-2ED2-4C55-A55F-BA779420B83B}" destId="{C3908B4D-8FC8-4FF6-9711-CC8D0C678839}" srcOrd="0" destOrd="0" presId="urn:microsoft.com/office/officeart/2005/8/layout/orgChart1"/>
    <dgm:cxn modelId="{FA2561A8-DF84-41A4-B8C9-0B001496B208}" type="presParOf" srcId="{C3908B4D-8FC8-4FF6-9711-CC8D0C678839}" destId="{3936BEA8-32DC-41C8-9871-BF2CE87B91C1}" srcOrd="0" destOrd="0" presId="urn:microsoft.com/office/officeart/2005/8/layout/orgChart1"/>
    <dgm:cxn modelId="{78FBF75B-F3EC-4E3B-8885-3D798049E773}" type="presParOf" srcId="{C3908B4D-8FC8-4FF6-9711-CC8D0C678839}" destId="{8B25526A-F938-49A0-B076-EDA050FC2BCA}" srcOrd="1" destOrd="0" presId="urn:microsoft.com/office/officeart/2005/8/layout/orgChart1"/>
    <dgm:cxn modelId="{C4D82458-6402-4A31-8A51-D5E3F3E622B5}" type="presParOf" srcId="{5769D43B-2ED2-4C55-A55F-BA779420B83B}" destId="{8BE0E1A0-E258-46C6-BD80-9F982907DA83}" srcOrd="1" destOrd="0" presId="urn:microsoft.com/office/officeart/2005/8/layout/orgChart1"/>
    <dgm:cxn modelId="{D59DE332-FF01-4E8F-91AA-388FF6A64C11}" type="presParOf" srcId="{8BE0E1A0-E258-46C6-BD80-9F982907DA83}" destId="{48C3E296-C339-4AB8-BF4E-76DD5B08DB3B}" srcOrd="0" destOrd="0" presId="urn:microsoft.com/office/officeart/2005/8/layout/orgChart1"/>
    <dgm:cxn modelId="{B861AB48-3976-457F-B022-5067788D5431}" type="presParOf" srcId="{8BE0E1A0-E258-46C6-BD80-9F982907DA83}" destId="{DAAF77B0-916F-423C-ABDE-089954021D8C}" srcOrd="1" destOrd="0" presId="urn:microsoft.com/office/officeart/2005/8/layout/orgChart1"/>
    <dgm:cxn modelId="{E03CB2DC-D4D6-4E2D-9060-8FB6D4A5B993}" type="presParOf" srcId="{DAAF77B0-916F-423C-ABDE-089954021D8C}" destId="{49635B91-B9C1-44BB-BC00-EC7560E19B48}" srcOrd="0" destOrd="0" presId="urn:microsoft.com/office/officeart/2005/8/layout/orgChart1"/>
    <dgm:cxn modelId="{E01D238A-9473-47F2-B02F-86F5D3259C53}" type="presParOf" srcId="{49635B91-B9C1-44BB-BC00-EC7560E19B48}" destId="{CF080D77-C926-4B67-9462-48081F2A989F}" srcOrd="0" destOrd="0" presId="urn:microsoft.com/office/officeart/2005/8/layout/orgChart1"/>
    <dgm:cxn modelId="{6F7F2416-4F17-4A09-80A0-0BEFF662422D}" type="presParOf" srcId="{49635B91-B9C1-44BB-BC00-EC7560E19B48}" destId="{373E21D7-A083-4820-9224-6ADF82B2ECBD}" srcOrd="1" destOrd="0" presId="urn:microsoft.com/office/officeart/2005/8/layout/orgChart1"/>
    <dgm:cxn modelId="{7E8EFFDF-0485-45EE-B20E-0FAA14E0E0CB}" type="presParOf" srcId="{DAAF77B0-916F-423C-ABDE-089954021D8C}" destId="{DCDBA613-4663-400C-8E1F-5D748129FD93}" srcOrd="1" destOrd="0" presId="urn:microsoft.com/office/officeart/2005/8/layout/orgChart1"/>
    <dgm:cxn modelId="{A3706E86-3AD8-48E6-83C9-048D36D77743}" type="presParOf" srcId="{DCDBA613-4663-400C-8E1F-5D748129FD93}" destId="{00A2437C-4904-47BE-BCF7-94EF7EBAFC6D}" srcOrd="0" destOrd="0" presId="urn:microsoft.com/office/officeart/2005/8/layout/orgChart1"/>
    <dgm:cxn modelId="{043F9C2E-6A54-4D99-AC96-F200F16A61E6}" type="presParOf" srcId="{DCDBA613-4663-400C-8E1F-5D748129FD93}" destId="{5932092A-1ED1-4F11-9B7E-4285BA0946F5}" srcOrd="1" destOrd="0" presId="urn:microsoft.com/office/officeart/2005/8/layout/orgChart1"/>
    <dgm:cxn modelId="{C7E834A6-5082-4B78-AD45-4AFA955242F2}" type="presParOf" srcId="{5932092A-1ED1-4F11-9B7E-4285BA0946F5}" destId="{F7A2990C-40E5-4C90-A1C0-7AD6AEF1B195}" srcOrd="0" destOrd="0" presId="urn:microsoft.com/office/officeart/2005/8/layout/orgChart1"/>
    <dgm:cxn modelId="{7BE3263B-D73C-4766-AC5F-61C7D1BDDCA8}" type="presParOf" srcId="{F7A2990C-40E5-4C90-A1C0-7AD6AEF1B195}" destId="{BED5B6A0-7E12-48A3-9C35-D76C20A5026F}" srcOrd="0" destOrd="0" presId="urn:microsoft.com/office/officeart/2005/8/layout/orgChart1"/>
    <dgm:cxn modelId="{D7215000-BDDA-4973-8785-13B9E0408CCA}" type="presParOf" srcId="{F7A2990C-40E5-4C90-A1C0-7AD6AEF1B195}" destId="{BCC2446A-9036-4F81-9D86-1635597C26E0}" srcOrd="1" destOrd="0" presId="urn:microsoft.com/office/officeart/2005/8/layout/orgChart1"/>
    <dgm:cxn modelId="{7EDAF028-A9DD-4576-8636-4BC86BBD314D}" type="presParOf" srcId="{5932092A-1ED1-4F11-9B7E-4285BA0946F5}" destId="{480D5C4E-700B-4263-A3F5-7924D4C1B10D}" srcOrd="1" destOrd="0" presId="urn:microsoft.com/office/officeart/2005/8/layout/orgChart1"/>
    <dgm:cxn modelId="{35A7A285-49E5-400E-9D48-4BF44093D075}" type="presParOf" srcId="{480D5C4E-700B-4263-A3F5-7924D4C1B10D}" destId="{36F3561C-936D-4FB5-852C-693FD2210824}" srcOrd="0" destOrd="0" presId="urn:microsoft.com/office/officeart/2005/8/layout/orgChart1"/>
    <dgm:cxn modelId="{CEDA0527-3D6E-44A9-A3EF-098C532439BD}" type="presParOf" srcId="{480D5C4E-700B-4263-A3F5-7924D4C1B10D}" destId="{672EBCCA-4DEE-403C-92C1-70021A5B45F4}" srcOrd="1" destOrd="0" presId="urn:microsoft.com/office/officeart/2005/8/layout/orgChart1"/>
    <dgm:cxn modelId="{FB4891A4-4F97-40A5-9EE8-4579DEF3CDA5}" type="presParOf" srcId="{672EBCCA-4DEE-403C-92C1-70021A5B45F4}" destId="{A9424A85-8666-4C74-8EBD-63E611478368}" srcOrd="0" destOrd="0" presId="urn:microsoft.com/office/officeart/2005/8/layout/orgChart1"/>
    <dgm:cxn modelId="{496BD9B6-484A-40F1-96EF-B7EEB0409D87}" type="presParOf" srcId="{A9424A85-8666-4C74-8EBD-63E611478368}" destId="{69A938E9-8198-4FB1-BC8F-FEF1323413B5}" srcOrd="0" destOrd="0" presId="urn:microsoft.com/office/officeart/2005/8/layout/orgChart1"/>
    <dgm:cxn modelId="{DDE4D1C9-EF67-456B-8246-CDFACA884646}" type="presParOf" srcId="{A9424A85-8666-4C74-8EBD-63E611478368}" destId="{2BB4F16E-090B-4ABD-AEE4-AC2088CBCB84}" srcOrd="1" destOrd="0" presId="urn:microsoft.com/office/officeart/2005/8/layout/orgChart1"/>
    <dgm:cxn modelId="{19F194BD-1372-49D1-9F66-4D36B3A59733}" type="presParOf" srcId="{672EBCCA-4DEE-403C-92C1-70021A5B45F4}" destId="{FF5A9951-882C-4206-9AE7-8F32ADF4B5C1}" srcOrd="1" destOrd="0" presId="urn:microsoft.com/office/officeart/2005/8/layout/orgChart1"/>
    <dgm:cxn modelId="{C796BD0B-8752-4179-89ED-FDBF68EB96EE}" type="presParOf" srcId="{672EBCCA-4DEE-403C-92C1-70021A5B45F4}" destId="{8313632F-3B3F-45F0-831F-51B19061AC9A}" srcOrd="2" destOrd="0" presId="urn:microsoft.com/office/officeart/2005/8/layout/orgChart1"/>
    <dgm:cxn modelId="{74F850FF-E879-461B-885A-75FC390B1C1D}" type="presParOf" srcId="{480D5C4E-700B-4263-A3F5-7924D4C1B10D}" destId="{0CD80121-C5C6-4B1E-9026-0E6E499AD119}" srcOrd="2" destOrd="0" presId="urn:microsoft.com/office/officeart/2005/8/layout/orgChart1"/>
    <dgm:cxn modelId="{F684A767-343B-4942-A144-4FF4A5F738FC}" type="presParOf" srcId="{480D5C4E-700B-4263-A3F5-7924D4C1B10D}" destId="{6520F794-F4A8-4CAE-A579-190C7E0AFD08}" srcOrd="3" destOrd="0" presId="urn:microsoft.com/office/officeart/2005/8/layout/orgChart1"/>
    <dgm:cxn modelId="{A6BE7DF2-A280-4939-B7C0-2836671C5B4C}" type="presParOf" srcId="{6520F794-F4A8-4CAE-A579-190C7E0AFD08}" destId="{9D819B99-0A1D-4FAF-995B-B502E5660129}" srcOrd="0" destOrd="0" presId="urn:microsoft.com/office/officeart/2005/8/layout/orgChart1"/>
    <dgm:cxn modelId="{CDA4C927-1173-423C-8145-E8883B4AF69E}" type="presParOf" srcId="{9D819B99-0A1D-4FAF-995B-B502E5660129}" destId="{154BFB8B-BBBB-4869-8D87-22A5A0235FEA}" srcOrd="0" destOrd="0" presId="urn:microsoft.com/office/officeart/2005/8/layout/orgChart1"/>
    <dgm:cxn modelId="{01E3C59D-8CE4-4168-8015-7A3E845A2FE9}" type="presParOf" srcId="{9D819B99-0A1D-4FAF-995B-B502E5660129}" destId="{FC9C86C8-5E4A-4AAF-B13B-4383F9D21700}" srcOrd="1" destOrd="0" presId="urn:microsoft.com/office/officeart/2005/8/layout/orgChart1"/>
    <dgm:cxn modelId="{B4A3216B-7DE6-489F-A0F5-3C805D42C878}" type="presParOf" srcId="{6520F794-F4A8-4CAE-A579-190C7E0AFD08}" destId="{7EB47DE3-3CD3-43AF-BFC3-E01FA48D3925}" srcOrd="1" destOrd="0" presId="urn:microsoft.com/office/officeart/2005/8/layout/orgChart1"/>
    <dgm:cxn modelId="{DEE3458E-D772-445F-A51A-1FB01BBFB882}" type="presParOf" srcId="{6520F794-F4A8-4CAE-A579-190C7E0AFD08}" destId="{1F5C7728-0EE7-43AF-B0C3-12C3F0A485D4}" srcOrd="2" destOrd="0" presId="urn:microsoft.com/office/officeart/2005/8/layout/orgChart1"/>
    <dgm:cxn modelId="{A56B8081-B1D0-445D-A766-3D2E20487898}" type="presParOf" srcId="{5932092A-1ED1-4F11-9B7E-4285BA0946F5}" destId="{F6E02C16-0F73-4F95-B3E3-E527BF800BCF}" srcOrd="2" destOrd="0" presId="urn:microsoft.com/office/officeart/2005/8/layout/orgChart1"/>
    <dgm:cxn modelId="{B91FD14A-C50B-4BFF-84A7-BAC23BD60D6B}" type="presParOf" srcId="{DCDBA613-4663-400C-8E1F-5D748129FD93}" destId="{BF2DCEDB-DE8B-4DED-ABC1-DC869A74ECE4}" srcOrd="2" destOrd="0" presId="urn:microsoft.com/office/officeart/2005/8/layout/orgChart1"/>
    <dgm:cxn modelId="{AF6215FD-2778-4B5C-96D4-B0C9BE816589}" type="presParOf" srcId="{DCDBA613-4663-400C-8E1F-5D748129FD93}" destId="{7B6F866C-3D2C-48C3-A000-7FF519898641}" srcOrd="3" destOrd="0" presId="urn:microsoft.com/office/officeart/2005/8/layout/orgChart1"/>
    <dgm:cxn modelId="{A0363210-A4DE-4A59-81A1-E4B6D87B922B}" type="presParOf" srcId="{7B6F866C-3D2C-48C3-A000-7FF519898641}" destId="{9F80E067-89AA-4426-8287-64DC26718FAF}" srcOrd="0" destOrd="0" presId="urn:microsoft.com/office/officeart/2005/8/layout/orgChart1"/>
    <dgm:cxn modelId="{E423138C-DF45-435E-A3FC-D7413DD86404}" type="presParOf" srcId="{9F80E067-89AA-4426-8287-64DC26718FAF}" destId="{DA165373-2059-41E5-ABDC-EA98C393A8F8}" srcOrd="0" destOrd="0" presId="urn:microsoft.com/office/officeart/2005/8/layout/orgChart1"/>
    <dgm:cxn modelId="{C6776218-FCBA-4F6E-8568-4EE82A02D028}" type="presParOf" srcId="{9F80E067-89AA-4426-8287-64DC26718FAF}" destId="{81BA6369-D6DB-4567-8B3B-750FA0416E0A}" srcOrd="1" destOrd="0" presId="urn:microsoft.com/office/officeart/2005/8/layout/orgChart1"/>
    <dgm:cxn modelId="{7A563DC2-F625-43FE-88B8-A73CB80EDAA1}" type="presParOf" srcId="{7B6F866C-3D2C-48C3-A000-7FF519898641}" destId="{08044B52-2742-4FE6-AD29-04EC3C91D85F}" srcOrd="1" destOrd="0" presId="urn:microsoft.com/office/officeart/2005/8/layout/orgChart1"/>
    <dgm:cxn modelId="{69A3B449-D772-4EB5-9660-8D7C12ECC194}" type="presParOf" srcId="{08044B52-2742-4FE6-AD29-04EC3C91D85F}" destId="{E753781B-CD9A-4478-80DB-A28AF20E07ED}" srcOrd="0" destOrd="0" presId="urn:microsoft.com/office/officeart/2005/8/layout/orgChart1"/>
    <dgm:cxn modelId="{FD7BFEF5-8E58-4A95-8826-56BE83FB81E9}" type="presParOf" srcId="{08044B52-2742-4FE6-AD29-04EC3C91D85F}" destId="{BE5EAF1E-2304-4A1D-B358-B13EB952A1D9}" srcOrd="1" destOrd="0" presId="urn:microsoft.com/office/officeart/2005/8/layout/orgChart1"/>
    <dgm:cxn modelId="{822E0708-2C3B-4EC0-BFA6-05D549CDFC34}" type="presParOf" srcId="{BE5EAF1E-2304-4A1D-B358-B13EB952A1D9}" destId="{E062B143-1D10-4E24-B1C3-AD983E9871C1}" srcOrd="0" destOrd="0" presId="urn:microsoft.com/office/officeart/2005/8/layout/orgChart1"/>
    <dgm:cxn modelId="{CF746047-BAEC-4CD5-9387-F5D787E4D986}" type="presParOf" srcId="{E062B143-1D10-4E24-B1C3-AD983E9871C1}" destId="{A957EDD8-0578-4251-98E0-6183F62C42C0}" srcOrd="0" destOrd="0" presId="urn:microsoft.com/office/officeart/2005/8/layout/orgChart1"/>
    <dgm:cxn modelId="{8458AD72-655C-42CA-A74A-E54C0737C6B5}" type="presParOf" srcId="{E062B143-1D10-4E24-B1C3-AD983E9871C1}" destId="{7F85434C-0305-4EC7-8F1B-E7DDF5E76491}" srcOrd="1" destOrd="0" presId="urn:microsoft.com/office/officeart/2005/8/layout/orgChart1"/>
    <dgm:cxn modelId="{E1FAEC90-1B00-4334-8D1A-AA9D0C7C7FD0}" type="presParOf" srcId="{BE5EAF1E-2304-4A1D-B358-B13EB952A1D9}" destId="{E58B0F54-9B0B-4D0A-8397-C3F742F46E37}" srcOrd="1" destOrd="0" presId="urn:microsoft.com/office/officeart/2005/8/layout/orgChart1"/>
    <dgm:cxn modelId="{342FC4E2-BD74-4BBD-ADE7-5D145655875F}" type="presParOf" srcId="{BE5EAF1E-2304-4A1D-B358-B13EB952A1D9}" destId="{9A04FC5A-CFBE-4A02-B184-A0F420EB5B6F}" srcOrd="2" destOrd="0" presId="urn:microsoft.com/office/officeart/2005/8/layout/orgChart1"/>
    <dgm:cxn modelId="{2C360411-9BFB-4050-9BA8-C07B7BF73877}" type="presParOf" srcId="{08044B52-2742-4FE6-AD29-04EC3C91D85F}" destId="{6BA15B8B-D540-4FD0-9EB0-9D174337262E}" srcOrd="2" destOrd="0" presId="urn:microsoft.com/office/officeart/2005/8/layout/orgChart1"/>
    <dgm:cxn modelId="{0F5E40A9-9FB8-4BEA-A796-54BBDBE77AC8}" type="presParOf" srcId="{08044B52-2742-4FE6-AD29-04EC3C91D85F}" destId="{28E632BA-D5F5-4969-8CC6-E027B129AF72}" srcOrd="3" destOrd="0" presId="urn:microsoft.com/office/officeart/2005/8/layout/orgChart1"/>
    <dgm:cxn modelId="{E52855F1-928F-4C7D-832F-A6F106A3C296}" type="presParOf" srcId="{28E632BA-D5F5-4969-8CC6-E027B129AF72}" destId="{698056FE-2DED-4CB0-9863-8A67A43C8014}" srcOrd="0" destOrd="0" presId="urn:microsoft.com/office/officeart/2005/8/layout/orgChart1"/>
    <dgm:cxn modelId="{4709836D-3738-4A69-A53D-51E97A363BB8}" type="presParOf" srcId="{698056FE-2DED-4CB0-9863-8A67A43C8014}" destId="{955C611C-35A5-4159-9A5D-1510AAD51E8A}" srcOrd="0" destOrd="0" presId="urn:microsoft.com/office/officeart/2005/8/layout/orgChart1"/>
    <dgm:cxn modelId="{FF2EEFFC-B745-489B-B7E6-EBAEAF7B2A7B}" type="presParOf" srcId="{698056FE-2DED-4CB0-9863-8A67A43C8014}" destId="{A7D0651E-2BFF-42F1-AD87-05A438AD7C4D}" srcOrd="1" destOrd="0" presId="urn:microsoft.com/office/officeart/2005/8/layout/orgChart1"/>
    <dgm:cxn modelId="{79920AC3-F6EB-4C07-BAB4-EC48B145719C}" type="presParOf" srcId="{28E632BA-D5F5-4969-8CC6-E027B129AF72}" destId="{CC482E2D-E1CD-4615-B209-19504C10C970}" srcOrd="1" destOrd="0" presId="urn:microsoft.com/office/officeart/2005/8/layout/orgChart1"/>
    <dgm:cxn modelId="{0A7E4F34-8D71-4A88-A655-7234A2D7081D}" type="presParOf" srcId="{28E632BA-D5F5-4969-8CC6-E027B129AF72}" destId="{DC5D7B0B-2760-49C4-AA8E-DF8D5CCAC7B2}" srcOrd="2" destOrd="0" presId="urn:microsoft.com/office/officeart/2005/8/layout/orgChart1"/>
    <dgm:cxn modelId="{C7CCBCC1-9E12-423D-BF11-38ACE70C2DF1}" type="presParOf" srcId="{08044B52-2742-4FE6-AD29-04EC3C91D85F}" destId="{E631EB45-45E5-49BD-AC0C-3AAD34A1334D}" srcOrd="4" destOrd="0" presId="urn:microsoft.com/office/officeart/2005/8/layout/orgChart1"/>
    <dgm:cxn modelId="{D638FFF3-3CE5-4C30-A238-25D01F6CBC33}" type="presParOf" srcId="{08044B52-2742-4FE6-AD29-04EC3C91D85F}" destId="{54B58EC2-8F59-47F1-AF7E-476CEF658A4F}" srcOrd="5" destOrd="0" presId="urn:microsoft.com/office/officeart/2005/8/layout/orgChart1"/>
    <dgm:cxn modelId="{BB4CDFCE-8606-444F-8958-C9F0E5FF73BD}" type="presParOf" srcId="{54B58EC2-8F59-47F1-AF7E-476CEF658A4F}" destId="{5B6AD4CD-03DA-4508-A5E2-BD700077EFD6}" srcOrd="0" destOrd="0" presId="urn:microsoft.com/office/officeart/2005/8/layout/orgChart1"/>
    <dgm:cxn modelId="{698DE040-8816-4CD9-8B74-F54513EE8EB6}" type="presParOf" srcId="{5B6AD4CD-03DA-4508-A5E2-BD700077EFD6}" destId="{0E6794E4-2422-4377-9423-5F02511FA0D9}" srcOrd="0" destOrd="0" presId="urn:microsoft.com/office/officeart/2005/8/layout/orgChart1"/>
    <dgm:cxn modelId="{D0343B81-F748-4D29-B5EB-61122786FB9F}" type="presParOf" srcId="{5B6AD4CD-03DA-4508-A5E2-BD700077EFD6}" destId="{4E2834A3-D06A-46C9-BC9B-7D7D83DD4E33}" srcOrd="1" destOrd="0" presId="urn:microsoft.com/office/officeart/2005/8/layout/orgChart1"/>
    <dgm:cxn modelId="{F03A4057-F06D-48C7-826F-E5527CE09A9C}" type="presParOf" srcId="{54B58EC2-8F59-47F1-AF7E-476CEF658A4F}" destId="{0DA68591-5E75-42B9-919A-2A156705C2CA}" srcOrd="1" destOrd="0" presId="urn:microsoft.com/office/officeart/2005/8/layout/orgChart1"/>
    <dgm:cxn modelId="{CBD13ACF-C719-4862-85A4-066B6BE3C66F}" type="presParOf" srcId="{54B58EC2-8F59-47F1-AF7E-476CEF658A4F}" destId="{3A8942AF-18D9-4E43-A845-2C1BE8F961B7}" srcOrd="2" destOrd="0" presId="urn:microsoft.com/office/officeart/2005/8/layout/orgChart1"/>
    <dgm:cxn modelId="{7DE2ADF7-CDBE-4897-B413-C11A2BF1E60E}" type="presParOf" srcId="{7B6F866C-3D2C-48C3-A000-7FF519898641}" destId="{8053B2FE-DA86-4236-AF95-BBBEBEB0E709}" srcOrd="2" destOrd="0" presId="urn:microsoft.com/office/officeart/2005/8/layout/orgChart1"/>
    <dgm:cxn modelId="{B157325E-8D86-4099-AE19-D7CE2D074B8D}" type="presParOf" srcId="{DAAF77B0-916F-423C-ABDE-089954021D8C}" destId="{5230FBD5-F78A-46FC-9AE6-53EC6999BF37}" srcOrd="2" destOrd="0" presId="urn:microsoft.com/office/officeart/2005/8/layout/orgChart1"/>
    <dgm:cxn modelId="{C4A33D8C-D4D9-478B-9A42-3B7D72430DEF}" type="presParOf" srcId="{8BE0E1A0-E258-46C6-BD80-9F982907DA83}" destId="{47D8014D-3BFF-4EF5-9C69-C88E6CB32060}" srcOrd="2" destOrd="0" presId="urn:microsoft.com/office/officeart/2005/8/layout/orgChart1"/>
    <dgm:cxn modelId="{3FB06B87-3B32-47DF-8968-8DAFABB860F8}" type="presParOf" srcId="{8BE0E1A0-E258-46C6-BD80-9F982907DA83}" destId="{31A8BB98-BC42-4256-A74F-0720D115C53A}" srcOrd="3" destOrd="0" presId="urn:microsoft.com/office/officeart/2005/8/layout/orgChart1"/>
    <dgm:cxn modelId="{3A5F91DF-92B0-414D-B4D1-FBF1EDD4ADD6}" type="presParOf" srcId="{31A8BB98-BC42-4256-A74F-0720D115C53A}" destId="{40E8B168-4FAB-460E-925B-71EAB9D166C7}" srcOrd="0" destOrd="0" presId="urn:microsoft.com/office/officeart/2005/8/layout/orgChart1"/>
    <dgm:cxn modelId="{676B8404-08B7-45FA-839D-34110D7F326D}" type="presParOf" srcId="{40E8B168-4FAB-460E-925B-71EAB9D166C7}" destId="{2F704870-8014-4803-995F-A97048EBEE4D}" srcOrd="0" destOrd="0" presId="urn:microsoft.com/office/officeart/2005/8/layout/orgChart1"/>
    <dgm:cxn modelId="{5618C564-213B-4697-BE44-07917FCDEC0D}" type="presParOf" srcId="{40E8B168-4FAB-460E-925B-71EAB9D166C7}" destId="{69C97DF7-37D7-426B-AC30-9B5A4203B761}" srcOrd="1" destOrd="0" presId="urn:microsoft.com/office/officeart/2005/8/layout/orgChart1"/>
    <dgm:cxn modelId="{8E02E5E9-A2E9-45FD-A7EE-E21B612DB48D}" type="presParOf" srcId="{31A8BB98-BC42-4256-A74F-0720D115C53A}" destId="{9BF81C4B-0412-4EF5-ABC8-FC22D4B8D4B7}" srcOrd="1" destOrd="0" presId="urn:microsoft.com/office/officeart/2005/8/layout/orgChart1"/>
    <dgm:cxn modelId="{F37EA1D0-4818-4DD8-899B-C626D1D2A9C3}" type="presParOf" srcId="{9BF81C4B-0412-4EF5-ABC8-FC22D4B8D4B7}" destId="{94D26305-849B-4855-BBCE-247534EC48D7}" srcOrd="0" destOrd="0" presId="urn:microsoft.com/office/officeart/2005/8/layout/orgChart1"/>
    <dgm:cxn modelId="{E3441A75-A4F6-4453-A8A8-AD2D8FE33CC4}" type="presParOf" srcId="{9BF81C4B-0412-4EF5-ABC8-FC22D4B8D4B7}" destId="{5523CA80-9D38-4FCF-AC95-4B4F5FA5144A}" srcOrd="1" destOrd="0" presId="urn:microsoft.com/office/officeart/2005/8/layout/orgChart1"/>
    <dgm:cxn modelId="{85653D77-E4BC-4667-B23A-9771141B92C6}" type="presParOf" srcId="{5523CA80-9D38-4FCF-AC95-4B4F5FA5144A}" destId="{751C3BCC-C77D-4D70-8F19-A03085167BEE}" srcOrd="0" destOrd="0" presId="urn:microsoft.com/office/officeart/2005/8/layout/orgChart1"/>
    <dgm:cxn modelId="{A6D322CC-6FC5-43CD-BCF9-48B6923A44ED}" type="presParOf" srcId="{751C3BCC-C77D-4D70-8F19-A03085167BEE}" destId="{71BD1725-0DAE-4CED-AAB2-944268F512B2}" srcOrd="0" destOrd="0" presId="urn:microsoft.com/office/officeart/2005/8/layout/orgChart1"/>
    <dgm:cxn modelId="{59659EA2-6CF3-43E2-8362-4A491633691D}" type="presParOf" srcId="{751C3BCC-C77D-4D70-8F19-A03085167BEE}" destId="{25833BE9-7F8B-4D14-BA9D-3A631F3AF386}" srcOrd="1" destOrd="0" presId="urn:microsoft.com/office/officeart/2005/8/layout/orgChart1"/>
    <dgm:cxn modelId="{9E6FAB36-B0AF-4EE5-857A-A5F51878D32E}" type="presParOf" srcId="{5523CA80-9D38-4FCF-AC95-4B4F5FA5144A}" destId="{56E3563D-359B-4D2C-8320-AF9E6F492A19}" srcOrd="1" destOrd="0" presId="urn:microsoft.com/office/officeart/2005/8/layout/orgChart1"/>
    <dgm:cxn modelId="{C10365E9-0D0C-44E0-BB07-36DEDA36BB25}" type="presParOf" srcId="{56E3563D-359B-4D2C-8320-AF9E6F492A19}" destId="{CC0EBDD9-D559-45FE-9D0A-6294EC43659B}" srcOrd="0" destOrd="0" presId="urn:microsoft.com/office/officeart/2005/8/layout/orgChart1"/>
    <dgm:cxn modelId="{D50285CC-4908-436B-97F1-848A6EF1E6B0}" type="presParOf" srcId="{56E3563D-359B-4D2C-8320-AF9E6F492A19}" destId="{78501DAF-5588-46D1-B329-ABD3F028FEE8}" srcOrd="1" destOrd="0" presId="urn:microsoft.com/office/officeart/2005/8/layout/orgChart1"/>
    <dgm:cxn modelId="{EC1FC79B-FC17-454F-B2B0-BBA0C663DE56}" type="presParOf" srcId="{78501DAF-5588-46D1-B329-ABD3F028FEE8}" destId="{DA4B9B2A-5E13-444D-82BF-CF5BCD682B51}" srcOrd="0" destOrd="0" presId="urn:microsoft.com/office/officeart/2005/8/layout/orgChart1"/>
    <dgm:cxn modelId="{EE5598B7-5860-45C3-9B43-886574DCEDB3}" type="presParOf" srcId="{DA4B9B2A-5E13-444D-82BF-CF5BCD682B51}" destId="{A0B0728F-8B06-49D0-8939-E44AF610FB47}" srcOrd="0" destOrd="0" presId="urn:microsoft.com/office/officeart/2005/8/layout/orgChart1"/>
    <dgm:cxn modelId="{537A44E6-9D13-4331-B714-C7DE5E0ABA18}" type="presParOf" srcId="{DA4B9B2A-5E13-444D-82BF-CF5BCD682B51}" destId="{5CFA7ECB-C6BC-45C7-9A0B-9D21C3EE2E62}" srcOrd="1" destOrd="0" presId="urn:microsoft.com/office/officeart/2005/8/layout/orgChart1"/>
    <dgm:cxn modelId="{2A58C4BA-1290-4FA6-9144-73C1A6AF207A}" type="presParOf" srcId="{78501DAF-5588-46D1-B329-ABD3F028FEE8}" destId="{F6EAE652-FA76-4C1D-8EF9-1F34CAA9CA1E}" srcOrd="1" destOrd="0" presId="urn:microsoft.com/office/officeart/2005/8/layout/orgChart1"/>
    <dgm:cxn modelId="{8C787F06-4C5B-4FC2-862C-318440EA5ACE}" type="presParOf" srcId="{78501DAF-5588-46D1-B329-ABD3F028FEE8}" destId="{6414DE02-72BE-4260-B3D0-5C02EAC4A405}" srcOrd="2" destOrd="0" presId="urn:microsoft.com/office/officeart/2005/8/layout/orgChart1"/>
    <dgm:cxn modelId="{A4FBF4CB-1095-47F7-8B7B-6B73865E565F}" type="presParOf" srcId="{56E3563D-359B-4D2C-8320-AF9E6F492A19}" destId="{1A8EAA10-8F35-4682-9071-75F58275BC76}" srcOrd="2" destOrd="0" presId="urn:microsoft.com/office/officeart/2005/8/layout/orgChart1"/>
    <dgm:cxn modelId="{DBA2BAB9-BD9B-4261-9113-81736799E33A}" type="presParOf" srcId="{56E3563D-359B-4D2C-8320-AF9E6F492A19}" destId="{E62844F0-D2DE-4D3E-82BB-C313A359E49D}" srcOrd="3" destOrd="0" presId="urn:microsoft.com/office/officeart/2005/8/layout/orgChart1"/>
    <dgm:cxn modelId="{309D78D8-8BC6-40C6-82ED-BD9B489063A9}" type="presParOf" srcId="{E62844F0-D2DE-4D3E-82BB-C313A359E49D}" destId="{860CEC76-951F-4232-9826-C56C23A0C648}" srcOrd="0" destOrd="0" presId="urn:microsoft.com/office/officeart/2005/8/layout/orgChart1"/>
    <dgm:cxn modelId="{8F01B31A-E4DA-48F0-9C98-58C79543B612}" type="presParOf" srcId="{860CEC76-951F-4232-9826-C56C23A0C648}" destId="{B1D9806C-75DC-4EA7-85DA-F4BF8261CD1A}" srcOrd="0" destOrd="0" presId="urn:microsoft.com/office/officeart/2005/8/layout/orgChart1"/>
    <dgm:cxn modelId="{6C7D08BD-FA95-4AD8-A298-170070B005CF}" type="presParOf" srcId="{860CEC76-951F-4232-9826-C56C23A0C648}" destId="{C7EECFC0-6C50-4AA0-97E9-E3A5D98754D8}" srcOrd="1" destOrd="0" presId="urn:microsoft.com/office/officeart/2005/8/layout/orgChart1"/>
    <dgm:cxn modelId="{5CE89785-BA27-4C68-8FD8-4AF48F0DF659}" type="presParOf" srcId="{E62844F0-D2DE-4D3E-82BB-C313A359E49D}" destId="{CFD6CAD8-4FCA-451B-B791-6E1E418FB0D9}" srcOrd="1" destOrd="0" presId="urn:microsoft.com/office/officeart/2005/8/layout/orgChart1"/>
    <dgm:cxn modelId="{7D490C7C-FEBB-46F0-A76F-F014EE5A95D4}" type="presParOf" srcId="{E62844F0-D2DE-4D3E-82BB-C313A359E49D}" destId="{2770F4DC-BF91-4825-9E99-0C588A866CE7}" srcOrd="2" destOrd="0" presId="urn:microsoft.com/office/officeart/2005/8/layout/orgChart1"/>
    <dgm:cxn modelId="{D3DA7209-936B-429D-8F04-9B83C76EB521}" type="presParOf" srcId="{56E3563D-359B-4D2C-8320-AF9E6F492A19}" destId="{2990DECD-ED79-492B-B11E-82D124CF77DD}" srcOrd="4" destOrd="0" presId="urn:microsoft.com/office/officeart/2005/8/layout/orgChart1"/>
    <dgm:cxn modelId="{8F72ED90-D65F-4373-BB95-75B3DBCC2687}" type="presParOf" srcId="{56E3563D-359B-4D2C-8320-AF9E6F492A19}" destId="{9482E165-F004-4B3B-A8A2-E98ED31ADFDC}" srcOrd="5" destOrd="0" presId="urn:microsoft.com/office/officeart/2005/8/layout/orgChart1"/>
    <dgm:cxn modelId="{7E719D2C-37B7-4A91-B703-18A291A60F61}" type="presParOf" srcId="{9482E165-F004-4B3B-A8A2-E98ED31ADFDC}" destId="{1F886F95-E173-4A6F-95E9-B5A103BF001F}" srcOrd="0" destOrd="0" presId="urn:microsoft.com/office/officeart/2005/8/layout/orgChart1"/>
    <dgm:cxn modelId="{6834671C-32A9-4DB9-B347-3386F6DB48C7}" type="presParOf" srcId="{1F886F95-E173-4A6F-95E9-B5A103BF001F}" destId="{30DA77A3-E23C-49FB-9553-89DD162F8D1D}" srcOrd="0" destOrd="0" presId="urn:microsoft.com/office/officeart/2005/8/layout/orgChart1"/>
    <dgm:cxn modelId="{B5642C19-B9F9-4CCE-9AF8-133346614344}" type="presParOf" srcId="{1F886F95-E173-4A6F-95E9-B5A103BF001F}" destId="{2871C7E2-5705-4656-947F-69C422C3A489}" srcOrd="1" destOrd="0" presId="urn:microsoft.com/office/officeart/2005/8/layout/orgChart1"/>
    <dgm:cxn modelId="{8580B321-7040-48DD-AB2A-E3F9D315D753}" type="presParOf" srcId="{9482E165-F004-4B3B-A8A2-E98ED31ADFDC}" destId="{B2CA9497-4E71-4D9B-B84F-B7B08F94F52A}" srcOrd="1" destOrd="0" presId="urn:microsoft.com/office/officeart/2005/8/layout/orgChart1"/>
    <dgm:cxn modelId="{A83CC7A0-4142-4E28-9E2A-182733253FCE}" type="presParOf" srcId="{9482E165-F004-4B3B-A8A2-E98ED31ADFDC}" destId="{32B1A8C7-9F09-4FF2-9A89-44144C7E74A6}" srcOrd="2" destOrd="0" presId="urn:microsoft.com/office/officeart/2005/8/layout/orgChart1"/>
    <dgm:cxn modelId="{63B0F06E-B5F7-443E-B0C6-5B16F77BD99A}" type="presParOf" srcId="{5523CA80-9D38-4FCF-AC95-4B4F5FA5144A}" destId="{63EDBA4E-E3F6-4179-9214-CD797EC5D099}" srcOrd="2" destOrd="0" presId="urn:microsoft.com/office/officeart/2005/8/layout/orgChart1"/>
    <dgm:cxn modelId="{AF9949CB-1FD7-4447-AC29-F8E355110154}" type="presParOf" srcId="{9BF81C4B-0412-4EF5-ABC8-FC22D4B8D4B7}" destId="{84504024-F917-44C2-AAF7-F31A035BEBC4}" srcOrd="2" destOrd="0" presId="urn:microsoft.com/office/officeart/2005/8/layout/orgChart1"/>
    <dgm:cxn modelId="{1A19C105-B0F8-4182-8F87-C49699E62E4C}" type="presParOf" srcId="{9BF81C4B-0412-4EF5-ABC8-FC22D4B8D4B7}" destId="{160C9E3E-52F7-464F-8C5E-10C8B664C862}" srcOrd="3" destOrd="0" presId="urn:microsoft.com/office/officeart/2005/8/layout/orgChart1"/>
    <dgm:cxn modelId="{8FCB15CC-7062-447F-A557-F7DF05F542A8}" type="presParOf" srcId="{160C9E3E-52F7-464F-8C5E-10C8B664C862}" destId="{85603A61-AAC1-4EDF-A8BF-C0112D135229}" srcOrd="0" destOrd="0" presId="urn:microsoft.com/office/officeart/2005/8/layout/orgChart1"/>
    <dgm:cxn modelId="{99436071-F539-4CAA-B21D-ACF58A774AC8}" type="presParOf" srcId="{85603A61-AAC1-4EDF-A8BF-C0112D135229}" destId="{BF144789-9BB3-4C65-A321-29C88D438B84}" srcOrd="0" destOrd="0" presId="urn:microsoft.com/office/officeart/2005/8/layout/orgChart1"/>
    <dgm:cxn modelId="{578EEFB6-937F-4718-90B7-5654147818BB}" type="presParOf" srcId="{85603A61-AAC1-4EDF-A8BF-C0112D135229}" destId="{FEA49FC2-9B0D-4967-8666-245E26621CA0}" srcOrd="1" destOrd="0" presId="urn:microsoft.com/office/officeart/2005/8/layout/orgChart1"/>
    <dgm:cxn modelId="{D9EC226B-A9D6-4D53-B427-7DA0F306ECEA}" type="presParOf" srcId="{160C9E3E-52F7-464F-8C5E-10C8B664C862}" destId="{9C2117DC-8253-4DBB-B6CF-9F1B7EF84060}" srcOrd="1" destOrd="0" presId="urn:microsoft.com/office/officeart/2005/8/layout/orgChart1"/>
    <dgm:cxn modelId="{5CB3DE36-7644-4DF0-9FBB-3B450E3F932B}" type="presParOf" srcId="{9C2117DC-8253-4DBB-B6CF-9F1B7EF84060}" destId="{8A224422-F569-403F-8CD0-195B946CBF05}" srcOrd="0" destOrd="0" presId="urn:microsoft.com/office/officeart/2005/8/layout/orgChart1"/>
    <dgm:cxn modelId="{509ECD0F-8CB2-4D09-84EF-EC57E8315462}" type="presParOf" srcId="{9C2117DC-8253-4DBB-B6CF-9F1B7EF84060}" destId="{A5E1DB32-1C57-4C83-B901-B57DC060B43B}" srcOrd="1" destOrd="0" presId="urn:microsoft.com/office/officeart/2005/8/layout/orgChart1"/>
    <dgm:cxn modelId="{8DE96D6A-05DE-4820-9F3C-ABA14832B871}" type="presParOf" srcId="{A5E1DB32-1C57-4C83-B901-B57DC060B43B}" destId="{E1461B67-DC62-4073-B646-9D0C456DD8C9}" srcOrd="0" destOrd="0" presId="urn:microsoft.com/office/officeart/2005/8/layout/orgChart1"/>
    <dgm:cxn modelId="{B840440A-C747-4306-8FC7-1C5A0B54787F}" type="presParOf" srcId="{E1461B67-DC62-4073-B646-9D0C456DD8C9}" destId="{B1C88AB5-21A4-4768-8838-356F6519318A}" srcOrd="0" destOrd="0" presId="urn:microsoft.com/office/officeart/2005/8/layout/orgChart1"/>
    <dgm:cxn modelId="{82F100C5-F950-4AF6-A89E-13905B6A0A54}" type="presParOf" srcId="{E1461B67-DC62-4073-B646-9D0C456DD8C9}" destId="{1F849F76-67DF-485F-BC15-34F5C17F3E0F}" srcOrd="1" destOrd="0" presId="urn:microsoft.com/office/officeart/2005/8/layout/orgChart1"/>
    <dgm:cxn modelId="{5BE5A721-BF9F-4DE4-A43D-FE38193D19E4}" type="presParOf" srcId="{A5E1DB32-1C57-4C83-B901-B57DC060B43B}" destId="{3B5E0256-066A-4090-A9F0-4DB1A4CC0595}" srcOrd="1" destOrd="0" presId="urn:microsoft.com/office/officeart/2005/8/layout/orgChart1"/>
    <dgm:cxn modelId="{2F67806A-D95C-4953-9E49-4B742AFB9CA1}" type="presParOf" srcId="{A5E1DB32-1C57-4C83-B901-B57DC060B43B}" destId="{F2C75D48-D99B-4749-8D2B-6B9AE20BC03F}" srcOrd="2" destOrd="0" presId="urn:microsoft.com/office/officeart/2005/8/layout/orgChart1"/>
    <dgm:cxn modelId="{EA3AF1FC-3DB6-4ED3-8390-D9043FE2C348}" type="presParOf" srcId="{9C2117DC-8253-4DBB-B6CF-9F1B7EF84060}" destId="{C7603335-9B10-4E57-8110-DEB470810325}" srcOrd="2" destOrd="0" presId="urn:microsoft.com/office/officeart/2005/8/layout/orgChart1"/>
    <dgm:cxn modelId="{D5C22AA0-296F-4BB4-B03E-FC8E3BB7E614}" type="presParOf" srcId="{9C2117DC-8253-4DBB-B6CF-9F1B7EF84060}" destId="{845E7B5F-5553-4426-925A-FE11DF1AA6E8}" srcOrd="3" destOrd="0" presId="urn:microsoft.com/office/officeart/2005/8/layout/orgChart1"/>
    <dgm:cxn modelId="{45330A48-05B7-4252-8C9D-26432781BDE2}" type="presParOf" srcId="{845E7B5F-5553-4426-925A-FE11DF1AA6E8}" destId="{E10829C8-245B-478C-9454-A2290F814396}" srcOrd="0" destOrd="0" presId="urn:microsoft.com/office/officeart/2005/8/layout/orgChart1"/>
    <dgm:cxn modelId="{B35C58F7-E8FC-441B-8026-CCB4C0FF956A}" type="presParOf" srcId="{E10829C8-245B-478C-9454-A2290F814396}" destId="{39F7877B-283B-40D4-B4FC-8C2F3CECE7E3}" srcOrd="0" destOrd="0" presId="urn:microsoft.com/office/officeart/2005/8/layout/orgChart1"/>
    <dgm:cxn modelId="{DC061DD3-836B-4047-93C7-B8A26ED8F38B}" type="presParOf" srcId="{E10829C8-245B-478C-9454-A2290F814396}" destId="{92802576-6D4D-43ED-8E33-15F15CF6823B}" srcOrd="1" destOrd="0" presId="urn:microsoft.com/office/officeart/2005/8/layout/orgChart1"/>
    <dgm:cxn modelId="{C066E720-833F-43BA-8689-9CB51394BCB1}" type="presParOf" srcId="{845E7B5F-5553-4426-925A-FE11DF1AA6E8}" destId="{F46F3F82-8B95-4D83-853F-577CE03F17EB}" srcOrd="1" destOrd="0" presId="urn:microsoft.com/office/officeart/2005/8/layout/orgChart1"/>
    <dgm:cxn modelId="{BD6D50AE-56DF-4698-A21E-339C708CFE61}" type="presParOf" srcId="{845E7B5F-5553-4426-925A-FE11DF1AA6E8}" destId="{0D2193C1-17EC-452D-85BB-C979C43DB889}" srcOrd="2" destOrd="0" presId="urn:microsoft.com/office/officeart/2005/8/layout/orgChart1"/>
    <dgm:cxn modelId="{5FE5DF36-7624-44C2-AA52-A45E53562032}" type="presParOf" srcId="{160C9E3E-52F7-464F-8C5E-10C8B664C862}" destId="{084D7060-EE22-44AE-9658-C701BEFF50EE}" srcOrd="2" destOrd="0" presId="urn:microsoft.com/office/officeart/2005/8/layout/orgChart1"/>
    <dgm:cxn modelId="{C6D6EB92-BB81-4960-A978-A56B81475006}" type="presParOf" srcId="{9BF81C4B-0412-4EF5-ABC8-FC22D4B8D4B7}" destId="{A7BF7221-E1BD-4B37-AA6E-BB3FBB35430E}" srcOrd="4" destOrd="0" presId="urn:microsoft.com/office/officeart/2005/8/layout/orgChart1"/>
    <dgm:cxn modelId="{9255B7D7-21C4-469F-835C-DE84F66D4465}" type="presParOf" srcId="{9BF81C4B-0412-4EF5-ABC8-FC22D4B8D4B7}" destId="{C3F50DE5-75B5-4B5A-9807-8D7FDE11366F}" srcOrd="5" destOrd="0" presId="urn:microsoft.com/office/officeart/2005/8/layout/orgChart1"/>
    <dgm:cxn modelId="{3037FB7D-67D0-4DF0-B436-CDBF450DDB87}" type="presParOf" srcId="{C3F50DE5-75B5-4B5A-9807-8D7FDE11366F}" destId="{5A7F3AE7-2131-497A-897D-1D458FBA1023}" srcOrd="0" destOrd="0" presId="urn:microsoft.com/office/officeart/2005/8/layout/orgChart1"/>
    <dgm:cxn modelId="{753B0918-E8DB-4F54-8912-0070E3C0A347}" type="presParOf" srcId="{5A7F3AE7-2131-497A-897D-1D458FBA1023}" destId="{6219AD27-19B8-4BD8-8992-C7B490BA3006}" srcOrd="0" destOrd="0" presId="urn:microsoft.com/office/officeart/2005/8/layout/orgChart1"/>
    <dgm:cxn modelId="{52A3FB05-B254-4496-BA78-D7571560655C}" type="presParOf" srcId="{5A7F3AE7-2131-497A-897D-1D458FBA1023}" destId="{F87C0ABC-7E63-4756-9ACF-77299E2B64D3}" srcOrd="1" destOrd="0" presId="urn:microsoft.com/office/officeart/2005/8/layout/orgChart1"/>
    <dgm:cxn modelId="{91DE051B-4F09-4CB4-B0CB-980AA52EC6AE}" type="presParOf" srcId="{C3F50DE5-75B5-4B5A-9807-8D7FDE11366F}" destId="{63DF8A54-9942-4206-9465-4735AA6558B3}" srcOrd="1" destOrd="0" presId="urn:microsoft.com/office/officeart/2005/8/layout/orgChart1"/>
    <dgm:cxn modelId="{C253F924-B57A-4B48-8A51-E1296A68A7D7}" type="presParOf" srcId="{63DF8A54-9942-4206-9465-4735AA6558B3}" destId="{AB57B4E9-F115-4A4E-9939-8593E8751A6A}" srcOrd="0" destOrd="0" presId="urn:microsoft.com/office/officeart/2005/8/layout/orgChart1"/>
    <dgm:cxn modelId="{4462AB4B-7191-4CAC-A1C6-AAE8C7EF5C0D}" type="presParOf" srcId="{63DF8A54-9942-4206-9465-4735AA6558B3}" destId="{12DC03D9-15FC-4CE0-80DB-24F14EB42BE1}" srcOrd="1" destOrd="0" presId="urn:microsoft.com/office/officeart/2005/8/layout/orgChart1"/>
    <dgm:cxn modelId="{6D37EB91-2E4F-478B-A914-E3B7BF42E517}" type="presParOf" srcId="{12DC03D9-15FC-4CE0-80DB-24F14EB42BE1}" destId="{98DE7594-C823-495F-9263-663347742BF1}" srcOrd="0" destOrd="0" presId="urn:microsoft.com/office/officeart/2005/8/layout/orgChart1"/>
    <dgm:cxn modelId="{F4C2E913-C04C-414F-870A-C172E9B776BD}" type="presParOf" srcId="{98DE7594-C823-495F-9263-663347742BF1}" destId="{6BC8494A-F667-42E4-B75C-60BAA9E9CBCC}" srcOrd="0" destOrd="0" presId="urn:microsoft.com/office/officeart/2005/8/layout/orgChart1"/>
    <dgm:cxn modelId="{91B9BF0F-2B25-4DE5-BB94-E8D2D2516143}" type="presParOf" srcId="{98DE7594-C823-495F-9263-663347742BF1}" destId="{3D79B794-16D6-48CE-9CA4-886882BE44D3}" srcOrd="1" destOrd="0" presId="urn:microsoft.com/office/officeart/2005/8/layout/orgChart1"/>
    <dgm:cxn modelId="{3221E7E5-DF73-487E-B083-2DFC7D64F771}" type="presParOf" srcId="{12DC03D9-15FC-4CE0-80DB-24F14EB42BE1}" destId="{7BDC1500-BE85-46B8-85C7-0AE4657AF25E}" srcOrd="1" destOrd="0" presId="urn:microsoft.com/office/officeart/2005/8/layout/orgChart1"/>
    <dgm:cxn modelId="{71A897DD-F50C-4960-87DC-856BC933D770}" type="presParOf" srcId="{12DC03D9-15FC-4CE0-80DB-24F14EB42BE1}" destId="{36B83020-6A73-4719-B1F2-0A22471B721A}" srcOrd="2" destOrd="0" presId="urn:microsoft.com/office/officeart/2005/8/layout/orgChart1"/>
    <dgm:cxn modelId="{FF77E398-F4E5-43F0-90F2-38DC1C9A6845}" type="presParOf" srcId="{63DF8A54-9942-4206-9465-4735AA6558B3}" destId="{E33A45C0-5E4A-4138-863B-CC9DE2E73634}" srcOrd="2" destOrd="0" presId="urn:microsoft.com/office/officeart/2005/8/layout/orgChart1"/>
    <dgm:cxn modelId="{FAF003B7-29AC-4868-A083-0AFBB00AFB23}" type="presParOf" srcId="{63DF8A54-9942-4206-9465-4735AA6558B3}" destId="{EA8DF5B0-D8A9-428A-9398-2F273B48241E}" srcOrd="3" destOrd="0" presId="urn:microsoft.com/office/officeart/2005/8/layout/orgChart1"/>
    <dgm:cxn modelId="{879BB6F8-F5D2-4823-9C07-8DB3820662B0}" type="presParOf" srcId="{EA8DF5B0-D8A9-428A-9398-2F273B48241E}" destId="{D9675317-EDF6-4BF8-A179-450B223156FB}" srcOrd="0" destOrd="0" presId="urn:microsoft.com/office/officeart/2005/8/layout/orgChart1"/>
    <dgm:cxn modelId="{13060204-EB78-42D6-B6B5-0B5E04AD4052}" type="presParOf" srcId="{D9675317-EDF6-4BF8-A179-450B223156FB}" destId="{3BE2E796-2EF9-4189-BC6B-6D6F8A3CF7F5}" srcOrd="0" destOrd="0" presId="urn:microsoft.com/office/officeart/2005/8/layout/orgChart1"/>
    <dgm:cxn modelId="{15B80FEB-6457-4972-A454-5A5645D18CA9}" type="presParOf" srcId="{D9675317-EDF6-4BF8-A179-450B223156FB}" destId="{857A5C78-648B-4C9C-ADED-41E988735390}" srcOrd="1" destOrd="0" presId="urn:microsoft.com/office/officeart/2005/8/layout/orgChart1"/>
    <dgm:cxn modelId="{7EE3DD15-9852-48E7-BA4B-119DEE124B07}" type="presParOf" srcId="{EA8DF5B0-D8A9-428A-9398-2F273B48241E}" destId="{A85D0D66-AA38-4C54-8593-BC8E6E6A3398}" srcOrd="1" destOrd="0" presId="urn:microsoft.com/office/officeart/2005/8/layout/orgChart1"/>
    <dgm:cxn modelId="{B66A78BF-0FEA-4D7D-961A-5D1255BF614A}" type="presParOf" srcId="{EA8DF5B0-D8A9-428A-9398-2F273B48241E}" destId="{F32B9E37-AFA0-4ADE-9808-5CEB95D3CFD1}" srcOrd="2" destOrd="0" presId="urn:microsoft.com/office/officeart/2005/8/layout/orgChart1"/>
    <dgm:cxn modelId="{F0585A66-74D9-4199-85AD-D7E2D7CB9C64}" type="presParOf" srcId="{63DF8A54-9942-4206-9465-4735AA6558B3}" destId="{B2DC7429-D392-4B64-8E58-76EAD2E58BA0}" srcOrd="4" destOrd="0" presId="urn:microsoft.com/office/officeart/2005/8/layout/orgChart1"/>
    <dgm:cxn modelId="{A342DF65-226F-4016-802E-77E3E90611AD}" type="presParOf" srcId="{63DF8A54-9942-4206-9465-4735AA6558B3}" destId="{723BB0C4-9464-4823-943C-0DECE9ABAEC7}" srcOrd="5" destOrd="0" presId="urn:microsoft.com/office/officeart/2005/8/layout/orgChart1"/>
    <dgm:cxn modelId="{31D5C9E2-D5FF-455D-970C-BBB658C2D1E0}" type="presParOf" srcId="{723BB0C4-9464-4823-943C-0DECE9ABAEC7}" destId="{E5C606B7-55C3-46E3-964C-F1B12346026F}" srcOrd="0" destOrd="0" presId="urn:microsoft.com/office/officeart/2005/8/layout/orgChart1"/>
    <dgm:cxn modelId="{AC6CD9D8-42FD-4CCF-ADA2-25BF93FF9CA5}" type="presParOf" srcId="{E5C606B7-55C3-46E3-964C-F1B12346026F}" destId="{ECDC5801-CD15-4276-BC01-57C157E59C42}" srcOrd="0" destOrd="0" presId="urn:microsoft.com/office/officeart/2005/8/layout/orgChart1"/>
    <dgm:cxn modelId="{4082E9F6-5388-4BE8-8848-158AA2065024}" type="presParOf" srcId="{E5C606B7-55C3-46E3-964C-F1B12346026F}" destId="{A58835A9-0EE1-4681-9A06-C58FEE393F41}" srcOrd="1" destOrd="0" presId="urn:microsoft.com/office/officeart/2005/8/layout/orgChart1"/>
    <dgm:cxn modelId="{615975FF-A565-4817-AA5E-52FBAAE05A80}" type="presParOf" srcId="{723BB0C4-9464-4823-943C-0DECE9ABAEC7}" destId="{4DF63866-52D9-4431-902B-E135A8928E9A}" srcOrd="1" destOrd="0" presId="urn:microsoft.com/office/officeart/2005/8/layout/orgChart1"/>
    <dgm:cxn modelId="{957512C3-B9D7-4754-A41D-4780E00910DA}" type="presParOf" srcId="{723BB0C4-9464-4823-943C-0DECE9ABAEC7}" destId="{6C8D73E3-B866-4124-B0B3-3042B3C09588}" srcOrd="2" destOrd="0" presId="urn:microsoft.com/office/officeart/2005/8/layout/orgChart1"/>
    <dgm:cxn modelId="{BA165A62-9FFB-428E-8F79-EF73556A75D9}" type="presParOf" srcId="{C3F50DE5-75B5-4B5A-9807-8D7FDE11366F}" destId="{7A8353A1-B50D-49DF-A8F5-116637E495B9}" srcOrd="2" destOrd="0" presId="urn:microsoft.com/office/officeart/2005/8/layout/orgChart1"/>
    <dgm:cxn modelId="{1AA5FFC9-A9C7-43BE-9FC7-14559FF5670F}" type="presParOf" srcId="{31A8BB98-BC42-4256-A74F-0720D115C53A}" destId="{131B12D1-FA00-41B3-898E-52148A37A17E}" srcOrd="2" destOrd="0" presId="urn:microsoft.com/office/officeart/2005/8/layout/orgChart1"/>
    <dgm:cxn modelId="{8F981830-28D7-4CB4-BA68-CD1621C7FBC9}" type="presParOf" srcId="{8BE0E1A0-E258-46C6-BD80-9F982907DA83}" destId="{E10F2CC8-8138-4359-8B44-9E7CB0C59C1F}" srcOrd="4" destOrd="0" presId="urn:microsoft.com/office/officeart/2005/8/layout/orgChart1"/>
    <dgm:cxn modelId="{858E3445-5B79-43E5-8F5C-825D7B5C4179}" type="presParOf" srcId="{8BE0E1A0-E258-46C6-BD80-9F982907DA83}" destId="{9F88F58E-E05C-44DB-9A94-147942102E74}" srcOrd="5" destOrd="0" presId="urn:microsoft.com/office/officeart/2005/8/layout/orgChart1"/>
    <dgm:cxn modelId="{4354E5A7-B4C0-4084-87EC-AE323F7CC884}" type="presParOf" srcId="{9F88F58E-E05C-44DB-9A94-147942102E74}" destId="{8609FAF2-0B5C-4322-9534-8248D62AD162}" srcOrd="0" destOrd="0" presId="urn:microsoft.com/office/officeart/2005/8/layout/orgChart1"/>
    <dgm:cxn modelId="{B2B57170-5ECB-4F1D-9EC6-B66EB27713BF}" type="presParOf" srcId="{8609FAF2-0B5C-4322-9534-8248D62AD162}" destId="{EB7E6B85-39AC-4601-AEB4-3500ED90A329}" srcOrd="0" destOrd="0" presId="urn:microsoft.com/office/officeart/2005/8/layout/orgChart1"/>
    <dgm:cxn modelId="{CC3B425A-CE65-4815-B4D9-F158FED7C523}" type="presParOf" srcId="{8609FAF2-0B5C-4322-9534-8248D62AD162}" destId="{F7431E7E-CF7C-4521-AD8D-30DED737AB87}" srcOrd="1" destOrd="0" presId="urn:microsoft.com/office/officeart/2005/8/layout/orgChart1"/>
    <dgm:cxn modelId="{F212BB1F-DD71-43E2-B029-73291D31AD2E}" type="presParOf" srcId="{9F88F58E-E05C-44DB-9A94-147942102E74}" destId="{7E8E8C10-6CAC-46AB-9FA5-F2D430EEDD61}" srcOrd="1" destOrd="0" presId="urn:microsoft.com/office/officeart/2005/8/layout/orgChart1"/>
    <dgm:cxn modelId="{8737A84C-2716-42CB-8520-18C17F5CD8EF}" type="presParOf" srcId="{7E8E8C10-6CAC-46AB-9FA5-F2D430EEDD61}" destId="{F1EF53CA-65A0-4546-938F-8CFF182923EA}" srcOrd="0" destOrd="0" presId="urn:microsoft.com/office/officeart/2005/8/layout/orgChart1"/>
    <dgm:cxn modelId="{1A92B678-9F53-43F8-AF58-C69A6F2C1606}" type="presParOf" srcId="{7E8E8C10-6CAC-46AB-9FA5-F2D430EEDD61}" destId="{070AE937-E09C-4066-B333-B3219DB13CC2}" srcOrd="1" destOrd="0" presId="urn:microsoft.com/office/officeart/2005/8/layout/orgChart1"/>
    <dgm:cxn modelId="{A4CA9924-4270-4461-BA3C-BC320C0343F2}" type="presParOf" srcId="{070AE937-E09C-4066-B333-B3219DB13CC2}" destId="{3D74B967-C444-4CD2-9861-6B5EF0CEE506}" srcOrd="0" destOrd="0" presId="urn:microsoft.com/office/officeart/2005/8/layout/orgChart1"/>
    <dgm:cxn modelId="{AC38D257-13AD-4117-B0C8-E0E139A6CE38}" type="presParOf" srcId="{3D74B967-C444-4CD2-9861-6B5EF0CEE506}" destId="{147ED431-04BD-4C0E-ACCE-768E19B4225E}" srcOrd="0" destOrd="0" presId="urn:microsoft.com/office/officeart/2005/8/layout/orgChart1"/>
    <dgm:cxn modelId="{AEDD7325-C034-4C23-9376-A1ABB98DDFF6}" type="presParOf" srcId="{3D74B967-C444-4CD2-9861-6B5EF0CEE506}" destId="{EC4CDD50-DC08-4290-9334-0A07C13DBD5F}" srcOrd="1" destOrd="0" presId="urn:microsoft.com/office/officeart/2005/8/layout/orgChart1"/>
    <dgm:cxn modelId="{01F61686-24F4-492F-88DB-4C9CE7E1CBB6}" type="presParOf" srcId="{070AE937-E09C-4066-B333-B3219DB13CC2}" destId="{9CBB9448-FD7B-4A6A-B26C-01325E0AB643}" srcOrd="1" destOrd="0" presId="urn:microsoft.com/office/officeart/2005/8/layout/orgChart1"/>
    <dgm:cxn modelId="{0A607D6A-F646-44EC-84D1-C914AB442469}" type="presParOf" srcId="{9CBB9448-FD7B-4A6A-B26C-01325E0AB643}" destId="{A0EAFF68-EBAF-48F8-9BFA-C121591EF353}" srcOrd="0" destOrd="0" presId="urn:microsoft.com/office/officeart/2005/8/layout/orgChart1"/>
    <dgm:cxn modelId="{62C0FE52-CCAA-48B7-82F7-8BF4A125E094}" type="presParOf" srcId="{9CBB9448-FD7B-4A6A-B26C-01325E0AB643}" destId="{222ECCB5-F350-4C1F-B259-FD27B452FF29}" srcOrd="1" destOrd="0" presId="urn:microsoft.com/office/officeart/2005/8/layout/orgChart1"/>
    <dgm:cxn modelId="{CA751908-19EE-490E-B0DE-7B2854E2E9CE}" type="presParOf" srcId="{222ECCB5-F350-4C1F-B259-FD27B452FF29}" destId="{E5B967C5-C0CE-4C81-A1D3-ACAA4BFA80D3}" srcOrd="0" destOrd="0" presId="urn:microsoft.com/office/officeart/2005/8/layout/orgChart1"/>
    <dgm:cxn modelId="{7EF63B89-487E-49CB-BA7D-B716C9D41F4C}" type="presParOf" srcId="{E5B967C5-C0CE-4C81-A1D3-ACAA4BFA80D3}" destId="{6356787F-7915-43AB-9CD7-7F8018502AAD}" srcOrd="0" destOrd="0" presId="urn:microsoft.com/office/officeart/2005/8/layout/orgChart1"/>
    <dgm:cxn modelId="{1D5B51FA-9C9C-4EE6-B533-D24A19B4B91B}" type="presParOf" srcId="{E5B967C5-C0CE-4C81-A1D3-ACAA4BFA80D3}" destId="{EDB80103-98EA-4105-82F0-679E4A1CD50A}" srcOrd="1" destOrd="0" presId="urn:microsoft.com/office/officeart/2005/8/layout/orgChart1"/>
    <dgm:cxn modelId="{D918DE4E-0290-44BF-A245-E3C750D33A9F}" type="presParOf" srcId="{222ECCB5-F350-4C1F-B259-FD27B452FF29}" destId="{79310C85-8DB7-4B39-B5D2-C0A875290DBE}" srcOrd="1" destOrd="0" presId="urn:microsoft.com/office/officeart/2005/8/layout/orgChart1"/>
    <dgm:cxn modelId="{AA0C80FC-B742-4E86-86F8-5E5FD84EABDB}" type="presParOf" srcId="{222ECCB5-F350-4C1F-B259-FD27B452FF29}" destId="{016B0207-20EF-451E-801C-77FEC2E7884D}" srcOrd="2" destOrd="0" presId="urn:microsoft.com/office/officeart/2005/8/layout/orgChart1"/>
    <dgm:cxn modelId="{1C1C6448-F74D-4FEC-8F42-7BE0A7F068B1}" type="presParOf" srcId="{9CBB9448-FD7B-4A6A-B26C-01325E0AB643}" destId="{A5108C3C-A4B7-4441-A2A1-C21B7776C954}" srcOrd="2" destOrd="0" presId="urn:microsoft.com/office/officeart/2005/8/layout/orgChart1"/>
    <dgm:cxn modelId="{18A5ADBF-F1D4-4A88-B2EB-86308E2B030B}" type="presParOf" srcId="{9CBB9448-FD7B-4A6A-B26C-01325E0AB643}" destId="{462B1080-4FCB-46F2-AE3D-6EF20B647FEF}" srcOrd="3" destOrd="0" presId="urn:microsoft.com/office/officeart/2005/8/layout/orgChart1"/>
    <dgm:cxn modelId="{7BA26F16-88B5-44FF-AB2C-8347EC7B697C}" type="presParOf" srcId="{462B1080-4FCB-46F2-AE3D-6EF20B647FEF}" destId="{78814674-B494-4B0B-A0F3-5C925C9B5D33}" srcOrd="0" destOrd="0" presId="urn:microsoft.com/office/officeart/2005/8/layout/orgChart1"/>
    <dgm:cxn modelId="{63C252AA-3645-44F9-BD25-878735A7101A}" type="presParOf" srcId="{78814674-B494-4B0B-A0F3-5C925C9B5D33}" destId="{EF230A45-B685-437F-B1E0-D54C31AC4495}" srcOrd="0" destOrd="0" presId="urn:microsoft.com/office/officeart/2005/8/layout/orgChart1"/>
    <dgm:cxn modelId="{2A450727-9B6F-40BD-8C90-E99F28250D27}" type="presParOf" srcId="{78814674-B494-4B0B-A0F3-5C925C9B5D33}" destId="{54040D6E-BBFB-4323-B3B4-F3895118F878}" srcOrd="1" destOrd="0" presId="urn:microsoft.com/office/officeart/2005/8/layout/orgChart1"/>
    <dgm:cxn modelId="{260E1AD0-ABE0-413A-A8C5-DA15901B861C}" type="presParOf" srcId="{462B1080-4FCB-46F2-AE3D-6EF20B647FEF}" destId="{4A1BF05F-E541-4C19-8B7B-FB32A879A113}" srcOrd="1" destOrd="0" presId="urn:microsoft.com/office/officeart/2005/8/layout/orgChart1"/>
    <dgm:cxn modelId="{0A557623-1A25-4EB8-BF2A-B8B3F5CE2A0D}" type="presParOf" srcId="{462B1080-4FCB-46F2-AE3D-6EF20B647FEF}" destId="{C0EFC3AC-1BE4-45AC-B560-BF125CFB8E45}" srcOrd="2" destOrd="0" presId="urn:microsoft.com/office/officeart/2005/8/layout/orgChart1"/>
    <dgm:cxn modelId="{C29C4DFD-85BC-46FD-95EF-8FC42D327509}" type="presParOf" srcId="{9CBB9448-FD7B-4A6A-B26C-01325E0AB643}" destId="{D478BD42-B405-4E19-BAFF-C1F41FD82687}" srcOrd="4" destOrd="0" presId="urn:microsoft.com/office/officeart/2005/8/layout/orgChart1"/>
    <dgm:cxn modelId="{EDE44779-3CEC-406B-9E4B-D1B707066A6A}" type="presParOf" srcId="{9CBB9448-FD7B-4A6A-B26C-01325E0AB643}" destId="{7AE35F23-EE86-4E9D-AE15-7F2D54B0AE5D}" srcOrd="5" destOrd="0" presId="urn:microsoft.com/office/officeart/2005/8/layout/orgChart1"/>
    <dgm:cxn modelId="{209C2A99-C58C-469B-A1AB-D1A9C899E4A8}" type="presParOf" srcId="{7AE35F23-EE86-4E9D-AE15-7F2D54B0AE5D}" destId="{84F58136-8904-4950-806C-4D865AB81DA5}" srcOrd="0" destOrd="0" presId="urn:microsoft.com/office/officeart/2005/8/layout/orgChart1"/>
    <dgm:cxn modelId="{5266CFD1-4C9D-4C1C-B1B3-233329F65923}" type="presParOf" srcId="{84F58136-8904-4950-806C-4D865AB81DA5}" destId="{8E5A367B-D7B1-46B1-A78E-E05D99436D22}" srcOrd="0" destOrd="0" presId="urn:microsoft.com/office/officeart/2005/8/layout/orgChart1"/>
    <dgm:cxn modelId="{E582D551-1BCD-4AB3-9FE9-E07C3346C071}" type="presParOf" srcId="{84F58136-8904-4950-806C-4D865AB81DA5}" destId="{0C3C812B-5C8F-4B0F-AD73-AF996FB6BF5F}" srcOrd="1" destOrd="0" presId="urn:microsoft.com/office/officeart/2005/8/layout/orgChart1"/>
    <dgm:cxn modelId="{ED0EF629-3264-431E-8F8D-693F5B135395}" type="presParOf" srcId="{7AE35F23-EE86-4E9D-AE15-7F2D54B0AE5D}" destId="{75CAC603-8323-4F4D-9A3E-8F5FD182D40B}" srcOrd="1" destOrd="0" presId="urn:microsoft.com/office/officeart/2005/8/layout/orgChart1"/>
    <dgm:cxn modelId="{BEBB0B84-79A0-4303-8D34-8F5ACB581CEA}" type="presParOf" srcId="{7AE35F23-EE86-4E9D-AE15-7F2D54B0AE5D}" destId="{588352CA-8B4B-498F-96EA-B10161C93560}" srcOrd="2" destOrd="0" presId="urn:microsoft.com/office/officeart/2005/8/layout/orgChart1"/>
    <dgm:cxn modelId="{84A900FC-7C43-4802-96A7-9B125324422D}" type="presParOf" srcId="{070AE937-E09C-4066-B333-B3219DB13CC2}" destId="{BF0EBE18-9FC8-4B8A-8E20-FD1D3AD6BB42}" srcOrd="2" destOrd="0" presId="urn:microsoft.com/office/officeart/2005/8/layout/orgChart1"/>
    <dgm:cxn modelId="{368A5450-B5C2-4BE5-8E25-5E5EED3552C4}" type="presParOf" srcId="{7E8E8C10-6CAC-46AB-9FA5-F2D430EEDD61}" destId="{2565DC93-5EBA-41DE-AA32-FC56EFAB6E92}" srcOrd="2" destOrd="0" presId="urn:microsoft.com/office/officeart/2005/8/layout/orgChart1"/>
    <dgm:cxn modelId="{45C4ED77-B8CB-446E-9FD1-3C7A10A64E26}" type="presParOf" srcId="{7E8E8C10-6CAC-46AB-9FA5-F2D430EEDD61}" destId="{8D3DCE38-1FE5-4845-90F2-3C62B5C45485}" srcOrd="3" destOrd="0" presId="urn:microsoft.com/office/officeart/2005/8/layout/orgChart1"/>
    <dgm:cxn modelId="{9B7B84D6-60BB-4BB2-A137-4D5947BBED17}" type="presParOf" srcId="{8D3DCE38-1FE5-4845-90F2-3C62B5C45485}" destId="{32B9FA5E-3F6E-445D-9BF3-99221991D03F}" srcOrd="0" destOrd="0" presId="urn:microsoft.com/office/officeart/2005/8/layout/orgChart1"/>
    <dgm:cxn modelId="{B5ABFA8B-1218-4F8F-9DDF-4C26D69B1F01}" type="presParOf" srcId="{32B9FA5E-3F6E-445D-9BF3-99221991D03F}" destId="{1FC6F8FF-CA2F-4CD5-AC48-5C735703C216}" srcOrd="0" destOrd="0" presId="urn:microsoft.com/office/officeart/2005/8/layout/orgChart1"/>
    <dgm:cxn modelId="{635F1F93-AE64-4D37-95FD-499F1E5554C5}" type="presParOf" srcId="{32B9FA5E-3F6E-445D-9BF3-99221991D03F}" destId="{1DFC7349-AAB0-4AF0-83B1-B9FF1F483591}" srcOrd="1" destOrd="0" presId="urn:microsoft.com/office/officeart/2005/8/layout/orgChart1"/>
    <dgm:cxn modelId="{0097A461-D0AC-445C-B913-8F0A1823858D}" type="presParOf" srcId="{8D3DCE38-1FE5-4845-90F2-3C62B5C45485}" destId="{30B7EEC4-F4F0-4C80-87D4-4F8513A0F932}" srcOrd="1" destOrd="0" presId="urn:microsoft.com/office/officeart/2005/8/layout/orgChart1"/>
    <dgm:cxn modelId="{4ABBD33D-9348-40D6-8A82-C8830D47FB12}" type="presParOf" srcId="{30B7EEC4-F4F0-4C80-87D4-4F8513A0F932}" destId="{F80F2C3E-A3B0-4B87-BD15-275E6A0D8CCE}" srcOrd="0" destOrd="0" presId="urn:microsoft.com/office/officeart/2005/8/layout/orgChart1"/>
    <dgm:cxn modelId="{F7A14017-1BA2-4272-BF8E-BBC66A969BA8}" type="presParOf" srcId="{30B7EEC4-F4F0-4C80-87D4-4F8513A0F932}" destId="{0D38593B-86CF-4C7E-B300-1247EDDD2D25}" srcOrd="1" destOrd="0" presId="urn:microsoft.com/office/officeart/2005/8/layout/orgChart1"/>
    <dgm:cxn modelId="{87B2ED13-B296-47E9-BA0B-8A20E6FC949E}" type="presParOf" srcId="{0D38593B-86CF-4C7E-B300-1247EDDD2D25}" destId="{4B228F62-C5D8-45A4-92C6-6515A6BD06ED}" srcOrd="0" destOrd="0" presId="urn:microsoft.com/office/officeart/2005/8/layout/orgChart1"/>
    <dgm:cxn modelId="{87F21F30-266F-46F6-9BAC-426468EA7B32}" type="presParOf" srcId="{4B228F62-C5D8-45A4-92C6-6515A6BD06ED}" destId="{8418CE30-52BF-47D0-A987-FB5D90AB01CA}" srcOrd="0" destOrd="0" presId="urn:microsoft.com/office/officeart/2005/8/layout/orgChart1"/>
    <dgm:cxn modelId="{C6EA2BE3-246D-48DB-9A50-D5D3268F0496}" type="presParOf" srcId="{4B228F62-C5D8-45A4-92C6-6515A6BD06ED}" destId="{987C6F10-6447-4223-B32E-97D762FD6206}" srcOrd="1" destOrd="0" presId="urn:microsoft.com/office/officeart/2005/8/layout/orgChart1"/>
    <dgm:cxn modelId="{1163BAFA-B65E-453B-BBD5-781ED4AA6BDD}" type="presParOf" srcId="{0D38593B-86CF-4C7E-B300-1247EDDD2D25}" destId="{151D8C71-B453-437C-8238-16FF12930909}" srcOrd="1" destOrd="0" presId="urn:microsoft.com/office/officeart/2005/8/layout/orgChart1"/>
    <dgm:cxn modelId="{5B4E4B68-1CC1-4DAC-B853-27112DA4B75C}" type="presParOf" srcId="{0D38593B-86CF-4C7E-B300-1247EDDD2D25}" destId="{326C55DD-0A5F-4CC9-AB08-19C9448A75FF}" srcOrd="2" destOrd="0" presId="urn:microsoft.com/office/officeart/2005/8/layout/orgChart1"/>
    <dgm:cxn modelId="{96ABA112-E32D-4303-ACE6-EB65A1BAE992}" type="presParOf" srcId="{30B7EEC4-F4F0-4C80-87D4-4F8513A0F932}" destId="{3A121BE8-CA82-44A7-BA3A-6D9C27F4D0A3}" srcOrd="2" destOrd="0" presId="urn:microsoft.com/office/officeart/2005/8/layout/orgChart1"/>
    <dgm:cxn modelId="{FB5E531B-9C77-4DFD-BEEF-A82DB92F1ABA}" type="presParOf" srcId="{30B7EEC4-F4F0-4C80-87D4-4F8513A0F932}" destId="{BE5AD0FC-B7BB-4DB3-95A8-0E4BFF34DCDA}" srcOrd="3" destOrd="0" presId="urn:microsoft.com/office/officeart/2005/8/layout/orgChart1"/>
    <dgm:cxn modelId="{4651326C-F4F0-4B77-BA02-898854785A8B}" type="presParOf" srcId="{BE5AD0FC-B7BB-4DB3-95A8-0E4BFF34DCDA}" destId="{DFF2C04F-BAAC-4771-824E-8E0D2BE96123}" srcOrd="0" destOrd="0" presId="urn:microsoft.com/office/officeart/2005/8/layout/orgChart1"/>
    <dgm:cxn modelId="{CEF55C74-26C2-4AAF-89D1-EDC7FA75F6A3}" type="presParOf" srcId="{DFF2C04F-BAAC-4771-824E-8E0D2BE96123}" destId="{8FBA0D79-66A8-43CB-B163-1940B80DFCA3}" srcOrd="0" destOrd="0" presId="urn:microsoft.com/office/officeart/2005/8/layout/orgChart1"/>
    <dgm:cxn modelId="{CEDA6637-B78F-4FF4-AAB7-7B52CE9BD54D}" type="presParOf" srcId="{DFF2C04F-BAAC-4771-824E-8E0D2BE96123}" destId="{1E69473F-1359-40D1-8C8F-EEAA1E6754F1}" srcOrd="1" destOrd="0" presId="urn:microsoft.com/office/officeart/2005/8/layout/orgChart1"/>
    <dgm:cxn modelId="{589FDC63-EF7F-4A63-BCE8-1B7F30633ABA}" type="presParOf" srcId="{BE5AD0FC-B7BB-4DB3-95A8-0E4BFF34DCDA}" destId="{C659DD03-1A4A-40BE-A224-695F3318430B}" srcOrd="1" destOrd="0" presId="urn:microsoft.com/office/officeart/2005/8/layout/orgChart1"/>
    <dgm:cxn modelId="{EDEC55A3-0A78-4F79-A617-A615B2D12847}" type="presParOf" srcId="{BE5AD0FC-B7BB-4DB3-95A8-0E4BFF34DCDA}" destId="{A9ECF2CC-AD08-4F82-8F49-8883955DC6B4}" srcOrd="2" destOrd="0" presId="urn:microsoft.com/office/officeart/2005/8/layout/orgChart1"/>
    <dgm:cxn modelId="{6B7D55B4-4357-43C5-98C8-0D587BC63FC6}" type="presParOf" srcId="{8D3DCE38-1FE5-4845-90F2-3C62B5C45485}" destId="{367689D7-6385-40B9-AAA9-E7E6286091C1}" srcOrd="2" destOrd="0" presId="urn:microsoft.com/office/officeart/2005/8/layout/orgChart1"/>
    <dgm:cxn modelId="{96AFE527-17FE-4CFF-90FA-8AF5E719D6E1}" type="presParOf" srcId="{7E8E8C10-6CAC-46AB-9FA5-F2D430EEDD61}" destId="{3E389339-5653-4365-8F23-CC29C1B40493}" srcOrd="4" destOrd="0" presId="urn:microsoft.com/office/officeart/2005/8/layout/orgChart1"/>
    <dgm:cxn modelId="{FC4BC05C-E70E-4E2C-BE99-550E6946AEDD}" type="presParOf" srcId="{7E8E8C10-6CAC-46AB-9FA5-F2D430EEDD61}" destId="{98A8F661-17DF-4D3F-94B4-D06FDDC65F9E}" srcOrd="5" destOrd="0" presId="urn:microsoft.com/office/officeart/2005/8/layout/orgChart1"/>
    <dgm:cxn modelId="{5E8B6715-35F2-447C-9CCC-5149DAA25218}" type="presParOf" srcId="{98A8F661-17DF-4D3F-94B4-D06FDDC65F9E}" destId="{302A7275-5F9B-4A18-964D-A711B0BE7FF1}" srcOrd="0" destOrd="0" presId="urn:microsoft.com/office/officeart/2005/8/layout/orgChart1"/>
    <dgm:cxn modelId="{44D79B69-CBC1-4E0C-994F-19F399EEFA1A}" type="presParOf" srcId="{302A7275-5F9B-4A18-964D-A711B0BE7FF1}" destId="{3348A328-C2BA-438D-AC0A-661B41982E0D}" srcOrd="0" destOrd="0" presId="urn:microsoft.com/office/officeart/2005/8/layout/orgChart1"/>
    <dgm:cxn modelId="{B33A51A6-A6AB-422A-BD01-F64D4C242CB9}" type="presParOf" srcId="{302A7275-5F9B-4A18-964D-A711B0BE7FF1}" destId="{A1DB9CB3-CEC0-4FAF-B074-BFB85CB52193}" srcOrd="1" destOrd="0" presId="urn:microsoft.com/office/officeart/2005/8/layout/orgChart1"/>
    <dgm:cxn modelId="{856A5D7B-06BE-4E47-AFC7-47B801A7F49A}" type="presParOf" srcId="{98A8F661-17DF-4D3F-94B4-D06FDDC65F9E}" destId="{C29C1426-D51B-436C-A0AF-88549B4FF5FF}" srcOrd="1" destOrd="0" presId="urn:microsoft.com/office/officeart/2005/8/layout/orgChart1"/>
    <dgm:cxn modelId="{59760F63-BF92-4F9B-A227-41648CC939A1}" type="presParOf" srcId="{C29C1426-D51B-436C-A0AF-88549B4FF5FF}" destId="{341AEFFC-42E0-436C-B1FC-BC065BA95962}" srcOrd="0" destOrd="0" presId="urn:microsoft.com/office/officeart/2005/8/layout/orgChart1"/>
    <dgm:cxn modelId="{EA990BC4-BE83-444C-A7DC-B417D646ADB0}" type="presParOf" srcId="{C29C1426-D51B-436C-A0AF-88549B4FF5FF}" destId="{0ADF921E-B88B-4C88-AC2D-F558EEBB38F7}" srcOrd="1" destOrd="0" presId="urn:microsoft.com/office/officeart/2005/8/layout/orgChart1"/>
    <dgm:cxn modelId="{32459F1F-5A60-4E30-9481-0D3CC0DED9C4}" type="presParOf" srcId="{0ADF921E-B88B-4C88-AC2D-F558EEBB38F7}" destId="{D7669BE6-0AB9-466E-BA48-D1117D074A34}" srcOrd="0" destOrd="0" presId="urn:microsoft.com/office/officeart/2005/8/layout/orgChart1"/>
    <dgm:cxn modelId="{409295B3-41A5-494E-B5FF-9C8AE63CF4BB}" type="presParOf" srcId="{D7669BE6-0AB9-466E-BA48-D1117D074A34}" destId="{2F94B609-E7D3-453D-B8CE-6674D89E985D}" srcOrd="0" destOrd="0" presId="urn:microsoft.com/office/officeart/2005/8/layout/orgChart1"/>
    <dgm:cxn modelId="{463724C8-1368-4FF8-BC1D-A971832A49D4}" type="presParOf" srcId="{D7669BE6-0AB9-466E-BA48-D1117D074A34}" destId="{C6E400F7-1092-4B5B-96CC-C1CF6A67CB9E}" srcOrd="1" destOrd="0" presId="urn:microsoft.com/office/officeart/2005/8/layout/orgChart1"/>
    <dgm:cxn modelId="{8251F3F1-16E2-4B40-8278-C2F4A7252DA1}" type="presParOf" srcId="{0ADF921E-B88B-4C88-AC2D-F558EEBB38F7}" destId="{7297CC9E-A603-483D-94F7-F58FED0F752F}" srcOrd="1" destOrd="0" presId="urn:microsoft.com/office/officeart/2005/8/layout/orgChart1"/>
    <dgm:cxn modelId="{F740D824-B5D8-4F7D-9F12-0BAA84844BD8}" type="presParOf" srcId="{0ADF921E-B88B-4C88-AC2D-F558EEBB38F7}" destId="{750844CE-96F9-47A1-8211-FE835B87002A}" srcOrd="2" destOrd="0" presId="urn:microsoft.com/office/officeart/2005/8/layout/orgChart1"/>
    <dgm:cxn modelId="{3C9C22F2-EF8E-48C7-8563-3988C0E83EBF}" type="presParOf" srcId="{C29C1426-D51B-436C-A0AF-88549B4FF5FF}" destId="{511A4B88-4F91-4B44-A2C4-F3A242338B55}" srcOrd="2" destOrd="0" presId="urn:microsoft.com/office/officeart/2005/8/layout/orgChart1"/>
    <dgm:cxn modelId="{B4BADEF1-390D-4F44-9C56-FB09CF3BFE42}" type="presParOf" srcId="{C29C1426-D51B-436C-A0AF-88549B4FF5FF}" destId="{2A529506-E948-4173-A938-2108B5305FB6}" srcOrd="3" destOrd="0" presId="urn:microsoft.com/office/officeart/2005/8/layout/orgChart1"/>
    <dgm:cxn modelId="{9E98AF71-F176-40B1-BDF2-CF81189DE7C1}" type="presParOf" srcId="{2A529506-E948-4173-A938-2108B5305FB6}" destId="{852B7704-2819-4594-82F3-C2A833106A1A}" srcOrd="0" destOrd="0" presId="urn:microsoft.com/office/officeart/2005/8/layout/orgChart1"/>
    <dgm:cxn modelId="{074CCA05-0522-4E3F-A8C9-97198DD1C6AB}" type="presParOf" srcId="{852B7704-2819-4594-82F3-C2A833106A1A}" destId="{F48A8D07-2BC4-4D0D-A344-DF9005A8E1EE}" srcOrd="0" destOrd="0" presId="urn:microsoft.com/office/officeart/2005/8/layout/orgChart1"/>
    <dgm:cxn modelId="{6AAB954A-73DE-4BCF-9908-4DBE9AF3138A}" type="presParOf" srcId="{852B7704-2819-4594-82F3-C2A833106A1A}" destId="{2DA1DF50-7E50-4647-9DBA-38469E3362D7}" srcOrd="1" destOrd="0" presId="urn:microsoft.com/office/officeart/2005/8/layout/orgChart1"/>
    <dgm:cxn modelId="{7F6E44A6-EE22-4733-AD6D-E1E30FAB69E6}" type="presParOf" srcId="{2A529506-E948-4173-A938-2108B5305FB6}" destId="{290C8EE4-DA39-4B6E-8417-92CADAD82F78}" srcOrd="1" destOrd="0" presId="urn:microsoft.com/office/officeart/2005/8/layout/orgChart1"/>
    <dgm:cxn modelId="{11BAC2AE-D674-4538-ACB7-CAD6DBB81ED3}" type="presParOf" srcId="{2A529506-E948-4173-A938-2108B5305FB6}" destId="{E84AA8CC-1FA2-43DB-8115-18EB49F80D53}" srcOrd="2" destOrd="0" presId="urn:microsoft.com/office/officeart/2005/8/layout/orgChart1"/>
    <dgm:cxn modelId="{48D930E8-92DE-4692-8FA7-D966EBFC7E0C}" type="presParOf" srcId="{98A8F661-17DF-4D3F-94B4-D06FDDC65F9E}" destId="{DC560CA9-F126-491A-A514-45E85E5E4EE4}" srcOrd="2" destOrd="0" presId="urn:microsoft.com/office/officeart/2005/8/layout/orgChart1"/>
    <dgm:cxn modelId="{8DE16FC0-9E07-4D04-84B3-2BD06B27E347}" type="presParOf" srcId="{9F88F58E-E05C-44DB-9A94-147942102E74}" destId="{08B918AA-5F5D-4D14-B0B0-2A186C597FCA}" srcOrd="2" destOrd="0" presId="urn:microsoft.com/office/officeart/2005/8/layout/orgChart1"/>
    <dgm:cxn modelId="{FBA55417-3707-4283-94C3-339DD79BA499}" type="presParOf" srcId="{5769D43B-2ED2-4C55-A55F-BA779420B83B}" destId="{9F3F6C67-42F7-4314-912F-60B9B0A5E1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CD6AAA-7F2E-417E-A84C-213863EA1B4B}" type="doc">
      <dgm:prSet loTypeId="urn:microsoft.com/office/officeart/2005/8/layout/orgChart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PK"/>
        </a:p>
      </dgm:t>
    </dgm:pt>
    <dgm:pt modelId="{03B9492D-49DF-495F-955D-7E2E8E4B299B}">
      <dgm:prSet phldrT="[Text]" phldr="0"/>
      <dgm:spPr/>
      <dgm:t>
        <a:bodyPr/>
        <a:lstStyle/>
        <a:p>
          <a:r>
            <a:rPr lang="en-US" dirty="0" err="1"/>
            <a:t>PakWheels</a:t>
          </a:r>
          <a:r>
            <a:rPr lang="en-US" dirty="0"/>
            <a:t> Auto-shop</a:t>
          </a:r>
          <a:endParaRPr lang="en-PK" dirty="0"/>
        </a:p>
      </dgm:t>
    </dgm:pt>
    <dgm:pt modelId="{7B401768-635B-43D5-9E7C-04E69CDF6DE2}" type="parTrans" cxnId="{36D4E61D-B2BF-4A61-886A-79E019DA32BC}">
      <dgm:prSet/>
      <dgm:spPr/>
      <dgm:t>
        <a:bodyPr/>
        <a:lstStyle/>
        <a:p>
          <a:endParaRPr lang="en-PK"/>
        </a:p>
      </dgm:t>
    </dgm:pt>
    <dgm:pt modelId="{9CD7A889-4E6F-4952-B10A-591F02D80080}" type="sibTrans" cxnId="{36D4E61D-B2BF-4A61-886A-79E019DA32BC}">
      <dgm:prSet/>
      <dgm:spPr/>
      <dgm:t>
        <a:bodyPr/>
        <a:lstStyle/>
        <a:p>
          <a:endParaRPr lang="en-PK"/>
        </a:p>
      </dgm:t>
    </dgm:pt>
    <dgm:pt modelId="{32F53088-44C6-4B81-8036-75B4922F0EE1}">
      <dgm:prSet phldrT="[Text]" phldr="0"/>
      <dgm:spPr/>
      <dgm:t>
        <a:bodyPr/>
        <a:lstStyle/>
        <a:p>
          <a:r>
            <a:rPr lang="en-US" dirty="0"/>
            <a:t>Register</a:t>
          </a:r>
          <a:endParaRPr lang="en-PK" dirty="0"/>
        </a:p>
      </dgm:t>
    </dgm:pt>
    <dgm:pt modelId="{798B7DE1-D2CD-43EB-9EE9-7012087A56ED}" type="parTrans" cxnId="{B0475C10-5BCA-42A7-B271-1EAF8A0E8E9F}">
      <dgm:prSet/>
      <dgm:spPr/>
      <dgm:t>
        <a:bodyPr/>
        <a:lstStyle/>
        <a:p>
          <a:endParaRPr lang="en-PK"/>
        </a:p>
      </dgm:t>
    </dgm:pt>
    <dgm:pt modelId="{C41BD383-9826-49A1-B2BE-44A3B0ECA9E6}" type="sibTrans" cxnId="{B0475C10-5BCA-42A7-B271-1EAF8A0E8E9F}">
      <dgm:prSet/>
      <dgm:spPr/>
      <dgm:t>
        <a:bodyPr/>
        <a:lstStyle/>
        <a:p>
          <a:endParaRPr lang="en-PK"/>
        </a:p>
      </dgm:t>
    </dgm:pt>
    <dgm:pt modelId="{84B4875C-604D-4E7F-A20B-2089141DF7AC}">
      <dgm:prSet phldrT="[Text]" phldr="0"/>
      <dgm:spPr/>
      <dgm:t>
        <a:bodyPr/>
        <a:lstStyle/>
        <a:p>
          <a:r>
            <a:rPr lang="en-US" dirty="0"/>
            <a:t>Login</a:t>
          </a:r>
          <a:endParaRPr lang="en-PK" dirty="0"/>
        </a:p>
      </dgm:t>
    </dgm:pt>
    <dgm:pt modelId="{11F1A67D-275F-4200-977F-F95F2F05F59F}" type="parTrans" cxnId="{1882D1CF-4F91-437F-9BAA-559C28BDB611}">
      <dgm:prSet/>
      <dgm:spPr/>
      <dgm:t>
        <a:bodyPr/>
        <a:lstStyle/>
        <a:p>
          <a:endParaRPr lang="en-PK"/>
        </a:p>
      </dgm:t>
    </dgm:pt>
    <dgm:pt modelId="{3B6ADC0B-E19B-446D-A03A-765B3E1A87A0}" type="sibTrans" cxnId="{1882D1CF-4F91-437F-9BAA-559C28BDB611}">
      <dgm:prSet/>
      <dgm:spPr/>
      <dgm:t>
        <a:bodyPr/>
        <a:lstStyle/>
        <a:p>
          <a:endParaRPr lang="en-PK"/>
        </a:p>
      </dgm:t>
    </dgm:pt>
    <dgm:pt modelId="{F3BD0223-1BC6-4BD4-AF2E-A82FE755673A}">
      <dgm:prSet phldrT="[Text]" phldr="0"/>
      <dgm:spPr/>
      <dgm:t>
        <a:bodyPr/>
        <a:lstStyle/>
        <a:p>
          <a:r>
            <a:rPr lang="en-US" dirty="0"/>
            <a:t>Browse</a:t>
          </a:r>
          <a:endParaRPr lang="en-PK" dirty="0"/>
        </a:p>
      </dgm:t>
    </dgm:pt>
    <dgm:pt modelId="{B3928663-19AE-4AEE-97C2-009E1DDAB51D}" type="parTrans" cxnId="{E41CFBB7-B17C-4416-BA5F-021C8B5FB6DD}">
      <dgm:prSet/>
      <dgm:spPr/>
      <dgm:t>
        <a:bodyPr/>
        <a:lstStyle/>
        <a:p>
          <a:endParaRPr lang="en-PK"/>
        </a:p>
      </dgm:t>
    </dgm:pt>
    <dgm:pt modelId="{6D793269-91C5-485C-880F-B20828F4588C}" type="sibTrans" cxnId="{E41CFBB7-B17C-4416-BA5F-021C8B5FB6DD}">
      <dgm:prSet/>
      <dgm:spPr/>
      <dgm:t>
        <a:bodyPr/>
        <a:lstStyle/>
        <a:p>
          <a:endParaRPr lang="en-PK"/>
        </a:p>
      </dgm:t>
    </dgm:pt>
    <dgm:pt modelId="{F6F5693F-A83B-4476-8CAB-E20D3D32472B}">
      <dgm:prSet phldrT="[Text]" phldr="0"/>
      <dgm:spPr/>
      <dgm:t>
        <a:bodyPr/>
        <a:lstStyle/>
        <a:p>
          <a:r>
            <a:rPr lang="en-US" dirty="0"/>
            <a:t>Cart Management</a:t>
          </a:r>
          <a:endParaRPr lang="en-PK" dirty="0"/>
        </a:p>
      </dgm:t>
    </dgm:pt>
    <dgm:pt modelId="{A60B2636-1E8B-4A88-A229-5E01FBCE6B55}" type="parTrans" cxnId="{4682AAAA-137D-4C8F-95B4-57012384C03A}">
      <dgm:prSet/>
      <dgm:spPr/>
      <dgm:t>
        <a:bodyPr/>
        <a:lstStyle/>
        <a:p>
          <a:endParaRPr lang="en-PK"/>
        </a:p>
      </dgm:t>
    </dgm:pt>
    <dgm:pt modelId="{F0E9DC1D-2380-4DEF-90D3-B5AD0B64C753}" type="sibTrans" cxnId="{4682AAAA-137D-4C8F-95B4-57012384C03A}">
      <dgm:prSet/>
      <dgm:spPr/>
      <dgm:t>
        <a:bodyPr/>
        <a:lstStyle/>
        <a:p>
          <a:endParaRPr lang="en-PK"/>
        </a:p>
      </dgm:t>
    </dgm:pt>
    <dgm:pt modelId="{145B2828-DF17-442E-9A96-38D0178ECF9D}">
      <dgm:prSet phldrT="[Text]" phldr="0"/>
      <dgm:spPr/>
      <dgm:t>
        <a:bodyPr/>
        <a:lstStyle/>
        <a:p>
          <a:r>
            <a:rPr lang="en-US" dirty="0"/>
            <a:t>Vendor</a:t>
          </a:r>
          <a:endParaRPr lang="en-PK" dirty="0"/>
        </a:p>
      </dgm:t>
    </dgm:pt>
    <dgm:pt modelId="{29DB17D3-D8D1-4100-876F-459730CC51D8}" type="parTrans" cxnId="{2D65F7B5-F9A5-4720-BF81-36030B1ED081}">
      <dgm:prSet/>
      <dgm:spPr/>
      <dgm:t>
        <a:bodyPr/>
        <a:lstStyle/>
        <a:p>
          <a:endParaRPr lang="en-PK"/>
        </a:p>
      </dgm:t>
    </dgm:pt>
    <dgm:pt modelId="{8A594894-BCD5-4A00-81B3-22C670A02AC5}" type="sibTrans" cxnId="{2D65F7B5-F9A5-4720-BF81-36030B1ED081}">
      <dgm:prSet/>
      <dgm:spPr/>
      <dgm:t>
        <a:bodyPr/>
        <a:lstStyle/>
        <a:p>
          <a:endParaRPr lang="en-PK"/>
        </a:p>
      </dgm:t>
    </dgm:pt>
    <dgm:pt modelId="{5E1030C9-84A6-4BC0-B16A-63D1554FE5FA}">
      <dgm:prSet phldrT="[Text]" phldr="0"/>
      <dgm:spPr/>
      <dgm:t>
        <a:bodyPr/>
        <a:lstStyle/>
        <a:p>
          <a:r>
            <a:rPr lang="en-US" dirty="0"/>
            <a:t>Customer</a:t>
          </a:r>
          <a:endParaRPr lang="en-PK" dirty="0"/>
        </a:p>
      </dgm:t>
    </dgm:pt>
    <dgm:pt modelId="{51DC299D-6515-4FEC-BA6E-A3E9AD917913}" type="parTrans" cxnId="{0393EC47-8E1E-4A63-BC6D-BEEBBE6AAB71}">
      <dgm:prSet/>
      <dgm:spPr/>
      <dgm:t>
        <a:bodyPr/>
        <a:lstStyle/>
        <a:p>
          <a:endParaRPr lang="en-PK"/>
        </a:p>
      </dgm:t>
    </dgm:pt>
    <dgm:pt modelId="{77DE0CC1-F52B-49D5-81ED-9642FA2DA5A0}" type="sibTrans" cxnId="{0393EC47-8E1E-4A63-BC6D-BEEBBE6AAB71}">
      <dgm:prSet/>
      <dgm:spPr/>
      <dgm:t>
        <a:bodyPr/>
        <a:lstStyle/>
        <a:p>
          <a:endParaRPr lang="en-PK"/>
        </a:p>
      </dgm:t>
    </dgm:pt>
    <dgm:pt modelId="{A2D23DC9-2B7D-4B02-9CF4-963A080295F4}">
      <dgm:prSet phldrT="[Text]" phldr="0"/>
      <dgm:spPr/>
      <dgm:t>
        <a:bodyPr/>
        <a:lstStyle/>
        <a:p>
          <a:r>
            <a:rPr lang="en-US" dirty="0"/>
            <a:t>Vendor</a:t>
          </a:r>
          <a:endParaRPr lang="en-PK" dirty="0"/>
        </a:p>
      </dgm:t>
    </dgm:pt>
    <dgm:pt modelId="{D0BC7227-4E75-44F6-BBBE-5DB3FEAD6779}" type="parTrans" cxnId="{99146189-DB3E-4549-8431-4A055C04EF76}">
      <dgm:prSet/>
      <dgm:spPr/>
      <dgm:t>
        <a:bodyPr/>
        <a:lstStyle/>
        <a:p>
          <a:endParaRPr lang="en-PK"/>
        </a:p>
      </dgm:t>
    </dgm:pt>
    <dgm:pt modelId="{1F96D49C-6310-4227-8FD2-2F84407F17A0}" type="sibTrans" cxnId="{99146189-DB3E-4549-8431-4A055C04EF76}">
      <dgm:prSet/>
      <dgm:spPr/>
      <dgm:t>
        <a:bodyPr/>
        <a:lstStyle/>
        <a:p>
          <a:endParaRPr lang="en-PK"/>
        </a:p>
      </dgm:t>
    </dgm:pt>
    <dgm:pt modelId="{5B0B1D3C-594F-4293-8A44-E8C1659C5E12}">
      <dgm:prSet phldrT="[Text]" phldr="0"/>
      <dgm:spPr/>
      <dgm:t>
        <a:bodyPr/>
        <a:lstStyle/>
        <a:p>
          <a:r>
            <a:rPr lang="en-US" dirty="0"/>
            <a:t>Customer</a:t>
          </a:r>
          <a:endParaRPr lang="en-PK" dirty="0"/>
        </a:p>
      </dgm:t>
    </dgm:pt>
    <dgm:pt modelId="{6DF94855-DCA2-44DE-B3DF-F0B5F32B5838}" type="parTrans" cxnId="{5964FC17-F886-41CB-93F3-CD22CAC7B69F}">
      <dgm:prSet/>
      <dgm:spPr/>
      <dgm:t>
        <a:bodyPr/>
        <a:lstStyle/>
        <a:p>
          <a:endParaRPr lang="en-PK"/>
        </a:p>
      </dgm:t>
    </dgm:pt>
    <dgm:pt modelId="{3D317AE8-9249-4A6A-9270-F622830C22DA}" type="sibTrans" cxnId="{5964FC17-F886-41CB-93F3-CD22CAC7B69F}">
      <dgm:prSet/>
      <dgm:spPr/>
      <dgm:t>
        <a:bodyPr/>
        <a:lstStyle/>
        <a:p>
          <a:endParaRPr lang="en-PK"/>
        </a:p>
      </dgm:t>
    </dgm:pt>
    <dgm:pt modelId="{DCA1D87E-5C3B-42AF-9ECB-E470DA3D1620}">
      <dgm:prSet phldrT="[Text]" phldr="0"/>
      <dgm:spPr/>
      <dgm:t>
        <a:bodyPr/>
        <a:lstStyle/>
        <a:p>
          <a:r>
            <a:rPr lang="en-US" dirty="0"/>
            <a:t>Guest</a:t>
          </a:r>
          <a:endParaRPr lang="en-PK" dirty="0"/>
        </a:p>
      </dgm:t>
    </dgm:pt>
    <dgm:pt modelId="{AA840DBC-97CE-4484-B22E-27833B7F5B86}" type="parTrans" cxnId="{AB66F95F-FD70-448C-8706-CD0E5F5FB31C}">
      <dgm:prSet/>
      <dgm:spPr/>
      <dgm:t>
        <a:bodyPr/>
        <a:lstStyle/>
        <a:p>
          <a:endParaRPr lang="en-PK"/>
        </a:p>
      </dgm:t>
    </dgm:pt>
    <dgm:pt modelId="{C6DB381C-D18B-4A3C-AA97-56A00CA7E064}" type="sibTrans" cxnId="{AB66F95F-FD70-448C-8706-CD0E5F5FB31C}">
      <dgm:prSet/>
      <dgm:spPr/>
      <dgm:t>
        <a:bodyPr/>
        <a:lstStyle/>
        <a:p>
          <a:endParaRPr lang="en-PK"/>
        </a:p>
      </dgm:t>
    </dgm:pt>
    <dgm:pt modelId="{31E231F0-0C27-4A92-8D3C-49138990D9DF}">
      <dgm:prSet phldrT="[Text]" phldr="0"/>
      <dgm:spPr/>
      <dgm:t>
        <a:bodyPr/>
        <a:lstStyle/>
        <a:p>
          <a:r>
            <a:rPr lang="en-US" dirty="0"/>
            <a:t>Search</a:t>
          </a:r>
          <a:endParaRPr lang="en-PK" dirty="0"/>
        </a:p>
      </dgm:t>
    </dgm:pt>
    <dgm:pt modelId="{C7BADD26-5388-40A9-AA1D-EA75E6F79984}" type="parTrans" cxnId="{9123B7EE-9CB6-4CEF-BA87-66B27615DC20}">
      <dgm:prSet/>
      <dgm:spPr/>
      <dgm:t>
        <a:bodyPr/>
        <a:lstStyle/>
        <a:p>
          <a:endParaRPr lang="en-PK"/>
        </a:p>
      </dgm:t>
    </dgm:pt>
    <dgm:pt modelId="{5E5E1955-57AA-4F50-850C-6C67A065B1F2}" type="sibTrans" cxnId="{9123B7EE-9CB6-4CEF-BA87-66B27615DC20}">
      <dgm:prSet/>
      <dgm:spPr/>
      <dgm:t>
        <a:bodyPr/>
        <a:lstStyle/>
        <a:p>
          <a:endParaRPr lang="en-PK"/>
        </a:p>
      </dgm:t>
    </dgm:pt>
    <dgm:pt modelId="{86E4DB9C-A122-494D-ACD7-707322EF8C39}">
      <dgm:prSet phldrT="[Text]" phldr="0"/>
      <dgm:spPr/>
      <dgm:t>
        <a:bodyPr/>
        <a:lstStyle/>
        <a:p>
          <a:r>
            <a:rPr lang="en-US" dirty="0"/>
            <a:t>Update</a:t>
          </a:r>
          <a:endParaRPr lang="en-PK" dirty="0"/>
        </a:p>
      </dgm:t>
    </dgm:pt>
    <dgm:pt modelId="{FF5B799A-0408-449D-8CC9-9CEA766C72FD}" type="parTrans" cxnId="{A1DC9BBD-2897-428D-84D0-3F67EE5E763C}">
      <dgm:prSet/>
      <dgm:spPr/>
      <dgm:t>
        <a:bodyPr/>
        <a:lstStyle/>
        <a:p>
          <a:endParaRPr lang="en-PK"/>
        </a:p>
      </dgm:t>
    </dgm:pt>
    <dgm:pt modelId="{C08A95D6-16FF-4E3B-8C3C-8B1490F38A16}" type="sibTrans" cxnId="{A1DC9BBD-2897-428D-84D0-3F67EE5E763C}">
      <dgm:prSet/>
      <dgm:spPr/>
      <dgm:t>
        <a:bodyPr/>
        <a:lstStyle/>
        <a:p>
          <a:endParaRPr lang="en-PK"/>
        </a:p>
      </dgm:t>
    </dgm:pt>
    <dgm:pt modelId="{88FB5E40-4EA8-41E5-BAA5-5A945EAC8C96}">
      <dgm:prSet phldrT="[Text]" phldr="0"/>
      <dgm:spPr/>
      <dgm:t>
        <a:bodyPr/>
        <a:lstStyle/>
        <a:p>
          <a:r>
            <a:rPr lang="en-US" dirty="0"/>
            <a:t>Filter</a:t>
          </a:r>
          <a:endParaRPr lang="en-PK" dirty="0"/>
        </a:p>
      </dgm:t>
    </dgm:pt>
    <dgm:pt modelId="{37A17460-AA57-4998-BF97-DE487ECA125D}" type="parTrans" cxnId="{F1DBB0C8-9DCE-4C2B-A63D-5001A6D15CAB}">
      <dgm:prSet/>
      <dgm:spPr/>
      <dgm:t>
        <a:bodyPr/>
        <a:lstStyle/>
        <a:p>
          <a:endParaRPr lang="en-PK"/>
        </a:p>
      </dgm:t>
    </dgm:pt>
    <dgm:pt modelId="{944CD0AF-1696-48CB-B4E3-BE4D37575C3D}" type="sibTrans" cxnId="{F1DBB0C8-9DCE-4C2B-A63D-5001A6D15CAB}">
      <dgm:prSet/>
      <dgm:spPr/>
      <dgm:t>
        <a:bodyPr/>
        <a:lstStyle/>
        <a:p>
          <a:endParaRPr lang="en-PK"/>
        </a:p>
      </dgm:t>
    </dgm:pt>
    <dgm:pt modelId="{A46BF42A-0115-40FD-80B1-5A9C14EFED87}">
      <dgm:prSet phldrT="[Text]" phldr="0"/>
      <dgm:spPr/>
      <dgm:t>
        <a:bodyPr/>
        <a:lstStyle/>
        <a:p>
          <a:r>
            <a:rPr lang="en-US" dirty="0"/>
            <a:t>Sort</a:t>
          </a:r>
          <a:endParaRPr lang="en-PK" dirty="0"/>
        </a:p>
      </dgm:t>
    </dgm:pt>
    <dgm:pt modelId="{C0C384D3-E7BF-4F48-9AE9-DB163FD3F005}" type="parTrans" cxnId="{7C9748F4-667C-4CF1-9AB1-3FB9522CFC90}">
      <dgm:prSet/>
      <dgm:spPr/>
      <dgm:t>
        <a:bodyPr/>
        <a:lstStyle/>
        <a:p>
          <a:endParaRPr lang="en-PK"/>
        </a:p>
      </dgm:t>
    </dgm:pt>
    <dgm:pt modelId="{D7838C4E-53A6-4BA0-AD1F-E08A030E4F99}" type="sibTrans" cxnId="{7C9748F4-667C-4CF1-9AB1-3FB9522CFC90}">
      <dgm:prSet/>
      <dgm:spPr/>
      <dgm:t>
        <a:bodyPr/>
        <a:lstStyle/>
        <a:p>
          <a:endParaRPr lang="en-PK"/>
        </a:p>
      </dgm:t>
    </dgm:pt>
    <dgm:pt modelId="{A6D1332A-45F3-44A0-9A07-12A9FA2D215D}">
      <dgm:prSet phldrT="[Text]" phldr="0"/>
      <dgm:spPr/>
      <dgm:t>
        <a:bodyPr/>
        <a:lstStyle/>
        <a:p>
          <a:r>
            <a:rPr lang="en-US" dirty="0"/>
            <a:t>Add Item</a:t>
          </a:r>
          <a:endParaRPr lang="en-PK" dirty="0"/>
        </a:p>
      </dgm:t>
    </dgm:pt>
    <dgm:pt modelId="{1618C84C-C65B-4938-BFAA-0BB958AC68AC}" type="parTrans" cxnId="{373BDFB9-2B51-4834-9A90-D26AEF3F6CC4}">
      <dgm:prSet/>
      <dgm:spPr/>
      <dgm:t>
        <a:bodyPr/>
        <a:lstStyle/>
        <a:p>
          <a:endParaRPr lang="en-PK"/>
        </a:p>
      </dgm:t>
    </dgm:pt>
    <dgm:pt modelId="{588C523B-A85C-4F35-9E04-5785E9221690}" type="sibTrans" cxnId="{373BDFB9-2B51-4834-9A90-D26AEF3F6CC4}">
      <dgm:prSet/>
      <dgm:spPr/>
      <dgm:t>
        <a:bodyPr/>
        <a:lstStyle/>
        <a:p>
          <a:endParaRPr lang="en-PK"/>
        </a:p>
      </dgm:t>
    </dgm:pt>
    <dgm:pt modelId="{DAD8E980-A642-4BD1-8AAD-429C0CA8DF0C}">
      <dgm:prSet phldrT="[Text]" phldr="0"/>
      <dgm:spPr/>
      <dgm:t>
        <a:bodyPr/>
        <a:lstStyle/>
        <a:p>
          <a:r>
            <a:rPr lang="en-US" dirty="0"/>
            <a:t>Update Detail</a:t>
          </a:r>
          <a:endParaRPr lang="en-PK" dirty="0"/>
        </a:p>
      </dgm:t>
    </dgm:pt>
    <dgm:pt modelId="{A3A72F3F-C744-4288-A490-4AA0FE8D1F33}" type="parTrans" cxnId="{E4FB4BCF-5CA0-4B5D-AD8C-39BD0638339D}">
      <dgm:prSet/>
      <dgm:spPr/>
      <dgm:t>
        <a:bodyPr/>
        <a:lstStyle/>
        <a:p>
          <a:endParaRPr lang="en-PK"/>
        </a:p>
      </dgm:t>
    </dgm:pt>
    <dgm:pt modelId="{BEAD2AF7-96DC-4CDD-B3B8-6A3CD3EF6004}" type="sibTrans" cxnId="{E4FB4BCF-5CA0-4B5D-AD8C-39BD0638339D}">
      <dgm:prSet/>
      <dgm:spPr/>
      <dgm:t>
        <a:bodyPr/>
        <a:lstStyle/>
        <a:p>
          <a:endParaRPr lang="en-PK"/>
        </a:p>
      </dgm:t>
    </dgm:pt>
    <dgm:pt modelId="{F34C34BC-B2F0-4EA0-A094-15738DE370F0}">
      <dgm:prSet phldrT="[Text]" phldr="0"/>
      <dgm:spPr/>
      <dgm:t>
        <a:bodyPr/>
        <a:lstStyle/>
        <a:p>
          <a:r>
            <a:rPr lang="en-US" dirty="0"/>
            <a:t>Delete Unavailable</a:t>
          </a:r>
          <a:endParaRPr lang="en-PK" dirty="0"/>
        </a:p>
      </dgm:t>
    </dgm:pt>
    <dgm:pt modelId="{875B067B-3123-48CB-B0B2-83E0B0E46CD5}" type="parTrans" cxnId="{03C1123E-F27B-4D05-B4A5-10CF624712F5}">
      <dgm:prSet/>
      <dgm:spPr/>
      <dgm:t>
        <a:bodyPr/>
        <a:lstStyle/>
        <a:p>
          <a:endParaRPr lang="en-PK"/>
        </a:p>
      </dgm:t>
    </dgm:pt>
    <dgm:pt modelId="{CAF3086D-DDE0-4C51-BFE6-A37C57AF3579}" type="sibTrans" cxnId="{03C1123E-F27B-4D05-B4A5-10CF624712F5}">
      <dgm:prSet/>
      <dgm:spPr/>
      <dgm:t>
        <a:bodyPr/>
        <a:lstStyle/>
        <a:p>
          <a:endParaRPr lang="en-PK"/>
        </a:p>
      </dgm:t>
    </dgm:pt>
    <dgm:pt modelId="{E23AFCC5-20C5-4A2B-999E-9A1F08095A0E}">
      <dgm:prSet phldrT="[Text]" phldr="0"/>
      <dgm:spPr/>
      <dgm:t>
        <a:bodyPr/>
        <a:lstStyle/>
        <a:p>
          <a:r>
            <a:rPr lang="en-US" dirty="0"/>
            <a:t>By Type</a:t>
          </a:r>
          <a:endParaRPr lang="en-PK" dirty="0"/>
        </a:p>
      </dgm:t>
    </dgm:pt>
    <dgm:pt modelId="{59BD1825-A742-410D-AFD4-6B32BB9409B1}" type="parTrans" cxnId="{6D7A81EA-D929-48B4-8FFF-437015A96D3D}">
      <dgm:prSet/>
      <dgm:spPr/>
      <dgm:t>
        <a:bodyPr/>
        <a:lstStyle/>
        <a:p>
          <a:endParaRPr lang="en-PK"/>
        </a:p>
      </dgm:t>
    </dgm:pt>
    <dgm:pt modelId="{54BD51EA-09CF-4A59-9665-FBCFEF23DC9E}" type="sibTrans" cxnId="{6D7A81EA-D929-48B4-8FFF-437015A96D3D}">
      <dgm:prSet/>
      <dgm:spPr/>
      <dgm:t>
        <a:bodyPr/>
        <a:lstStyle/>
        <a:p>
          <a:endParaRPr lang="en-PK"/>
        </a:p>
      </dgm:t>
    </dgm:pt>
    <dgm:pt modelId="{8F1A98BD-C76E-402E-A5C5-C6595FDF81E1}">
      <dgm:prSet phldrT="[Text]" phldr="0"/>
      <dgm:spPr/>
      <dgm:t>
        <a:bodyPr/>
        <a:lstStyle/>
        <a:p>
          <a:r>
            <a:rPr lang="en-US" dirty="0"/>
            <a:t>Pagination</a:t>
          </a:r>
          <a:endParaRPr lang="en-PK" dirty="0"/>
        </a:p>
      </dgm:t>
    </dgm:pt>
    <dgm:pt modelId="{F44E5902-6B1B-43C6-9FF4-D446AFD2935B}" type="parTrans" cxnId="{5E0B94E3-9A06-442A-87BF-F9DFF6A8E04A}">
      <dgm:prSet/>
      <dgm:spPr/>
      <dgm:t>
        <a:bodyPr/>
        <a:lstStyle/>
        <a:p>
          <a:endParaRPr lang="en-PK"/>
        </a:p>
      </dgm:t>
    </dgm:pt>
    <dgm:pt modelId="{1F44204E-D788-48C2-B745-DEA6047BAA73}" type="sibTrans" cxnId="{5E0B94E3-9A06-442A-87BF-F9DFF6A8E04A}">
      <dgm:prSet/>
      <dgm:spPr/>
      <dgm:t>
        <a:bodyPr/>
        <a:lstStyle/>
        <a:p>
          <a:endParaRPr lang="en-PK"/>
        </a:p>
      </dgm:t>
    </dgm:pt>
    <dgm:pt modelId="{28613AC1-D468-4F82-BA34-BB21DEC83132}">
      <dgm:prSet phldrT="[Text]" phldr="0"/>
      <dgm:spPr/>
      <dgm:t>
        <a:bodyPr/>
        <a:lstStyle/>
        <a:p>
          <a:r>
            <a:rPr lang="en-US" dirty="0"/>
            <a:t>By Vendor</a:t>
          </a:r>
          <a:endParaRPr lang="en-PK" dirty="0"/>
        </a:p>
      </dgm:t>
    </dgm:pt>
    <dgm:pt modelId="{20CE3987-7845-46D9-8980-D6A1047500CA}" type="parTrans" cxnId="{520A9908-BF20-4168-B08C-806B7754E872}">
      <dgm:prSet/>
      <dgm:spPr/>
      <dgm:t>
        <a:bodyPr/>
        <a:lstStyle/>
        <a:p>
          <a:endParaRPr lang="en-PK"/>
        </a:p>
      </dgm:t>
    </dgm:pt>
    <dgm:pt modelId="{8DBE3C84-4B5C-4629-A7E2-36C8252352D7}" type="sibTrans" cxnId="{520A9908-BF20-4168-B08C-806B7754E872}">
      <dgm:prSet/>
      <dgm:spPr/>
      <dgm:t>
        <a:bodyPr/>
        <a:lstStyle/>
        <a:p>
          <a:endParaRPr lang="en-PK"/>
        </a:p>
      </dgm:t>
    </dgm:pt>
    <dgm:pt modelId="{180AB977-D545-4386-8C60-06CE8F698BB1}">
      <dgm:prSet phldrT="[Text]" phldr="0"/>
      <dgm:spPr/>
      <dgm:t>
        <a:bodyPr/>
        <a:lstStyle/>
        <a:p>
          <a:r>
            <a:rPr lang="en-US" dirty="0"/>
            <a:t>Payments</a:t>
          </a:r>
          <a:endParaRPr lang="en-PK" dirty="0"/>
        </a:p>
      </dgm:t>
    </dgm:pt>
    <dgm:pt modelId="{6EE92A2A-CDAF-4D85-B73D-6B0B260FBF34}" type="parTrans" cxnId="{85C50078-39CF-48FA-A396-F8C6863B8793}">
      <dgm:prSet/>
      <dgm:spPr/>
      <dgm:t>
        <a:bodyPr/>
        <a:lstStyle/>
        <a:p>
          <a:endParaRPr lang="en-PK"/>
        </a:p>
      </dgm:t>
    </dgm:pt>
    <dgm:pt modelId="{7FA43862-CB69-4B93-B08E-8D4BD4EEB821}" type="sibTrans" cxnId="{85C50078-39CF-48FA-A396-F8C6863B8793}">
      <dgm:prSet/>
      <dgm:spPr/>
      <dgm:t>
        <a:bodyPr/>
        <a:lstStyle/>
        <a:p>
          <a:endParaRPr lang="en-PK"/>
        </a:p>
      </dgm:t>
    </dgm:pt>
    <dgm:pt modelId="{3541F3F6-F54A-4810-A9C3-596700D8F74F}">
      <dgm:prSet phldrT="[Text]" phldr="0"/>
      <dgm:spPr/>
      <dgm:t>
        <a:bodyPr/>
        <a:lstStyle/>
        <a:p>
          <a:r>
            <a:rPr lang="en-US" dirty="0"/>
            <a:t>Add to Cart</a:t>
          </a:r>
          <a:endParaRPr lang="en-PK" dirty="0"/>
        </a:p>
      </dgm:t>
    </dgm:pt>
    <dgm:pt modelId="{32524125-0DEF-4C30-849F-3B427DE23B57}" type="parTrans" cxnId="{9A286376-594D-4CA3-B701-28B6BD0F80AB}">
      <dgm:prSet/>
      <dgm:spPr/>
      <dgm:t>
        <a:bodyPr/>
        <a:lstStyle/>
        <a:p>
          <a:endParaRPr lang="en-PK"/>
        </a:p>
      </dgm:t>
    </dgm:pt>
    <dgm:pt modelId="{99F018CC-14DB-4182-A9C8-8D2614B7536E}" type="sibTrans" cxnId="{9A286376-594D-4CA3-B701-28B6BD0F80AB}">
      <dgm:prSet/>
      <dgm:spPr/>
      <dgm:t>
        <a:bodyPr/>
        <a:lstStyle/>
        <a:p>
          <a:endParaRPr lang="en-PK"/>
        </a:p>
      </dgm:t>
    </dgm:pt>
    <dgm:pt modelId="{00D31E6F-11CE-4959-AF6A-17BF0252D074}">
      <dgm:prSet phldrT="[Text]" phldr="0"/>
      <dgm:spPr/>
      <dgm:t>
        <a:bodyPr/>
        <a:lstStyle/>
        <a:p>
          <a:r>
            <a:rPr lang="en-US" dirty="0"/>
            <a:t>Track Shipment</a:t>
          </a:r>
          <a:endParaRPr lang="en-PK" dirty="0"/>
        </a:p>
      </dgm:t>
    </dgm:pt>
    <dgm:pt modelId="{0C3DF86D-E11B-4736-B36B-896E4C7ADE6B}" type="parTrans" cxnId="{44E4ACCB-0989-4A34-AED2-A931873FA8B1}">
      <dgm:prSet/>
      <dgm:spPr/>
      <dgm:t>
        <a:bodyPr/>
        <a:lstStyle/>
        <a:p>
          <a:endParaRPr lang="en-PK"/>
        </a:p>
      </dgm:t>
    </dgm:pt>
    <dgm:pt modelId="{D99B0F17-924A-4734-92EC-A5C14D24D80F}" type="sibTrans" cxnId="{44E4ACCB-0989-4A34-AED2-A931873FA8B1}">
      <dgm:prSet/>
      <dgm:spPr/>
      <dgm:t>
        <a:bodyPr/>
        <a:lstStyle/>
        <a:p>
          <a:endParaRPr lang="en-PK"/>
        </a:p>
      </dgm:t>
    </dgm:pt>
    <dgm:pt modelId="{145795BB-0288-4E1D-9C57-7945B7AA3800}">
      <dgm:prSet phldrT="[Text]" phldr="0"/>
      <dgm:spPr/>
      <dgm:t>
        <a:bodyPr/>
        <a:lstStyle/>
        <a:p>
          <a:r>
            <a:rPr lang="en-US" dirty="0"/>
            <a:t>Shipping</a:t>
          </a:r>
          <a:endParaRPr lang="en-PK" dirty="0"/>
        </a:p>
      </dgm:t>
    </dgm:pt>
    <dgm:pt modelId="{726E8F89-2042-4BE2-A4A7-FDB087B94B30}" type="parTrans" cxnId="{B03D336C-F7D8-4529-98DE-DA5365F3D359}">
      <dgm:prSet/>
      <dgm:spPr/>
      <dgm:t>
        <a:bodyPr/>
        <a:lstStyle/>
        <a:p>
          <a:endParaRPr lang="en-PK"/>
        </a:p>
      </dgm:t>
    </dgm:pt>
    <dgm:pt modelId="{3F09C242-D20C-489F-BEE5-C424D5DDF404}" type="sibTrans" cxnId="{B03D336C-F7D8-4529-98DE-DA5365F3D359}">
      <dgm:prSet/>
      <dgm:spPr/>
      <dgm:t>
        <a:bodyPr/>
        <a:lstStyle/>
        <a:p>
          <a:endParaRPr lang="en-PK"/>
        </a:p>
      </dgm:t>
    </dgm:pt>
    <dgm:pt modelId="{F1603C61-2A62-4599-9477-A991250C165D}">
      <dgm:prSet phldrT="[Text]" phldr="0"/>
      <dgm:spPr/>
      <dgm:t>
        <a:bodyPr/>
        <a:lstStyle/>
        <a:p>
          <a:r>
            <a:rPr lang="en-US" dirty="0"/>
            <a:t>Via Credit Card</a:t>
          </a:r>
          <a:endParaRPr lang="en-PK" dirty="0"/>
        </a:p>
      </dgm:t>
    </dgm:pt>
    <dgm:pt modelId="{D7CB4208-E7C1-439C-BB70-47B1D343D724}" type="parTrans" cxnId="{87D24D9B-2A3A-424C-9647-D2ABC338373E}">
      <dgm:prSet/>
      <dgm:spPr/>
      <dgm:t>
        <a:bodyPr/>
        <a:lstStyle/>
        <a:p>
          <a:endParaRPr lang="en-PK"/>
        </a:p>
      </dgm:t>
    </dgm:pt>
    <dgm:pt modelId="{6E962F14-6AB7-4FD7-AC02-1E3D4C858DFF}" type="sibTrans" cxnId="{87D24D9B-2A3A-424C-9647-D2ABC338373E}">
      <dgm:prSet/>
      <dgm:spPr/>
      <dgm:t>
        <a:bodyPr/>
        <a:lstStyle/>
        <a:p>
          <a:endParaRPr lang="en-PK"/>
        </a:p>
      </dgm:t>
    </dgm:pt>
    <dgm:pt modelId="{88DB6600-D154-44C3-9DC8-508B86980CAC}">
      <dgm:prSet phldrT="[Text]" phldr="0"/>
      <dgm:spPr/>
      <dgm:t>
        <a:bodyPr/>
        <a:lstStyle/>
        <a:p>
          <a:r>
            <a:rPr lang="en-US" dirty="0"/>
            <a:t>Remove from Cart</a:t>
          </a:r>
          <a:endParaRPr lang="en-PK" dirty="0"/>
        </a:p>
      </dgm:t>
    </dgm:pt>
    <dgm:pt modelId="{7D73DC23-15CE-47F9-85CC-27BB8E01EC68}" type="parTrans" cxnId="{89E0D195-E97B-475F-82A6-7CE4FB1BC3A1}">
      <dgm:prSet/>
      <dgm:spPr/>
      <dgm:t>
        <a:bodyPr/>
        <a:lstStyle/>
        <a:p>
          <a:endParaRPr lang="en-GB"/>
        </a:p>
      </dgm:t>
    </dgm:pt>
    <dgm:pt modelId="{4784DEC6-45D5-4D75-8424-B764D9ADAF7D}" type="sibTrans" cxnId="{89E0D195-E97B-475F-82A6-7CE4FB1BC3A1}">
      <dgm:prSet/>
      <dgm:spPr/>
      <dgm:t>
        <a:bodyPr/>
        <a:lstStyle/>
        <a:p>
          <a:endParaRPr lang="en-GB"/>
        </a:p>
      </dgm:t>
    </dgm:pt>
    <dgm:pt modelId="{47E0B413-49F0-4F3F-A61A-055AC8DE0877}">
      <dgm:prSet phldrT="[Text]" phldr="0"/>
      <dgm:spPr/>
      <dgm:t>
        <a:bodyPr/>
        <a:lstStyle/>
        <a:p>
          <a:r>
            <a:rPr lang="en-US" dirty="0"/>
            <a:t>Cash on Delivery</a:t>
          </a:r>
          <a:endParaRPr lang="en-PK" dirty="0"/>
        </a:p>
      </dgm:t>
    </dgm:pt>
    <dgm:pt modelId="{396736E1-E13E-4E87-AE9A-A021420833CC}" type="parTrans" cxnId="{6D7897CE-7D3F-43DE-8A1C-D5D8F48348B8}">
      <dgm:prSet/>
      <dgm:spPr/>
      <dgm:t>
        <a:bodyPr/>
        <a:lstStyle/>
        <a:p>
          <a:endParaRPr lang="en-GB"/>
        </a:p>
      </dgm:t>
    </dgm:pt>
    <dgm:pt modelId="{1B1EDD8E-D2FC-4059-8441-F14C4E5F3CF5}" type="sibTrans" cxnId="{6D7897CE-7D3F-43DE-8A1C-D5D8F48348B8}">
      <dgm:prSet/>
      <dgm:spPr/>
      <dgm:t>
        <a:bodyPr/>
        <a:lstStyle/>
        <a:p>
          <a:endParaRPr lang="en-GB"/>
        </a:p>
      </dgm:t>
    </dgm:pt>
    <dgm:pt modelId="{BF7823C6-A88C-4F33-9D6C-6B8EC054C4A3}">
      <dgm:prSet phldrT="[Text]" phldr="0"/>
      <dgm:spPr/>
      <dgm:t>
        <a:bodyPr/>
        <a:lstStyle/>
        <a:p>
          <a:r>
            <a:rPr lang="en-US" dirty="0"/>
            <a:t>Update Address</a:t>
          </a:r>
          <a:endParaRPr lang="en-PK" dirty="0"/>
        </a:p>
      </dgm:t>
    </dgm:pt>
    <dgm:pt modelId="{75DCF4C0-26DE-484E-896A-DFD64BE17E83}" type="parTrans" cxnId="{52E6E27D-880A-4EB4-8A8C-FB93775E42DB}">
      <dgm:prSet/>
      <dgm:spPr/>
      <dgm:t>
        <a:bodyPr/>
        <a:lstStyle/>
        <a:p>
          <a:endParaRPr lang="en-GB"/>
        </a:p>
      </dgm:t>
    </dgm:pt>
    <dgm:pt modelId="{A967B396-7F7D-402B-8FDC-79612710136C}" type="sibTrans" cxnId="{52E6E27D-880A-4EB4-8A8C-FB93775E42DB}">
      <dgm:prSet/>
      <dgm:spPr/>
      <dgm:t>
        <a:bodyPr/>
        <a:lstStyle/>
        <a:p>
          <a:endParaRPr lang="en-GB"/>
        </a:p>
      </dgm:t>
    </dgm:pt>
    <dgm:pt modelId="{7E23E1EF-B38C-4D3A-A416-2F3479D87AFA}">
      <dgm:prSet phldrT="[Text]" phldr="0"/>
      <dgm:spPr/>
      <dgm:t>
        <a:bodyPr/>
        <a:lstStyle/>
        <a:p>
          <a:r>
            <a:rPr lang="en-US" dirty="0"/>
            <a:t>Notify when Available</a:t>
          </a:r>
          <a:endParaRPr lang="en-PK" dirty="0"/>
        </a:p>
      </dgm:t>
    </dgm:pt>
    <dgm:pt modelId="{787DD595-933A-4C8C-906D-AA7D9E2A71E3}" type="parTrans" cxnId="{9605B780-71D4-4486-9E48-885ABAEE459B}">
      <dgm:prSet/>
      <dgm:spPr/>
      <dgm:t>
        <a:bodyPr/>
        <a:lstStyle/>
        <a:p>
          <a:endParaRPr lang="en-GB"/>
        </a:p>
      </dgm:t>
    </dgm:pt>
    <dgm:pt modelId="{A9114724-32B1-45DC-8364-CA276C117ACE}" type="sibTrans" cxnId="{9605B780-71D4-4486-9E48-885ABAEE459B}">
      <dgm:prSet/>
      <dgm:spPr/>
      <dgm:t>
        <a:bodyPr/>
        <a:lstStyle/>
        <a:p>
          <a:endParaRPr lang="en-GB"/>
        </a:p>
      </dgm:t>
    </dgm:pt>
    <dgm:pt modelId="{EEA032E0-D87A-4949-A564-14DB510C3F49}" type="pres">
      <dgm:prSet presAssocID="{19CD6AAA-7F2E-417E-A84C-213863EA1B4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69D43B-2ED2-4C55-A55F-BA779420B83B}" type="pres">
      <dgm:prSet presAssocID="{03B9492D-49DF-495F-955D-7E2E8E4B299B}" presName="hierRoot1" presStyleCnt="0">
        <dgm:presLayoutVars>
          <dgm:hierBranch val="init"/>
        </dgm:presLayoutVars>
      </dgm:prSet>
      <dgm:spPr/>
    </dgm:pt>
    <dgm:pt modelId="{C3908B4D-8FC8-4FF6-9711-CC8D0C678839}" type="pres">
      <dgm:prSet presAssocID="{03B9492D-49DF-495F-955D-7E2E8E4B299B}" presName="rootComposite1" presStyleCnt="0"/>
      <dgm:spPr/>
    </dgm:pt>
    <dgm:pt modelId="{3936BEA8-32DC-41C8-9871-BF2CE87B91C1}" type="pres">
      <dgm:prSet presAssocID="{03B9492D-49DF-495F-955D-7E2E8E4B299B}" presName="rootText1" presStyleLbl="node0" presStyleIdx="0" presStyleCnt="1">
        <dgm:presLayoutVars>
          <dgm:chPref val="3"/>
        </dgm:presLayoutVars>
      </dgm:prSet>
      <dgm:spPr/>
    </dgm:pt>
    <dgm:pt modelId="{8B25526A-F938-49A0-B076-EDA050FC2BCA}" type="pres">
      <dgm:prSet presAssocID="{03B9492D-49DF-495F-955D-7E2E8E4B299B}" presName="rootConnector1" presStyleLbl="node1" presStyleIdx="0" presStyleCnt="0"/>
      <dgm:spPr/>
    </dgm:pt>
    <dgm:pt modelId="{8BE0E1A0-E258-46C6-BD80-9F982907DA83}" type="pres">
      <dgm:prSet presAssocID="{03B9492D-49DF-495F-955D-7E2E8E4B299B}" presName="hierChild2" presStyleCnt="0"/>
      <dgm:spPr/>
    </dgm:pt>
    <dgm:pt modelId="{00A2437C-4904-47BE-BCF7-94EF7EBAFC6D}" type="pres">
      <dgm:prSet presAssocID="{798B7DE1-D2CD-43EB-9EE9-7012087A56ED}" presName="Name37" presStyleLbl="parChTrans1D2" presStyleIdx="0" presStyleCnt="8"/>
      <dgm:spPr/>
    </dgm:pt>
    <dgm:pt modelId="{5932092A-1ED1-4F11-9B7E-4285BA0946F5}" type="pres">
      <dgm:prSet presAssocID="{32F53088-44C6-4B81-8036-75B4922F0EE1}" presName="hierRoot2" presStyleCnt="0">
        <dgm:presLayoutVars>
          <dgm:hierBranch val="init"/>
        </dgm:presLayoutVars>
      </dgm:prSet>
      <dgm:spPr/>
    </dgm:pt>
    <dgm:pt modelId="{F7A2990C-40E5-4C90-A1C0-7AD6AEF1B195}" type="pres">
      <dgm:prSet presAssocID="{32F53088-44C6-4B81-8036-75B4922F0EE1}" presName="rootComposite" presStyleCnt="0"/>
      <dgm:spPr/>
    </dgm:pt>
    <dgm:pt modelId="{BED5B6A0-7E12-48A3-9C35-D76C20A5026F}" type="pres">
      <dgm:prSet presAssocID="{32F53088-44C6-4B81-8036-75B4922F0EE1}" presName="rootText" presStyleLbl="node2" presStyleIdx="0" presStyleCnt="8">
        <dgm:presLayoutVars>
          <dgm:chPref val="3"/>
        </dgm:presLayoutVars>
      </dgm:prSet>
      <dgm:spPr/>
    </dgm:pt>
    <dgm:pt modelId="{BCC2446A-9036-4F81-9D86-1635597C26E0}" type="pres">
      <dgm:prSet presAssocID="{32F53088-44C6-4B81-8036-75B4922F0EE1}" presName="rootConnector" presStyleLbl="node2" presStyleIdx="0" presStyleCnt="8"/>
      <dgm:spPr/>
    </dgm:pt>
    <dgm:pt modelId="{480D5C4E-700B-4263-A3F5-7924D4C1B10D}" type="pres">
      <dgm:prSet presAssocID="{32F53088-44C6-4B81-8036-75B4922F0EE1}" presName="hierChild4" presStyleCnt="0"/>
      <dgm:spPr/>
    </dgm:pt>
    <dgm:pt modelId="{36F3561C-936D-4FB5-852C-693FD2210824}" type="pres">
      <dgm:prSet presAssocID="{29DB17D3-D8D1-4100-876F-459730CC51D8}" presName="Name37" presStyleLbl="parChTrans1D3" presStyleIdx="0" presStyleCnt="20"/>
      <dgm:spPr/>
    </dgm:pt>
    <dgm:pt modelId="{672EBCCA-4DEE-403C-92C1-70021A5B45F4}" type="pres">
      <dgm:prSet presAssocID="{145B2828-DF17-442E-9A96-38D0178ECF9D}" presName="hierRoot2" presStyleCnt="0">
        <dgm:presLayoutVars>
          <dgm:hierBranch val="init"/>
        </dgm:presLayoutVars>
      </dgm:prSet>
      <dgm:spPr/>
    </dgm:pt>
    <dgm:pt modelId="{A9424A85-8666-4C74-8EBD-63E611478368}" type="pres">
      <dgm:prSet presAssocID="{145B2828-DF17-442E-9A96-38D0178ECF9D}" presName="rootComposite" presStyleCnt="0"/>
      <dgm:spPr/>
    </dgm:pt>
    <dgm:pt modelId="{69A938E9-8198-4FB1-BC8F-FEF1323413B5}" type="pres">
      <dgm:prSet presAssocID="{145B2828-DF17-442E-9A96-38D0178ECF9D}" presName="rootText" presStyleLbl="node3" presStyleIdx="0" presStyleCnt="20">
        <dgm:presLayoutVars>
          <dgm:chPref val="3"/>
        </dgm:presLayoutVars>
      </dgm:prSet>
      <dgm:spPr/>
    </dgm:pt>
    <dgm:pt modelId="{2BB4F16E-090B-4ABD-AEE4-AC2088CBCB84}" type="pres">
      <dgm:prSet presAssocID="{145B2828-DF17-442E-9A96-38D0178ECF9D}" presName="rootConnector" presStyleLbl="node3" presStyleIdx="0" presStyleCnt="20"/>
      <dgm:spPr/>
    </dgm:pt>
    <dgm:pt modelId="{FF5A9951-882C-4206-9AE7-8F32ADF4B5C1}" type="pres">
      <dgm:prSet presAssocID="{145B2828-DF17-442E-9A96-38D0178ECF9D}" presName="hierChild4" presStyleCnt="0"/>
      <dgm:spPr/>
    </dgm:pt>
    <dgm:pt modelId="{8313632F-3B3F-45F0-831F-51B19061AC9A}" type="pres">
      <dgm:prSet presAssocID="{145B2828-DF17-442E-9A96-38D0178ECF9D}" presName="hierChild5" presStyleCnt="0"/>
      <dgm:spPr/>
    </dgm:pt>
    <dgm:pt modelId="{0CD80121-C5C6-4B1E-9026-0E6E499AD119}" type="pres">
      <dgm:prSet presAssocID="{51DC299D-6515-4FEC-BA6E-A3E9AD917913}" presName="Name37" presStyleLbl="parChTrans1D3" presStyleIdx="1" presStyleCnt="20"/>
      <dgm:spPr/>
    </dgm:pt>
    <dgm:pt modelId="{6520F794-F4A8-4CAE-A579-190C7E0AFD08}" type="pres">
      <dgm:prSet presAssocID="{5E1030C9-84A6-4BC0-B16A-63D1554FE5FA}" presName="hierRoot2" presStyleCnt="0">
        <dgm:presLayoutVars>
          <dgm:hierBranch val="init"/>
        </dgm:presLayoutVars>
      </dgm:prSet>
      <dgm:spPr/>
    </dgm:pt>
    <dgm:pt modelId="{9D819B99-0A1D-4FAF-995B-B502E5660129}" type="pres">
      <dgm:prSet presAssocID="{5E1030C9-84A6-4BC0-B16A-63D1554FE5FA}" presName="rootComposite" presStyleCnt="0"/>
      <dgm:spPr/>
    </dgm:pt>
    <dgm:pt modelId="{154BFB8B-BBBB-4869-8D87-22A5A0235FEA}" type="pres">
      <dgm:prSet presAssocID="{5E1030C9-84A6-4BC0-B16A-63D1554FE5FA}" presName="rootText" presStyleLbl="node3" presStyleIdx="1" presStyleCnt="20">
        <dgm:presLayoutVars>
          <dgm:chPref val="3"/>
        </dgm:presLayoutVars>
      </dgm:prSet>
      <dgm:spPr/>
    </dgm:pt>
    <dgm:pt modelId="{FC9C86C8-5E4A-4AAF-B13B-4383F9D21700}" type="pres">
      <dgm:prSet presAssocID="{5E1030C9-84A6-4BC0-B16A-63D1554FE5FA}" presName="rootConnector" presStyleLbl="node3" presStyleIdx="1" presStyleCnt="20"/>
      <dgm:spPr/>
    </dgm:pt>
    <dgm:pt modelId="{7EB47DE3-3CD3-43AF-BFC3-E01FA48D3925}" type="pres">
      <dgm:prSet presAssocID="{5E1030C9-84A6-4BC0-B16A-63D1554FE5FA}" presName="hierChild4" presStyleCnt="0"/>
      <dgm:spPr/>
    </dgm:pt>
    <dgm:pt modelId="{1F5C7728-0EE7-43AF-B0C3-12C3F0A485D4}" type="pres">
      <dgm:prSet presAssocID="{5E1030C9-84A6-4BC0-B16A-63D1554FE5FA}" presName="hierChild5" presStyleCnt="0"/>
      <dgm:spPr/>
    </dgm:pt>
    <dgm:pt modelId="{F6E02C16-0F73-4F95-B3E3-E527BF800BCF}" type="pres">
      <dgm:prSet presAssocID="{32F53088-44C6-4B81-8036-75B4922F0EE1}" presName="hierChild5" presStyleCnt="0"/>
      <dgm:spPr/>
    </dgm:pt>
    <dgm:pt modelId="{BF2DCEDB-DE8B-4DED-ABC1-DC869A74ECE4}" type="pres">
      <dgm:prSet presAssocID="{11F1A67D-275F-4200-977F-F95F2F05F59F}" presName="Name37" presStyleLbl="parChTrans1D2" presStyleIdx="1" presStyleCnt="8"/>
      <dgm:spPr/>
    </dgm:pt>
    <dgm:pt modelId="{7B6F866C-3D2C-48C3-A000-7FF519898641}" type="pres">
      <dgm:prSet presAssocID="{84B4875C-604D-4E7F-A20B-2089141DF7AC}" presName="hierRoot2" presStyleCnt="0">
        <dgm:presLayoutVars>
          <dgm:hierBranch val="init"/>
        </dgm:presLayoutVars>
      </dgm:prSet>
      <dgm:spPr/>
    </dgm:pt>
    <dgm:pt modelId="{9F80E067-89AA-4426-8287-64DC26718FAF}" type="pres">
      <dgm:prSet presAssocID="{84B4875C-604D-4E7F-A20B-2089141DF7AC}" presName="rootComposite" presStyleCnt="0"/>
      <dgm:spPr/>
    </dgm:pt>
    <dgm:pt modelId="{DA165373-2059-41E5-ABDC-EA98C393A8F8}" type="pres">
      <dgm:prSet presAssocID="{84B4875C-604D-4E7F-A20B-2089141DF7AC}" presName="rootText" presStyleLbl="node2" presStyleIdx="1" presStyleCnt="8">
        <dgm:presLayoutVars>
          <dgm:chPref val="3"/>
        </dgm:presLayoutVars>
      </dgm:prSet>
      <dgm:spPr/>
    </dgm:pt>
    <dgm:pt modelId="{81BA6369-D6DB-4567-8B3B-750FA0416E0A}" type="pres">
      <dgm:prSet presAssocID="{84B4875C-604D-4E7F-A20B-2089141DF7AC}" presName="rootConnector" presStyleLbl="node2" presStyleIdx="1" presStyleCnt="8"/>
      <dgm:spPr/>
    </dgm:pt>
    <dgm:pt modelId="{08044B52-2742-4FE6-AD29-04EC3C91D85F}" type="pres">
      <dgm:prSet presAssocID="{84B4875C-604D-4E7F-A20B-2089141DF7AC}" presName="hierChild4" presStyleCnt="0"/>
      <dgm:spPr/>
    </dgm:pt>
    <dgm:pt modelId="{E753781B-CD9A-4478-80DB-A28AF20E07ED}" type="pres">
      <dgm:prSet presAssocID="{D0BC7227-4E75-44F6-BBBE-5DB3FEAD6779}" presName="Name37" presStyleLbl="parChTrans1D3" presStyleIdx="2" presStyleCnt="20"/>
      <dgm:spPr/>
    </dgm:pt>
    <dgm:pt modelId="{BE5EAF1E-2304-4A1D-B358-B13EB952A1D9}" type="pres">
      <dgm:prSet presAssocID="{A2D23DC9-2B7D-4B02-9CF4-963A080295F4}" presName="hierRoot2" presStyleCnt="0">
        <dgm:presLayoutVars>
          <dgm:hierBranch val="init"/>
        </dgm:presLayoutVars>
      </dgm:prSet>
      <dgm:spPr/>
    </dgm:pt>
    <dgm:pt modelId="{E062B143-1D10-4E24-B1C3-AD983E9871C1}" type="pres">
      <dgm:prSet presAssocID="{A2D23DC9-2B7D-4B02-9CF4-963A080295F4}" presName="rootComposite" presStyleCnt="0"/>
      <dgm:spPr/>
    </dgm:pt>
    <dgm:pt modelId="{A957EDD8-0578-4251-98E0-6183F62C42C0}" type="pres">
      <dgm:prSet presAssocID="{A2D23DC9-2B7D-4B02-9CF4-963A080295F4}" presName="rootText" presStyleLbl="node3" presStyleIdx="2" presStyleCnt="20">
        <dgm:presLayoutVars>
          <dgm:chPref val="3"/>
        </dgm:presLayoutVars>
      </dgm:prSet>
      <dgm:spPr/>
    </dgm:pt>
    <dgm:pt modelId="{7F85434C-0305-4EC7-8F1B-E7DDF5E76491}" type="pres">
      <dgm:prSet presAssocID="{A2D23DC9-2B7D-4B02-9CF4-963A080295F4}" presName="rootConnector" presStyleLbl="node3" presStyleIdx="2" presStyleCnt="20"/>
      <dgm:spPr/>
    </dgm:pt>
    <dgm:pt modelId="{E58B0F54-9B0B-4D0A-8397-C3F742F46E37}" type="pres">
      <dgm:prSet presAssocID="{A2D23DC9-2B7D-4B02-9CF4-963A080295F4}" presName="hierChild4" presStyleCnt="0"/>
      <dgm:spPr/>
    </dgm:pt>
    <dgm:pt modelId="{9A04FC5A-CFBE-4A02-B184-A0F420EB5B6F}" type="pres">
      <dgm:prSet presAssocID="{A2D23DC9-2B7D-4B02-9CF4-963A080295F4}" presName="hierChild5" presStyleCnt="0"/>
      <dgm:spPr/>
    </dgm:pt>
    <dgm:pt modelId="{6BA15B8B-D540-4FD0-9EB0-9D174337262E}" type="pres">
      <dgm:prSet presAssocID="{6DF94855-DCA2-44DE-B3DF-F0B5F32B5838}" presName="Name37" presStyleLbl="parChTrans1D3" presStyleIdx="3" presStyleCnt="20"/>
      <dgm:spPr/>
    </dgm:pt>
    <dgm:pt modelId="{28E632BA-D5F5-4969-8CC6-E027B129AF72}" type="pres">
      <dgm:prSet presAssocID="{5B0B1D3C-594F-4293-8A44-E8C1659C5E12}" presName="hierRoot2" presStyleCnt="0">
        <dgm:presLayoutVars>
          <dgm:hierBranch val="init"/>
        </dgm:presLayoutVars>
      </dgm:prSet>
      <dgm:spPr/>
    </dgm:pt>
    <dgm:pt modelId="{698056FE-2DED-4CB0-9863-8A67A43C8014}" type="pres">
      <dgm:prSet presAssocID="{5B0B1D3C-594F-4293-8A44-E8C1659C5E12}" presName="rootComposite" presStyleCnt="0"/>
      <dgm:spPr/>
    </dgm:pt>
    <dgm:pt modelId="{955C611C-35A5-4159-9A5D-1510AAD51E8A}" type="pres">
      <dgm:prSet presAssocID="{5B0B1D3C-594F-4293-8A44-E8C1659C5E12}" presName="rootText" presStyleLbl="node3" presStyleIdx="3" presStyleCnt="20">
        <dgm:presLayoutVars>
          <dgm:chPref val="3"/>
        </dgm:presLayoutVars>
      </dgm:prSet>
      <dgm:spPr/>
    </dgm:pt>
    <dgm:pt modelId="{A7D0651E-2BFF-42F1-AD87-05A438AD7C4D}" type="pres">
      <dgm:prSet presAssocID="{5B0B1D3C-594F-4293-8A44-E8C1659C5E12}" presName="rootConnector" presStyleLbl="node3" presStyleIdx="3" presStyleCnt="20"/>
      <dgm:spPr/>
    </dgm:pt>
    <dgm:pt modelId="{CC482E2D-E1CD-4615-B209-19504C10C970}" type="pres">
      <dgm:prSet presAssocID="{5B0B1D3C-594F-4293-8A44-E8C1659C5E12}" presName="hierChild4" presStyleCnt="0"/>
      <dgm:spPr/>
    </dgm:pt>
    <dgm:pt modelId="{DC5D7B0B-2760-49C4-AA8E-DF8D5CCAC7B2}" type="pres">
      <dgm:prSet presAssocID="{5B0B1D3C-594F-4293-8A44-E8C1659C5E12}" presName="hierChild5" presStyleCnt="0"/>
      <dgm:spPr/>
    </dgm:pt>
    <dgm:pt modelId="{E631EB45-45E5-49BD-AC0C-3AAD34A1334D}" type="pres">
      <dgm:prSet presAssocID="{AA840DBC-97CE-4484-B22E-27833B7F5B86}" presName="Name37" presStyleLbl="parChTrans1D3" presStyleIdx="4" presStyleCnt="20"/>
      <dgm:spPr/>
    </dgm:pt>
    <dgm:pt modelId="{54B58EC2-8F59-47F1-AF7E-476CEF658A4F}" type="pres">
      <dgm:prSet presAssocID="{DCA1D87E-5C3B-42AF-9ECB-E470DA3D1620}" presName="hierRoot2" presStyleCnt="0">
        <dgm:presLayoutVars>
          <dgm:hierBranch val="init"/>
        </dgm:presLayoutVars>
      </dgm:prSet>
      <dgm:spPr/>
    </dgm:pt>
    <dgm:pt modelId="{5B6AD4CD-03DA-4508-A5E2-BD700077EFD6}" type="pres">
      <dgm:prSet presAssocID="{DCA1D87E-5C3B-42AF-9ECB-E470DA3D1620}" presName="rootComposite" presStyleCnt="0"/>
      <dgm:spPr/>
    </dgm:pt>
    <dgm:pt modelId="{0E6794E4-2422-4377-9423-5F02511FA0D9}" type="pres">
      <dgm:prSet presAssocID="{DCA1D87E-5C3B-42AF-9ECB-E470DA3D1620}" presName="rootText" presStyleLbl="node3" presStyleIdx="4" presStyleCnt="20">
        <dgm:presLayoutVars>
          <dgm:chPref val="3"/>
        </dgm:presLayoutVars>
      </dgm:prSet>
      <dgm:spPr/>
    </dgm:pt>
    <dgm:pt modelId="{4E2834A3-D06A-46C9-BC9B-7D7D83DD4E33}" type="pres">
      <dgm:prSet presAssocID="{DCA1D87E-5C3B-42AF-9ECB-E470DA3D1620}" presName="rootConnector" presStyleLbl="node3" presStyleIdx="4" presStyleCnt="20"/>
      <dgm:spPr/>
    </dgm:pt>
    <dgm:pt modelId="{0DA68591-5E75-42B9-919A-2A156705C2CA}" type="pres">
      <dgm:prSet presAssocID="{DCA1D87E-5C3B-42AF-9ECB-E470DA3D1620}" presName="hierChild4" presStyleCnt="0"/>
      <dgm:spPr/>
    </dgm:pt>
    <dgm:pt modelId="{3A8942AF-18D9-4E43-A845-2C1BE8F961B7}" type="pres">
      <dgm:prSet presAssocID="{DCA1D87E-5C3B-42AF-9ECB-E470DA3D1620}" presName="hierChild5" presStyleCnt="0"/>
      <dgm:spPr/>
    </dgm:pt>
    <dgm:pt modelId="{8053B2FE-DA86-4236-AF95-BBBEBEB0E709}" type="pres">
      <dgm:prSet presAssocID="{84B4875C-604D-4E7F-A20B-2089141DF7AC}" presName="hierChild5" presStyleCnt="0"/>
      <dgm:spPr/>
    </dgm:pt>
    <dgm:pt modelId="{94D26305-849B-4855-BBCE-247534EC48D7}" type="pres">
      <dgm:prSet presAssocID="{B3928663-19AE-4AEE-97C2-009E1DDAB51D}" presName="Name37" presStyleLbl="parChTrans1D2" presStyleIdx="2" presStyleCnt="8"/>
      <dgm:spPr/>
    </dgm:pt>
    <dgm:pt modelId="{5523CA80-9D38-4FCF-AC95-4B4F5FA5144A}" type="pres">
      <dgm:prSet presAssocID="{F3BD0223-1BC6-4BD4-AF2E-A82FE755673A}" presName="hierRoot2" presStyleCnt="0">
        <dgm:presLayoutVars>
          <dgm:hierBranch val="init"/>
        </dgm:presLayoutVars>
      </dgm:prSet>
      <dgm:spPr/>
    </dgm:pt>
    <dgm:pt modelId="{751C3BCC-C77D-4D70-8F19-A03085167BEE}" type="pres">
      <dgm:prSet presAssocID="{F3BD0223-1BC6-4BD4-AF2E-A82FE755673A}" presName="rootComposite" presStyleCnt="0"/>
      <dgm:spPr/>
    </dgm:pt>
    <dgm:pt modelId="{71BD1725-0DAE-4CED-AAB2-944268F512B2}" type="pres">
      <dgm:prSet presAssocID="{F3BD0223-1BC6-4BD4-AF2E-A82FE755673A}" presName="rootText" presStyleLbl="node2" presStyleIdx="2" presStyleCnt="8">
        <dgm:presLayoutVars>
          <dgm:chPref val="3"/>
        </dgm:presLayoutVars>
      </dgm:prSet>
      <dgm:spPr/>
    </dgm:pt>
    <dgm:pt modelId="{25833BE9-7F8B-4D14-BA9D-3A631F3AF386}" type="pres">
      <dgm:prSet presAssocID="{F3BD0223-1BC6-4BD4-AF2E-A82FE755673A}" presName="rootConnector" presStyleLbl="node2" presStyleIdx="2" presStyleCnt="8"/>
      <dgm:spPr/>
    </dgm:pt>
    <dgm:pt modelId="{56E3563D-359B-4D2C-8320-AF9E6F492A19}" type="pres">
      <dgm:prSet presAssocID="{F3BD0223-1BC6-4BD4-AF2E-A82FE755673A}" presName="hierChild4" presStyleCnt="0"/>
      <dgm:spPr/>
    </dgm:pt>
    <dgm:pt modelId="{CC0EBDD9-D559-45FE-9D0A-6294EC43659B}" type="pres">
      <dgm:prSet presAssocID="{59BD1825-A742-410D-AFD4-6B32BB9409B1}" presName="Name37" presStyleLbl="parChTrans1D3" presStyleIdx="5" presStyleCnt="20"/>
      <dgm:spPr/>
    </dgm:pt>
    <dgm:pt modelId="{78501DAF-5588-46D1-B329-ABD3F028FEE8}" type="pres">
      <dgm:prSet presAssocID="{E23AFCC5-20C5-4A2B-999E-9A1F08095A0E}" presName="hierRoot2" presStyleCnt="0">
        <dgm:presLayoutVars>
          <dgm:hierBranch val="init"/>
        </dgm:presLayoutVars>
      </dgm:prSet>
      <dgm:spPr/>
    </dgm:pt>
    <dgm:pt modelId="{DA4B9B2A-5E13-444D-82BF-CF5BCD682B51}" type="pres">
      <dgm:prSet presAssocID="{E23AFCC5-20C5-4A2B-999E-9A1F08095A0E}" presName="rootComposite" presStyleCnt="0"/>
      <dgm:spPr/>
    </dgm:pt>
    <dgm:pt modelId="{A0B0728F-8B06-49D0-8939-E44AF610FB47}" type="pres">
      <dgm:prSet presAssocID="{E23AFCC5-20C5-4A2B-999E-9A1F08095A0E}" presName="rootText" presStyleLbl="node3" presStyleIdx="5" presStyleCnt="20">
        <dgm:presLayoutVars>
          <dgm:chPref val="3"/>
        </dgm:presLayoutVars>
      </dgm:prSet>
      <dgm:spPr/>
    </dgm:pt>
    <dgm:pt modelId="{5CFA7ECB-C6BC-45C7-9A0B-9D21C3EE2E62}" type="pres">
      <dgm:prSet presAssocID="{E23AFCC5-20C5-4A2B-999E-9A1F08095A0E}" presName="rootConnector" presStyleLbl="node3" presStyleIdx="5" presStyleCnt="20"/>
      <dgm:spPr/>
    </dgm:pt>
    <dgm:pt modelId="{F6EAE652-FA76-4C1D-8EF9-1F34CAA9CA1E}" type="pres">
      <dgm:prSet presAssocID="{E23AFCC5-20C5-4A2B-999E-9A1F08095A0E}" presName="hierChild4" presStyleCnt="0"/>
      <dgm:spPr/>
    </dgm:pt>
    <dgm:pt modelId="{6414DE02-72BE-4260-B3D0-5C02EAC4A405}" type="pres">
      <dgm:prSet presAssocID="{E23AFCC5-20C5-4A2B-999E-9A1F08095A0E}" presName="hierChild5" presStyleCnt="0"/>
      <dgm:spPr/>
    </dgm:pt>
    <dgm:pt modelId="{1A8EAA10-8F35-4682-9071-75F58275BC76}" type="pres">
      <dgm:prSet presAssocID="{20CE3987-7845-46D9-8980-D6A1047500CA}" presName="Name37" presStyleLbl="parChTrans1D3" presStyleIdx="6" presStyleCnt="20"/>
      <dgm:spPr/>
    </dgm:pt>
    <dgm:pt modelId="{E62844F0-D2DE-4D3E-82BB-C313A359E49D}" type="pres">
      <dgm:prSet presAssocID="{28613AC1-D468-4F82-BA34-BB21DEC83132}" presName="hierRoot2" presStyleCnt="0">
        <dgm:presLayoutVars>
          <dgm:hierBranch val="init"/>
        </dgm:presLayoutVars>
      </dgm:prSet>
      <dgm:spPr/>
    </dgm:pt>
    <dgm:pt modelId="{860CEC76-951F-4232-9826-C56C23A0C648}" type="pres">
      <dgm:prSet presAssocID="{28613AC1-D468-4F82-BA34-BB21DEC83132}" presName="rootComposite" presStyleCnt="0"/>
      <dgm:spPr/>
    </dgm:pt>
    <dgm:pt modelId="{B1D9806C-75DC-4EA7-85DA-F4BF8261CD1A}" type="pres">
      <dgm:prSet presAssocID="{28613AC1-D468-4F82-BA34-BB21DEC83132}" presName="rootText" presStyleLbl="node3" presStyleIdx="6" presStyleCnt="20">
        <dgm:presLayoutVars>
          <dgm:chPref val="3"/>
        </dgm:presLayoutVars>
      </dgm:prSet>
      <dgm:spPr/>
    </dgm:pt>
    <dgm:pt modelId="{C7EECFC0-6C50-4AA0-97E9-E3A5D98754D8}" type="pres">
      <dgm:prSet presAssocID="{28613AC1-D468-4F82-BA34-BB21DEC83132}" presName="rootConnector" presStyleLbl="node3" presStyleIdx="6" presStyleCnt="20"/>
      <dgm:spPr/>
    </dgm:pt>
    <dgm:pt modelId="{CFD6CAD8-4FCA-451B-B791-6E1E418FB0D9}" type="pres">
      <dgm:prSet presAssocID="{28613AC1-D468-4F82-BA34-BB21DEC83132}" presName="hierChild4" presStyleCnt="0"/>
      <dgm:spPr/>
    </dgm:pt>
    <dgm:pt modelId="{2770F4DC-BF91-4825-9E99-0C588A866CE7}" type="pres">
      <dgm:prSet presAssocID="{28613AC1-D468-4F82-BA34-BB21DEC83132}" presName="hierChild5" presStyleCnt="0"/>
      <dgm:spPr/>
    </dgm:pt>
    <dgm:pt modelId="{2990DECD-ED79-492B-B11E-82D124CF77DD}" type="pres">
      <dgm:prSet presAssocID="{F44E5902-6B1B-43C6-9FF4-D446AFD2935B}" presName="Name37" presStyleLbl="parChTrans1D3" presStyleIdx="7" presStyleCnt="20"/>
      <dgm:spPr/>
    </dgm:pt>
    <dgm:pt modelId="{9482E165-F004-4B3B-A8A2-E98ED31ADFDC}" type="pres">
      <dgm:prSet presAssocID="{8F1A98BD-C76E-402E-A5C5-C6595FDF81E1}" presName="hierRoot2" presStyleCnt="0">
        <dgm:presLayoutVars>
          <dgm:hierBranch val="init"/>
        </dgm:presLayoutVars>
      </dgm:prSet>
      <dgm:spPr/>
    </dgm:pt>
    <dgm:pt modelId="{1F886F95-E173-4A6F-95E9-B5A103BF001F}" type="pres">
      <dgm:prSet presAssocID="{8F1A98BD-C76E-402E-A5C5-C6595FDF81E1}" presName="rootComposite" presStyleCnt="0"/>
      <dgm:spPr/>
    </dgm:pt>
    <dgm:pt modelId="{30DA77A3-E23C-49FB-9553-89DD162F8D1D}" type="pres">
      <dgm:prSet presAssocID="{8F1A98BD-C76E-402E-A5C5-C6595FDF81E1}" presName="rootText" presStyleLbl="node3" presStyleIdx="7" presStyleCnt="20">
        <dgm:presLayoutVars>
          <dgm:chPref val="3"/>
        </dgm:presLayoutVars>
      </dgm:prSet>
      <dgm:spPr/>
    </dgm:pt>
    <dgm:pt modelId="{2871C7E2-5705-4656-947F-69C422C3A489}" type="pres">
      <dgm:prSet presAssocID="{8F1A98BD-C76E-402E-A5C5-C6595FDF81E1}" presName="rootConnector" presStyleLbl="node3" presStyleIdx="7" presStyleCnt="20"/>
      <dgm:spPr/>
    </dgm:pt>
    <dgm:pt modelId="{B2CA9497-4E71-4D9B-B84F-B7B08F94F52A}" type="pres">
      <dgm:prSet presAssocID="{8F1A98BD-C76E-402E-A5C5-C6595FDF81E1}" presName="hierChild4" presStyleCnt="0"/>
      <dgm:spPr/>
    </dgm:pt>
    <dgm:pt modelId="{32B1A8C7-9F09-4FF2-9A89-44144C7E74A6}" type="pres">
      <dgm:prSet presAssocID="{8F1A98BD-C76E-402E-A5C5-C6595FDF81E1}" presName="hierChild5" presStyleCnt="0"/>
      <dgm:spPr/>
    </dgm:pt>
    <dgm:pt modelId="{63EDBA4E-E3F6-4179-9214-CD797EC5D099}" type="pres">
      <dgm:prSet presAssocID="{F3BD0223-1BC6-4BD4-AF2E-A82FE755673A}" presName="hierChild5" presStyleCnt="0"/>
      <dgm:spPr/>
    </dgm:pt>
    <dgm:pt modelId="{84504024-F917-44C2-AAF7-F31A035BEBC4}" type="pres">
      <dgm:prSet presAssocID="{C7BADD26-5388-40A9-AA1D-EA75E6F79984}" presName="Name37" presStyleLbl="parChTrans1D2" presStyleIdx="3" presStyleCnt="8"/>
      <dgm:spPr/>
    </dgm:pt>
    <dgm:pt modelId="{160C9E3E-52F7-464F-8C5E-10C8B664C862}" type="pres">
      <dgm:prSet presAssocID="{31E231F0-0C27-4A92-8D3C-49138990D9DF}" presName="hierRoot2" presStyleCnt="0">
        <dgm:presLayoutVars>
          <dgm:hierBranch val="init"/>
        </dgm:presLayoutVars>
      </dgm:prSet>
      <dgm:spPr/>
    </dgm:pt>
    <dgm:pt modelId="{85603A61-AAC1-4EDF-A8BF-C0112D135229}" type="pres">
      <dgm:prSet presAssocID="{31E231F0-0C27-4A92-8D3C-49138990D9DF}" presName="rootComposite" presStyleCnt="0"/>
      <dgm:spPr/>
    </dgm:pt>
    <dgm:pt modelId="{BF144789-9BB3-4C65-A321-29C88D438B84}" type="pres">
      <dgm:prSet presAssocID="{31E231F0-0C27-4A92-8D3C-49138990D9DF}" presName="rootText" presStyleLbl="node2" presStyleIdx="3" presStyleCnt="8">
        <dgm:presLayoutVars>
          <dgm:chPref val="3"/>
        </dgm:presLayoutVars>
      </dgm:prSet>
      <dgm:spPr/>
    </dgm:pt>
    <dgm:pt modelId="{FEA49FC2-9B0D-4967-8666-245E26621CA0}" type="pres">
      <dgm:prSet presAssocID="{31E231F0-0C27-4A92-8D3C-49138990D9DF}" presName="rootConnector" presStyleLbl="node2" presStyleIdx="3" presStyleCnt="8"/>
      <dgm:spPr/>
    </dgm:pt>
    <dgm:pt modelId="{9C2117DC-8253-4DBB-B6CF-9F1B7EF84060}" type="pres">
      <dgm:prSet presAssocID="{31E231F0-0C27-4A92-8D3C-49138990D9DF}" presName="hierChild4" presStyleCnt="0"/>
      <dgm:spPr/>
    </dgm:pt>
    <dgm:pt modelId="{8A224422-F569-403F-8CD0-195B946CBF05}" type="pres">
      <dgm:prSet presAssocID="{37A17460-AA57-4998-BF97-DE487ECA125D}" presName="Name37" presStyleLbl="parChTrans1D3" presStyleIdx="8" presStyleCnt="20"/>
      <dgm:spPr/>
    </dgm:pt>
    <dgm:pt modelId="{A5E1DB32-1C57-4C83-B901-B57DC060B43B}" type="pres">
      <dgm:prSet presAssocID="{88FB5E40-4EA8-41E5-BAA5-5A945EAC8C96}" presName="hierRoot2" presStyleCnt="0">
        <dgm:presLayoutVars>
          <dgm:hierBranch val="init"/>
        </dgm:presLayoutVars>
      </dgm:prSet>
      <dgm:spPr/>
    </dgm:pt>
    <dgm:pt modelId="{E1461B67-DC62-4073-B646-9D0C456DD8C9}" type="pres">
      <dgm:prSet presAssocID="{88FB5E40-4EA8-41E5-BAA5-5A945EAC8C96}" presName="rootComposite" presStyleCnt="0"/>
      <dgm:spPr/>
    </dgm:pt>
    <dgm:pt modelId="{B1C88AB5-21A4-4768-8838-356F6519318A}" type="pres">
      <dgm:prSet presAssocID="{88FB5E40-4EA8-41E5-BAA5-5A945EAC8C96}" presName="rootText" presStyleLbl="node3" presStyleIdx="8" presStyleCnt="20">
        <dgm:presLayoutVars>
          <dgm:chPref val="3"/>
        </dgm:presLayoutVars>
      </dgm:prSet>
      <dgm:spPr/>
    </dgm:pt>
    <dgm:pt modelId="{1F849F76-67DF-485F-BC15-34F5C17F3E0F}" type="pres">
      <dgm:prSet presAssocID="{88FB5E40-4EA8-41E5-BAA5-5A945EAC8C96}" presName="rootConnector" presStyleLbl="node3" presStyleIdx="8" presStyleCnt="20"/>
      <dgm:spPr/>
    </dgm:pt>
    <dgm:pt modelId="{3B5E0256-066A-4090-A9F0-4DB1A4CC0595}" type="pres">
      <dgm:prSet presAssocID="{88FB5E40-4EA8-41E5-BAA5-5A945EAC8C96}" presName="hierChild4" presStyleCnt="0"/>
      <dgm:spPr/>
    </dgm:pt>
    <dgm:pt modelId="{F2C75D48-D99B-4749-8D2B-6B9AE20BC03F}" type="pres">
      <dgm:prSet presAssocID="{88FB5E40-4EA8-41E5-BAA5-5A945EAC8C96}" presName="hierChild5" presStyleCnt="0"/>
      <dgm:spPr/>
    </dgm:pt>
    <dgm:pt modelId="{C7603335-9B10-4E57-8110-DEB470810325}" type="pres">
      <dgm:prSet presAssocID="{C0C384D3-E7BF-4F48-9AE9-DB163FD3F005}" presName="Name37" presStyleLbl="parChTrans1D3" presStyleIdx="9" presStyleCnt="20"/>
      <dgm:spPr/>
    </dgm:pt>
    <dgm:pt modelId="{845E7B5F-5553-4426-925A-FE11DF1AA6E8}" type="pres">
      <dgm:prSet presAssocID="{A46BF42A-0115-40FD-80B1-5A9C14EFED87}" presName="hierRoot2" presStyleCnt="0">
        <dgm:presLayoutVars>
          <dgm:hierBranch val="init"/>
        </dgm:presLayoutVars>
      </dgm:prSet>
      <dgm:spPr/>
    </dgm:pt>
    <dgm:pt modelId="{E10829C8-245B-478C-9454-A2290F814396}" type="pres">
      <dgm:prSet presAssocID="{A46BF42A-0115-40FD-80B1-5A9C14EFED87}" presName="rootComposite" presStyleCnt="0"/>
      <dgm:spPr/>
    </dgm:pt>
    <dgm:pt modelId="{39F7877B-283B-40D4-B4FC-8C2F3CECE7E3}" type="pres">
      <dgm:prSet presAssocID="{A46BF42A-0115-40FD-80B1-5A9C14EFED87}" presName="rootText" presStyleLbl="node3" presStyleIdx="9" presStyleCnt="20">
        <dgm:presLayoutVars>
          <dgm:chPref val="3"/>
        </dgm:presLayoutVars>
      </dgm:prSet>
      <dgm:spPr/>
    </dgm:pt>
    <dgm:pt modelId="{92802576-6D4D-43ED-8E33-15F15CF6823B}" type="pres">
      <dgm:prSet presAssocID="{A46BF42A-0115-40FD-80B1-5A9C14EFED87}" presName="rootConnector" presStyleLbl="node3" presStyleIdx="9" presStyleCnt="20"/>
      <dgm:spPr/>
    </dgm:pt>
    <dgm:pt modelId="{F46F3F82-8B95-4D83-853F-577CE03F17EB}" type="pres">
      <dgm:prSet presAssocID="{A46BF42A-0115-40FD-80B1-5A9C14EFED87}" presName="hierChild4" presStyleCnt="0"/>
      <dgm:spPr/>
    </dgm:pt>
    <dgm:pt modelId="{0D2193C1-17EC-452D-85BB-C979C43DB889}" type="pres">
      <dgm:prSet presAssocID="{A46BF42A-0115-40FD-80B1-5A9C14EFED87}" presName="hierChild5" presStyleCnt="0"/>
      <dgm:spPr/>
    </dgm:pt>
    <dgm:pt modelId="{084D7060-EE22-44AE-9658-C701BEFF50EE}" type="pres">
      <dgm:prSet presAssocID="{31E231F0-0C27-4A92-8D3C-49138990D9DF}" presName="hierChild5" presStyleCnt="0"/>
      <dgm:spPr/>
    </dgm:pt>
    <dgm:pt modelId="{A7BF7221-E1BD-4B37-AA6E-BB3FBB35430E}" type="pres">
      <dgm:prSet presAssocID="{FF5B799A-0408-449D-8CC9-9CEA766C72FD}" presName="Name37" presStyleLbl="parChTrans1D2" presStyleIdx="4" presStyleCnt="8"/>
      <dgm:spPr/>
    </dgm:pt>
    <dgm:pt modelId="{C3F50DE5-75B5-4B5A-9807-8D7FDE11366F}" type="pres">
      <dgm:prSet presAssocID="{86E4DB9C-A122-494D-ACD7-707322EF8C39}" presName="hierRoot2" presStyleCnt="0">
        <dgm:presLayoutVars>
          <dgm:hierBranch val="init"/>
        </dgm:presLayoutVars>
      </dgm:prSet>
      <dgm:spPr/>
    </dgm:pt>
    <dgm:pt modelId="{5A7F3AE7-2131-497A-897D-1D458FBA1023}" type="pres">
      <dgm:prSet presAssocID="{86E4DB9C-A122-494D-ACD7-707322EF8C39}" presName="rootComposite" presStyleCnt="0"/>
      <dgm:spPr/>
    </dgm:pt>
    <dgm:pt modelId="{6219AD27-19B8-4BD8-8992-C7B490BA3006}" type="pres">
      <dgm:prSet presAssocID="{86E4DB9C-A122-494D-ACD7-707322EF8C39}" presName="rootText" presStyleLbl="node2" presStyleIdx="4" presStyleCnt="8">
        <dgm:presLayoutVars>
          <dgm:chPref val="3"/>
        </dgm:presLayoutVars>
      </dgm:prSet>
      <dgm:spPr/>
    </dgm:pt>
    <dgm:pt modelId="{F87C0ABC-7E63-4756-9ACF-77299E2B64D3}" type="pres">
      <dgm:prSet presAssocID="{86E4DB9C-A122-494D-ACD7-707322EF8C39}" presName="rootConnector" presStyleLbl="node2" presStyleIdx="4" presStyleCnt="8"/>
      <dgm:spPr/>
    </dgm:pt>
    <dgm:pt modelId="{63DF8A54-9942-4206-9465-4735AA6558B3}" type="pres">
      <dgm:prSet presAssocID="{86E4DB9C-A122-494D-ACD7-707322EF8C39}" presName="hierChild4" presStyleCnt="0"/>
      <dgm:spPr/>
    </dgm:pt>
    <dgm:pt modelId="{AB57B4E9-F115-4A4E-9939-8593E8751A6A}" type="pres">
      <dgm:prSet presAssocID="{1618C84C-C65B-4938-BFAA-0BB958AC68AC}" presName="Name37" presStyleLbl="parChTrans1D3" presStyleIdx="10" presStyleCnt="20"/>
      <dgm:spPr/>
    </dgm:pt>
    <dgm:pt modelId="{12DC03D9-15FC-4CE0-80DB-24F14EB42BE1}" type="pres">
      <dgm:prSet presAssocID="{A6D1332A-45F3-44A0-9A07-12A9FA2D215D}" presName="hierRoot2" presStyleCnt="0">
        <dgm:presLayoutVars>
          <dgm:hierBranch val="init"/>
        </dgm:presLayoutVars>
      </dgm:prSet>
      <dgm:spPr/>
    </dgm:pt>
    <dgm:pt modelId="{98DE7594-C823-495F-9263-663347742BF1}" type="pres">
      <dgm:prSet presAssocID="{A6D1332A-45F3-44A0-9A07-12A9FA2D215D}" presName="rootComposite" presStyleCnt="0"/>
      <dgm:spPr/>
    </dgm:pt>
    <dgm:pt modelId="{6BC8494A-F667-42E4-B75C-60BAA9E9CBCC}" type="pres">
      <dgm:prSet presAssocID="{A6D1332A-45F3-44A0-9A07-12A9FA2D215D}" presName="rootText" presStyleLbl="node3" presStyleIdx="10" presStyleCnt="20">
        <dgm:presLayoutVars>
          <dgm:chPref val="3"/>
        </dgm:presLayoutVars>
      </dgm:prSet>
      <dgm:spPr/>
    </dgm:pt>
    <dgm:pt modelId="{3D79B794-16D6-48CE-9CA4-886882BE44D3}" type="pres">
      <dgm:prSet presAssocID="{A6D1332A-45F3-44A0-9A07-12A9FA2D215D}" presName="rootConnector" presStyleLbl="node3" presStyleIdx="10" presStyleCnt="20"/>
      <dgm:spPr/>
    </dgm:pt>
    <dgm:pt modelId="{7BDC1500-BE85-46B8-85C7-0AE4657AF25E}" type="pres">
      <dgm:prSet presAssocID="{A6D1332A-45F3-44A0-9A07-12A9FA2D215D}" presName="hierChild4" presStyleCnt="0"/>
      <dgm:spPr/>
    </dgm:pt>
    <dgm:pt modelId="{36B83020-6A73-4719-B1F2-0A22471B721A}" type="pres">
      <dgm:prSet presAssocID="{A6D1332A-45F3-44A0-9A07-12A9FA2D215D}" presName="hierChild5" presStyleCnt="0"/>
      <dgm:spPr/>
    </dgm:pt>
    <dgm:pt modelId="{E33A45C0-5E4A-4138-863B-CC9DE2E73634}" type="pres">
      <dgm:prSet presAssocID="{A3A72F3F-C744-4288-A490-4AA0FE8D1F33}" presName="Name37" presStyleLbl="parChTrans1D3" presStyleIdx="11" presStyleCnt="20"/>
      <dgm:spPr/>
    </dgm:pt>
    <dgm:pt modelId="{EA8DF5B0-D8A9-428A-9398-2F273B48241E}" type="pres">
      <dgm:prSet presAssocID="{DAD8E980-A642-4BD1-8AAD-429C0CA8DF0C}" presName="hierRoot2" presStyleCnt="0">
        <dgm:presLayoutVars>
          <dgm:hierBranch val="init"/>
        </dgm:presLayoutVars>
      </dgm:prSet>
      <dgm:spPr/>
    </dgm:pt>
    <dgm:pt modelId="{D9675317-EDF6-4BF8-A179-450B223156FB}" type="pres">
      <dgm:prSet presAssocID="{DAD8E980-A642-4BD1-8AAD-429C0CA8DF0C}" presName="rootComposite" presStyleCnt="0"/>
      <dgm:spPr/>
    </dgm:pt>
    <dgm:pt modelId="{3BE2E796-2EF9-4189-BC6B-6D6F8A3CF7F5}" type="pres">
      <dgm:prSet presAssocID="{DAD8E980-A642-4BD1-8AAD-429C0CA8DF0C}" presName="rootText" presStyleLbl="node3" presStyleIdx="11" presStyleCnt="20">
        <dgm:presLayoutVars>
          <dgm:chPref val="3"/>
        </dgm:presLayoutVars>
      </dgm:prSet>
      <dgm:spPr/>
    </dgm:pt>
    <dgm:pt modelId="{857A5C78-648B-4C9C-ADED-41E988735390}" type="pres">
      <dgm:prSet presAssocID="{DAD8E980-A642-4BD1-8AAD-429C0CA8DF0C}" presName="rootConnector" presStyleLbl="node3" presStyleIdx="11" presStyleCnt="20"/>
      <dgm:spPr/>
    </dgm:pt>
    <dgm:pt modelId="{A85D0D66-AA38-4C54-8593-BC8E6E6A3398}" type="pres">
      <dgm:prSet presAssocID="{DAD8E980-A642-4BD1-8AAD-429C0CA8DF0C}" presName="hierChild4" presStyleCnt="0"/>
      <dgm:spPr/>
    </dgm:pt>
    <dgm:pt modelId="{F32B9E37-AFA0-4ADE-9808-5CEB95D3CFD1}" type="pres">
      <dgm:prSet presAssocID="{DAD8E980-A642-4BD1-8AAD-429C0CA8DF0C}" presName="hierChild5" presStyleCnt="0"/>
      <dgm:spPr/>
    </dgm:pt>
    <dgm:pt modelId="{B2DC7429-D392-4B64-8E58-76EAD2E58BA0}" type="pres">
      <dgm:prSet presAssocID="{875B067B-3123-48CB-B0B2-83E0B0E46CD5}" presName="Name37" presStyleLbl="parChTrans1D3" presStyleIdx="12" presStyleCnt="20"/>
      <dgm:spPr/>
    </dgm:pt>
    <dgm:pt modelId="{723BB0C4-9464-4823-943C-0DECE9ABAEC7}" type="pres">
      <dgm:prSet presAssocID="{F34C34BC-B2F0-4EA0-A094-15738DE370F0}" presName="hierRoot2" presStyleCnt="0">
        <dgm:presLayoutVars>
          <dgm:hierBranch val="init"/>
        </dgm:presLayoutVars>
      </dgm:prSet>
      <dgm:spPr/>
    </dgm:pt>
    <dgm:pt modelId="{E5C606B7-55C3-46E3-964C-F1B12346026F}" type="pres">
      <dgm:prSet presAssocID="{F34C34BC-B2F0-4EA0-A094-15738DE370F0}" presName="rootComposite" presStyleCnt="0"/>
      <dgm:spPr/>
    </dgm:pt>
    <dgm:pt modelId="{ECDC5801-CD15-4276-BC01-57C157E59C42}" type="pres">
      <dgm:prSet presAssocID="{F34C34BC-B2F0-4EA0-A094-15738DE370F0}" presName="rootText" presStyleLbl="node3" presStyleIdx="12" presStyleCnt="20">
        <dgm:presLayoutVars>
          <dgm:chPref val="3"/>
        </dgm:presLayoutVars>
      </dgm:prSet>
      <dgm:spPr/>
    </dgm:pt>
    <dgm:pt modelId="{A58835A9-0EE1-4681-9A06-C58FEE393F41}" type="pres">
      <dgm:prSet presAssocID="{F34C34BC-B2F0-4EA0-A094-15738DE370F0}" presName="rootConnector" presStyleLbl="node3" presStyleIdx="12" presStyleCnt="20"/>
      <dgm:spPr/>
    </dgm:pt>
    <dgm:pt modelId="{4DF63866-52D9-4431-902B-E135A8928E9A}" type="pres">
      <dgm:prSet presAssocID="{F34C34BC-B2F0-4EA0-A094-15738DE370F0}" presName="hierChild4" presStyleCnt="0"/>
      <dgm:spPr/>
    </dgm:pt>
    <dgm:pt modelId="{6C8D73E3-B866-4124-B0B3-3042B3C09588}" type="pres">
      <dgm:prSet presAssocID="{F34C34BC-B2F0-4EA0-A094-15738DE370F0}" presName="hierChild5" presStyleCnt="0"/>
      <dgm:spPr/>
    </dgm:pt>
    <dgm:pt modelId="{7A8353A1-B50D-49DF-A8F5-116637E495B9}" type="pres">
      <dgm:prSet presAssocID="{86E4DB9C-A122-494D-ACD7-707322EF8C39}" presName="hierChild5" presStyleCnt="0"/>
      <dgm:spPr/>
    </dgm:pt>
    <dgm:pt modelId="{F1EF53CA-65A0-4546-938F-8CFF182923EA}" type="pres">
      <dgm:prSet presAssocID="{A60B2636-1E8B-4A88-A229-5E01FBCE6B55}" presName="Name37" presStyleLbl="parChTrans1D2" presStyleIdx="5" presStyleCnt="8"/>
      <dgm:spPr/>
    </dgm:pt>
    <dgm:pt modelId="{070AE937-E09C-4066-B333-B3219DB13CC2}" type="pres">
      <dgm:prSet presAssocID="{F6F5693F-A83B-4476-8CAB-E20D3D32472B}" presName="hierRoot2" presStyleCnt="0">
        <dgm:presLayoutVars>
          <dgm:hierBranch val="init"/>
        </dgm:presLayoutVars>
      </dgm:prSet>
      <dgm:spPr/>
    </dgm:pt>
    <dgm:pt modelId="{3D74B967-C444-4CD2-9861-6B5EF0CEE506}" type="pres">
      <dgm:prSet presAssocID="{F6F5693F-A83B-4476-8CAB-E20D3D32472B}" presName="rootComposite" presStyleCnt="0"/>
      <dgm:spPr/>
    </dgm:pt>
    <dgm:pt modelId="{147ED431-04BD-4C0E-ACCE-768E19B4225E}" type="pres">
      <dgm:prSet presAssocID="{F6F5693F-A83B-4476-8CAB-E20D3D32472B}" presName="rootText" presStyleLbl="node2" presStyleIdx="5" presStyleCnt="8">
        <dgm:presLayoutVars>
          <dgm:chPref val="3"/>
        </dgm:presLayoutVars>
      </dgm:prSet>
      <dgm:spPr/>
    </dgm:pt>
    <dgm:pt modelId="{EC4CDD50-DC08-4290-9334-0A07C13DBD5F}" type="pres">
      <dgm:prSet presAssocID="{F6F5693F-A83B-4476-8CAB-E20D3D32472B}" presName="rootConnector" presStyleLbl="node2" presStyleIdx="5" presStyleCnt="8"/>
      <dgm:spPr/>
    </dgm:pt>
    <dgm:pt modelId="{9CBB9448-FD7B-4A6A-B26C-01325E0AB643}" type="pres">
      <dgm:prSet presAssocID="{F6F5693F-A83B-4476-8CAB-E20D3D32472B}" presName="hierChild4" presStyleCnt="0"/>
      <dgm:spPr/>
    </dgm:pt>
    <dgm:pt modelId="{A0EAFF68-EBAF-48F8-9BFA-C121591EF353}" type="pres">
      <dgm:prSet presAssocID="{32524125-0DEF-4C30-849F-3B427DE23B57}" presName="Name37" presStyleLbl="parChTrans1D3" presStyleIdx="13" presStyleCnt="20"/>
      <dgm:spPr/>
    </dgm:pt>
    <dgm:pt modelId="{222ECCB5-F350-4C1F-B259-FD27B452FF29}" type="pres">
      <dgm:prSet presAssocID="{3541F3F6-F54A-4810-A9C3-596700D8F74F}" presName="hierRoot2" presStyleCnt="0">
        <dgm:presLayoutVars>
          <dgm:hierBranch val="init"/>
        </dgm:presLayoutVars>
      </dgm:prSet>
      <dgm:spPr/>
    </dgm:pt>
    <dgm:pt modelId="{E5B967C5-C0CE-4C81-A1D3-ACAA4BFA80D3}" type="pres">
      <dgm:prSet presAssocID="{3541F3F6-F54A-4810-A9C3-596700D8F74F}" presName="rootComposite" presStyleCnt="0"/>
      <dgm:spPr/>
    </dgm:pt>
    <dgm:pt modelId="{6356787F-7915-43AB-9CD7-7F8018502AAD}" type="pres">
      <dgm:prSet presAssocID="{3541F3F6-F54A-4810-A9C3-596700D8F74F}" presName="rootText" presStyleLbl="node3" presStyleIdx="13" presStyleCnt="20">
        <dgm:presLayoutVars>
          <dgm:chPref val="3"/>
        </dgm:presLayoutVars>
      </dgm:prSet>
      <dgm:spPr/>
    </dgm:pt>
    <dgm:pt modelId="{EDB80103-98EA-4105-82F0-679E4A1CD50A}" type="pres">
      <dgm:prSet presAssocID="{3541F3F6-F54A-4810-A9C3-596700D8F74F}" presName="rootConnector" presStyleLbl="node3" presStyleIdx="13" presStyleCnt="20"/>
      <dgm:spPr/>
    </dgm:pt>
    <dgm:pt modelId="{79310C85-8DB7-4B39-B5D2-C0A875290DBE}" type="pres">
      <dgm:prSet presAssocID="{3541F3F6-F54A-4810-A9C3-596700D8F74F}" presName="hierChild4" presStyleCnt="0"/>
      <dgm:spPr/>
    </dgm:pt>
    <dgm:pt modelId="{016B0207-20EF-451E-801C-77FEC2E7884D}" type="pres">
      <dgm:prSet presAssocID="{3541F3F6-F54A-4810-A9C3-596700D8F74F}" presName="hierChild5" presStyleCnt="0"/>
      <dgm:spPr/>
    </dgm:pt>
    <dgm:pt modelId="{A5108C3C-A4B7-4441-A2A1-C21B7776C954}" type="pres">
      <dgm:prSet presAssocID="{7D73DC23-15CE-47F9-85CC-27BB8E01EC68}" presName="Name37" presStyleLbl="parChTrans1D3" presStyleIdx="14" presStyleCnt="20"/>
      <dgm:spPr/>
    </dgm:pt>
    <dgm:pt modelId="{462B1080-4FCB-46F2-AE3D-6EF20B647FEF}" type="pres">
      <dgm:prSet presAssocID="{88DB6600-D154-44C3-9DC8-508B86980CAC}" presName="hierRoot2" presStyleCnt="0">
        <dgm:presLayoutVars>
          <dgm:hierBranch val="init"/>
        </dgm:presLayoutVars>
      </dgm:prSet>
      <dgm:spPr/>
    </dgm:pt>
    <dgm:pt modelId="{78814674-B494-4B0B-A0F3-5C925C9B5D33}" type="pres">
      <dgm:prSet presAssocID="{88DB6600-D154-44C3-9DC8-508B86980CAC}" presName="rootComposite" presStyleCnt="0"/>
      <dgm:spPr/>
    </dgm:pt>
    <dgm:pt modelId="{EF230A45-B685-437F-B1E0-D54C31AC4495}" type="pres">
      <dgm:prSet presAssocID="{88DB6600-D154-44C3-9DC8-508B86980CAC}" presName="rootText" presStyleLbl="node3" presStyleIdx="14" presStyleCnt="20">
        <dgm:presLayoutVars>
          <dgm:chPref val="3"/>
        </dgm:presLayoutVars>
      </dgm:prSet>
      <dgm:spPr/>
    </dgm:pt>
    <dgm:pt modelId="{54040D6E-BBFB-4323-B3B4-F3895118F878}" type="pres">
      <dgm:prSet presAssocID="{88DB6600-D154-44C3-9DC8-508B86980CAC}" presName="rootConnector" presStyleLbl="node3" presStyleIdx="14" presStyleCnt="20"/>
      <dgm:spPr/>
    </dgm:pt>
    <dgm:pt modelId="{4A1BF05F-E541-4C19-8B7B-FB32A879A113}" type="pres">
      <dgm:prSet presAssocID="{88DB6600-D154-44C3-9DC8-508B86980CAC}" presName="hierChild4" presStyleCnt="0"/>
      <dgm:spPr/>
    </dgm:pt>
    <dgm:pt modelId="{C0EFC3AC-1BE4-45AC-B560-BF125CFB8E45}" type="pres">
      <dgm:prSet presAssocID="{88DB6600-D154-44C3-9DC8-508B86980CAC}" presName="hierChild5" presStyleCnt="0"/>
      <dgm:spPr/>
    </dgm:pt>
    <dgm:pt modelId="{D478BD42-B405-4E19-BAFF-C1F41FD82687}" type="pres">
      <dgm:prSet presAssocID="{787DD595-933A-4C8C-906D-AA7D9E2A71E3}" presName="Name37" presStyleLbl="parChTrans1D3" presStyleIdx="15" presStyleCnt="20"/>
      <dgm:spPr/>
    </dgm:pt>
    <dgm:pt modelId="{7AE35F23-EE86-4E9D-AE15-7F2D54B0AE5D}" type="pres">
      <dgm:prSet presAssocID="{7E23E1EF-B38C-4D3A-A416-2F3479D87AFA}" presName="hierRoot2" presStyleCnt="0">
        <dgm:presLayoutVars>
          <dgm:hierBranch val="init"/>
        </dgm:presLayoutVars>
      </dgm:prSet>
      <dgm:spPr/>
    </dgm:pt>
    <dgm:pt modelId="{84F58136-8904-4950-806C-4D865AB81DA5}" type="pres">
      <dgm:prSet presAssocID="{7E23E1EF-B38C-4D3A-A416-2F3479D87AFA}" presName="rootComposite" presStyleCnt="0"/>
      <dgm:spPr/>
    </dgm:pt>
    <dgm:pt modelId="{8E5A367B-D7B1-46B1-A78E-E05D99436D22}" type="pres">
      <dgm:prSet presAssocID="{7E23E1EF-B38C-4D3A-A416-2F3479D87AFA}" presName="rootText" presStyleLbl="node3" presStyleIdx="15" presStyleCnt="20">
        <dgm:presLayoutVars>
          <dgm:chPref val="3"/>
        </dgm:presLayoutVars>
      </dgm:prSet>
      <dgm:spPr/>
    </dgm:pt>
    <dgm:pt modelId="{0C3C812B-5C8F-4B0F-AD73-AF996FB6BF5F}" type="pres">
      <dgm:prSet presAssocID="{7E23E1EF-B38C-4D3A-A416-2F3479D87AFA}" presName="rootConnector" presStyleLbl="node3" presStyleIdx="15" presStyleCnt="20"/>
      <dgm:spPr/>
    </dgm:pt>
    <dgm:pt modelId="{75CAC603-8323-4F4D-9A3E-8F5FD182D40B}" type="pres">
      <dgm:prSet presAssocID="{7E23E1EF-B38C-4D3A-A416-2F3479D87AFA}" presName="hierChild4" presStyleCnt="0"/>
      <dgm:spPr/>
    </dgm:pt>
    <dgm:pt modelId="{588352CA-8B4B-498F-96EA-B10161C93560}" type="pres">
      <dgm:prSet presAssocID="{7E23E1EF-B38C-4D3A-A416-2F3479D87AFA}" presName="hierChild5" presStyleCnt="0"/>
      <dgm:spPr/>
    </dgm:pt>
    <dgm:pt modelId="{BF0EBE18-9FC8-4B8A-8E20-FD1D3AD6BB42}" type="pres">
      <dgm:prSet presAssocID="{F6F5693F-A83B-4476-8CAB-E20D3D32472B}" presName="hierChild5" presStyleCnt="0"/>
      <dgm:spPr/>
    </dgm:pt>
    <dgm:pt modelId="{2565DC93-5EBA-41DE-AA32-FC56EFAB6E92}" type="pres">
      <dgm:prSet presAssocID="{6EE92A2A-CDAF-4D85-B73D-6B0B260FBF34}" presName="Name37" presStyleLbl="parChTrans1D2" presStyleIdx="6" presStyleCnt="8"/>
      <dgm:spPr/>
    </dgm:pt>
    <dgm:pt modelId="{8D3DCE38-1FE5-4845-90F2-3C62B5C45485}" type="pres">
      <dgm:prSet presAssocID="{180AB977-D545-4386-8C60-06CE8F698BB1}" presName="hierRoot2" presStyleCnt="0">
        <dgm:presLayoutVars>
          <dgm:hierBranch val="init"/>
        </dgm:presLayoutVars>
      </dgm:prSet>
      <dgm:spPr/>
    </dgm:pt>
    <dgm:pt modelId="{32B9FA5E-3F6E-445D-9BF3-99221991D03F}" type="pres">
      <dgm:prSet presAssocID="{180AB977-D545-4386-8C60-06CE8F698BB1}" presName="rootComposite" presStyleCnt="0"/>
      <dgm:spPr/>
    </dgm:pt>
    <dgm:pt modelId="{1FC6F8FF-CA2F-4CD5-AC48-5C735703C216}" type="pres">
      <dgm:prSet presAssocID="{180AB977-D545-4386-8C60-06CE8F698BB1}" presName="rootText" presStyleLbl="node2" presStyleIdx="6" presStyleCnt="8">
        <dgm:presLayoutVars>
          <dgm:chPref val="3"/>
        </dgm:presLayoutVars>
      </dgm:prSet>
      <dgm:spPr/>
    </dgm:pt>
    <dgm:pt modelId="{1DFC7349-AAB0-4AF0-83B1-B9FF1F483591}" type="pres">
      <dgm:prSet presAssocID="{180AB977-D545-4386-8C60-06CE8F698BB1}" presName="rootConnector" presStyleLbl="node2" presStyleIdx="6" presStyleCnt="8"/>
      <dgm:spPr/>
    </dgm:pt>
    <dgm:pt modelId="{30B7EEC4-F4F0-4C80-87D4-4F8513A0F932}" type="pres">
      <dgm:prSet presAssocID="{180AB977-D545-4386-8C60-06CE8F698BB1}" presName="hierChild4" presStyleCnt="0"/>
      <dgm:spPr/>
    </dgm:pt>
    <dgm:pt modelId="{F80F2C3E-A3B0-4B87-BD15-275E6A0D8CCE}" type="pres">
      <dgm:prSet presAssocID="{D7CB4208-E7C1-439C-BB70-47B1D343D724}" presName="Name37" presStyleLbl="parChTrans1D3" presStyleIdx="16" presStyleCnt="20"/>
      <dgm:spPr/>
    </dgm:pt>
    <dgm:pt modelId="{0D38593B-86CF-4C7E-B300-1247EDDD2D25}" type="pres">
      <dgm:prSet presAssocID="{F1603C61-2A62-4599-9477-A991250C165D}" presName="hierRoot2" presStyleCnt="0">
        <dgm:presLayoutVars>
          <dgm:hierBranch val="init"/>
        </dgm:presLayoutVars>
      </dgm:prSet>
      <dgm:spPr/>
    </dgm:pt>
    <dgm:pt modelId="{4B228F62-C5D8-45A4-92C6-6515A6BD06ED}" type="pres">
      <dgm:prSet presAssocID="{F1603C61-2A62-4599-9477-A991250C165D}" presName="rootComposite" presStyleCnt="0"/>
      <dgm:spPr/>
    </dgm:pt>
    <dgm:pt modelId="{8418CE30-52BF-47D0-A987-FB5D90AB01CA}" type="pres">
      <dgm:prSet presAssocID="{F1603C61-2A62-4599-9477-A991250C165D}" presName="rootText" presStyleLbl="node3" presStyleIdx="16" presStyleCnt="20">
        <dgm:presLayoutVars>
          <dgm:chPref val="3"/>
        </dgm:presLayoutVars>
      </dgm:prSet>
      <dgm:spPr/>
    </dgm:pt>
    <dgm:pt modelId="{987C6F10-6447-4223-B32E-97D762FD6206}" type="pres">
      <dgm:prSet presAssocID="{F1603C61-2A62-4599-9477-A991250C165D}" presName="rootConnector" presStyleLbl="node3" presStyleIdx="16" presStyleCnt="20"/>
      <dgm:spPr/>
    </dgm:pt>
    <dgm:pt modelId="{151D8C71-B453-437C-8238-16FF12930909}" type="pres">
      <dgm:prSet presAssocID="{F1603C61-2A62-4599-9477-A991250C165D}" presName="hierChild4" presStyleCnt="0"/>
      <dgm:spPr/>
    </dgm:pt>
    <dgm:pt modelId="{326C55DD-0A5F-4CC9-AB08-19C9448A75FF}" type="pres">
      <dgm:prSet presAssocID="{F1603C61-2A62-4599-9477-A991250C165D}" presName="hierChild5" presStyleCnt="0"/>
      <dgm:spPr/>
    </dgm:pt>
    <dgm:pt modelId="{3A121BE8-CA82-44A7-BA3A-6D9C27F4D0A3}" type="pres">
      <dgm:prSet presAssocID="{396736E1-E13E-4E87-AE9A-A021420833CC}" presName="Name37" presStyleLbl="parChTrans1D3" presStyleIdx="17" presStyleCnt="20"/>
      <dgm:spPr/>
    </dgm:pt>
    <dgm:pt modelId="{BE5AD0FC-B7BB-4DB3-95A8-0E4BFF34DCDA}" type="pres">
      <dgm:prSet presAssocID="{47E0B413-49F0-4F3F-A61A-055AC8DE0877}" presName="hierRoot2" presStyleCnt="0">
        <dgm:presLayoutVars>
          <dgm:hierBranch val="init"/>
        </dgm:presLayoutVars>
      </dgm:prSet>
      <dgm:spPr/>
    </dgm:pt>
    <dgm:pt modelId="{DFF2C04F-BAAC-4771-824E-8E0D2BE96123}" type="pres">
      <dgm:prSet presAssocID="{47E0B413-49F0-4F3F-A61A-055AC8DE0877}" presName="rootComposite" presStyleCnt="0"/>
      <dgm:spPr/>
    </dgm:pt>
    <dgm:pt modelId="{8FBA0D79-66A8-43CB-B163-1940B80DFCA3}" type="pres">
      <dgm:prSet presAssocID="{47E0B413-49F0-4F3F-A61A-055AC8DE0877}" presName="rootText" presStyleLbl="node3" presStyleIdx="17" presStyleCnt="20">
        <dgm:presLayoutVars>
          <dgm:chPref val="3"/>
        </dgm:presLayoutVars>
      </dgm:prSet>
      <dgm:spPr/>
    </dgm:pt>
    <dgm:pt modelId="{1E69473F-1359-40D1-8C8F-EEAA1E6754F1}" type="pres">
      <dgm:prSet presAssocID="{47E0B413-49F0-4F3F-A61A-055AC8DE0877}" presName="rootConnector" presStyleLbl="node3" presStyleIdx="17" presStyleCnt="20"/>
      <dgm:spPr/>
    </dgm:pt>
    <dgm:pt modelId="{C659DD03-1A4A-40BE-A224-695F3318430B}" type="pres">
      <dgm:prSet presAssocID="{47E0B413-49F0-4F3F-A61A-055AC8DE0877}" presName="hierChild4" presStyleCnt="0"/>
      <dgm:spPr/>
    </dgm:pt>
    <dgm:pt modelId="{A9ECF2CC-AD08-4F82-8F49-8883955DC6B4}" type="pres">
      <dgm:prSet presAssocID="{47E0B413-49F0-4F3F-A61A-055AC8DE0877}" presName="hierChild5" presStyleCnt="0"/>
      <dgm:spPr/>
    </dgm:pt>
    <dgm:pt modelId="{367689D7-6385-40B9-AAA9-E7E6286091C1}" type="pres">
      <dgm:prSet presAssocID="{180AB977-D545-4386-8C60-06CE8F698BB1}" presName="hierChild5" presStyleCnt="0"/>
      <dgm:spPr/>
    </dgm:pt>
    <dgm:pt modelId="{3E389339-5653-4365-8F23-CC29C1B40493}" type="pres">
      <dgm:prSet presAssocID="{726E8F89-2042-4BE2-A4A7-FDB087B94B30}" presName="Name37" presStyleLbl="parChTrans1D2" presStyleIdx="7" presStyleCnt="8"/>
      <dgm:spPr/>
    </dgm:pt>
    <dgm:pt modelId="{98A8F661-17DF-4D3F-94B4-D06FDDC65F9E}" type="pres">
      <dgm:prSet presAssocID="{145795BB-0288-4E1D-9C57-7945B7AA3800}" presName="hierRoot2" presStyleCnt="0">
        <dgm:presLayoutVars>
          <dgm:hierBranch val="init"/>
        </dgm:presLayoutVars>
      </dgm:prSet>
      <dgm:spPr/>
    </dgm:pt>
    <dgm:pt modelId="{302A7275-5F9B-4A18-964D-A711B0BE7FF1}" type="pres">
      <dgm:prSet presAssocID="{145795BB-0288-4E1D-9C57-7945B7AA3800}" presName="rootComposite" presStyleCnt="0"/>
      <dgm:spPr/>
    </dgm:pt>
    <dgm:pt modelId="{3348A328-C2BA-438D-AC0A-661B41982E0D}" type="pres">
      <dgm:prSet presAssocID="{145795BB-0288-4E1D-9C57-7945B7AA3800}" presName="rootText" presStyleLbl="node2" presStyleIdx="7" presStyleCnt="8">
        <dgm:presLayoutVars>
          <dgm:chPref val="3"/>
        </dgm:presLayoutVars>
      </dgm:prSet>
      <dgm:spPr/>
    </dgm:pt>
    <dgm:pt modelId="{A1DB9CB3-CEC0-4FAF-B074-BFB85CB52193}" type="pres">
      <dgm:prSet presAssocID="{145795BB-0288-4E1D-9C57-7945B7AA3800}" presName="rootConnector" presStyleLbl="node2" presStyleIdx="7" presStyleCnt="8"/>
      <dgm:spPr/>
    </dgm:pt>
    <dgm:pt modelId="{C29C1426-D51B-436C-A0AF-88549B4FF5FF}" type="pres">
      <dgm:prSet presAssocID="{145795BB-0288-4E1D-9C57-7945B7AA3800}" presName="hierChild4" presStyleCnt="0"/>
      <dgm:spPr/>
    </dgm:pt>
    <dgm:pt modelId="{341AEFFC-42E0-436C-B1FC-BC065BA95962}" type="pres">
      <dgm:prSet presAssocID="{75DCF4C0-26DE-484E-896A-DFD64BE17E83}" presName="Name37" presStyleLbl="parChTrans1D3" presStyleIdx="18" presStyleCnt="20"/>
      <dgm:spPr/>
    </dgm:pt>
    <dgm:pt modelId="{0ADF921E-B88B-4C88-AC2D-F558EEBB38F7}" type="pres">
      <dgm:prSet presAssocID="{BF7823C6-A88C-4F33-9D6C-6B8EC054C4A3}" presName="hierRoot2" presStyleCnt="0">
        <dgm:presLayoutVars>
          <dgm:hierBranch val="init"/>
        </dgm:presLayoutVars>
      </dgm:prSet>
      <dgm:spPr/>
    </dgm:pt>
    <dgm:pt modelId="{D7669BE6-0AB9-466E-BA48-D1117D074A34}" type="pres">
      <dgm:prSet presAssocID="{BF7823C6-A88C-4F33-9D6C-6B8EC054C4A3}" presName="rootComposite" presStyleCnt="0"/>
      <dgm:spPr/>
    </dgm:pt>
    <dgm:pt modelId="{2F94B609-E7D3-453D-B8CE-6674D89E985D}" type="pres">
      <dgm:prSet presAssocID="{BF7823C6-A88C-4F33-9D6C-6B8EC054C4A3}" presName="rootText" presStyleLbl="node3" presStyleIdx="18" presStyleCnt="20">
        <dgm:presLayoutVars>
          <dgm:chPref val="3"/>
        </dgm:presLayoutVars>
      </dgm:prSet>
      <dgm:spPr/>
    </dgm:pt>
    <dgm:pt modelId="{C6E400F7-1092-4B5B-96CC-C1CF6A67CB9E}" type="pres">
      <dgm:prSet presAssocID="{BF7823C6-A88C-4F33-9D6C-6B8EC054C4A3}" presName="rootConnector" presStyleLbl="node3" presStyleIdx="18" presStyleCnt="20"/>
      <dgm:spPr/>
    </dgm:pt>
    <dgm:pt modelId="{7297CC9E-A603-483D-94F7-F58FED0F752F}" type="pres">
      <dgm:prSet presAssocID="{BF7823C6-A88C-4F33-9D6C-6B8EC054C4A3}" presName="hierChild4" presStyleCnt="0"/>
      <dgm:spPr/>
    </dgm:pt>
    <dgm:pt modelId="{750844CE-96F9-47A1-8211-FE835B87002A}" type="pres">
      <dgm:prSet presAssocID="{BF7823C6-A88C-4F33-9D6C-6B8EC054C4A3}" presName="hierChild5" presStyleCnt="0"/>
      <dgm:spPr/>
    </dgm:pt>
    <dgm:pt modelId="{511A4B88-4F91-4B44-A2C4-F3A242338B55}" type="pres">
      <dgm:prSet presAssocID="{0C3DF86D-E11B-4736-B36B-896E4C7ADE6B}" presName="Name37" presStyleLbl="parChTrans1D3" presStyleIdx="19" presStyleCnt="20"/>
      <dgm:spPr/>
    </dgm:pt>
    <dgm:pt modelId="{2A529506-E948-4173-A938-2108B5305FB6}" type="pres">
      <dgm:prSet presAssocID="{00D31E6F-11CE-4959-AF6A-17BF0252D074}" presName="hierRoot2" presStyleCnt="0">
        <dgm:presLayoutVars>
          <dgm:hierBranch val="init"/>
        </dgm:presLayoutVars>
      </dgm:prSet>
      <dgm:spPr/>
    </dgm:pt>
    <dgm:pt modelId="{852B7704-2819-4594-82F3-C2A833106A1A}" type="pres">
      <dgm:prSet presAssocID="{00D31E6F-11CE-4959-AF6A-17BF0252D074}" presName="rootComposite" presStyleCnt="0"/>
      <dgm:spPr/>
    </dgm:pt>
    <dgm:pt modelId="{F48A8D07-2BC4-4D0D-A344-DF9005A8E1EE}" type="pres">
      <dgm:prSet presAssocID="{00D31E6F-11CE-4959-AF6A-17BF0252D074}" presName="rootText" presStyleLbl="node3" presStyleIdx="19" presStyleCnt="20">
        <dgm:presLayoutVars>
          <dgm:chPref val="3"/>
        </dgm:presLayoutVars>
      </dgm:prSet>
      <dgm:spPr/>
    </dgm:pt>
    <dgm:pt modelId="{2DA1DF50-7E50-4647-9DBA-38469E3362D7}" type="pres">
      <dgm:prSet presAssocID="{00D31E6F-11CE-4959-AF6A-17BF0252D074}" presName="rootConnector" presStyleLbl="node3" presStyleIdx="19" presStyleCnt="20"/>
      <dgm:spPr/>
    </dgm:pt>
    <dgm:pt modelId="{290C8EE4-DA39-4B6E-8417-92CADAD82F78}" type="pres">
      <dgm:prSet presAssocID="{00D31E6F-11CE-4959-AF6A-17BF0252D074}" presName="hierChild4" presStyleCnt="0"/>
      <dgm:spPr/>
    </dgm:pt>
    <dgm:pt modelId="{E84AA8CC-1FA2-43DB-8115-18EB49F80D53}" type="pres">
      <dgm:prSet presAssocID="{00D31E6F-11CE-4959-AF6A-17BF0252D074}" presName="hierChild5" presStyleCnt="0"/>
      <dgm:spPr/>
    </dgm:pt>
    <dgm:pt modelId="{DC560CA9-F126-491A-A514-45E85E5E4EE4}" type="pres">
      <dgm:prSet presAssocID="{145795BB-0288-4E1D-9C57-7945B7AA3800}" presName="hierChild5" presStyleCnt="0"/>
      <dgm:spPr/>
    </dgm:pt>
    <dgm:pt modelId="{9F3F6C67-42F7-4314-912F-60B9B0A5E1F4}" type="pres">
      <dgm:prSet presAssocID="{03B9492D-49DF-495F-955D-7E2E8E4B299B}" presName="hierChild3" presStyleCnt="0"/>
      <dgm:spPr/>
    </dgm:pt>
  </dgm:ptLst>
  <dgm:cxnLst>
    <dgm:cxn modelId="{A4085101-DB41-4A4B-9E0C-1FC706D822F3}" type="presOf" srcId="{145B2828-DF17-442E-9A96-38D0178ECF9D}" destId="{69A938E9-8198-4FB1-BC8F-FEF1323413B5}" srcOrd="0" destOrd="0" presId="urn:microsoft.com/office/officeart/2005/8/layout/orgChart1"/>
    <dgm:cxn modelId="{BFA29602-DD82-4311-BFA1-47ED500C89FF}" type="presOf" srcId="{DAD8E980-A642-4BD1-8AAD-429C0CA8DF0C}" destId="{857A5C78-648B-4C9C-ADED-41E988735390}" srcOrd="1" destOrd="0" presId="urn:microsoft.com/office/officeart/2005/8/layout/orgChart1"/>
    <dgm:cxn modelId="{CD80D704-06C0-4797-8E05-0056DA869FB7}" type="presOf" srcId="{D0BC7227-4E75-44F6-BBBE-5DB3FEAD6779}" destId="{E753781B-CD9A-4478-80DB-A28AF20E07ED}" srcOrd="0" destOrd="0" presId="urn:microsoft.com/office/officeart/2005/8/layout/orgChart1"/>
    <dgm:cxn modelId="{30E5FA04-F787-49A4-99CB-AC848F1A8F6B}" type="presOf" srcId="{C7BADD26-5388-40A9-AA1D-EA75E6F79984}" destId="{84504024-F917-44C2-AAF7-F31A035BEBC4}" srcOrd="0" destOrd="0" presId="urn:microsoft.com/office/officeart/2005/8/layout/orgChart1"/>
    <dgm:cxn modelId="{2D298305-B4EA-463A-BAF2-917658A3A77A}" type="presOf" srcId="{3541F3F6-F54A-4810-A9C3-596700D8F74F}" destId="{6356787F-7915-43AB-9CD7-7F8018502AAD}" srcOrd="0" destOrd="0" presId="urn:microsoft.com/office/officeart/2005/8/layout/orgChart1"/>
    <dgm:cxn modelId="{520A9908-BF20-4168-B08C-806B7754E872}" srcId="{F3BD0223-1BC6-4BD4-AF2E-A82FE755673A}" destId="{28613AC1-D468-4F82-BA34-BB21DEC83132}" srcOrd="1" destOrd="0" parTransId="{20CE3987-7845-46D9-8980-D6A1047500CA}" sibTransId="{8DBE3C84-4B5C-4629-A7E2-36C8252352D7}"/>
    <dgm:cxn modelId="{FF860D09-93DD-46DC-A25C-67885B0526A7}" type="presOf" srcId="{88DB6600-D154-44C3-9DC8-508B86980CAC}" destId="{54040D6E-BBFB-4323-B3B4-F3895118F878}" srcOrd="1" destOrd="0" presId="urn:microsoft.com/office/officeart/2005/8/layout/orgChart1"/>
    <dgm:cxn modelId="{BB11080D-9384-465C-8340-4350DD6F6D8A}" type="presOf" srcId="{D7CB4208-E7C1-439C-BB70-47B1D343D724}" destId="{F80F2C3E-A3B0-4B87-BD15-275E6A0D8CCE}" srcOrd="0" destOrd="0" presId="urn:microsoft.com/office/officeart/2005/8/layout/orgChart1"/>
    <dgm:cxn modelId="{C4040E0E-46CB-47C7-906F-95A8FE509628}" type="presOf" srcId="{37A17460-AA57-4998-BF97-DE487ECA125D}" destId="{8A224422-F569-403F-8CD0-195B946CBF05}" srcOrd="0" destOrd="0" presId="urn:microsoft.com/office/officeart/2005/8/layout/orgChart1"/>
    <dgm:cxn modelId="{B0475C10-5BCA-42A7-B271-1EAF8A0E8E9F}" srcId="{03B9492D-49DF-495F-955D-7E2E8E4B299B}" destId="{32F53088-44C6-4B81-8036-75B4922F0EE1}" srcOrd="0" destOrd="0" parTransId="{798B7DE1-D2CD-43EB-9EE9-7012087A56ED}" sibTransId="{C41BD383-9826-49A1-B2BE-44A3B0ECA9E6}"/>
    <dgm:cxn modelId="{50F8B310-D5C2-4B41-9F92-6CFF6E6E1411}" type="presOf" srcId="{E23AFCC5-20C5-4A2B-999E-9A1F08095A0E}" destId="{A0B0728F-8B06-49D0-8939-E44AF610FB47}" srcOrd="0" destOrd="0" presId="urn:microsoft.com/office/officeart/2005/8/layout/orgChart1"/>
    <dgm:cxn modelId="{5964FC17-F886-41CB-93F3-CD22CAC7B69F}" srcId="{84B4875C-604D-4E7F-A20B-2089141DF7AC}" destId="{5B0B1D3C-594F-4293-8A44-E8C1659C5E12}" srcOrd="1" destOrd="0" parTransId="{6DF94855-DCA2-44DE-B3DF-F0B5F32B5838}" sibTransId="{3D317AE8-9249-4A6A-9270-F622830C22DA}"/>
    <dgm:cxn modelId="{602C751C-B170-4786-92F6-62D65731CA89}" type="presOf" srcId="{C0C384D3-E7BF-4F48-9AE9-DB163FD3F005}" destId="{C7603335-9B10-4E57-8110-DEB470810325}" srcOrd="0" destOrd="0" presId="urn:microsoft.com/office/officeart/2005/8/layout/orgChart1"/>
    <dgm:cxn modelId="{36D4E61D-B2BF-4A61-886A-79E019DA32BC}" srcId="{19CD6AAA-7F2E-417E-A84C-213863EA1B4B}" destId="{03B9492D-49DF-495F-955D-7E2E8E4B299B}" srcOrd="0" destOrd="0" parTransId="{7B401768-635B-43D5-9E7C-04E69CDF6DE2}" sibTransId="{9CD7A889-4E6F-4952-B10A-591F02D80080}"/>
    <dgm:cxn modelId="{F6022F1E-0117-4144-88B7-1C61A32954C9}" type="presOf" srcId="{3541F3F6-F54A-4810-A9C3-596700D8F74F}" destId="{EDB80103-98EA-4105-82F0-679E4A1CD50A}" srcOrd="1" destOrd="0" presId="urn:microsoft.com/office/officeart/2005/8/layout/orgChart1"/>
    <dgm:cxn modelId="{9C637E1E-606F-4C84-913C-C4240112122D}" type="presOf" srcId="{00D31E6F-11CE-4959-AF6A-17BF0252D074}" destId="{F48A8D07-2BC4-4D0D-A344-DF9005A8E1EE}" srcOrd="0" destOrd="0" presId="urn:microsoft.com/office/officeart/2005/8/layout/orgChart1"/>
    <dgm:cxn modelId="{4A7AE422-8E7F-41BB-83EE-12971225C163}" type="presOf" srcId="{F6F5693F-A83B-4476-8CAB-E20D3D32472B}" destId="{EC4CDD50-DC08-4290-9334-0A07C13DBD5F}" srcOrd="1" destOrd="0" presId="urn:microsoft.com/office/officeart/2005/8/layout/orgChart1"/>
    <dgm:cxn modelId="{DEB02A25-449A-4207-B4A4-2FE697597589}" type="presOf" srcId="{20CE3987-7845-46D9-8980-D6A1047500CA}" destId="{1A8EAA10-8F35-4682-9071-75F58275BC76}" srcOrd="0" destOrd="0" presId="urn:microsoft.com/office/officeart/2005/8/layout/orgChart1"/>
    <dgm:cxn modelId="{DA632227-E069-4297-B22B-A0068CA5A76A}" type="presOf" srcId="{88DB6600-D154-44C3-9DC8-508B86980CAC}" destId="{EF230A45-B685-437F-B1E0-D54C31AC4495}" srcOrd="0" destOrd="0" presId="urn:microsoft.com/office/officeart/2005/8/layout/orgChart1"/>
    <dgm:cxn modelId="{0AD47F27-2D3C-45B4-8F67-111FD1073456}" type="presOf" srcId="{A60B2636-1E8B-4A88-A229-5E01FBCE6B55}" destId="{F1EF53CA-65A0-4546-938F-8CFF182923EA}" srcOrd="0" destOrd="0" presId="urn:microsoft.com/office/officeart/2005/8/layout/orgChart1"/>
    <dgm:cxn modelId="{59118829-7EEA-4671-A1D9-BA1D51B0DAB7}" type="presOf" srcId="{F1603C61-2A62-4599-9477-A991250C165D}" destId="{987C6F10-6447-4223-B32E-97D762FD6206}" srcOrd="1" destOrd="0" presId="urn:microsoft.com/office/officeart/2005/8/layout/orgChart1"/>
    <dgm:cxn modelId="{F1B16F30-D54C-42D5-AB6A-918142E5A203}" type="presOf" srcId="{F6F5693F-A83B-4476-8CAB-E20D3D32472B}" destId="{147ED431-04BD-4C0E-ACCE-768E19B4225E}" srcOrd="0" destOrd="0" presId="urn:microsoft.com/office/officeart/2005/8/layout/orgChart1"/>
    <dgm:cxn modelId="{20CA7030-EFCA-446E-8EC3-B10884C5C358}" type="presOf" srcId="{5E1030C9-84A6-4BC0-B16A-63D1554FE5FA}" destId="{154BFB8B-BBBB-4869-8D87-22A5A0235FEA}" srcOrd="0" destOrd="0" presId="urn:microsoft.com/office/officeart/2005/8/layout/orgChart1"/>
    <dgm:cxn modelId="{D3648831-F4BA-4978-A28F-CD8FE71B8F36}" type="presOf" srcId="{F34C34BC-B2F0-4EA0-A094-15738DE370F0}" destId="{ECDC5801-CD15-4276-BC01-57C157E59C42}" srcOrd="0" destOrd="0" presId="urn:microsoft.com/office/officeart/2005/8/layout/orgChart1"/>
    <dgm:cxn modelId="{85514B33-EAF3-40FD-979C-01190682C73B}" type="presOf" srcId="{84B4875C-604D-4E7F-A20B-2089141DF7AC}" destId="{81BA6369-D6DB-4567-8B3B-750FA0416E0A}" srcOrd="1" destOrd="0" presId="urn:microsoft.com/office/officeart/2005/8/layout/orgChart1"/>
    <dgm:cxn modelId="{AF427335-4038-4095-A018-6130CE591AC9}" type="presOf" srcId="{A2D23DC9-2B7D-4B02-9CF4-963A080295F4}" destId="{7F85434C-0305-4EC7-8F1B-E7DDF5E76491}" srcOrd="1" destOrd="0" presId="urn:microsoft.com/office/officeart/2005/8/layout/orgChart1"/>
    <dgm:cxn modelId="{36109E3A-A4D0-4353-AEA8-3430BE1D23D3}" type="presOf" srcId="{75DCF4C0-26DE-484E-896A-DFD64BE17E83}" destId="{341AEFFC-42E0-436C-B1FC-BC065BA95962}" srcOrd="0" destOrd="0" presId="urn:microsoft.com/office/officeart/2005/8/layout/orgChart1"/>
    <dgm:cxn modelId="{F9ED0B3B-1CD8-4233-8E39-A09273A076E7}" type="presOf" srcId="{396736E1-E13E-4E87-AE9A-A021420833CC}" destId="{3A121BE8-CA82-44A7-BA3A-6D9C27F4D0A3}" srcOrd="0" destOrd="0" presId="urn:microsoft.com/office/officeart/2005/8/layout/orgChart1"/>
    <dgm:cxn modelId="{BBAE213B-1C39-4DE8-9457-1FF71320CBD0}" type="presOf" srcId="{F44E5902-6B1B-43C6-9FF4-D446AFD2935B}" destId="{2990DECD-ED79-492B-B11E-82D124CF77DD}" srcOrd="0" destOrd="0" presId="urn:microsoft.com/office/officeart/2005/8/layout/orgChart1"/>
    <dgm:cxn modelId="{92C7D13C-C5DF-441C-802A-B750947F9DAF}" type="presOf" srcId="{F34C34BC-B2F0-4EA0-A094-15738DE370F0}" destId="{A58835A9-0EE1-4681-9A06-C58FEE393F41}" srcOrd="1" destOrd="0" presId="urn:microsoft.com/office/officeart/2005/8/layout/orgChart1"/>
    <dgm:cxn modelId="{1EB53A3D-F809-4253-8A23-1E97A16659E1}" type="presOf" srcId="{145B2828-DF17-442E-9A96-38D0178ECF9D}" destId="{2BB4F16E-090B-4ABD-AEE4-AC2088CBCB84}" srcOrd="1" destOrd="0" presId="urn:microsoft.com/office/officeart/2005/8/layout/orgChart1"/>
    <dgm:cxn modelId="{03C1123E-F27B-4D05-B4A5-10CF624712F5}" srcId="{86E4DB9C-A122-494D-ACD7-707322EF8C39}" destId="{F34C34BC-B2F0-4EA0-A094-15738DE370F0}" srcOrd="2" destOrd="0" parTransId="{875B067B-3123-48CB-B0B2-83E0B0E46CD5}" sibTransId="{CAF3086D-DDE0-4C51-BFE6-A37C57AF3579}"/>
    <dgm:cxn modelId="{CDF11845-896D-429A-91C5-8FBB43F8F07D}" type="presOf" srcId="{32F53088-44C6-4B81-8036-75B4922F0EE1}" destId="{BED5B6A0-7E12-48A3-9C35-D76C20A5026F}" srcOrd="0" destOrd="0" presId="urn:microsoft.com/office/officeart/2005/8/layout/orgChart1"/>
    <dgm:cxn modelId="{A03DE245-3A47-4656-ABF1-701B2BDEA424}" type="presOf" srcId="{F3BD0223-1BC6-4BD4-AF2E-A82FE755673A}" destId="{25833BE9-7F8B-4D14-BA9D-3A631F3AF386}" srcOrd="1" destOrd="0" presId="urn:microsoft.com/office/officeart/2005/8/layout/orgChart1"/>
    <dgm:cxn modelId="{0393EC47-8E1E-4A63-BC6D-BEEBBE6AAB71}" srcId="{32F53088-44C6-4B81-8036-75B4922F0EE1}" destId="{5E1030C9-84A6-4BC0-B16A-63D1554FE5FA}" srcOrd="1" destOrd="0" parTransId="{51DC299D-6515-4FEC-BA6E-A3E9AD917913}" sibTransId="{77DE0CC1-F52B-49D5-81ED-9642FA2DA5A0}"/>
    <dgm:cxn modelId="{C7DAFF48-59BE-4E36-8BFA-317AD6CE297B}" type="presOf" srcId="{145795BB-0288-4E1D-9C57-7945B7AA3800}" destId="{A1DB9CB3-CEC0-4FAF-B074-BFB85CB52193}" srcOrd="1" destOrd="0" presId="urn:microsoft.com/office/officeart/2005/8/layout/orgChart1"/>
    <dgm:cxn modelId="{BC735B4A-87D6-4D22-93AA-DF272846BF76}" type="presOf" srcId="{6DF94855-DCA2-44DE-B3DF-F0B5F32B5838}" destId="{6BA15B8B-D540-4FD0-9EB0-9D174337262E}" srcOrd="0" destOrd="0" presId="urn:microsoft.com/office/officeart/2005/8/layout/orgChart1"/>
    <dgm:cxn modelId="{B671E14B-8154-4C69-B3C7-51284CB5F7A5}" type="presOf" srcId="{32F53088-44C6-4B81-8036-75B4922F0EE1}" destId="{BCC2446A-9036-4F81-9D86-1635597C26E0}" srcOrd="1" destOrd="0" presId="urn:microsoft.com/office/officeart/2005/8/layout/orgChart1"/>
    <dgm:cxn modelId="{B31F064D-F32C-44FE-A41D-63596EEAEFF9}" type="presOf" srcId="{7E23E1EF-B38C-4D3A-A416-2F3479D87AFA}" destId="{0C3C812B-5C8F-4B0F-AD73-AF996FB6BF5F}" srcOrd="1" destOrd="0" presId="urn:microsoft.com/office/officeart/2005/8/layout/orgChart1"/>
    <dgm:cxn modelId="{63A08B52-AAAD-474B-A2D3-4AAEE518C8B5}" type="presOf" srcId="{BF7823C6-A88C-4F33-9D6C-6B8EC054C4A3}" destId="{2F94B609-E7D3-453D-B8CE-6674D89E985D}" srcOrd="0" destOrd="0" presId="urn:microsoft.com/office/officeart/2005/8/layout/orgChart1"/>
    <dgm:cxn modelId="{BBA9A853-2CEF-48B5-8B5B-E3D815A63760}" type="presOf" srcId="{88FB5E40-4EA8-41E5-BAA5-5A945EAC8C96}" destId="{B1C88AB5-21A4-4768-8838-356F6519318A}" srcOrd="0" destOrd="0" presId="urn:microsoft.com/office/officeart/2005/8/layout/orgChart1"/>
    <dgm:cxn modelId="{D0670E54-DD05-47BC-8D6E-DD04FBDC1531}" type="presOf" srcId="{FF5B799A-0408-449D-8CC9-9CEA766C72FD}" destId="{A7BF7221-E1BD-4B37-AA6E-BB3FBB35430E}" srcOrd="0" destOrd="0" presId="urn:microsoft.com/office/officeart/2005/8/layout/orgChart1"/>
    <dgm:cxn modelId="{57317A59-27A1-430F-A26D-781960B1F839}" type="presOf" srcId="{7D73DC23-15CE-47F9-85CC-27BB8E01EC68}" destId="{A5108C3C-A4B7-4441-A2A1-C21B7776C954}" srcOrd="0" destOrd="0" presId="urn:microsoft.com/office/officeart/2005/8/layout/orgChart1"/>
    <dgm:cxn modelId="{57C3705A-F73C-4CF3-83A6-CD3B1B0E9A78}" type="presOf" srcId="{59BD1825-A742-410D-AFD4-6B32BB9409B1}" destId="{CC0EBDD9-D559-45FE-9D0A-6294EC43659B}" srcOrd="0" destOrd="0" presId="urn:microsoft.com/office/officeart/2005/8/layout/orgChart1"/>
    <dgm:cxn modelId="{AB66F95F-FD70-448C-8706-CD0E5F5FB31C}" srcId="{84B4875C-604D-4E7F-A20B-2089141DF7AC}" destId="{DCA1D87E-5C3B-42AF-9ECB-E470DA3D1620}" srcOrd="2" destOrd="0" parTransId="{AA840DBC-97CE-4484-B22E-27833B7F5B86}" sibTransId="{C6DB381C-D18B-4A3C-AA97-56A00CA7E064}"/>
    <dgm:cxn modelId="{CEB0A663-4BAC-4D9F-BD9A-13AFCC714FC7}" type="presOf" srcId="{6EE92A2A-CDAF-4D85-B73D-6B0B260FBF34}" destId="{2565DC93-5EBA-41DE-AA32-FC56EFAB6E92}" srcOrd="0" destOrd="0" presId="urn:microsoft.com/office/officeart/2005/8/layout/orgChart1"/>
    <dgm:cxn modelId="{F344EF65-2701-41E2-B5EB-18CFF5CD4FB0}" type="presOf" srcId="{787DD595-933A-4C8C-906D-AA7D9E2A71E3}" destId="{D478BD42-B405-4E19-BAFF-C1F41FD82687}" srcOrd="0" destOrd="0" presId="urn:microsoft.com/office/officeart/2005/8/layout/orgChart1"/>
    <dgm:cxn modelId="{D3817468-D86E-4524-A2D3-EA5BFE41624E}" type="presOf" srcId="{86E4DB9C-A122-494D-ACD7-707322EF8C39}" destId="{F87C0ABC-7E63-4756-9ACF-77299E2B64D3}" srcOrd="1" destOrd="0" presId="urn:microsoft.com/office/officeart/2005/8/layout/orgChart1"/>
    <dgm:cxn modelId="{253AFB6B-B9A0-40EA-827E-567B62ED4425}" type="presOf" srcId="{145795BB-0288-4E1D-9C57-7945B7AA3800}" destId="{3348A328-C2BA-438D-AC0A-661B41982E0D}" srcOrd="0" destOrd="0" presId="urn:microsoft.com/office/officeart/2005/8/layout/orgChart1"/>
    <dgm:cxn modelId="{B03D336C-F7D8-4529-98DE-DA5365F3D359}" srcId="{03B9492D-49DF-495F-955D-7E2E8E4B299B}" destId="{145795BB-0288-4E1D-9C57-7945B7AA3800}" srcOrd="7" destOrd="0" parTransId="{726E8F89-2042-4BE2-A4A7-FDB087B94B30}" sibTransId="{3F09C242-D20C-489F-BEE5-C424D5DDF404}"/>
    <dgm:cxn modelId="{AAB07C6C-18ED-4111-9924-708C75A0E1E0}" type="presOf" srcId="{A3A72F3F-C744-4288-A490-4AA0FE8D1F33}" destId="{E33A45C0-5E4A-4138-863B-CC9DE2E73634}" srcOrd="0" destOrd="0" presId="urn:microsoft.com/office/officeart/2005/8/layout/orgChart1"/>
    <dgm:cxn modelId="{5A74B170-C943-4948-BDD7-7939EA70A2D9}" type="presOf" srcId="{DAD8E980-A642-4BD1-8AAD-429C0CA8DF0C}" destId="{3BE2E796-2EF9-4189-BC6B-6D6F8A3CF7F5}" srcOrd="0" destOrd="0" presId="urn:microsoft.com/office/officeart/2005/8/layout/orgChart1"/>
    <dgm:cxn modelId="{F44EDD70-B24B-4A24-A359-A853D9BAB222}" type="presOf" srcId="{5E1030C9-84A6-4BC0-B16A-63D1554FE5FA}" destId="{FC9C86C8-5E4A-4AAF-B13B-4383F9D21700}" srcOrd="1" destOrd="0" presId="urn:microsoft.com/office/officeart/2005/8/layout/orgChart1"/>
    <dgm:cxn modelId="{FEE89B73-D2CC-4A5A-9686-A37CE44CA0BB}" type="presOf" srcId="{47E0B413-49F0-4F3F-A61A-055AC8DE0877}" destId="{1E69473F-1359-40D1-8C8F-EEAA1E6754F1}" srcOrd="1" destOrd="0" presId="urn:microsoft.com/office/officeart/2005/8/layout/orgChart1"/>
    <dgm:cxn modelId="{928BC574-39E0-4C6E-B5AA-C8C0C0CC96AF}" type="presOf" srcId="{1618C84C-C65B-4938-BFAA-0BB958AC68AC}" destId="{AB57B4E9-F115-4A4E-9939-8593E8751A6A}" srcOrd="0" destOrd="0" presId="urn:microsoft.com/office/officeart/2005/8/layout/orgChart1"/>
    <dgm:cxn modelId="{9A286376-594D-4CA3-B701-28B6BD0F80AB}" srcId="{F6F5693F-A83B-4476-8CAB-E20D3D32472B}" destId="{3541F3F6-F54A-4810-A9C3-596700D8F74F}" srcOrd="0" destOrd="0" parTransId="{32524125-0DEF-4C30-849F-3B427DE23B57}" sibTransId="{99F018CC-14DB-4182-A9C8-8D2614B7536E}"/>
    <dgm:cxn modelId="{85C50078-39CF-48FA-A396-F8C6863B8793}" srcId="{03B9492D-49DF-495F-955D-7E2E8E4B299B}" destId="{180AB977-D545-4386-8C60-06CE8F698BB1}" srcOrd="6" destOrd="0" parTransId="{6EE92A2A-CDAF-4D85-B73D-6B0B260FBF34}" sibTransId="{7FA43862-CB69-4B93-B08E-8D4BD4EEB821}"/>
    <dgm:cxn modelId="{CD13E378-7D83-4CDB-B18A-183D884DE4E3}" type="presOf" srcId="{E23AFCC5-20C5-4A2B-999E-9A1F08095A0E}" destId="{5CFA7ECB-C6BC-45C7-9A0B-9D21C3EE2E62}" srcOrd="1" destOrd="0" presId="urn:microsoft.com/office/officeart/2005/8/layout/orgChart1"/>
    <dgm:cxn modelId="{A5DAD97C-007B-468A-9782-77AAEE93EFD0}" type="presOf" srcId="{180AB977-D545-4386-8C60-06CE8F698BB1}" destId="{1FC6F8FF-CA2F-4CD5-AC48-5C735703C216}" srcOrd="0" destOrd="0" presId="urn:microsoft.com/office/officeart/2005/8/layout/orgChart1"/>
    <dgm:cxn modelId="{52E6E27D-880A-4EB4-8A8C-FB93775E42DB}" srcId="{145795BB-0288-4E1D-9C57-7945B7AA3800}" destId="{BF7823C6-A88C-4F33-9D6C-6B8EC054C4A3}" srcOrd="0" destOrd="0" parTransId="{75DCF4C0-26DE-484E-896A-DFD64BE17E83}" sibTransId="{A967B396-7F7D-402B-8FDC-79612710136C}"/>
    <dgm:cxn modelId="{4471DF7E-3E20-4E4E-BECE-83964EE4AD21}" type="presOf" srcId="{8F1A98BD-C76E-402E-A5C5-C6595FDF81E1}" destId="{2871C7E2-5705-4656-947F-69C422C3A489}" srcOrd="1" destOrd="0" presId="urn:microsoft.com/office/officeart/2005/8/layout/orgChart1"/>
    <dgm:cxn modelId="{9605B780-71D4-4486-9E48-885ABAEE459B}" srcId="{F6F5693F-A83B-4476-8CAB-E20D3D32472B}" destId="{7E23E1EF-B38C-4D3A-A416-2F3479D87AFA}" srcOrd="2" destOrd="0" parTransId="{787DD595-933A-4C8C-906D-AA7D9E2A71E3}" sibTransId="{A9114724-32B1-45DC-8364-CA276C117ACE}"/>
    <dgm:cxn modelId="{C8B1C683-26A9-419E-BFD6-41B3E6577BFD}" type="presOf" srcId="{726E8F89-2042-4BE2-A4A7-FDB087B94B30}" destId="{3E389339-5653-4365-8F23-CC29C1B40493}" srcOrd="0" destOrd="0" presId="urn:microsoft.com/office/officeart/2005/8/layout/orgChart1"/>
    <dgm:cxn modelId="{3E07F885-3B65-4B73-9979-A71E4E54BC7A}" type="presOf" srcId="{DCA1D87E-5C3B-42AF-9ECB-E470DA3D1620}" destId="{4E2834A3-D06A-46C9-BC9B-7D7D83DD4E33}" srcOrd="1" destOrd="0" presId="urn:microsoft.com/office/officeart/2005/8/layout/orgChart1"/>
    <dgm:cxn modelId="{432A5F86-0939-4386-A6EA-63CCA5B71FD5}" type="presOf" srcId="{A6D1332A-45F3-44A0-9A07-12A9FA2D215D}" destId="{6BC8494A-F667-42E4-B75C-60BAA9E9CBCC}" srcOrd="0" destOrd="0" presId="urn:microsoft.com/office/officeart/2005/8/layout/orgChart1"/>
    <dgm:cxn modelId="{99146189-DB3E-4549-8431-4A055C04EF76}" srcId="{84B4875C-604D-4E7F-A20B-2089141DF7AC}" destId="{A2D23DC9-2B7D-4B02-9CF4-963A080295F4}" srcOrd="0" destOrd="0" parTransId="{D0BC7227-4E75-44F6-BBBE-5DB3FEAD6779}" sibTransId="{1F96D49C-6310-4227-8FD2-2F84407F17A0}"/>
    <dgm:cxn modelId="{477F498A-F560-4529-9DC5-EAE5BD296FDD}" type="presOf" srcId="{88FB5E40-4EA8-41E5-BAA5-5A945EAC8C96}" destId="{1F849F76-67DF-485F-BC15-34F5C17F3E0F}" srcOrd="1" destOrd="0" presId="urn:microsoft.com/office/officeart/2005/8/layout/orgChart1"/>
    <dgm:cxn modelId="{DF0BB18B-8479-4AB2-93EF-8AB9FCFD56FC}" type="presOf" srcId="{A46BF42A-0115-40FD-80B1-5A9C14EFED87}" destId="{39F7877B-283B-40D4-B4FC-8C2F3CECE7E3}" srcOrd="0" destOrd="0" presId="urn:microsoft.com/office/officeart/2005/8/layout/orgChart1"/>
    <dgm:cxn modelId="{8F2BAF90-9768-4778-BA07-230BE1B1A51C}" type="presOf" srcId="{00D31E6F-11CE-4959-AF6A-17BF0252D074}" destId="{2DA1DF50-7E50-4647-9DBA-38469E3362D7}" srcOrd="1" destOrd="0" presId="urn:microsoft.com/office/officeart/2005/8/layout/orgChart1"/>
    <dgm:cxn modelId="{92B13294-49C7-491F-ADDF-F0F9087CB3E8}" type="presOf" srcId="{F3BD0223-1BC6-4BD4-AF2E-A82FE755673A}" destId="{71BD1725-0DAE-4CED-AAB2-944268F512B2}" srcOrd="0" destOrd="0" presId="urn:microsoft.com/office/officeart/2005/8/layout/orgChart1"/>
    <dgm:cxn modelId="{89E0D195-E97B-475F-82A6-7CE4FB1BC3A1}" srcId="{F6F5693F-A83B-4476-8CAB-E20D3D32472B}" destId="{88DB6600-D154-44C3-9DC8-508B86980CAC}" srcOrd="1" destOrd="0" parTransId="{7D73DC23-15CE-47F9-85CC-27BB8E01EC68}" sibTransId="{4784DEC6-45D5-4D75-8424-B764D9ADAF7D}"/>
    <dgm:cxn modelId="{9911CF98-E205-4F9E-A791-D55323261D3A}" type="presOf" srcId="{A2D23DC9-2B7D-4B02-9CF4-963A080295F4}" destId="{A957EDD8-0578-4251-98E0-6183F62C42C0}" srcOrd="0" destOrd="0" presId="urn:microsoft.com/office/officeart/2005/8/layout/orgChart1"/>
    <dgm:cxn modelId="{D74E4299-8D8D-4893-B7B7-2012A72B270B}" type="presOf" srcId="{DCA1D87E-5C3B-42AF-9ECB-E470DA3D1620}" destId="{0E6794E4-2422-4377-9423-5F02511FA0D9}" srcOrd="0" destOrd="0" presId="urn:microsoft.com/office/officeart/2005/8/layout/orgChart1"/>
    <dgm:cxn modelId="{9698E49A-D0DC-4554-A81D-6AD5E1290523}" type="presOf" srcId="{875B067B-3123-48CB-B0B2-83E0B0E46CD5}" destId="{B2DC7429-D392-4B64-8E58-76EAD2E58BA0}" srcOrd="0" destOrd="0" presId="urn:microsoft.com/office/officeart/2005/8/layout/orgChart1"/>
    <dgm:cxn modelId="{87D24D9B-2A3A-424C-9647-D2ABC338373E}" srcId="{180AB977-D545-4386-8C60-06CE8F698BB1}" destId="{F1603C61-2A62-4599-9477-A991250C165D}" srcOrd="0" destOrd="0" parTransId="{D7CB4208-E7C1-439C-BB70-47B1D343D724}" sibTransId="{6E962F14-6AB7-4FD7-AC02-1E3D4C858DFF}"/>
    <dgm:cxn modelId="{E3D65C9B-B915-4629-9B8D-465CACB436BF}" type="presOf" srcId="{32524125-0DEF-4C30-849F-3B427DE23B57}" destId="{A0EAFF68-EBAF-48F8-9BFA-C121591EF353}" srcOrd="0" destOrd="0" presId="urn:microsoft.com/office/officeart/2005/8/layout/orgChart1"/>
    <dgm:cxn modelId="{BB12649B-F999-4C16-866E-6AC094559624}" type="presOf" srcId="{47E0B413-49F0-4F3F-A61A-055AC8DE0877}" destId="{8FBA0D79-66A8-43CB-B163-1940B80DFCA3}" srcOrd="0" destOrd="0" presId="urn:microsoft.com/office/officeart/2005/8/layout/orgChart1"/>
    <dgm:cxn modelId="{CA1E709E-CFBD-477B-B9FB-680D6F61A344}" type="presOf" srcId="{29DB17D3-D8D1-4100-876F-459730CC51D8}" destId="{36F3561C-936D-4FB5-852C-693FD2210824}" srcOrd="0" destOrd="0" presId="urn:microsoft.com/office/officeart/2005/8/layout/orgChart1"/>
    <dgm:cxn modelId="{D43EE8A2-119F-42C2-8349-061F8B258999}" type="presOf" srcId="{51DC299D-6515-4FEC-BA6E-A3E9AD917913}" destId="{0CD80121-C5C6-4B1E-9026-0E6E499AD119}" srcOrd="0" destOrd="0" presId="urn:microsoft.com/office/officeart/2005/8/layout/orgChart1"/>
    <dgm:cxn modelId="{6E5544A7-5441-4E54-8A77-88C8946476F8}" type="presOf" srcId="{798B7DE1-D2CD-43EB-9EE9-7012087A56ED}" destId="{00A2437C-4904-47BE-BCF7-94EF7EBAFC6D}" srcOrd="0" destOrd="0" presId="urn:microsoft.com/office/officeart/2005/8/layout/orgChart1"/>
    <dgm:cxn modelId="{F7436DA7-F531-432B-85DB-D23DBFC4A25D}" type="presOf" srcId="{B3928663-19AE-4AEE-97C2-009E1DDAB51D}" destId="{94D26305-849B-4855-BBCE-247534EC48D7}" srcOrd="0" destOrd="0" presId="urn:microsoft.com/office/officeart/2005/8/layout/orgChart1"/>
    <dgm:cxn modelId="{4682AAAA-137D-4C8F-95B4-57012384C03A}" srcId="{03B9492D-49DF-495F-955D-7E2E8E4B299B}" destId="{F6F5693F-A83B-4476-8CAB-E20D3D32472B}" srcOrd="5" destOrd="0" parTransId="{A60B2636-1E8B-4A88-A229-5E01FBCE6B55}" sibTransId="{F0E9DC1D-2380-4DEF-90D3-B5AD0B64C753}"/>
    <dgm:cxn modelId="{1AC92AAC-14F4-42C5-A283-0B53AFA70A49}" type="presOf" srcId="{A46BF42A-0115-40FD-80B1-5A9C14EFED87}" destId="{92802576-6D4D-43ED-8E33-15F15CF6823B}" srcOrd="1" destOrd="0" presId="urn:microsoft.com/office/officeart/2005/8/layout/orgChart1"/>
    <dgm:cxn modelId="{CE0ADDAE-86A2-4987-9085-498FC59842DC}" type="presOf" srcId="{AA840DBC-97CE-4484-B22E-27833B7F5B86}" destId="{E631EB45-45E5-49BD-AC0C-3AAD34A1334D}" srcOrd="0" destOrd="0" presId="urn:microsoft.com/office/officeart/2005/8/layout/orgChart1"/>
    <dgm:cxn modelId="{0759DEAF-3979-4591-995D-1CAC3C7B3DF0}" type="presOf" srcId="{F1603C61-2A62-4599-9477-A991250C165D}" destId="{8418CE30-52BF-47D0-A987-FB5D90AB01CA}" srcOrd="0" destOrd="0" presId="urn:microsoft.com/office/officeart/2005/8/layout/orgChart1"/>
    <dgm:cxn modelId="{77AF1CB1-6534-4C07-ADC2-DC6ABDB8A120}" type="presOf" srcId="{84B4875C-604D-4E7F-A20B-2089141DF7AC}" destId="{DA165373-2059-41E5-ABDC-EA98C393A8F8}" srcOrd="0" destOrd="0" presId="urn:microsoft.com/office/officeart/2005/8/layout/orgChart1"/>
    <dgm:cxn modelId="{2D65F7B5-F9A5-4720-BF81-36030B1ED081}" srcId="{32F53088-44C6-4B81-8036-75B4922F0EE1}" destId="{145B2828-DF17-442E-9A96-38D0178ECF9D}" srcOrd="0" destOrd="0" parTransId="{29DB17D3-D8D1-4100-876F-459730CC51D8}" sibTransId="{8A594894-BCD5-4A00-81B3-22C670A02AC5}"/>
    <dgm:cxn modelId="{2C8F90B7-2722-421C-B758-22F96CEA2926}" type="presOf" srcId="{BF7823C6-A88C-4F33-9D6C-6B8EC054C4A3}" destId="{C6E400F7-1092-4B5B-96CC-C1CF6A67CB9E}" srcOrd="1" destOrd="0" presId="urn:microsoft.com/office/officeart/2005/8/layout/orgChart1"/>
    <dgm:cxn modelId="{E41CFBB7-B17C-4416-BA5F-021C8B5FB6DD}" srcId="{03B9492D-49DF-495F-955D-7E2E8E4B299B}" destId="{F3BD0223-1BC6-4BD4-AF2E-A82FE755673A}" srcOrd="2" destOrd="0" parTransId="{B3928663-19AE-4AEE-97C2-009E1DDAB51D}" sibTransId="{6D793269-91C5-485C-880F-B20828F4588C}"/>
    <dgm:cxn modelId="{C30196B8-5EB4-4D70-900D-A160092B9B09}" type="presOf" srcId="{A6D1332A-45F3-44A0-9A07-12A9FA2D215D}" destId="{3D79B794-16D6-48CE-9CA4-886882BE44D3}" srcOrd="1" destOrd="0" presId="urn:microsoft.com/office/officeart/2005/8/layout/orgChart1"/>
    <dgm:cxn modelId="{373BDFB9-2B51-4834-9A90-D26AEF3F6CC4}" srcId="{86E4DB9C-A122-494D-ACD7-707322EF8C39}" destId="{A6D1332A-45F3-44A0-9A07-12A9FA2D215D}" srcOrd="0" destOrd="0" parTransId="{1618C84C-C65B-4938-BFAA-0BB958AC68AC}" sibTransId="{588C523B-A85C-4F35-9E04-5785E9221690}"/>
    <dgm:cxn modelId="{A1DC9BBD-2897-428D-84D0-3F67EE5E763C}" srcId="{03B9492D-49DF-495F-955D-7E2E8E4B299B}" destId="{86E4DB9C-A122-494D-ACD7-707322EF8C39}" srcOrd="4" destOrd="0" parTransId="{FF5B799A-0408-449D-8CC9-9CEA766C72FD}" sibTransId="{C08A95D6-16FF-4E3B-8C3C-8B1490F38A16}"/>
    <dgm:cxn modelId="{118DA2BD-1FE7-4F61-89AB-78A6510FF3B7}" type="presOf" srcId="{7E23E1EF-B38C-4D3A-A416-2F3479D87AFA}" destId="{8E5A367B-D7B1-46B1-A78E-E05D99436D22}" srcOrd="0" destOrd="0" presId="urn:microsoft.com/office/officeart/2005/8/layout/orgChart1"/>
    <dgm:cxn modelId="{F2AA11BF-C54E-460E-8ED9-69097692535C}" type="presOf" srcId="{19CD6AAA-7F2E-417E-A84C-213863EA1B4B}" destId="{EEA032E0-D87A-4949-A564-14DB510C3F49}" srcOrd="0" destOrd="0" presId="urn:microsoft.com/office/officeart/2005/8/layout/orgChart1"/>
    <dgm:cxn modelId="{965DD0BF-17AC-483F-8029-7DDA7E23DE7A}" type="presOf" srcId="{03B9492D-49DF-495F-955D-7E2E8E4B299B}" destId="{3936BEA8-32DC-41C8-9871-BF2CE87B91C1}" srcOrd="0" destOrd="0" presId="urn:microsoft.com/office/officeart/2005/8/layout/orgChart1"/>
    <dgm:cxn modelId="{3E90EBC3-5E88-495D-A878-8CD4B89F7400}" type="presOf" srcId="{5B0B1D3C-594F-4293-8A44-E8C1659C5E12}" destId="{A7D0651E-2BFF-42F1-AD87-05A438AD7C4D}" srcOrd="1" destOrd="0" presId="urn:microsoft.com/office/officeart/2005/8/layout/orgChart1"/>
    <dgm:cxn modelId="{F1DBB0C8-9DCE-4C2B-A63D-5001A6D15CAB}" srcId="{31E231F0-0C27-4A92-8D3C-49138990D9DF}" destId="{88FB5E40-4EA8-41E5-BAA5-5A945EAC8C96}" srcOrd="0" destOrd="0" parTransId="{37A17460-AA57-4998-BF97-DE487ECA125D}" sibTransId="{944CD0AF-1696-48CB-B4E3-BE4D37575C3D}"/>
    <dgm:cxn modelId="{572C51C9-68AA-4A75-8B72-B6A74FD3F931}" type="presOf" srcId="{28613AC1-D468-4F82-BA34-BB21DEC83132}" destId="{B1D9806C-75DC-4EA7-85DA-F4BF8261CD1A}" srcOrd="0" destOrd="0" presId="urn:microsoft.com/office/officeart/2005/8/layout/orgChart1"/>
    <dgm:cxn modelId="{44E4ACCB-0989-4A34-AED2-A931873FA8B1}" srcId="{145795BB-0288-4E1D-9C57-7945B7AA3800}" destId="{00D31E6F-11CE-4959-AF6A-17BF0252D074}" srcOrd="1" destOrd="0" parTransId="{0C3DF86D-E11B-4736-B36B-896E4C7ADE6B}" sibTransId="{D99B0F17-924A-4734-92EC-A5C14D24D80F}"/>
    <dgm:cxn modelId="{764486CC-70EE-42F8-BDD1-E39A02C5B6FD}" type="presOf" srcId="{5B0B1D3C-594F-4293-8A44-E8C1659C5E12}" destId="{955C611C-35A5-4159-9A5D-1510AAD51E8A}" srcOrd="0" destOrd="0" presId="urn:microsoft.com/office/officeart/2005/8/layout/orgChart1"/>
    <dgm:cxn modelId="{6D7897CE-7D3F-43DE-8A1C-D5D8F48348B8}" srcId="{180AB977-D545-4386-8C60-06CE8F698BB1}" destId="{47E0B413-49F0-4F3F-A61A-055AC8DE0877}" srcOrd="1" destOrd="0" parTransId="{396736E1-E13E-4E87-AE9A-A021420833CC}" sibTransId="{1B1EDD8E-D2FC-4059-8441-F14C4E5F3CF5}"/>
    <dgm:cxn modelId="{E4FB4BCF-5CA0-4B5D-AD8C-39BD0638339D}" srcId="{86E4DB9C-A122-494D-ACD7-707322EF8C39}" destId="{DAD8E980-A642-4BD1-8AAD-429C0CA8DF0C}" srcOrd="1" destOrd="0" parTransId="{A3A72F3F-C744-4288-A490-4AA0FE8D1F33}" sibTransId="{BEAD2AF7-96DC-4CDD-B3B8-6A3CD3EF6004}"/>
    <dgm:cxn modelId="{1882D1CF-4F91-437F-9BAA-559C28BDB611}" srcId="{03B9492D-49DF-495F-955D-7E2E8E4B299B}" destId="{84B4875C-604D-4E7F-A20B-2089141DF7AC}" srcOrd="1" destOrd="0" parTransId="{11F1A67D-275F-4200-977F-F95F2F05F59F}" sibTransId="{3B6ADC0B-E19B-446D-A03A-765B3E1A87A0}"/>
    <dgm:cxn modelId="{C7E765D0-C3C5-4B97-AE49-E01C77E44321}" type="presOf" srcId="{8F1A98BD-C76E-402E-A5C5-C6595FDF81E1}" destId="{30DA77A3-E23C-49FB-9553-89DD162F8D1D}" srcOrd="0" destOrd="0" presId="urn:microsoft.com/office/officeart/2005/8/layout/orgChart1"/>
    <dgm:cxn modelId="{58B0CDD9-47E6-4D81-8371-CDED930A4A27}" type="presOf" srcId="{0C3DF86D-E11B-4736-B36B-896E4C7ADE6B}" destId="{511A4B88-4F91-4B44-A2C4-F3A242338B55}" srcOrd="0" destOrd="0" presId="urn:microsoft.com/office/officeart/2005/8/layout/orgChart1"/>
    <dgm:cxn modelId="{8FF0DCDD-DE62-4390-8C09-873800638B75}" type="presOf" srcId="{86E4DB9C-A122-494D-ACD7-707322EF8C39}" destId="{6219AD27-19B8-4BD8-8992-C7B490BA3006}" srcOrd="0" destOrd="0" presId="urn:microsoft.com/office/officeart/2005/8/layout/orgChart1"/>
    <dgm:cxn modelId="{5E0B94E3-9A06-442A-87BF-F9DFF6A8E04A}" srcId="{F3BD0223-1BC6-4BD4-AF2E-A82FE755673A}" destId="{8F1A98BD-C76E-402E-A5C5-C6595FDF81E1}" srcOrd="2" destOrd="0" parTransId="{F44E5902-6B1B-43C6-9FF4-D446AFD2935B}" sibTransId="{1F44204E-D788-48C2-B745-DEA6047BAA73}"/>
    <dgm:cxn modelId="{A117E1E7-E553-481F-9C8A-EAFDE4AD83C1}" type="presOf" srcId="{03B9492D-49DF-495F-955D-7E2E8E4B299B}" destId="{8B25526A-F938-49A0-B076-EDA050FC2BCA}" srcOrd="1" destOrd="0" presId="urn:microsoft.com/office/officeart/2005/8/layout/orgChart1"/>
    <dgm:cxn modelId="{5EC2D1E9-545C-409C-B59B-820D0E3BF2C1}" type="presOf" srcId="{28613AC1-D468-4F82-BA34-BB21DEC83132}" destId="{C7EECFC0-6C50-4AA0-97E9-E3A5D98754D8}" srcOrd="1" destOrd="0" presId="urn:microsoft.com/office/officeart/2005/8/layout/orgChart1"/>
    <dgm:cxn modelId="{6D7A81EA-D929-48B4-8FFF-437015A96D3D}" srcId="{F3BD0223-1BC6-4BD4-AF2E-A82FE755673A}" destId="{E23AFCC5-20C5-4A2B-999E-9A1F08095A0E}" srcOrd="0" destOrd="0" parTransId="{59BD1825-A742-410D-AFD4-6B32BB9409B1}" sibTransId="{54BD51EA-09CF-4A59-9665-FBCFEF23DC9E}"/>
    <dgm:cxn modelId="{39A5DAEB-6AB9-46E1-BBA1-3A10CE7FEABB}" type="presOf" srcId="{31E231F0-0C27-4A92-8D3C-49138990D9DF}" destId="{FEA49FC2-9B0D-4967-8666-245E26621CA0}" srcOrd="1" destOrd="0" presId="urn:microsoft.com/office/officeart/2005/8/layout/orgChart1"/>
    <dgm:cxn modelId="{9123B7EE-9CB6-4CEF-BA87-66B27615DC20}" srcId="{03B9492D-49DF-495F-955D-7E2E8E4B299B}" destId="{31E231F0-0C27-4A92-8D3C-49138990D9DF}" srcOrd="3" destOrd="0" parTransId="{C7BADD26-5388-40A9-AA1D-EA75E6F79984}" sibTransId="{5E5E1955-57AA-4F50-850C-6C67A065B1F2}"/>
    <dgm:cxn modelId="{7C9748F4-667C-4CF1-9AB1-3FB9522CFC90}" srcId="{31E231F0-0C27-4A92-8D3C-49138990D9DF}" destId="{A46BF42A-0115-40FD-80B1-5A9C14EFED87}" srcOrd="1" destOrd="0" parTransId="{C0C384D3-E7BF-4F48-9AE9-DB163FD3F005}" sibTransId="{D7838C4E-53A6-4BA0-AD1F-E08A030E4F99}"/>
    <dgm:cxn modelId="{104B05F5-15B9-462E-BF82-F90D54001420}" type="presOf" srcId="{31E231F0-0C27-4A92-8D3C-49138990D9DF}" destId="{BF144789-9BB3-4C65-A321-29C88D438B84}" srcOrd="0" destOrd="0" presId="urn:microsoft.com/office/officeart/2005/8/layout/orgChart1"/>
    <dgm:cxn modelId="{BFC406FB-C002-4F4C-9B6D-0373DAAB704A}" type="presOf" srcId="{11F1A67D-275F-4200-977F-F95F2F05F59F}" destId="{BF2DCEDB-DE8B-4DED-ABC1-DC869A74ECE4}" srcOrd="0" destOrd="0" presId="urn:microsoft.com/office/officeart/2005/8/layout/orgChart1"/>
    <dgm:cxn modelId="{16A749FC-39D6-4E08-A0DC-83EBE2413152}" type="presOf" srcId="{180AB977-D545-4386-8C60-06CE8F698BB1}" destId="{1DFC7349-AAB0-4AF0-83B1-B9FF1F483591}" srcOrd="1" destOrd="0" presId="urn:microsoft.com/office/officeart/2005/8/layout/orgChart1"/>
    <dgm:cxn modelId="{B3F15D2E-6CD6-4D6D-B8D2-621EDD0A0960}" type="presParOf" srcId="{EEA032E0-D87A-4949-A564-14DB510C3F49}" destId="{5769D43B-2ED2-4C55-A55F-BA779420B83B}" srcOrd="0" destOrd="0" presId="urn:microsoft.com/office/officeart/2005/8/layout/orgChart1"/>
    <dgm:cxn modelId="{D2FDBBFA-F858-4949-94DE-13CB80B84524}" type="presParOf" srcId="{5769D43B-2ED2-4C55-A55F-BA779420B83B}" destId="{C3908B4D-8FC8-4FF6-9711-CC8D0C678839}" srcOrd="0" destOrd="0" presId="urn:microsoft.com/office/officeart/2005/8/layout/orgChart1"/>
    <dgm:cxn modelId="{37A69E25-96C4-4447-9CBA-B4D58C35B2F0}" type="presParOf" srcId="{C3908B4D-8FC8-4FF6-9711-CC8D0C678839}" destId="{3936BEA8-32DC-41C8-9871-BF2CE87B91C1}" srcOrd="0" destOrd="0" presId="urn:microsoft.com/office/officeart/2005/8/layout/orgChart1"/>
    <dgm:cxn modelId="{D75DC739-326C-470C-BD00-1DE81E3583E4}" type="presParOf" srcId="{C3908B4D-8FC8-4FF6-9711-CC8D0C678839}" destId="{8B25526A-F938-49A0-B076-EDA050FC2BCA}" srcOrd="1" destOrd="0" presId="urn:microsoft.com/office/officeart/2005/8/layout/orgChart1"/>
    <dgm:cxn modelId="{4FFCEC91-E916-41DC-8C59-1272811278F1}" type="presParOf" srcId="{5769D43B-2ED2-4C55-A55F-BA779420B83B}" destId="{8BE0E1A0-E258-46C6-BD80-9F982907DA83}" srcOrd="1" destOrd="0" presId="urn:microsoft.com/office/officeart/2005/8/layout/orgChart1"/>
    <dgm:cxn modelId="{6DE557DD-4F2F-41DC-8025-187234F13D41}" type="presParOf" srcId="{8BE0E1A0-E258-46C6-BD80-9F982907DA83}" destId="{00A2437C-4904-47BE-BCF7-94EF7EBAFC6D}" srcOrd="0" destOrd="0" presId="urn:microsoft.com/office/officeart/2005/8/layout/orgChart1"/>
    <dgm:cxn modelId="{F41E1488-6DFF-49A3-9157-D75529F32F4C}" type="presParOf" srcId="{8BE0E1A0-E258-46C6-BD80-9F982907DA83}" destId="{5932092A-1ED1-4F11-9B7E-4285BA0946F5}" srcOrd="1" destOrd="0" presId="urn:microsoft.com/office/officeart/2005/8/layout/orgChart1"/>
    <dgm:cxn modelId="{F7B32787-5E59-458A-8F46-FF97E145CDA2}" type="presParOf" srcId="{5932092A-1ED1-4F11-9B7E-4285BA0946F5}" destId="{F7A2990C-40E5-4C90-A1C0-7AD6AEF1B195}" srcOrd="0" destOrd="0" presId="urn:microsoft.com/office/officeart/2005/8/layout/orgChart1"/>
    <dgm:cxn modelId="{E4D9C407-089F-4ACE-8C6C-D4851887C4AA}" type="presParOf" srcId="{F7A2990C-40E5-4C90-A1C0-7AD6AEF1B195}" destId="{BED5B6A0-7E12-48A3-9C35-D76C20A5026F}" srcOrd="0" destOrd="0" presId="urn:microsoft.com/office/officeart/2005/8/layout/orgChart1"/>
    <dgm:cxn modelId="{D80921FC-9413-4F46-9F61-8927CF671BF0}" type="presParOf" srcId="{F7A2990C-40E5-4C90-A1C0-7AD6AEF1B195}" destId="{BCC2446A-9036-4F81-9D86-1635597C26E0}" srcOrd="1" destOrd="0" presId="urn:microsoft.com/office/officeart/2005/8/layout/orgChart1"/>
    <dgm:cxn modelId="{D9DE2EF6-C742-49E7-99DE-440BE0F9A1C9}" type="presParOf" srcId="{5932092A-1ED1-4F11-9B7E-4285BA0946F5}" destId="{480D5C4E-700B-4263-A3F5-7924D4C1B10D}" srcOrd="1" destOrd="0" presId="urn:microsoft.com/office/officeart/2005/8/layout/orgChart1"/>
    <dgm:cxn modelId="{51671F2C-02BC-4EB1-BA04-73347D88C63F}" type="presParOf" srcId="{480D5C4E-700B-4263-A3F5-7924D4C1B10D}" destId="{36F3561C-936D-4FB5-852C-693FD2210824}" srcOrd="0" destOrd="0" presId="urn:microsoft.com/office/officeart/2005/8/layout/orgChart1"/>
    <dgm:cxn modelId="{9C4577DF-EAFC-40F4-8628-39C9C2BB65B7}" type="presParOf" srcId="{480D5C4E-700B-4263-A3F5-7924D4C1B10D}" destId="{672EBCCA-4DEE-403C-92C1-70021A5B45F4}" srcOrd="1" destOrd="0" presId="urn:microsoft.com/office/officeart/2005/8/layout/orgChart1"/>
    <dgm:cxn modelId="{9D3DD393-34D8-4214-BE3F-5F08EC47D687}" type="presParOf" srcId="{672EBCCA-4DEE-403C-92C1-70021A5B45F4}" destId="{A9424A85-8666-4C74-8EBD-63E611478368}" srcOrd="0" destOrd="0" presId="urn:microsoft.com/office/officeart/2005/8/layout/orgChart1"/>
    <dgm:cxn modelId="{81E5084E-C0E4-405B-96BE-62BDB75BF84A}" type="presParOf" srcId="{A9424A85-8666-4C74-8EBD-63E611478368}" destId="{69A938E9-8198-4FB1-BC8F-FEF1323413B5}" srcOrd="0" destOrd="0" presId="urn:microsoft.com/office/officeart/2005/8/layout/orgChart1"/>
    <dgm:cxn modelId="{DFDB7949-11BF-46C7-BB08-CDF8D48E7C1B}" type="presParOf" srcId="{A9424A85-8666-4C74-8EBD-63E611478368}" destId="{2BB4F16E-090B-4ABD-AEE4-AC2088CBCB84}" srcOrd="1" destOrd="0" presId="urn:microsoft.com/office/officeart/2005/8/layout/orgChart1"/>
    <dgm:cxn modelId="{B9CDC5F2-8EA0-4053-89D4-89E39B6A2629}" type="presParOf" srcId="{672EBCCA-4DEE-403C-92C1-70021A5B45F4}" destId="{FF5A9951-882C-4206-9AE7-8F32ADF4B5C1}" srcOrd="1" destOrd="0" presId="urn:microsoft.com/office/officeart/2005/8/layout/orgChart1"/>
    <dgm:cxn modelId="{A6880ED3-7183-4FC8-A209-A840D4CF6648}" type="presParOf" srcId="{672EBCCA-4DEE-403C-92C1-70021A5B45F4}" destId="{8313632F-3B3F-45F0-831F-51B19061AC9A}" srcOrd="2" destOrd="0" presId="urn:microsoft.com/office/officeart/2005/8/layout/orgChart1"/>
    <dgm:cxn modelId="{5018B12E-C9AE-44BE-B3FE-37436BAF1BB3}" type="presParOf" srcId="{480D5C4E-700B-4263-A3F5-7924D4C1B10D}" destId="{0CD80121-C5C6-4B1E-9026-0E6E499AD119}" srcOrd="2" destOrd="0" presId="urn:microsoft.com/office/officeart/2005/8/layout/orgChart1"/>
    <dgm:cxn modelId="{5ECC04EA-2B47-4D09-81B6-805B1FCFD1E0}" type="presParOf" srcId="{480D5C4E-700B-4263-A3F5-7924D4C1B10D}" destId="{6520F794-F4A8-4CAE-A579-190C7E0AFD08}" srcOrd="3" destOrd="0" presId="urn:microsoft.com/office/officeart/2005/8/layout/orgChart1"/>
    <dgm:cxn modelId="{AAA4F7DD-3B84-42B1-B44F-C4FB115CB760}" type="presParOf" srcId="{6520F794-F4A8-4CAE-A579-190C7E0AFD08}" destId="{9D819B99-0A1D-4FAF-995B-B502E5660129}" srcOrd="0" destOrd="0" presId="urn:microsoft.com/office/officeart/2005/8/layout/orgChart1"/>
    <dgm:cxn modelId="{2FC4AD09-6524-4001-AC74-CB1D71DF5625}" type="presParOf" srcId="{9D819B99-0A1D-4FAF-995B-B502E5660129}" destId="{154BFB8B-BBBB-4869-8D87-22A5A0235FEA}" srcOrd="0" destOrd="0" presId="urn:microsoft.com/office/officeart/2005/8/layout/orgChart1"/>
    <dgm:cxn modelId="{200B410F-B3FE-41D8-A417-C01B32B87F70}" type="presParOf" srcId="{9D819B99-0A1D-4FAF-995B-B502E5660129}" destId="{FC9C86C8-5E4A-4AAF-B13B-4383F9D21700}" srcOrd="1" destOrd="0" presId="urn:microsoft.com/office/officeart/2005/8/layout/orgChart1"/>
    <dgm:cxn modelId="{D865DA6F-2C35-4A65-8137-FD60D23DAB4D}" type="presParOf" srcId="{6520F794-F4A8-4CAE-A579-190C7E0AFD08}" destId="{7EB47DE3-3CD3-43AF-BFC3-E01FA48D3925}" srcOrd="1" destOrd="0" presId="urn:microsoft.com/office/officeart/2005/8/layout/orgChart1"/>
    <dgm:cxn modelId="{BD6208B6-F1F7-45E0-92A4-AA5D412E48B8}" type="presParOf" srcId="{6520F794-F4A8-4CAE-A579-190C7E0AFD08}" destId="{1F5C7728-0EE7-43AF-B0C3-12C3F0A485D4}" srcOrd="2" destOrd="0" presId="urn:microsoft.com/office/officeart/2005/8/layout/orgChart1"/>
    <dgm:cxn modelId="{B3DE38D5-99AD-4517-B04C-0E4884F083CF}" type="presParOf" srcId="{5932092A-1ED1-4F11-9B7E-4285BA0946F5}" destId="{F6E02C16-0F73-4F95-B3E3-E527BF800BCF}" srcOrd="2" destOrd="0" presId="urn:microsoft.com/office/officeart/2005/8/layout/orgChart1"/>
    <dgm:cxn modelId="{8885EA78-CACD-4E21-B06F-4F891F6C6CD1}" type="presParOf" srcId="{8BE0E1A0-E258-46C6-BD80-9F982907DA83}" destId="{BF2DCEDB-DE8B-4DED-ABC1-DC869A74ECE4}" srcOrd="2" destOrd="0" presId="urn:microsoft.com/office/officeart/2005/8/layout/orgChart1"/>
    <dgm:cxn modelId="{69D6A133-6A97-49B0-A4B4-58123AFE848A}" type="presParOf" srcId="{8BE0E1A0-E258-46C6-BD80-9F982907DA83}" destId="{7B6F866C-3D2C-48C3-A000-7FF519898641}" srcOrd="3" destOrd="0" presId="urn:microsoft.com/office/officeart/2005/8/layout/orgChart1"/>
    <dgm:cxn modelId="{531FAD54-5058-486A-9476-1ADFB19085B7}" type="presParOf" srcId="{7B6F866C-3D2C-48C3-A000-7FF519898641}" destId="{9F80E067-89AA-4426-8287-64DC26718FAF}" srcOrd="0" destOrd="0" presId="urn:microsoft.com/office/officeart/2005/8/layout/orgChart1"/>
    <dgm:cxn modelId="{8529DA72-BBC5-4C5B-950D-9C9F7D18C259}" type="presParOf" srcId="{9F80E067-89AA-4426-8287-64DC26718FAF}" destId="{DA165373-2059-41E5-ABDC-EA98C393A8F8}" srcOrd="0" destOrd="0" presId="urn:microsoft.com/office/officeart/2005/8/layout/orgChart1"/>
    <dgm:cxn modelId="{EA52DE7F-FE68-482F-910F-F2BA55654E9A}" type="presParOf" srcId="{9F80E067-89AA-4426-8287-64DC26718FAF}" destId="{81BA6369-D6DB-4567-8B3B-750FA0416E0A}" srcOrd="1" destOrd="0" presId="urn:microsoft.com/office/officeart/2005/8/layout/orgChart1"/>
    <dgm:cxn modelId="{CDDF625E-4202-4274-AEB5-F6E9A4EB289C}" type="presParOf" srcId="{7B6F866C-3D2C-48C3-A000-7FF519898641}" destId="{08044B52-2742-4FE6-AD29-04EC3C91D85F}" srcOrd="1" destOrd="0" presId="urn:microsoft.com/office/officeart/2005/8/layout/orgChart1"/>
    <dgm:cxn modelId="{679B783F-639A-4567-9E97-4408B51C9B9F}" type="presParOf" srcId="{08044B52-2742-4FE6-AD29-04EC3C91D85F}" destId="{E753781B-CD9A-4478-80DB-A28AF20E07ED}" srcOrd="0" destOrd="0" presId="urn:microsoft.com/office/officeart/2005/8/layout/orgChart1"/>
    <dgm:cxn modelId="{6DF5BDCB-5FB4-4DCA-B023-77319D66E7F7}" type="presParOf" srcId="{08044B52-2742-4FE6-AD29-04EC3C91D85F}" destId="{BE5EAF1E-2304-4A1D-B358-B13EB952A1D9}" srcOrd="1" destOrd="0" presId="urn:microsoft.com/office/officeart/2005/8/layout/orgChart1"/>
    <dgm:cxn modelId="{A02E6DFD-D457-4878-8FD0-5847B2F46FEE}" type="presParOf" srcId="{BE5EAF1E-2304-4A1D-B358-B13EB952A1D9}" destId="{E062B143-1D10-4E24-B1C3-AD983E9871C1}" srcOrd="0" destOrd="0" presId="urn:microsoft.com/office/officeart/2005/8/layout/orgChart1"/>
    <dgm:cxn modelId="{6E48FB17-4440-4CDC-9E70-673B8BAA0A79}" type="presParOf" srcId="{E062B143-1D10-4E24-B1C3-AD983E9871C1}" destId="{A957EDD8-0578-4251-98E0-6183F62C42C0}" srcOrd="0" destOrd="0" presId="urn:microsoft.com/office/officeart/2005/8/layout/orgChart1"/>
    <dgm:cxn modelId="{88827873-CAFD-4A7B-B63A-81D8EDEDD723}" type="presParOf" srcId="{E062B143-1D10-4E24-B1C3-AD983E9871C1}" destId="{7F85434C-0305-4EC7-8F1B-E7DDF5E76491}" srcOrd="1" destOrd="0" presId="urn:microsoft.com/office/officeart/2005/8/layout/orgChart1"/>
    <dgm:cxn modelId="{1D5C54A5-0C02-4D57-B1BE-A77A57B23EBA}" type="presParOf" srcId="{BE5EAF1E-2304-4A1D-B358-B13EB952A1D9}" destId="{E58B0F54-9B0B-4D0A-8397-C3F742F46E37}" srcOrd="1" destOrd="0" presId="urn:microsoft.com/office/officeart/2005/8/layout/orgChart1"/>
    <dgm:cxn modelId="{2314B07E-9ACC-4561-B85A-8F01CAC2CC49}" type="presParOf" srcId="{BE5EAF1E-2304-4A1D-B358-B13EB952A1D9}" destId="{9A04FC5A-CFBE-4A02-B184-A0F420EB5B6F}" srcOrd="2" destOrd="0" presId="urn:microsoft.com/office/officeart/2005/8/layout/orgChart1"/>
    <dgm:cxn modelId="{446BFB0A-A918-4460-96D9-52EDDE9EAA5C}" type="presParOf" srcId="{08044B52-2742-4FE6-AD29-04EC3C91D85F}" destId="{6BA15B8B-D540-4FD0-9EB0-9D174337262E}" srcOrd="2" destOrd="0" presId="urn:microsoft.com/office/officeart/2005/8/layout/orgChart1"/>
    <dgm:cxn modelId="{EED041AC-632A-4076-960E-7E1747CD0C87}" type="presParOf" srcId="{08044B52-2742-4FE6-AD29-04EC3C91D85F}" destId="{28E632BA-D5F5-4969-8CC6-E027B129AF72}" srcOrd="3" destOrd="0" presId="urn:microsoft.com/office/officeart/2005/8/layout/orgChart1"/>
    <dgm:cxn modelId="{32ADD836-12B1-42F1-8309-CBF41E76C791}" type="presParOf" srcId="{28E632BA-D5F5-4969-8CC6-E027B129AF72}" destId="{698056FE-2DED-4CB0-9863-8A67A43C8014}" srcOrd="0" destOrd="0" presId="urn:microsoft.com/office/officeart/2005/8/layout/orgChart1"/>
    <dgm:cxn modelId="{DC0D4709-E484-4104-8563-1D40E812D197}" type="presParOf" srcId="{698056FE-2DED-4CB0-9863-8A67A43C8014}" destId="{955C611C-35A5-4159-9A5D-1510AAD51E8A}" srcOrd="0" destOrd="0" presId="urn:microsoft.com/office/officeart/2005/8/layout/orgChart1"/>
    <dgm:cxn modelId="{DFFBA8F8-D872-4918-A750-5EF33EB8C765}" type="presParOf" srcId="{698056FE-2DED-4CB0-9863-8A67A43C8014}" destId="{A7D0651E-2BFF-42F1-AD87-05A438AD7C4D}" srcOrd="1" destOrd="0" presId="urn:microsoft.com/office/officeart/2005/8/layout/orgChart1"/>
    <dgm:cxn modelId="{36657699-5AED-417B-A92B-89261A189C1D}" type="presParOf" srcId="{28E632BA-D5F5-4969-8CC6-E027B129AF72}" destId="{CC482E2D-E1CD-4615-B209-19504C10C970}" srcOrd="1" destOrd="0" presId="urn:microsoft.com/office/officeart/2005/8/layout/orgChart1"/>
    <dgm:cxn modelId="{3027ABBB-266E-41C4-9CB8-07FE33085080}" type="presParOf" srcId="{28E632BA-D5F5-4969-8CC6-E027B129AF72}" destId="{DC5D7B0B-2760-49C4-AA8E-DF8D5CCAC7B2}" srcOrd="2" destOrd="0" presId="urn:microsoft.com/office/officeart/2005/8/layout/orgChart1"/>
    <dgm:cxn modelId="{1F872AE9-2C3E-4EE5-BDD3-B741D0B568E0}" type="presParOf" srcId="{08044B52-2742-4FE6-AD29-04EC3C91D85F}" destId="{E631EB45-45E5-49BD-AC0C-3AAD34A1334D}" srcOrd="4" destOrd="0" presId="urn:microsoft.com/office/officeart/2005/8/layout/orgChart1"/>
    <dgm:cxn modelId="{8E7F4ADC-AA77-4D46-9A7E-2CDEFAB67F47}" type="presParOf" srcId="{08044B52-2742-4FE6-AD29-04EC3C91D85F}" destId="{54B58EC2-8F59-47F1-AF7E-476CEF658A4F}" srcOrd="5" destOrd="0" presId="urn:microsoft.com/office/officeart/2005/8/layout/orgChart1"/>
    <dgm:cxn modelId="{A674AD9F-2AD8-40D9-B243-E57227997955}" type="presParOf" srcId="{54B58EC2-8F59-47F1-AF7E-476CEF658A4F}" destId="{5B6AD4CD-03DA-4508-A5E2-BD700077EFD6}" srcOrd="0" destOrd="0" presId="urn:microsoft.com/office/officeart/2005/8/layout/orgChart1"/>
    <dgm:cxn modelId="{DEC53E18-F702-44FB-8AC3-521B70543870}" type="presParOf" srcId="{5B6AD4CD-03DA-4508-A5E2-BD700077EFD6}" destId="{0E6794E4-2422-4377-9423-5F02511FA0D9}" srcOrd="0" destOrd="0" presId="urn:microsoft.com/office/officeart/2005/8/layout/orgChart1"/>
    <dgm:cxn modelId="{CE55D6B6-2A99-4A67-B52E-A33D9CFD216C}" type="presParOf" srcId="{5B6AD4CD-03DA-4508-A5E2-BD700077EFD6}" destId="{4E2834A3-D06A-46C9-BC9B-7D7D83DD4E33}" srcOrd="1" destOrd="0" presId="urn:microsoft.com/office/officeart/2005/8/layout/orgChart1"/>
    <dgm:cxn modelId="{29A1CA51-3D3C-407F-ADBA-D6D4B85ABD91}" type="presParOf" srcId="{54B58EC2-8F59-47F1-AF7E-476CEF658A4F}" destId="{0DA68591-5E75-42B9-919A-2A156705C2CA}" srcOrd="1" destOrd="0" presId="urn:microsoft.com/office/officeart/2005/8/layout/orgChart1"/>
    <dgm:cxn modelId="{411A6712-467E-45EC-A24B-A7D6091ADF66}" type="presParOf" srcId="{54B58EC2-8F59-47F1-AF7E-476CEF658A4F}" destId="{3A8942AF-18D9-4E43-A845-2C1BE8F961B7}" srcOrd="2" destOrd="0" presId="urn:microsoft.com/office/officeart/2005/8/layout/orgChart1"/>
    <dgm:cxn modelId="{2687544B-54B6-4CED-AB3F-983D1D2B726D}" type="presParOf" srcId="{7B6F866C-3D2C-48C3-A000-7FF519898641}" destId="{8053B2FE-DA86-4236-AF95-BBBEBEB0E709}" srcOrd="2" destOrd="0" presId="urn:microsoft.com/office/officeart/2005/8/layout/orgChart1"/>
    <dgm:cxn modelId="{0D319808-F6DF-422F-AB92-5AC6865B44BD}" type="presParOf" srcId="{8BE0E1A0-E258-46C6-BD80-9F982907DA83}" destId="{94D26305-849B-4855-BBCE-247534EC48D7}" srcOrd="4" destOrd="0" presId="urn:microsoft.com/office/officeart/2005/8/layout/orgChart1"/>
    <dgm:cxn modelId="{9C840D16-C0B0-4262-A38F-DBFDAE0D37C0}" type="presParOf" srcId="{8BE0E1A0-E258-46C6-BD80-9F982907DA83}" destId="{5523CA80-9D38-4FCF-AC95-4B4F5FA5144A}" srcOrd="5" destOrd="0" presId="urn:microsoft.com/office/officeart/2005/8/layout/orgChart1"/>
    <dgm:cxn modelId="{263815C9-0B6C-454F-84D1-D734210CDDD2}" type="presParOf" srcId="{5523CA80-9D38-4FCF-AC95-4B4F5FA5144A}" destId="{751C3BCC-C77D-4D70-8F19-A03085167BEE}" srcOrd="0" destOrd="0" presId="urn:microsoft.com/office/officeart/2005/8/layout/orgChart1"/>
    <dgm:cxn modelId="{457C7029-2E00-45C7-B8F5-5A3CE468E5BC}" type="presParOf" srcId="{751C3BCC-C77D-4D70-8F19-A03085167BEE}" destId="{71BD1725-0DAE-4CED-AAB2-944268F512B2}" srcOrd="0" destOrd="0" presId="urn:microsoft.com/office/officeart/2005/8/layout/orgChart1"/>
    <dgm:cxn modelId="{8119C2CC-ECD9-430A-9E3E-BB900AE81FBB}" type="presParOf" srcId="{751C3BCC-C77D-4D70-8F19-A03085167BEE}" destId="{25833BE9-7F8B-4D14-BA9D-3A631F3AF386}" srcOrd="1" destOrd="0" presId="urn:microsoft.com/office/officeart/2005/8/layout/orgChart1"/>
    <dgm:cxn modelId="{12630DE1-C5DD-4441-A8DD-D6D5F5B9A672}" type="presParOf" srcId="{5523CA80-9D38-4FCF-AC95-4B4F5FA5144A}" destId="{56E3563D-359B-4D2C-8320-AF9E6F492A19}" srcOrd="1" destOrd="0" presId="urn:microsoft.com/office/officeart/2005/8/layout/orgChart1"/>
    <dgm:cxn modelId="{9CF1091C-3554-4308-8C8D-B326B197205E}" type="presParOf" srcId="{56E3563D-359B-4D2C-8320-AF9E6F492A19}" destId="{CC0EBDD9-D559-45FE-9D0A-6294EC43659B}" srcOrd="0" destOrd="0" presId="urn:microsoft.com/office/officeart/2005/8/layout/orgChart1"/>
    <dgm:cxn modelId="{D614F8D1-6A4B-4349-AD18-DD05C1F5BCC4}" type="presParOf" srcId="{56E3563D-359B-4D2C-8320-AF9E6F492A19}" destId="{78501DAF-5588-46D1-B329-ABD3F028FEE8}" srcOrd="1" destOrd="0" presId="urn:microsoft.com/office/officeart/2005/8/layout/orgChart1"/>
    <dgm:cxn modelId="{1692DEA0-EB89-4306-88A1-061DD2F78F92}" type="presParOf" srcId="{78501DAF-5588-46D1-B329-ABD3F028FEE8}" destId="{DA4B9B2A-5E13-444D-82BF-CF5BCD682B51}" srcOrd="0" destOrd="0" presId="urn:microsoft.com/office/officeart/2005/8/layout/orgChart1"/>
    <dgm:cxn modelId="{8D8B2B2F-C899-4E5B-A355-7A386447DE40}" type="presParOf" srcId="{DA4B9B2A-5E13-444D-82BF-CF5BCD682B51}" destId="{A0B0728F-8B06-49D0-8939-E44AF610FB47}" srcOrd="0" destOrd="0" presId="urn:microsoft.com/office/officeart/2005/8/layout/orgChart1"/>
    <dgm:cxn modelId="{4F1DDEFE-8CE5-4CF8-9E74-4558EA1EBFA4}" type="presParOf" srcId="{DA4B9B2A-5E13-444D-82BF-CF5BCD682B51}" destId="{5CFA7ECB-C6BC-45C7-9A0B-9D21C3EE2E62}" srcOrd="1" destOrd="0" presId="urn:microsoft.com/office/officeart/2005/8/layout/orgChart1"/>
    <dgm:cxn modelId="{E9E4E5D9-0934-4CED-ADBA-A3D0A15C47D0}" type="presParOf" srcId="{78501DAF-5588-46D1-B329-ABD3F028FEE8}" destId="{F6EAE652-FA76-4C1D-8EF9-1F34CAA9CA1E}" srcOrd="1" destOrd="0" presId="urn:microsoft.com/office/officeart/2005/8/layout/orgChart1"/>
    <dgm:cxn modelId="{A6EE5CEA-63F0-4DDA-9479-FC23F5A815EC}" type="presParOf" srcId="{78501DAF-5588-46D1-B329-ABD3F028FEE8}" destId="{6414DE02-72BE-4260-B3D0-5C02EAC4A405}" srcOrd="2" destOrd="0" presId="urn:microsoft.com/office/officeart/2005/8/layout/orgChart1"/>
    <dgm:cxn modelId="{20075535-683F-4701-A629-D5DAC91819FC}" type="presParOf" srcId="{56E3563D-359B-4D2C-8320-AF9E6F492A19}" destId="{1A8EAA10-8F35-4682-9071-75F58275BC76}" srcOrd="2" destOrd="0" presId="urn:microsoft.com/office/officeart/2005/8/layout/orgChart1"/>
    <dgm:cxn modelId="{F14D9E3A-8E43-4F13-81AD-AB016258EECD}" type="presParOf" srcId="{56E3563D-359B-4D2C-8320-AF9E6F492A19}" destId="{E62844F0-D2DE-4D3E-82BB-C313A359E49D}" srcOrd="3" destOrd="0" presId="urn:microsoft.com/office/officeart/2005/8/layout/orgChart1"/>
    <dgm:cxn modelId="{B929BE48-9AEF-46AE-AD75-F1FB91722AB5}" type="presParOf" srcId="{E62844F0-D2DE-4D3E-82BB-C313A359E49D}" destId="{860CEC76-951F-4232-9826-C56C23A0C648}" srcOrd="0" destOrd="0" presId="urn:microsoft.com/office/officeart/2005/8/layout/orgChart1"/>
    <dgm:cxn modelId="{69EA0980-D781-4D80-95A9-F92752783BBC}" type="presParOf" srcId="{860CEC76-951F-4232-9826-C56C23A0C648}" destId="{B1D9806C-75DC-4EA7-85DA-F4BF8261CD1A}" srcOrd="0" destOrd="0" presId="urn:microsoft.com/office/officeart/2005/8/layout/orgChart1"/>
    <dgm:cxn modelId="{371D59B0-F166-49C6-AB38-57BB63A972C6}" type="presParOf" srcId="{860CEC76-951F-4232-9826-C56C23A0C648}" destId="{C7EECFC0-6C50-4AA0-97E9-E3A5D98754D8}" srcOrd="1" destOrd="0" presId="urn:microsoft.com/office/officeart/2005/8/layout/orgChart1"/>
    <dgm:cxn modelId="{C3F9BD39-6A08-40AE-A8E5-3CA1AB93C77A}" type="presParOf" srcId="{E62844F0-D2DE-4D3E-82BB-C313A359E49D}" destId="{CFD6CAD8-4FCA-451B-B791-6E1E418FB0D9}" srcOrd="1" destOrd="0" presId="urn:microsoft.com/office/officeart/2005/8/layout/orgChart1"/>
    <dgm:cxn modelId="{17DFA300-9E25-4095-9A7C-BFCBAAD4FC79}" type="presParOf" srcId="{E62844F0-D2DE-4D3E-82BB-C313A359E49D}" destId="{2770F4DC-BF91-4825-9E99-0C588A866CE7}" srcOrd="2" destOrd="0" presId="urn:microsoft.com/office/officeart/2005/8/layout/orgChart1"/>
    <dgm:cxn modelId="{FDD044EE-2369-4C35-A8C1-8F9201AADE2D}" type="presParOf" srcId="{56E3563D-359B-4D2C-8320-AF9E6F492A19}" destId="{2990DECD-ED79-492B-B11E-82D124CF77DD}" srcOrd="4" destOrd="0" presId="urn:microsoft.com/office/officeart/2005/8/layout/orgChart1"/>
    <dgm:cxn modelId="{DCD3B798-28F4-4022-AFD3-E383307CC31E}" type="presParOf" srcId="{56E3563D-359B-4D2C-8320-AF9E6F492A19}" destId="{9482E165-F004-4B3B-A8A2-E98ED31ADFDC}" srcOrd="5" destOrd="0" presId="urn:microsoft.com/office/officeart/2005/8/layout/orgChart1"/>
    <dgm:cxn modelId="{4D0AE801-24E6-4AC2-9C50-722F882F993C}" type="presParOf" srcId="{9482E165-F004-4B3B-A8A2-E98ED31ADFDC}" destId="{1F886F95-E173-4A6F-95E9-B5A103BF001F}" srcOrd="0" destOrd="0" presId="urn:microsoft.com/office/officeart/2005/8/layout/orgChart1"/>
    <dgm:cxn modelId="{BA117C07-30B4-4267-90C2-150C436BDB28}" type="presParOf" srcId="{1F886F95-E173-4A6F-95E9-B5A103BF001F}" destId="{30DA77A3-E23C-49FB-9553-89DD162F8D1D}" srcOrd="0" destOrd="0" presId="urn:microsoft.com/office/officeart/2005/8/layout/orgChart1"/>
    <dgm:cxn modelId="{57DA74B5-E468-4EBB-BD58-ECB4082F7A61}" type="presParOf" srcId="{1F886F95-E173-4A6F-95E9-B5A103BF001F}" destId="{2871C7E2-5705-4656-947F-69C422C3A489}" srcOrd="1" destOrd="0" presId="urn:microsoft.com/office/officeart/2005/8/layout/orgChart1"/>
    <dgm:cxn modelId="{3DF6970A-C84A-4E15-B8DF-05A9FD0F8B49}" type="presParOf" srcId="{9482E165-F004-4B3B-A8A2-E98ED31ADFDC}" destId="{B2CA9497-4E71-4D9B-B84F-B7B08F94F52A}" srcOrd="1" destOrd="0" presId="urn:microsoft.com/office/officeart/2005/8/layout/orgChart1"/>
    <dgm:cxn modelId="{24657589-83CE-4254-B602-43C4B4EF509E}" type="presParOf" srcId="{9482E165-F004-4B3B-A8A2-E98ED31ADFDC}" destId="{32B1A8C7-9F09-4FF2-9A89-44144C7E74A6}" srcOrd="2" destOrd="0" presId="urn:microsoft.com/office/officeart/2005/8/layout/orgChart1"/>
    <dgm:cxn modelId="{650E33B8-719E-4293-9FB5-54DE90451E60}" type="presParOf" srcId="{5523CA80-9D38-4FCF-AC95-4B4F5FA5144A}" destId="{63EDBA4E-E3F6-4179-9214-CD797EC5D099}" srcOrd="2" destOrd="0" presId="urn:microsoft.com/office/officeart/2005/8/layout/orgChart1"/>
    <dgm:cxn modelId="{43B7B829-14C8-4820-B6BE-4F7AB0FE34B0}" type="presParOf" srcId="{8BE0E1A0-E258-46C6-BD80-9F982907DA83}" destId="{84504024-F917-44C2-AAF7-F31A035BEBC4}" srcOrd="6" destOrd="0" presId="urn:microsoft.com/office/officeart/2005/8/layout/orgChart1"/>
    <dgm:cxn modelId="{AE61A3C5-8AEE-45B7-9A35-055BB24E14B9}" type="presParOf" srcId="{8BE0E1A0-E258-46C6-BD80-9F982907DA83}" destId="{160C9E3E-52F7-464F-8C5E-10C8B664C862}" srcOrd="7" destOrd="0" presId="urn:microsoft.com/office/officeart/2005/8/layout/orgChart1"/>
    <dgm:cxn modelId="{27FF44D6-455A-4B0E-8F47-D0C229BD7A62}" type="presParOf" srcId="{160C9E3E-52F7-464F-8C5E-10C8B664C862}" destId="{85603A61-AAC1-4EDF-A8BF-C0112D135229}" srcOrd="0" destOrd="0" presId="urn:microsoft.com/office/officeart/2005/8/layout/orgChart1"/>
    <dgm:cxn modelId="{A63CBD86-E4F7-496F-A8F7-0FEA7F998EEE}" type="presParOf" srcId="{85603A61-AAC1-4EDF-A8BF-C0112D135229}" destId="{BF144789-9BB3-4C65-A321-29C88D438B84}" srcOrd="0" destOrd="0" presId="urn:microsoft.com/office/officeart/2005/8/layout/orgChart1"/>
    <dgm:cxn modelId="{745E269C-50C6-4219-A9CC-545F4A0FB1E4}" type="presParOf" srcId="{85603A61-AAC1-4EDF-A8BF-C0112D135229}" destId="{FEA49FC2-9B0D-4967-8666-245E26621CA0}" srcOrd="1" destOrd="0" presId="urn:microsoft.com/office/officeart/2005/8/layout/orgChart1"/>
    <dgm:cxn modelId="{FA075413-4F9D-4E5D-98F9-7BA50EE95AB4}" type="presParOf" srcId="{160C9E3E-52F7-464F-8C5E-10C8B664C862}" destId="{9C2117DC-8253-4DBB-B6CF-9F1B7EF84060}" srcOrd="1" destOrd="0" presId="urn:microsoft.com/office/officeart/2005/8/layout/orgChart1"/>
    <dgm:cxn modelId="{E700D6D5-71EB-471D-A9A0-CB997CAD1830}" type="presParOf" srcId="{9C2117DC-8253-4DBB-B6CF-9F1B7EF84060}" destId="{8A224422-F569-403F-8CD0-195B946CBF05}" srcOrd="0" destOrd="0" presId="urn:microsoft.com/office/officeart/2005/8/layout/orgChart1"/>
    <dgm:cxn modelId="{72F9E12F-61D4-474A-ABC9-B3F3B6A60130}" type="presParOf" srcId="{9C2117DC-8253-4DBB-B6CF-9F1B7EF84060}" destId="{A5E1DB32-1C57-4C83-B901-B57DC060B43B}" srcOrd="1" destOrd="0" presId="urn:microsoft.com/office/officeart/2005/8/layout/orgChart1"/>
    <dgm:cxn modelId="{F8DA8368-23AC-47CA-BAAD-65DF96B28DC4}" type="presParOf" srcId="{A5E1DB32-1C57-4C83-B901-B57DC060B43B}" destId="{E1461B67-DC62-4073-B646-9D0C456DD8C9}" srcOrd="0" destOrd="0" presId="urn:microsoft.com/office/officeart/2005/8/layout/orgChart1"/>
    <dgm:cxn modelId="{9AF2E012-E410-4751-9B59-4089A64CFDED}" type="presParOf" srcId="{E1461B67-DC62-4073-B646-9D0C456DD8C9}" destId="{B1C88AB5-21A4-4768-8838-356F6519318A}" srcOrd="0" destOrd="0" presId="urn:microsoft.com/office/officeart/2005/8/layout/orgChart1"/>
    <dgm:cxn modelId="{E52F5E5D-F606-4827-8568-7DDEC0B2D584}" type="presParOf" srcId="{E1461B67-DC62-4073-B646-9D0C456DD8C9}" destId="{1F849F76-67DF-485F-BC15-34F5C17F3E0F}" srcOrd="1" destOrd="0" presId="urn:microsoft.com/office/officeart/2005/8/layout/orgChart1"/>
    <dgm:cxn modelId="{2B7F9315-506A-41A9-9ADB-DE6550223391}" type="presParOf" srcId="{A5E1DB32-1C57-4C83-B901-B57DC060B43B}" destId="{3B5E0256-066A-4090-A9F0-4DB1A4CC0595}" srcOrd="1" destOrd="0" presId="urn:microsoft.com/office/officeart/2005/8/layout/orgChart1"/>
    <dgm:cxn modelId="{4C53B339-F880-40CF-B82C-253B3C714F27}" type="presParOf" srcId="{A5E1DB32-1C57-4C83-B901-B57DC060B43B}" destId="{F2C75D48-D99B-4749-8D2B-6B9AE20BC03F}" srcOrd="2" destOrd="0" presId="urn:microsoft.com/office/officeart/2005/8/layout/orgChart1"/>
    <dgm:cxn modelId="{C8BC2731-5DE0-473B-9243-73581C7BAF27}" type="presParOf" srcId="{9C2117DC-8253-4DBB-B6CF-9F1B7EF84060}" destId="{C7603335-9B10-4E57-8110-DEB470810325}" srcOrd="2" destOrd="0" presId="urn:microsoft.com/office/officeart/2005/8/layout/orgChart1"/>
    <dgm:cxn modelId="{3B5DF545-9109-4C41-9260-5A671DA4FF15}" type="presParOf" srcId="{9C2117DC-8253-4DBB-B6CF-9F1B7EF84060}" destId="{845E7B5F-5553-4426-925A-FE11DF1AA6E8}" srcOrd="3" destOrd="0" presId="urn:microsoft.com/office/officeart/2005/8/layout/orgChart1"/>
    <dgm:cxn modelId="{26B4B834-A39E-4476-A155-F76D742E5295}" type="presParOf" srcId="{845E7B5F-5553-4426-925A-FE11DF1AA6E8}" destId="{E10829C8-245B-478C-9454-A2290F814396}" srcOrd="0" destOrd="0" presId="urn:microsoft.com/office/officeart/2005/8/layout/orgChart1"/>
    <dgm:cxn modelId="{A374B494-8B30-4F17-A023-F5C426F12386}" type="presParOf" srcId="{E10829C8-245B-478C-9454-A2290F814396}" destId="{39F7877B-283B-40D4-B4FC-8C2F3CECE7E3}" srcOrd="0" destOrd="0" presId="urn:microsoft.com/office/officeart/2005/8/layout/orgChart1"/>
    <dgm:cxn modelId="{66A4A73C-6D0A-497B-A80C-FC6743236ECA}" type="presParOf" srcId="{E10829C8-245B-478C-9454-A2290F814396}" destId="{92802576-6D4D-43ED-8E33-15F15CF6823B}" srcOrd="1" destOrd="0" presId="urn:microsoft.com/office/officeart/2005/8/layout/orgChart1"/>
    <dgm:cxn modelId="{C70C3579-B4B9-48F0-A499-6E0484A047CF}" type="presParOf" srcId="{845E7B5F-5553-4426-925A-FE11DF1AA6E8}" destId="{F46F3F82-8B95-4D83-853F-577CE03F17EB}" srcOrd="1" destOrd="0" presId="urn:microsoft.com/office/officeart/2005/8/layout/orgChart1"/>
    <dgm:cxn modelId="{2308DF28-72B2-44D8-AB60-7A3B647096A0}" type="presParOf" srcId="{845E7B5F-5553-4426-925A-FE11DF1AA6E8}" destId="{0D2193C1-17EC-452D-85BB-C979C43DB889}" srcOrd="2" destOrd="0" presId="urn:microsoft.com/office/officeart/2005/8/layout/orgChart1"/>
    <dgm:cxn modelId="{5B7D2EC6-ED05-472F-A014-B954422A58E1}" type="presParOf" srcId="{160C9E3E-52F7-464F-8C5E-10C8B664C862}" destId="{084D7060-EE22-44AE-9658-C701BEFF50EE}" srcOrd="2" destOrd="0" presId="urn:microsoft.com/office/officeart/2005/8/layout/orgChart1"/>
    <dgm:cxn modelId="{67ECB2EA-8B02-4665-8160-2A3C0FCE2BAD}" type="presParOf" srcId="{8BE0E1A0-E258-46C6-BD80-9F982907DA83}" destId="{A7BF7221-E1BD-4B37-AA6E-BB3FBB35430E}" srcOrd="8" destOrd="0" presId="urn:microsoft.com/office/officeart/2005/8/layout/orgChart1"/>
    <dgm:cxn modelId="{B1E40AAE-1F04-406D-85A9-C9E0C1E0FD05}" type="presParOf" srcId="{8BE0E1A0-E258-46C6-BD80-9F982907DA83}" destId="{C3F50DE5-75B5-4B5A-9807-8D7FDE11366F}" srcOrd="9" destOrd="0" presId="urn:microsoft.com/office/officeart/2005/8/layout/orgChart1"/>
    <dgm:cxn modelId="{99966FA7-0EEA-491D-AC2C-DF343C9950B6}" type="presParOf" srcId="{C3F50DE5-75B5-4B5A-9807-8D7FDE11366F}" destId="{5A7F3AE7-2131-497A-897D-1D458FBA1023}" srcOrd="0" destOrd="0" presId="urn:microsoft.com/office/officeart/2005/8/layout/orgChart1"/>
    <dgm:cxn modelId="{EF3ECA77-3B06-4ABD-84B3-3CC90500AA16}" type="presParOf" srcId="{5A7F3AE7-2131-497A-897D-1D458FBA1023}" destId="{6219AD27-19B8-4BD8-8992-C7B490BA3006}" srcOrd="0" destOrd="0" presId="urn:microsoft.com/office/officeart/2005/8/layout/orgChart1"/>
    <dgm:cxn modelId="{7FA81FA5-A95B-4207-B30B-EAC5C45BB907}" type="presParOf" srcId="{5A7F3AE7-2131-497A-897D-1D458FBA1023}" destId="{F87C0ABC-7E63-4756-9ACF-77299E2B64D3}" srcOrd="1" destOrd="0" presId="urn:microsoft.com/office/officeart/2005/8/layout/orgChart1"/>
    <dgm:cxn modelId="{F4FB9D96-36E6-4A8D-BB53-A9AE0E952AD7}" type="presParOf" srcId="{C3F50DE5-75B5-4B5A-9807-8D7FDE11366F}" destId="{63DF8A54-9942-4206-9465-4735AA6558B3}" srcOrd="1" destOrd="0" presId="urn:microsoft.com/office/officeart/2005/8/layout/orgChart1"/>
    <dgm:cxn modelId="{4F3F668B-8AEC-4034-A22F-46786D04C8EA}" type="presParOf" srcId="{63DF8A54-9942-4206-9465-4735AA6558B3}" destId="{AB57B4E9-F115-4A4E-9939-8593E8751A6A}" srcOrd="0" destOrd="0" presId="urn:microsoft.com/office/officeart/2005/8/layout/orgChart1"/>
    <dgm:cxn modelId="{2FE8844A-447F-4531-82BB-D302B11F0220}" type="presParOf" srcId="{63DF8A54-9942-4206-9465-4735AA6558B3}" destId="{12DC03D9-15FC-4CE0-80DB-24F14EB42BE1}" srcOrd="1" destOrd="0" presId="urn:microsoft.com/office/officeart/2005/8/layout/orgChart1"/>
    <dgm:cxn modelId="{49A95171-152C-481C-BE92-FA394D44143A}" type="presParOf" srcId="{12DC03D9-15FC-4CE0-80DB-24F14EB42BE1}" destId="{98DE7594-C823-495F-9263-663347742BF1}" srcOrd="0" destOrd="0" presId="urn:microsoft.com/office/officeart/2005/8/layout/orgChart1"/>
    <dgm:cxn modelId="{F98E6350-2832-4C63-8FCF-7D5C56EDCE31}" type="presParOf" srcId="{98DE7594-C823-495F-9263-663347742BF1}" destId="{6BC8494A-F667-42E4-B75C-60BAA9E9CBCC}" srcOrd="0" destOrd="0" presId="urn:microsoft.com/office/officeart/2005/8/layout/orgChart1"/>
    <dgm:cxn modelId="{E6B5521E-B738-495C-A827-A9CAD1CF398B}" type="presParOf" srcId="{98DE7594-C823-495F-9263-663347742BF1}" destId="{3D79B794-16D6-48CE-9CA4-886882BE44D3}" srcOrd="1" destOrd="0" presId="urn:microsoft.com/office/officeart/2005/8/layout/orgChart1"/>
    <dgm:cxn modelId="{09AD8FB7-2860-4682-B0C8-E36B6AEE64D0}" type="presParOf" srcId="{12DC03D9-15FC-4CE0-80DB-24F14EB42BE1}" destId="{7BDC1500-BE85-46B8-85C7-0AE4657AF25E}" srcOrd="1" destOrd="0" presId="urn:microsoft.com/office/officeart/2005/8/layout/orgChart1"/>
    <dgm:cxn modelId="{E9934B48-A241-44FD-B32E-00CEA8FD7F61}" type="presParOf" srcId="{12DC03D9-15FC-4CE0-80DB-24F14EB42BE1}" destId="{36B83020-6A73-4719-B1F2-0A22471B721A}" srcOrd="2" destOrd="0" presId="urn:microsoft.com/office/officeart/2005/8/layout/orgChart1"/>
    <dgm:cxn modelId="{B6A3B623-8C32-42EA-9DC4-A62999F26891}" type="presParOf" srcId="{63DF8A54-9942-4206-9465-4735AA6558B3}" destId="{E33A45C0-5E4A-4138-863B-CC9DE2E73634}" srcOrd="2" destOrd="0" presId="urn:microsoft.com/office/officeart/2005/8/layout/orgChart1"/>
    <dgm:cxn modelId="{08FF4DB6-1B6C-4C07-9AC3-1B9F4C48D556}" type="presParOf" srcId="{63DF8A54-9942-4206-9465-4735AA6558B3}" destId="{EA8DF5B0-D8A9-428A-9398-2F273B48241E}" srcOrd="3" destOrd="0" presId="urn:microsoft.com/office/officeart/2005/8/layout/orgChart1"/>
    <dgm:cxn modelId="{E41FF019-B7F4-4160-ABE2-0F74960D6155}" type="presParOf" srcId="{EA8DF5B0-D8A9-428A-9398-2F273B48241E}" destId="{D9675317-EDF6-4BF8-A179-450B223156FB}" srcOrd="0" destOrd="0" presId="urn:microsoft.com/office/officeart/2005/8/layout/orgChart1"/>
    <dgm:cxn modelId="{95951951-AF49-4C0C-8871-938DD0504010}" type="presParOf" srcId="{D9675317-EDF6-4BF8-A179-450B223156FB}" destId="{3BE2E796-2EF9-4189-BC6B-6D6F8A3CF7F5}" srcOrd="0" destOrd="0" presId="urn:microsoft.com/office/officeart/2005/8/layout/orgChart1"/>
    <dgm:cxn modelId="{DB670C4D-D3D6-405A-828E-60F9EB3E6A7F}" type="presParOf" srcId="{D9675317-EDF6-4BF8-A179-450B223156FB}" destId="{857A5C78-648B-4C9C-ADED-41E988735390}" srcOrd="1" destOrd="0" presId="urn:microsoft.com/office/officeart/2005/8/layout/orgChart1"/>
    <dgm:cxn modelId="{95D65880-22CC-42A3-9B2A-60D54B365617}" type="presParOf" srcId="{EA8DF5B0-D8A9-428A-9398-2F273B48241E}" destId="{A85D0D66-AA38-4C54-8593-BC8E6E6A3398}" srcOrd="1" destOrd="0" presId="urn:microsoft.com/office/officeart/2005/8/layout/orgChart1"/>
    <dgm:cxn modelId="{3D8C612B-B0FF-4CC4-AC70-81AC5AE3E924}" type="presParOf" srcId="{EA8DF5B0-D8A9-428A-9398-2F273B48241E}" destId="{F32B9E37-AFA0-4ADE-9808-5CEB95D3CFD1}" srcOrd="2" destOrd="0" presId="urn:microsoft.com/office/officeart/2005/8/layout/orgChart1"/>
    <dgm:cxn modelId="{04DD018D-8656-4536-BB0D-3E9FD51679BE}" type="presParOf" srcId="{63DF8A54-9942-4206-9465-4735AA6558B3}" destId="{B2DC7429-D392-4B64-8E58-76EAD2E58BA0}" srcOrd="4" destOrd="0" presId="urn:microsoft.com/office/officeart/2005/8/layout/orgChart1"/>
    <dgm:cxn modelId="{F1658194-BA0D-4FEE-B9AD-CD8C37B52475}" type="presParOf" srcId="{63DF8A54-9942-4206-9465-4735AA6558B3}" destId="{723BB0C4-9464-4823-943C-0DECE9ABAEC7}" srcOrd="5" destOrd="0" presId="urn:microsoft.com/office/officeart/2005/8/layout/orgChart1"/>
    <dgm:cxn modelId="{A4A2014A-8855-4E02-A6B2-6D0207A7AEB6}" type="presParOf" srcId="{723BB0C4-9464-4823-943C-0DECE9ABAEC7}" destId="{E5C606B7-55C3-46E3-964C-F1B12346026F}" srcOrd="0" destOrd="0" presId="urn:microsoft.com/office/officeart/2005/8/layout/orgChart1"/>
    <dgm:cxn modelId="{BB6965A2-7D04-4CB5-B2A9-0A21F6B04F52}" type="presParOf" srcId="{E5C606B7-55C3-46E3-964C-F1B12346026F}" destId="{ECDC5801-CD15-4276-BC01-57C157E59C42}" srcOrd="0" destOrd="0" presId="urn:microsoft.com/office/officeart/2005/8/layout/orgChart1"/>
    <dgm:cxn modelId="{D0E05816-2D07-4126-B347-9E0E6C5E55A8}" type="presParOf" srcId="{E5C606B7-55C3-46E3-964C-F1B12346026F}" destId="{A58835A9-0EE1-4681-9A06-C58FEE393F41}" srcOrd="1" destOrd="0" presId="urn:microsoft.com/office/officeart/2005/8/layout/orgChart1"/>
    <dgm:cxn modelId="{AB4D0351-DCDB-419D-8040-B2FA48F97524}" type="presParOf" srcId="{723BB0C4-9464-4823-943C-0DECE9ABAEC7}" destId="{4DF63866-52D9-4431-902B-E135A8928E9A}" srcOrd="1" destOrd="0" presId="urn:microsoft.com/office/officeart/2005/8/layout/orgChart1"/>
    <dgm:cxn modelId="{DE93D08C-BB2C-4299-AF47-8DABCFFA1EFA}" type="presParOf" srcId="{723BB0C4-9464-4823-943C-0DECE9ABAEC7}" destId="{6C8D73E3-B866-4124-B0B3-3042B3C09588}" srcOrd="2" destOrd="0" presId="urn:microsoft.com/office/officeart/2005/8/layout/orgChart1"/>
    <dgm:cxn modelId="{570C4997-0869-405A-92EA-4465AAB1619E}" type="presParOf" srcId="{C3F50DE5-75B5-4B5A-9807-8D7FDE11366F}" destId="{7A8353A1-B50D-49DF-A8F5-116637E495B9}" srcOrd="2" destOrd="0" presId="urn:microsoft.com/office/officeart/2005/8/layout/orgChart1"/>
    <dgm:cxn modelId="{503C3F5A-65B4-4256-B2AC-7CA794564995}" type="presParOf" srcId="{8BE0E1A0-E258-46C6-BD80-9F982907DA83}" destId="{F1EF53CA-65A0-4546-938F-8CFF182923EA}" srcOrd="10" destOrd="0" presId="urn:microsoft.com/office/officeart/2005/8/layout/orgChart1"/>
    <dgm:cxn modelId="{8A58C3D9-1B91-4FD8-B970-C1E1FBEC058D}" type="presParOf" srcId="{8BE0E1A0-E258-46C6-BD80-9F982907DA83}" destId="{070AE937-E09C-4066-B333-B3219DB13CC2}" srcOrd="11" destOrd="0" presId="urn:microsoft.com/office/officeart/2005/8/layout/orgChart1"/>
    <dgm:cxn modelId="{4A01A1C5-11BB-4FF9-AA6D-5C42433C2E11}" type="presParOf" srcId="{070AE937-E09C-4066-B333-B3219DB13CC2}" destId="{3D74B967-C444-4CD2-9861-6B5EF0CEE506}" srcOrd="0" destOrd="0" presId="urn:microsoft.com/office/officeart/2005/8/layout/orgChart1"/>
    <dgm:cxn modelId="{F036B9EE-8304-49C1-A3B1-1FFC9EC6C917}" type="presParOf" srcId="{3D74B967-C444-4CD2-9861-6B5EF0CEE506}" destId="{147ED431-04BD-4C0E-ACCE-768E19B4225E}" srcOrd="0" destOrd="0" presId="urn:microsoft.com/office/officeart/2005/8/layout/orgChart1"/>
    <dgm:cxn modelId="{5718F465-B7AF-4F3D-955E-D18383F75568}" type="presParOf" srcId="{3D74B967-C444-4CD2-9861-6B5EF0CEE506}" destId="{EC4CDD50-DC08-4290-9334-0A07C13DBD5F}" srcOrd="1" destOrd="0" presId="urn:microsoft.com/office/officeart/2005/8/layout/orgChart1"/>
    <dgm:cxn modelId="{212974B3-CB6C-41D7-8F4A-9D4E11E14201}" type="presParOf" srcId="{070AE937-E09C-4066-B333-B3219DB13CC2}" destId="{9CBB9448-FD7B-4A6A-B26C-01325E0AB643}" srcOrd="1" destOrd="0" presId="urn:microsoft.com/office/officeart/2005/8/layout/orgChart1"/>
    <dgm:cxn modelId="{5BB764C8-C8C7-4927-BBF7-5E730A9B604B}" type="presParOf" srcId="{9CBB9448-FD7B-4A6A-B26C-01325E0AB643}" destId="{A0EAFF68-EBAF-48F8-9BFA-C121591EF353}" srcOrd="0" destOrd="0" presId="urn:microsoft.com/office/officeart/2005/8/layout/orgChart1"/>
    <dgm:cxn modelId="{1493974B-257E-4C4D-8375-D754B13E8DFB}" type="presParOf" srcId="{9CBB9448-FD7B-4A6A-B26C-01325E0AB643}" destId="{222ECCB5-F350-4C1F-B259-FD27B452FF29}" srcOrd="1" destOrd="0" presId="urn:microsoft.com/office/officeart/2005/8/layout/orgChart1"/>
    <dgm:cxn modelId="{19104304-44A4-4E5A-9D02-0AD6B4A16703}" type="presParOf" srcId="{222ECCB5-F350-4C1F-B259-FD27B452FF29}" destId="{E5B967C5-C0CE-4C81-A1D3-ACAA4BFA80D3}" srcOrd="0" destOrd="0" presId="urn:microsoft.com/office/officeart/2005/8/layout/orgChart1"/>
    <dgm:cxn modelId="{119B63E6-9340-4D2F-B98F-C6C32E7AD29F}" type="presParOf" srcId="{E5B967C5-C0CE-4C81-A1D3-ACAA4BFA80D3}" destId="{6356787F-7915-43AB-9CD7-7F8018502AAD}" srcOrd="0" destOrd="0" presId="urn:microsoft.com/office/officeart/2005/8/layout/orgChart1"/>
    <dgm:cxn modelId="{7077865A-B6CB-4069-9F66-484AF97C4B55}" type="presParOf" srcId="{E5B967C5-C0CE-4C81-A1D3-ACAA4BFA80D3}" destId="{EDB80103-98EA-4105-82F0-679E4A1CD50A}" srcOrd="1" destOrd="0" presId="urn:microsoft.com/office/officeart/2005/8/layout/orgChart1"/>
    <dgm:cxn modelId="{3F77C43F-4F9E-421C-8774-DAB6B5BB1101}" type="presParOf" srcId="{222ECCB5-F350-4C1F-B259-FD27B452FF29}" destId="{79310C85-8DB7-4B39-B5D2-C0A875290DBE}" srcOrd="1" destOrd="0" presId="urn:microsoft.com/office/officeart/2005/8/layout/orgChart1"/>
    <dgm:cxn modelId="{C82B43AA-8963-45E5-B35D-6B39CD4199BC}" type="presParOf" srcId="{222ECCB5-F350-4C1F-B259-FD27B452FF29}" destId="{016B0207-20EF-451E-801C-77FEC2E7884D}" srcOrd="2" destOrd="0" presId="urn:microsoft.com/office/officeart/2005/8/layout/orgChart1"/>
    <dgm:cxn modelId="{A8ABAC1F-77B4-48EE-BF66-0312611D3ECD}" type="presParOf" srcId="{9CBB9448-FD7B-4A6A-B26C-01325E0AB643}" destId="{A5108C3C-A4B7-4441-A2A1-C21B7776C954}" srcOrd="2" destOrd="0" presId="urn:microsoft.com/office/officeart/2005/8/layout/orgChart1"/>
    <dgm:cxn modelId="{4A8E32EC-71C2-4A64-B93D-DADF4699ECD6}" type="presParOf" srcId="{9CBB9448-FD7B-4A6A-B26C-01325E0AB643}" destId="{462B1080-4FCB-46F2-AE3D-6EF20B647FEF}" srcOrd="3" destOrd="0" presId="urn:microsoft.com/office/officeart/2005/8/layout/orgChart1"/>
    <dgm:cxn modelId="{C99E02B8-23B0-4609-9433-1D8ADDEF5112}" type="presParOf" srcId="{462B1080-4FCB-46F2-AE3D-6EF20B647FEF}" destId="{78814674-B494-4B0B-A0F3-5C925C9B5D33}" srcOrd="0" destOrd="0" presId="urn:microsoft.com/office/officeart/2005/8/layout/orgChart1"/>
    <dgm:cxn modelId="{ABF5B7F0-34B9-47BB-A1A1-000A05951D8A}" type="presParOf" srcId="{78814674-B494-4B0B-A0F3-5C925C9B5D33}" destId="{EF230A45-B685-437F-B1E0-D54C31AC4495}" srcOrd="0" destOrd="0" presId="urn:microsoft.com/office/officeart/2005/8/layout/orgChart1"/>
    <dgm:cxn modelId="{7F34DD3B-A836-4960-9BE8-5C59D233C871}" type="presParOf" srcId="{78814674-B494-4B0B-A0F3-5C925C9B5D33}" destId="{54040D6E-BBFB-4323-B3B4-F3895118F878}" srcOrd="1" destOrd="0" presId="urn:microsoft.com/office/officeart/2005/8/layout/orgChart1"/>
    <dgm:cxn modelId="{AF133F1F-DAF1-4486-AEB5-223811B8FC38}" type="presParOf" srcId="{462B1080-4FCB-46F2-AE3D-6EF20B647FEF}" destId="{4A1BF05F-E541-4C19-8B7B-FB32A879A113}" srcOrd="1" destOrd="0" presId="urn:microsoft.com/office/officeart/2005/8/layout/orgChart1"/>
    <dgm:cxn modelId="{8B0CE217-1EFC-486C-A4EB-9470DE0F01B0}" type="presParOf" srcId="{462B1080-4FCB-46F2-AE3D-6EF20B647FEF}" destId="{C0EFC3AC-1BE4-45AC-B560-BF125CFB8E45}" srcOrd="2" destOrd="0" presId="urn:microsoft.com/office/officeart/2005/8/layout/orgChart1"/>
    <dgm:cxn modelId="{2F1976AD-7678-4854-8DB6-49F1AC05D687}" type="presParOf" srcId="{9CBB9448-FD7B-4A6A-B26C-01325E0AB643}" destId="{D478BD42-B405-4E19-BAFF-C1F41FD82687}" srcOrd="4" destOrd="0" presId="urn:microsoft.com/office/officeart/2005/8/layout/orgChart1"/>
    <dgm:cxn modelId="{7E18947C-6F32-4641-9C7C-F9BEC1BD58B3}" type="presParOf" srcId="{9CBB9448-FD7B-4A6A-B26C-01325E0AB643}" destId="{7AE35F23-EE86-4E9D-AE15-7F2D54B0AE5D}" srcOrd="5" destOrd="0" presId="urn:microsoft.com/office/officeart/2005/8/layout/orgChart1"/>
    <dgm:cxn modelId="{F4476880-72F6-4F05-8155-D3A7DE56EFAA}" type="presParOf" srcId="{7AE35F23-EE86-4E9D-AE15-7F2D54B0AE5D}" destId="{84F58136-8904-4950-806C-4D865AB81DA5}" srcOrd="0" destOrd="0" presId="urn:microsoft.com/office/officeart/2005/8/layout/orgChart1"/>
    <dgm:cxn modelId="{BF47560E-9D94-4B4C-B8FB-89D6799A7A3D}" type="presParOf" srcId="{84F58136-8904-4950-806C-4D865AB81DA5}" destId="{8E5A367B-D7B1-46B1-A78E-E05D99436D22}" srcOrd="0" destOrd="0" presId="urn:microsoft.com/office/officeart/2005/8/layout/orgChart1"/>
    <dgm:cxn modelId="{DD1F7D20-E718-4060-B368-50AC7F1FFB26}" type="presParOf" srcId="{84F58136-8904-4950-806C-4D865AB81DA5}" destId="{0C3C812B-5C8F-4B0F-AD73-AF996FB6BF5F}" srcOrd="1" destOrd="0" presId="urn:microsoft.com/office/officeart/2005/8/layout/orgChart1"/>
    <dgm:cxn modelId="{64C9ED77-C195-457B-9F91-10ED6F7C467E}" type="presParOf" srcId="{7AE35F23-EE86-4E9D-AE15-7F2D54B0AE5D}" destId="{75CAC603-8323-4F4D-9A3E-8F5FD182D40B}" srcOrd="1" destOrd="0" presId="urn:microsoft.com/office/officeart/2005/8/layout/orgChart1"/>
    <dgm:cxn modelId="{2203B726-849F-4184-A6C1-7654500EAA15}" type="presParOf" srcId="{7AE35F23-EE86-4E9D-AE15-7F2D54B0AE5D}" destId="{588352CA-8B4B-498F-96EA-B10161C93560}" srcOrd="2" destOrd="0" presId="urn:microsoft.com/office/officeart/2005/8/layout/orgChart1"/>
    <dgm:cxn modelId="{CD4FE79D-A134-4FB8-B6E9-0042FE53161D}" type="presParOf" srcId="{070AE937-E09C-4066-B333-B3219DB13CC2}" destId="{BF0EBE18-9FC8-4B8A-8E20-FD1D3AD6BB42}" srcOrd="2" destOrd="0" presId="urn:microsoft.com/office/officeart/2005/8/layout/orgChart1"/>
    <dgm:cxn modelId="{1AA0E069-2C63-4FCE-84B5-0584E76EC146}" type="presParOf" srcId="{8BE0E1A0-E258-46C6-BD80-9F982907DA83}" destId="{2565DC93-5EBA-41DE-AA32-FC56EFAB6E92}" srcOrd="12" destOrd="0" presId="urn:microsoft.com/office/officeart/2005/8/layout/orgChart1"/>
    <dgm:cxn modelId="{AD3B2E49-38A3-4BE9-BD58-075FF8CE66FB}" type="presParOf" srcId="{8BE0E1A0-E258-46C6-BD80-9F982907DA83}" destId="{8D3DCE38-1FE5-4845-90F2-3C62B5C45485}" srcOrd="13" destOrd="0" presId="urn:microsoft.com/office/officeart/2005/8/layout/orgChart1"/>
    <dgm:cxn modelId="{B15ACCA2-BD0E-4017-866F-C33F4592B3DF}" type="presParOf" srcId="{8D3DCE38-1FE5-4845-90F2-3C62B5C45485}" destId="{32B9FA5E-3F6E-445D-9BF3-99221991D03F}" srcOrd="0" destOrd="0" presId="urn:microsoft.com/office/officeart/2005/8/layout/orgChart1"/>
    <dgm:cxn modelId="{9A9BDE09-CE47-43A1-833D-1A85E541B2D8}" type="presParOf" srcId="{32B9FA5E-3F6E-445D-9BF3-99221991D03F}" destId="{1FC6F8FF-CA2F-4CD5-AC48-5C735703C216}" srcOrd="0" destOrd="0" presId="urn:microsoft.com/office/officeart/2005/8/layout/orgChart1"/>
    <dgm:cxn modelId="{517D3DDE-6085-47FF-9FBD-17538DB06E5F}" type="presParOf" srcId="{32B9FA5E-3F6E-445D-9BF3-99221991D03F}" destId="{1DFC7349-AAB0-4AF0-83B1-B9FF1F483591}" srcOrd="1" destOrd="0" presId="urn:microsoft.com/office/officeart/2005/8/layout/orgChart1"/>
    <dgm:cxn modelId="{3F4B2A8A-9087-46F5-9756-6C55C7EFA9DE}" type="presParOf" srcId="{8D3DCE38-1FE5-4845-90F2-3C62B5C45485}" destId="{30B7EEC4-F4F0-4C80-87D4-4F8513A0F932}" srcOrd="1" destOrd="0" presId="urn:microsoft.com/office/officeart/2005/8/layout/orgChart1"/>
    <dgm:cxn modelId="{1310B58D-0EAD-487A-9723-954A36D48619}" type="presParOf" srcId="{30B7EEC4-F4F0-4C80-87D4-4F8513A0F932}" destId="{F80F2C3E-A3B0-4B87-BD15-275E6A0D8CCE}" srcOrd="0" destOrd="0" presId="urn:microsoft.com/office/officeart/2005/8/layout/orgChart1"/>
    <dgm:cxn modelId="{29437C02-8E56-4C01-92C4-805498DA6460}" type="presParOf" srcId="{30B7EEC4-F4F0-4C80-87D4-4F8513A0F932}" destId="{0D38593B-86CF-4C7E-B300-1247EDDD2D25}" srcOrd="1" destOrd="0" presId="urn:microsoft.com/office/officeart/2005/8/layout/orgChart1"/>
    <dgm:cxn modelId="{23F69455-7BAB-4265-B94E-00B9E7C595E0}" type="presParOf" srcId="{0D38593B-86CF-4C7E-B300-1247EDDD2D25}" destId="{4B228F62-C5D8-45A4-92C6-6515A6BD06ED}" srcOrd="0" destOrd="0" presId="urn:microsoft.com/office/officeart/2005/8/layout/orgChart1"/>
    <dgm:cxn modelId="{585F228E-B1FD-4F71-9024-69E2965A56E4}" type="presParOf" srcId="{4B228F62-C5D8-45A4-92C6-6515A6BD06ED}" destId="{8418CE30-52BF-47D0-A987-FB5D90AB01CA}" srcOrd="0" destOrd="0" presId="urn:microsoft.com/office/officeart/2005/8/layout/orgChart1"/>
    <dgm:cxn modelId="{79D0A1EA-17B2-4A6E-AA6C-8A1F5F04C1B9}" type="presParOf" srcId="{4B228F62-C5D8-45A4-92C6-6515A6BD06ED}" destId="{987C6F10-6447-4223-B32E-97D762FD6206}" srcOrd="1" destOrd="0" presId="urn:microsoft.com/office/officeart/2005/8/layout/orgChart1"/>
    <dgm:cxn modelId="{462B6C22-D9FE-4099-8EED-76263D0301F2}" type="presParOf" srcId="{0D38593B-86CF-4C7E-B300-1247EDDD2D25}" destId="{151D8C71-B453-437C-8238-16FF12930909}" srcOrd="1" destOrd="0" presId="urn:microsoft.com/office/officeart/2005/8/layout/orgChart1"/>
    <dgm:cxn modelId="{1760B583-5BEF-44F2-88DB-33A3265A9578}" type="presParOf" srcId="{0D38593B-86CF-4C7E-B300-1247EDDD2D25}" destId="{326C55DD-0A5F-4CC9-AB08-19C9448A75FF}" srcOrd="2" destOrd="0" presId="urn:microsoft.com/office/officeart/2005/8/layout/orgChart1"/>
    <dgm:cxn modelId="{2A16AB46-7727-4E86-9D62-A469B60F65F8}" type="presParOf" srcId="{30B7EEC4-F4F0-4C80-87D4-4F8513A0F932}" destId="{3A121BE8-CA82-44A7-BA3A-6D9C27F4D0A3}" srcOrd="2" destOrd="0" presId="urn:microsoft.com/office/officeart/2005/8/layout/orgChart1"/>
    <dgm:cxn modelId="{503D7772-98AB-4932-A03A-AB71F7DE07C0}" type="presParOf" srcId="{30B7EEC4-F4F0-4C80-87D4-4F8513A0F932}" destId="{BE5AD0FC-B7BB-4DB3-95A8-0E4BFF34DCDA}" srcOrd="3" destOrd="0" presId="urn:microsoft.com/office/officeart/2005/8/layout/orgChart1"/>
    <dgm:cxn modelId="{12BE2BC0-CDA2-425A-9518-378F3DE59207}" type="presParOf" srcId="{BE5AD0FC-B7BB-4DB3-95A8-0E4BFF34DCDA}" destId="{DFF2C04F-BAAC-4771-824E-8E0D2BE96123}" srcOrd="0" destOrd="0" presId="urn:microsoft.com/office/officeart/2005/8/layout/orgChart1"/>
    <dgm:cxn modelId="{F41D9598-540A-4063-9310-3C46306D2ADE}" type="presParOf" srcId="{DFF2C04F-BAAC-4771-824E-8E0D2BE96123}" destId="{8FBA0D79-66A8-43CB-B163-1940B80DFCA3}" srcOrd="0" destOrd="0" presId="urn:microsoft.com/office/officeart/2005/8/layout/orgChart1"/>
    <dgm:cxn modelId="{3A88F94D-049F-42C7-96CF-3BF49894336D}" type="presParOf" srcId="{DFF2C04F-BAAC-4771-824E-8E0D2BE96123}" destId="{1E69473F-1359-40D1-8C8F-EEAA1E6754F1}" srcOrd="1" destOrd="0" presId="urn:microsoft.com/office/officeart/2005/8/layout/orgChart1"/>
    <dgm:cxn modelId="{0402DFB9-0653-487F-AC52-DB1A42F3CDEF}" type="presParOf" srcId="{BE5AD0FC-B7BB-4DB3-95A8-0E4BFF34DCDA}" destId="{C659DD03-1A4A-40BE-A224-695F3318430B}" srcOrd="1" destOrd="0" presId="urn:microsoft.com/office/officeart/2005/8/layout/orgChart1"/>
    <dgm:cxn modelId="{6CAE912C-6E61-4088-9356-5F2E71CCA0BA}" type="presParOf" srcId="{BE5AD0FC-B7BB-4DB3-95A8-0E4BFF34DCDA}" destId="{A9ECF2CC-AD08-4F82-8F49-8883955DC6B4}" srcOrd="2" destOrd="0" presId="urn:microsoft.com/office/officeart/2005/8/layout/orgChart1"/>
    <dgm:cxn modelId="{9FF0B1AF-D614-41E7-B949-72E67577E66B}" type="presParOf" srcId="{8D3DCE38-1FE5-4845-90F2-3C62B5C45485}" destId="{367689D7-6385-40B9-AAA9-E7E6286091C1}" srcOrd="2" destOrd="0" presId="urn:microsoft.com/office/officeart/2005/8/layout/orgChart1"/>
    <dgm:cxn modelId="{5A15295A-F672-41D5-94A7-681DA0320566}" type="presParOf" srcId="{8BE0E1A0-E258-46C6-BD80-9F982907DA83}" destId="{3E389339-5653-4365-8F23-CC29C1B40493}" srcOrd="14" destOrd="0" presId="urn:microsoft.com/office/officeart/2005/8/layout/orgChart1"/>
    <dgm:cxn modelId="{C23D02E1-C70D-467B-8D09-E22C4FCCE30C}" type="presParOf" srcId="{8BE0E1A0-E258-46C6-BD80-9F982907DA83}" destId="{98A8F661-17DF-4D3F-94B4-D06FDDC65F9E}" srcOrd="15" destOrd="0" presId="urn:microsoft.com/office/officeart/2005/8/layout/orgChart1"/>
    <dgm:cxn modelId="{66BA1B8A-8284-4230-BD47-73371F2E52B9}" type="presParOf" srcId="{98A8F661-17DF-4D3F-94B4-D06FDDC65F9E}" destId="{302A7275-5F9B-4A18-964D-A711B0BE7FF1}" srcOrd="0" destOrd="0" presId="urn:microsoft.com/office/officeart/2005/8/layout/orgChart1"/>
    <dgm:cxn modelId="{8783CD47-54BF-4524-9036-E46575E74A07}" type="presParOf" srcId="{302A7275-5F9B-4A18-964D-A711B0BE7FF1}" destId="{3348A328-C2BA-438D-AC0A-661B41982E0D}" srcOrd="0" destOrd="0" presId="urn:microsoft.com/office/officeart/2005/8/layout/orgChart1"/>
    <dgm:cxn modelId="{CCEE0FD1-3984-4770-9727-F21507330F31}" type="presParOf" srcId="{302A7275-5F9B-4A18-964D-A711B0BE7FF1}" destId="{A1DB9CB3-CEC0-4FAF-B074-BFB85CB52193}" srcOrd="1" destOrd="0" presId="urn:microsoft.com/office/officeart/2005/8/layout/orgChart1"/>
    <dgm:cxn modelId="{BD73ECDD-C96B-4627-8E6D-9E2BE818DE0E}" type="presParOf" srcId="{98A8F661-17DF-4D3F-94B4-D06FDDC65F9E}" destId="{C29C1426-D51B-436C-A0AF-88549B4FF5FF}" srcOrd="1" destOrd="0" presId="urn:microsoft.com/office/officeart/2005/8/layout/orgChart1"/>
    <dgm:cxn modelId="{687A7328-D663-4053-B04B-898B92C9D33F}" type="presParOf" srcId="{C29C1426-D51B-436C-A0AF-88549B4FF5FF}" destId="{341AEFFC-42E0-436C-B1FC-BC065BA95962}" srcOrd="0" destOrd="0" presId="urn:microsoft.com/office/officeart/2005/8/layout/orgChart1"/>
    <dgm:cxn modelId="{D28DF2DB-8D29-495D-9BA3-2BC0B24867AF}" type="presParOf" srcId="{C29C1426-D51B-436C-A0AF-88549B4FF5FF}" destId="{0ADF921E-B88B-4C88-AC2D-F558EEBB38F7}" srcOrd="1" destOrd="0" presId="urn:microsoft.com/office/officeart/2005/8/layout/orgChart1"/>
    <dgm:cxn modelId="{49A498D3-D43B-42E8-84EA-06877F787644}" type="presParOf" srcId="{0ADF921E-B88B-4C88-AC2D-F558EEBB38F7}" destId="{D7669BE6-0AB9-466E-BA48-D1117D074A34}" srcOrd="0" destOrd="0" presId="urn:microsoft.com/office/officeart/2005/8/layout/orgChart1"/>
    <dgm:cxn modelId="{F0E527E9-906B-4B55-B8AB-A927F8341F8C}" type="presParOf" srcId="{D7669BE6-0AB9-466E-BA48-D1117D074A34}" destId="{2F94B609-E7D3-453D-B8CE-6674D89E985D}" srcOrd="0" destOrd="0" presId="urn:microsoft.com/office/officeart/2005/8/layout/orgChart1"/>
    <dgm:cxn modelId="{5445874F-2C63-4593-95A8-1D69820D4B9A}" type="presParOf" srcId="{D7669BE6-0AB9-466E-BA48-D1117D074A34}" destId="{C6E400F7-1092-4B5B-96CC-C1CF6A67CB9E}" srcOrd="1" destOrd="0" presId="urn:microsoft.com/office/officeart/2005/8/layout/orgChart1"/>
    <dgm:cxn modelId="{4CD366E6-A7AC-4798-86F9-CD535B32B2FB}" type="presParOf" srcId="{0ADF921E-B88B-4C88-AC2D-F558EEBB38F7}" destId="{7297CC9E-A603-483D-94F7-F58FED0F752F}" srcOrd="1" destOrd="0" presId="urn:microsoft.com/office/officeart/2005/8/layout/orgChart1"/>
    <dgm:cxn modelId="{FE28C0CD-B1AC-4940-B3FD-C3976B55BC68}" type="presParOf" srcId="{0ADF921E-B88B-4C88-AC2D-F558EEBB38F7}" destId="{750844CE-96F9-47A1-8211-FE835B87002A}" srcOrd="2" destOrd="0" presId="urn:microsoft.com/office/officeart/2005/8/layout/orgChart1"/>
    <dgm:cxn modelId="{2B8AA9E1-87DC-406F-B19E-91A428515B93}" type="presParOf" srcId="{C29C1426-D51B-436C-A0AF-88549B4FF5FF}" destId="{511A4B88-4F91-4B44-A2C4-F3A242338B55}" srcOrd="2" destOrd="0" presId="urn:microsoft.com/office/officeart/2005/8/layout/orgChart1"/>
    <dgm:cxn modelId="{6AD0E883-7D7F-43A6-B284-40665EFAFDD2}" type="presParOf" srcId="{C29C1426-D51B-436C-A0AF-88549B4FF5FF}" destId="{2A529506-E948-4173-A938-2108B5305FB6}" srcOrd="3" destOrd="0" presId="urn:microsoft.com/office/officeart/2005/8/layout/orgChart1"/>
    <dgm:cxn modelId="{02E4E71C-740C-4B3B-9219-82737F30C7FE}" type="presParOf" srcId="{2A529506-E948-4173-A938-2108B5305FB6}" destId="{852B7704-2819-4594-82F3-C2A833106A1A}" srcOrd="0" destOrd="0" presId="urn:microsoft.com/office/officeart/2005/8/layout/orgChart1"/>
    <dgm:cxn modelId="{21BC8424-1130-4F7D-8FFB-B222895DCF91}" type="presParOf" srcId="{852B7704-2819-4594-82F3-C2A833106A1A}" destId="{F48A8D07-2BC4-4D0D-A344-DF9005A8E1EE}" srcOrd="0" destOrd="0" presId="urn:microsoft.com/office/officeart/2005/8/layout/orgChart1"/>
    <dgm:cxn modelId="{6B5E7207-FFDF-46AB-AD52-6DF014C20138}" type="presParOf" srcId="{852B7704-2819-4594-82F3-C2A833106A1A}" destId="{2DA1DF50-7E50-4647-9DBA-38469E3362D7}" srcOrd="1" destOrd="0" presId="urn:microsoft.com/office/officeart/2005/8/layout/orgChart1"/>
    <dgm:cxn modelId="{B955B1E1-A59C-4A29-A210-D7083C9EC0C7}" type="presParOf" srcId="{2A529506-E948-4173-A938-2108B5305FB6}" destId="{290C8EE4-DA39-4B6E-8417-92CADAD82F78}" srcOrd="1" destOrd="0" presId="urn:microsoft.com/office/officeart/2005/8/layout/orgChart1"/>
    <dgm:cxn modelId="{D6D9A811-AB44-4E28-A5A7-F9CD0F506286}" type="presParOf" srcId="{2A529506-E948-4173-A938-2108B5305FB6}" destId="{E84AA8CC-1FA2-43DB-8115-18EB49F80D53}" srcOrd="2" destOrd="0" presId="urn:microsoft.com/office/officeart/2005/8/layout/orgChart1"/>
    <dgm:cxn modelId="{3DDACFF1-93B4-4C0E-8229-BBD5BFC0E35A}" type="presParOf" srcId="{98A8F661-17DF-4D3F-94B4-D06FDDC65F9E}" destId="{DC560CA9-F126-491A-A514-45E85E5E4EE4}" srcOrd="2" destOrd="0" presId="urn:microsoft.com/office/officeart/2005/8/layout/orgChart1"/>
    <dgm:cxn modelId="{FF2ED5CB-6F69-4561-8996-6F95F4ABECD0}" type="presParOf" srcId="{5769D43B-2ED2-4C55-A55F-BA779420B83B}" destId="{9F3F6C67-42F7-4314-912F-60B9B0A5E1F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61482-79E1-4129-B96D-5424F330BD4A}">
      <dsp:nvSpPr>
        <dsp:cNvPr id="0" name=""/>
        <dsp:cNvSpPr/>
      </dsp:nvSpPr>
      <dsp:spPr>
        <a:xfrm>
          <a:off x="3595747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149D46-F0DD-48B8-96C0-3D85CA038B05}">
      <dsp:nvSpPr>
        <dsp:cNvPr id="0" name=""/>
        <dsp:cNvSpPr/>
      </dsp:nvSpPr>
      <dsp:spPr>
        <a:xfrm>
          <a:off x="3595747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AD64AD-A020-4E8D-A779-1E839ED8F640}">
      <dsp:nvSpPr>
        <dsp:cNvPr id="0" name=""/>
        <dsp:cNvSpPr/>
      </dsp:nvSpPr>
      <dsp:spPr>
        <a:xfrm>
          <a:off x="3595747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CC043-ED86-4D04-9C22-3D0CC19ECA25}">
      <dsp:nvSpPr>
        <dsp:cNvPr id="0" name=""/>
        <dsp:cNvSpPr/>
      </dsp:nvSpPr>
      <dsp:spPr>
        <a:xfrm>
          <a:off x="2575611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239"/>
              </a:lnTo>
              <a:lnTo>
                <a:pt x="1523906" y="132239"/>
              </a:lnTo>
              <a:lnTo>
                <a:pt x="1523906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8AE18-8F46-4639-A0F9-6E1F96BF82C5}">
      <dsp:nvSpPr>
        <dsp:cNvPr id="0" name=""/>
        <dsp:cNvSpPr/>
      </dsp:nvSpPr>
      <dsp:spPr>
        <a:xfrm>
          <a:off x="2071840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E11AA-6067-460D-936F-252165C90146}">
      <dsp:nvSpPr>
        <dsp:cNvPr id="0" name=""/>
        <dsp:cNvSpPr/>
      </dsp:nvSpPr>
      <dsp:spPr>
        <a:xfrm>
          <a:off x="2071840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2110B-6DA7-4197-92E0-8755CB32E3C0}">
      <dsp:nvSpPr>
        <dsp:cNvPr id="0" name=""/>
        <dsp:cNvSpPr/>
      </dsp:nvSpPr>
      <dsp:spPr>
        <a:xfrm>
          <a:off x="2529891" y="630996"/>
          <a:ext cx="91440" cy="264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A48F6-48A6-4B11-9113-99FACD0B01E2}">
      <dsp:nvSpPr>
        <dsp:cNvPr id="0" name=""/>
        <dsp:cNvSpPr/>
      </dsp:nvSpPr>
      <dsp:spPr>
        <a:xfrm>
          <a:off x="547934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7BC94-7C57-4C0F-A276-DAB5DBA1ED30}">
      <dsp:nvSpPr>
        <dsp:cNvPr id="0" name=""/>
        <dsp:cNvSpPr/>
      </dsp:nvSpPr>
      <dsp:spPr>
        <a:xfrm>
          <a:off x="547934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7318A-1F94-464C-9970-90A2F70AF610}">
      <dsp:nvSpPr>
        <dsp:cNvPr id="0" name=""/>
        <dsp:cNvSpPr/>
      </dsp:nvSpPr>
      <dsp:spPr>
        <a:xfrm>
          <a:off x="1051704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1523906" y="0"/>
              </a:moveTo>
              <a:lnTo>
                <a:pt x="1523906" y="132239"/>
              </a:lnTo>
              <a:lnTo>
                <a:pt x="0" y="132239"/>
              </a:lnTo>
              <a:lnTo>
                <a:pt x="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97AD21-BD66-48FF-9059-4ADC3298DD87}">
      <dsp:nvSpPr>
        <dsp:cNvPr id="0" name=""/>
        <dsp:cNvSpPr/>
      </dsp:nvSpPr>
      <dsp:spPr>
        <a:xfrm>
          <a:off x="1945898" y="1282"/>
          <a:ext cx="1259427" cy="629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Structural Diagrams</a:t>
          </a:r>
        </a:p>
      </dsp:txBody>
      <dsp:txXfrm>
        <a:off x="1945898" y="1282"/>
        <a:ext cx="1259427" cy="629713"/>
      </dsp:txXfrm>
    </dsp:sp>
    <dsp:sp modelId="{42198CF7-6716-4043-8DAC-A47A10A55CE1}">
      <dsp:nvSpPr>
        <dsp:cNvPr id="0" name=""/>
        <dsp:cNvSpPr/>
      </dsp:nvSpPr>
      <dsp:spPr>
        <a:xfrm>
          <a:off x="421991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Useful</a:t>
          </a:r>
        </a:p>
      </dsp:txBody>
      <dsp:txXfrm>
        <a:off x="421991" y="895476"/>
        <a:ext cx="1259427" cy="629713"/>
      </dsp:txXfrm>
    </dsp:sp>
    <dsp:sp modelId="{D99BF1AA-0EFB-434F-8117-7D285995A1F5}">
      <dsp:nvSpPr>
        <dsp:cNvPr id="0" name=""/>
        <dsp:cNvSpPr/>
      </dsp:nvSpPr>
      <dsp:spPr>
        <a:xfrm>
          <a:off x="736848" y="1789669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Class Diagram</a:t>
          </a:r>
        </a:p>
      </dsp:txBody>
      <dsp:txXfrm>
        <a:off x="736848" y="1789669"/>
        <a:ext cx="1259427" cy="629713"/>
      </dsp:txXfrm>
    </dsp:sp>
    <dsp:sp modelId="{E0D110F6-61F0-4927-A76E-00D99F7FACBF}">
      <dsp:nvSpPr>
        <dsp:cNvPr id="0" name=""/>
        <dsp:cNvSpPr/>
      </dsp:nvSpPr>
      <dsp:spPr>
        <a:xfrm>
          <a:off x="736848" y="2683862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Component Diagram</a:t>
          </a:r>
        </a:p>
      </dsp:txBody>
      <dsp:txXfrm>
        <a:off x="736848" y="2683862"/>
        <a:ext cx="1259427" cy="629713"/>
      </dsp:txXfrm>
    </dsp:sp>
    <dsp:sp modelId="{340114DB-43AF-414D-9E60-3619830DFAE6}">
      <dsp:nvSpPr>
        <dsp:cNvPr id="0" name=""/>
        <dsp:cNvSpPr/>
      </dsp:nvSpPr>
      <dsp:spPr>
        <a:xfrm>
          <a:off x="1945898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Rarely Used</a:t>
          </a:r>
        </a:p>
      </dsp:txBody>
      <dsp:txXfrm>
        <a:off x="1945898" y="895476"/>
        <a:ext cx="1259427" cy="629713"/>
      </dsp:txXfrm>
    </dsp:sp>
    <dsp:sp modelId="{19AAF70F-0B1A-4010-A127-B126688BDD97}">
      <dsp:nvSpPr>
        <dsp:cNvPr id="0" name=""/>
        <dsp:cNvSpPr/>
      </dsp:nvSpPr>
      <dsp:spPr>
        <a:xfrm>
          <a:off x="2260754" y="1789669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Deployment Diagram</a:t>
          </a:r>
        </a:p>
      </dsp:txBody>
      <dsp:txXfrm>
        <a:off x="2260754" y="1789669"/>
        <a:ext cx="1259427" cy="629713"/>
      </dsp:txXfrm>
    </dsp:sp>
    <dsp:sp modelId="{8B898D08-2970-4DBA-A724-E5A4D7BE2596}">
      <dsp:nvSpPr>
        <dsp:cNvPr id="0" name=""/>
        <dsp:cNvSpPr/>
      </dsp:nvSpPr>
      <dsp:spPr>
        <a:xfrm>
          <a:off x="2260754" y="2683862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Package Diagram</a:t>
          </a:r>
        </a:p>
      </dsp:txBody>
      <dsp:txXfrm>
        <a:off x="2260754" y="2683862"/>
        <a:ext cx="1259427" cy="629713"/>
      </dsp:txXfrm>
    </dsp:sp>
    <dsp:sp modelId="{3AA0F3F5-8A99-4566-A8F9-32224410DDC6}">
      <dsp:nvSpPr>
        <dsp:cNvPr id="0" name=""/>
        <dsp:cNvSpPr/>
      </dsp:nvSpPr>
      <dsp:spPr>
        <a:xfrm>
          <a:off x="3469804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Academic Fossil</a:t>
          </a:r>
        </a:p>
      </dsp:txBody>
      <dsp:txXfrm>
        <a:off x="3469804" y="895476"/>
        <a:ext cx="1259427" cy="629713"/>
      </dsp:txXfrm>
    </dsp:sp>
    <dsp:sp modelId="{12330723-B0C0-4EA0-AD9E-0D99BB3459E6}">
      <dsp:nvSpPr>
        <dsp:cNvPr id="0" name=""/>
        <dsp:cNvSpPr/>
      </dsp:nvSpPr>
      <dsp:spPr>
        <a:xfrm>
          <a:off x="3784661" y="1789669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Composite Structure Diagram</a:t>
          </a:r>
        </a:p>
      </dsp:txBody>
      <dsp:txXfrm>
        <a:off x="3784661" y="1789669"/>
        <a:ext cx="1259427" cy="629713"/>
      </dsp:txXfrm>
    </dsp:sp>
    <dsp:sp modelId="{48033C01-9134-46D5-A852-94FA97E04126}">
      <dsp:nvSpPr>
        <dsp:cNvPr id="0" name=""/>
        <dsp:cNvSpPr/>
      </dsp:nvSpPr>
      <dsp:spPr>
        <a:xfrm>
          <a:off x="3784661" y="2683862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Object Diagram</a:t>
          </a:r>
        </a:p>
      </dsp:txBody>
      <dsp:txXfrm>
        <a:off x="3784661" y="2683862"/>
        <a:ext cx="1259427" cy="629713"/>
      </dsp:txXfrm>
    </dsp:sp>
    <dsp:sp modelId="{8989A8B5-28DE-4EBA-9778-510FB919737B}">
      <dsp:nvSpPr>
        <dsp:cNvPr id="0" name=""/>
        <dsp:cNvSpPr/>
      </dsp:nvSpPr>
      <dsp:spPr>
        <a:xfrm>
          <a:off x="3784661" y="3578055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Profile Diagram</a:t>
          </a:r>
        </a:p>
      </dsp:txBody>
      <dsp:txXfrm>
        <a:off x="3784661" y="3578055"/>
        <a:ext cx="1259427" cy="629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59C60-2D2C-4B63-9B77-913F78D0ED4F}">
      <dsp:nvSpPr>
        <dsp:cNvPr id="0" name=""/>
        <dsp:cNvSpPr/>
      </dsp:nvSpPr>
      <dsp:spPr>
        <a:xfrm>
          <a:off x="3595747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98ECB-A6AC-4828-83A6-D3FAB99DE405}">
      <dsp:nvSpPr>
        <dsp:cNvPr id="0" name=""/>
        <dsp:cNvSpPr/>
      </dsp:nvSpPr>
      <dsp:spPr>
        <a:xfrm>
          <a:off x="3595747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C8573D-9089-49A3-88FC-6C8FCA07A128}">
      <dsp:nvSpPr>
        <dsp:cNvPr id="0" name=""/>
        <dsp:cNvSpPr/>
      </dsp:nvSpPr>
      <dsp:spPr>
        <a:xfrm>
          <a:off x="3595747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F1B0D-44D9-4F38-B166-31D10E22C0EF}">
      <dsp:nvSpPr>
        <dsp:cNvPr id="0" name=""/>
        <dsp:cNvSpPr/>
      </dsp:nvSpPr>
      <dsp:spPr>
        <a:xfrm>
          <a:off x="2575611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239"/>
              </a:lnTo>
              <a:lnTo>
                <a:pt x="1523906" y="132239"/>
              </a:lnTo>
              <a:lnTo>
                <a:pt x="1523906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8CA5A8-123E-474D-BFB5-56D5A9EFC44D}">
      <dsp:nvSpPr>
        <dsp:cNvPr id="0" name=""/>
        <dsp:cNvSpPr/>
      </dsp:nvSpPr>
      <dsp:spPr>
        <a:xfrm>
          <a:off x="2071840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430EF-D4F7-496D-A6CB-F3F1FFE42F13}">
      <dsp:nvSpPr>
        <dsp:cNvPr id="0" name=""/>
        <dsp:cNvSpPr/>
      </dsp:nvSpPr>
      <dsp:spPr>
        <a:xfrm>
          <a:off x="2529891" y="630996"/>
          <a:ext cx="91440" cy="2644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F9BFA-6A88-43D6-A68C-657A3B16C5AA}">
      <dsp:nvSpPr>
        <dsp:cNvPr id="0" name=""/>
        <dsp:cNvSpPr/>
      </dsp:nvSpPr>
      <dsp:spPr>
        <a:xfrm>
          <a:off x="547934" y="1525189"/>
          <a:ext cx="188914" cy="23677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67722"/>
              </a:lnTo>
              <a:lnTo>
                <a:pt x="188914" y="236772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DF2D44-D7EF-40A6-B692-2E62A955E0F2}">
      <dsp:nvSpPr>
        <dsp:cNvPr id="0" name=""/>
        <dsp:cNvSpPr/>
      </dsp:nvSpPr>
      <dsp:spPr>
        <a:xfrm>
          <a:off x="547934" y="1525189"/>
          <a:ext cx="188914" cy="14735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3529"/>
              </a:lnTo>
              <a:lnTo>
                <a:pt x="188914" y="1473529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D00FD2-C6DE-464F-B769-D3E81D64675A}">
      <dsp:nvSpPr>
        <dsp:cNvPr id="0" name=""/>
        <dsp:cNvSpPr/>
      </dsp:nvSpPr>
      <dsp:spPr>
        <a:xfrm>
          <a:off x="547934" y="1525189"/>
          <a:ext cx="188914" cy="579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9336"/>
              </a:lnTo>
              <a:lnTo>
                <a:pt x="188914" y="579336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088933-BCE7-4262-8E8B-CFB99085B354}">
      <dsp:nvSpPr>
        <dsp:cNvPr id="0" name=""/>
        <dsp:cNvSpPr/>
      </dsp:nvSpPr>
      <dsp:spPr>
        <a:xfrm>
          <a:off x="1051704" y="630996"/>
          <a:ext cx="1523906" cy="264479"/>
        </a:xfrm>
        <a:custGeom>
          <a:avLst/>
          <a:gdLst/>
          <a:ahLst/>
          <a:cxnLst/>
          <a:rect l="0" t="0" r="0" b="0"/>
          <a:pathLst>
            <a:path>
              <a:moveTo>
                <a:pt x="1523906" y="0"/>
              </a:moveTo>
              <a:lnTo>
                <a:pt x="1523906" y="132239"/>
              </a:lnTo>
              <a:lnTo>
                <a:pt x="0" y="132239"/>
              </a:lnTo>
              <a:lnTo>
                <a:pt x="0" y="2644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71A687-C686-4096-8D6A-12AB49F8AE71}">
      <dsp:nvSpPr>
        <dsp:cNvPr id="0" name=""/>
        <dsp:cNvSpPr/>
      </dsp:nvSpPr>
      <dsp:spPr>
        <a:xfrm>
          <a:off x="1945898" y="1282"/>
          <a:ext cx="1259427" cy="629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Behavioural Diagrams</a:t>
          </a:r>
        </a:p>
      </dsp:txBody>
      <dsp:txXfrm>
        <a:off x="1945898" y="1282"/>
        <a:ext cx="1259427" cy="629713"/>
      </dsp:txXfrm>
    </dsp:sp>
    <dsp:sp modelId="{67BF4B72-3995-4C98-9051-74C33895FB9D}">
      <dsp:nvSpPr>
        <dsp:cNvPr id="0" name=""/>
        <dsp:cNvSpPr/>
      </dsp:nvSpPr>
      <dsp:spPr>
        <a:xfrm>
          <a:off x="421991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Useful</a:t>
          </a:r>
        </a:p>
      </dsp:txBody>
      <dsp:txXfrm>
        <a:off x="421991" y="895476"/>
        <a:ext cx="1259427" cy="629713"/>
      </dsp:txXfrm>
    </dsp:sp>
    <dsp:sp modelId="{C6D5A561-1EAA-4770-AFBE-4A761B6B330C}">
      <dsp:nvSpPr>
        <dsp:cNvPr id="0" name=""/>
        <dsp:cNvSpPr/>
      </dsp:nvSpPr>
      <dsp:spPr>
        <a:xfrm>
          <a:off x="736848" y="1789669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Use case Diagram</a:t>
          </a:r>
        </a:p>
      </dsp:txBody>
      <dsp:txXfrm>
        <a:off x="736848" y="1789669"/>
        <a:ext cx="1259427" cy="629713"/>
      </dsp:txXfrm>
    </dsp:sp>
    <dsp:sp modelId="{EC36EBC7-2C72-45DA-9EAE-E41E6CBE28D5}">
      <dsp:nvSpPr>
        <dsp:cNvPr id="0" name=""/>
        <dsp:cNvSpPr/>
      </dsp:nvSpPr>
      <dsp:spPr>
        <a:xfrm>
          <a:off x="736848" y="2683862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Activity Diagram</a:t>
          </a:r>
        </a:p>
      </dsp:txBody>
      <dsp:txXfrm>
        <a:off x="736848" y="2683862"/>
        <a:ext cx="1259427" cy="629713"/>
      </dsp:txXfrm>
    </dsp:sp>
    <dsp:sp modelId="{4F0826AD-6BBA-48F4-8CA7-BCBED4E48C12}">
      <dsp:nvSpPr>
        <dsp:cNvPr id="0" name=""/>
        <dsp:cNvSpPr/>
      </dsp:nvSpPr>
      <dsp:spPr>
        <a:xfrm>
          <a:off x="736848" y="3578055"/>
          <a:ext cx="1259427" cy="629713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Sequence Diagram</a:t>
          </a:r>
        </a:p>
      </dsp:txBody>
      <dsp:txXfrm>
        <a:off x="736848" y="3578055"/>
        <a:ext cx="1259427" cy="629713"/>
      </dsp:txXfrm>
    </dsp:sp>
    <dsp:sp modelId="{2B1DADB8-2CD3-4B04-9A81-1F10757C749A}">
      <dsp:nvSpPr>
        <dsp:cNvPr id="0" name=""/>
        <dsp:cNvSpPr/>
      </dsp:nvSpPr>
      <dsp:spPr>
        <a:xfrm>
          <a:off x="1945898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Rarely Used</a:t>
          </a:r>
        </a:p>
      </dsp:txBody>
      <dsp:txXfrm>
        <a:off x="1945898" y="895476"/>
        <a:ext cx="1259427" cy="629713"/>
      </dsp:txXfrm>
    </dsp:sp>
    <dsp:sp modelId="{67A605D5-1007-417D-A307-9A6126257EE3}">
      <dsp:nvSpPr>
        <dsp:cNvPr id="0" name=""/>
        <dsp:cNvSpPr/>
      </dsp:nvSpPr>
      <dsp:spPr>
        <a:xfrm>
          <a:off x="2260754" y="1789669"/>
          <a:ext cx="1259427" cy="629713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State Machine Diagram</a:t>
          </a:r>
        </a:p>
      </dsp:txBody>
      <dsp:txXfrm>
        <a:off x="2260754" y="1789669"/>
        <a:ext cx="1259427" cy="629713"/>
      </dsp:txXfrm>
    </dsp:sp>
    <dsp:sp modelId="{8917DE24-1406-49DD-9FC2-3185B3D38187}">
      <dsp:nvSpPr>
        <dsp:cNvPr id="0" name=""/>
        <dsp:cNvSpPr/>
      </dsp:nvSpPr>
      <dsp:spPr>
        <a:xfrm>
          <a:off x="3469804" y="895476"/>
          <a:ext cx="1259427" cy="629713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Academic Fossil</a:t>
          </a:r>
        </a:p>
      </dsp:txBody>
      <dsp:txXfrm>
        <a:off x="3469804" y="895476"/>
        <a:ext cx="1259427" cy="629713"/>
      </dsp:txXfrm>
    </dsp:sp>
    <dsp:sp modelId="{94F5D520-7281-4658-AB1E-991F26F37FEF}">
      <dsp:nvSpPr>
        <dsp:cNvPr id="0" name=""/>
        <dsp:cNvSpPr/>
      </dsp:nvSpPr>
      <dsp:spPr>
        <a:xfrm>
          <a:off x="3784661" y="1789669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Communication Diagram</a:t>
          </a:r>
        </a:p>
      </dsp:txBody>
      <dsp:txXfrm>
        <a:off x="3784661" y="1789669"/>
        <a:ext cx="1259427" cy="629713"/>
      </dsp:txXfrm>
    </dsp:sp>
    <dsp:sp modelId="{9CE9EE4C-D508-4F26-9A56-20E63AD56072}">
      <dsp:nvSpPr>
        <dsp:cNvPr id="0" name=""/>
        <dsp:cNvSpPr/>
      </dsp:nvSpPr>
      <dsp:spPr>
        <a:xfrm>
          <a:off x="3784661" y="2683862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Timing Diagram</a:t>
          </a:r>
        </a:p>
      </dsp:txBody>
      <dsp:txXfrm>
        <a:off x="3784661" y="2683862"/>
        <a:ext cx="1259427" cy="629713"/>
      </dsp:txXfrm>
    </dsp:sp>
    <dsp:sp modelId="{2657A9C6-1DA0-4775-9F08-9517580EB398}">
      <dsp:nvSpPr>
        <dsp:cNvPr id="0" name=""/>
        <dsp:cNvSpPr/>
      </dsp:nvSpPr>
      <dsp:spPr>
        <a:xfrm>
          <a:off x="3784661" y="3578055"/>
          <a:ext cx="1259427" cy="629713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noProof="0" dirty="0"/>
            <a:t>Interactive overview Diagram</a:t>
          </a:r>
        </a:p>
      </dsp:txBody>
      <dsp:txXfrm>
        <a:off x="3784661" y="3578055"/>
        <a:ext cx="1259427" cy="6297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7631B-D576-47AD-AD14-8C5A1B3CD4F3}">
      <dsp:nvSpPr>
        <dsp:cNvPr id="0" name=""/>
        <dsp:cNvSpPr/>
      </dsp:nvSpPr>
      <dsp:spPr>
        <a:xfrm>
          <a:off x="2295162" y="1801293"/>
          <a:ext cx="1285290" cy="12852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Use Case Model</a:t>
          </a:r>
        </a:p>
      </dsp:txBody>
      <dsp:txXfrm>
        <a:off x="2483388" y="1989519"/>
        <a:ext cx="908838" cy="908838"/>
      </dsp:txXfrm>
    </dsp:sp>
    <dsp:sp modelId="{E5505871-CA62-4CC8-BFA0-38F00171EF45}">
      <dsp:nvSpPr>
        <dsp:cNvPr id="0" name=""/>
        <dsp:cNvSpPr/>
      </dsp:nvSpPr>
      <dsp:spPr>
        <a:xfrm rot="16200000">
          <a:off x="2802009" y="1334257"/>
          <a:ext cx="271596" cy="43699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2842749" y="1462397"/>
        <a:ext cx="190117" cy="262198"/>
      </dsp:txXfrm>
    </dsp:sp>
    <dsp:sp modelId="{0F8B8CBB-3086-43C9-A774-32282475CFDC}">
      <dsp:nvSpPr>
        <dsp:cNvPr id="0" name=""/>
        <dsp:cNvSpPr/>
      </dsp:nvSpPr>
      <dsp:spPr>
        <a:xfrm>
          <a:off x="2295162" y="3557"/>
          <a:ext cx="1285290" cy="12852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Structural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Model</a:t>
          </a:r>
        </a:p>
      </dsp:txBody>
      <dsp:txXfrm>
        <a:off x="2483388" y="191783"/>
        <a:ext cx="908838" cy="908838"/>
      </dsp:txXfrm>
    </dsp:sp>
    <dsp:sp modelId="{FCA9271C-38B7-40AA-8E8D-17870E80312D}">
      <dsp:nvSpPr>
        <dsp:cNvPr id="0" name=""/>
        <dsp:cNvSpPr/>
      </dsp:nvSpPr>
      <dsp:spPr>
        <a:xfrm>
          <a:off x="3693191" y="2225439"/>
          <a:ext cx="271596" cy="43699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3693191" y="2312839"/>
        <a:ext cx="190117" cy="262198"/>
      </dsp:txXfrm>
    </dsp:sp>
    <dsp:sp modelId="{8B8AE732-68A3-4980-97BB-A5BCE6BD329E}">
      <dsp:nvSpPr>
        <dsp:cNvPr id="0" name=""/>
        <dsp:cNvSpPr/>
      </dsp:nvSpPr>
      <dsp:spPr>
        <a:xfrm>
          <a:off x="4092898" y="1801293"/>
          <a:ext cx="1285290" cy="12852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Behavioural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Model</a:t>
          </a:r>
        </a:p>
      </dsp:txBody>
      <dsp:txXfrm>
        <a:off x="4281124" y="1989519"/>
        <a:ext cx="908838" cy="908838"/>
      </dsp:txXfrm>
    </dsp:sp>
    <dsp:sp modelId="{6901F3EF-ECF5-4B29-BDDF-ECEE09C45801}">
      <dsp:nvSpPr>
        <dsp:cNvPr id="0" name=""/>
        <dsp:cNvSpPr/>
      </dsp:nvSpPr>
      <dsp:spPr>
        <a:xfrm rot="5400000">
          <a:off x="2802009" y="3116621"/>
          <a:ext cx="271596" cy="43699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>
        <a:off x="2842749" y="3163282"/>
        <a:ext cx="190117" cy="262198"/>
      </dsp:txXfrm>
    </dsp:sp>
    <dsp:sp modelId="{CA19B3D5-8C5D-4929-9FB8-D05694E1A866}">
      <dsp:nvSpPr>
        <dsp:cNvPr id="0" name=""/>
        <dsp:cNvSpPr/>
      </dsp:nvSpPr>
      <dsp:spPr>
        <a:xfrm>
          <a:off x="2295162" y="3599029"/>
          <a:ext cx="1285290" cy="12852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Environmental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Model</a:t>
          </a:r>
        </a:p>
      </dsp:txBody>
      <dsp:txXfrm>
        <a:off x="2483388" y="3787255"/>
        <a:ext cx="908838" cy="908838"/>
      </dsp:txXfrm>
    </dsp:sp>
    <dsp:sp modelId="{C7BBF7AA-1D81-490C-A381-722D4E98EFA6}">
      <dsp:nvSpPr>
        <dsp:cNvPr id="0" name=""/>
        <dsp:cNvSpPr/>
      </dsp:nvSpPr>
      <dsp:spPr>
        <a:xfrm rot="10800000">
          <a:off x="1910828" y="2225439"/>
          <a:ext cx="271596" cy="43699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/>
        </a:p>
      </dsp:txBody>
      <dsp:txXfrm rot="10800000">
        <a:off x="1992307" y="2312839"/>
        <a:ext cx="190117" cy="262198"/>
      </dsp:txXfrm>
    </dsp:sp>
    <dsp:sp modelId="{9C287073-8496-4577-8D4B-E601677E19B3}">
      <dsp:nvSpPr>
        <dsp:cNvPr id="0" name=""/>
        <dsp:cNvSpPr/>
      </dsp:nvSpPr>
      <dsp:spPr>
        <a:xfrm>
          <a:off x="497426" y="1801293"/>
          <a:ext cx="1285290" cy="128529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Implementation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Model</a:t>
          </a:r>
        </a:p>
      </dsp:txBody>
      <dsp:txXfrm>
        <a:off x="685652" y="1989519"/>
        <a:ext cx="908838" cy="9088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A4B88-4F91-4B44-A2C4-F3A242338B55}">
      <dsp:nvSpPr>
        <dsp:cNvPr id="0" name=""/>
        <dsp:cNvSpPr/>
      </dsp:nvSpPr>
      <dsp:spPr>
        <a:xfrm>
          <a:off x="9123648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1AEFFC-42E0-436C-B1FC-BC065BA95962}">
      <dsp:nvSpPr>
        <dsp:cNvPr id="0" name=""/>
        <dsp:cNvSpPr/>
      </dsp:nvSpPr>
      <dsp:spPr>
        <a:xfrm>
          <a:off x="9123648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389339-5653-4365-8F23-CC29C1B40493}">
      <dsp:nvSpPr>
        <dsp:cNvPr id="0" name=""/>
        <dsp:cNvSpPr/>
      </dsp:nvSpPr>
      <dsp:spPr>
        <a:xfrm>
          <a:off x="8261493" y="1348727"/>
          <a:ext cx="1287911" cy="223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760"/>
              </a:lnTo>
              <a:lnTo>
                <a:pt x="1287911" y="111760"/>
              </a:lnTo>
              <a:lnTo>
                <a:pt x="1287911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121BE8-CA82-44A7-BA3A-6D9C27F4D0A3}">
      <dsp:nvSpPr>
        <dsp:cNvPr id="0" name=""/>
        <dsp:cNvSpPr/>
      </dsp:nvSpPr>
      <dsp:spPr>
        <a:xfrm>
          <a:off x="7835737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0F2C3E-A3B0-4B87-BD15-275E6A0D8CCE}">
      <dsp:nvSpPr>
        <dsp:cNvPr id="0" name=""/>
        <dsp:cNvSpPr/>
      </dsp:nvSpPr>
      <dsp:spPr>
        <a:xfrm>
          <a:off x="7835737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5DC93-5EBA-41DE-AA32-FC56EFAB6E92}">
      <dsp:nvSpPr>
        <dsp:cNvPr id="0" name=""/>
        <dsp:cNvSpPr/>
      </dsp:nvSpPr>
      <dsp:spPr>
        <a:xfrm>
          <a:off x="8215773" y="1348727"/>
          <a:ext cx="91440" cy="22352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8BD42-B405-4E19-BAFF-C1F41FD82687}">
      <dsp:nvSpPr>
        <dsp:cNvPr id="0" name=""/>
        <dsp:cNvSpPr/>
      </dsp:nvSpPr>
      <dsp:spPr>
        <a:xfrm>
          <a:off x="6547826" y="2104443"/>
          <a:ext cx="159658" cy="2001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1051"/>
              </a:lnTo>
              <a:lnTo>
                <a:pt x="159658" y="200105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08C3C-A4B7-4441-A2A1-C21B7776C954}">
      <dsp:nvSpPr>
        <dsp:cNvPr id="0" name=""/>
        <dsp:cNvSpPr/>
      </dsp:nvSpPr>
      <dsp:spPr>
        <a:xfrm>
          <a:off x="6547826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AFF68-EBAF-48F8-9BFA-C121591EF353}">
      <dsp:nvSpPr>
        <dsp:cNvPr id="0" name=""/>
        <dsp:cNvSpPr/>
      </dsp:nvSpPr>
      <dsp:spPr>
        <a:xfrm>
          <a:off x="6547826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EF53CA-65A0-4546-938F-8CFF182923EA}">
      <dsp:nvSpPr>
        <dsp:cNvPr id="0" name=""/>
        <dsp:cNvSpPr/>
      </dsp:nvSpPr>
      <dsp:spPr>
        <a:xfrm>
          <a:off x="6973581" y="1348727"/>
          <a:ext cx="1287911" cy="223521"/>
        </a:xfrm>
        <a:custGeom>
          <a:avLst/>
          <a:gdLst/>
          <a:ahLst/>
          <a:cxnLst/>
          <a:rect l="0" t="0" r="0" b="0"/>
          <a:pathLst>
            <a:path>
              <a:moveTo>
                <a:pt x="1287911" y="0"/>
              </a:moveTo>
              <a:lnTo>
                <a:pt x="1287911" y="111760"/>
              </a:lnTo>
              <a:lnTo>
                <a:pt x="0" y="111760"/>
              </a:lnTo>
              <a:lnTo>
                <a:pt x="0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F2CC8-8138-4359-8B44-9E7CB0C59C1F}">
      <dsp:nvSpPr>
        <dsp:cNvPr id="0" name=""/>
        <dsp:cNvSpPr/>
      </dsp:nvSpPr>
      <dsp:spPr>
        <a:xfrm>
          <a:off x="4719737" y="593010"/>
          <a:ext cx="3541755" cy="223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760"/>
              </a:lnTo>
              <a:lnTo>
                <a:pt x="3541755" y="111760"/>
              </a:lnTo>
              <a:lnTo>
                <a:pt x="3541755" y="22352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DC7429-D392-4B64-8E58-76EAD2E58BA0}">
      <dsp:nvSpPr>
        <dsp:cNvPr id="0" name=""/>
        <dsp:cNvSpPr/>
      </dsp:nvSpPr>
      <dsp:spPr>
        <a:xfrm>
          <a:off x="5259915" y="2104443"/>
          <a:ext cx="159658" cy="2001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1051"/>
              </a:lnTo>
              <a:lnTo>
                <a:pt x="159658" y="200105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A45C0-5E4A-4138-863B-CC9DE2E73634}">
      <dsp:nvSpPr>
        <dsp:cNvPr id="0" name=""/>
        <dsp:cNvSpPr/>
      </dsp:nvSpPr>
      <dsp:spPr>
        <a:xfrm>
          <a:off x="5259915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57B4E9-F115-4A4E-9939-8593E8751A6A}">
      <dsp:nvSpPr>
        <dsp:cNvPr id="0" name=""/>
        <dsp:cNvSpPr/>
      </dsp:nvSpPr>
      <dsp:spPr>
        <a:xfrm>
          <a:off x="5259915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BF7221-E1BD-4B37-AA6E-BB3FBB35430E}">
      <dsp:nvSpPr>
        <dsp:cNvPr id="0" name=""/>
        <dsp:cNvSpPr/>
      </dsp:nvSpPr>
      <dsp:spPr>
        <a:xfrm>
          <a:off x="4397759" y="1348727"/>
          <a:ext cx="1287911" cy="223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760"/>
              </a:lnTo>
              <a:lnTo>
                <a:pt x="1287911" y="111760"/>
              </a:lnTo>
              <a:lnTo>
                <a:pt x="1287911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03335-9B10-4E57-8110-DEB470810325}">
      <dsp:nvSpPr>
        <dsp:cNvPr id="0" name=""/>
        <dsp:cNvSpPr/>
      </dsp:nvSpPr>
      <dsp:spPr>
        <a:xfrm>
          <a:off x="3972004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224422-F569-403F-8CD0-195B946CBF05}">
      <dsp:nvSpPr>
        <dsp:cNvPr id="0" name=""/>
        <dsp:cNvSpPr/>
      </dsp:nvSpPr>
      <dsp:spPr>
        <a:xfrm>
          <a:off x="3972004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504024-F917-44C2-AAF7-F31A035BEBC4}">
      <dsp:nvSpPr>
        <dsp:cNvPr id="0" name=""/>
        <dsp:cNvSpPr/>
      </dsp:nvSpPr>
      <dsp:spPr>
        <a:xfrm>
          <a:off x="4352039" y="1348727"/>
          <a:ext cx="91440" cy="22352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0DECD-ED79-492B-B11E-82D124CF77DD}">
      <dsp:nvSpPr>
        <dsp:cNvPr id="0" name=""/>
        <dsp:cNvSpPr/>
      </dsp:nvSpPr>
      <dsp:spPr>
        <a:xfrm>
          <a:off x="2684092" y="2104443"/>
          <a:ext cx="159658" cy="2001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1051"/>
              </a:lnTo>
              <a:lnTo>
                <a:pt x="159658" y="200105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8EAA10-8F35-4682-9071-75F58275BC76}">
      <dsp:nvSpPr>
        <dsp:cNvPr id="0" name=""/>
        <dsp:cNvSpPr/>
      </dsp:nvSpPr>
      <dsp:spPr>
        <a:xfrm>
          <a:off x="2684092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EBDD9-D559-45FE-9D0A-6294EC43659B}">
      <dsp:nvSpPr>
        <dsp:cNvPr id="0" name=""/>
        <dsp:cNvSpPr/>
      </dsp:nvSpPr>
      <dsp:spPr>
        <a:xfrm>
          <a:off x="2684092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26305-849B-4855-BBCE-247534EC48D7}">
      <dsp:nvSpPr>
        <dsp:cNvPr id="0" name=""/>
        <dsp:cNvSpPr/>
      </dsp:nvSpPr>
      <dsp:spPr>
        <a:xfrm>
          <a:off x="3109848" y="1348727"/>
          <a:ext cx="1287911" cy="223521"/>
        </a:xfrm>
        <a:custGeom>
          <a:avLst/>
          <a:gdLst/>
          <a:ahLst/>
          <a:cxnLst/>
          <a:rect l="0" t="0" r="0" b="0"/>
          <a:pathLst>
            <a:path>
              <a:moveTo>
                <a:pt x="1287911" y="0"/>
              </a:moveTo>
              <a:lnTo>
                <a:pt x="1287911" y="111760"/>
              </a:lnTo>
              <a:lnTo>
                <a:pt x="0" y="111760"/>
              </a:lnTo>
              <a:lnTo>
                <a:pt x="0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8014D-3BFF-4EF5-9C69-C88E6CB32060}">
      <dsp:nvSpPr>
        <dsp:cNvPr id="0" name=""/>
        <dsp:cNvSpPr/>
      </dsp:nvSpPr>
      <dsp:spPr>
        <a:xfrm>
          <a:off x="4397759" y="593010"/>
          <a:ext cx="321977" cy="223521"/>
        </a:xfrm>
        <a:custGeom>
          <a:avLst/>
          <a:gdLst/>
          <a:ahLst/>
          <a:cxnLst/>
          <a:rect l="0" t="0" r="0" b="0"/>
          <a:pathLst>
            <a:path>
              <a:moveTo>
                <a:pt x="321977" y="0"/>
              </a:moveTo>
              <a:lnTo>
                <a:pt x="321977" y="111760"/>
              </a:lnTo>
              <a:lnTo>
                <a:pt x="0" y="111760"/>
              </a:lnTo>
              <a:lnTo>
                <a:pt x="0" y="22352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1EB45-45E5-49BD-AC0C-3AAD34A1334D}">
      <dsp:nvSpPr>
        <dsp:cNvPr id="0" name=""/>
        <dsp:cNvSpPr/>
      </dsp:nvSpPr>
      <dsp:spPr>
        <a:xfrm>
          <a:off x="1396181" y="2104443"/>
          <a:ext cx="159658" cy="2001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01051"/>
              </a:lnTo>
              <a:lnTo>
                <a:pt x="159658" y="200105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A15B8B-D540-4FD0-9EB0-9D174337262E}">
      <dsp:nvSpPr>
        <dsp:cNvPr id="0" name=""/>
        <dsp:cNvSpPr/>
      </dsp:nvSpPr>
      <dsp:spPr>
        <a:xfrm>
          <a:off x="1396181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3781B-CD9A-4478-80DB-A28AF20E07ED}">
      <dsp:nvSpPr>
        <dsp:cNvPr id="0" name=""/>
        <dsp:cNvSpPr/>
      </dsp:nvSpPr>
      <dsp:spPr>
        <a:xfrm>
          <a:off x="1396181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DCEDB-DE8B-4DED-ABC1-DC869A74ECE4}">
      <dsp:nvSpPr>
        <dsp:cNvPr id="0" name=""/>
        <dsp:cNvSpPr/>
      </dsp:nvSpPr>
      <dsp:spPr>
        <a:xfrm>
          <a:off x="1177982" y="1348727"/>
          <a:ext cx="643955" cy="2235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760"/>
              </a:lnTo>
              <a:lnTo>
                <a:pt x="643955" y="111760"/>
              </a:lnTo>
              <a:lnTo>
                <a:pt x="643955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80121-C5C6-4B1E-9026-0E6E499AD119}">
      <dsp:nvSpPr>
        <dsp:cNvPr id="0" name=""/>
        <dsp:cNvSpPr/>
      </dsp:nvSpPr>
      <dsp:spPr>
        <a:xfrm>
          <a:off x="108270" y="2104443"/>
          <a:ext cx="159658" cy="12453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5335"/>
              </a:lnTo>
              <a:lnTo>
                <a:pt x="159658" y="124533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F3561C-936D-4FB5-852C-693FD2210824}">
      <dsp:nvSpPr>
        <dsp:cNvPr id="0" name=""/>
        <dsp:cNvSpPr/>
      </dsp:nvSpPr>
      <dsp:spPr>
        <a:xfrm>
          <a:off x="108270" y="2104443"/>
          <a:ext cx="159658" cy="4896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9619"/>
              </a:lnTo>
              <a:lnTo>
                <a:pt x="159658" y="48961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A2437C-4904-47BE-BCF7-94EF7EBAFC6D}">
      <dsp:nvSpPr>
        <dsp:cNvPr id="0" name=""/>
        <dsp:cNvSpPr/>
      </dsp:nvSpPr>
      <dsp:spPr>
        <a:xfrm>
          <a:off x="534026" y="1348727"/>
          <a:ext cx="643955" cy="223521"/>
        </a:xfrm>
        <a:custGeom>
          <a:avLst/>
          <a:gdLst/>
          <a:ahLst/>
          <a:cxnLst/>
          <a:rect l="0" t="0" r="0" b="0"/>
          <a:pathLst>
            <a:path>
              <a:moveTo>
                <a:pt x="643955" y="0"/>
              </a:moveTo>
              <a:lnTo>
                <a:pt x="643955" y="111760"/>
              </a:lnTo>
              <a:lnTo>
                <a:pt x="0" y="111760"/>
              </a:lnTo>
              <a:lnTo>
                <a:pt x="0" y="22352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C3E296-C339-4AB8-BF4E-76DD5B08DB3B}">
      <dsp:nvSpPr>
        <dsp:cNvPr id="0" name=""/>
        <dsp:cNvSpPr/>
      </dsp:nvSpPr>
      <dsp:spPr>
        <a:xfrm>
          <a:off x="1177982" y="593010"/>
          <a:ext cx="3541755" cy="223521"/>
        </a:xfrm>
        <a:custGeom>
          <a:avLst/>
          <a:gdLst/>
          <a:ahLst/>
          <a:cxnLst/>
          <a:rect l="0" t="0" r="0" b="0"/>
          <a:pathLst>
            <a:path>
              <a:moveTo>
                <a:pt x="3541755" y="0"/>
              </a:moveTo>
              <a:lnTo>
                <a:pt x="3541755" y="111760"/>
              </a:lnTo>
              <a:lnTo>
                <a:pt x="0" y="111760"/>
              </a:lnTo>
              <a:lnTo>
                <a:pt x="0" y="22352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6BEA8-32DC-41C8-9871-BF2CE87B91C1}">
      <dsp:nvSpPr>
        <dsp:cNvPr id="0" name=""/>
        <dsp:cNvSpPr/>
      </dsp:nvSpPr>
      <dsp:spPr>
        <a:xfrm>
          <a:off x="4187542" y="60816"/>
          <a:ext cx="1064389" cy="532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PakWheels</a:t>
          </a:r>
          <a:r>
            <a:rPr lang="en-US" sz="1500" kern="1200" dirty="0"/>
            <a:t> Auto-shop</a:t>
          </a:r>
          <a:endParaRPr lang="en-PK" sz="1500" kern="1200" dirty="0"/>
        </a:p>
      </dsp:txBody>
      <dsp:txXfrm>
        <a:off x="4187542" y="60816"/>
        <a:ext cx="1064389" cy="532194"/>
      </dsp:txXfrm>
    </dsp:sp>
    <dsp:sp modelId="{CF080D77-C926-4B67-9462-48081F2A989F}">
      <dsp:nvSpPr>
        <dsp:cNvPr id="0" name=""/>
        <dsp:cNvSpPr/>
      </dsp:nvSpPr>
      <dsp:spPr>
        <a:xfrm>
          <a:off x="645787" y="816532"/>
          <a:ext cx="1064389" cy="532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Management</a:t>
          </a:r>
          <a:endParaRPr lang="en-PK" sz="1500" kern="1200" dirty="0"/>
        </a:p>
      </dsp:txBody>
      <dsp:txXfrm>
        <a:off x="645787" y="816532"/>
        <a:ext cx="1064389" cy="532194"/>
      </dsp:txXfrm>
    </dsp:sp>
    <dsp:sp modelId="{BED5B6A0-7E12-48A3-9C35-D76C20A5026F}">
      <dsp:nvSpPr>
        <dsp:cNvPr id="0" name=""/>
        <dsp:cNvSpPr/>
      </dsp:nvSpPr>
      <dsp:spPr>
        <a:xfrm>
          <a:off x="1831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Register</a:t>
          </a:r>
          <a:endParaRPr lang="en-PK" sz="1500" kern="1200" dirty="0"/>
        </a:p>
      </dsp:txBody>
      <dsp:txXfrm>
        <a:off x="1831" y="1572248"/>
        <a:ext cx="1064389" cy="532194"/>
      </dsp:txXfrm>
    </dsp:sp>
    <dsp:sp modelId="{69A938E9-8198-4FB1-BC8F-FEF1323413B5}">
      <dsp:nvSpPr>
        <dsp:cNvPr id="0" name=""/>
        <dsp:cNvSpPr/>
      </dsp:nvSpPr>
      <dsp:spPr>
        <a:xfrm>
          <a:off x="267929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Vendor</a:t>
          </a:r>
          <a:endParaRPr lang="en-PK" sz="1500" kern="1200" dirty="0"/>
        </a:p>
      </dsp:txBody>
      <dsp:txXfrm>
        <a:off x="267929" y="2327965"/>
        <a:ext cx="1064389" cy="532194"/>
      </dsp:txXfrm>
    </dsp:sp>
    <dsp:sp modelId="{154BFB8B-BBBB-4869-8D87-22A5A0235FEA}">
      <dsp:nvSpPr>
        <dsp:cNvPr id="0" name=""/>
        <dsp:cNvSpPr/>
      </dsp:nvSpPr>
      <dsp:spPr>
        <a:xfrm>
          <a:off x="267929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Customer</a:t>
          </a:r>
          <a:endParaRPr lang="en-PK" sz="1500" kern="1200" dirty="0"/>
        </a:p>
      </dsp:txBody>
      <dsp:txXfrm>
        <a:off x="267929" y="3083681"/>
        <a:ext cx="1064389" cy="532194"/>
      </dsp:txXfrm>
    </dsp:sp>
    <dsp:sp modelId="{DA165373-2059-41E5-ABDC-EA98C393A8F8}">
      <dsp:nvSpPr>
        <dsp:cNvPr id="0" name=""/>
        <dsp:cNvSpPr/>
      </dsp:nvSpPr>
      <dsp:spPr>
        <a:xfrm>
          <a:off x="1289742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Login</a:t>
          </a:r>
          <a:endParaRPr lang="en-PK" sz="1500" kern="1200" dirty="0"/>
        </a:p>
      </dsp:txBody>
      <dsp:txXfrm>
        <a:off x="1289742" y="1572248"/>
        <a:ext cx="1064389" cy="532194"/>
      </dsp:txXfrm>
    </dsp:sp>
    <dsp:sp modelId="{A957EDD8-0578-4251-98E0-6183F62C42C0}">
      <dsp:nvSpPr>
        <dsp:cNvPr id="0" name=""/>
        <dsp:cNvSpPr/>
      </dsp:nvSpPr>
      <dsp:spPr>
        <a:xfrm>
          <a:off x="1555840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Vendor</a:t>
          </a:r>
          <a:endParaRPr lang="en-PK" sz="1500" kern="1200" dirty="0"/>
        </a:p>
      </dsp:txBody>
      <dsp:txXfrm>
        <a:off x="1555840" y="2327965"/>
        <a:ext cx="1064389" cy="532194"/>
      </dsp:txXfrm>
    </dsp:sp>
    <dsp:sp modelId="{955C611C-35A5-4159-9A5D-1510AAD51E8A}">
      <dsp:nvSpPr>
        <dsp:cNvPr id="0" name=""/>
        <dsp:cNvSpPr/>
      </dsp:nvSpPr>
      <dsp:spPr>
        <a:xfrm>
          <a:off x="1555840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Customer</a:t>
          </a:r>
          <a:endParaRPr lang="en-PK" sz="1500" kern="1200" dirty="0"/>
        </a:p>
      </dsp:txBody>
      <dsp:txXfrm>
        <a:off x="1555840" y="3083681"/>
        <a:ext cx="1064389" cy="532194"/>
      </dsp:txXfrm>
    </dsp:sp>
    <dsp:sp modelId="{0E6794E4-2422-4377-9423-5F02511FA0D9}">
      <dsp:nvSpPr>
        <dsp:cNvPr id="0" name=""/>
        <dsp:cNvSpPr/>
      </dsp:nvSpPr>
      <dsp:spPr>
        <a:xfrm>
          <a:off x="1555840" y="3839398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Guest</a:t>
          </a:r>
          <a:endParaRPr lang="en-PK" sz="1500" kern="1200" dirty="0"/>
        </a:p>
      </dsp:txBody>
      <dsp:txXfrm>
        <a:off x="1555840" y="3839398"/>
        <a:ext cx="1064389" cy="532194"/>
      </dsp:txXfrm>
    </dsp:sp>
    <dsp:sp modelId="{2F704870-8014-4803-995F-A97048EBEE4D}">
      <dsp:nvSpPr>
        <dsp:cNvPr id="0" name=""/>
        <dsp:cNvSpPr/>
      </dsp:nvSpPr>
      <dsp:spPr>
        <a:xfrm>
          <a:off x="3865565" y="816532"/>
          <a:ext cx="1064389" cy="532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Catalogue</a:t>
          </a:r>
          <a:endParaRPr lang="en-PK" sz="1500" kern="1200" dirty="0"/>
        </a:p>
      </dsp:txBody>
      <dsp:txXfrm>
        <a:off x="3865565" y="816532"/>
        <a:ext cx="1064389" cy="532194"/>
      </dsp:txXfrm>
    </dsp:sp>
    <dsp:sp modelId="{71BD1725-0DAE-4CED-AAB2-944268F512B2}">
      <dsp:nvSpPr>
        <dsp:cNvPr id="0" name=""/>
        <dsp:cNvSpPr/>
      </dsp:nvSpPr>
      <dsp:spPr>
        <a:xfrm>
          <a:off x="2577654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Browse</a:t>
          </a:r>
          <a:endParaRPr lang="en-PK" sz="1500" kern="1200" dirty="0"/>
        </a:p>
      </dsp:txBody>
      <dsp:txXfrm>
        <a:off x="2577654" y="1572248"/>
        <a:ext cx="1064389" cy="532194"/>
      </dsp:txXfrm>
    </dsp:sp>
    <dsp:sp modelId="{A0B0728F-8B06-49D0-8939-E44AF610FB47}">
      <dsp:nvSpPr>
        <dsp:cNvPr id="0" name=""/>
        <dsp:cNvSpPr/>
      </dsp:nvSpPr>
      <dsp:spPr>
        <a:xfrm>
          <a:off x="2843751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By Type</a:t>
          </a:r>
          <a:endParaRPr lang="en-PK" sz="1500" kern="1200" dirty="0"/>
        </a:p>
      </dsp:txBody>
      <dsp:txXfrm>
        <a:off x="2843751" y="2327965"/>
        <a:ext cx="1064389" cy="532194"/>
      </dsp:txXfrm>
    </dsp:sp>
    <dsp:sp modelId="{B1D9806C-75DC-4EA7-85DA-F4BF8261CD1A}">
      <dsp:nvSpPr>
        <dsp:cNvPr id="0" name=""/>
        <dsp:cNvSpPr/>
      </dsp:nvSpPr>
      <dsp:spPr>
        <a:xfrm>
          <a:off x="2843751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By Vendor</a:t>
          </a:r>
          <a:endParaRPr lang="en-PK" sz="1500" kern="1200" dirty="0"/>
        </a:p>
      </dsp:txBody>
      <dsp:txXfrm>
        <a:off x="2843751" y="3083681"/>
        <a:ext cx="1064389" cy="532194"/>
      </dsp:txXfrm>
    </dsp:sp>
    <dsp:sp modelId="{30DA77A3-E23C-49FB-9553-89DD162F8D1D}">
      <dsp:nvSpPr>
        <dsp:cNvPr id="0" name=""/>
        <dsp:cNvSpPr/>
      </dsp:nvSpPr>
      <dsp:spPr>
        <a:xfrm>
          <a:off x="2843751" y="3839398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Pagination</a:t>
          </a:r>
          <a:endParaRPr lang="en-PK" sz="1500" kern="1200" dirty="0"/>
        </a:p>
      </dsp:txBody>
      <dsp:txXfrm>
        <a:off x="2843751" y="3839398"/>
        <a:ext cx="1064389" cy="532194"/>
      </dsp:txXfrm>
    </dsp:sp>
    <dsp:sp modelId="{BF144789-9BB3-4C65-A321-29C88D438B84}">
      <dsp:nvSpPr>
        <dsp:cNvPr id="0" name=""/>
        <dsp:cNvSpPr/>
      </dsp:nvSpPr>
      <dsp:spPr>
        <a:xfrm>
          <a:off x="3865565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Search</a:t>
          </a:r>
          <a:endParaRPr lang="en-PK" sz="1500" kern="1200" dirty="0"/>
        </a:p>
      </dsp:txBody>
      <dsp:txXfrm>
        <a:off x="3865565" y="1572248"/>
        <a:ext cx="1064389" cy="532194"/>
      </dsp:txXfrm>
    </dsp:sp>
    <dsp:sp modelId="{B1C88AB5-21A4-4768-8838-356F6519318A}">
      <dsp:nvSpPr>
        <dsp:cNvPr id="0" name=""/>
        <dsp:cNvSpPr/>
      </dsp:nvSpPr>
      <dsp:spPr>
        <a:xfrm>
          <a:off x="4131662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Filter</a:t>
          </a:r>
          <a:endParaRPr lang="en-PK" sz="1500" kern="1200" dirty="0"/>
        </a:p>
      </dsp:txBody>
      <dsp:txXfrm>
        <a:off x="4131662" y="2327965"/>
        <a:ext cx="1064389" cy="532194"/>
      </dsp:txXfrm>
    </dsp:sp>
    <dsp:sp modelId="{39F7877B-283B-40D4-B4FC-8C2F3CECE7E3}">
      <dsp:nvSpPr>
        <dsp:cNvPr id="0" name=""/>
        <dsp:cNvSpPr/>
      </dsp:nvSpPr>
      <dsp:spPr>
        <a:xfrm>
          <a:off x="4131662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Sort</a:t>
          </a:r>
          <a:endParaRPr lang="en-PK" sz="1500" kern="1200" dirty="0"/>
        </a:p>
      </dsp:txBody>
      <dsp:txXfrm>
        <a:off x="4131662" y="3083681"/>
        <a:ext cx="1064389" cy="532194"/>
      </dsp:txXfrm>
    </dsp:sp>
    <dsp:sp modelId="{6219AD27-19B8-4BD8-8992-C7B490BA3006}">
      <dsp:nvSpPr>
        <dsp:cNvPr id="0" name=""/>
        <dsp:cNvSpPr/>
      </dsp:nvSpPr>
      <dsp:spPr>
        <a:xfrm>
          <a:off x="5153476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Update</a:t>
          </a:r>
          <a:endParaRPr lang="en-PK" sz="1500" kern="1200" dirty="0"/>
        </a:p>
      </dsp:txBody>
      <dsp:txXfrm>
        <a:off x="5153476" y="1572248"/>
        <a:ext cx="1064389" cy="532194"/>
      </dsp:txXfrm>
    </dsp:sp>
    <dsp:sp modelId="{6BC8494A-F667-42E4-B75C-60BAA9E9CBCC}">
      <dsp:nvSpPr>
        <dsp:cNvPr id="0" name=""/>
        <dsp:cNvSpPr/>
      </dsp:nvSpPr>
      <dsp:spPr>
        <a:xfrm>
          <a:off x="5419573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Add Item</a:t>
          </a:r>
          <a:endParaRPr lang="en-PK" sz="1500" kern="1200" dirty="0"/>
        </a:p>
      </dsp:txBody>
      <dsp:txXfrm>
        <a:off x="5419573" y="2327965"/>
        <a:ext cx="1064389" cy="532194"/>
      </dsp:txXfrm>
    </dsp:sp>
    <dsp:sp modelId="{3BE2E796-2EF9-4189-BC6B-6D6F8A3CF7F5}">
      <dsp:nvSpPr>
        <dsp:cNvPr id="0" name=""/>
        <dsp:cNvSpPr/>
      </dsp:nvSpPr>
      <dsp:spPr>
        <a:xfrm>
          <a:off x="5419573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Update Detail</a:t>
          </a:r>
          <a:endParaRPr lang="en-PK" sz="1500" kern="1200" dirty="0"/>
        </a:p>
      </dsp:txBody>
      <dsp:txXfrm>
        <a:off x="5419573" y="3083681"/>
        <a:ext cx="1064389" cy="532194"/>
      </dsp:txXfrm>
    </dsp:sp>
    <dsp:sp modelId="{ECDC5801-CD15-4276-BC01-57C157E59C42}">
      <dsp:nvSpPr>
        <dsp:cNvPr id="0" name=""/>
        <dsp:cNvSpPr/>
      </dsp:nvSpPr>
      <dsp:spPr>
        <a:xfrm>
          <a:off x="5419573" y="3839398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Delete Unavailable</a:t>
          </a:r>
          <a:endParaRPr lang="en-PK" sz="1500" kern="1200" dirty="0"/>
        </a:p>
      </dsp:txBody>
      <dsp:txXfrm>
        <a:off x="5419573" y="3839398"/>
        <a:ext cx="1064389" cy="532194"/>
      </dsp:txXfrm>
    </dsp:sp>
    <dsp:sp modelId="{EB7E6B85-39AC-4601-AEB4-3500ED90A329}">
      <dsp:nvSpPr>
        <dsp:cNvPr id="0" name=""/>
        <dsp:cNvSpPr/>
      </dsp:nvSpPr>
      <dsp:spPr>
        <a:xfrm>
          <a:off x="7729298" y="816532"/>
          <a:ext cx="1064389" cy="5321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Order Processing</a:t>
          </a:r>
          <a:endParaRPr lang="en-PK" sz="1500" kern="1200" dirty="0"/>
        </a:p>
      </dsp:txBody>
      <dsp:txXfrm>
        <a:off x="7729298" y="816532"/>
        <a:ext cx="1064389" cy="532194"/>
      </dsp:txXfrm>
    </dsp:sp>
    <dsp:sp modelId="{147ED431-04BD-4C0E-ACCE-768E19B4225E}">
      <dsp:nvSpPr>
        <dsp:cNvPr id="0" name=""/>
        <dsp:cNvSpPr/>
      </dsp:nvSpPr>
      <dsp:spPr>
        <a:xfrm>
          <a:off x="6441387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Cart Management</a:t>
          </a:r>
          <a:endParaRPr lang="en-PK" sz="1500" kern="1200" dirty="0"/>
        </a:p>
      </dsp:txBody>
      <dsp:txXfrm>
        <a:off x="6441387" y="1572248"/>
        <a:ext cx="1064389" cy="532194"/>
      </dsp:txXfrm>
    </dsp:sp>
    <dsp:sp modelId="{6356787F-7915-43AB-9CD7-7F8018502AAD}">
      <dsp:nvSpPr>
        <dsp:cNvPr id="0" name=""/>
        <dsp:cNvSpPr/>
      </dsp:nvSpPr>
      <dsp:spPr>
        <a:xfrm>
          <a:off x="6707484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Add to Cart</a:t>
          </a:r>
          <a:endParaRPr lang="en-PK" sz="1500" kern="1200" dirty="0"/>
        </a:p>
      </dsp:txBody>
      <dsp:txXfrm>
        <a:off x="6707484" y="2327965"/>
        <a:ext cx="1064389" cy="532194"/>
      </dsp:txXfrm>
    </dsp:sp>
    <dsp:sp modelId="{EF230A45-B685-437F-B1E0-D54C31AC4495}">
      <dsp:nvSpPr>
        <dsp:cNvPr id="0" name=""/>
        <dsp:cNvSpPr/>
      </dsp:nvSpPr>
      <dsp:spPr>
        <a:xfrm>
          <a:off x="6707484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Remove from Cart</a:t>
          </a:r>
          <a:endParaRPr lang="en-PK" sz="1500" kern="1200" dirty="0"/>
        </a:p>
      </dsp:txBody>
      <dsp:txXfrm>
        <a:off x="6707484" y="3083681"/>
        <a:ext cx="1064389" cy="532194"/>
      </dsp:txXfrm>
    </dsp:sp>
    <dsp:sp modelId="{8E5A367B-D7B1-46B1-A78E-E05D99436D22}">
      <dsp:nvSpPr>
        <dsp:cNvPr id="0" name=""/>
        <dsp:cNvSpPr/>
      </dsp:nvSpPr>
      <dsp:spPr>
        <a:xfrm>
          <a:off x="6707484" y="3839398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Notify when Available</a:t>
          </a:r>
          <a:endParaRPr lang="en-PK" sz="1500" kern="1200" dirty="0"/>
        </a:p>
      </dsp:txBody>
      <dsp:txXfrm>
        <a:off x="6707484" y="3839398"/>
        <a:ext cx="1064389" cy="532194"/>
      </dsp:txXfrm>
    </dsp:sp>
    <dsp:sp modelId="{1FC6F8FF-CA2F-4CD5-AC48-5C735703C216}">
      <dsp:nvSpPr>
        <dsp:cNvPr id="0" name=""/>
        <dsp:cNvSpPr/>
      </dsp:nvSpPr>
      <dsp:spPr>
        <a:xfrm>
          <a:off x="7729298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Payments</a:t>
          </a:r>
          <a:endParaRPr lang="en-PK" sz="1500" kern="1200" dirty="0"/>
        </a:p>
      </dsp:txBody>
      <dsp:txXfrm>
        <a:off x="7729298" y="1572248"/>
        <a:ext cx="1064389" cy="532194"/>
      </dsp:txXfrm>
    </dsp:sp>
    <dsp:sp modelId="{8418CE30-52BF-47D0-A987-FB5D90AB01CA}">
      <dsp:nvSpPr>
        <dsp:cNvPr id="0" name=""/>
        <dsp:cNvSpPr/>
      </dsp:nvSpPr>
      <dsp:spPr>
        <a:xfrm>
          <a:off x="7995395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Via Credit Card</a:t>
          </a:r>
          <a:endParaRPr lang="en-PK" sz="1500" kern="1200" dirty="0"/>
        </a:p>
      </dsp:txBody>
      <dsp:txXfrm>
        <a:off x="7995395" y="2327965"/>
        <a:ext cx="1064389" cy="532194"/>
      </dsp:txXfrm>
    </dsp:sp>
    <dsp:sp modelId="{8FBA0D79-66A8-43CB-B163-1940B80DFCA3}">
      <dsp:nvSpPr>
        <dsp:cNvPr id="0" name=""/>
        <dsp:cNvSpPr/>
      </dsp:nvSpPr>
      <dsp:spPr>
        <a:xfrm>
          <a:off x="7995395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Cash on Delivery</a:t>
          </a:r>
          <a:endParaRPr lang="en-PK" sz="1500" kern="1200" dirty="0"/>
        </a:p>
      </dsp:txBody>
      <dsp:txXfrm>
        <a:off x="7995395" y="3083681"/>
        <a:ext cx="1064389" cy="532194"/>
      </dsp:txXfrm>
    </dsp:sp>
    <dsp:sp modelId="{3348A328-C2BA-438D-AC0A-661B41982E0D}">
      <dsp:nvSpPr>
        <dsp:cNvPr id="0" name=""/>
        <dsp:cNvSpPr/>
      </dsp:nvSpPr>
      <dsp:spPr>
        <a:xfrm>
          <a:off x="9017209" y="1572248"/>
          <a:ext cx="1064389" cy="5321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Shipping</a:t>
          </a:r>
          <a:endParaRPr lang="en-PK" sz="1500" kern="1200" dirty="0"/>
        </a:p>
      </dsp:txBody>
      <dsp:txXfrm>
        <a:off x="9017209" y="1572248"/>
        <a:ext cx="1064389" cy="532194"/>
      </dsp:txXfrm>
    </dsp:sp>
    <dsp:sp modelId="{2F94B609-E7D3-453D-B8CE-6674D89E985D}">
      <dsp:nvSpPr>
        <dsp:cNvPr id="0" name=""/>
        <dsp:cNvSpPr/>
      </dsp:nvSpPr>
      <dsp:spPr>
        <a:xfrm>
          <a:off x="9283306" y="2327965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Update Address</a:t>
          </a:r>
          <a:endParaRPr lang="en-PK" sz="1500" kern="1200" dirty="0"/>
        </a:p>
      </dsp:txBody>
      <dsp:txXfrm>
        <a:off x="9283306" y="2327965"/>
        <a:ext cx="1064389" cy="532194"/>
      </dsp:txXfrm>
    </dsp:sp>
    <dsp:sp modelId="{F48A8D07-2BC4-4D0D-A344-DF9005A8E1EE}">
      <dsp:nvSpPr>
        <dsp:cNvPr id="0" name=""/>
        <dsp:cNvSpPr/>
      </dsp:nvSpPr>
      <dsp:spPr>
        <a:xfrm>
          <a:off x="9283306" y="3083681"/>
          <a:ext cx="1064389" cy="53219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Track Shipment</a:t>
          </a:r>
          <a:endParaRPr lang="en-PK" sz="1500" kern="1200" dirty="0"/>
        </a:p>
      </dsp:txBody>
      <dsp:txXfrm>
        <a:off x="9283306" y="3083681"/>
        <a:ext cx="1064389" cy="5321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A4B88-4F91-4B44-A2C4-F3A242338B55}">
      <dsp:nvSpPr>
        <dsp:cNvPr id="0" name=""/>
        <dsp:cNvSpPr/>
      </dsp:nvSpPr>
      <dsp:spPr>
        <a:xfrm>
          <a:off x="9088495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1AEFFC-42E0-436C-B1FC-BC065BA95962}">
      <dsp:nvSpPr>
        <dsp:cNvPr id="0" name=""/>
        <dsp:cNvSpPr/>
      </dsp:nvSpPr>
      <dsp:spPr>
        <a:xfrm>
          <a:off x="9088495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389339-5653-4365-8F23-CC29C1B40493}">
      <dsp:nvSpPr>
        <dsp:cNvPr id="0" name=""/>
        <dsp:cNvSpPr/>
      </dsp:nvSpPr>
      <dsp:spPr>
        <a:xfrm>
          <a:off x="5042899" y="528510"/>
          <a:ext cx="4467560" cy="2215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765"/>
              </a:lnTo>
              <a:lnTo>
                <a:pt x="4467560" y="110765"/>
              </a:lnTo>
              <a:lnTo>
                <a:pt x="4467560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121BE8-CA82-44A7-BA3A-6D9C27F4D0A3}">
      <dsp:nvSpPr>
        <dsp:cNvPr id="0" name=""/>
        <dsp:cNvSpPr/>
      </dsp:nvSpPr>
      <dsp:spPr>
        <a:xfrm>
          <a:off x="7812049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0F2C3E-A3B0-4B87-BD15-275E6A0D8CCE}">
      <dsp:nvSpPr>
        <dsp:cNvPr id="0" name=""/>
        <dsp:cNvSpPr/>
      </dsp:nvSpPr>
      <dsp:spPr>
        <a:xfrm>
          <a:off x="7812049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5DC93-5EBA-41DE-AA32-FC56EFAB6E92}">
      <dsp:nvSpPr>
        <dsp:cNvPr id="0" name=""/>
        <dsp:cNvSpPr/>
      </dsp:nvSpPr>
      <dsp:spPr>
        <a:xfrm>
          <a:off x="5042899" y="528510"/>
          <a:ext cx="3191114" cy="2215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765"/>
              </a:lnTo>
              <a:lnTo>
                <a:pt x="3191114" y="110765"/>
              </a:lnTo>
              <a:lnTo>
                <a:pt x="3191114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78BD42-B405-4E19-BAFF-C1F41FD82687}">
      <dsp:nvSpPr>
        <dsp:cNvPr id="0" name=""/>
        <dsp:cNvSpPr/>
      </dsp:nvSpPr>
      <dsp:spPr>
        <a:xfrm>
          <a:off x="6535603" y="1277499"/>
          <a:ext cx="158237" cy="198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3238"/>
              </a:lnTo>
              <a:lnTo>
                <a:pt x="158237" y="198323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08C3C-A4B7-4441-A2A1-C21B7776C954}">
      <dsp:nvSpPr>
        <dsp:cNvPr id="0" name=""/>
        <dsp:cNvSpPr/>
      </dsp:nvSpPr>
      <dsp:spPr>
        <a:xfrm>
          <a:off x="6535603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AFF68-EBAF-48F8-9BFA-C121591EF353}">
      <dsp:nvSpPr>
        <dsp:cNvPr id="0" name=""/>
        <dsp:cNvSpPr/>
      </dsp:nvSpPr>
      <dsp:spPr>
        <a:xfrm>
          <a:off x="6535603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EF53CA-65A0-4546-938F-8CFF182923EA}">
      <dsp:nvSpPr>
        <dsp:cNvPr id="0" name=""/>
        <dsp:cNvSpPr/>
      </dsp:nvSpPr>
      <dsp:spPr>
        <a:xfrm>
          <a:off x="5042899" y="528510"/>
          <a:ext cx="1914668" cy="2215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765"/>
              </a:lnTo>
              <a:lnTo>
                <a:pt x="1914668" y="110765"/>
              </a:lnTo>
              <a:lnTo>
                <a:pt x="1914668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DC7429-D392-4B64-8E58-76EAD2E58BA0}">
      <dsp:nvSpPr>
        <dsp:cNvPr id="0" name=""/>
        <dsp:cNvSpPr/>
      </dsp:nvSpPr>
      <dsp:spPr>
        <a:xfrm>
          <a:off x="5259157" y="1277499"/>
          <a:ext cx="158237" cy="198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3238"/>
              </a:lnTo>
              <a:lnTo>
                <a:pt x="158237" y="198323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A45C0-5E4A-4138-863B-CC9DE2E73634}">
      <dsp:nvSpPr>
        <dsp:cNvPr id="0" name=""/>
        <dsp:cNvSpPr/>
      </dsp:nvSpPr>
      <dsp:spPr>
        <a:xfrm>
          <a:off x="5259157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57B4E9-F115-4A4E-9939-8593E8751A6A}">
      <dsp:nvSpPr>
        <dsp:cNvPr id="0" name=""/>
        <dsp:cNvSpPr/>
      </dsp:nvSpPr>
      <dsp:spPr>
        <a:xfrm>
          <a:off x="5259157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BF7221-E1BD-4B37-AA6E-BB3FBB35430E}">
      <dsp:nvSpPr>
        <dsp:cNvPr id="0" name=""/>
        <dsp:cNvSpPr/>
      </dsp:nvSpPr>
      <dsp:spPr>
        <a:xfrm>
          <a:off x="5042899" y="528510"/>
          <a:ext cx="638222" cy="2215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765"/>
              </a:lnTo>
              <a:lnTo>
                <a:pt x="638222" y="110765"/>
              </a:lnTo>
              <a:lnTo>
                <a:pt x="638222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603335-9B10-4E57-8110-DEB470810325}">
      <dsp:nvSpPr>
        <dsp:cNvPr id="0" name=""/>
        <dsp:cNvSpPr/>
      </dsp:nvSpPr>
      <dsp:spPr>
        <a:xfrm>
          <a:off x="3982711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224422-F569-403F-8CD0-195B946CBF05}">
      <dsp:nvSpPr>
        <dsp:cNvPr id="0" name=""/>
        <dsp:cNvSpPr/>
      </dsp:nvSpPr>
      <dsp:spPr>
        <a:xfrm>
          <a:off x="3982711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504024-F917-44C2-AAF7-F31A035BEBC4}">
      <dsp:nvSpPr>
        <dsp:cNvPr id="0" name=""/>
        <dsp:cNvSpPr/>
      </dsp:nvSpPr>
      <dsp:spPr>
        <a:xfrm>
          <a:off x="4404676" y="528510"/>
          <a:ext cx="638222" cy="221531"/>
        </a:xfrm>
        <a:custGeom>
          <a:avLst/>
          <a:gdLst/>
          <a:ahLst/>
          <a:cxnLst/>
          <a:rect l="0" t="0" r="0" b="0"/>
          <a:pathLst>
            <a:path>
              <a:moveTo>
                <a:pt x="638222" y="0"/>
              </a:moveTo>
              <a:lnTo>
                <a:pt x="638222" y="110765"/>
              </a:lnTo>
              <a:lnTo>
                <a:pt x="0" y="110765"/>
              </a:lnTo>
              <a:lnTo>
                <a:pt x="0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90DECD-ED79-492B-B11E-82D124CF77DD}">
      <dsp:nvSpPr>
        <dsp:cNvPr id="0" name=""/>
        <dsp:cNvSpPr/>
      </dsp:nvSpPr>
      <dsp:spPr>
        <a:xfrm>
          <a:off x="2706265" y="1277499"/>
          <a:ext cx="158237" cy="198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3238"/>
              </a:lnTo>
              <a:lnTo>
                <a:pt x="158237" y="198323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8EAA10-8F35-4682-9071-75F58275BC76}">
      <dsp:nvSpPr>
        <dsp:cNvPr id="0" name=""/>
        <dsp:cNvSpPr/>
      </dsp:nvSpPr>
      <dsp:spPr>
        <a:xfrm>
          <a:off x="2706265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0EBDD9-D559-45FE-9D0A-6294EC43659B}">
      <dsp:nvSpPr>
        <dsp:cNvPr id="0" name=""/>
        <dsp:cNvSpPr/>
      </dsp:nvSpPr>
      <dsp:spPr>
        <a:xfrm>
          <a:off x="2706265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26305-849B-4855-BBCE-247534EC48D7}">
      <dsp:nvSpPr>
        <dsp:cNvPr id="0" name=""/>
        <dsp:cNvSpPr/>
      </dsp:nvSpPr>
      <dsp:spPr>
        <a:xfrm>
          <a:off x="3128230" y="528510"/>
          <a:ext cx="1914668" cy="221531"/>
        </a:xfrm>
        <a:custGeom>
          <a:avLst/>
          <a:gdLst/>
          <a:ahLst/>
          <a:cxnLst/>
          <a:rect l="0" t="0" r="0" b="0"/>
          <a:pathLst>
            <a:path>
              <a:moveTo>
                <a:pt x="1914668" y="0"/>
              </a:moveTo>
              <a:lnTo>
                <a:pt x="1914668" y="110765"/>
              </a:lnTo>
              <a:lnTo>
                <a:pt x="0" y="110765"/>
              </a:lnTo>
              <a:lnTo>
                <a:pt x="0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31EB45-45E5-49BD-AC0C-3AAD34A1334D}">
      <dsp:nvSpPr>
        <dsp:cNvPr id="0" name=""/>
        <dsp:cNvSpPr/>
      </dsp:nvSpPr>
      <dsp:spPr>
        <a:xfrm>
          <a:off x="1429819" y="1277499"/>
          <a:ext cx="158237" cy="1983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83238"/>
              </a:lnTo>
              <a:lnTo>
                <a:pt x="158237" y="1983238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A15B8B-D540-4FD0-9EB0-9D174337262E}">
      <dsp:nvSpPr>
        <dsp:cNvPr id="0" name=""/>
        <dsp:cNvSpPr/>
      </dsp:nvSpPr>
      <dsp:spPr>
        <a:xfrm>
          <a:off x="1429819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53781B-CD9A-4478-80DB-A28AF20E07ED}">
      <dsp:nvSpPr>
        <dsp:cNvPr id="0" name=""/>
        <dsp:cNvSpPr/>
      </dsp:nvSpPr>
      <dsp:spPr>
        <a:xfrm>
          <a:off x="1429819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2DCEDB-DE8B-4DED-ABC1-DC869A74ECE4}">
      <dsp:nvSpPr>
        <dsp:cNvPr id="0" name=""/>
        <dsp:cNvSpPr/>
      </dsp:nvSpPr>
      <dsp:spPr>
        <a:xfrm>
          <a:off x="1851784" y="528510"/>
          <a:ext cx="3191114" cy="221531"/>
        </a:xfrm>
        <a:custGeom>
          <a:avLst/>
          <a:gdLst/>
          <a:ahLst/>
          <a:cxnLst/>
          <a:rect l="0" t="0" r="0" b="0"/>
          <a:pathLst>
            <a:path>
              <a:moveTo>
                <a:pt x="3191114" y="0"/>
              </a:moveTo>
              <a:lnTo>
                <a:pt x="3191114" y="110765"/>
              </a:lnTo>
              <a:lnTo>
                <a:pt x="0" y="110765"/>
              </a:lnTo>
              <a:lnTo>
                <a:pt x="0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80121-C5C6-4B1E-9026-0E6E499AD119}">
      <dsp:nvSpPr>
        <dsp:cNvPr id="0" name=""/>
        <dsp:cNvSpPr/>
      </dsp:nvSpPr>
      <dsp:spPr>
        <a:xfrm>
          <a:off x="153373" y="1277499"/>
          <a:ext cx="158237" cy="1234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4249"/>
              </a:lnTo>
              <a:lnTo>
                <a:pt x="158237" y="123424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F3561C-936D-4FB5-852C-693FD2210824}">
      <dsp:nvSpPr>
        <dsp:cNvPr id="0" name=""/>
        <dsp:cNvSpPr/>
      </dsp:nvSpPr>
      <dsp:spPr>
        <a:xfrm>
          <a:off x="153373" y="1277499"/>
          <a:ext cx="158237" cy="4852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85260"/>
              </a:lnTo>
              <a:lnTo>
                <a:pt x="158237" y="48526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A2437C-4904-47BE-BCF7-94EF7EBAFC6D}">
      <dsp:nvSpPr>
        <dsp:cNvPr id="0" name=""/>
        <dsp:cNvSpPr/>
      </dsp:nvSpPr>
      <dsp:spPr>
        <a:xfrm>
          <a:off x="575338" y="528510"/>
          <a:ext cx="4467560" cy="221531"/>
        </a:xfrm>
        <a:custGeom>
          <a:avLst/>
          <a:gdLst/>
          <a:ahLst/>
          <a:cxnLst/>
          <a:rect l="0" t="0" r="0" b="0"/>
          <a:pathLst>
            <a:path>
              <a:moveTo>
                <a:pt x="4467560" y="0"/>
              </a:moveTo>
              <a:lnTo>
                <a:pt x="4467560" y="110765"/>
              </a:lnTo>
              <a:lnTo>
                <a:pt x="0" y="110765"/>
              </a:lnTo>
              <a:lnTo>
                <a:pt x="0" y="22153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36BEA8-32DC-41C8-9871-BF2CE87B91C1}">
      <dsp:nvSpPr>
        <dsp:cNvPr id="0" name=""/>
        <dsp:cNvSpPr/>
      </dsp:nvSpPr>
      <dsp:spPr>
        <a:xfrm>
          <a:off x="4515442" y="1053"/>
          <a:ext cx="1054914" cy="5274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PakWheels</a:t>
          </a:r>
          <a:r>
            <a:rPr lang="en-US" sz="1400" kern="1200" dirty="0"/>
            <a:t> Auto-shop</a:t>
          </a:r>
          <a:endParaRPr lang="en-PK" sz="1400" kern="1200" dirty="0"/>
        </a:p>
      </dsp:txBody>
      <dsp:txXfrm>
        <a:off x="4515442" y="1053"/>
        <a:ext cx="1054914" cy="527457"/>
      </dsp:txXfrm>
    </dsp:sp>
    <dsp:sp modelId="{BED5B6A0-7E12-48A3-9C35-D76C20A5026F}">
      <dsp:nvSpPr>
        <dsp:cNvPr id="0" name=""/>
        <dsp:cNvSpPr/>
      </dsp:nvSpPr>
      <dsp:spPr>
        <a:xfrm>
          <a:off x="47881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Register</a:t>
          </a:r>
          <a:endParaRPr lang="en-PK" sz="1400" kern="1200" dirty="0"/>
        </a:p>
      </dsp:txBody>
      <dsp:txXfrm>
        <a:off x="47881" y="750042"/>
        <a:ext cx="1054914" cy="527457"/>
      </dsp:txXfrm>
    </dsp:sp>
    <dsp:sp modelId="{69A938E9-8198-4FB1-BC8F-FEF1323413B5}">
      <dsp:nvSpPr>
        <dsp:cNvPr id="0" name=""/>
        <dsp:cNvSpPr/>
      </dsp:nvSpPr>
      <dsp:spPr>
        <a:xfrm>
          <a:off x="311610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Vendor</a:t>
          </a:r>
          <a:endParaRPr lang="en-PK" sz="1400" kern="1200" dirty="0"/>
        </a:p>
      </dsp:txBody>
      <dsp:txXfrm>
        <a:off x="311610" y="1499031"/>
        <a:ext cx="1054914" cy="527457"/>
      </dsp:txXfrm>
    </dsp:sp>
    <dsp:sp modelId="{154BFB8B-BBBB-4869-8D87-22A5A0235FEA}">
      <dsp:nvSpPr>
        <dsp:cNvPr id="0" name=""/>
        <dsp:cNvSpPr/>
      </dsp:nvSpPr>
      <dsp:spPr>
        <a:xfrm>
          <a:off x="311610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</a:t>
          </a:r>
          <a:endParaRPr lang="en-PK" sz="1400" kern="1200" dirty="0"/>
        </a:p>
      </dsp:txBody>
      <dsp:txXfrm>
        <a:off x="311610" y="2248020"/>
        <a:ext cx="1054914" cy="527457"/>
      </dsp:txXfrm>
    </dsp:sp>
    <dsp:sp modelId="{DA165373-2059-41E5-ABDC-EA98C393A8F8}">
      <dsp:nvSpPr>
        <dsp:cNvPr id="0" name=""/>
        <dsp:cNvSpPr/>
      </dsp:nvSpPr>
      <dsp:spPr>
        <a:xfrm>
          <a:off x="1324327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Login</a:t>
          </a:r>
          <a:endParaRPr lang="en-PK" sz="1400" kern="1200" dirty="0"/>
        </a:p>
      </dsp:txBody>
      <dsp:txXfrm>
        <a:off x="1324327" y="750042"/>
        <a:ext cx="1054914" cy="527457"/>
      </dsp:txXfrm>
    </dsp:sp>
    <dsp:sp modelId="{A957EDD8-0578-4251-98E0-6183F62C42C0}">
      <dsp:nvSpPr>
        <dsp:cNvPr id="0" name=""/>
        <dsp:cNvSpPr/>
      </dsp:nvSpPr>
      <dsp:spPr>
        <a:xfrm>
          <a:off x="1588056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Vendor</a:t>
          </a:r>
          <a:endParaRPr lang="en-PK" sz="1400" kern="1200" dirty="0"/>
        </a:p>
      </dsp:txBody>
      <dsp:txXfrm>
        <a:off x="1588056" y="1499031"/>
        <a:ext cx="1054914" cy="527457"/>
      </dsp:txXfrm>
    </dsp:sp>
    <dsp:sp modelId="{955C611C-35A5-4159-9A5D-1510AAD51E8A}">
      <dsp:nvSpPr>
        <dsp:cNvPr id="0" name=""/>
        <dsp:cNvSpPr/>
      </dsp:nvSpPr>
      <dsp:spPr>
        <a:xfrm>
          <a:off x="1588056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</a:t>
          </a:r>
          <a:endParaRPr lang="en-PK" sz="1400" kern="1200" dirty="0"/>
        </a:p>
      </dsp:txBody>
      <dsp:txXfrm>
        <a:off x="1588056" y="2248020"/>
        <a:ext cx="1054914" cy="527457"/>
      </dsp:txXfrm>
    </dsp:sp>
    <dsp:sp modelId="{0E6794E4-2422-4377-9423-5F02511FA0D9}">
      <dsp:nvSpPr>
        <dsp:cNvPr id="0" name=""/>
        <dsp:cNvSpPr/>
      </dsp:nvSpPr>
      <dsp:spPr>
        <a:xfrm>
          <a:off x="1588056" y="2997009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Guest</a:t>
          </a:r>
          <a:endParaRPr lang="en-PK" sz="1400" kern="1200" dirty="0"/>
        </a:p>
      </dsp:txBody>
      <dsp:txXfrm>
        <a:off x="1588056" y="2997009"/>
        <a:ext cx="1054914" cy="527457"/>
      </dsp:txXfrm>
    </dsp:sp>
    <dsp:sp modelId="{71BD1725-0DAE-4CED-AAB2-944268F512B2}">
      <dsp:nvSpPr>
        <dsp:cNvPr id="0" name=""/>
        <dsp:cNvSpPr/>
      </dsp:nvSpPr>
      <dsp:spPr>
        <a:xfrm>
          <a:off x="2600773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Browse</a:t>
          </a:r>
          <a:endParaRPr lang="en-PK" sz="1400" kern="1200" dirty="0"/>
        </a:p>
      </dsp:txBody>
      <dsp:txXfrm>
        <a:off x="2600773" y="750042"/>
        <a:ext cx="1054914" cy="527457"/>
      </dsp:txXfrm>
    </dsp:sp>
    <dsp:sp modelId="{A0B0728F-8B06-49D0-8939-E44AF610FB47}">
      <dsp:nvSpPr>
        <dsp:cNvPr id="0" name=""/>
        <dsp:cNvSpPr/>
      </dsp:nvSpPr>
      <dsp:spPr>
        <a:xfrm>
          <a:off x="2864502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By Type</a:t>
          </a:r>
          <a:endParaRPr lang="en-PK" sz="1400" kern="1200" dirty="0"/>
        </a:p>
      </dsp:txBody>
      <dsp:txXfrm>
        <a:off x="2864502" y="1499031"/>
        <a:ext cx="1054914" cy="527457"/>
      </dsp:txXfrm>
    </dsp:sp>
    <dsp:sp modelId="{B1D9806C-75DC-4EA7-85DA-F4BF8261CD1A}">
      <dsp:nvSpPr>
        <dsp:cNvPr id="0" name=""/>
        <dsp:cNvSpPr/>
      </dsp:nvSpPr>
      <dsp:spPr>
        <a:xfrm>
          <a:off x="2864502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By Vendor</a:t>
          </a:r>
          <a:endParaRPr lang="en-PK" sz="1400" kern="1200" dirty="0"/>
        </a:p>
      </dsp:txBody>
      <dsp:txXfrm>
        <a:off x="2864502" y="2248020"/>
        <a:ext cx="1054914" cy="527457"/>
      </dsp:txXfrm>
    </dsp:sp>
    <dsp:sp modelId="{30DA77A3-E23C-49FB-9553-89DD162F8D1D}">
      <dsp:nvSpPr>
        <dsp:cNvPr id="0" name=""/>
        <dsp:cNvSpPr/>
      </dsp:nvSpPr>
      <dsp:spPr>
        <a:xfrm>
          <a:off x="2864502" y="2997009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Pagination</a:t>
          </a:r>
          <a:endParaRPr lang="en-PK" sz="1400" kern="1200" dirty="0"/>
        </a:p>
      </dsp:txBody>
      <dsp:txXfrm>
        <a:off x="2864502" y="2997009"/>
        <a:ext cx="1054914" cy="527457"/>
      </dsp:txXfrm>
    </dsp:sp>
    <dsp:sp modelId="{BF144789-9BB3-4C65-A321-29C88D438B84}">
      <dsp:nvSpPr>
        <dsp:cNvPr id="0" name=""/>
        <dsp:cNvSpPr/>
      </dsp:nvSpPr>
      <dsp:spPr>
        <a:xfrm>
          <a:off x="3877219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Search</a:t>
          </a:r>
          <a:endParaRPr lang="en-PK" sz="1400" kern="1200" dirty="0"/>
        </a:p>
      </dsp:txBody>
      <dsp:txXfrm>
        <a:off x="3877219" y="750042"/>
        <a:ext cx="1054914" cy="527457"/>
      </dsp:txXfrm>
    </dsp:sp>
    <dsp:sp modelId="{B1C88AB5-21A4-4768-8838-356F6519318A}">
      <dsp:nvSpPr>
        <dsp:cNvPr id="0" name=""/>
        <dsp:cNvSpPr/>
      </dsp:nvSpPr>
      <dsp:spPr>
        <a:xfrm>
          <a:off x="4140948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Filter</a:t>
          </a:r>
          <a:endParaRPr lang="en-PK" sz="1400" kern="1200" dirty="0"/>
        </a:p>
      </dsp:txBody>
      <dsp:txXfrm>
        <a:off x="4140948" y="1499031"/>
        <a:ext cx="1054914" cy="527457"/>
      </dsp:txXfrm>
    </dsp:sp>
    <dsp:sp modelId="{39F7877B-283B-40D4-B4FC-8C2F3CECE7E3}">
      <dsp:nvSpPr>
        <dsp:cNvPr id="0" name=""/>
        <dsp:cNvSpPr/>
      </dsp:nvSpPr>
      <dsp:spPr>
        <a:xfrm>
          <a:off x="4140948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Sort</a:t>
          </a:r>
          <a:endParaRPr lang="en-PK" sz="1400" kern="1200" dirty="0"/>
        </a:p>
      </dsp:txBody>
      <dsp:txXfrm>
        <a:off x="4140948" y="2248020"/>
        <a:ext cx="1054914" cy="527457"/>
      </dsp:txXfrm>
    </dsp:sp>
    <dsp:sp modelId="{6219AD27-19B8-4BD8-8992-C7B490BA3006}">
      <dsp:nvSpPr>
        <dsp:cNvPr id="0" name=""/>
        <dsp:cNvSpPr/>
      </dsp:nvSpPr>
      <dsp:spPr>
        <a:xfrm>
          <a:off x="5153665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</a:t>
          </a:r>
          <a:endParaRPr lang="en-PK" sz="1400" kern="1200" dirty="0"/>
        </a:p>
      </dsp:txBody>
      <dsp:txXfrm>
        <a:off x="5153665" y="750042"/>
        <a:ext cx="1054914" cy="527457"/>
      </dsp:txXfrm>
    </dsp:sp>
    <dsp:sp modelId="{6BC8494A-F667-42E4-B75C-60BAA9E9CBCC}">
      <dsp:nvSpPr>
        <dsp:cNvPr id="0" name=""/>
        <dsp:cNvSpPr/>
      </dsp:nvSpPr>
      <dsp:spPr>
        <a:xfrm>
          <a:off x="5417394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Item</a:t>
          </a:r>
          <a:endParaRPr lang="en-PK" sz="1400" kern="1200" dirty="0"/>
        </a:p>
      </dsp:txBody>
      <dsp:txXfrm>
        <a:off x="5417394" y="1499031"/>
        <a:ext cx="1054914" cy="527457"/>
      </dsp:txXfrm>
    </dsp:sp>
    <dsp:sp modelId="{3BE2E796-2EF9-4189-BC6B-6D6F8A3CF7F5}">
      <dsp:nvSpPr>
        <dsp:cNvPr id="0" name=""/>
        <dsp:cNvSpPr/>
      </dsp:nvSpPr>
      <dsp:spPr>
        <a:xfrm>
          <a:off x="5417394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 Detail</a:t>
          </a:r>
          <a:endParaRPr lang="en-PK" sz="1400" kern="1200" dirty="0"/>
        </a:p>
      </dsp:txBody>
      <dsp:txXfrm>
        <a:off x="5417394" y="2248020"/>
        <a:ext cx="1054914" cy="527457"/>
      </dsp:txXfrm>
    </dsp:sp>
    <dsp:sp modelId="{ECDC5801-CD15-4276-BC01-57C157E59C42}">
      <dsp:nvSpPr>
        <dsp:cNvPr id="0" name=""/>
        <dsp:cNvSpPr/>
      </dsp:nvSpPr>
      <dsp:spPr>
        <a:xfrm>
          <a:off x="5417394" y="2997009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Delete Unavailable</a:t>
          </a:r>
          <a:endParaRPr lang="en-PK" sz="1400" kern="1200" dirty="0"/>
        </a:p>
      </dsp:txBody>
      <dsp:txXfrm>
        <a:off x="5417394" y="2997009"/>
        <a:ext cx="1054914" cy="527457"/>
      </dsp:txXfrm>
    </dsp:sp>
    <dsp:sp modelId="{147ED431-04BD-4C0E-ACCE-768E19B4225E}">
      <dsp:nvSpPr>
        <dsp:cNvPr id="0" name=""/>
        <dsp:cNvSpPr/>
      </dsp:nvSpPr>
      <dsp:spPr>
        <a:xfrm>
          <a:off x="6430111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Cart Management</a:t>
          </a:r>
          <a:endParaRPr lang="en-PK" sz="1400" kern="1200" dirty="0"/>
        </a:p>
      </dsp:txBody>
      <dsp:txXfrm>
        <a:off x="6430111" y="750042"/>
        <a:ext cx="1054914" cy="527457"/>
      </dsp:txXfrm>
    </dsp:sp>
    <dsp:sp modelId="{6356787F-7915-43AB-9CD7-7F8018502AAD}">
      <dsp:nvSpPr>
        <dsp:cNvPr id="0" name=""/>
        <dsp:cNvSpPr/>
      </dsp:nvSpPr>
      <dsp:spPr>
        <a:xfrm>
          <a:off x="6693840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Add to Cart</a:t>
          </a:r>
          <a:endParaRPr lang="en-PK" sz="1400" kern="1200" dirty="0"/>
        </a:p>
      </dsp:txBody>
      <dsp:txXfrm>
        <a:off x="6693840" y="1499031"/>
        <a:ext cx="1054914" cy="527457"/>
      </dsp:txXfrm>
    </dsp:sp>
    <dsp:sp modelId="{EF230A45-B685-437F-B1E0-D54C31AC4495}">
      <dsp:nvSpPr>
        <dsp:cNvPr id="0" name=""/>
        <dsp:cNvSpPr/>
      </dsp:nvSpPr>
      <dsp:spPr>
        <a:xfrm>
          <a:off x="6693840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Remove from Cart</a:t>
          </a:r>
          <a:endParaRPr lang="en-PK" sz="1400" kern="1200" dirty="0"/>
        </a:p>
      </dsp:txBody>
      <dsp:txXfrm>
        <a:off x="6693840" y="2248020"/>
        <a:ext cx="1054914" cy="527457"/>
      </dsp:txXfrm>
    </dsp:sp>
    <dsp:sp modelId="{8E5A367B-D7B1-46B1-A78E-E05D99436D22}">
      <dsp:nvSpPr>
        <dsp:cNvPr id="0" name=""/>
        <dsp:cNvSpPr/>
      </dsp:nvSpPr>
      <dsp:spPr>
        <a:xfrm>
          <a:off x="6693840" y="2997009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Notify when Available</a:t>
          </a:r>
          <a:endParaRPr lang="en-PK" sz="1400" kern="1200" dirty="0"/>
        </a:p>
      </dsp:txBody>
      <dsp:txXfrm>
        <a:off x="6693840" y="2997009"/>
        <a:ext cx="1054914" cy="527457"/>
      </dsp:txXfrm>
    </dsp:sp>
    <dsp:sp modelId="{1FC6F8FF-CA2F-4CD5-AC48-5C735703C216}">
      <dsp:nvSpPr>
        <dsp:cNvPr id="0" name=""/>
        <dsp:cNvSpPr/>
      </dsp:nvSpPr>
      <dsp:spPr>
        <a:xfrm>
          <a:off x="7706557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Payments</a:t>
          </a:r>
          <a:endParaRPr lang="en-PK" sz="1400" kern="1200" dirty="0"/>
        </a:p>
      </dsp:txBody>
      <dsp:txXfrm>
        <a:off x="7706557" y="750042"/>
        <a:ext cx="1054914" cy="527457"/>
      </dsp:txXfrm>
    </dsp:sp>
    <dsp:sp modelId="{8418CE30-52BF-47D0-A987-FB5D90AB01CA}">
      <dsp:nvSpPr>
        <dsp:cNvPr id="0" name=""/>
        <dsp:cNvSpPr/>
      </dsp:nvSpPr>
      <dsp:spPr>
        <a:xfrm>
          <a:off x="7970286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Via Credit Card</a:t>
          </a:r>
          <a:endParaRPr lang="en-PK" sz="1400" kern="1200" dirty="0"/>
        </a:p>
      </dsp:txBody>
      <dsp:txXfrm>
        <a:off x="7970286" y="1499031"/>
        <a:ext cx="1054914" cy="527457"/>
      </dsp:txXfrm>
    </dsp:sp>
    <dsp:sp modelId="{8FBA0D79-66A8-43CB-B163-1940B80DFCA3}">
      <dsp:nvSpPr>
        <dsp:cNvPr id="0" name=""/>
        <dsp:cNvSpPr/>
      </dsp:nvSpPr>
      <dsp:spPr>
        <a:xfrm>
          <a:off x="7970286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Cash on Delivery</a:t>
          </a:r>
          <a:endParaRPr lang="en-PK" sz="1400" kern="1200" dirty="0"/>
        </a:p>
      </dsp:txBody>
      <dsp:txXfrm>
        <a:off x="7970286" y="2248020"/>
        <a:ext cx="1054914" cy="527457"/>
      </dsp:txXfrm>
    </dsp:sp>
    <dsp:sp modelId="{3348A328-C2BA-438D-AC0A-661B41982E0D}">
      <dsp:nvSpPr>
        <dsp:cNvPr id="0" name=""/>
        <dsp:cNvSpPr/>
      </dsp:nvSpPr>
      <dsp:spPr>
        <a:xfrm>
          <a:off x="8983003" y="750042"/>
          <a:ext cx="1054914" cy="52745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Shipping</a:t>
          </a:r>
          <a:endParaRPr lang="en-PK" sz="1400" kern="1200" dirty="0"/>
        </a:p>
      </dsp:txBody>
      <dsp:txXfrm>
        <a:off x="8983003" y="750042"/>
        <a:ext cx="1054914" cy="527457"/>
      </dsp:txXfrm>
    </dsp:sp>
    <dsp:sp modelId="{2F94B609-E7D3-453D-B8CE-6674D89E985D}">
      <dsp:nvSpPr>
        <dsp:cNvPr id="0" name=""/>
        <dsp:cNvSpPr/>
      </dsp:nvSpPr>
      <dsp:spPr>
        <a:xfrm>
          <a:off x="9246732" y="1499031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Update Address</a:t>
          </a:r>
          <a:endParaRPr lang="en-PK" sz="1400" kern="1200" dirty="0"/>
        </a:p>
      </dsp:txBody>
      <dsp:txXfrm>
        <a:off x="9246732" y="1499031"/>
        <a:ext cx="1054914" cy="527457"/>
      </dsp:txXfrm>
    </dsp:sp>
    <dsp:sp modelId="{F48A8D07-2BC4-4D0D-A344-DF9005A8E1EE}">
      <dsp:nvSpPr>
        <dsp:cNvPr id="0" name=""/>
        <dsp:cNvSpPr/>
      </dsp:nvSpPr>
      <dsp:spPr>
        <a:xfrm>
          <a:off x="9246732" y="2248020"/>
          <a:ext cx="1054914" cy="52745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Track Shipment</a:t>
          </a:r>
          <a:endParaRPr lang="en-PK" sz="1400" kern="1200" dirty="0"/>
        </a:p>
      </dsp:txBody>
      <dsp:txXfrm>
        <a:off x="9246732" y="2248020"/>
        <a:ext cx="1054914" cy="5274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CFEFF-F31C-059C-4E13-8EA37388C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9FAA0-1906-9F56-32BA-A71D3254D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5CAD3-5D3F-C59F-C405-371E856E3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EE22E-8D64-535B-5381-D1F52D5E2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1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C330-090F-486E-3F72-270903B3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E3690-AD90-4388-9FF9-9063C52CD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CEFD2-FEB0-F585-32AE-20653F7D9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0E574-5C23-B76B-9C1C-886717FB2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7902-E9E3-F0D2-1BF9-E59BC64D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C5D58-7CF3-C1D4-E5AA-B0FCE871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62105-2C10-60F3-B279-BD76D1820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Use Case is NOT an Object-oriented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A6E0-DFF2-D03C-09F1-DA3FDF79C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63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06CF-5AD5-DE71-CEB2-79BD6F6B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7EF73-76C4-129E-00FD-BBC2C6D94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73C49-EE56-CDA2-1234-7532E73DE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FF0B9-A1A2-49DB-1DD9-B0FBC575F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70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8D285-0D66-D3D9-F7C2-C3D11BCF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9D529-6E77-6BCA-E551-C314CF250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A685DE-B53C-043F-30AD-107535A9E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6AB8D-BA8B-EC48-E70E-588B41BF2A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59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C470-73A9-65BE-1A66-3DC13C35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2E2B7-1B44-53F5-B864-FE789AC94B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456A3-3C55-FE59-3FD0-AD9F12518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Association is also called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0A676-9A67-5B11-8611-7865AB82C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53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20F6-0B46-A4AB-30E7-8AB7E716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BA5F1-E203-ADC1-61A5-6C03F01AB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0021E-BFFE-7D75-419C-5688584A2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610A7-26A3-F751-8C79-34BB8A52F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5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3A64-ED01-07FA-02E1-CF8DF9B9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B6D7E-951F-CDE9-AF88-7865A5DD0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2B84D-3B54-A447-3FBB-4FB4B01AB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06DAF-0013-7DB2-73EC-001B5F182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41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3ED1-A74F-CF8C-2A62-EB25E9A3C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7F86F-0A79-A552-616A-0CA4417C1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C37EE-E7CD-E167-4566-B1775FB2AF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97734-0B68-C68D-1316-682FA2CE7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12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056DB-416F-E23E-CF8E-5CC17C874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7D838-24F3-AD56-1154-30893C055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5FCF5-A5F1-E10E-FDE9-FABF8D0F9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6FB6A-C109-28D8-5D93-7DE1C7F789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42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91F6-7F8D-20B4-AC21-51E0EF90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00EE8-EA65-9766-62FB-EF2D188C7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A6D5D-4969-B430-4227-B2EB30FA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CCA8D-1213-48A8-B39F-8B633641B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277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FAD5-D2E3-921B-C2E6-796667215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2AB21-072D-740C-67B6-7E960945D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C66B7-57CF-FFD8-339A-323536465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Include is basically extracting a function from a Use case to highlight its importance. This could be Calculate, Verify, Validate, Notify, etc.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6EBB-C257-629A-1A86-2CE4D93C8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00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C60D2-E98A-DB51-8468-DB45682A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FD326-C478-E7A5-42DF-6358E661A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BFD94-0660-A215-E0D3-361E9F17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NOTE! The direction of extend is from extended use case to its base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DE7F8-CCB9-B0E0-59FC-F2DF74789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20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B963-216B-F681-07D0-71E70E96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EC78E-5C98-AD1F-6DDA-14D8AC6A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F7F66-F88F-3840-5B39-31EC1C550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Include improves the organization of diagram. Extend improves scenario completeness.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71E5F-717F-B435-4C9D-961CD1B62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90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A97FB-4D82-B9F7-7E56-D0889DA2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A0684-FF93-5F7F-976C-138A81F93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57930-9EBD-CBA1-8791-02F5251B4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C0999-B0E4-3B3E-8610-1F3E8B7F8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13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5E6B-E012-D2B9-B8DA-EA2BDB09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BA6BA-7E55-477A-3AA6-0E02A1B73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2AA62-FAFE-9078-DAE3-785C61827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A89D9-61EE-A595-A3BD-8316EF94D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6245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8B6D4-C353-92DE-3C89-0E0FDA87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CB224-D2B4-6188-7CC6-FE77F68A4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5CD5A-9519-E619-E05D-DF0D5D1A4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A5B4D-90CA-DBA1-DD23-A6C9F1725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38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DF05-3412-F851-D1CE-F9BBC0B2E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5E311-BEC8-EDFF-61EE-D5D31C19B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1FB63-0A12-0DE2-9A2D-19A89F2ED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9DADA-480D-0A12-53A6-5A5C3B616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930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4A48-39A1-E3CD-0753-FAC04177F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E9FC0-43BF-6270-1DB5-E45335B1C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7077B-B6BE-2F2E-2B2D-64D585595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5A5C7F-274B-70B5-02BF-7EC7AE14F6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896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7C6B-34D2-FB40-8A10-1CB16826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14ECE-EE04-A088-68AC-093D180B5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38D80E-55CC-56D3-CDAF-59504BF4E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Collaboration diagrams are rarely used because the effort-to-value ration is not </a:t>
            </a:r>
            <a:r>
              <a:rPr lang="en-US" b="0"/>
              <a:t>worth it.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AF63-44E0-F12E-9535-0447C2CC3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99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Model-driven Software Engineering</a:t>
            </a:r>
          </a:p>
          <a:p>
            <a:r>
              <a:rPr lang="en-US" dirty="0"/>
              <a:t>UML</a:t>
            </a:r>
          </a:p>
          <a:p>
            <a:r>
              <a:rPr lang="en-US" dirty="0"/>
              <a:t>Use Case Model</a:t>
            </a:r>
          </a:p>
          <a:p>
            <a:r>
              <a:rPr lang="en-US" dirty="0"/>
              <a:t>Use Case Factoring</a:t>
            </a:r>
          </a:p>
          <a:p>
            <a:r>
              <a:rPr lang="en-US" dirty="0"/>
              <a:t>Descriptive Form of Use Case</a:t>
            </a:r>
          </a:p>
          <a:p>
            <a:r>
              <a:rPr lang="en-US" dirty="0"/>
              <a:t>Use Case Packaging</a:t>
            </a:r>
          </a:p>
          <a:p>
            <a:r>
              <a:rPr lang="en-US" dirty="0"/>
              <a:t>Interaction Modeling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C9BA-7D36-3768-E00A-FD39C959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2A4F4EF-15BB-317A-D61B-EE546CFD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6B04ABA-4A6E-A35F-DF2E-61EB840D6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4EDC82B-CC43-0ED1-8E26-73332CE2687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Model-Driven Software Engineering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A88DF40-F271-E406-DD6A-39C38E7FC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5970B8F-C44B-7892-244F-D7D525544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1E75D-E819-D7F7-BA24-BF088005B0E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77313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Traditional paradigm: engineers manually translate models into functional code.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MDSE: models are executable; Automated tools translate models directly into running code, reducing manual effort significantly.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1BE59-4E32-DA02-E8BC-8CECB726B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187" y="3004388"/>
            <a:ext cx="8331625" cy="354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83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20C4F-AC36-6A21-AC0E-60752558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E50428D-9B31-FD6D-4420-96BF9DCB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D6BA9F4-117C-AF7A-3B1F-BC2CD8A4A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75E8C63-FBBF-4F00-CDDB-7BFCA782C23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noProof="0" dirty="0">
                <a:solidFill>
                  <a:srgbClr val="FFFFFF"/>
                </a:solidFill>
                <a:latin typeface="Arial"/>
                <a:cs typeface="Arial"/>
              </a:rPr>
              <a:t>UML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3894EF-F9B9-3CC6-C0B1-BDE2895C2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F851976-A367-A716-FCDE-D2A8A66C2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GB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34A1C5-0B76-A6A1-0006-3187167B0A0E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73536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noProof="0" dirty="0"/>
              <a:t>UML diagrams define Structural and Behavioural perspectives of a software system.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78FA30E-116B-D4D4-9051-DD1B16535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4264406"/>
              </p:ext>
            </p:extLst>
          </p:nvPr>
        </p:nvGraphicFramePr>
        <p:xfrm>
          <a:off x="629920" y="2267948"/>
          <a:ext cx="5466080" cy="4209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68DB5EA-FA4D-2719-C477-9EB2CC6A7B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490526"/>
              </p:ext>
            </p:extLst>
          </p:nvPr>
        </p:nvGraphicFramePr>
        <p:xfrm>
          <a:off x="6096000" y="2267948"/>
          <a:ext cx="5466080" cy="42090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86071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D80-153C-1EEE-75DA-4E570DB2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74C8790-D137-675D-BEF7-2EC47695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89CB8D-2014-3C51-95B7-3DF2E85AE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21D6FF5-44DD-2B72-B5A9-A205F59F9D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828739-7F44-315A-C5A3-FB4609E1F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17E3E8A-8F3C-0992-926B-3CDAD932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898225-7AFE-C7B7-1970-E06CD28044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 Case Model is a functional modelling method.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Used to express high-level requirements graphically without revealing internal structure.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term Use Case is used in literal sense – the way in which users will use the software to perform a function.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It uses simple notations, thus making it easy for all stakeholders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39699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1C49-8D87-0A83-DB80-61AD5D5A8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F654894-ACC8-CF6E-F3D3-E685B0B32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C2A3A6-15F0-DBBB-61B9-8BE346292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4DBBDFA-6872-F0D2-52F1-1A3D5432FBA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E241AEC-8980-4448-0C01-C497D68D1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FBB5F74-433F-1F74-49D3-CA7DE955D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E25708-4904-B577-9C65-7924A17A824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create UC Model first; other models must follow 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WBS makes creating Use Case model easier.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Level 1 Use Case Diagram represents the whole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Each Use Case from Level 1 can be represented in a separate diagram.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49E1690-2C18-24E5-F72E-BE482BCF67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9157067"/>
              </p:ext>
            </p:extLst>
          </p:nvPr>
        </p:nvGraphicFramePr>
        <p:xfrm>
          <a:off x="6096000" y="1532587"/>
          <a:ext cx="5875616" cy="48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859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4EAF-8981-216D-6AC4-C0EAED70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CA52415-30B4-B8A0-CF39-EA9F672F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ABFF977-38CB-41FA-5E3B-0C8779CAA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B461BD3-6BAC-698A-4E0D-B2A6FD17CF0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E245EA8-8F81-A86D-75CD-5FBCC182D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EDD6F2-6082-CCD8-73F2-97E58A3EDCC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65031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Here’s a Use Case model of Tic-Tac-Toe game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6509D5-298D-7241-89FE-644F536D5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85" y="2097618"/>
            <a:ext cx="7765376" cy="429725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A724FF-9094-1AF5-92E7-16CC298C0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DC601A-BF08-E2B3-B09F-D60FCB3824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29" t="3596" r="24651" b="3594"/>
          <a:stretch>
            <a:fillRect/>
          </a:stretch>
        </p:blipFill>
        <p:spPr>
          <a:xfrm>
            <a:off x="8162715" y="2347383"/>
            <a:ext cx="3800685" cy="379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1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633A-5829-242F-EDA2-1ACE093C5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9D09CC-62E8-E378-CB4B-CBFF1F8B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797464E-6B33-D868-E719-DA0ECF12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95CDF04-DDE7-0B17-0CE6-A4C3A6371C4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CB4B43C-A470-C457-A709-EED658DE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4A77C63-132E-4D63-2CC9-2D391ACA2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2735CB-DD6B-3500-1E5E-7B4CC8B25B8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System boundary: defines scope of the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Actor: role played by a human or an external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Use Case: an objective to be achieved by the system.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Association: a line defining an actor’s interaction with a use case.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3400" i="1" dirty="0"/>
              <a:t>There are a few more notations, which we will discuss later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1B1054-E7AA-E424-DF47-AD049E0C4AC4}"/>
              </a:ext>
            </a:extLst>
          </p:cNvPr>
          <p:cNvSpPr/>
          <p:nvPr/>
        </p:nvSpPr>
        <p:spPr>
          <a:xfrm>
            <a:off x="6820340" y="1532587"/>
            <a:ext cx="4407486" cy="48878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GB" dirty="0"/>
              <a:t>Tic-Tac-Toe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973B2B-0801-B2BD-BBE4-6116D45A8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86275" y="3476334"/>
            <a:ext cx="540000" cy="1000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38DFAE-4C5A-DB4B-E767-45AA9CE779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21891" y="3476334"/>
            <a:ext cx="540000" cy="1000384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915F6C1-0643-645C-6A4C-45D6393E7B0E}"/>
              </a:ext>
            </a:extLst>
          </p:cNvPr>
          <p:cNvSpPr/>
          <p:nvPr/>
        </p:nvSpPr>
        <p:spPr>
          <a:xfrm>
            <a:off x="6952207" y="2286000"/>
            <a:ext cx="1661006" cy="8432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Play Circle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F362D9-4C24-0AAD-2746-C6DA53956079}"/>
              </a:ext>
            </a:extLst>
          </p:cNvPr>
          <p:cNvSpPr/>
          <p:nvPr/>
        </p:nvSpPr>
        <p:spPr>
          <a:xfrm>
            <a:off x="9337553" y="2286000"/>
            <a:ext cx="1661006" cy="8432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Play Cross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A1F069C-216E-ECD9-882A-66E0FCA59039}"/>
              </a:ext>
            </a:extLst>
          </p:cNvPr>
          <p:cNvSpPr/>
          <p:nvPr/>
        </p:nvSpPr>
        <p:spPr>
          <a:xfrm>
            <a:off x="8193580" y="4582160"/>
            <a:ext cx="1661006" cy="8432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Make Combination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6C6C99-B81F-8267-6B01-04A9B5F24F9A}"/>
              </a:ext>
            </a:extLst>
          </p:cNvPr>
          <p:cNvCxnSpPr>
            <a:cxnSpLocks/>
            <a:stCxn id="12" idx="3"/>
            <a:endCxn id="14" idx="4"/>
          </p:cNvCxnSpPr>
          <p:nvPr/>
        </p:nvCxnSpPr>
        <p:spPr>
          <a:xfrm flipV="1">
            <a:off x="6626275" y="3129280"/>
            <a:ext cx="1156435" cy="8472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FC2DE2-FD55-8443-C0C3-358050EE44E1}"/>
              </a:ext>
            </a:extLst>
          </p:cNvPr>
          <p:cNvCxnSpPr>
            <a:stCxn id="12" idx="3"/>
            <a:endCxn id="16" idx="2"/>
          </p:cNvCxnSpPr>
          <p:nvPr/>
        </p:nvCxnSpPr>
        <p:spPr>
          <a:xfrm>
            <a:off x="6626275" y="3976526"/>
            <a:ext cx="1567305" cy="10272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667A2E-DC7B-6667-FB06-A32A2F9A8D8C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10168056" y="3129280"/>
            <a:ext cx="1253835" cy="8472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A6F087-4818-436E-2957-0EF87BB010A8}"/>
              </a:ext>
            </a:extLst>
          </p:cNvPr>
          <p:cNvCxnSpPr>
            <a:stCxn id="13" idx="1"/>
            <a:endCxn id="16" idx="6"/>
          </p:cNvCxnSpPr>
          <p:nvPr/>
        </p:nvCxnSpPr>
        <p:spPr>
          <a:xfrm flipH="1">
            <a:off x="9854586" y="3976526"/>
            <a:ext cx="1567305" cy="10272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2977-F12E-13EA-C3DE-C038BDE2C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C8FC228-15C9-A4A4-3A40-1065009B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A43AD74-5A97-9E38-BDB1-E75585256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22022F1-51AE-8B5A-BCBB-A530027A76D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37DE8CA-AA55-004E-84B3-5B9416F9B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1E62733-A19C-9F9C-2ACB-FEE05C629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04CBEB-CE41-13E0-FE85-7705B554868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Here’s another – very famous – example from literature.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There are 3 actors and 6 use cases.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Bank is not a human but represents a system acting upon the ATM.</a:t>
            </a:r>
          </a:p>
        </p:txBody>
      </p:sp>
      <p:pic>
        <p:nvPicPr>
          <p:cNvPr id="1026" name="Picture 2" descr="An example of UML use case diagram for a bank ATM (Automated Teller ...">
            <a:extLst>
              <a:ext uri="{FF2B5EF4-FFF2-40B4-BE49-F238E27FC236}">
                <a16:creationId xmlns:a16="http://schemas.microsoft.com/office/drawing/2014/main" id="{1074D2B2-8249-33DC-424E-88F6388E0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6248400" y="1511409"/>
            <a:ext cx="5715000" cy="489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2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3B68-AA1D-B963-7041-B682D07C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A7F39F5-8402-E8A1-28DF-F982FA72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03DBDC0-212F-0680-D051-68577534A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4955C23-0254-9358-413B-935D4DF81B8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Model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78B2978-58F1-E29D-3645-682274BFD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02A9AB3-28FF-67DE-A9D0-6B523909D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BD410E-2C5D-3F39-D21E-ADEC14CC1D4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80693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will now construct a Use Case Model from </a:t>
            </a:r>
            <a:r>
              <a:rPr lang="en-GB" sz="3400" dirty="0" err="1"/>
              <a:t>PakWheels</a:t>
            </a:r>
            <a:r>
              <a:rPr lang="en-GB" sz="3400" dirty="0"/>
              <a:t>’ WBS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5FDDDF9-0943-C04E-0BEF-326EA9690C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2554405"/>
              </p:ext>
            </p:extLst>
          </p:nvPr>
        </p:nvGraphicFramePr>
        <p:xfrm>
          <a:off x="921236" y="2108199"/>
          <a:ext cx="10349528" cy="4432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431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3E36-0D99-E138-E0C9-6385F96FA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7E885F-70D4-F24F-488C-B21DFA05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F189230-FE63-4554-5924-63CAADC6D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2A13DCD-3AC6-8776-BE97-9D13842EC50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Activity: Use Case Model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4E83EDD-15F4-E2BC-7DFD-B1EBE4CAE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3235B5C-128F-8AB0-E053-186F7A5B1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1B7505-BF44-7459-F06A-D2232B5D6B1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Draw complete Use Case Model of </a:t>
            </a:r>
            <a:r>
              <a:rPr lang="en-GB" sz="3400" dirty="0" err="1"/>
              <a:t>PakWheels</a:t>
            </a:r>
            <a:r>
              <a:rPr lang="en-GB" sz="3400" dirty="0"/>
              <a:t> system on board/paper.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During the modelling process, the overall understanding of the system develops.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Observe how new ideas come to mind to improve WBS in return.</a:t>
            </a:r>
          </a:p>
        </p:txBody>
      </p:sp>
    </p:spTree>
    <p:extLst>
      <p:ext uri="{BB962C8B-B14F-4D97-AF65-F5344CB8AC3E}">
        <p14:creationId xmlns:p14="http://schemas.microsoft.com/office/powerpoint/2010/main" val="86155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EFE2-E746-AC73-ABBA-C4F90AAD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8FE8C8D-66D1-3AA9-EA5D-E9D9C686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31C4040-3B10-5CA5-6BA3-AA8E1E40F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5143D32-441F-5D88-98E7-0F2ADEB7267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Activity: Use Case Model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5DD47C1-E84A-8CAE-A70F-5B641DB82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E95908B-828C-90F1-83D8-85793E418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1E4041D-E95C-A901-4596-BD36A0968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8716638"/>
              </p:ext>
            </p:extLst>
          </p:nvPr>
        </p:nvGraphicFramePr>
        <p:xfrm>
          <a:off x="921236" y="2949896"/>
          <a:ext cx="10349528" cy="3525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20110A-073A-2530-2BA4-5AA251BDBF5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417309"/>
          </a:xfrm>
          <a:prstGeom prst="rect">
            <a:avLst/>
          </a:prstGeom>
        </p:spPr>
        <p:txBody>
          <a:bodyPr numCol="2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Remove organizing layer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Identify Actors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Identify Use Cases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Don’t recreate same Use Case</a:t>
            </a:r>
          </a:p>
        </p:txBody>
      </p:sp>
    </p:spTree>
    <p:extLst>
      <p:ext uri="{BB962C8B-B14F-4D97-AF65-F5344CB8AC3E}">
        <p14:creationId xmlns:p14="http://schemas.microsoft.com/office/powerpoint/2010/main" val="135865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CD89-4D7F-3347-BA85-454DA9E4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94BB625-9449-BAF6-165A-D3F9EC40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6F34582-A9AA-5FB6-D62C-2873B34DB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8D4E318-F336-1815-CFC8-4D1D7C0007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Factoring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59B47DA-99E7-A64D-F5D0-BD612815F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031EDDB-5A5C-B9AC-CE79-32597E489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071504-9AA3-95BF-EB54-B13128CFB8A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Generalize (inheritance)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Used when multiple use cases have some common functionality.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 parent use case may have two or more child use cases.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Examples: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Registration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Show Dashboard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2B55BE6-CE24-7A9C-2431-1D4746229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065341"/>
            <a:ext cx="57150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3AABB29F-BBD6-88FC-2A32-82CF7FECC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616" y="2332717"/>
            <a:ext cx="571500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10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479F-85C8-4C50-28FE-AEDA923D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E4F4568-5B17-EAE5-E692-F97CDCEB2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0A2DAF4-63E2-5D74-2FB7-2BA2047E9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98F1E48-CA99-F11A-7806-AA266BD8791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Factoring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B96C464-0359-4451-89D5-08A552C98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673A786-55E5-2E24-CAAF-4FD7BE980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3C81251-773E-B01C-4946-B0BA40738D3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Include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Used when a Use case calls another use case as part of its flow.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It is neither optional nor conditional. It is mandatory.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Examples: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Login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Registration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1F4526C-BBC3-58CD-7F7B-756911EC5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933575"/>
            <a:ext cx="5715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4E23847F-EDFD-0334-5328-6C5DE2E17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362200"/>
            <a:ext cx="5715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700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A508D-39F4-B634-508F-834439C7E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4A5C66F-D509-0779-F360-078CD4DF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A660E6-3E53-7E3A-01DC-C9EFBFFB3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A856A1B-8FAF-F847-6810-321AE3996AB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Factoring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3120E7E-D366-467F-C0AA-75EBE417F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21CD6EC-364B-5D48-D20E-581F51DD3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F6DD14-AF60-554A-900A-59C20D6BE4A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Extend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Used when one Use case has an extension that may be called conditionally.</a:t>
            </a:r>
            <a:endParaRPr lang="en-GB" sz="34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This is not reuse. This is variation or exception handling.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Examples: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Login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DIY! Extend Payment Use case and include “Discount Coupon”.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57FF9-B4D4-E216-40B2-32FC816F0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2186"/>
            <a:ext cx="6094411" cy="450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5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363E-57F4-833F-9E58-AA761312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83ADC15-1278-FD86-233D-4145F06D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5E967C2-D29F-D58E-FB93-3996A1610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E0BEBBC-1E6B-ACF8-DA8C-89D6CA051F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Factoring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DB01A04-5C39-8A59-8992-A39ABF1E4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D676739-6F8A-78CA-2EF2-40AB56EC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68F602-5C48-5B58-8E7B-54B2FD8DD4E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Common Mistakes: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Login is common, so I’ll extend it.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WRONG! If Login is required, use &lt;&lt;include&gt;&gt;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Payment may fail, so I’ll include it.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WRONG! That’s conditional, use &lt;&lt;extend&gt;&gt;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Rule of thumb: If the sub-case breaks the flow, it is &lt;&lt;include&gt;&gt;. If the flow is still valid without the sub-case, it is &lt;&lt;extend&gt;&gt;.</a:t>
            </a:r>
          </a:p>
        </p:txBody>
      </p:sp>
    </p:spTree>
    <p:extLst>
      <p:ext uri="{BB962C8B-B14F-4D97-AF65-F5344CB8AC3E}">
        <p14:creationId xmlns:p14="http://schemas.microsoft.com/office/powerpoint/2010/main" val="108871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76E88-27D8-8C87-40F1-7DA4B208A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2D8869-D3F6-5BF8-485F-6816F4E9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1B91989-48DB-0D5F-65E5-451D7226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EA6B2BC-ED25-82EE-7EBA-CF0D223B67E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Descriptive Form of Use Case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9C5FC3E-9EB4-1E10-B24F-426C2314C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E65A039-D6EE-5B48-754B-D1C0A27E6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941B9B-EA11-6ED6-3D32-C28A36DC9B15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Name:</a:t>
            </a:r>
            <a:r>
              <a:rPr lang="en-GB" sz="3400" dirty="0"/>
              <a:t> User Login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Actors:</a:t>
            </a:r>
            <a:r>
              <a:rPr lang="en-GB" sz="3400" dirty="0"/>
              <a:t> Vendor, Customer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Trigger:</a:t>
            </a:r>
            <a:r>
              <a:rPr lang="en-GB" sz="3400" dirty="0"/>
              <a:t> User goes to login page and enters email and password.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Pre-conditions: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User has a registered account 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Account is activated.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Post-conditions: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If the User is Vendor, show Vendor Dashboard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If the User is Customer, show Customer Dashboard</a:t>
            </a:r>
          </a:p>
        </p:txBody>
      </p:sp>
    </p:spTree>
    <p:extLst>
      <p:ext uri="{BB962C8B-B14F-4D97-AF65-F5344CB8AC3E}">
        <p14:creationId xmlns:p14="http://schemas.microsoft.com/office/powerpoint/2010/main" val="262789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028EB-B486-D53F-48ED-E8EB8127C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756752-76E8-931C-3FF0-248DAC01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CEB2B44-7267-094C-B4B6-39B3DD1F0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D7EED62-AB2F-A29D-45EC-17CFF86C933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Descriptive Form of Use Case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54C2473-5C08-CAFF-B90B-66DA2956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0F93E26-3D7F-561D-4213-BC7D295B7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1BB6BD-0CF9-4E5E-B8DE-56D0E496738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Main flow: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Vendor enters email and password on login form.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System checks credentials against the database.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If credentials match and account is active, system creates a user session and redirects to vendor dashboard.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If invalid, an error message is shown.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b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b="1" dirty="0"/>
              <a:t>Acceptance Criteria: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Grant access if email and password are valid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Show error if credentials are invalid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Block account after 3 failed login attempts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Password hash is stored and matched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User session has an expiry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Dashboard displayed according to user’s role.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Anymore?</a:t>
            </a:r>
          </a:p>
        </p:txBody>
      </p:sp>
    </p:spTree>
    <p:extLst>
      <p:ext uri="{BB962C8B-B14F-4D97-AF65-F5344CB8AC3E}">
        <p14:creationId xmlns:p14="http://schemas.microsoft.com/office/powerpoint/2010/main" val="150977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5C44-3712-551E-9ADF-0A4E2F41B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FAF582-A1FF-63FE-E16E-592B8BE3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65E451-CF5F-F1ED-A476-23A353736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CC6BDBD-52F1-B672-BFD1-39A342299CC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AEF86E-AF8B-DB6F-560D-F439DE877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B624C42-7B10-60EF-F812-18B6838DE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029070-5AC6-DC3F-44B9-715EC255B4B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Create a Use Case Diagram for Catalogue Browsing/Search feature from </a:t>
            </a:r>
            <a:r>
              <a:rPr lang="en-GB" sz="3400" dirty="0" err="1"/>
              <a:t>PakWheels</a:t>
            </a:r>
            <a:r>
              <a:rPr lang="en-GB" sz="3400" dirty="0"/>
              <a:t> scenario.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First, create the base diagram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Secondly, identify generalization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Third, extract </a:t>
            </a:r>
            <a:r>
              <a:rPr lang="en-GB" sz="3200" i="1" dirty="0"/>
              <a:t>include</a:t>
            </a:r>
            <a:r>
              <a:rPr lang="en-GB" sz="3200" dirty="0"/>
              <a:t> use cases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Finally, look for </a:t>
            </a:r>
            <a:r>
              <a:rPr lang="en-GB" sz="3200" i="1" dirty="0"/>
              <a:t>extend</a:t>
            </a:r>
            <a:r>
              <a:rPr lang="en-GB" sz="3200" dirty="0"/>
              <a:t> use cases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Write Descriptive for of the Use Case</a:t>
            </a:r>
          </a:p>
        </p:txBody>
      </p:sp>
    </p:spTree>
    <p:extLst>
      <p:ext uri="{BB962C8B-B14F-4D97-AF65-F5344CB8AC3E}">
        <p14:creationId xmlns:p14="http://schemas.microsoft.com/office/powerpoint/2010/main" val="147002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5925-AABE-384F-9713-55BD6501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1C49738-7FF0-9902-3A32-04C1B57F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D473B9F-7148-0E04-140F-ADF8AE3B1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27AAD3C-CABA-14C6-130C-3B5036DEF51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Packaging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D353E41-3960-4A42-49F7-CAB8B202F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3660DB0-043E-FD71-AA8A-B881840FC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6F4272-4672-2F6A-9291-77018223E9C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Having a Diagram with too many Use Cases is not considered a good practice.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UML supports Use Case Packaging.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 Package is defined by a Labelled Box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Heading is the package name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The Use cases grouped in the package are listed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Actors interacted with any Use case are associated with the package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Caution! Packaging does add a confusion – which use cases listed in a package does an Actor interact with?</a:t>
            </a:r>
          </a:p>
        </p:txBody>
      </p:sp>
    </p:spTree>
    <p:extLst>
      <p:ext uri="{BB962C8B-B14F-4D97-AF65-F5344CB8AC3E}">
        <p14:creationId xmlns:p14="http://schemas.microsoft.com/office/powerpoint/2010/main" val="50412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4B794-6828-3FDB-BB09-FC75B1524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8B542C-5D3B-8454-A87E-4D8E7B139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34A0ED1-1407-D216-728A-AD021C250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3AB2943-FD3F-D3F8-6FED-2DA52F67F42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Use Case Packaging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21BFA31-6BE8-9910-EF5D-40A730E4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0B29790-7EE7-F9BA-D12F-615B4F850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F93835-5502-44E7-B132-E2D9E3C18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93816"/>
            <a:ext cx="7772400" cy="525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ECAEC-0621-CDA0-E688-FF0C408D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2A377B4-42D7-A900-2E0B-E2E94B0A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02A8915-9F49-6E84-8867-CA9A3E5DB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67727D3-3B7F-1EC5-7F37-F6DDF138D43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Interaction Modeling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09C8B34-C7F2-61E6-33D9-3034C37D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08C17196-B1E0-7FF2-2B68-77655541B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412448-F864-67FA-22A2-8DA893F35C5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Interaction Diagrams are designed even from small systems.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They show how the objects interact with each other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Emphasize timing or ordering or execution steps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UML Interaction Models: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Sequence Diagram: used to show interaction between objects in their required sequence.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Collaboration/Communication Diagram: shows how objects are connected and interact structurally without the time axis.</a:t>
            </a:r>
          </a:p>
        </p:txBody>
      </p:sp>
    </p:spTree>
    <p:extLst>
      <p:ext uri="{BB962C8B-B14F-4D97-AF65-F5344CB8AC3E}">
        <p14:creationId xmlns:p14="http://schemas.microsoft.com/office/powerpoint/2010/main" val="275645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1145</TotalTime>
  <Words>1256</Words>
  <Application>Microsoft Macintosh PowerPoint</Application>
  <PresentationFormat>Widescreen</PresentationFormat>
  <Paragraphs>275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1</cp:revision>
  <dcterms:created xsi:type="dcterms:W3CDTF">2022-11-22T20:08:03Z</dcterms:created>
  <dcterms:modified xsi:type="dcterms:W3CDTF">2026-04-18T10:43:27Z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