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3"/>
  </p:notesMasterIdLst>
  <p:handoutMasterIdLst>
    <p:handoutMasterId r:id="rId24"/>
  </p:handoutMasterIdLst>
  <p:sldIdLst>
    <p:sldId id="2503" r:id="rId5"/>
    <p:sldId id="2462" r:id="rId6"/>
    <p:sldId id="2580" r:id="rId7"/>
    <p:sldId id="2581" r:id="rId8"/>
    <p:sldId id="2582" r:id="rId9"/>
    <p:sldId id="2583" r:id="rId10"/>
    <p:sldId id="2588" r:id="rId11"/>
    <p:sldId id="2589" r:id="rId12"/>
    <p:sldId id="2590" r:id="rId13"/>
    <p:sldId id="2591" r:id="rId14"/>
    <p:sldId id="2592" r:id="rId15"/>
    <p:sldId id="2593" r:id="rId16"/>
    <p:sldId id="2594" r:id="rId17"/>
    <p:sldId id="2584" r:id="rId18"/>
    <p:sldId id="2585" r:id="rId19"/>
    <p:sldId id="2586" r:id="rId20"/>
    <p:sldId id="2587" r:id="rId21"/>
    <p:sldId id="243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F38B0BD-BB32-4B2D-82DE-5A028D5CA6A4}">
          <p14:sldIdLst>
            <p14:sldId id="2503"/>
            <p14:sldId id="2462"/>
            <p14:sldId id="2580"/>
            <p14:sldId id="2581"/>
            <p14:sldId id="2582"/>
            <p14:sldId id="2583"/>
            <p14:sldId id="2588"/>
            <p14:sldId id="2589"/>
            <p14:sldId id="2590"/>
            <p14:sldId id="2591"/>
            <p14:sldId id="2592"/>
            <p14:sldId id="2593"/>
            <p14:sldId id="2594"/>
            <p14:sldId id="2584"/>
            <p14:sldId id="2585"/>
            <p14:sldId id="2586"/>
            <p14:sldId id="2587"/>
            <p14:sldId id="243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992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41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023B"/>
    <a:srgbClr val="898989"/>
    <a:srgbClr val="2F3342"/>
    <a:srgbClr val="A53F52"/>
    <a:srgbClr val="2C2153"/>
    <a:srgbClr val="E997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9D4C7FC-7FBE-4FF1-8B36-274ABE533646}" v="2301" dt="2026-06-15T04:46:31.591"/>
    <p1510:client id="{FEB437DF-2419-4DDA-B0D7-1D40327377B6}" v="3268" dt="2026-06-14T12:17:41.45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954" autoAdjust="0"/>
    <p:restoredTop sz="94685"/>
  </p:normalViewPr>
  <p:slideViewPr>
    <p:cSldViewPr snapToGrid="0">
      <p:cViewPr varScale="1">
        <p:scale>
          <a:sx n="105" d="100"/>
          <a:sy n="105" d="100"/>
        </p:scale>
        <p:origin x="432" y="96"/>
      </p:cViewPr>
      <p:guideLst>
        <p:guide orient="horz" pos="1992"/>
        <p:guide pos="3840"/>
        <p:guide orient="horz" pos="141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wais Ahmed" userId="6abc7d4556b3b071" providerId="LiveId" clId="{641304C9-537E-56B8-9D3B-F295291B91EB}"/>
    <pc:docChg chg="undo custSel addSld modSld">
      <pc:chgData name="Owais Ahmed" userId="6abc7d4556b3b071" providerId="LiveId" clId="{641304C9-537E-56B8-9D3B-F295291B91EB}" dt="2026-06-13T08:18:39.552" v="655" actId="20577"/>
      <pc:docMkLst>
        <pc:docMk/>
      </pc:docMkLst>
    </pc:docChg>
  </pc:docChgLst>
  <pc:docChgLst>
    <pc:chgData name="Owais Ahmed" userId="6abc7d4556b3b071" providerId="LiveId" clId="{D0A51F83-B713-4A4D-8105-C75936B8E1D2}"/>
    <pc:docChg chg="undo redo custSel addSld delSld modSld sldOrd addSection delSection modSection">
      <pc:chgData name="Owais Ahmed" userId="6abc7d4556b3b071" providerId="LiveId" clId="{D0A51F83-B713-4A4D-8105-C75936B8E1D2}" dt="2026-06-15T04:46:31.591" v="30543" actId="20577"/>
      <pc:docMkLst>
        <pc:docMk/>
      </pc:docMkLst>
      <pc:sldChg chg="modSp">
        <pc:chgData name="Owais Ahmed" userId="6abc7d4556b3b071" providerId="LiveId" clId="{D0A51F83-B713-4A4D-8105-C75936B8E1D2}" dt="2026-06-12T15:46:12.592" v="22484"/>
        <pc:sldMkLst>
          <pc:docMk/>
          <pc:sldMk cId="927727573" sldId="2436"/>
        </pc:sldMkLst>
        <pc:spChg chg="mod">
          <ac:chgData name="Owais Ahmed" userId="6abc7d4556b3b071" providerId="LiveId" clId="{D0A51F83-B713-4A4D-8105-C75936B8E1D2}" dt="2026-06-12T15:46:12.592" v="22484"/>
          <ac:spMkLst>
            <pc:docMk/>
            <pc:sldMk cId="927727573" sldId="2436"/>
            <ac:spMk id="8" creationId="{0B070B25-2BBC-49AC-9CFA-1CD7195DF2D6}"/>
          </ac:spMkLst>
        </pc:spChg>
        <pc:spChg chg="mod">
          <ac:chgData name="Owais Ahmed" userId="6abc7d4556b3b071" providerId="LiveId" clId="{D0A51F83-B713-4A4D-8105-C75936B8E1D2}" dt="2026-06-12T15:46:12.592" v="22484"/>
          <ac:spMkLst>
            <pc:docMk/>
            <pc:sldMk cId="927727573" sldId="2436"/>
            <ac:spMk id="9" creationId="{9E2524A0-105C-4170-BB48-CD0756FB3DFE}"/>
          </ac:spMkLst>
        </pc:spChg>
        <pc:picChg chg="mod">
          <ac:chgData name="Owais Ahmed" userId="6abc7d4556b3b071" providerId="LiveId" clId="{D0A51F83-B713-4A4D-8105-C75936B8E1D2}" dt="2026-06-12T15:46:12.592" v="22484"/>
          <ac:picMkLst>
            <pc:docMk/>
            <pc:sldMk cId="927727573" sldId="2436"/>
            <ac:picMk id="12" creationId="{4E709B75-16EA-4581-AED9-567DEF45A6B2}"/>
          </ac:picMkLst>
        </pc:picChg>
        <pc:picChg chg="mod">
          <ac:chgData name="Owais Ahmed" userId="6abc7d4556b3b071" providerId="LiveId" clId="{D0A51F83-B713-4A4D-8105-C75936B8E1D2}" dt="2026-06-12T15:46:12.592" v="22484"/>
          <ac:picMkLst>
            <pc:docMk/>
            <pc:sldMk cId="927727573" sldId="2436"/>
            <ac:picMk id="24" creationId="{E896B487-8C07-495F-95BF-B8F4960E1E8D}"/>
          </ac:picMkLst>
        </pc:picChg>
        <pc:picChg chg="mod">
          <ac:chgData name="Owais Ahmed" userId="6abc7d4556b3b071" providerId="LiveId" clId="{D0A51F83-B713-4A4D-8105-C75936B8E1D2}" dt="2026-06-12T15:46:12.592" v="22484"/>
          <ac:picMkLst>
            <pc:docMk/>
            <pc:sldMk cId="927727573" sldId="2436"/>
            <ac:picMk id="28" creationId="{D4D09222-33EB-4F99-9A89-51E2E1E97584}"/>
          </ac:picMkLst>
        </pc:picChg>
      </pc:sldChg>
      <pc:sldChg chg="modSp mod">
        <pc:chgData name="Owais Ahmed" userId="6abc7d4556b3b071" providerId="LiveId" clId="{D0A51F83-B713-4A4D-8105-C75936B8E1D2}" dt="2026-06-15T04:28:37.908" v="29750" actId="20577"/>
        <pc:sldMkLst>
          <pc:docMk/>
          <pc:sldMk cId="1649098948" sldId="2462"/>
        </pc:sldMkLst>
        <pc:spChg chg="mod">
          <ac:chgData name="Owais Ahmed" userId="6abc7d4556b3b071" providerId="LiveId" clId="{D0A51F83-B713-4A4D-8105-C75936B8E1D2}" dt="2026-06-12T15:46:12.592" v="22484"/>
          <ac:spMkLst>
            <pc:docMk/>
            <pc:sldMk cId="1649098948" sldId="2462"/>
            <ac:spMk id="2" creationId="{BE3A87B3-0A27-4EE9-979E-B69581E476F0}"/>
          </ac:spMkLst>
        </pc:spChg>
        <pc:spChg chg="mod">
          <ac:chgData name="Owais Ahmed" userId="6abc7d4556b3b071" providerId="LiveId" clId="{D0A51F83-B713-4A4D-8105-C75936B8E1D2}" dt="2026-06-15T04:28:37.908" v="29750" actId="20577"/>
          <ac:spMkLst>
            <pc:docMk/>
            <pc:sldMk cId="1649098948" sldId="2462"/>
            <ac:spMk id="6" creationId="{F3C89A40-EEAA-43AB-9A3A-B2CFDE450F1B}"/>
          </ac:spMkLst>
        </pc:spChg>
        <pc:spChg chg="mod">
          <ac:chgData name="Owais Ahmed" userId="6abc7d4556b3b071" providerId="LiveId" clId="{D0A51F83-B713-4A4D-8105-C75936B8E1D2}" dt="2026-06-12T15:46:12.592" v="22484"/>
          <ac:spMkLst>
            <pc:docMk/>
            <pc:sldMk cId="1649098948" sldId="2462"/>
            <ac:spMk id="7" creationId="{F29F8048-1E86-48F4-B246-D2F8C54B7EB1}"/>
          </ac:spMkLst>
        </pc:spChg>
        <pc:picChg chg="mod">
          <ac:chgData name="Owais Ahmed" userId="6abc7d4556b3b071" providerId="LiveId" clId="{D0A51F83-B713-4A4D-8105-C75936B8E1D2}" dt="2026-06-12T15:46:12.592" v="22484"/>
          <ac:picMkLst>
            <pc:docMk/>
            <pc:sldMk cId="1649098948" sldId="2462"/>
            <ac:picMk id="8" creationId="{BB76F5AB-0940-46E1-85F9-6A870D7D04C9}"/>
          </ac:picMkLst>
        </pc:picChg>
      </pc:sldChg>
      <pc:sldChg chg="modSp">
        <pc:chgData name="Owais Ahmed" userId="6abc7d4556b3b071" providerId="LiveId" clId="{D0A51F83-B713-4A4D-8105-C75936B8E1D2}" dt="2026-06-12T15:46:12.592" v="22484"/>
        <pc:sldMkLst>
          <pc:docMk/>
          <pc:sldMk cId="146856052" sldId="2503"/>
        </pc:sldMkLst>
        <pc:picChg chg="mod">
          <ac:chgData name="Owais Ahmed" userId="6abc7d4556b3b071" providerId="LiveId" clId="{D0A51F83-B713-4A4D-8105-C75936B8E1D2}" dt="2026-06-12T15:46:12.592" v="22484"/>
          <ac:picMkLst>
            <pc:docMk/>
            <pc:sldMk cId="146856052" sldId="2503"/>
            <ac:picMk id="8" creationId="{9AB29DBC-55D3-49D9-BB44-4936739C4B57}"/>
          </ac:picMkLst>
        </pc:picChg>
      </pc:sldChg>
      <pc:sldChg chg="modSp add mod modAnim">
        <pc:chgData name="Owais Ahmed" userId="6abc7d4556b3b071" providerId="LiveId" clId="{D0A51F83-B713-4A4D-8105-C75936B8E1D2}" dt="2026-06-15T03:52:19.202" v="28013" actId="20577"/>
        <pc:sldMkLst>
          <pc:docMk/>
          <pc:sldMk cId="1455820589" sldId="2580"/>
        </pc:sldMkLst>
        <pc:spChg chg="mod">
          <ac:chgData name="Owais Ahmed" userId="6abc7d4556b3b071" providerId="LiveId" clId="{D0A51F83-B713-4A4D-8105-C75936B8E1D2}" dt="2026-06-12T15:46:12.592" v="22484"/>
          <ac:spMkLst>
            <pc:docMk/>
            <pc:sldMk cId="1455820589" sldId="2580"/>
            <ac:spMk id="2" creationId="{8B00956D-D11A-81E2-F8AD-F1EFCF92EA34}"/>
          </ac:spMkLst>
        </pc:spChg>
        <pc:spChg chg="mod">
          <ac:chgData name="Owais Ahmed" userId="6abc7d4556b3b071" providerId="LiveId" clId="{D0A51F83-B713-4A4D-8105-C75936B8E1D2}" dt="2026-06-15T03:52:19.202" v="28013" actId="20577"/>
          <ac:spMkLst>
            <pc:docMk/>
            <pc:sldMk cId="1455820589" sldId="2580"/>
            <ac:spMk id="3" creationId="{2E0B7842-797A-25DB-6947-0B023E7CC8A3}"/>
          </ac:spMkLst>
        </pc:spChg>
        <pc:spChg chg="mod">
          <ac:chgData name="Owais Ahmed" userId="6abc7d4556b3b071" providerId="LiveId" clId="{D0A51F83-B713-4A4D-8105-C75936B8E1D2}" dt="2026-06-15T03:50:04.827" v="27666" actId="20577"/>
          <ac:spMkLst>
            <pc:docMk/>
            <pc:sldMk cId="1455820589" sldId="2580"/>
            <ac:spMk id="215" creationId="{F0A7BEA9-FA6E-1666-96A1-2C2E6EBD1D36}"/>
          </ac:spMkLst>
        </pc:spChg>
      </pc:sldChg>
      <pc:sldChg chg="addSp delSp modSp add mod delAnim modAnim">
        <pc:chgData name="Owais Ahmed" userId="6abc7d4556b3b071" providerId="LiveId" clId="{D0A51F83-B713-4A4D-8105-C75936B8E1D2}" dt="2026-06-15T04:00:35.588" v="28695" actId="20577"/>
        <pc:sldMkLst>
          <pc:docMk/>
          <pc:sldMk cId="685633954" sldId="2581"/>
        </pc:sldMkLst>
        <pc:spChg chg="mod">
          <ac:chgData name="Owais Ahmed" userId="6abc7d4556b3b071" providerId="LiveId" clId="{D0A51F83-B713-4A4D-8105-C75936B8E1D2}" dt="2026-06-15T03:59:47.781" v="28653" actId="20577"/>
          <ac:spMkLst>
            <pc:docMk/>
            <pc:sldMk cId="685633954" sldId="2581"/>
            <ac:spMk id="3" creationId="{E6DDDABE-1F41-0BAB-A767-93D48E1E5DF5}"/>
          </ac:spMkLst>
        </pc:spChg>
        <pc:spChg chg="add del mod">
          <ac:chgData name="Owais Ahmed" userId="6abc7d4556b3b071" providerId="LiveId" clId="{D0A51F83-B713-4A4D-8105-C75936B8E1D2}" dt="2026-06-15T03:55:52.807" v="28389" actId="478"/>
          <ac:spMkLst>
            <pc:docMk/>
            <pc:sldMk cId="685633954" sldId="2581"/>
            <ac:spMk id="4" creationId="{3F34B168-0017-434C-3DCF-FCA741E6FDD7}"/>
          </ac:spMkLst>
        </pc:spChg>
        <pc:spChg chg="add mod">
          <ac:chgData name="Owais Ahmed" userId="6abc7d4556b3b071" providerId="LiveId" clId="{D0A51F83-B713-4A4D-8105-C75936B8E1D2}" dt="2026-06-15T04:00:35.588" v="28695" actId="20577"/>
          <ac:spMkLst>
            <pc:docMk/>
            <pc:sldMk cId="685633954" sldId="2581"/>
            <ac:spMk id="5" creationId="{CB5C70E3-51C2-E200-79D3-917185FBB142}"/>
          </ac:spMkLst>
        </pc:spChg>
        <pc:spChg chg="mod">
          <ac:chgData name="Owais Ahmed" userId="6abc7d4556b3b071" providerId="LiveId" clId="{D0A51F83-B713-4A4D-8105-C75936B8E1D2}" dt="2026-06-15T03:52:33.138" v="28036" actId="20577"/>
          <ac:spMkLst>
            <pc:docMk/>
            <pc:sldMk cId="685633954" sldId="2581"/>
            <ac:spMk id="215" creationId="{87DA4E06-5B2A-DABA-A417-94487B567A30}"/>
          </ac:spMkLst>
        </pc:spChg>
      </pc:sldChg>
      <pc:sldChg chg="modSp add del mod modAnim modNotesTx">
        <pc:chgData name="Owais Ahmed" userId="6abc7d4556b3b071" providerId="LiveId" clId="{D0A51F83-B713-4A4D-8105-C75936B8E1D2}" dt="2026-06-15T03:49:55.509" v="27638" actId="47"/>
        <pc:sldMkLst>
          <pc:docMk/>
          <pc:sldMk cId="1500802054" sldId="2581"/>
        </pc:sldMkLst>
        <pc:spChg chg="mod">
          <ac:chgData name="Owais Ahmed" userId="6abc7d4556b3b071" providerId="LiveId" clId="{D0A51F83-B713-4A4D-8105-C75936B8E1D2}" dt="2026-06-14T10:30:30.540" v="23397" actId="20577"/>
          <ac:spMkLst>
            <pc:docMk/>
            <pc:sldMk cId="1500802054" sldId="2581"/>
            <ac:spMk id="3" creationId="{C445AE95-EC83-F26C-B813-C91695DD835D}"/>
          </ac:spMkLst>
        </pc:spChg>
        <pc:spChg chg="mod">
          <ac:chgData name="Owais Ahmed" userId="6abc7d4556b3b071" providerId="LiveId" clId="{D0A51F83-B713-4A4D-8105-C75936B8E1D2}" dt="2026-06-14T10:24:53.121" v="22996" actId="20577"/>
          <ac:spMkLst>
            <pc:docMk/>
            <pc:sldMk cId="1500802054" sldId="2581"/>
            <ac:spMk id="215" creationId="{67F1E877-8DBE-BD5E-A3D3-075B2CC158AA}"/>
          </ac:spMkLst>
        </pc:spChg>
        <pc:picChg chg="mod">
          <ac:chgData name="Owais Ahmed" userId="6abc7d4556b3b071" providerId="LiveId" clId="{D0A51F83-B713-4A4D-8105-C75936B8E1D2}" dt="2026-06-14T10:28:16.887" v="23203" actId="1076"/>
          <ac:picMkLst>
            <pc:docMk/>
            <pc:sldMk cId="1500802054" sldId="2581"/>
            <ac:picMk id="4" creationId="{A7C7FA84-1547-6DCF-EE5B-E03AEFE668EB}"/>
          </ac:picMkLst>
        </pc:picChg>
        <pc:picChg chg="mod modCrop">
          <ac:chgData name="Owais Ahmed" userId="6abc7d4556b3b071" providerId="LiveId" clId="{D0A51F83-B713-4A4D-8105-C75936B8E1D2}" dt="2026-06-14T10:31:13.445" v="23405" actId="1076"/>
          <ac:picMkLst>
            <pc:docMk/>
            <pc:sldMk cId="1500802054" sldId="2581"/>
            <ac:picMk id="5" creationId="{FB890CF9-7831-C591-D6A0-CEFC55D648D5}"/>
          </ac:picMkLst>
        </pc:picChg>
      </pc:sldChg>
      <pc:sldChg chg="modSp add del mod modAnim">
        <pc:chgData name="Owais Ahmed" userId="6abc7d4556b3b071" providerId="LiveId" clId="{D0A51F83-B713-4A4D-8105-C75936B8E1D2}" dt="2026-06-14T10:22:14.611" v="22920" actId="47"/>
        <pc:sldMkLst>
          <pc:docMk/>
          <pc:sldMk cId="3704641495" sldId="2581"/>
        </pc:sldMkLst>
      </pc:sldChg>
      <pc:sldChg chg="delSp modSp add del mod delAnim modAnim modNotesTx">
        <pc:chgData name="Owais Ahmed" userId="6abc7d4556b3b071" providerId="LiveId" clId="{D0A51F83-B713-4A4D-8105-C75936B8E1D2}" dt="2026-06-15T03:49:56.011" v="27639" actId="47"/>
        <pc:sldMkLst>
          <pc:docMk/>
          <pc:sldMk cId="25037408" sldId="2582"/>
        </pc:sldMkLst>
        <pc:spChg chg="mod">
          <ac:chgData name="Owais Ahmed" userId="6abc7d4556b3b071" providerId="LiveId" clId="{D0A51F83-B713-4A4D-8105-C75936B8E1D2}" dt="2026-06-14T10:39:23.336" v="23867" actId="6549"/>
          <ac:spMkLst>
            <pc:docMk/>
            <pc:sldMk cId="25037408" sldId="2582"/>
            <ac:spMk id="3" creationId="{AF2B20BA-8C70-480B-164E-4C7EFA1F9344}"/>
          </ac:spMkLst>
        </pc:spChg>
        <pc:picChg chg="del">
          <ac:chgData name="Owais Ahmed" userId="6abc7d4556b3b071" providerId="LiveId" clId="{D0A51F83-B713-4A4D-8105-C75936B8E1D2}" dt="2026-06-14T10:32:16.023" v="23412" actId="478"/>
          <ac:picMkLst>
            <pc:docMk/>
            <pc:sldMk cId="25037408" sldId="2582"/>
            <ac:picMk id="4" creationId="{B44C737D-9546-3313-01C6-BB80D7C3B796}"/>
          </ac:picMkLst>
        </pc:picChg>
        <pc:picChg chg="del">
          <ac:chgData name="Owais Ahmed" userId="6abc7d4556b3b071" providerId="LiveId" clId="{D0A51F83-B713-4A4D-8105-C75936B8E1D2}" dt="2026-06-14T10:32:15.656" v="23411" actId="478"/>
          <ac:picMkLst>
            <pc:docMk/>
            <pc:sldMk cId="25037408" sldId="2582"/>
            <ac:picMk id="5" creationId="{3B948E02-866B-3A95-33DD-C1A288C26928}"/>
          </ac:picMkLst>
        </pc:picChg>
      </pc:sldChg>
      <pc:sldChg chg="modSp add del mod ord modAnim">
        <pc:chgData name="Owais Ahmed" userId="6abc7d4556b3b071" providerId="LiveId" clId="{D0A51F83-B713-4A4D-8105-C75936B8E1D2}" dt="2026-06-14T10:22:14.611" v="22920" actId="47"/>
        <pc:sldMkLst>
          <pc:docMk/>
          <pc:sldMk cId="2698937366" sldId="2582"/>
        </pc:sldMkLst>
      </pc:sldChg>
      <pc:sldChg chg="modSp add mod ord modAnim">
        <pc:chgData name="Owais Ahmed" userId="6abc7d4556b3b071" providerId="LiveId" clId="{D0A51F83-B713-4A4D-8105-C75936B8E1D2}" dt="2026-06-15T04:04:28.554" v="28860" actId="20577"/>
        <pc:sldMkLst>
          <pc:docMk/>
          <pc:sldMk cId="3505427023" sldId="2582"/>
        </pc:sldMkLst>
        <pc:spChg chg="mod">
          <ac:chgData name="Owais Ahmed" userId="6abc7d4556b3b071" providerId="LiveId" clId="{D0A51F83-B713-4A4D-8105-C75936B8E1D2}" dt="2026-06-15T04:04:28.554" v="28860" actId="20577"/>
          <ac:spMkLst>
            <pc:docMk/>
            <pc:sldMk cId="3505427023" sldId="2582"/>
            <ac:spMk id="3" creationId="{0275E404-D497-E36E-0E52-A98C6F95AA98}"/>
          </ac:spMkLst>
        </pc:spChg>
        <pc:spChg chg="mod">
          <ac:chgData name="Owais Ahmed" userId="6abc7d4556b3b071" providerId="LiveId" clId="{D0A51F83-B713-4A4D-8105-C75936B8E1D2}" dt="2026-06-15T04:00:48.572" v="28708" actId="20577"/>
          <ac:spMkLst>
            <pc:docMk/>
            <pc:sldMk cId="3505427023" sldId="2582"/>
            <ac:spMk id="215" creationId="{9B303452-2F01-A5CC-6662-410036A88210}"/>
          </ac:spMkLst>
        </pc:spChg>
      </pc:sldChg>
      <pc:sldChg chg="modSp add mod modAnim">
        <pc:chgData name="Owais Ahmed" userId="6abc7d4556b3b071" providerId="LiveId" clId="{D0A51F83-B713-4A4D-8105-C75936B8E1D2}" dt="2026-06-15T04:06:45.184" v="28942" actId="20577"/>
        <pc:sldMkLst>
          <pc:docMk/>
          <pc:sldMk cId="1643788904" sldId="2583"/>
        </pc:sldMkLst>
        <pc:spChg chg="mod">
          <ac:chgData name="Owais Ahmed" userId="6abc7d4556b3b071" providerId="LiveId" clId="{D0A51F83-B713-4A4D-8105-C75936B8E1D2}" dt="2026-06-15T04:06:45.184" v="28942" actId="20577"/>
          <ac:spMkLst>
            <pc:docMk/>
            <pc:sldMk cId="1643788904" sldId="2583"/>
            <ac:spMk id="3" creationId="{000ACA67-FC87-E8F0-0A7D-F62B47ED1E3F}"/>
          </ac:spMkLst>
        </pc:spChg>
        <pc:spChg chg="mod">
          <ac:chgData name="Owais Ahmed" userId="6abc7d4556b3b071" providerId="LiveId" clId="{D0A51F83-B713-4A4D-8105-C75936B8E1D2}" dt="2026-06-15T04:05:03.618" v="28874" actId="20577"/>
          <ac:spMkLst>
            <pc:docMk/>
            <pc:sldMk cId="1643788904" sldId="2583"/>
            <ac:spMk id="215" creationId="{4336F86C-018D-7ADE-69C8-755E8BAF9CEC}"/>
          </ac:spMkLst>
        </pc:spChg>
      </pc:sldChg>
      <pc:sldChg chg="modSp add del mod addAnim delAnim modAnim">
        <pc:chgData name="Owais Ahmed" userId="6abc7d4556b3b071" providerId="LiveId" clId="{D0A51F83-B713-4A4D-8105-C75936B8E1D2}" dt="2026-06-15T03:49:56.044" v="27640" actId="47"/>
        <pc:sldMkLst>
          <pc:docMk/>
          <pc:sldMk cId="2569358949" sldId="2583"/>
        </pc:sldMkLst>
        <pc:spChg chg="mod">
          <ac:chgData name="Owais Ahmed" userId="6abc7d4556b3b071" providerId="LiveId" clId="{D0A51F83-B713-4A4D-8105-C75936B8E1D2}" dt="2026-06-14T10:39:01.160" v="23856" actId="20577"/>
          <ac:spMkLst>
            <pc:docMk/>
            <pc:sldMk cId="2569358949" sldId="2583"/>
            <ac:spMk id="3" creationId="{870535CD-D09D-8B86-5A15-81B2771EC832}"/>
          </ac:spMkLst>
        </pc:spChg>
        <pc:spChg chg="mod">
          <ac:chgData name="Owais Ahmed" userId="6abc7d4556b3b071" providerId="LiveId" clId="{D0A51F83-B713-4A4D-8105-C75936B8E1D2}" dt="2026-06-14T10:34:53.379" v="23574" actId="20577"/>
          <ac:spMkLst>
            <pc:docMk/>
            <pc:sldMk cId="2569358949" sldId="2583"/>
            <ac:spMk id="215" creationId="{DA311E4A-0771-BB62-A0F8-BD4B088C3AC2}"/>
          </ac:spMkLst>
        </pc:spChg>
      </pc:sldChg>
      <pc:sldChg chg="delSp modSp add del mod ord delAnim modAnim modNotesTx">
        <pc:chgData name="Owais Ahmed" userId="6abc7d4556b3b071" providerId="LiveId" clId="{D0A51F83-B713-4A4D-8105-C75936B8E1D2}" dt="2026-06-15T03:49:56.073" v="27641" actId="47"/>
        <pc:sldMkLst>
          <pc:docMk/>
          <pc:sldMk cId="791864731" sldId="2584"/>
        </pc:sldMkLst>
        <pc:spChg chg="mod">
          <ac:chgData name="Owais Ahmed" userId="6abc7d4556b3b071" providerId="LiveId" clId="{D0A51F83-B713-4A4D-8105-C75936B8E1D2}" dt="2026-06-14T10:49:30.905" v="24504" actId="20577"/>
          <ac:spMkLst>
            <pc:docMk/>
            <pc:sldMk cId="791864731" sldId="2584"/>
            <ac:spMk id="3" creationId="{18D39265-B060-A976-22D7-B0504969C86F}"/>
          </ac:spMkLst>
        </pc:spChg>
        <pc:spChg chg="mod">
          <ac:chgData name="Owais Ahmed" userId="6abc7d4556b3b071" providerId="LiveId" clId="{D0A51F83-B713-4A4D-8105-C75936B8E1D2}" dt="2026-06-14T10:40:29.543" v="24016" actId="20577"/>
          <ac:spMkLst>
            <pc:docMk/>
            <pc:sldMk cId="791864731" sldId="2584"/>
            <ac:spMk id="215" creationId="{CC8C4900-BA46-F183-5A1D-8CE2004610EA}"/>
          </ac:spMkLst>
        </pc:spChg>
        <pc:picChg chg="del">
          <ac:chgData name="Owais Ahmed" userId="6abc7d4556b3b071" providerId="LiveId" clId="{D0A51F83-B713-4A4D-8105-C75936B8E1D2}" dt="2026-06-14T10:40:32.296" v="24018" actId="478"/>
          <ac:picMkLst>
            <pc:docMk/>
            <pc:sldMk cId="791864731" sldId="2584"/>
            <ac:picMk id="4" creationId="{7A023514-6F49-D95F-C48A-F5CFFA924F22}"/>
          </ac:picMkLst>
        </pc:picChg>
        <pc:picChg chg="del">
          <ac:chgData name="Owais Ahmed" userId="6abc7d4556b3b071" providerId="LiveId" clId="{D0A51F83-B713-4A4D-8105-C75936B8E1D2}" dt="2026-06-14T10:40:31.232" v="24017" actId="478"/>
          <ac:picMkLst>
            <pc:docMk/>
            <pc:sldMk cId="791864731" sldId="2584"/>
            <ac:picMk id="5" creationId="{F0FACEAF-8419-97E0-E805-590E228702EF}"/>
          </ac:picMkLst>
        </pc:picChg>
        <pc:picChg chg="mod">
          <ac:chgData name="Owais Ahmed" userId="6abc7d4556b3b071" providerId="LiveId" clId="{D0A51F83-B713-4A4D-8105-C75936B8E1D2}" dt="2026-06-14T10:47:35.970" v="24296" actId="1076"/>
          <ac:picMkLst>
            <pc:docMk/>
            <pc:sldMk cId="791864731" sldId="2584"/>
            <ac:picMk id="6" creationId="{801DBFF3-87F3-D451-2FE3-6BE944A8C6B6}"/>
          </ac:picMkLst>
        </pc:picChg>
      </pc:sldChg>
      <pc:sldChg chg="modSp add mod modAnim">
        <pc:chgData name="Owais Ahmed" userId="6abc7d4556b3b071" providerId="LiveId" clId="{D0A51F83-B713-4A4D-8105-C75936B8E1D2}" dt="2026-06-15T04:27:36.660" v="29745" actId="20577"/>
        <pc:sldMkLst>
          <pc:docMk/>
          <pc:sldMk cId="801566683" sldId="2584"/>
        </pc:sldMkLst>
        <pc:spChg chg="mod">
          <ac:chgData name="Owais Ahmed" userId="6abc7d4556b3b071" providerId="LiveId" clId="{D0A51F83-B713-4A4D-8105-C75936B8E1D2}" dt="2026-06-15T04:27:36.660" v="29745" actId="20577"/>
          <ac:spMkLst>
            <pc:docMk/>
            <pc:sldMk cId="801566683" sldId="2584"/>
            <ac:spMk id="3" creationId="{18407B0E-341E-A28A-9579-6B5941156D25}"/>
          </ac:spMkLst>
        </pc:spChg>
        <pc:spChg chg="mod">
          <ac:chgData name="Owais Ahmed" userId="6abc7d4556b3b071" providerId="LiveId" clId="{D0A51F83-B713-4A4D-8105-C75936B8E1D2}" dt="2026-06-15T04:07:06.475" v="28963" actId="20577"/>
          <ac:spMkLst>
            <pc:docMk/>
            <pc:sldMk cId="801566683" sldId="2584"/>
            <ac:spMk id="215" creationId="{7391F419-5D9E-C719-DDDF-0E6B9F695832}"/>
          </ac:spMkLst>
        </pc:spChg>
      </pc:sldChg>
      <pc:sldChg chg="addSp modSp add del mod modAnim">
        <pc:chgData name="Owais Ahmed" userId="6abc7d4556b3b071" providerId="LiveId" clId="{D0A51F83-B713-4A4D-8105-C75936B8E1D2}" dt="2026-06-14T10:22:14.611" v="22920" actId="47"/>
        <pc:sldMkLst>
          <pc:docMk/>
          <pc:sldMk cId="4283825959" sldId="2584"/>
        </pc:sldMkLst>
      </pc:sldChg>
      <pc:sldChg chg="addSp delSp modSp add del mod delAnim">
        <pc:chgData name="Owais Ahmed" userId="6abc7d4556b3b071" providerId="LiveId" clId="{D0A51F83-B713-4A4D-8105-C75936B8E1D2}" dt="2026-06-15T03:49:59.025" v="27651" actId="47"/>
        <pc:sldMkLst>
          <pc:docMk/>
          <pc:sldMk cId="214260296" sldId="2585"/>
        </pc:sldMkLst>
        <pc:spChg chg="del">
          <ac:chgData name="Owais Ahmed" userId="6abc7d4556b3b071" providerId="LiveId" clId="{D0A51F83-B713-4A4D-8105-C75936B8E1D2}" dt="2026-06-14T10:43:56.922" v="24232" actId="478"/>
          <ac:spMkLst>
            <pc:docMk/>
            <pc:sldMk cId="214260296" sldId="2585"/>
            <ac:spMk id="3" creationId="{6534124E-AFDC-4A84-6B0D-74D51E454D6C}"/>
          </ac:spMkLst>
        </pc:spChg>
        <pc:spChg chg="add del">
          <ac:chgData name="Owais Ahmed" userId="6abc7d4556b3b071" providerId="LiveId" clId="{D0A51F83-B713-4A4D-8105-C75936B8E1D2}" dt="2026-06-14T10:43:58.707" v="24234" actId="22"/>
          <ac:spMkLst>
            <pc:docMk/>
            <pc:sldMk cId="214260296" sldId="2585"/>
            <ac:spMk id="5" creationId="{2CD688C8-4B19-0E0A-76EA-0318809AB841}"/>
          </ac:spMkLst>
        </pc:spChg>
        <pc:spChg chg="del">
          <ac:chgData name="Owais Ahmed" userId="6abc7d4556b3b071" providerId="LiveId" clId="{D0A51F83-B713-4A4D-8105-C75936B8E1D2}" dt="2026-06-14T10:43:56.922" v="24232" actId="478"/>
          <ac:spMkLst>
            <pc:docMk/>
            <pc:sldMk cId="214260296" sldId="2585"/>
            <ac:spMk id="89" creationId="{635637E7-FC4A-8DB4-B13D-EEE845FAD15B}"/>
          </ac:spMkLst>
        </pc:spChg>
        <pc:spChg chg="del">
          <ac:chgData name="Owais Ahmed" userId="6abc7d4556b3b071" providerId="LiveId" clId="{D0A51F83-B713-4A4D-8105-C75936B8E1D2}" dt="2026-06-14T10:43:56.922" v="24232" actId="478"/>
          <ac:spMkLst>
            <pc:docMk/>
            <pc:sldMk cId="214260296" sldId="2585"/>
            <ac:spMk id="214" creationId="{535657E7-35EC-0AE6-118B-CC6A53EEE325}"/>
          </ac:spMkLst>
        </pc:spChg>
        <pc:spChg chg="del">
          <ac:chgData name="Owais Ahmed" userId="6abc7d4556b3b071" providerId="LiveId" clId="{D0A51F83-B713-4A4D-8105-C75936B8E1D2}" dt="2026-06-14T10:43:56.922" v="24232" actId="478"/>
          <ac:spMkLst>
            <pc:docMk/>
            <pc:sldMk cId="214260296" sldId="2585"/>
            <ac:spMk id="215" creationId="{69AF65BA-0D3A-D0A1-79F2-DB1E24E44558}"/>
          </ac:spMkLst>
        </pc:spChg>
        <pc:spChg chg="del">
          <ac:chgData name="Owais Ahmed" userId="6abc7d4556b3b071" providerId="LiveId" clId="{D0A51F83-B713-4A4D-8105-C75936B8E1D2}" dt="2026-06-14T10:43:56.922" v="24232" actId="478"/>
          <ac:spMkLst>
            <pc:docMk/>
            <pc:sldMk cId="214260296" sldId="2585"/>
            <ac:spMk id="216" creationId="{18F0623A-DAF1-F4C0-8625-4CC6DD041E52}"/>
          </ac:spMkLst>
        </pc:spChg>
        <pc:graphicFrameChg chg="add modGraphic">
          <ac:chgData name="Owais Ahmed" userId="6abc7d4556b3b071" providerId="LiveId" clId="{D0A51F83-B713-4A4D-8105-C75936B8E1D2}" dt="2026-06-14T11:30:31.533" v="27434" actId="2062"/>
          <ac:graphicFrameMkLst>
            <pc:docMk/>
            <pc:sldMk cId="214260296" sldId="2585"/>
            <ac:graphicFrameMk id="7" creationId="{6EB1D470-6C2E-C6E5-6A5F-E6D780524E89}"/>
          </ac:graphicFrameMkLst>
        </pc:graphicFrameChg>
      </pc:sldChg>
      <pc:sldChg chg="modSp add modAnim">
        <pc:chgData name="Owais Ahmed" userId="6abc7d4556b3b071" providerId="LiveId" clId="{D0A51F83-B713-4A4D-8105-C75936B8E1D2}" dt="2026-06-15T04:12:22.509" v="29207" actId="20577"/>
        <pc:sldMkLst>
          <pc:docMk/>
          <pc:sldMk cId="2860042823" sldId="2585"/>
        </pc:sldMkLst>
        <pc:spChg chg="mod">
          <ac:chgData name="Owais Ahmed" userId="6abc7d4556b3b071" providerId="LiveId" clId="{D0A51F83-B713-4A4D-8105-C75936B8E1D2}" dt="2026-06-15T04:12:22.509" v="29207" actId="20577"/>
          <ac:spMkLst>
            <pc:docMk/>
            <pc:sldMk cId="2860042823" sldId="2585"/>
            <ac:spMk id="3" creationId="{B91DA9F3-B20D-4F68-8C6A-0CB3986FCB6E}"/>
          </ac:spMkLst>
        </pc:spChg>
      </pc:sldChg>
      <pc:sldChg chg="modSp add del mod ord modAnim">
        <pc:chgData name="Owais Ahmed" userId="6abc7d4556b3b071" providerId="LiveId" clId="{D0A51F83-B713-4A4D-8105-C75936B8E1D2}" dt="2026-06-14T10:22:14.611" v="22920" actId="47"/>
        <pc:sldMkLst>
          <pc:docMk/>
          <pc:sldMk cId="3940183664" sldId="2585"/>
        </pc:sldMkLst>
      </pc:sldChg>
      <pc:sldChg chg="modSp add del mod modAnim">
        <pc:chgData name="Owais Ahmed" userId="6abc7d4556b3b071" providerId="LiveId" clId="{D0A51F83-B713-4A4D-8105-C75936B8E1D2}" dt="2026-06-14T10:22:14.611" v="22920" actId="47"/>
        <pc:sldMkLst>
          <pc:docMk/>
          <pc:sldMk cId="1443891102" sldId="2586"/>
        </pc:sldMkLst>
      </pc:sldChg>
      <pc:sldChg chg="addSp delSp modSp add mod delAnim modAnim">
        <pc:chgData name="Owais Ahmed" userId="6abc7d4556b3b071" providerId="LiveId" clId="{D0A51F83-B713-4A4D-8105-C75936B8E1D2}" dt="2026-06-15T04:25:39.088" v="29666"/>
        <pc:sldMkLst>
          <pc:docMk/>
          <pc:sldMk cId="1903262943" sldId="2586"/>
        </pc:sldMkLst>
        <pc:spChg chg="del mod">
          <ac:chgData name="Owais Ahmed" userId="6abc7d4556b3b071" providerId="LiveId" clId="{D0A51F83-B713-4A4D-8105-C75936B8E1D2}" dt="2026-06-15T04:14:33.758" v="29212" actId="478"/>
          <ac:spMkLst>
            <pc:docMk/>
            <pc:sldMk cId="1903262943" sldId="2586"/>
            <ac:spMk id="3" creationId="{0E9CFF4F-BE77-752B-223E-B7ED5C79BE06}"/>
          </ac:spMkLst>
        </pc:spChg>
        <pc:spChg chg="add mod">
          <ac:chgData name="Owais Ahmed" userId="6abc7d4556b3b071" providerId="LiveId" clId="{D0A51F83-B713-4A4D-8105-C75936B8E1D2}" dt="2026-06-15T04:20:41.674" v="29479" actId="114"/>
          <ac:spMkLst>
            <pc:docMk/>
            <pc:sldMk cId="1903262943" sldId="2586"/>
            <ac:spMk id="6" creationId="{657539AC-5B9C-7D61-D81E-C8CC64626467}"/>
          </ac:spMkLst>
        </pc:spChg>
        <pc:spChg chg="mod">
          <ac:chgData name="Owais Ahmed" userId="6abc7d4556b3b071" providerId="LiveId" clId="{D0A51F83-B713-4A4D-8105-C75936B8E1D2}" dt="2026-06-15T04:20:54.448" v="29496" actId="20577"/>
          <ac:spMkLst>
            <pc:docMk/>
            <pc:sldMk cId="1903262943" sldId="2586"/>
            <ac:spMk id="215" creationId="{37FADDFB-9459-5600-60F6-30BBE39657EA}"/>
          </ac:spMkLst>
        </pc:spChg>
        <pc:graphicFrameChg chg="add mod">
          <ac:chgData name="Owais Ahmed" userId="6abc7d4556b3b071" providerId="LiveId" clId="{D0A51F83-B713-4A4D-8105-C75936B8E1D2}" dt="2026-06-15T04:14:03.037" v="29210"/>
          <ac:graphicFrameMkLst>
            <pc:docMk/>
            <pc:sldMk cId="1903262943" sldId="2586"/>
            <ac:graphicFrameMk id="4" creationId="{FBF6A942-9070-25C5-31E0-AFD1D5BA3930}"/>
          </ac:graphicFrameMkLst>
        </pc:graphicFrameChg>
        <pc:graphicFrameChg chg="add mod modGraphic">
          <ac:chgData name="Owais Ahmed" userId="6abc7d4556b3b071" providerId="LiveId" clId="{D0A51F83-B713-4A4D-8105-C75936B8E1D2}" dt="2026-06-15T04:24:53.381" v="29665" actId="20577"/>
          <ac:graphicFrameMkLst>
            <pc:docMk/>
            <pc:sldMk cId="1903262943" sldId="2586"/>
            <ac:graphicFrameMk id="5" creationId="{C51ABF43-7C3E-4C60-50D2-588C532E452B}"/>
          </ac:graphicFrameMkLst>
        </pc:graphicFrameChg>
      </pc:sldChg>
      <pc:sldChg chg="addSp delSp modSp add del mod modAnim">
        <pc:chgData name="Owais Ahmed" userId="6abc7d4556b3b071" providerId="LiveId" clId="{D0A51F83-B713-4A4D-8105-C75936B8E1D2}" dt="2026-06-15T03:49:58.508" v="27650" actId="47"/>
        <pc:sldMkLst>
          <pc:docMk/>
          <pc:sldMk cId="2437709144" sldId="2586"/>
        </pc:sldMkLst>
        <pc:spChg chg="del mod">
          <ac:chgData name="Owais Ahmed" userId="6abc7d4556b3b071" providerId="LiveId" clId="{D0A51F83-B713-4A4D-8105-C75936B8E1D2}" dt="2026-06-14T10:44:45.156" v="24286" actId="478"/>
          <ac:spMkLst>
            <pc:docMk/>
            <pc:sldMk cId="2437709144" sldId="2586"/>
            <ac:spMk id="3" creationId="{22B08E40-D81D-266B-4BDB-B525A3B3DC44}"/>
          </ac:spMkLst>
        </pc:spChg>
        <pc:spChg chg="add del">
          <ac:chgData name="Owais Ahmed" userId="6abc7d4556b3b071" providerId="LiveId" clId="{D0A51F83-B713-4A4D-8105-C75936B8E1D2}" dt="2026-06-14T10:44:40.703" v="24284" actId="22"/>
          <ac:spMkLst>
            <pc:docMk/>
            <pc:sldMk cId="2437709144" sldId="2586"/>
            <ac:spMk id="5" creationId="{B797AC45-09B8-6B84-5230-7E49FFB26C25}"/>
          </ac:spMkLst>
        </pc:spChg>
        <pc:spChg chg="add mod">
          <ac:chgData name="Owais Ahmed" userId="6abc7d4556b3b071" providerId="LiveId" clId="{D0A51F83-B713-4A4D-8105-C75936B8E1D2}" dt="2026-06-14T12:18:28.927" v="27446" actId="6549"/>
          <ac:spMkLst>
            <pc:docMk/>
            <pc:sldMk cId="2437709144" sldId="2586"/>
            <ac:spMk id="6" creationId="{6B5EC9BA-45DC-CE83-6C05-B15BC0406BE8}"/>
          </ac:spMkLst>
        </pc:spChg>
        <pc:spChg chg="mod">
          <ac:chgData name="Owais Ahmed" userId="6abc7d4556b3b071" providerId="LiveId" clId="{D0A51F83-B713-4A4D-8105-C75936B8E1D2}" dt="2026-06-14T10:44:23.621" v="24278" actId="20577"/>
          <ac:spMkLst>
            <pc:docMk/>
            <pc:sldMk cId="2437709144" sldId="2586"/>
            <ac:spMk id="215" creationId="{28D72836-E4BF-4FD7-139B-B68C186BB476}"/>
          </ac:spMkLst>
        </pc:spChg>
      </pc:sldChg>
      <pc:sldChg chg="addSp delSp modSp add mod modAnim">
        <pc:chgData name="Owais Ahmed" userId="6abc7d4556b3b071" providerId="LiveId" clId="{D0A51F83-B713-4A4D-8105-C75936B8E1D2}" dt="2026-06-15T04:25:42.926" v="29667"/>
        <pc:sldMkLst>
          <pc:docMk/>
          <pc:sldMk cId="504377856" sldId="2587"/>
        </pc:sldMkLst>
        <pc:spChg chg="mod">
          <ac:chgData name="Owais Ahmed" userId="6abc7d4556b3b071" providerId="LiveId" clId="{D0A51F83-B713-4A4D-8105-C75936B8E1D2}" dt="2026-06-15T04:24:34.782" v="29661" actId="20577"/>
          <ac:spMkLst>
            <pc:docMk/>
            <pc:sldMk cId="504377856" sldId="2587"/>
            <ac:spMk id="6" creationId="{8E38DD28-F9F6-5593-DB7E-5EB482D1C6C0}"/>
          </ac:spMkLst>
        </pc:spChg>
        <pc:spChg chg="mod">
          <ac:chgData name="Owais Ahmed" userId="6abc7d4556b3b071" providerId="LiveId" clId="{D0A51F83-B713-4A4D-8105-C75936B8E1D2}" dt="2026-06-15T04:21:01.073" v="29497"/>
          <ac:spMkLst>
            <pc:docMk/>
            <pc:sldMk cId="504377856" sldId="2587"/>
            <ac:spMk id="215" creationId="{D9528E1A-0461-DA9F-43E2-CD1E29A1FD00}"/>
          </ac:spMkLst>
        </pc:spChg>
        <pc:graphicFrameChg chg="add del mod modGraphic">
          <ac:chgData name="Owais Ahmed" userId="6abc7d4556b3b071" providerId="LiveId" clId="{D0A51F83-B713-4A4D-8105-C75936B8E1D2}" dt="2026-06-15T04:23:50.447" v="29533" actId="113"/>
          <ac:graphicFrameMkLst>
            <pc:docMk/>
            <pc:sldMk cId="504377856" sldId="2587"/>
            <ac:graphicFrameMk id="5" creationId="{D88B229C-CFF0-2695-0272-95B7B725E337}"/>
          </ac:graphicFrameMkLst>
        </pc:graphicFrameChg>
      </pc:sldChg>
      <pc:sldChg chg="delSp modSp add del mod delAnim modAnim modNotesTx">
        <pc:chgData name="Owais Ahmed" userId="6abc7d4556b3b071" providerId="LiveId" clId="{D0A51F83-B713-4A4D-8105-C75936B8E1D2}" dt="2026-06-15T03:49:56.135" v="27643" actId="47"/>
        <pc:sldMkLst>
          <pc:docMk/>
          <pc:sldMk cId="1578826775" sldId="2587"/>
        </pc:sldMkLst>
        <pc:spChg chg="mod">
          <ac:chgData name="Owais Ahmed" userId="6abc7d4556b3b071" providerId="LiveId" clId="{D0A51F83-B713-4A4D-8105-C75936B8E1D2}" dt="2026-06-14T10:56:25.819" v="24818" actId="20577"/>
          <ac:spMkLst>
            <pc:docMk/>
            <pc:sldMk cId="1578826775" sldId="2587"/>
            <ac:spMk id="3" creationId="{51E66109-DE42-8718-5606-91000380D359}"/>
          </ac:spMkLst>
        </pc:spChg>
        <pc:spChg chg="mod">
          <ac:chgData name="Owais Ahmed" userId="6abc7d4556b3b071" providerId="LiveId" clId="{D0A51F83-B713-4A4D-8105-C75936B8E1D2}" dt="2026-06-14T10:52:36.033" v="24520" actId="20577"/>
          <ac:spMkLst>
            <pc:docMk/>
            <pc:sldMk cId="1578826775" sldId="2587"/>
            <ac:spMk id="215" creationId="{EA631A13-898E-799C-8E0D-3C12DE1A606D}"/>
          </ac:spMkLst>
        </pc:spChg>
        <pc:picChg chg="del">
          <ac:chgData name="Owais Ahmed" userId="6abc7d4556b3b071" providerId="LiveId" clId="{D0A51F83-B713-4A4D-8105-C75936B8E1D2}" dt="2026-06-14T10:52:37.834" v="24521" actId="478"/>
          <ac:picMkLst>
            <pc:docMk/>
            <pc:sldMk cId="1578826775" sldId="2587"/>
            <ac:picMk id="6" creationId="{13CF6522-DC05-2D6C-94DE-4ED0A535532A}"/>
          </ac:picMkLst>
        </pc:picChg>
      </pc:sldChg>
      <pc:sldChg chg="modSp add del mod modAnim">
        <pc:chgData name="Owais Ahmed" userId="6abc7d4556b3b071" providerId="LiveId" clId="{D0A51F83-B713-4A4D-8105-C75936B8E1D2}" dt="2026-06-14T10:22:14.611" v="22920" actId="47"/>
        <pc:sldMkLst>
          <pc:docMk/>
          <pc:sldMk cId="1718148521" sldId="2587"/>
        </pc:sldMkLst>
      </pc:sldChg>
      <pc:sldChg chg="modSp add del mod modAnim">
        <pc:chgData name="Owais Ahmed" userId="6abc7d4556b3b071" providerId="LiveId" clId="{D0A51F83-B713-4A4D-8105-C75936B8E1D2}" dt="2026-06-14T10:22:14.611" v="22920" actId="47"/>
        <pc:sldMkLst>
          <pc:docMk/>
          <pc:sldMk cId="653827550" sldId="2588"/>
        </pc:sldMkLst>
      </pc:sldChg>
      <pc:sldChg chg="modSp add mod modAnim">
        <pc:chgData name="Owais Ahmed" userId="6abc7d4556b3b071" providerId="LiveId" clId="{D0A51F83-B713-4A4D-8105-C75936B8E1D2}" dt="2026-06-15T04:34:36.056" v="29963" actId="113"/>
        <pc:sldMkLst>
          <pc:docMk/>
          <pc:sldMk cId="966848008" sldId="2588"/>
        </pc:sldMkLst>
        <pc:spChg chg="mod">
          <ac:chgData name="Owais Ahmed" userId="6abc7d4556b3b071" providerId="LiveId" clId="{D0A51F83-B713-4A4D-8105-C75936B8E1D2}" dt="2026-06-15T04:34:36.056" v="29963" actId="113"/>
          <ac:spMkLst>
            <pc:docMk/>
            <pc:sldMk cId="966848008" sldId="2588"/>
            <ac:spMk id="3" creationId="{2694763B-96B0-DBF7-BD76-2DCB4753E64F}"/>
          </ac:spMkLst>
        </pc:spChg>
        <pc:spChg chg="mod">
          <ac:chgData name="Owais Ahmed" userId="6abc7d4556b3b071" providerId="LiveId" clId="{D0A51F83-B713-4A4D-8105-C75936B8E1D2}" dt="2026-06-15T04:29:17.683" v="29778" actId="20577"/>
          <ac:spMkLst>
            <pc:docMk/>
            <pc:sldMk cId="966848008" sldId="2588"/>
            <ac:spMk id="215" creationId="{4A6DDED4-0714-F20D-4F9A-05A3FBB8D852}"/>
          </ac:spMkLst>
        </pc:spChg>
      </pc:sldChg>
      <pc:sldChg chg="modSp add del mod ord modAnim modNotesTx">
        <pc:chgData name="Owais Ahmed" userId="6abc7d4556b3b071" providerId="LiveId" clId="{D0A51F83-B713-4A4D-8105-C75936B8E1D2}" dt="2026-06-15T03:49:56.105" v="27642" actId="47"/>
        <pc:sldMkLst>
          <pc:docMk/>
          <pc:sldMk cId="2808255856" sldId="2588"/>
        </pc:sldMkLst>
        <pc:spChg chg="mod">
          <ac:chgData name="Owais Ahmed" userId="6abc7d4556b3b071" providerId="LiveId" clId="{D0A51F83-B713-4A4D-8105-C75936B8E1D2}" dt="2026-06-14T10:59:18.224" v="24914" actId="27636"/>
          <ac:spMkLst>
            <pc:docMk/>
            <pc:sldMk cId="2808255856" sldId="2588"/>
            <ac:spMk id="3" creationId="{C8841EFE-B503-5E1C-093E-B0DFDFA62DE4}"/>
          </ac:spMkLst>
        </pc:spChg>
        <pc:spChg chg="mod">
          <ac:chgData name="Owais Ahmed" userId="6abc7d4556b3b071" providerId="LiveId" clId="{D0A51F83-B713-4A4D-8105-C75936B8E1D2}" dt="2026-06-14T10:57:00.438" v="24833" actId="20577"/>
          <ac:spMkLst>
            <pc:docMk/>
            <pc:sldMk cId="2808255856" sldId="2588"/>
            <ac:spMk id="215" creationId="{70467235-CD84-F407-085A-8B5356A2F5BA}"/>
          </ac:spMkLst>
        </pc:spChg>
      </pc:sldChg>
      <pc:sldChg chg="modSp add mod modAnim">
        <pc:chgData name="Owais Ahmed" userId="6abc7d4556b3b071" providerId="LiveId" clId="{D0A51F83-B713-4A4D-8105-C75936B8E1D2}" dt="2026-06-15T04:38:31.877" v="30081" actId="6549"/>
        <pc:sldMkLst>
          <pc:docMk/>
          <pc:sldMk cId="2287423165" sldId="2589"/>
        </pc:sldMkLst>
        <pc:spChg chg="mod">
          <ac:chgData name="Owais Ahmed" userId="6abc7d4556b3b071" providerId="LiveId" clId="{D0A51F83-B713-4A4D-8105-C75936B8E1D2}" dt="2026-06-15T04:38:31.877" v="30081" actId="6549"/>
          <ac:spMkLst>
            <pc:docMk/>
            <pc:sldMk cId="2287423165" sldId="2589"/>
            <ac:spMk id="3" creationId="{7A4A8B33-875D-BE00-DF4D-15900804713D}"/>
          </ac:spMkLst>
        </pc:spChg>
      </pc:sldChg>
      <pc:sldChg chg="addSp modSp add del mod modAnim">
        <pc:chgData name="Owais Ahmed" userId="6abc7d4556b3b071" providerId="LiveId" clId="{D0A51F83-B713-4A4D-8105-C75936B8E1D2}" dt="2026-06-14T10:22:14.611" v="22920" actId="47"/>
        <pc:sldMkLst>
          <pc:docMk/>
          <pc:sldMk cId="2987376240" sldId="2589"/>
        </pc:sldMkLst>
      </pc:sldChg>
      <pc:sldChg chg="modSp add del mod modAnim">
        <pc:chgData name="Owais Ahmed" userId="6abc7d4556b3b071" providerId="LiveId" clId="{D0A51F83-B713-4A4D-8105-C75936B8E1D2}" dt="2026-06-15T03:49:56.182" v="27644" actId="47"/>
        <pc:sldMkLst>
          <pc:docMk/>
          <pc:sldMk cId="3196034271" sldId="2589"/>
        </pc:sldMkLst>
        <pc:spChg chg="mod">
          <ac:chgData name="Owais Ahmed" userId="6abc7d4556b3b071" providerId="LiveId" clId="{D0A51F83-B713-4A4D-8105-C75936B8E1D2}" dt="2026-06-14T11:03:47.956" v="25410" actId="20577"/>
          <ac:spMkLst>
            <pc:docMk/>
            <pc:sldMk cId="3196034271" sldId="2589"/>
            <ac:spMk id="3" creationId="{7D131491-3C35-B609-22E1-783B18865411}"/>
          </ac:spMkLst>
        </pc:spChg>
        <pc:spChg chg="mod">
          <ac:chgData name="Owais Ahmed" userId="6abc7d4556b3b071" providerId="LiveId" clId="{D0A51F83-B713-4A4D-8105-C75936B8E1D2}" dt="2026-06-14T11:00:55.453" v="25131" actId="20577"/>
          <ac:spMkLst>
            <pc:docMk/>
            <pc:sldMk cId="3196034271" sldId="2589"/>
            <ac:spMk id="215" creationId="{312889CA-C595-10DB-D05C-2B2763A3437F}"/>
          </ac:spMkLst>
        </pc:spChg>
      </pc:sldChg>
      <pc:sldChg chg="modSp add del mod ord modAnim">
        <pc:chgData name="Owais Ahmed" userId="6abc7d4556b3b071" providerId="LiveId" clId="{D0A51F83-B713-4A4D-8105-C75936B8E1D2}" dt="2026-06-14T10:22:14.611" v="22920" actId="47"/>
        <pc:sldMkLst>
          <pc:docMk/>
          <pc:sldMk cId="2040004263" sldId="2590"/>
        </pc:sldMkLst>
      </pc:sldChg>
      <pc:sldChg chg="modSp add del mod modAnim">
        <pc:chgData name="Owais Ahmed" userId="6abc7d4556b3b071" providerId="LiveId" clId="{D0A51F83-B713-4A4D-8105-C75936B8E1D2}" dt="2026-06-15T03:49:56.214" v="27645" actId="47"/>
        <pc:sldMkLst>
          <pc:docMk/>
          <pc:sldMk cId="3207472556" sldId="2590"/>
        </pc:sldMkLst>
        <pc:spChg chg="mod">
          <ac:chgData name="Owais Ahmed" userId="6abc7d4556b3b071" providerId="LiveId" clId="{D0A51F83-B713-4A4D-8105-C75936B8E1D2}" dt="2026-06-14T11:25:10.876" v="27146" actId="20577"/>
          <ac:spMkLst>
            <pc:docMk/>
            <pc:sldMk cId="3207472556" sldId="2590"/>
            <ac:spMk id="3" creationId="{6D24C9CB-D0EA-4496-7B89-C0EF100B3093}"/>
          </ac:spMkLst>
        </pc:spChg>
      </pc:sldChg>
      <pc:sldChg chg="modSp add mod modAnim">
        <pc:chgData name="Owais Ahmed" userId="6abc7d4556b3b071" providerId="LiveId" clId="{D0A51F83-B713-4A4D-8105-C75936B8E1D2}" dt="2026-06-15T04:41:34.941" v="30209" actId="27636"/>
        <pc:sldMkLst>
          <pc:docMk/>
          <pc:sldMk cId="4151259820" sldId="2590"/>
        </pc:sldMkLst>
        <pc:spChg chg="mod">
          <ac:chgData name="Owais Ahmed" userId="6abc7d4556b3b071" providerId="LiveId" clId="{D0A51F83-B713-4A4D-8105-C75936B8E1D2}" dt="2026-06-15T04:41:34.941" v="30209" actId="27636"/>
          <ac:spMkLst>
            <pc:docMk/>
            <pc:sldMk cId="4151259820" sldId="2590"/>
            <ac:spMk id="3" creationId="{7B2CC19C-9691-DAB7-C5E3-8727826D7044}"/>
          </ac:spMkLst>
        </pc:spChg>
      </pc:sldChg>
      <pc:sldChg chg="modSp add mod modNotesTx">
        <pc:chgData name="Owais Ahmed" userId="6abc7d4556b3b071" providerId="LiveId" clId="{D0A51F83-B713-4A4D-8105-C75936B8E1D2}" dt="2026-06-15T04:42:51.802" v="30377" actId="20577"/>
        <pc:sldMkLst>
          <pc:docMk/>
          <pc:sldMk cId="1855424601" sldId="2591"/>
        </pc:sldMkLst>
        <pc:spChg chg="mod">
          <ac:chgData name="Owais Ahmed" userId="6abc7d4556b3b071" providerId="LiveId" clId="{D0A51F83-B713-4A4D-8105-C75936B8E1D2}" dt="2026-06-15T04:42:17.234" v="30232" actId="20577"/>
          <ac:spMkLst>
            <pc:docMk/>
            <pc:sldMk cId="1855424601" sldId="2591"/>
            <ac:spMk id="3" creationId="{463C1FC5-655F-0B48-A344-0EABEA1C9C72}"/>
          </ac:spMkLst>
        </pc:spChg>
      </pc:sldChg>
      <pc:sldChg chg="modSp add del mod modAnim">
        <pc:chgData name="Owais Ahmed" userId="6abc7d4556b3b071" providerId="LiveId" clId="{D0A51F83-B713-4A4D-8105-C75936B8E1D2}" dt="2026-06-14T10:22:14.611" v="22920" actId="47"/>
        <pc:sldMkLst>
          <pc:docMk/>
          <pc:sldMk cId="3190574539" sldId="2591"/>
        </pc:sldMkLst>
      </pc:sldChg>
      <pc:sldChg chg="modSp add del mod modAnim">
        <pc:chgData name="Owais Ahmed" userId="6abc7d4556b3b071" providerId="LiveId" clId="{D0A51F83-B713-4A4D-8105-C75936B8E1D2}" dt="2026-06-15T03:49:56.917" v="27646" actId="47"/>
        <pc:sldMkLst>
          <pc:docMk/>
          <pc:sldMk cId="3793263910" sldId="2591"/>
        </pc:sldMkLst>
        <pc:spChg chg="mod">
          <ac:chgData name="Owais Ahmed" userId="6abc7d4556b3b071" providerId="LiveId" clId="{D0A51F83-B713-4A4D-8105-C75936B8E1D2}" dt="2026-06-14T11:25:16.939" v="27148" actId="20577"/>
          <ac:spMkLst>
            <pc:docMk/>
            <pc:sldMk cId="3793263910" sldId="2591"/>
            <ac:spMk id="3" creationId="{D5A6B962-8685-DFAF-FDB9-2BC5E6B49FA5}"/>
          </ac:spMkLst>
        </pc:spChg>
      </pc:sldChg>
      <pc:sldChg chg="modSp add mod modNotesTx">
        <pc:chgData name="Owais Ahmed" userId="6abc7d4556b3b071" providerId="LiveId" clId="{D0A51F83-B713-4A4D-8105-C75936B8E1D2}" dt="2026-06-15T04:43:40.786" v="30422" actId="6549"/>
        <pc:sldMkLst>
          <pc:docMk/>
          <pc:sldMk cId="1198129823" sldId="2592"/>
        </pc:sldMkLst>
        <pc:spChg chg="mod">
          <ac:chgData name="Owais Ahmed" userId="6abc7d4556b3b071" providerId="LiveId" clId="{D0A51F83-B713-4A4D-8105-C75936B8E1D2}" dt="2026-06-15T04:43:40.786" v="30422" actId="6549"/>
          <ac:spMkLst>
            <pc:docMk/>
            <pc:sldMk cId="1198129823" sldId="2592"/>
            <ac:spMk id="3" creationId="{4A79D08A-CFC3-25CA-11E2-5621CEA9BB92}"/>
          </ac:spMkLst>
        </pc:spChg>
      </pc:sldChg>
      <pc:sldChg chg="del">
        <pc:chgData name="Owais Ahmed" userId="6abc7d4556b3b071" providerId="LiveId" clId="{D0A51F83-B713-4A4D-8105-C75936B8E1D2}" dt="2026-06-14T10:22:14.611" v="22920" actId="47"/>
        <pc:sldMkLst>
          <pc:docMk/>
          <pc:sldMk cId="1839047135" sldId="2592"/>
        </pc:sldMkLst>
      </pc:sldChg>
      <pc:sldChg chg="modSp add del mod modAnim">
        <pc:chgData name="Owais Ahmed" userId="6abc7d4556b3b071" providerId="LiveId" clId="{D0A51F83-B713-4A4D-8105-C75936B8E1D2}" dt="2026-06-15T03:49:57.125" v="27647" actId="47"/>
        <pc:sldMkLst>
          <pc:docMk/>
          <pc:sldMk cId="3538001416" sldId="2592"/>
        </pc:sldMkLst>
        <pc:spChg chg="mod">
          <ac:chgData name="Owais Ahmed" userId="6abc7d4556b3b071" providerId="LiveId" clId="{D0A51F83-B713-4A4D-8105-C75936B8E1D2}" dt="2026-06-14T11:25:18.893" v="27150" actId="20577"/>
          <ac:spMkLst>
            <pc:docMk/>
            <pc:sldMk cId="3538001416" sldId="2592"/>
            <ac:spMk id="3" creationId="{C489570B-CC87-B6F1-1B6E-1E3DE8CE471B}"/>
          </ac:spMkLst>
        </pc:spChg>
      </pc:sldChg>
      <pc:sldChg chg="modSp add del mod modAnim">
        <pc:chgData name="Owais Ahmed" userId="6abc7d4556b3b071" providerId="LiveId" clId="{D0A51F83-B713-4A4D-8105-C75936B8E1D2}" dt="2026-06-15T03:49:57.301" v="27648" actId="47"/>
        <pc:sldMkLst>
          <pc:docMk/>
          <pc:sldMk cId="758226054" sldId="2593"/>
        </pc:sldMkLst>
        <pc:spChg chg="mod">
          <ac:chgData name="Owais Ahmed" userId="6abc7d4556b3b071" providerId="LiveId" clId="{D0A51F83-B713-4A4D-8105-C75936B8E1D2}" dt="2026-06-14T11:25:22.189" v="27152" actId="20577"/>
          <ac:spMkLst>
            <pc:docMk/>
            <pc:sldMk cId="758226054" sldId="2593"/>
            <ac:spMk id="3" creationId="{4687FBD0-AEF8-509F-29A4-1A3D0F3F2889}"/>
          </ac:spMkLst>
        </pc:spChg>
      </pc:sldChg>
      <pc:sldChg chg="modSp add mod">
        <pc:chgData name="Owais Ahmed" userId="6abc7d4556b3b071" providerId="LiveId" clId="{D0A51F83-B713-4A4D-8105-C75936B8E1D2}" dt="2026-06-15T04:45:48.320" v="30504" actId="6549"/>
        <pc:sldMkLst>
          <pc:docMk/>
          <pc:sldMk cId="3124689454" sldId="2593"/>
        </pc:sldMkLst>
        <pc:spChg chg="mod">
          <ac:chgData name="Owais Ahmed" userId="6abc7d4556b3b071" providerId="LiveId" clId="{D0A51F83-B713-4A4D-8105-C75936B8E1D2}" dt="2026-06-15T04:45:48.320" v="30504" actId="6549"/>
          <ac:spMkLst>
            <pc:docMk/>
            <pc:sldMk cId="3124689454" sldId="2593"/>
            <ac:spMk id="3" creationId="{4B3AC4B2-DB3F-80F4-99B7-9227CABB0815}"/>
          </ac:spMkLst>
        </pc:spChg>
      </pc:sldChg>
      <pc:sldChg chg="modSp add del mod modAnim">
        <pc:chgData name="Owais Ahmed" userId="6abc7d4556b3b071" providerId="LiveId" clId="{D0A51F83-B713-4A4D-8105-C75936B8E1D2}" dt="2026-06-15T03:49:57.794" v="27649" actId="47"/>
        <pc:sldMkLst>
          <pc:docMk/>
          <pc:sldMk cId="2865375630" sldId="2594"/>
        </pc:sldMkLst>
        <pc:spChg chg="mod">
          <ac:chgData name="Owais Ahmed" userId="6abc7d4556b3b071" providerId="LiveId" clId="{D0A51F83-B713-4A4D-8105-C75936B8E1D2}" dt="2026-06-14T11:27:21.727" v="27232" actId="20577"/>
          <ac:spMkLst>
            <pc:docMk/>
            <pc:sldMk cId="2865375630" sldId="2594"/>
            <ac:spMk id="3" creationId="{B2B15743-3672-2B2C-5AC8-3CD1E118871B}"/>
          </ac:spMkLst>
        </pc:spChg>
      </pc:sldChg>
      <pc:sldChg chg="modSp add mod">
        <pc:chgData name="Owais Ahmed" userId="6abc7d4556b3b071" providerId="LiveId" clId="{D0A51F83-B713-4A4D-8105-C75936B8E1D2}" dt="2026-06-15T04:46:31.591" v="30543" actId="20577"/>
        <pc:sldMkLst>
          <pc:docMk/>
          <pc:sldMk cId="3674072459" sldId="2594"/>
        </pc:sldMkLst>
        <pc:spChg chg="mod">
          <ac:chgData name="Owais Ahmed" userId="6abc7d4556b3b071" providerId="LiveId" clId="{D0A51F83-B713-4A4D-8105-C75936B8E1D2}" dt="2026-06-15T04:46:31.591" v="30543" actId="20577"/>
          <ac:spMkLst>
            <pc:docMk/>
            <pc:sldMk cId="3674072459" sldId="2594"/>
            <ac:spMk id="3" creationId="{B5B571B7-0398-2061-35DE-B532DABC3B09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F97DFCF-F890-A143-9133-C8B65C9B01E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E2C281-2434-D94F-B4BD-BA3CD4DB8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6D5B4E-BF3E-3B45-A4BA-D6C3B92870D7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17CBFA-633D-5540-AFAA-BE1F495EC62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B5631-D714-AD41-853B-A883ADC344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5AE8BC-2AB3-9E4C-9797-2A6F8A74C7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9870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A8621B-8C8E-49BA-8772-41D0FE75A082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8B34ED-4CDD-41C9-90F7-D768D5559A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970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8B34ED-4CDD-41C9-90F7-D768D5559A6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2040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42AAE1-3574-1825-3080-E2EF8C6D0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6FD5C8-1242-B4D6-D51A-01A2384C5E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E1CFA2-8200-EA8F-2C5D-D82B2666F1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7184F9-5918-FC6D-0882-5E71C62A58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5046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72291E-A6B1-E954-162D-0940CA876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CA6C90-DE39-4F20-A0A0-D549BCC4D3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5A9965-2ADF-89D9-BD40-D36E859F46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76C84D-0447-FCE2-99C1-00DECE6981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5656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7F0B8D-4223-1983-7502-BC72D43D1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3CDBFE-3C98-C03C-EE6C-AAB1EB6753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CAB8A9-AFB4-9854-CA52-8AB58CA4C7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0DEA9F-7019-7CC1-C65F-24C774073D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2985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853A0-560F-8EDD-F74C-6AA985BB6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7F3A9F-5495-DDE3-C1E8-3AEB40E8BB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E5E3A4-4657-8868-6876-BE590BB551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070DC0-DC27-C1EC-78A6-0BDCF53813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625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FA70D-3A74-B9A9-F97B-E0E27B787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2F74C6-7998-AF8D-6020-B03DBB97B5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B8742C-9823-9BB5-5F70-A8EFFE9ECA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85F4BC-D51D-659E-8B06-6A57C722C7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6615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C416A9-C451-F65B-3B85-6657CF28C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6FF277-C48D-346B-2E0E-F9F9DFAEB2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D79F7B-8949-657C-9660-69B3475963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C2AAC6-D201-BB85-4E7D-73FFDAAE267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7839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796FB1-7E7E-5D15-90D9-728859CBC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BEF0F5-2491-C5FD-BCC6-0C959E0561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FC85B1-2523-CF87-053B-E275732276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7B7B2E-25C4-3A49-B7E4-A72586FDFB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7899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009C9-4C1D-D072-2F2D-E8B46EB63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654614-D4EA-B74F-BEBD-FE121338FA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8D0050-ABAD-AA86-6105-C277CF9573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If the client is indeed sitting with you during technical world, it’s a good thing in today’s development era (post AI)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FA45C3-B786-9C80-349D-2DFF074C0C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1259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9D5511-7DBC-AB84-8B34-84970BE0F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DF35C2-DDBB-8D8B-7135-0C241D5323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978815-AB4F-D419-9EE2-00AEB37BA4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352348-131D-541C-D2B2-131891F9FA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8610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B7B27A-CE2F-603C-C919-024C6EC7C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19287C-1875-CB3F-332B-0D25C02CCF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1B216E-15C9-2D8F-8104-2CA90E29CA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68619E-8254-716F-A575-A6922F3E6D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758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DB59D-B0AA-69DE-C691-49EAFFF4E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C57E2C-FB49-B036-78B1-1644007050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81EE02-3300-AF33-EA03-F39FFDBD6F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BE2056-BB65-D0AC-96E5-59F7A86877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8034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26DDA3-8A27-FF7C-5DDA-79F1A3081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78367C-F11E-B15A-641E-27926F5486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8EF762-F703-DCF0-0ABB-9F2F0864BA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83857E-77E2-5204-61BA-CDB7D76652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558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301D99-FA2A-E789-60E3-3BD0EACC1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1FA8BC-DC27-63FF-DB9C-CBC8D7E115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959D73-A260-96ED-97E6-D1C1F9280E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518F61-0E0A-A36F-9567-E0D2799F97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9104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28EFD3-59AA-8B1B-D22F-DE618E8161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AE8763-2C8D-6C2D-2B3F-D88D69A004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B8C7AB-4985-4749-6AEA-ADE68E3C56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D9202E-7D3D-29B6-CB70-9C3C6757D1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7344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8A43E-7B66-72DE-4793-918124B50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CD639C-C2C4-2B23-FAFE-B3DE77F81D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0DD603-2EDA-474F-3EF3-B325C9B3AE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AF77F7-EF8F-F58D-A79F-4B7BB621A3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0426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12343" y="5922140"/>
            <a:ext cx="5167313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58235C5-25B1-4243-9762-4AAD3C08E8B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38600" y="3608511"/>
            <a:ext cx="4114800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 marL="0" indent="0" algn="ctr">
              <a:buNone/>
              <a:defRPr sz="1800" cap="all" baseline="0"/>
            </a:lvl1pPr>
          </a:lstStyle>
          <a:p>
            <a:r>
              <a:rPr lang="en-US" spc="300"/>
              <a:t>ANNUAL REVIEW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8B2C6E-DB6F-4476-8E95-9F6EC79392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836" y="2445633"/>
            <a:ext cx="11490325" cy="823913"/>
          </a:xfrm>
        </p:spPr>
        <p:txBody>
          <a:bodyPr>
            <a:noAutofit/>
          </a:bodyPr>
          <a:lstStyle>
            <a:lvl1pPr>
              <a:lnSpc>
                <a:spcPct val="150000"/>
              </a:lnSpc>
              <a:spcBef>
                <a:spcPts val="1000"/>
              </a:spcBef>
              <a:defRPr sz="4000" cap="all" spc="300" baseline="0"/>
            </a:lvl1pPr>
          </a:lstStyle>
          <a:p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823031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prstGeom prst="parallelogram">
            <a:avLst/>
          </a:pr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83D428-B974-43F4-9246-0A2EECA11A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68819" y="642927"/>
            <a:ext cx="4846320" cy="1435947"/>
          </a:xfrm>
        </p:spPr>
        <p:txBody>
          <a:bodyPr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5400" baseline="0"/>
            </a:lvl1pPr>
          </a:lstStyle>
          <a:p>
            <a:r>
              <a:rPr lang="en-US"/>
              <a:t>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D00A38D-CFE8-4333-B9D2-D3E7EACA4F0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068820" y="2078875"/>
            <a:ext cx="4114800" cy="3798888"/>
          </a:xfrm>
        </p:spPr>
        <p:txBody>
          <a:bodyPr>
            <a:noAutofit/>
          </a:bodyPr>
          <a:lstStyle>
            <a:lvl1pPr marL="0" indent="0">
              <a:buNone/>
              <a:defRPr sz="1800" spc="3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A8588E-221D-4931-A290-C5C418443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068820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115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E5539E44-E270-49B4-8B0A-07870325AA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25539" y="1546138"/>
            <a:ext cx="4023360" cy="464871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400" spc="300" baseline="0" dirty="0">
                <a:solidFill>
                  <a:schemeClr val="lt1"/>
                </a:solidFill>
              </a:defRPr>
            </a:lvl1pPr>
          </a:lstStyle>
          <a:p>
            <a:pPr marL="0" lvl="0" algn="ctr"/>
            <a:r>
              <a:rPr lang="en-US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46932"/>
          </a:xfr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2799617"/>
            <a:ext cx="4646246" cy="2218585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E478F-E849-4A8C-AF1F-CBCC78A7CB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B0E4A3-5566-43FE-A59F-2C4F4FE7F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47832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67922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242487 w 6096000"/>
              <a:gd name="connsiteY2" fmla="*/ 6833286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67922"/>
              <a:gd name="connsiteX1" fmla="*/ 6096000 w 6096000"/>
              <a:gd name="connsiteY1" fmla="*/ 0 h 6867922"/>
              <a:gd name="connsiteX2" fmla="*/ 4228633 w 6096000"/>
              <a:gd name="connsiteY2" fmla="*/ 6867922 h 6867922"/>
              <a:gd name="connsiteX3" fmla="*/ 0 w 6096000"/>
              <a:gd name="connsiteY3" fmla="*/ 6858000 h 6867922"/>
              <a:gd name="connsiteX4" fmla="*/ 0 w 6096000"/>
              <a:gd name="connsiteY4" fmla="*/ 0 h 6867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67922">
                <a:moveTo>
                  <a:pt x="0" y="0"/>
                </a:moveTo>
                <a:lnTo>
                  <a:pt x="6096000" y="0"/>
                </a:lnTo>
                <a:lnTo>
                  <a:pt x="4228633" y="686792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ABA725B-4BCB-1D48-9C5D-46706B1871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262871"/>
            <a:ext cx="5251450" cy="1661297"/>
          </a:xfrm>
        </p:spPr>
        <p:txBody>
          <a:bodyPr anchor="b"/>
          <a:lstStyle>
            <a:lvl1pPr algn="l">
              <a:defRPr sz="6000" spc="3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3C356F-E483-4AFD-856C-13BB8E8A560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00" y="4378134"/>
            <a:ext cx="5251450" cy="36512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cap="all" spc="60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90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074E6-E39E-4D19-B91F-8E84F37CBF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92279" y="365125"/>
            <a:ext cx="4018722" cy="573989"/>
          </a:xfrm>
        </p:spPr>
        <p:txBody>
          <a:bodyPr lIns="0" rIns="0">
            <a:noAutofit/>
          </a:bodyPr>
          <a:lstStyle>
            <a:lvl1pPr algn="l">
              <a:defRPr sz="3200" spc="300"/>
            </a:lvl1pPr>
          </a:lstStyle>
          <a:p>
            <a:r>
              <a:rPr lang="en-US"/>
              <a:t>SLIDE TITLE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D1B16-7058-45AD-9B19-E19CAF966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2279" y="1263841"/>
            <a:ext cx="4018722" cy="4636392"/>
          </a:xfrm>
        </p:spPr>
        <p:txBody>
          <a:bodyPr lIns="0" rIns="0">
            <a:noAutofit/>
          </a:bodyPr>
          <a:lstStyle>
            <a:lvl1pPr>
              <a:lnSpc>
                <a:spcPct val="150000"/>
              </a:lnSpc>
              <a:spcBef>
                <a:spcPts val="500"/>
              </a:spcBef>
              <a:defRPr sz="1600"/>
            </a:lvl1pPr>
            <a:lvl2pPr>
              <a:lnSpc>
                <a:spcPct val="150000"/>
              </a:lnSpc>
              <a:spcBef>
                <a:spcPts val="500"/>
              </a:spcBef>
              <a:defRPr sz="1400"/>
            </a:lvl2pPr>
            <a:lvl3pPr>
              <a:lnSpc>
                <a:spcPct val="150000"/>
              </a:lnSpc>
              <a:spcBef>
                <a:spcPts val="500"/>
              </a:spcBef>
              <a:defRPr sz="1400"/>
            </a:lvl3pPr>
            <a:lvl4pPr>
              <a:lnSpc>
                <a:spcPct val="150000"/>
              </a:lnSpc>
              <a:spcBef>
                <a:spcPts val="500"/>
              </a:spcBef>
              <a:defRPr sz="1200"/>
            </a:lvl4pPr>
            <a:lvl5pPr>
              <a:lnSpc>
                <a:spcPct val="150000"/>
              </a:lnSpc>
              <a:spcBef>
                <a:spcPts val="500"/>
              </a:spcBef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9" name="Slide Number Placeholder 5">
            <a:extLst>
              <a:ext uri="{FF2B5EF4-FFF2-40B4-BE49-F238E27FC236}">
                <a16:creationId xmlns:a16="http://schemas.microsoft.com/office/drawing/2014/main" id="{3DEB48E0-328C-45EE-A8BD-90E6AB2610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CA175D-816E-4F70-96CC-8A1FD0EB16C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6600" y="3651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323519C8-24DE-471D-85A9-7A8AFACEC45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051300" y="3651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47F0F1E-7AF5-4B76-928C-7B28010C4F9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36600" y="24225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063D0E8E-9491-4AF0-918D-A0B782C5FD6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051300" y="24225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042F54CB-9200-4D74-968A-0A3E5871D9E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36600" y="44799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1D925119-27E3-496E-86BC-23416F94FB6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051300" y="44799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F93AF7-D4DC-42B5-8A4F-B5F3ABBB03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781678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9680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45D17-D652-4766-B11C-2E8D8390D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767791"/>
            <a:ext cx="11002962" cy="823913"/>
          </a:xfrm>
        </p:spPr>
        <p:txBody>
          <a:bodyPr>
            <a:noAutofit/>
          </a:bodyPr>
          <a:lstStyle>
            <a:lvl1pPr>
              <a:defRPr sz="4800" spc="3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C7A58C-70BA-43E5-BD90-83ADB63B0C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8A60B7-2499-42C6-8A74-ACDAE24574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634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179BAC-E989-4203-B9B4-662803654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0" y="4607137"/>
            <a:ext cx="4114800" cy="421480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>
              <a:defRPr sz="1400" spc="300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0CCC81E-A013-4315-AD13-97BA3AA955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78756" y="1569719"/>
            <a:ext cx="9234488" cy="2651443"/>
          </a:xfrm>
        </p:spPr>
        <p:txBody>
          <a:bodyPr>
            <a:noAutofit/>
          </a:bodyPr>
          <a:lstStyle>
            <a:lvl1pPr marL="0" indent="0" algn="ctr">
              <a:buNone/>
              <a:defRPr sz="3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95553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2">
            <a:extLst>
              <a:ext uri="{FF2B5EF4-FFF2-40B4-BE49-F238E27FC236}">
                <a16:creationId xmlns:a16="http://schemas.microsoft.com/office/drawing/2014/main" id="{0EF11611-8537-47CC-87AC-2E25428B7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anchor="ctr">
            <a:noAutofit/>
          </a:bodyPr>
          <a:lstStyle/>
          <a:p>
            <a:pPr algn="ctr"/>
            <a:r>
              <a:rPr lang="en-US" sz="4800"/>
              <a:t>Click to edit Master title style</a:t>
            </a:r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D1A63A52-1E65-414B-BBC3-D31F515791A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78601" y="1638300"/>
            <a:ext cx="5156200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ED7E0E1A-1E64-4A9A-9C8B-69486BD1123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9900" y="1638300"/>
            <a:ext cx="5156200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E462965-19D7-4A65-B394-9AE76A5B48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9107" y="3864355"/>
            <a:ext cx="5157787" cy="494506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spc="3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FAEC14D1-0BEA-4D9A-9D96-A56B6A9B07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9107" y="4531139"/>
            <a:ext cx="5157787" cy="2039144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1507BB47-1AB4-42F2-99FF-453A0622B8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65107" y="3864355"/>
            <a:ext cx="5183188" cy="494506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spc="3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438D6EEA-A0DB-4B5F-8F41-A9C1F2C094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65107" y="4531139"/>
            <a:ext cx="5183188" cy="2039144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A4909F59-7529-454A-A1EF-3CC1EADEF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49269" y="6468303"/>
            <a:ext cx="443948" cy="365125"/>
          </a:xfrm>
        </p:spPr>
        <p:txBody>
          <a:bodyPr>
            <a:noAutofit/>
          </a:bodyPr>
          <a:lstStyle/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834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">
            <a:extLst>
              <a:ext uri="{FF2B5EF4-FFF2-40B4-BE49-F238E27FC236}">
                <a16:creationId xmlns:a16="http://schemas.microsoft.com/office/drawing/2014/main" id="{6186F91B-547E-43BC-9BCE-04619DAAF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anchor="ctr">
            <a:noAutofit/>
          </a:bodyPr>
          <a:lstStyle/>
          <a:p>
            <a:pPr algn="ctr"/>
            <a:r>
              <a:rPr lang="en-US" sz="4800"/>
              <a:t>Click to edit Master title style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635DFA1-45D2-4EFE-8BB2-BE96634669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60121" y="3669506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2F2918FE-A84E-4303-AEF3-4FD66CDD733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60438" y="1624013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E2401025-9BC9-4BDD-97DA-CA763CF846B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542155" y="1623219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B7C4AAB6-897A-4ABD-AD50-2D86B197E91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22920" y="1623219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90D65EC-6EB4-4594-91E9-5C3DE7C3BA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41837" y="3681412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611CF730-D055-47C2-A626-299F429D41B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22919" y="3681412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F09E06A6-BFDD-42BD-BA69-2CD3BEF0F73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49269" y="6468303"/>
            <a:ext cx="443948" cy="365125"/>
          </a:xfrm>
        </p:spPr>
        <p:txBody>
          <a:bodyPr>
            <a:noAutofit/>
          </a:bodyPr>
          <a:lstStyle/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592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58000"/>
          </a:xfr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1661160"/>
            <a:ext cx="4646246" cy="2218585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E478F-E849-4A8C-AF1F-CBCC78A7CB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6CDEBF2-B5C9-4887-B717-81C3D1A73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6A7FA3-8C13-4E5A-88C4-4357C8ACD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07044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196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9074D0F-754F-4F2C-A410-F222D2D2346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>
            <a:noAutofit/>
          </a:bodyPr>
          <a:lstStyle/>
          <a:p>
            <a:r>
              <a:rPr lang="en-US" sz="4000" spc="300"/>
              <a:t>Click to edit Master title style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12343" y="5137992"/>
            <a:ext cx="5167313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3">
            <a:extLst>
              <a:ext uri="{FF2B5EF4-FFF2-40B4-BE49-F238E27FC236}">
                <a16:creationId xmlns:a16="http://schemas.microsoft.com/office/drawing/2014/main" id="{1D89734B-03E0-4ADE-8F62-C819F3E976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8194" y="3903126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2" name="Text Placeholder 13">
            <a:extLst>
              <a:ext uri="{FF2B5EF4-FFF2-40B4-BE49-F238E27FC236}">
                <a16:creationId xmlns:a16="http://schemas.microsoft.com/office/drawing/2014/main" id="{85971F4D-8B59-4B3E-9169-64E0EF1BA85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63664" y="3893330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3" name="Text Placeholder 13">
            <a:extLst>
              <a:ext uri="{FF2B5EF4-FFF2-40B4-BE49-F238E27FC236}">
                <a16:creationId xmlns:a16="http://schemas.microsoft.com/office/drawing/2014/main" id="{90B19777-E2ED-419C-B486-857117FD081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39138" y="3903126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4" name="Online Image Placeholder 33">
            <a:extLst>
              <a:ext uri="{FF2B5EF4-FFF2-40B4-BE49-F238E27FC236}">
                <a16:creationId xmlns:a16="http://schemas.microsoft.com/office/drawing/2014/main" id="{1A58EB44-F532-4998-B316-61C738C37BF5}"/>
              </a:ext>
            </a:extLst>
          </p:cNvPr>
          <p:cNvSpPr>
            <a:spLocks noGrp="1"/>
          </p:cNvSpPr>
          <p:nvPr>
            <p:ph type="clipArt" sz="quarter" idx="19" hasCustomPrompt="1"/>
          </p:nvPr>
        </p:nvSpPr>
        <p:spPr>
          <a:xfrm>
            <a:off x="1754768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Icon</a:t>
            </a:r>
          </a:p>
        </p:txBody>
      </p:sp>
      <p:sp>
        <p:nvSpPr>
          <p:cNvPr id="35" name="Online Image Placeholder 33">
            <a:extLst>
              <a:ext uri="{FF2B5EF4-FFF2-40B4-BE49-F238E27FC236}">
                <a16:creationId xmlns:a16="http://schemas.microsoft.com/office/drawing/2014/main" id="{33763C3C-3545-40BD-9B2C-DC4C0E4CE819}"/>
              </a:ext>
            </a:extLst>
          </p:cNvPr>
          <p:cNvSpPr>
            <a:spLocks noGrp="1"/>
          </p:cNvSpPr>
          <p:nvPr>
            <p:ph type="clipArt" sz="quarter" idx="20" hasCustomPrompt="1"/>
          </p:nvPr>
        </p:nvSpPr>
        <p:spPr>
          <a:xfrm>
            <a:off x="5730240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Icon</a:t>
            </a:r>
          </a:p>
        </p:txBody>
      </p:sp>
      <p:sp>
        <p:nvSpPr>
          <p:cNvPr id="36" name="Online Image Placeholder 33">
            <a:extLst>
              <a:ext uri="{FF2B5EF4-FFF2-40B4-BE49-F238E27FC236}">
                <a16:creationId xmlns:a16="http://schemas.microsoft.com/office/drawing/2014/main" id="{1C5D3777-17F3-4225-8C52-2EF1DB4FD54A}"/>
              </a:ext>
            </a:extLst>
          </p:cNvPr>
          <p:cNvSpPr>
            <a:spLocks noGrp="1"/>
          </p:cNvSpPr>
          <p:nvPr>
            <p:ph type="clipArt" sz="quarter" idx="21" hasCustomPrompt="1"/>
          </p:nvPr>
        </p:nvSpPr>
        <p:spPr>
          <a:xfrm>
            <a:off x="9705712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31737403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27223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05F96C-D634-4A69-95EC-3D002BD68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365125"/>
            <a:ext cx="11002962" cy="8239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757E98-D0FB-43E3-98BC-711F6A2F53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519" y="1365813"/>
            <a:ext cx="10989920" cy="48111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65B72-2E86-4BA3-94F2-3ADFA40B7A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1F3FD-3DB9-46B7-85E1-E8B8878A40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1" r:id="rId3"/>
    <p:sldLayoutId id="2147483651" r:id="rId4"/>
    <p:sldLayoutId id="2147483660" r:id="rId5"/>
    <p:sldLayoutId id="2147483677" r:id="rId6"/>
    <p:sldLayoutId id="2147483666" r:id="rId7"/>
    <p:sldLayoutId id="2147483679" r:id="rId8"/>
    <p:sldLayoutId id="2147483653" r:id="rId9"/>
    <p:sldLayoutId id="2147483678" r:id="rId10"/>
    <p:sldLayoutId id="2147483680" r:id="rId11"/>
    <p:sldLayoutId id="2147483681" r:id="rId12"/>
  </p:sldLayoutIdLst>
  <p:hf hdr="0" ftr="0" dt="0"/>
  <p:txStyles>
    <p:titleStyle>
      <a:lvl1pPr algn="ctr" defTabSz="914400" rtl="0" eaLnBrk="1" latinLnBrk="0" hangingPunct="1">
        <a:lnSpc>
          <a:spcPct val="10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reativecommons.org/licenses/by/3.0/" TargetMode="External"/><Relationship Id="rId4" Type="http://schemas.openxmlformats.org/officeDocument/2006/relationships/hyperlink" Target="https://www.solaresearch.org/2019/12/journal-of-learning-analytics-jla-volume-6-issue-3-now-available/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abstract image">
            <a:extLst>
              <a:ext uri="{FF2B5EF4-FFF2-40B4-BE49-F238E27FC236}">
                <a16:creationId xmlns:a16="http://schemas.microsoft.com/office/drawing/2014/main" id="{9AB29DBC-55D3-49D9-BB44-4936739C4B5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/>
        </p:blipFill>
        <p:spPr/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79DC1498-E692-42BA-B69F-6D37E6CFA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837" y="1477926"/>
            <a:ext cx="11525730" cy="2307265"/>
          </a:xfrm>
        </p:spPr>
        <p:txBody>
          <a:bodyPr/>
          <a:lstStyle/>
          <a:p>
            <a:r>
              <a:rPr lang="en-US" sz="5400" b="1"/>
              <a:t>Software Engineering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AE828D-1E63-455F-949D-0C5454A7FE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0837" y="5699050"/>
            <a:ext cx="11525730" cy="1073889"/>
          </a:xfrm>
        </p:spPr>
        <p:txBody>
          <a:bodyPr/>
          <a:lstStyle/>
          <a:p>
            <a:r>
              <a:rPr lang="en-US" sz="2000"/>
              <a:t>Dr. Owais Hussain</a:t>
            </a:r>
          </a:p>
        </p:txBody>
      </p:sp>
    </p:spTree>
    <p:extLst>
      <p:ext uri="{BB962C8B-B14F-4D97-AF65-F5344CB8AC3E}">
        <p14:creationId xmlns:p14="http://schemas.microsoft.com/office/powerpoint/2010/main" val="146856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A87B3-0A27-4EE9-979E-B69581E47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BB76F5AB-0940-46E1-85F9-6A870D7D04C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7684" r="33028"/>
          <a:stretch>
            <a:fillRect/>
          </a:stretch>
        </p:blipFill>
        <p:spPr>
          <a:xfrm>
            <a:off x="0" y="0"/>
            <a:ext cx="6096000" cy="6858000"/>
          </a:xfr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3C89A40-EEAA-43AB-9A3A-B2CFDE450F1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68819" y="2078874"/>
            <a:ext cx="4924398" cy="4136198"/>
          </a:xfrm>
        </p:spPr>
        <p:txBody>
          <a:bodyPr/>
          <a:lstStyle/>
          <a:p>
            <a:r>
              <a:rPr lang="en-GB" dirty="0"/>
              <a:t>Risk Management</a:t>
            </a:r>
          </a:p>
          <a:p>
            <a:r>
              <a:rPr lang="en-GB" dirty="0"/>
              <a:t>Reactive vs Proactive</a:t>
            </a:r>
          </a:p>
          <a:p>
            <a:r>
              <a:rPr lang="en-GB" dirty="0"/>
              <a:t>Principles</a:t>
            </a:r>
          </a:p>
          <a:p>
            <a:r>
              <a:rPr lang="en-GB" dirty="0"/>
              <a:t>Types of Risk</a:t>
            </a:r>
          </a:p>
          <a:p>
            <a:r>
              <a:rPr lang="en-GB" dirty="0"/>
              <a:t>Risk Identification and Impact</a:t>
            </a:r>
          </a:p>
          <a:p>
            <a:r>
              <a:rPr lang="en-GB" dirty="0"/>
              <a:t>RMMM and Risk Table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9F8048-1E86-48F4-B246-D2F8C54B7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5FA580-2511-43FF-99FF-4AD8C9598CD1}"/>
              </a:ext>
            </a:extLst>
          </p:cNvPr>
          <p:cNvSpPr txBox="1"/>
          <p:nvPr/>
        </p:nvSpPr>
        <p:spPr>
          <a:xfrm>
            <a:off x="0" y="6858000"/>
            <a:ext cx="6096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K" sz="900">
                <a:hlinkClick r:id="rId4" tooltip="https://www.solaresearch.org/2019/12/journal-of-learning-analytics-jla-volume-6-issue-3-now-available/"/>
              </a:rPr>
              <a:t>This Photo</a:t>
            </a:r>
            <a:r>
              <a:rPr lang="en-PK" sz="900"/>
              <a:t> by Unknown Author is licensed under </a:t>
            </a:r>
            <a:r>
              <a:rPr lang="en-PK" sz="900">
                <a:hlinkClick r:id="rId5" tooltip="https://creativecommons.org/licenses/by/3.0/"/>
              </a:rPr>
              <a:t>CC BY</a:t>
            </a:r>
            <a:endParaRPr lang="en-PK" sz="900"/>
          </a:p>
        </p:txBody>
      </p:sp>
    </p:spTree>
    <p:extLst>
      <p:ext uri="{BB962C8B-B14F-4D97-AF65-F5344CB8AC3E}">
        <p14:creationId xmlns:p14="http://schemas.microsoft.com/office/powerpoint/2010/main" val="1649098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8B3EC-A25E-EBB0-7895-276BA81D0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8B00956D-D11A-81E2-F8AD-F1EFCF92E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93660AB9-D357-E293-3E0C-2676AA809D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F0A7BEA9-FA6E-1666-96A1-2C2E6EBD1D36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Risk Management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4EACD1E4-F0A7-019B-C1BD-93DC2ADF2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7FC281C1-16E7-EEE7-BFCE-0AA8FF6AEA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0B7842-797A-25DB-6947-0B023E7CC8A3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 numCol="1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All projects are prone to risks: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What can go wrong?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What’s the likelihood?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What will the damage be?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What can we do about it?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Risk Management involves: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Risk Identification </a:t>
            </a:r>
            <a:r>
              <a:rPr lang="en-US" sz="3200" dirty="0">
                <a:sym typeface="Wingdings" panose="05000000000000000000" pitchFamily="2" charset="2"/>
              </a:rPr>
              <a:t> Analysis  Planning  Tracking  Control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455820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86BF9-F0D7-B64A-02E4-65C5607C9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AAACACE7-23FC-0D4B-FF23-673229520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85F8852B-5670-352C-0139-717A00E7E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87DA4E06-5B2A-DABA-A417-94487B567A30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Reactive vs Proactive Risk Management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5AC09913-CB23-9707-1870-5C763936D5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79D707EC-D6D5-B866-C76E-615B0C3CC7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DDDABE-1F41-0BAB-A767-93D48E1E5DF5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5875616" cy="4887878"/>
          </a:xfrm>
          <a:prstGeom prst="rect">
            <a:avLst/>
          </a:prstGeom>
        </p:spPr>
        <p:txBody>
          <a:bodyPr numCol="1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Reactive: team reacts when they occur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Mitigation: plan for additional resources for fire fighting.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Fix: resources are allocated after the damage is done.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Crisis management: project is in jeopardy as teams are not ready to respond to failures.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Reactive approach leads to project failures especially when the scope and scale are broad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B5C70E3-51C2-E200-79D3-917185FBB142}"/>
              </a:ext>
            </a:extLst>
          </p:cNvPr>
          <p:cNvSpPr txBox="1">
            <a:spLocks/>
          </p:cNvSpPr>
          <p:nvPr/>
        </p:nvSpPr>
        <p:spPr>
          <a:xfrm>
            <a:off x="6086275" y="1532587"/>
            <a:ext cx="5875616" cy="4887878"/>
          </a:xfrm>
          <a:prstGeom prst="rect">
            <a:avLst/>
          </a:prstGeom>
        </p:spPr>
        <p:txBody>
          <a:bodyPr numCol="1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Proactive: formal risk analysis mechanism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Mitigation: organizations look for the root causes of risk.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Total Quality Management (TQM): </a:t>
            </a:r>
            <a:r>
              <a:rPr lang="en-GB" sz="3000" dirty="0"/>
              <a:t>ensures potential issues are identified and addressed proactively.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Crisis management: </a:t>
            </a:r>
            <a:r>
              <a:rPr lang="en-GB" sz="3000" dirty="0"/>
              <a:t>examining risk beyond the software bounds and developing skills to manage risks.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685633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03750F-3D82-6C9D-B20D-74B9F9807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D9C02306-9DEB-B299-1A4F-3046DB2C8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D2068C80-E511-2ECB-FF1A-056D79BC3E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9B303452-2F01-A5CC-6662-410036A88210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Principles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BFAF5FAA-D07A-0005-976A-7CF8FB3869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03BC2F80-A4EB-FC27-3A05-E7C1BDAAA5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75E404-D497-E36E-0E52-A98C6F95AA9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 numCol="1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400" b="1" dirty="0"/>
              <a:t>Maintain global perspective</a:t>
            </a:r>
            <a:r>
              <a:rPr lang="en-GB" sz="3400" dirty="0"/>
              <a:t>: v</a:t>
            </a:r>
            <a:r>
              <a:rPr lang="en-GB" sz="3200" dirty="0"/>
              <a:t>iew software risks as a business problem.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400" b="1" dirty="0"/>
              <a:t>Forward-looking view</a:t>
            </a:r>
            <a:r>
              <a:rPr lang="en-GB" sz="3400" dirty="0"/>
              <a:t>: think about the risks that may arise in the future; create contingency plans.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400" b="1" dirty="0"/>
              <a:t>Open communication</a:t>
            </a:r>
            <a:r>
              <a:rPr lang="en-GB" sz="3400" dirty="0"/>
              <a:t>: if someone states a potential risk, don’t discount it.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400" b="1" dirty="0"/>
              <a:t>Integrate</a:t>
            </a:r>
            <a:r>
              <a:rPr lang="en-GB" sz="3400" dirty="0"/>
              <a:t>: risk consideration must be integrated into the software engineering process.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400" b="1" dirty="0"/>
              <a:t>Emphasize a continuous process</a:t>
            </a:r>
            <a:r>
              <a:rPr lang="en-GB" sz="3400" dirty="0"/>
              <a:t>: the team must be vigilant throughout the software process, modifying identified risks as more information is known and adding new ones as better insight is achieved.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400" b="1" dirty="0"/>
              <a:t>Shared product vision</a:t>
            </a:r>
            <a:r>
              <a:rPr lang="en-GB" sz="3400" dirty="0"/>
              <a:t>: if all stakeholders share the same vision of the software, risk identification and assessment will be more accurate.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400" b="1" dirty="0"/>
              <a:t>Teamwork</a:t>
            </a:r>
            <a:r>
              <a:rPr lang="en-GB" sz="3400" dirty="0"/>
              <a:t>: the talents, skills and knowledge of all stakeholder should be pooled in for risk management.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505427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C68B1-AC3A-5C7C-3039-B5F04B34C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442A7C9A-5A57-BDBA-905C-7E9CC12FB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1F425649-CC6C-BE3C-E8C7-098607853E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4336F86C-018D-7ADE-69C8-755E8BAF9CEC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Types of Risk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F3BDD24F-834C-D0E7-94BB-14A9CFF20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B15F8517-7D28-F722-49EB-AC8D900500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0ACA67-FC87-E8F0-0A7D-F62B47ED1E3F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 numCol="1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Performance risk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000" dirty="0"/>
              <a:t>The degree of uncertainty that the product will meet its requirements and be fit for its intended use.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Cost risk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000" dirty="0"/>
              <a:t>The degree of uncertainty that the project </a:t>
            </a:r>
            <a:r>
              <a:rPr lang="en-GB" sz="3200" dirty="0"/>
              <a:t>budget will be maintained.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Support risk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000" dirty="0"/>
              <a:t>The degree of uncertainty that the resultant </a:t>
            </a:r>
            <a:r>
              <a:rPr lang="en-GB" sz="3200" dirty="0"/>
              <a:t>software will be easy to correct, adapt, and enhance.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Schedule risk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000" dirty="0"/>
              <a:t>The degree of uncertainty that the project </a:t>
            </a:r>
            <a:r>
              <a:rPr lang="en-GB" sz="3200" dirty="0"/>
              <a:t>schedule will be maintained and that the product will be delivered on time.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643788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AE38B-D5BF-38C0-DBA0-79667F961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1C92BFA9-8819-5F55-23AB-072DCFF9A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7EE13241-9EFA-4248-406E-165F964B48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4A6DDED4-0714-F20D-4F9A-05A3FBB8D852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Risk Identification and Impact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30F98AF0-DF87-8E80-E308-51DA8A592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018471FE-18EF-1B59-CFF6-8DD38EBC9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94763B-96B0-DBF7-BD76-2DCB4753E64F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 numCol="1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200" b="1" dirty="0"/>
              <a:t>Product size</a:t>
            </a:r>
            <a:r>
              <a:rPr lang="en-GB" sz="3200" dirty="0"/>
              <a:t>: risks associated with the overall size of the software to be built.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200" b="1" dirty="0"/>
              <a:t>Business impact</a:t>
            </a:r>
            <a:r>
              <a:rPr lang="en-GB" sz="3200" dirty="0"/>
              <a:t>: risks associated with management or marketplace constraints.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200" b="1" dirty="0"/>
              <a:t>Client characteristics</a:t>
            </a:r>
            <a:r>
              <a:rPr lang="en-GB" sz="3200" dirty="0"/>
              <a:t>: risks associated with client sophistication and team’s ability to effectively communicate with them.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200" b="1" dirty="0"/>
              <a:t>Process definition</a:t>
            </a:r>
            <a:r>
              <a:rPr lang="en-GB" sz="3200" dirty="0"/>
              <a:t>: risks associated with the degree to which the SE process has been defined and followed by the team.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200" b="1" dirty="0"/>
              <a:t>Development environment</a:t>
            </a:r>
            <a:r>
              <a:rPr lang="en-GB" sz="3200" dirty="0"/>
              <a:t>: risks associated with availability and quality of tools used to build the product.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200" b="1" dirty="0"/>
              <a:t>Technology being built</a:t>
            </a:r>
            <a:r>
              <a:rPr lang="en-GB" sz="3200" dirty="0"/>
              <a:t>: risks associated with the complexity and newness of the system being built.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200" b="1" dirty="0"/>
              <a:t>Staff (size and experience)</a:t>
            </a:r>
            <a:r>
              <a:rPr lang="en-GB" sz="3200" dirty="0"/>
              <a:t>: risks associated with overall technical experience of the software team.</a:t>
            </a:r>
          </a:p>
        </p:txBody>
      </p:sp>
    </p:spTree>
    <p:extLst>
      <p:ext uri="{BB962C8B-B14F-4D97-AF65-F5344CB8AC3E}">
        <p14:creationId xmlns:p14="http://schemas.microsoft.com/office/powerpoint/2010/main" val="966848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BF8DFC-CFF3-0D85-6B6A-C94FF1F448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1535B44F-327D-249A-1C64-B753764B8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2094F734-008D-F09D-7891-34BE4CACA8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5ABF4E55-2BF4-8F37-7F46-DA4FAF35B428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Risk Identification and Impact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8F999AC5-7EB1-502A-C4FD-64CFB323FD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994521B6-2A6F-8248-E8A1-BFD6D93ACD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4A8B33-875D-BE00-DF4D-15900804713D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 numCol="1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Attributes that affect risk due to </a:t>
            </a:r>
            <a:r>
              <a:rPr lang="en-GB" sz="3200" b="1" dirty="0"/>
              <a:t>Product Size</a:t>
            </a:r>
            <a:r>
              <a:rPr lang="en-GB" sz="3200" dirty="0"/>
              <a:t>: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000" dirty="0"/>
              <a:t>Estimated size of the product in LOC or FP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000" dirty="0"/>
              <a:t>Estimated size of product in number of programs, </a:t>
            </a:r>
            <a:r>
              <a:rPr lang="en-GB" sz="3200" dirty="0"/>
              <a:t>files transactions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000" dirty="0"/>
              <a:t>Percentage deviation in size of product from </a:t>
            </a:r>
            <a:r>
              <a:rPr lang="en-GB" sz="3200" dirty="0"/>
              <a:t>average for previous products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000" dirty="0"/>
              <a:t>Size of database created or used by the product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000" dirty="0"/>
              <a:t>Number of users of the product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000" dirty="0"/>
              <a:t>Number of projected changes to the requirements </a:t>
            </a:r>
            <a:r>
              <a:rPr lang="en-GB" sz="3200" dirty="0"/>
              <a:t>for the product before delivery and after delivery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000" dirty="0"/>
              <a:t>Amount of reused software</a:t>
            </a:r>
          </a:p>
        </p:txBody>
      </p:sp>
    </p:spTree>
    <p:extLst>
      <p:ext uri="{BB962C8B-B14F-4D97-AF65-F5344CB8AC3E}">
        <p14:creationId xmlns:p14="http://schemas.microsoft.com/office/powerpoint/2010/main" val="2287423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CB0BE8-3066-02E8-C06F-41B36C4EF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56A11FCC-673F-174C-D312-EEA62D39E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82600576-7253-E28E-D716-A3E0E390DB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91E03A51-E562-77BF-D0F1-75C2582A7E5C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Risk Identification and Impact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5336D60C-F857-FA5E-FADF-14E0592757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AF8D175E-4735-48B4-7FF3-AFFA0BDA3D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2CC19C-9691-DAB7-C5E3-8727826D7044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 numCol="1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Attributes that affect risk due to </a:t>
            </a:r>
            <a:r>
              <a:rPr lang="en-GB" sz="3200" b="1" dirty="0"/>
              <a:t>Business Impact</a:t>
            </a:r>
            <a:r>
              <a:rPr lang="en-GB" sz="3200" dirty="0"/>
              <a:t>: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000" dirty="0"/>
              <a:t>Affect of this product on company revenue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000" dirty="0"/>
              <a:t>Visibility of this product by senior management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000" dirty="0"/>
              <a:t>Reasonableness of delivery deadline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000" dirty="0"/>
              <a:t>Number of clients who will use this product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000" dirty="0"/>
              <a:t>Interoperability constraints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000" dirty="0"/>
              <a:t>Sophistication of end users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000" dirty="0"/>
              <a:t>Amount and quality of documentation that must be delivered to the client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000" dirty="0"/>
              <a:t>Governmental constraints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000" dirty="0"/>
              <a:t>Costs associated with late delivery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000" dirty="0"/>
              <a:t>Costs associated with a defective product</a:t>
            </a:r>
          </a:p>
        </p:txBody>
      </p:sp>
    </p:spTree>
    <p:extLst>
      <p:ext uri="{BB962C8B-B14F-4D97-AF65-F5344CB8AC3E}">
        <p14:creationId xmlns:p14="http://schemas.microsoft.com/office/powerpoint/2010/main" val="4151259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DCEBCA-6977-F748-D768-64D73D19E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A8FC6E87-200C-C741-FEC1-1B90077CD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C062FE3D-5C50-19DC-C7E3-705DC7BC19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D41E806E-1215-830D-4322-870965DE8C6C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Risk Identification and Impact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72D232D5-3ECE-9FF9-44B5-9C660484C7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32599D08-3C0C-0041-923F-FC206B81EB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3C1FC5-655F-0B48-A344-0EABEA1C9C72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 numCol="1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Attributes that affect risk due to </a:t>
            </a:r>
            <a:r>
              <a:rPr lang="en-GB" sz="3200" b="1" dirty="0"/>
              <a:t>Client</a:t>
            </a:r>
            <a:r>
              <a:rPr lang="en-GB" sz="3200" dirty="0"/>
              <a:t>: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000" dirty="0"/>
              <a:t>Have you worked with the client in the past?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000" dirty="0"/>
              <a:t>Does the client have a solid idea of requirements?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000" dirty="0"/>
              <a:t>Has the client agreed to spend time with you?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000" dirty="0"/>
              <a:t>Is the client willing to participate in reviews?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000" dirty="0"/>
              <a:t>Is the client technically sophisticated?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000" dirty="0"/>
              <a:t>Is the client willing to let your people do the job or will he be looking over your shoulder during technically detailed work?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000" dirty="0"/>
              <a:t>Does the client understand the software engineering process?</a:t>
            </a:r>
          </a:p>
        </p:txBody>
      </p:sp>
    </p:spTree>
    <p:extLst>
      <p:ext uri="{BB962C8B-B14F-4D97-AF65-F5344CB8AC3E}">
        <p14:creationId xmlns:p14="http://schemas.microsoft.com/office/powerpoint/2010/main" val="1855424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A3962-69BB-882B-1053-543FD1BAE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13003992-2D17-74E4-D7E5-54494E78F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BA1E10EA-FAAB-67B1-99CD-DFF66CD9DC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CFCB3A18-69F4-6552-7E41-6B9D629547C4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Risk Identification and Impact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61FD4EF3-133B-97E9-C9CC-090D9C6C60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132D9E1E-8002-6ECD-5BF1-778696E045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79D08A-CFC3-25CA-11E2-5621CEA9BB92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 numCol="1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Attributes that affect risk due to </a:t>
            </a:r>
            <a:r>
              <a:rPr lang="en-GB" sz="3200" b="1" dirty="0"/>
              <a:t>Process Maturity</a:t>
            </a:r>
            <a:r>
              <a:rPr lang="en-GB" sz="3200" dirty="0"/>
              <a:t>: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000" dirty="0"/>
              <a:t>Have you established a common process framework?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000" dirty="0"/>
              <a:t>Is it followed by project teams?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000" dirty="0"/>
              <a:t>Do you have management support for software engineering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000" dirty="0"/>
              <a:t>Do you have a proactive approach to SQA?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000" dirty="0"/>
              <a:t>Do you conduct formal technical reviews?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000" dirty="0"/>
              <a:t>Are CASE tools used for analysis, design and testing?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000" dirty="0"/>
              <a:t>Are the tools integrated with one another?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000" dirty="0"/>
              <a:t>Have document formats been established?</a:t>
            </a:r>
          </a:p>
        </p:txBody>
      </p:sp>
    </p:spTree>
    <p:extLst>
      <p:ext uri="{BB962C8B-B14F-4D97-AF65-F5344CB8AC3E}">
        <p14:creationId xmlns:p14="http://schemas.microsoft.com/office/powerpoint/2010/main" val="1198129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B5CC83-8BA3-2EB4-45CC-D188A5E87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1CE30C83-AA9E-757C-3E2F-2052530C6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71E7AFD0-B7E1-EDA8-37BE-F8DC72C9E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87C53C1E-E19F-021B-DCA0-08387F40F4AA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Risk Identification and Impact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C2C7F9E3-3202-C32E-3483-C3982209D8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7492AB06-3AA5-7EF5-7DF2-742C46F4EF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3AC4B2-DB3F-80F4-99B7-9227CABB0815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 numCol="1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Attributes that affect risk due to </a:t>
            </a:r>
            <a:r>
              <a:rPr lang="en-GB" sz="3200" b="1" dirty="0"/>
              <a:t>Technology being built</a:t>
            </a:r>
            <a:r>
              <a:rPr lang="en-GB" sz="3200" dirty="0"/>
              <a:t>: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000" dirty="0"/>
              <a:t>Is the technology new to your organization?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000" dirty="0"/>
              <a:t>Are new algorithms, I/O technology required?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000" dirty="0"/>
              <a:t>Is new or unproven hardware involved?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000" dirty="0"/>
              <a:t>Is a specialized user interface required?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000" dirty="0"/>
              <a:t>Is the application radically different?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000" dirty="0"/>
              <a:t>Are you using new software engineering methods?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000" dirty="0"/>
              <a:t>Are you using unconventional software development methods, such as Al-based approaches?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000" dirty="0"/>
              <a:t>Are there significant performance constraints?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000" dirty="0"/>
              <a:t>Is it clear that the functionality requested is doable?</a:t>
            </a:r>
          </a:p>
        </p:txBody>
      </p:sp>
    </p:spTree>
    <p:extLst>
      <p:ext uri="{BB962C8B-B14F-4D97-AF65-F5344CB8AC3E}">
        <p14:creationId xmlns:p14="http://schemas.microsoft.com/office/powerpoint/2010/main" val="3124689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B5372-B57E-61ED-372B-B9FBD1ED0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ED0931D1-5819-7781-4A2C-25C227EE7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FED4BCAC-54E1-5418-DFEF-321C03BE31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4EBAD5DD-AC19-34D4-F097-FBBC7530BF62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Risk Identification and Impact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43C2BD29-1687-9760-66BB-5FC775391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A4C8ABFB-FA12-1E9E-FA75-EB69D63A4C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B571B7-0398-2061-35DE-B532DABC3B09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 numCol="1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Attributes that affect risk due to </a:t>
            </a:r>
            <a:r>
              <a:rPr lang="en-GB" sz="3200" b="1" dirty="0"/>
              <a:t>Staff</a:t>
            </a:r>
            <a:r>
              <a:rPr lang="en-GB" sz="3200" dirty="0"/>
              <a:t>: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000" dirty="0"/>
              <a:t>Are the best people available?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000" dirty="0"/>
              <a:t>Does staff have the right skills?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000" dirty="0"/>
              <a:t>Are enough people available?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000" dirty="0"/>
              <a:t>Are staff committed for entire duration?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000" dirty="0"/>
              <a:t>Will some people work part time?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000" dirty="0"/>
              <a:t>Do staff have the right expectations?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000" dirty="0"/>
              <a:t>Have staff received necessary training?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000" dirty="0"/>
              <a:t>Will turnover among staff </a:t>
            </a:r>
            <a:r>
              <a:rPr lang="en-GB" sz="3000"/>
              <a:t>be low?</a:t>
            </a:r>
            <a:endParaRPr lang="en-GB" sz="3000" dirty="0"/>
          </a:p>
        </p:txBody>
      </p:sp>
    </p:spTree>
    <p:extLst>
      <p:ext uri="{BB962C8B-B14F-4D97-AF65-F5344CB8AC3E}">
        <p14:creationId xmlns:p14="http://schemas.microsoft.com/office/powerpoint/2010/main" val="3674072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0AFB9A-20C9-5851-6C28-28DED8F40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77AD5555-616D-058E-080F-7C5B4863C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B4B48018-79EE-DDF3-8491-56E36AFA1A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7391F419-5D9E-C719-DDDF-0E6B9F695832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RMMM and Risk Table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DE05BFAE-9E67-AC4B-3CB6-C31F6D112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1FC5D29C-327D-C15E-FF51-7608744656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407B0E-341E-A28A-9579-6B5941156D25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 numCol="1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RMMM stands for Risk: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000" dirty="0"/>
              <a:t>Mitigation: how to minimize the occurrence?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000" dirty="0"/>
              <a:t>Monitoring: what data to track that will tell if the risk is becoming more or less likely?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000" dirty="0"/>
              <a:t>Management: what is the contingency plan if the risk becomes real?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Risk projection (a.k.a. risk estimation) rates each risk in two ways: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000" dirty="0"/>
              <a:t>Likelihood or probability that the risk is real.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000" dirty="0"/>
              <a:t>Consequences associated with the risk, should it </a:t>
            </a:r>
            <a:r>
              <a:rPr lang="en-GB" sz="3200" dirty="0"/>
              <a:t>occur.</a:t>
            </a:r>
          </a:p>
        </p:txBody>
      </p:sp>
    </p:spTree>
    <p:extLst>
      <p:ext uri="{BB962C8B-B14F-4D97-AF65-F5344CB8AC3E}">
        <p14:creationId xmlns:p14="http://schemas.microsoft.com/office/powerpoint/2010/main" val="801566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812C46-2D00-228E-4DBB-D5CA20135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ECA0C45F-970F-875C-8733-BB6ED224D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58C31FB1-C64A-6696-40EC-7CD807C44D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91B89410-BCCA-A435-256A-CFC3BCFFFF8A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RMMM and Risk Table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2EA67CD2-BC52-08CA-E9FF-8874BFDEC4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770BEB04-1BCE-AA71-6336-73D1E88A2B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1DA9F3-B20D-4F68-8C6A-0CB3986FCB6E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 numCol="1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Risk Projection steps: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000" dirty="0"/>
              <a:t>Establish a scale that reflects likelihood of a risk.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000" dirty="0"/>
              <a:t>Define the consequences of the risk.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000" dirty="0"/>
              <a:t>Estimate the impact of the risk on the project and the product.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000" dirty="0"/>
              <a:t>Note the overall accuracy of risk projection to remove </a:t>
            </a:r>
            <a:r>
              <a:rPr lang="en-GB" sz="3200" dirty="0"/>
              <a:t>confusion.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Build a risk table and sort by probability and impact</a:t>
            </a:r>
          </a:p>
        </p:txBody>
      </p:sp>
    </p:spTree>
    <p:extLst>
      <p:ext uri="{BB962C8B-B14F-4D97-AF65-F5344CB8AC3E}">
        <p14:creationId xmlns:p14="http://schemas.microsoft.com/office/powerpoint/2010/main" val="2860042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397F15-2850-FD47-FB4F-E25296044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C94DE412-B421-7756-8241-ADEAB6A79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C7CFC813-2AAC-309B-2943-5E9E0B6BDA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37FADDFB-9459-5600-60F6-30BBE39657EA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RMMM and Risk Table – </a:t>
            </a:r>
            <a:r>
              <a:rPr lang="en-US" sz="3200" dirty="0" err="1">
                <a:solidFill>
                  <a:srgbClr val="FFFFFF"/>
                </a:solidFill>
                <a:latin typeface="Arial"/>
                <a:cs typeface="Arial"/>
              </a:rPr>
              <a:t>PakWheels</a:t>
            </a:r>
            <a:endParaRPr lang="en-US" sz="3200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1A2DA731-6407-8BB8-8E1D-BC609387C1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DC80ABF9-7D5B-0CB7-7FB0-F29EA76CE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C51ABF43-7C3E-4C60-50D2-588C532E452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64058086"/>
                  </p:ext>
                </p:extLst>
              </p:nvPr>
            </p:nvGraphicFramePr>
            <p:xfrm>
              <a:off x="224493" y="3144069"/>
              <a:ext cx="11743014" cy="3071417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740707">
                      <a:extLst>
                        <a:ext uri="{9D8B030D-6E8A-4147-A177-3AD203B41FA5}">
                          <a16:colId xmlns:a16="http://schemas.microsoft.com/office/drawing/2014/main" val="1979957986"/>
                        </a:ext>
                      </a:extLst>
                    </a:gridCol>
                    <a:gridCol w="4817533">
                      <a:extLst>
                        <a:ext uri="{9D8B030D-6E8A-4147-A177-3AD203B41FA5}">
                          <a16:colId xmlns:a16="http://schemas.microsoft.com/office/drawing/2014/main" val="1548455337"/>
                        </a:ext>
                      </a:extLst>
                    </a:gridCol>
                    <a:gridCol w="1100667">
                      <a:extLst>
                        <a:ext uri="{9D8B030D-6E8A-4147-A177-3AD203B41FA5}">
                          <a16:colId xmlns:a16="http://schemas.microsoft.com/office/drawing/2014/main" val="967868652"/>
                        </a:ext>
                      </a:extLst>
                    </a:gridCol>
                    <a:gridCol w="728133">
                      <a:extLst>
                        <a:ext uri="{9D8B030D-6E8A-4147-A177-3AD203B41FA5}">
                          <a16:colId xmlns:a16="http://schemas.microsoft.com/office/drawing/2014/main" val="3839160458"/>
                        </a:ext>
                      </a:extLst>
                    </a:gridCol>
                    <a:gridCol w="1126067">
                      <a:extLst>
                        <a:ext uri="{9D8B030D-6E8A-4147-A177-3AD203B41FA5}">
                          <a16:colId xmlns:a16="http://schemas.microsoft.com/office/drawing/2014/main" val="1363075321"/>
                        </a:ext>
                      </a:extLst>
                    </a:gridCol>
                    <a:gridCol w="3229907">
                      <a:extLst>
                        <a:ext uri="{9D8B030D-6E8A-4147-A177-3AD203B41FA5}">
                          <a16:colId xmlns:a16="http://schemas.microsoft.com/office/drawing/2014/main" val="2405975456"/>
                        </a:ext>
                      </a:extLst>
                    </a:gridCol>
                  </a:tblGrid>
                  <a:tr h="16137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PK" sz="1600" b="1" dirty="0"/>
                            <a:t>Risk ID</a:t>
                          </a:r>
                        </a:p>
                      </a:txBody>
                      <a:tcPr marL="57282" marR="57282" marT="28641" marB="28641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PK" sz="1600" b="1" dirty="0"/>
                            <a:t>Risk Description</a:t>
                          </a:r>
                        </a:p>
                      </a:txBody>
                      <a:tcPr marL="57282" marR="57282" marT="28641" marB="28641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PK" sz="1600" b="1" dirty="0"/>
                            <a:t>Probability</a:t>
                          </a:r>
                          <a:r>
                            <a:rPr lang="en-US" sz="1600" b="1" dirty="0"/>
                            <a:t> (P)</a:t>
                          </a:r>
                          <a:endParaRPr lang="en-PK" sz="1600" b="1" dirty="0"/>
                        </a:p>
                      </a:txBody>
                      <a:tcPr marL="57282" marR="57282" marT="28641" marB="28641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PK" sz="1600" b="1" dirty="0"/>
                            <a:t>Impact</a:t>
                          </a:r>
                          <a:r>
                            <a:rPr lang="en-US" sz="1600" b="1" dirty="0"/>
                            <a:t> (I)</a:t>
                          </a:r>
                          <a:endParaRPr lang="en-PK" sz="1600" b="1" dirty="0"/>
                        </a:p>
                      </a:txBody>
                      <a:tcPr marL="57282" marR="57282" marT="28641" marB="28641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PK" sz="1600" b="1" dirty="0"/>
                            <a:t>Exposure (</a:t>
                          </a:r>
                          <a14:m>
                            <m:oMath xmlns:m="http://schemas.openxmlformats.org/officeDocument/2006/math">
                              <m:r>
                                <a:rPr lang="en-PK" sz="1600" b="1" i="1" dirty="0" smtClean="0"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  <m:r>
                                <a:rPr lang="en-PK" sz="1600" b="1" i="1" dirty="0" smtClean="0"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PK" sz="1600" b="1" i="1" dirty="0" smtClean="0">
                                  <a:latin typeface="Cambria Math" panose="02040503050406030204" pitchFamily="18" charset="0"/>
                                </a:rPr>
                                <m:t>𝑰</m:t>
                              </m:r>
                            </m:oMath>
                          </a14:m>
                          <a:r>
                            <a:rPr lang="en-PK" sz="1600" b="1" dirty="0"/>
                            <a:t>)</a:t>
                          </a:r>
                        </a:p>
                      </a:txBody>
                      <a:tcPr marL="57282" marR="57282" marT="28641" marB="28641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 b="1" dirty="0"/>
                            <a:t>Owner</a:t>
                          </a:r>
                          <a:endParaRPr lang="en-PK" sz="1600" b="1" dirty="0"/>
                        </a:p>
                      </a:txBody>
                      <a:tcPr marL="57282" marR="57282" marT="28641" marB="28641" anchor="ctr"/>
                    </a:tc>
                    <a:extLst>
                      <a:ext uri="{0D108BD9-81ED-4DB2-BD59-A6C34878D82A}">
                        <a16:rowId xmlns:a16="http://schemas.microsoft.com/office/drawing/2014/main" val="2777772750"/>
                      </a:ext>
                    </a:extLst>
                  </a:tr>
                  <a:tr h="28161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PK" sz="1600" dirty="0"/>
                            <a:t>R1</a:t>
                          </a:r>
                        </a:p>
                      </a:txBody>
                      <a:tcPr marL="57282" marR="57282" marT="28641" marB="28641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PK" sz="1600"/>
                            <a:t>Scope creep due to additional feature requests beyond MVP</a:t>
                          </a:r>
                        </a:p>
                      </a:txBody>
                      <a:tcPr marL="57282" marR="57282" marT="28641" marB="28641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PK" sz="1600"/>
                            <a:t>5</a:t>
                          </a:r>
                        </a:p>
                      </a:txBody>
                      <a:tcPr marL="57282" marR="57282" marT="28641" marB="28641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PK" sz="1600"/>
                            <a:t>5</a:t>
                          </a:r>
                        </a:p>
                      </a:txBody>
                      <a:tcPr marL="57282" marR="57282" marT="28641" marB="28641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PK" sz="1600" dirty="0"/>
                            <a:t>25</a:t>
                          </a:r>
                        </a:p>
                      </a:txBody>
                      <a:tcPr marL="57282" marR="57282" marT="28641" marB="28641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 dirty="0"/>
                            <a:t>Project Manager</a:t>
                          </a:r>
                          <a:endParaRPr lang="en-PK" sz="1600" dirty="0"/>
                        </a:p>
                      </a:txBody>
                      <a:tcPr marL="57282" marR="57282" marT="28641" marB="28641" anchor="ctr"/>
                    </a:tc>
                    <a:extLst>
                      <a:ext uri="{0D108BD9-81ED-4DB2-BD59-A6C34878D82A}">
                        <a16:rowId xmlns:a16="http://schemas.microsoft.com/office/drawing/2014/main" val="2620720722"/>
                      </a:ext>
                    </a:extLst>
                  </a:tr>
                  <a:tr h="28161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PK" sz="1600"/>
                            <a:t>R2</a:t>
                          </a:r>
                        </a:p>
                      </a:txBody>
                      <a:tcPr marL="57282" marR="57282" marT="28641" marB="28641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PK" sz="1600" dirty="0"/>
                            <a:t>Leopard Courier API integration delays or technical issues</a:t>
                          </a:r>
                        </a:p>
                      </a:txBody>
                      <a:tcPr marL="57282" marR="57282" marT="28641" marB="28641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PK" sz="1600"/>
                            <a:t>4</a:t>
                          </a:r>
                        </a:p>
                      </a:txBody>
                      <a:tcPr marL="57282" marR="57282" marT="28641" marB="28641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PK" sz="1600" dirty="0"/>
                            <a:t>5</a:t>
                          </a:r>
                        </a:p>
                      </a:txBody>
                      <a:tcPr marL="57282" marR="57282" marT="28641" marB="28641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PK" sz="1600" dirty="0"/>
                            <a:t>20</a:t>
                          </a:r>
                        </a:p>
                      </a:txBody>
                      <a:tcPr marL="57282" marR="57282" marT="28641" marB="28641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 dirty="0"/>
                            <a:t>Lead Software Engineer</a:t>
                          </a:r>
                          <a:endParaRPr lang="en-PK" sz="1600" dirty="0"/>
                        </a:p>
                      </a:txBody>
                      <a:tcPr marL="57282" marR="57282" marT="28641" marB="28641" anchor="ctr"/>
                    </a:tc>
                    <a:extLst>
                      <a:ext uri="{0D108BD9-81ED-4DB2-BD59-A6C34878D82A}">
                        <a16:rowId xmlns:a16="http://schemas.microsoft.com/office/drawing/2014/main" val="444552935"/>
                      </a:ext>
                    </a:extLst>
                  </a:tr>
                  <a:tr h="346607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PK" sz="1600"/>
                            <a:t>R3</a:t>
                          </a:r>
                        </a:p>
                      </a:txBody>
                      <a:tcPr marL="57282" marR="57282" marT="28641" marB="28641" anchor="ctr"/>
                    </a:tc>
                    <a:tc>
                      <a:txBody>
                        <a:bodyPr/>
                        <a:lstStyle/>
                        <a:p>
                          <a:pPr rtl="0">
                            <a:buNone/>
                          </a:pPr>
                          <a:r>
                            <a:rPr lang="en-US" sz="1600" dirty="0"/>
                            <a:t>F</a:t>
                          </a:r>
                          <a:r>
                            <a:rPr lang="en-PK" sz="1600" dirty="0" err="1"/>
                            <a:t>iltering</a:t>
                          </a:r>
                          <a:r>
                            <a:rPr lang="en-PK" sz="1600" dirty="0"/>
                            <a:t> logic become more complex than anticipated</a:t>
                          </a:r>
                        </a:p>
                      </a:txBody>
                      <a:tcPr marL="57282" marR="57282" marT="28641" marB="28641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PK" sz="1600"/>
                            <a:t>4</a:t>
                          </a:r>
                        </a:p>
                      </a:txBody>
                      <a:tcPr marL="57282" marR="57282" marT="28641" marB="28641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PK" sz="1600"/>
                            <a:t>4</a:t>
                          </a:r>
                        </a:p>
                      </a:txBody>
                      <a:tcPr marL="57282" marR="57282" marT="28641" marB="28641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PK" sz="1600"/>
                            <a:t>16</a:t>
                          </a:r>
                        </a:p>
                      </a:txBody>
                      <a:tcPr marL="57282" marR="57282" marT="28641" marB="28641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 dirty="0"/>
                            <a:t>Business Analyst</a:t>
                          </a:r>
                          <a:endParaRPr lang="en-PK" sz="1600" dirty="0"/>
                        </a:p>
                      </a:txBody>
                      <a:tcPr marL="57282" marR="57282" marT="28641" marB="28641" anchor="ctr"/>
                    </a:tc>
                    <a:extLst>
                      <a:ext uri="{0D108BD9-81ED-4DB2-BD59-A6C34878D82A}">
                        <a16:rowId xmlns:a16="http://schemas.microsoft.com/office/drawing/2014/main" val="913630192"/>
                      </a:ext>
                    </a:extLst>
                  </a:tr>
                  <a:tr h="411597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PK" sz="1600"/>
                            <a:t>R4</a:t>
                          </a:r>
                        </a:p>
                      </a:txBody>
                      <a:tcPr marL="57282" marR="57282" marT="28641" marB="28641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PK" sz="1600" dirty="0"/>
                            <a:t>Security vulnerabilities such as SQL Injection, XSS, or unauthorized access</a:t>
                          </a:r>
                        </a:p>
                      </a:txBody>
                      <a:tcPr marL="57282" marR="57282" marT="28641" marB="28641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PK" sz="1600"/>
                            <a:t>3</a:t>
                          </a:r>
                        </a:p>
                      </a:txBody>
                      <a:tcPr marL="57282" marR="57282" marT="28641" marB="28641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PK" sz="1600"/>
                            <a:t>5</a:t>
                          </a:r>
                        </a:p>
                      </a:txBody>
                      <a:tcPr marL="57282" marR="57282" marT="28641" marB="28641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PK" sz="1600"/>
                            <a:t>15</a:t>
                          </a:r>
                        </a:p>
                      </a:txBody>
                      <a:tcPr marL="57282" marR="57282" marT="28641" marB="28641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/>
                            <a:t>Lead Software Engineer</a:t>
                          </a:r>
                          <a:endParaRPr lang="en-PK" sz="1600" dirty="0"/>
                        </a:p>
                      </a:txBody>
                      <a:tcPr marL="57282" marR="57282" marT="28641" marB="28641" anchor="ctr"/>
                    </a:tc>
                    <a:extLst>
                      <a:ext uri="{0D108BD9-81ED-4DB2-BD59-A6C34878D82A}">
                        <a16:rowId xmlns:a16="http://schemas.microsoft.com/office/drawing/2014/main" val="2342818092"/>
                      </a:ext>
                    </a:extLst>
                  </a:tr>
                  <a:tr h="411597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PK" sz="1600"/>
                            <a:t>R5</a:t>
                          </a:r>
                        </a:p>
                      </a:txBody>
                      <a:tcPr marL="57282" marR="57282" marT="28641" marB="28641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PK" sz="1600"/>
                            <a:t>Insufficient testing leading to defects in checkout, inventory, or order processing</a:t>
                          </a:r>
                        </a:p>
                      </a:txBody>
                      <a:tcPr marL="57282" marR="57282" marT="28641" marB="28641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PK" sz="1600"/>
                            <a:t>3</a:t>
                          </a:r>
                        </a:p>
                      </a:txBody>
                      <a:tcPr marL="57282" marR="57282" marT="28641" marB="28641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PK" sz="1600"/>
                            <a:t>5</a:t>
                          </a:r>
                        </a:p>
                      </a:txBody>
                      <a:tcPr marL="57282" marR="57282" marT="28641" marB="28641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PK" sz="1600" dirty="0"/>
                            <a:t>15</a:t>
                          </a:r>
                        </a:p>
                      </a:txBody>
                      <a:tcPr marL="57282" marR="57282" marT="28641" marB="28641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 dirty="0"/>
                            <a:t>Lead Quality Assurance Engineer</a:t>
                          </a:r>
                          <a:endParaRPr lang="en-PK" sz="1600" dirty="0"/>
                        </a:p>
                      </a:txBody>
                      <a:tcPr marL="57282" marR="57282" marT="28641" marB="28641" anchor="ctr"/>
                    </a:tc>
                    <a:extLst>
                      <a:ext uri="{0D108BD9-81ED-4DB2-BD59-A6C34878D82A}">
                        <a16:rowId xmlns:a16="http://schemas.microsoft.com/office/drawing/2014/main" val="124576623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C51ABF43-7C3E-4C60-50D2-588C532E452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64058086"/>
                  </p:ext>
                </p:extLst>
              </p:nvPr>
            </p:nvGraphicFramePr>
            <p:xfrm>
              <a:off x="224493" y="3144069"/>
              <a:ext cx="11743014" cy="3071417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740707">
                      <a:extLst>
                        <a:ext uri="{9D8B030D-6E8A-4147-A177-3AD203B41FA5}">
                          <a16:colId xmlns:a16="http://schemas.microsoft.com/office/drawing/2014/main" val="1979957986"/>
                        </a:ext>
                      </a:extLst>
                    </a:gridCol>
                    <a:gridCol w="4817533">
                      <a:extLst>
                        <a:ext uri="{9D8B030D-6E8A-4147-A177-3AD203B41FA5}">
                          <a16:colId xmlns:a16="http://schemas.microsoft.com/office/drawing/2014/main" val="1548455337"/>
                        </a:ext>
                      </a:extLst>
                    </a:gridCol>
                    <a:gridCol w="1100667">
                      <a:extLst>
                        <a:ext uri="{9D8B030D-6E8A-4147-A177-3AD203B41FA5}">
                          <a16:colId xmlns:a16="http://schemas.microsoft.com/office/drawing/2014/main" val="967868652"/>
                        </a:ext>
                      </a:extLst>
                    </a:gridCol>
                    <a:gridCol w="728133">
                      <a:extLst>
                        <a:ext uri="{9D8B030D-6E8A-4147-A177-3AD203B41FA5}">
                          <a16:colId xmlns:a16="http://schemas.microsoft.com/office/drawing/2014/main" val="3839160458"/>
                        </a:ext>
                      </a:extLst>
                    </a:gridCol>
                    <a:gridCol w="1126067">
                      <a:extLst>
                        <a:ext uri="{9D8B030D-6E8A-4147-A177-3AD203B41FA5}">
                          <a16:colId xmlns:a16="http://schemas.microsoft.com/office/drawing/2014/main" val="1363075321"/>
                        </a:ext>
                      </a:extLst>
                    </a:gridCol>
                    <a:gridCol w="3229907">
                      <a:extLst>
                        <a:ext uri="{9D8B030D-6E8A-4147-A177-3AD203B41FA5}">
                          <a16:colId xmlns:a16="http://schemas.microsoft.com/office/drawing/2014/main" val="2405975456"/>
                        </a:ext>
                      </a:extLst>
                    </a:gridCol>
                  </a:tblGrid>
                  <a:tr h="544962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PK" sz="1600" b="1" dirty="0"/>
                            <a:t>Risk ID</a:t>
                          </a:r>
                        </a:p>
                      </a:txBody>
                      <a:tcPr marL="57282" marR="57282" marT="28641" marB="28641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PK" sz="1600" b="1" dirty="0"/>
                            <a:t>Risk Description</a:t>
                          </a:r>
                        </a:p>
                      </a:txBody>
                      <a:tcPr marL="57282" marR="57282" marT="28641" marB="28641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PK" sz="1600" b="1" dirty="0"/>
                            <a:t>Probability</a:t>
                          </a:r>
                          <a:r>
                            <a:rPr lang="en-US" sz="1600" b="1" dirty="0"/>
                            <a:t> (P)</a:t>
                          </a:r>
                          <a:endParaRPr lang="en-PK" sz="1600" b="1" dirty="0"/>
                        </a:p>
                      </a:txBody>
                      <a:tcPr marL="57282" marR="57282" marT="28641" marB="28641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PK" sz="1600" b="1" dirty="0"/>
                            <a:t>Impact</a:t>
                          </a:r>
                          <a:r>
                            <a:rPr lang="en-US" sz="1600" b="1" dirty="0"/>
                            <a:t> (I)</a:t>
                          </a:r>
                          <a:endParaRPr lang="en-PK" sz="1600" b="1" dirty="0"/>
                        </a:p>
                      </a:txBody>
                      <a:tcPr marL="57282" marR="57282" marT="28641" marB="28641" anchor="ctr"/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57282" marR="57282" marT="28641" marB="28641" anchor="ctr">
                        <a:blipFill>
                          <a:blip r:embed="rId3"/>
                          <a:stretch>
                            <a:fillRect l="-656216" t="-5556" r="-287568" b="-4777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 b="1" dirty="0"/>
                            <a:t>Owner</a:t>
                          </a:r>
                          <a:endParaRPr lang="en-PK" sz="1600" b="1" dirty="0"/>
                        </a:p>
                      </a:txBody>
                      <a:tcPr marL="57282" marR="57282" marT="28641" marB="28641" anchor="ctr"/>
                    </a:tc>
                    <a:extLst>
                      <a:ext uri="{0D108BD9-81ED-4DB2-BD59-A6C34878D82A}">
                        <a16:rowId xmlns:a16="http://schemas.microsoft.com/office/drawing/2014/main" val="2777772750"/>
                      </a:ext>
                    </a:extLst>
                  </a:tr>
                  <a:tr h="544962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PK" sz="1600" dirty="0"/>
                            <a:t>R1</a:t>
                          </a:r>
                        </a:p>
                      </a:txBody>
                      <a:tcPr marL="57282" marR="57282" marT="28641" marB="28641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PK" sz="1600"/>
                            <a:t>Scope creep due to additional feature requests beyond MVP</a:t>
                          </a:r>
                        </a:p>
                      </a:txBody>
                      <a:tcPr marL="57282" marR="57282" marT="28641" marB="28641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PK" sz="1600"/>
                            <a:t>5</a:t>
                          </a:r>
                        </a:p>
                      </a:txBody>
                      <a:tcPr marL="57282" marR="57282" marT="28641" marB="28641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PK" sz="1600"/>
                            <a:t>5</a:t>
                          </a:r>
                        </a:p>
                      </a:txBody>
                      <a:tcPr marL="57282" marR="57282" marT="28641" marB="28641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PK" sz="1600" dirty="0"/>
                            <a:t>25</a:t>
                          </a:r>
                        </a:p>
                      </a:txBody>
                      <a:tcPr marL="57282" marR="57282" marT="28641" marB="28641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 dirty="0"/>
                            <a:t>Project Manager</a:t>
                          </a:r>
                          <a:endParaRPr lang="en-PK" sz="1600" dirty="0"/>
                        </a:p>
                      </a:txBody>
                      <a:tcPr marL="57282" marR="57282" marT="28641" marB="28641" anchor="ctr"/>
                    </a:tc>
                    <a:extLst>
                      <a:ext uri="{0D108BD9-81ED-4DB2-BD59-A6C34878D82A}">
                        <a16:rowId xmlns:a16="http://schemas.microsoft.com/office/drawing/2014/main" val="2620720722"/>
                      </a:ext>
                    </a:extLst>
                  </a:tr>
                  <a:tr h="544962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PK" sz="1600"/>
                            <a:t>R2</a:t>
                          </a:r>
                        </a:p>
                      </a:txBody>
                      <a:tcPr marL="57282" marR="57282" marT="28641" marB="28641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PK" sz="1600" dirty="0"/>
                            <a:t>Leopard Courier API integration delays or technical issues</a:t>
                          </a:r>
                        </a:p>
                      </a:txBody>
                      <a:tcPr marL="57282" marR="57282" marT="28641" marB="28641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PK" sz="1600"/>
                            <a:t>4</a:t>
                          </a:r>
                        </a:p>
                      </a:txBody>
                      <a:tcPr marL="57282" marR="57282" marT="28641" marB="28641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PK" sz="1600" dirty="0"/>
                            <a:t>5</a:t>
                          </a:r>
                        </a:p>
                      </a:txBody>
                      <a:tcPr marL="57282" marR="57282" marT="28641" marB="28641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PK" sz="1600" dirty="0"/>
                            <a:t>20</a:t>
                          </a:r>
                        </a:p>
                      </a:txBody>
                      <a:tcPr marL="57282" marR="57282" marT="28641" marB="28641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 dirty="0"/>
                            <a:t>Lead Software Engineer</a:t>
                          </a:r>
                          <a:endParaRPr lang="en-PK" sz="1600" dirty="0"/>
                        </a:p>
                      </a:txBody>
                      <a:tcPr marL="57282" marR="57282" marT="28641" marB="28641" anchor="ctr"/>
                    </a:tc>
                    <a:extLst>
                      <a:ext uri="{0D108BD9-81ED-4DB2-BD59-A6C34878D82A}">
                        <a16:rowId xmlns:a16="http://schemas.microsoft.com/office/drawing/2014/main" val="444552935"/>
                      </a:ext>
                    </a:extLst>
                  </a:tr>
                  <a:tr h="346607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PK" sz="1600"/>
                            <a:t>R3</a:t>
                          </a:r>
                        </a:p>
                      </a:txBody>
                      <a:tcPr marL="57282" marR="57282" marT="28641" marB="28641" anchor="ctr"/>
                    </a:tc>
                    <a:tc>
                      <a:txBody>
                        <a:bodyPr/>
                        <a:lstStyle/>
                        <a:p>
                          <a:pPr rtl="0">
                            <a:buNone/>
                          </a:pPr>
                          <a:r>
                            <a:rPr lang="en-US" sz="1600" dirty="0"/>
                            <a:t>F</a:t>
                          </a:r>
                          <a:r>
                            <a:rPr lang="en-PK" sz="1600" dirty="0" err="1"/>
                            <a:t>iltering</a:t>
                          </a:r>
                          <a:r>
                            <a:rPr lang="en-PK" sz="1600" dirty="0"/>
                            <a:t> logic become more complex than anticipated</a:t>
                          </a:r>
                        </a:p>
                      </a:txBody>
                      <a:tcPr marL="57282" marR="57282" marT="28641" marB="28641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PK" sz="1600"/>
                            <a:t>4</a:t>
                          </a:r>
                        </a:p>
                      </a:txBody>
                      <a:tcPr marL="57282" marR="57282" marT="28641" marB="28641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PK" sz="1600"/>
                            <a:t>4</a:t>
                          </a:r>
                        </a:p>
                      </a:txBody>
                      <a:tcPr marL="57282" marR="57282" marT="28641" marB="28641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PK" sz="1600"/>
                            <a:t>16</a:t>
                          </a:r>
                        </a:p>
                      </a:txBody>
                      <a:tcPr marL="57282" marR="57282" marT="28641" marB="28641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 dirty="0"/>
                            <a:t>Business Analyst</a:t>
                          </a:r>
                          <a:endParaRPr lang="en-PK" sz="1600" dirty="0"/>
                        </a:p>
                      </a:txBody>
                      <a:tcPr marL="57282" marR="57282" marT="28641" marB="28641" anchor="ctr"/>
                    </a:tc>
                    <a:extLst>
                      <a:ext uri="{0D108BD9-81ED-4DB2-BD59-A6C34878D82A}">
                        <a16:rowId xmlns:a16="http://schemas.microsoft.com/office/drawing/2014/main" val="913630192"/>
                      </a:ext>
                    </a:extLst>
                  </a:tr>
                  <a:tr h="544962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PK" sz="1600"/>
                            <a:t>R4</a:t>
                          </a:r>
                        </a:p>
                      </a:txBody>
                      <a:tcPr marL="57282" marR="57282" marT="28641" marB="28641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PK" sz="1600" dirty="0"/>
                            <a:t>Security vulnerabilities such as SQL Injection, XSS, or unauthorized access</a:t>
                          </a:r>
                        </a:p>
                      </a:txBody>
                      <a:tcPr marL="57282" marR="57282" marT="28641" marB="28641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PK" sz="1600"/>
                            <a:t>3</a:t>
                          </a:r>
                        </a:p>
                      </a:txBody>
                      <a:tcPr marL="57282" marR="57282" marT="28641" marB="28641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PK" sz="1600"/>
                            <a:t>5</a:t>
                          </a:r>
                        </a:p>
                      </a:txBody>
                      <a:tcPr marL="57282" marR="57282" marT="28641" marB="28641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PK" sz="1600"/>
                            <a:t>15</a:t>
                          </a:r>
                        </a:p>
                      </a:txBody>
                      <a:tcPr marL="57282" marR="57282" marT="28641" marB="28641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/>
                            <a:t>Lead Software Engineer</a:t>
                          </a:r>
                          <a:endParaRPr lang="en-PK" sz="1600" dirty="0"/>
                        </a:p>
                      </a:txBody>
                      <a:tcPr marL="57282" marR="57282" marT="28641" marB="28641" anchor="ctr"/>
                    </a:tc>
                    <a:extLst>
                      <a:ext uri="{0D108BD9-81ED-4DB2-BD59-A6C34878D82A}">
                        <a16:rowId xmlns:a16="http://schemas.microsoft.com/office/drawing/2014/main" val="2342818092"/>
                      </a:ext>
                    </a:extLst>
                  </a:tr>
                  <a:tr h="544962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PK" sz="1600"/>
                            <a:t>R5</a:t>
                          </a:r>
                        </a:p>
                      </a:txBody>
                      <a:tcPr marL="57282" marR="57282" marT="28641" marB="28641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PK" sz="1600"/>
                            <a:t>Insufficient testing leading to defects in checkout, inventory, or order processing</a:t>
                          </a:r>
                        </a:p>
                      </a:txBody>
                      <a:tcPr marL="57282" marR="57282" marT="28641" marB="28641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PK" sz="1600"/>
                            <a:t>3</a:t>
                          </a:r>
                        </a:p>
                      </a:txBody>
                      <a:tcPr marL="57282" marR="57282" marT="28641" marB="28641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PK" sz="1600"/>
                            <a:t>5</a:t>
                          </a:r>
                        </a:p>
                      </a:txBody>
                      <a:tcPr marL="57282" marR="57282" marT="28641" marB="28641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PK" sz="1600" dirty="0"/>
                            <a:t>15</a:t>
                          </a:r>
                        </a:p>
                      </a:txBody>
                      <a:tcPr marL="57282" marR="57282" marT="28641" marB="28641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 dirty="0"/>
                            <a:t>Lead Quality Assurance Engineer</a:t>
                          </a:r>
                          <a:endParaRPr lang="en-PK" sz="1600" dirty="0"/>
                        </a:p>
                      </a:txBody>
                      <a:tcPr marL="57282" marR="57282" marT="28641" marB="28641" anchor="ctr"/>
                    </a:tc>
                    <a:extLst>
                      <a:ext uri="{0D108BD9-81ED-4DB2-BD59-A6C34878D82A}">
                        <a16:rowId xmlns:a16="http://schemas.microsoft.com/office/drawing/2014/main" val="124576623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57539AC-5B9C-7D61-D81E-C8CC64626467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1611482"/>
          </a:xfrm>
          <a:prstGeom prst="rect">
            <a:avLst/>
          </a:prstGeom>
        </p:spPr>
        <p:txBody>
          <a:bodyPr numCol="1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Probability: 1 = Very Low, 5 = Very High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Impact: 1 = Negligible, 5 = Critical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Risk Exposure = Probability × Impact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GB" sz="3200" i="1" dirty="0"/>
              <a:t>Note! this table does not include solution, it only highlights risks</a:t>
            </a:r>
          </a:p>
        </p:txBody>
      </p:sp>
    </p:spTree>
    <p:extLst>
      <p:ext uri="{BB962C8B-B14F-4D97-AF65-F5344CB8AC3E}">
        <p14:creationId xmlns:p14="http://schemas.microsoft.com/office/powerpoint/2010/main" val="1903262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229694-31D3-6E72-F307-58BAE38B4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8B283284-E35B-18D6-8D1A-63803C3D2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5A6B08CD-C2F9-1F87-9719-EF2A68873E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D9528E1A-0461-DA9F-43E2-CD1E29A1FD00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RMMM and Risk Table – </a:t>
            </a:r>
            <a:r>
              <a:rPr lang="en-US" sz="3200" dirty="0" err="1">
                <a:solidFill>
                  <a:srgbClr val="FFFFFF"/>
                </a:solidFill>
                <a:latin typeface="Arial"/>
                <a:cs typeface="Arial"/>
              </a:rPr>
              <a:t>PakWheels</a:t>
            </a:r>
            <a:endParaRPr lang="en-US" sz="3200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59BF7278-DF64-E1D2-8813-5A74D2AF1F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96E14B8F-7C0B-5A0C-3E4A-DB50C5C10C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88B229C-CFF0-2695-0272-95B7B725E3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4576986"/>
              </p:ext>
            </p:extLst>
          </p:nvPr>
        </p:nvGraphicFramePr>
        <p:xfrm>
          <a:off x="224492" y="3144069"/>
          <a:ext cx="11747124" cy="22860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825375">
                  <a:extLst>
                    <a:ext uri="{9D8B030D-6E8A-4147-A177-3AD203B41FA5}">
                      <a16:colId xmlns:a16="http://schemas.microsoft.com/office/drawing/2014/main" val="1979957986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3264818200"/>
                    </a:ext>
                  </a:extLst>
                </a:gridCol>
                <a:gridCol w="3666066">
                  <a:extLst>
                    <a:ext uri="{9D8B030D-6E8A-4147-A177-3AD203B41FA5}">
                      <a16:colId xmlns:a16="http://schemas.microsoft.com/office/drawing/2014/main" val="1363075321"/>
                    </a:ext>
                  </a:extLst>
                </a:gridCol>
                <a:gridCol w="4055283">
                  <a:extLst>
                    <a:ext uri="{9D8B030D-6E8A-4147-A177-3AD203B41FA5}">
                      <a16:colId xmlns:a16="http://schemas.microsoft.com/office/drawing/2014/main" val="2405975456"/>
                    </a:ext>
                  </a:extLst>
                </a:gridCol>
              </a:tblGrid>
              <a:tr h="3466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b="1" dirty="0"/>
                        <a:t>Risk</a:t>
                      </a:r>
                      <a:r>
                        <a:rPr lang="en-US" b="1" dirty="0"/>
                        <a:t> ID</a:t>
                      </a:r>
                      <a:endParaRPr lang="en-PK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b="1" dirty="0"/>
                        <a:t>Mitigation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b="1" dirty="0"/>
                        <a:t>Monitoring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b="1" dirty="0"/>
                        <a:t>Management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9508278"/>
                  </a:ext>
                </a:extLst>
              </a:tr>
              <a:tr h="3466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R1</a:t>
                      </a:r>
                      <a:endParaRPr lang="en-PK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dirty="0"/>
                        <a:t>Freeze requirements after approval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/>
                        <a:t>Track change requests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/>
                        <a:t>Defer non-MVP features to future releases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8659980"/>
                  </a:ext>
                </a:extLst>
              </a:tr>
              <a:tr h="3466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R2</a:t>
                      </a:r>
                      <a:endParaRPr lang="en-PK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dirty="0"/>
                        <a:t>Early integration and API prototyping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dirty="0"/>
                        <a:t>Monitor API success/failure rates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dirty="0"/>
                        <a:t>Switch to manual shipment creation temporarily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0481964"/>
                  </a:ext>
                </a:extLst>
              </a:tr>
              <a:tr h="3466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R3</a:t>
                      </a:r>
                      <a:endParaRPr lang="en-PK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dirty="0"/>
                        <a:t>Design and validate data model early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/>
                        <a:t>Review query performance and filtering defects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dirty="0"/>
                        <a:t>Simplify filtering hierarchy for MVP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2588369"/>
                  </a:ext>
                </a:extLst>
              </a:tr>
            </a:tbl>
          </a:graphicData>
        </a:graphic>
      </p:graphicFrame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E38DD28-F9F6-5593-DB7E-5EB482D1C6C0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1611482"/>
          </a:xfrm>
          <a:prstGeom prst="rect">
            <a:avLst/>
          </a:prstGeom>
        </p:spPr>
        <p:txBody>
          <a:bodyPr numCol="1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Choose which risks to attack based on: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000" dirty="0"/>
              <a:t>Available time and budget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000" dirty="0"/>
              <a:t>Impact</a:t>
            </a:r>
          </a:p>
        </p:txBody>
      </p:sp>
    </p:spTree>
    <p:extLst>
      <p:ext uri="{BB962C8B-B14F-4D97-AF65-F5344CB8AC3E}">
        <p14:creationId xmlns:p14="http://schemas.microsoft.com/office/powerpoint/2010/main" val="504377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Placeholder 7" descr="abstract image">
            <a:extLst>
              <a:ext uri="{FF2B5EF4-FFF2-40B4-BE49-F238E27FC236}">
                <a16:creationId xmlns:a16="http://schemas.microsoft.com/office/drawing/2014/main" id="{D5C5EA1B-F06D-4AD1-B526-89C2DF7722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2717" r="45642"/>
          <a:stretch/>
        </p:blipFill>
        <p:spPr>
          <a:xfrm rot="16200000">
            <a:off x="2667001" y="-2666999"/>
            <a:ext cx="6858000" cy="12192000"/>
          </a:xfrm>
          <a:prstGeom prst="rect">
            <a:avLst/>
          </a:prstGeom>
          <a:noFill/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4F7706BE-EF2E-459C-8778-01DDD354C63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>
            <a:normAutofit/>
          </a:bodyPr>
          <a:lstStyle/>
          <a:p>
            <a:r>
              <a:rPr lang="en-US" sz="4000" spc="300"/>
              <a:t>THANK YOU</a:t>
            </a:r>
          </a:p>
        </p:txBody>
      </p:sp>
      <p:pic>
        <p:nvPicPr>
          <p:cNvPr id="24" name="Online Image Placeholder 23" descr="User">
            <a:extLst>
              <a:ext uri="{FF2B5EF4-FFF2-40B4-BE49-F238E27FC236}">
                <a16:creationId xmlns:a16="http://schemas.microsoft.com/office/drawing/2014/main" id="{E896B487-8C07-495F-95BF-B8F4960E1E8D}"/>
              </a:ext>
            </a:extLst>
          </p:cNvPr>
          <p:cNvPicPr>
            <a:picLocks noGrp="1" noChangeAspect="1"/>
          </p:cNvPicPr>
          <p:nvPr>
            <p:ph type="clipArt" sz="quarter" idx="19"/>
          </p:nvPr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/>
      </p:pic>
      <p:pic>
        <p:nvPicPr>
          <p:cNvPr id="12" name="Online Image Placeholder 11" descr="Smart Phone">
            <a:extLst>
              <a:ext uri="{FF2B5EF4-FFF2-40B4-BE49-F238E27FC236}">
                <a16:creationId xmlns:a16="http://schemas.microsoft.com/office/drawing/2014/main" id="{4E709B75-16EA-4581-AED9-567DEF45A6B2}"/>
              </a:ext>
            </a:extLst>
          </p:cNvPr>
          <p:cNvPicPr>
            <a:picLocks noGrp="1" noChangeAspect="1"/>
          </p:cNvPicPr>
          <p:nvPr>
            <p:ph type="clipArt" sz="quarter" idx="20"/>
          </p:nvPr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30873" y="3118670"/>
            <a:ext cx="730250" cy="730250"/>
          </a:xfrm>
        </p:spPr>
      </p:pic>
      <p:pic>
        <p:nvPicPr>
          <p:cNvPr id="28" name="Online Image Placeholder 27" descr="Envelope">
            <a:extLst>
              <a:ext uri="{FF2B5EF4-FFF2-40B4-BE49-F238E27FC236}">
                <a16:creationId xmlns:a16="http://schemas.microsoft.com/office/drawing/2014/main" id="{D4D09222-33EB-4F99-9A89-51E2E1E97584}"/>
              </a:ext>
            </a:extLst>
          </p:cNvPr>
          <p:cNvPicPr>
            <a:picLocks noGrp="1" noChangeAspect="1"/>
          </p:cNvPicPr>
          <p:nvPr>
            <p:ph type="clipArt" sz="quarter" idx="21"/>
          </p:nvPr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B070B25-2BBC-49AC-9CFA-1CD7195DF2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/>
              <a:t>Owais Hussain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E2524A0-105C-4170-BB48-CD0756FB3DF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/>
              <a:t>+92 345-3174270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E57A531-5B0F-485D-A015-BC78AD089BA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16525" y="3903126"/>
            <a:ext cx="3572351" cy="518795"/>
          </a:xfrm>
        </p:spPr>
        <p:txBody>
          <a:bodyPr>
            <a:normAutofit fontScale="92500"/>
          </a:bodyPr>
          <a:lstStyle/>
          <a:p>
            <a:r>
              <a:rPr lang="en-US"/>
              <a:t>owais.hussain@kiet.edu.pk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47C414-85D9-40D6-9BB3-5AF68A84F41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86288" y="5137992"/>
            <a:ext cx="7219423" cy="518795"/>
          </a:xfrm>
        </p:spPr>
        <p:txBody>
          <a:bodyPr/>
          <a:lstStyle/>
          <a:p>
            <a:r>
              <a:rPr lang="en-US" sz="1700"/>
              <a:t>https://www.researchgate.net/profile/Owais-Hussain-3</a:t>
            </a:r>
          </a:p>
        </p:txBody>
      </p:sp>
    </p:spTree>
    <p:extLst>
      <p:ext uri="{BB962C8B-B14F-4D97-AF65-F5344CB8AC3E}">
        <p14:creationId xmlns:p14="http://schemas.microsoft.com/office/powerpoint/2010/main" val="927727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53F52"/>
      </a:accent1>
      <a:accent2>
        <a:srgbClr val="E99757"/>
      </a:accent2>
      <a:accent3>
        <a:srgbClr val="2F3342"/>
      </a:accent3>
      <a:accent4>
        <a:srgbClr val="2C2153"/>
      </a:accent4>
      <a:accent5>
        <a:srgbClr val="01023B"/>
      </a:accent5>
      <a:accent6>
        <a:srgbClr val="7F7F7F"/>
      </a:accent6>
      <a:hlink>
        <a:srgbClr val="3A3838"/>
      </a:hlink>
      <a:folHlink>
        <a:srgbClr val="D0CEC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ch presentation_Win32_LW_v2.potx" id="{3AEEB70B-72AA-432B-B699-7833EBF4B1FE}" vid="{14A49A59-25D4-4203-BE02-DE6939C7C5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3D9F223-918A-45AF-9B53-56AB9E5E2182}">
  <ds:schemaRefs>
    <ds:schemaRef ds:uri="71af3243-3dd4-4a8d-8c0d-dd76da1f02a5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55BB9993-D5F9-46FA-B2E5-80E3632E9820}">
  <ds:schemaRefs>
    <ds:schemaRef ds:uri="16c05727-aa75-4e4a-9b5f-8a80a1165891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1B7E2D32-4FDD-4266-880C-17595B80143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389</TotalTime>
  <Words>1462</Words>
  <Application>Microsoft Office PowerPoint</Application>
  <PresentationFormat>Widescreen</PresentationFormat>
  <Paragraphs>228</Paragraphs>
  <Slides>18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Biome Light</vt:lpstr>
      <vt:lpstr>Calibri</vt:lpstr>
      <vt:lpstr>Calibri Light</vt:lpstr>
      <vt:lpstr>Cambria Math</vt:lpstr>
      <vt:lpstr>Wingdings</vt:lpstr>
      <vt:lpstr>Office Theme</vt:lpstr>
      <vt:lpstr>Software Engineering</vt:lpstr>
      <vt:lpstr>Agenda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INFLUENCE MINING IN COMPLEX NETWORKS</dc:title>
  <dc:creator>Owais Ahmed</dc:creator>
  <cp:lastModifiedBy>Owais Ahmed</cp:lastModifiedBy>
  <cp:revision>1</cp:revision>
  <dcterms:created xsi:type="dcterms:W3CDTF">2022-11-22T20:08:03Z</dcterms:created>
  <dcterms:modified xsi:type="dcterms:W3CDTF">2026-06-15T04:46:32Z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