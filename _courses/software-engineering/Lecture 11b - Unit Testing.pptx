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03" r:id="rId5"/>
    <p:sldId id="2462" r:id="rId6"/>
    <p:sldId id="2580" r:id="rId7"/>
    <p:sldId id="2581" r:id="rId8"/>
    <p:sldId id="2582" r:id="rId9"/>
    <p:sldId id="2584" r:id="rId10"/>
    <p:sldId id="2585" r:id="rId11"/>
    <p:sldId id="2586" r:id="rId12"/>
    <p:sldId id="2587" r:id="rId13"/>
    <p:sldId id="2588" r:id="rId14"/>
    <p:sldId id="2589" r:id="rId15"/>
    <p:sldId id="2590" r:id="rId16"/>
    <p:sldId id="2591" r:id="rId17"/>
    <p:sldId id="2592" r:id="rId18"/>
    <p:sldId id="243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580"/>
            <p14:sldId id="2581"/>
            <p14:sldId id="2582"/>
            <p14:sldId id="2584"/>
            <p14:sldId id="2585"/>
            <p14:sldId id="2586"/>
            <p14:sldId id="2587"/>
            <p14:sldId id="2588"/>
            <p14:sldId id="2589"/>
            <p14:sldId id="2590"/>
            <p14:sldId id="2591"/>
            <p14:sldId id="2592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27D03A-5C75-FD4D-9549-929CE2360755}" v="635" dt="2026-06-13T08:18:39.552"/>
    <p1510:client id="{9F1EECE6-9B10-44DE-8BBC-4C40FDF55198}" v="2032" dt="2026-06-12T15:21:09.796"/>
    <p1510:client id="{A4E3A959-C61F-4845-99BB-5120703AC4A6}" v="69" dt="2026-06-12T16:02:33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11" autoAdjust="0"/>
    <p:restoredTop sz="94685"/>
  </p:normalViewPr>
  <p:slideViewPr>
    <p:cSldViewPr snapToGrid="0">
      <p:cViewPr varScale="1">
        <p:scale>
          <a:sx n="139" d="100"/>
          <a:sy n="139" d="100"/>
        </p:scale>
        <p:origin x="192" y="240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custSel addSld modSld">
      <pc:chgData name="Owais Ahmed" userId="6abc7d4556b3b071" providerId="LiveId" clId="{641304C9-537E-56B8-9D3B-F295291B91EB}" dt="2026-06-13T08:18:39.552" v="655" actId="20577"/>
      <pc:docMkLst>
        <pc:docMk/>
      </pc:docMkLst>
      <pc:sldChg chg="modSp">
        <pc:chgData name="Owais Ahmed" userId="6abc7d4556b3b071" providerId="LiveId" clId="{641304C9-537E-56B8-9D3B-F295291B91EB}" dt="2026-06-13T07:47:01.870" v="77" actId="20577"/>
        <pc:sldMkLst>
          <pc:docMk/>
          <pc:sldMk cId="3940183664" sldId="2585"/>
        </pc:sldMkLst>
        <pc:spChg chg="mod">
          <ac:chgData name="Owais Ahmed" userId="6abc7d4556b3b071" providerId="LiveId" clId="{641304C9-537E-56B8-9D3B-F295291B91EB}" dt="2026-06-13T07:47:01.870" v="77" actId="20577"/>
          <ac:spMkLst>
            <pc:docMk/>
            <pc:sldMk cId="3940183664" sldId="2585"/>
            <ac:spMk id="3" creationId="{1E0DA0D5-023A-24D7-7FE6-155628AF799A}"/>
          </ac:spMkLst>
        </pc:spChg>
      </pc:sldChg>
      <pc:sldChg chg="modSp mod">
        <pc:chgData name="Owais Ahmed" userId="6abc7d4556b3b071" providerId="LiveId" clId="{641304C9-537E-56B8-9D3B-F295291B91EB}" dt="2026-06-13T07:34:35.223" v="1" actId="27636"/>
        <pc:sldMkLst>
          <pc:docMk/>
          <pc:sldMk cId="1718148521" sldId="2587"/>
        </pc:sldMkLst>
        <pc:spChg chg="mod">
          <ac:chgData name="Owais Ahmed" userId="6abc7d4556b3b071" providerId="LiveId" clId="{641304C9-537E-56B8-9D3B-F295291B91EB}" dt="2026-06-13T07:34:35.223" v="1" actId="27636"/>
          <ac:spMkLst>
            <pc:docMk/>
            <pc:sldMk cId="1718148521" sldId="2587"/>
            <ac:spMk id="3" creationId="{A889702C-BBEC-6AA1-B2A3-B4145B6EAEC5}"/>
          </ac:spMkLst>
        </pc:spChg>
      </pc:sldChg>
      <pc:sldChg chg="modSp mod modAnim">
        <pc:chgData name="Owais Ahmed" userId="6abc7d4556b3b071" providerId="LiveId" clId="{641304C9-537E-56B8-9D3B-F295291B91EB}" dt="2026-06-13T08:05:45.471" v="311" actId="20577"/>
        <pc:sldMkLst>
          <pc:docMk/>
          <pc:sldMk cId="653827550" sldId="2588"/>
        </pc:sldMkLst>
        <pc:spChg chg="mod">
          <ac:chgData name="Owais Ahmed" userId="6abc7d4556b3b071" providerId="LiveId" clId="{641304C9-537E-56B8-9D3B-F295291B91EB}" dt="2026-06-13T08:05:45.471" v="311" actId="20577"/>
          <ac:spMkLst>
            <pc:docMk/>
            <pc:sldMk cId="653827550" sldId="2588"/>
            <ac:spMk id="3" creationId="{7D23FC53-7AF7-50B5-CC3C-3121927BEDA4}"/>
          </ac:spMkLst>
        </pc:spChg>
      </pc:sldChg>
      <pc:sldChg chg="modSp add mod modAnim">
        <pc:chgData name="Owais Ahmed" userId="6abc7d4556b3b071" providerId="LiveId" clId="{641304C9-537E-56B8-9D3B-F295291B91EB}" dt="2026-06-13T08:18:39.552" v="655" actId="20577"/>
        <pc:sldMkLst>
          <pc:docMk/>
          <pc:sldMk cId="1839047135" sldId="2592"/>
        </pc:sldMkLst>
        <pc:spChg chg="mod">
          <ac:chgData name="Owais Ahmed" userId="6abc7d4556b3b071" providerId="LiveId" clId="{641304C9-537E-56B8-9D3B-F295291B91EB}" dt="2026-06-13T08:18:39.552" v="655" actId="20577"/>
          <ac:spMkLst>
            <pc:docMk/>
            <pc:sldMk cId="1839047135" sldId="2592"/>
            <ac:spMk id="3" creationId="{6D093726-A35F-BFBD-30C0-976B9ECB0A84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6-12T16:02:33.600" v="22812" actId="27636"/>
      <pc:docMkLst>
        <pc:docMk/>
      </pc:docMkLst>
      <pc:sldChg chg="modSp add del ord">
        <pc:chgData name="Owais Ahmed" userId="6abc7d4556b3b071" providerId="LiveId" clId="{D0A51F83-B713-4A4D-8105-C75936B8E1D2}" dt="2026-06-12T15:46:14.505" v="22486"/>
        <pc:sldMkLst>
          <pc:docMk/>
          <pc:sldMk cId="2668223123" sldId="258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2668223123" sldId="258"/>
            <ac:spMk id="2" creationId="{00000000-0000-0000-0000-000000000000}"/>
          </ac:spMkLst>
        </pc:spChg>
      </pc:sldChg>
      <pc:sldChg chg="modSp">
        <pc:chgData name="Owais Ahmed" userId="6abc7d4556b3b071" providerId="LiveId" clId="{D0A51F83-B713-4A4D-8105-C75936B8E1D2}" dt="2026-06-12T15:46:12.592" v="22484"/>
        <pc:sldMkLst>
          <pc:docMk/>
          <pc:sldMk cId="927727573" sldId="2436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927727573" sldId="2436"/>
            <ac:spMk id="8" creationId="{0B070B25-2BBC-49AC-9CFA-1CD7195DF2D6}"/>
          </ac:spMkLst>
        </pc:spChg>
        <pc:spChg chg="mod">
          <ac:chgData name="Owais Ahmed" userId="6abc7d4556b3b071" providerId="LiveId" clId="{D0A51F83-B713-4A4D-8105-C75936B8E1D2}" dt="2026-06-12T15:46:12.592" v="22484"/>
          <ac:spMkLst>
            <pc:docMk/>
            <pc:sldMk cId="927727573" sldId="2436"/>
            <ac:spMk id="9" creationId="{9E2524A0-105C-4170-BB48-CD0756FB3DFE}"/>
          </ac:spMkLst>
        </pc:sp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927727573" sldId="2436"/>
            <ac:picMk id="12" creationId="{4E709B75-16EA-4581-AED9-567DEF45A6B2}"/>
          </ac:picMkLst>
        </pc:pic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927727573" sldId="2436"/>
            <ac:picMk id="24" creationId="{E896B487-8C07-495F-95BF-B8F4960E1E8D}"/>
          </ac:picMkLst>
        </pc:pic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927727573" sldId="2436"/>
            <ac:picMk id="28" creationId="{D4D09222-33EB-4F99-9A89-51E2E1E97584}"/>
          </ac:picMkLst>
        </pc:picChg>
      </pc:sldChg>
      <pc:sldChg chg="modSp mod">
        <pc:chgData name="Owais Ahmed" userId="6abc7d4556b3b071" providerId="LiveId" clId="{D0A51F83-B713-4A4D-8105-C75936B8E1D2}" dt="2026-06-12T16:01:15.968" v="22770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1649098948" sldId="2462"/>
            <ac:spMk id="2" creationId="{BE3A87B3-0A27-4EE9-979E-B69581E476F0}"/>
          </ac:spMkLst>
        </pc:spChg>
        <pc:spChg chg="mod">
          <ac:chgData name="Owais Ahmed" userId="6abc7d4556b3b071" providerId="LiveId" clId="{D0A51F83-B713-4A4D-8105-C75936B8E1D2}" dt="2026-06-12T16:01:15.968" v="22770" actId="20577"/>
          <ac:spMkLst>
            <pc:docMk/>
            <pc:sldMk cId="1649098948" sldId="2462"/>
            <ac:spMk id="6" creationId="{F3C89A40-EEAA-43AB-9A3A-B2CFDE450F1B}"/>
          </ac:spMkLst>
        </pc:spChg>
        <pc:spChg chg="mod">
          <ac:chgData name="Owais Ahmed" userId="6abc7d4556b3b071" providerId="LiveId" clId="{D0A51F83-B713-4A4D-8105-C75936B8E1D2}" dt="2026-06-12T15:46:12.592" v="22484"/>
          <ac:spMkLst>
            <pc:docMk/>
            <pc:sldMk cId="1649098948" sldId="2462"/>
            <ac:spMk id="7" creationId="{F29F8048-1E86-48F4-B246-D2F8C54B7EB1}"/>
          </ac:spMkLst>
        </pc:sp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1649098948" sldId="2462"/>
            <ac:picMk id="8" creationId="{BB76F5AB-0940-46E1-85F9-6A870D7D04C9}"/>
          </ac:picMkLst>
        </pc:picChg>
      </pc:sldChg>
      <pc:sldChg chg="modSp">
        <pc:chgData name="Owais Ahmed" userId="6abc7d4556b3b071" providerId="LiveId" clId="{D0A51F83-B713-4A4D-8105-C75936B8E1D2}" dt="2026-06-12T15:46:12.592" v="22484"/>
        <pc:sldMkLst>
          <pc:docMk/>
          <pc:sldMk cId="146856052" sldId="2503"/>
        </pc:sldMkLst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146856052" sldId="2503"/>
            <ac:picMk id="8" creationId="{9AB29DBC-55D3-49D9-BB44-4936739C4B57}"/>
          </ac:picMkLst>
        </pc:picChg>
      </pc:sldChg>
      <pc:sldChg chg="addSp modSp del mod addAnim delAnim modAnim modNotesTx">
        <pc:chgData name="Owais Ahmed" userId="6abc7d4556b3b071" providerId="LiveId" clId="{D0A51F83-B713-4A4D-8105-C75936B8E1D2}" dt="2026-06-12T15:41:10.079" v="22448" actId="47"/>
        <pc:sldMkLst>
          <pc:docMk/>
          <pc:sldMk cId="689729503" sldId="2573"/>
        </pc:sldMkLst>
        <pc:spChg chg="mod">
          <ac:chgData name="Owais Ahmed" userId="6abc7d4556b3b071" providerId="LiveId" clId="{D0A51F83-B713-4A4D-8105-C75936B8E1D2}" dt="2026-06-12T14:52:56.465" v="22343" actId="6549"/>
          <ac:spMkLst>
            <pc:docMk/>
            <pc:sldMk cId="689729503" sldId="2573"/>
            <ac:spMk id="3" creationId="{422A2E5D-4F5F-9B1C-1AFF-E3AB54478CC4}"/>
          </ac:spMkLst>
        </pc:spChg>
        <pc:spChg chg="add mod">
          <ac:chgData name="Owais Ahmed" userId="6abc7d4556b3b071" providerId="LiveId" clId="{D0A51F83-B713-4A4D-8105-C75936B8E1D2}" dt="2026-06-12T14:53:11.571" v="22366" actId="20577"/>
          <ac:spMkLst>
            <pc:docMk/>
            <pc:sldMk cId="689729503" sldId="2573"/>
            <ac:spMk id="4" creationId="{FE9A175A-71A8-490E-3014-8AD44221A9CD}"/>
          </ac:spMkLst>
        </pc:spChg>
        <pc:spChg chg="mod">
          <ac:chgData name="Owais Ahmed" userId="6abc7d4556b3b071" providerId="LiveId" clId="{D0A51F83-B713-4A4D-8105-C75936B8E1D2}" dt="2026-06-12T12:15:13.503" v="19736"/>
          <ac:spMkLst>
            <pc:docMk/>
            <pc:sldMk cId="689729503" sldId="2573"/>
            <ac:spMk id="215" creationId="{A2F99602-7C2E-7F99-7019-B197A4777D32}"/>
          </ac:spMkLst>
        </pc:spChg>
      </pc:sldChg>
      <pc:sldChg chg="add del ord">
        <pc:chgData name="Owais Ahmed" userId="6abc7d4556b3b071" providerId="LiveId" clId="{D0A51F83-B713-4A4D-8105-C75936B8E1D2}" dt="2026-06-12T15:41:08.251" v="22447" actId="47"/>
        <pc:sldMkLst>
          <pc:docMk/>
          <pc:sldMk cId="2170964701" sldId="2574"/>
        </pc:sldMkLst>
      </pc:sldChg>
      <pc:sldChg chg="modSp add del mod addAnim delAnim modAnim modNotesTx">
        <pc:chgData name="Owais Ahmed" userId="6abc7d4556b3b071" providerId="LiveId" clId="{D0A51F83-B713-4A4D-8105-C75936B8E1D2}" dt="2026-06-12T15:41:11.157" v="22449" actId="47"/>
        <pc:sldMkLst>
          <pc:docMk/>
          <pc:sldMk cId="4118160257" sldId="2575"/>
        </pc:sldMkLst>
        <pc:spChg chg="mod">
          <ac:chgData name="Owais Ahmed" userId="6abc7d4556b3b071" providerId="LiveId" clId="{D0A51F83-B713-4A4D-8105-C75936B8E1D2}" dt="2026-06-12T12:23:04.815" v="20114" actId="20577"/>
          <ac:spMkLst>
            <pc:docMk/>
            <pc:sldMk cId="4118160257" sldId="2575"/>
            <ac:spMk id="3" creationId="{31EBE21E-5FB2-9250-5D78-76AF6E317595}"/>
          </ac:spMkLst>
        </pc:spChg>
        <pc:spChg chg="mod">
          <ac:chgData name="Owais Ahmed" userId="6abc7d4556b3b071" providerId="LiveId" clId="{D0A51F83-B713-4A4D-8105-C75936B8E1D2}" dt="2026-06-12T12:54:28.834" v="20746" actId="20577"/>
          <ac:spMkLst>
            <pc:docMk/>
            <pc:sldMk cId="4118160257" sldId="2575"/>
            <ac:spMk id="4" creationId="{9A9FF51E-E8E9-7B71-6F52-0621184599C1}"/>
          </ac:spMkLst>
        </pc:spChg>
        <pc:spChg chg="mod">
          <ac:chgData name="Owais Ahmed" userId="6abc7d4556b3b071" providerId="LiveId" clId="{D0A51F83-B713-4A4D-8105-C75936B8E1D2}" dt="2026-06-12T12:20:17.121" v="19999" actId="20577"/>
          <ac:spMkLst>
            <pc:docMk/>
            <pc:sldMk cId="4118160257" sldId="2575"/>
            <ac:spMk id="215" creationId="{786E540E-FEB0-50C7-6063-CA83F0FED41C}"/>
          </ac:spMkLst>
        </pc:spChg>
      </pc:sldChg>
      <pc:sldChg chg="modSp add del mod ord modAnim modNotesTx">
        <pc:chgData name="Owais Ahmed" userId="6abc7d4556b3b071" providerId="LiveId" clId="{D0A51F83-B713-4A4D-8105-C75936B8E1D2}" dt="2026-06-12T15:41:23.257" v="22452" actId="47"/>
        <pc:sldMkLst>
          <pc:docMk/>
          <pc:sldMk cId="1161241976" sldId="2576"/>
        </pc:sldMkLst>
        <pc:spChg chg="mod">
          <ac:chgData name="Owais Ahmed" userId="6abc7d4556b3b071" providerId="LiveId" clId="{D0A51F83-B713-4A4D-8105-C75936B8E1D2}" dt="2026-06-12T13:00:17.438" v="21015" actId="20577"/>
          <ac:spMkLst>
            <pc:docMk/>
            <pc:sldMk cId="1161241976" sldId="2576"/>
            <ac:spMk id="3" creationId="{AA8BAFCA-03BE-DA18-62AE-580B73017736}"/>
          </ac:spMkLst>
        </pc:spChg>
        <pc:spChg chg="mod">
          <ac:chgData name="Owais Ahmed" userId="6abc7d4556b3b071" providerId="LiveId" clId="{D0A51F83-B713-4A4D-8105-C75936B8E1D2}" dt="2026-06-12T12:55:42.201" v="20942" actId="20577"/>
          <ac:spMkLst>
            <pc:docMk/>
            <pc:sldMk cId="1161241976" sldId="2576"/>
            <ac:spMk id="215" creationId="{E3667B6E-6C18-3664-A839-710799F58F5C}"/>
          </ac:spMkLst>
        </pc:spChg>
      </pc:sldChg>
      <pc:sldChg chg="addSp delSp modSp add del mod delAnim modAnim">
        <pc:chgData name="Owais Ahmed" userId="6abc7d4556b3b071" providerId="LiveId" clId="{D0A51F83-B713-4A4D-8105-C75936B8E1D2}" dt="2026-06-12T15:41:18.642" v="22450" actId="47"/>
        <pc:sldMkLst>
          <pc:docMk/>
          <pc:sldMk cId="1658688993" sldId="2577"/>
        </pc:sldMkLst>
        <pc:spChg chg="del mod">
          <ac:chgData name="Owais Ahmed" userId="6abc7d4556b3b071" providerId="LiveId" clId="{D0A51F83-B713-4A4D-8105-C75936B8E1D2}" dt="2026-06-12T12:57:46.178" v="20983" actId="478"/>
          <ac:spMkLst>
            <pc:docMk/>
            <pc:sldMk cId="1658688993" sldId="2577"/>
            <ac:spMk id="3" creationId="{4B3A9D55-EE5A-FB9C-4894-641512C472FD}"/>
          </ac:spMkLst>
        </pc:spChg>
        <pc:graphicFrameChg chg="add mod modGraphic">
          <ac:chgData name="Owais Ahmed" userId="6abc7d4556b3b071" providerId="LiveId" clId="{D0A51F83-B713-4A4D-8105-C75936B8E1D2}" dt="2026-06-12T12:59:23.471" v="21011" actId="207"/>
          <ac:graphicFrameMkLst>
            <pc:docMk/>
            <pc:sldMk cId="1658688993" sldId="2577"/>
            <ac:graphicFrameMk id="4" creationId="{0B35D6E5-0D23-BC5B-4B0A-45AC17D74BFD}"/>
          </ac:graphicFrameMkLst>
        </pc:graphicFrameChg>
      </pc:sldChg>
      <pc:sldChg chg="modSp add del mod ord modAnim">
        <pc:chgData name="Owais Ahmed" userId="6abc7d4556b3b071" providerId="LiveId" clId="{D0A51F83-B713-4A4D-8105-C75936B8E1D2}" dt="2026-06-12T15:41:21.146" v="22451" actId="47"/>
        <pc:sldMkLst>
          <pc:docMk/>
          <pc:sldMk cId="4147746531" sldId="2578"/>
        </pc:sldMkLst>
        <pc:spChg chg="mod">
          <ac:chgData name="Owais Ahmed" userId="6abc7d4556b3b071" providerId="LiveId" clId="{D0A51F83-B713-4A4D-8105-C75936B8E1D2}" dt="2026-06-12T13:05:39.003" v="21152" actId="20577"/>
          <ac:spMkLst>
            <pc:docMk/>
            <pc:sldMk cId="4147746531" sldId="2578"/>
            <ac:spMk id="3" creationId="{A1B45376-D826-2C35-F563-6B43B68BF044}"/>
          </ac:spMkLst>
        </pc:spChg>
        <pc:spChg chg="mod">
          <ac:chgData name="Owais Ahmed" userId="6abc7d4556b3b071" providerId="LiveId" clId="{D0A51F83-B713-4A4D-8105-C75936B8E1D2}" dt="2026-06-12T13:00:47.342" v="21034" actId="20577"/>
          <ac:spMkLst>
            <pc:docMk/>
            <pc:sldMk cId="4147746531" sldId="2578"/>
            <ac:spMk id="215" creationId="{7F6D4301-1F9F-AEF7-09E4-839D002B9293}"/>
          </ac:spMkLst>
        </pc:spChg>
      </pc:sldChg>
      <pc:sldChg chg="modSp add del mod modAnim">
        <pc:chgData name="Owais Ahmed" userId="6abc7d4556b3b071" providerId="LiveId" clId="{D0A51F83-B713-4A4D-8105-C75936B8E1D2}" dt="2026-06-12T15:41:26.036" v="22453" actId="47"/>
        <pc:sldMkLst>
          <pc:docMk/>
          <pc:sldMk cId="1678387983" sldId="2579"/>
        </pc:sldMkLst>
        <pc:spChg chg="mod">
          <ac:chgData name="Owais Ahmed" userId="6abc7d4556b3b071" providerId="LiveId" clId="{D0A51F83-B713-4A4D-8105-C75936B8E1D2}" dt="2026-06-12T13:06:01.907" v="21161" actId="20577"/>
          <ac:spMkLst>
            <pc:docMk/>
            <pc:sldMk cId="1678387983" sldId="2579"/>
            <ac:spMk id="3" creationId="{DDD2F3A0-0AF6-71FC-372D-7192A5C969B8}"/>
          </ac:spMkLst>
        </pc:spChg>
      </pc:sldChg>
      <pc:sldChg chg="modSp add mod modAnim">
        <pc:chgData name="Owais Ahmed" userId="6abc7d4556b3b071" providerId="LiveId" clId="{D0A51F83-B713-4A4D-8105-C75936B8E1D2}" dt="2026-06-12T15:48:10.556" v="22521" actId="20577"/>
        <pc:sldMkLst>
          <pc:docMk/>
          <pc:sldMk cId="1455820589" sldId="2580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1455820589" sldId="2580"/>
            <ac:spMk id="2" creationId="{8B00956D-D11A-81E2-F8AD-F1EFCF92EA34}"/>
          </ac:spMkLst>
        </pc:spChg>
        <pc:spChg chg="mod">
          <ac:chgData name="Owais Ahmed" userId="6abc7d4556b3b071" providerId="LiveId" clId="{D0A51F83-B713-4A4D-8105-C75936B8E1D2}" dt="2026-06-12T15:46:44.897" v="22500" actId="27636"/>
          <ac:spMkLst>
            <pc:docMk/>
            <pc:sldMk cId="1455820589" sldId="2580"/>
            <ac:spMk id="3" creationId="{2E0B7842-797A-25DB-6947-0B023E7CC8A3}"/>
          </ac:spMkLst>
        </pc:spChg>
        <pc:spChg chg="mod">
          <ac:chgData name="Owais Ahmed" userId="6abc7d4556b3b071" providerId="LiveId" clId="{D0A51F83-B713-4A4D-8105-C75936B8E1D2}" dt="2026-06-12T15:48:10.556" v="22521" actId="20577"/>
          <ac:spMkLst>
            <pc:docMk/>
            <pc:sldMk cId="1455820589" sldId="2580"/>
            <ac:spMk id="215" creationId="{F0A7BEA9-FA6E-1666-96A1-2C2E6EBD1D36}"/>
          </ac:spMkLst>
        </pc:spChg>
      </pc:sldChg>
      <pc:sldChg chg="modSp add del mod modAnim">
        <pc:chgData name="Owais Ahmed" userId="6abc7d4556b3b071" providerId="LiveId" clId="{D0A51F83-B713-4A4D-8105-C75936B8E1D2}" dt="2026-06-12T15:41:35.896" v="22454" actId="47"/>
        <pc:sldMkLst>
          <pc:docMk/>
          <pc:sldMk cId="3227492165" sldId="2581"/>
        </pc:sldMkLst>
        <pc:spChg chg="mod">
          <ac:chgData name="Owais Ahmed" userId="6abc7d4556b3b071" providerId="LiveId" clId="{D0A51F83-B713-4A4D-8105-C75936B8E1D2}" dt="2026-06-12T13:05:57.616" v="21157" actId="27636"/>
          <ac:spMkLst>
            <pc:docMk/>
            <pc:sldMk cId="3227492165" sldId="2581"/>
            <ac:spMk id="3" creationId="{EA4DDB69-699F-B6B1-B244-50E24CF7AA11}"/>
          </ac:spMkLst>
        </pc:spChg>
      </pc:sldChg>
      <pc:sldChg chg="modSp add mod modAnim">
        <pc:chgData name="Owais Ahmed" userId="6abc7d4556b3b071" providerId="LiveId" clId="{D0A51F83-B713-4A4D-8105-C75936B8E1D2}" dt="2026-06-12T16:00:02.999" v="22758" actId="27636"/>
        <pc:sldMkLst>
          <pc:docMk/>
          <pc:sldMk cId="3704641495" sldId="2581"/>
        </pc:sldMkLst>
        <pc:spChg chg="mod">
          <ac:chgData name="Owais Ahmed" userId="6abc7d4556b3b071" providerId="LiveId" clId="{D0A51F83-B713-4A4D-8105-C75936B8E1D2}" dt="2026-06-12T16:00:02.999" v="22758" actId="27636"/>
          <ac:spMkLst>
            <pc:docMk/>
            <pc:sldMk cId="3704641495" sldId="2581"/>
            <ac:spMk id="3" creationId="{E6B33219-14D1-B6C1-0EF1-E35F62D0B64B}"/>
          </ac:spMkLst>
        </pc:spChg>
        <pc:spChg chg="mod">
          <ac:chgData name="Owais Ahmed" userId="6abc7d4556b3b071" providerId="LiveId" clId="{D0A51F83-B713-4A4D-8105-C75936B8E1D2}" dt="2026-06-12T15:48:06.004" v="22519" actId="6549"/>
          <ac:spMkLst>
            <pc:docMk/>
            <pc:sldMk cId="3704641495" sldId="2581"/>
            <ac:spMk id="215" creationId="{025BDB3E-3C4D-57D8-8475-94FCEECAE247}"/>
          </ac:spMkLst>
        </pc:spChg>
      </pc:sldChg>
      <pc:sldChg chg="modSp add del mod modAnim">
        <pc:chgData name="Owais Ahmed" userId="6abc7d4556b3b071" providerId="LiveId" clId="{D0A51F83-B713-4A4D-8105-C75936B8E1D2}" dt="2026-06-12T15:41:36.709" v="22455" actId="47"/>
        <pc:sldMkLst>
          <pc:docMk/>
          <pc:sldMk cId="926255148" sldId="2582"/>
        </pc:sldMkLst>
        <pc:spChg chg="mod">
          <ac:chgData name="Owais Ahmed" userId="6abc7d4556b3b071" providerId="LiveId" clId="{D0A51F83-B713-4A4D-8105-C75936B8E1D2}" dt="2026-06-12T15:18:17.102" v="22379" actId="20577"/>
          <ac:spMkLst>
            <pc:docMk/>
            <pc:sldMk cId="926255148" sldId="2582"/>
            <ac:spMk id="3" creationId="{0E875882-9961-0BDA-9E50-D9935A41AD4A}"/>
          </ac:spMkLst>
        </pc:spChg>
        <pc:spChg chg="mod">
          <ac:chgData name="Owais Ahmed" userId="6abc7d4556b3b071" providerId="LiveId" clId="{D0A51F83-B713-4A4D-8105-C75936B8E1D2}" dt="2026-06-12T13:50:49.347" v="21265" actId="20577"/>
          <ac:spMkLst>
            <pc:docMk/>
            <pc:sldMk cId="926255148" sldId="2582"/>
            <ac:spMk id="215" creationId="{38DEC434-7569-74C6-2EA6-9D90EEEF38F3}"/>
          </ac:spMkLst>
        </pc:spChg>
      </pc:sldChg>
      <pc:sldChg chg="modSp add del mod modAnim">
        <pc:chgData name="Owais Ahmed" userId="6abc7d4556b3b071" providerId="LiveId" clId="{D0A51F83-B713-4A4D-8105-C75936B8E1D2}" dt="2026-06-12T13:30:04.598" v="21181" actId="47"/>
        <pc:sldMkLst>
          <pc:docMk/>
          <pc:sldMk cId="2581522711" sldId="2582"/>
        </pc:sldMkLst>
        <pc:spChg chg="mod">
          <ac:chgData name="Owais Ahmed" userId="6abc7d4556b3b071" providerId="LiveId" clId="{D0A51F83-B713-4A4D-8105-C75936B8E1D2}" dt="2026-06-12T13:29:53.207" v="21180"/>
          <ac:spMkLst>
            <pc:docMk/>
            <pc:sldMk cId="2581522711" sldId="2582"/>
            <ac:spMk id="3" creationId="{CDBEF0BE-0C4F-E77A-4F2F-FA26D83AB21E}"/>
          </ac:spMkLst>
        </pc:spChg>
        <pc:spChg chg="mod">
          <ac:chgData name="Owais Ahmed" userId="6abc7d4556b3b071" providerId="LiveId" clId="{D0A51F83-B713-4A4D-8105-C75936B8E1D2}" dt="2026-06-12T13:28:33.740" v="21166" actId="20577"/>
          <ac:spMkLst>
            <pc:docMk/>
            <pc:sldMk cId="2581522711" sldId="2582"/>
            <ac:spMk id="215" creationId="{F9D60354-FB9A-7842-355B-0DB83B6208D8}"/>
          </ac:spMkLst>
        </pc:spChg>
      </pc:sldChg>
      <pc:sldChg chg="modSp add mod ord modAnim">
        <pc:chgData name="Owais Ahmed" userId="6abc7d4556b3b071" providerId="LiveId" clId="{D0A51F83-B713-4A4D-8105-C75936B8E1D2}" dt="2026-06-12T16:00:11.518" v="22759" actId="2710"/>
        <pc:sldMkLst>
          <pc:docMk/>
          <pc:sldMk cId="2698937366" sldId="2582"/>
        </pc:sldMkLst>
        <pc:spChg chg="mod">
          <ac:chgData name="Owais Ahmed" userId="6abc7d4556b3b071" providerId="LiveId" clId="{D0A51F83-B713-4A4D-8105-C75936B8E1D2}" dt="2026-06-12T16:00:11.518" v="22759" actId="2710"/>
          <ac:spMkLst>
            <pc:docMk/>
            <pc:sldMk cId="2698937366" sldId="2582"/>
            <ac:spMk id="3" creationId="{937FB2C6-F979-9A3E-9B44-35F2C05F72D1}"/>
          </ac:spMkLst>
        </pc:spChg>
        <pc:spChg chg="mod">
          <ac:chgData name="Owais Ahmed" userId="6abc7d4556b3b071" providerId="LiveId" clId="{D0A51F83-B713-4A4D-8105-C75936B8E1D2}" dt="2026-06-12T15:48:00.831" v="22514" actId="6549"/>
          <ac:spMkLst>
            <pc:docMk/>
            <pc:sldMk cId="2698937366" sldId="2582"/>
            <ac:spMk id="215" creationId="{B38EE726-79CF-E926-A0EC-CBE2E841A81F}"/>
          </ac:spMkLst>
        </pc:spChg>
      </pc:sldChg>
      <pc:sldChg chg="modSp add del mod modAnim">
        <pc:chgData name="Owais Ahmed" userId="6abc7d4556b3b071" providerId="LiveId" clId="{D0A51F83-B713-4A4D-8105-C75936B8E1D2}" dt="2026-06-12T15:41:37.174" v="22456" actId="47"/>
        <pc:sldMkLst>
          <pc:docMk/>
          <pc:sldMk cId="254180816" sldId="2583"/>
        </pc:sldMkLst>
        <pc:spChg chg="mod">
          <ac:chgData name="Owais Ahmed" userId="6abc7d4556b3b071" providerId="LiveId" clId="{D0A51F83-B713-4A4D-8105-C75936B8E1D2}" dt="2026-06-12T15:19:41.940" v="22434" actId="20577"/>
          <ac:spMkLst>
            <pc:docMk/>
            <pc:sldMk cId="254180816" sldId="2583"/>
            <ac:spMk id="3" creationId="{158D8C75-0327-16AF-BAD9-6CEC31642378}"/>
          </ac:spMkLst>
        </pc:spChg>
        <pc:spChg chg="mod">
          <ac:chgData name="Owais Ahmed" userId="6abc7d4556b3b071" providerId="LiveId" clId="{D0A51F83-B713-4A4D-8105-C75936B8E1D2}" dt="2026-06-12T13:53:08.385" v="21348" actId="20577"/>
          <ac:spMkLst>
            <pc:docMk/>
            <pc:sldMk cId="254180816" sldId="2583"/>
            <ac:spMk id="215" creationId="{62CFA8E4-1FFA-679A-E6A3-D08F5A4F9401}"/>
          </ac:spMkLst>
        </pc:spChg>
      </pc:sldChg>
      <pc:sldChg chg="add del">
        <pc:chgData name="Owais Ahmed" userId="6abc7d4556b3b071" providerId="LiveId" clId="{D0A51F83-B713-4A4D-8105-C75936B8E1D2}" dt="2026-06-12T13:29:50.063" v="21177" actId="2890"/>
        <pc:sldMkLst>
          <pc:docMk/>
          <pc:sldMk cId="3170875905" sldId="2583"/>
        </pc:sldMkLst>
      </pc:sldChg>
      <pc:sldChg chg="modSp add del mod ord modAnim">
        <pc:chgData name="Owais Ahmed" userId="6abc7d4556b3b071" providerId="LiveId" clId="{D0A51F83-B713-4A4D-8105-C75936B8E1D2}" dt="2026-06-12T16:00:56.728" v="22760" actId="47"/>
        <pc:sldMkLst>
          <pc:docMk/>
          <pc:sldMk cId="4151284927" sldId="2583"/>
        </pc:sldMkLst>
        <pc:spChg chg="mod">
          <ac:chgData name="Owais Ahmed" userId="6abc7d4556b3b071" providerId="LiveId" clId="{D0A51F83-B713-4A4D-8105-C75936B8E1D2}" dt="2026-06-12T15:49:19.935" v="22552" actId="27636"/>
          <ac:spMkLst>
            <pc:docMk/>
            <pc:sldMk cId="4151284927" sldId="2583"/>
            <ac:spMk id="3" creationId="{D549BD32-900F-5697-6765-EA7BFF58B26E}"/>
          </ac:spMkLst>
        </pc:spChg>
        <pc:spChg chg="mod">
          <ac:chgData name="Owais Ahmed" userId="6abc7d4556b3b071" providerId="LiveId" clId="{D0A51F83-B713-4A4D-8105-C75936B8E1D2}" dt="2026-06-12T15:49:05.075" v="22548" actId="20577"/>
          <ac:spMkLst>
            <pc:docMk/>
            <pc:sldMk cId="4151284927" sldId="2583"/>
            <ac:spMk id="215" creationId="{25897FE1-1E2B-2058-4792-9BF5FE95B2A5}"/>
          </ac:spMkLst>
        </pc:spChg>
      </pc:sldChg>
      <pc:sldChg chg="modSp add del mod ord modAnim modNotesTx">
        <pc:chgData name="Owais Ahmed" userId="6abc7d4556b3b071" providerId="LiveId" clId="{D0A51F83-B713-4A4D-8105-C75936B8E1D2}" dt="2026-06-12T15:41:37.739" v="22457" actId="47"/>
        <pc:sldMkLst>
          <pc:docMk/>
          <pc:sldMk cId="1968106956" sldId="2584"/>
        </pc:sldMkLst>
        <pc:spChg chg="mod">
          <ac:chgData name="Owais Ahmed" userId="6abc7d4556b3b071" providerId="LiveId" clId="{D0A51F83-B713-4A4D-8105-C75936B8E1D2}" dt="2026-06-12T14:08:20.872" v="21745" actId="6549"/>
          <ac:spMkLst>
            <pc:docMk/>
            <pc:sldMk cId="1968106956" sldId="2584"/>
            <ac:spMk id="3" creationId="{B4D1D134-E0E3-6AB3-2ED5-6F878D4AB7B3}"/>
          </ac:spMkLst>
        </pc:spChg>
        <pc:spChg chg="mod">
          <ac:chgData name="Owais Ahmed" userId="6abc7d4556b3b071" providerId="LiveId" clId="{D0A51F83-B713-4A4D-8105-C75936B8E1D2}" dt="2026-06-12T13:59:50.885" v="21560" actId="20577"/>
          <ac:spMkLst>
            <pc:docMk/>
            <pc:sldMk cId="1968106956" sldId="2584"/>
            <ac:spMk id="215" creationId="{A4EF3EFB-9FDF-CD1E-ECAB-114B212AC45C}"/>
          </ac:spMkLst>
        </pc:spChg>
      </pc:sldChg>
      <pc:sldChg chg="addSp modSp add mod modAnim">
        <pc:chgData name="Owais Ahmed" userId="6abc7d4556b3b071" providerId="LiveId" clId="{D0A51F83-B713-4A4D-8105-C75936B8E1D2}" dt="2026-06-12T16:01:43.117" v="22809" actId="20577"/>
        <pc:sldMkLst>
          <pc:docMk/>
          <pc:sldMk cId="4283825959" sldId="2584"/>
        </pc:sldMkLst>
        <pc:spChg chg="mod">
          <ac:chgData name="Owais Ahmed" userId="6abc7d4556b3b071" providerId="LiveId" clId="{D0A51F83-B713-4A4D-8105-C75936B8E1D2}" dt="2026-06-12T16:01:43.117" v="22809" actId="20577"/>
          <ac:spMkLst>
            <pc:docMk/>
            <pc:sldMk cId="4283825959" sldId="2584"/>
            <ac:spMk id="3" creationId="{2E144EB8-A52B-FF7C-53A7-F6CEE1C0C9AC}"/>
          </ac:spMkLst>
        </pc:spChg>
        <pc:spChg chg="mod">
          <ac:chgData name="Owais Ahmed" userId="6abc7d4556b3b071" providerId="LiveId" clId="{D0A51F83-B713-4A4D-8105-C75936B8E1D2}" dt="2026-06-12T16:01:26.669" v="22789" actId="20577"/>
          <ac:spMkLst>
            <pc:docMk/>
            <pc:sldMk cId="4283825959" sldId="2584"/>
            <ac:spMk id="215" creationId="{DA69BAA3-5A33-C56D-F28C-00172D70EB5C}"/>
          </ac:spMkLst>
        </pc:spChg>
        <pc:picChg chg="add mod">
          <ac:chgData name="Owais Ahmed" userId="6abc7d4556b3b071" providerId="LiveId" clId="{D0A51F83-B713-4A4D-8105-C75936B8E1D2}" dt="2026-06-12T15:50:51.658" v="22601" actId="1076"/>
          <ac:picMkLst>
            <pc:docMk/>
            <pc:sldMk cId="4283825959" sldId="2584"/>
            <ac:picMk id="4" creationId="{82A98591-1A94-26D6-73FE-A1DB246503C3}"/>
          </ac:picMkLst>
        </pc:picChg>
      </pc:sldChg>
      <pc:sldChg chg="modSp add mod ord modAnim">
        <pc:chgData name="Owais Ahmed" userId="6abc7d4556b3b071" providerId="LiveId" clId="{D0A51F83-B713-4A4D-8105-C75936B8E1D2}" dt="2026-06-12T16:02:09.159" v="22810" actId="6549"/>
        <pc:sldMkLst>
          <pc:docMk/>
          <pc:sldMk cId="3940183664" sldId="2585"/>
        </pc:sldMkLst>
        <pc:spChg chg="mod">
          <ac:chgData name="Owais Ahmed" userId="6abc7d4556b3b071" providerId="LiveId" clId="{D0A51F83-B713-4A4D-8105-C75936B8E1D2}" dt="2026-06-12T16:02:09.159" v="22810" actId="6549"/>
          <ac:spMkLst>
            <pc:docMk/>
            <pc:sldMk cId="3940183664" sldId="2585"/>
            <ac:spMk id="3" creationId="{1E0DA0D5-023A-24D7-7FE6-155628AF799A}"/>
          </ac:spMkLst>
        </pc:spChg>
        <pc:spChg chg="mod">
          <ac:chgData name="Owais Ahmed" userId="6abc7d4556b3b071" providerId="LiveId" clId="{D0A51F83-B713-4A4D-8105-C75936B8E1D2}" dt="2026-06-12T15:51:21.882" v="22611" actId="20577"/>
          <ac:spMkLst>
            <pc:docMk/>
            <pc:sldMk cId="3940183664" sldId="2585"/>
            <ac:spMk id="215" creationId="{459ED95B-9FA5-7941-FF17-5AC6053DFB06}"/>
          </ac:spMkLst>
        </pc:spChg>
      </pc:sldChg>
      <pc:sldChg chg="addSp modSp add del mod ord modAnim">
        <pc:chgData name="Owais Ahmed" userId="6abc7d4556b3b071" providerId="LiveId" clId="{D0A51F83-B713-4A4D-8105-C75936B8E1D2}" dt="2026-06-12T15:41:38.228" v="22458" actId="47"/>
        <pc:sldMkLst>
          <pc:docMk/>
          <pc:sldMk cId="4103550386" sldId="2585"/>
        </pc:sldMkLst>
        <pc:spChg chg="mod">
          <ac:chgData name="Owais Ahmed" userId="6abc7d4556b3b071" providerId="LiveId" clId="{D0A51F83-B713-4A4D-8105-C75936B8E1D2}" dt="2026-06-12T14:04:46.903" v="21658" actId="27636"/>
          <ac:spMkLst>
            <pc:docMk/>
            <pc:sldMk cId="4103550386" sldId="2585"/>
            <ac:spMk id="3" creationId="{00EC6003-3ED1-F238-05B9-B2FBAAC62C00}"/>
          </ac:spMkLst>
        </pc:spChg>
        <pc:spChg chg="mod">
          <ac:chgData name="Owais Ahmed" userId="6abc7d4556b3b071" providerId="LiveId" clId="{D0A51F83-B713-4A4D-8105-C75936B8E1D2}" dt="2026-06-12T14:02:49.820" v="21611" actId="20577"/>
          <ac:spMkLst>
            <pc:docMk/>
            <pc:sldMk cId="4103550386" sldId="2585"/>
            <ac:spMk id="215" creationId="{CCF929C8-3998-DE12-B0F4-39545BD55590}"/>
          </ac:spMkLst>
        </pc:spChg>
        <pc:picChg chg="add mod">
          <ac:chgData name="Owais Ahmed" userId="6abc7d4556b3b071" providerId="LiveId" clId="{D0A51F83-B713-4A4D-8105-C75936B8E1D2}" dt="2026-06-12T14:20:14.924" v="22033"/>
          <ac:picMkLst>
            <pc:docMk/>
            <pc:sldMk cId="4103550386" sldId="2585"/>
            <ac:picMk id="4" creationId="{D72A50A3-522E-03E0-0AA7-5623215F5B10}"/>
          </ac:picMkLst>
        </pc:picChg>
      </pc:sldChg>
      <pc:sldChg chg="modSp add mod modAnim">
        <pc:chgData name="Owais Ahmed" userId="6abc7d4556b3b071" providerId="LiveId" clId="{D0A51F83-B713-4A4D-8105-C75936B8E1D2}" dt="2026-06-12T15:52:30.065" v="22632" actId="27636"/>
        <pc:sldMkLst>
          <pc:docMk/>
          <pc:sldMk cId="1443891102" sldId="2586"/>
        </pc:sldMkLst>
        <pc:spChg chg="mod">
          <ac:chgData name="Owais Ahmed" userId="6abc7d4556b3b071" providerId="LiveId" clId="{D0A51F83-B713-4A4D-8105-C75936B8E1D2}" dt="2026-06-12T15:52:30.065" v="22632" actId="27636"/>
          <ac:spMkLst>
            <pc:docMk/>
            <pc:sldMk cId="1443891102" sldId="2586"/>
            <ac:spMk id="3" creationId="{E52FEF76-FBEC-EBC0-DAFB-FB8C2199DD4A}"/>
          </ac:spMkLst>
        </pc:spChg>
        <pc:spChg chg="mod">
          <ac:chgData name="Owais Ahmed" userId="6abc7d4556b3b071" providerId="LiveId" clId="{D0A51F83-B713-4A4D-8105-C75936B8E1D2}" dt="2026-06-12T15:52:01.474" v="22626" actId="20577"/>
          <ac:spMkLst>
            <pc:docMk/>
            <pc:sldMk cId="1443891102" sldId="2586"/>
            <ac:spMk id="215" creationId="{F1AB7F5B-2F67-2E6C-E0AD-38513AD674B5}"/>
          </ac:spMkLst>
        </pc:spChg>
      </pc:sldChg>
      <pc:sldChg chg="modSp add del mod modAnim">
        <pc:chgData name="Owais Ahmed" userId="6abc7d4556b3b071" providerId="LiveId" clId="{D0A51F83-B713-4A4D-8105-C75936B8E1D2}" dt="2026-06-12T15:41:38.664" v="22459" actId="47"/>
        <pc:sldMkLst>
          <pc:docMk/>
          <pc:sldMk cId="3252148016" sldId="2586"/>
        </pc:sldMkLst>
        <pc:spChg chg="mod">
          <ac:chgData name="Owais Ahmed" userId="6abc7d4556b3b071" providerId="LiveId" clId="{D0A51F83-B713-4A4D-8105-C75936B8E1D2}" dt="2026-06-12T14:06:36.636" v="21698"/>
          <ac:spMkLst>
            <pc:docMk/>
            <pc:sldMk cId="3252148016" sldId="2586"/>
            <ac:spMk id="3" creationId="{B9D1819E-4C13-B500-7246-2FB56946A7EB}"/>
          </ac:spMkLst>
        </pc:spChg>
      </pc:sldChg>
      <pc:sldChg chg="modSp add del mod modAnim">
        <pc:chgData name="Owais Ahmed" userId="6abc7d4556b3b071" providerId="LiveId" clId="{D0A51F83-B713-4A4D-8105-C75936B8E1D2}" dt="2026-06-12T15:41:39.657" v="22461" actId="47"/>
        <pc:sldMkLst>
          <pc:docMk/>
          <pc:sldMk cId="357209445" sldId="2587"/>
        </pc:sldMkLst>
        <pc:spChg chg="mod">
          <ac:chgData name="Owais Ahmed" userId="6abc7d4556b3b071" providerId="LiveId" clId="{D0A51F83-B713-4A4D-8105-C75936B8E1D2}" dt="2026-06-12T14:17:48.988" v="21987" actId="20577"/>
          <ac:spMkLst>
            <pc:docMk/>
            <pc:sldMk cId="357209445" sldId="2587"/>
            <ac:spMk id="3" creationId="{A736185B-913A-2891-DAAD-7B4310674E37}"/>
          </ac:spMkLst>
        </pc:spChg>
        <pc:spChg chg="mod">
          <ac:chgData name="Owais Ahmed" userId="6abc7d4556b3b071" providerId="LiveId" clId="{D0A51F83-B713-4A4D-8105-C75936B8E1D2}" dt="2026-06-12T14:16:07.022" v="21948" actId="20577"/>
          <ac:spMkLst>
            <pc:docMk/>
            <pc:sldMk cId="357209445" sldId="2587"/>
            <ac:spMk id="215" creationId="{22A9A84D-8CA3-C77D-3B07-B8AC2FDDC13A}"/>
          </ac:spMkLst>
        </pc:spChg>
      </pc:sldChg>
      <pc:sldChg chg="modSp add mod modAnim">
        <pc:chgData name="Owais Ahmed" userId="6abc7d4556b3b071" providerId="LiveId" clId="{D0A51F83-B713-4A4D-8105-C75936B8E1D2}" dt="2026-06-12T15:52:59.930" v="22655" actId="20577"/>
        <pc:sldMkLst>
          <pc:docMk/>
          <pc:sldMk cId="1718148521" sldId="2587"/>
        </pc:sldMkLst>
        <pc:spChg chg="mod">
          <ac:chgData name="Owais Ahmed" userId="6abc7d4556b3b071" providerId="LiveId" clId="{D0A51F83-B713-4A4D-8105-C75936B8E1D2}" dt="2026-06-12T15:52:59.930" v="22655" actId="20577"/>
          <ac:spMkLst>
            <pc:docMk/>
            <pc:sldMk cId="1718148521" sldId="2587"/>
            <ac:spMk id="3" creationId="{A889702C-BBEC-6AA1-B2A3-B4145B6EAEC5}"/>
          </ac:spMkLst>
        </pc:spChg>
        <pc:spChg chg="mod">
          <ac:chgData name="Owais Ahmed" userId="6abc7d4556b3b071" providerId="LiveId" clId="{D0A51F83-B713-4A4D-8105-C75936B8E1D2}" dt="2026-06-12T15:52:53.993" v="22651" actId="20577"/>
          <ac:spMkLst>
            <pc:docMk/>
            <pc:sldMk cId="1718148521" sldId="2587"/>
            <ac:spMk id="215" creationId="{9A9E0E60-7884-0E9F-F823-BF966207655F}"/>
          </ac:spMkLst>
        </pc:spChg>
      </pc:sldChg>
      <pc:sldChg chg="modSp add mod modAnim">
        <pc:chgData name="Owais Ahmed" userId="6abc7d4556b3b071" providerId="LiveId" clId="{D0A51F83-B713-4A4D-8105-C75936B8E1D2}" dt="2026-06-12T16:02:33.600" v="22812" actId="27636"/>
        <pc:sldMkLst>
          <pc:docMk/>
          <pc:sldMk cId="653827550" sldId="2588"/>
        </pc:sldMkLst>
        <pc:spChg chg="mod">
          <ac:chgData name="Owais Ahmed" userId="6abc7d4556b3b071" providerId="LiveId" clId="{D0A51F83-B713-4A4D-8105-C75936B8E1D2}" dt="2026-06-12T16:02:33.600" v="22812" actId="27636"/>
          <ac:spMkLst>
            <pc:docMk/>
            <pc:sldMk cId="653827550" sldId="2588"/>
            <ac:spMk id="3" creationId="{7D23FC53-7AF7-50B5-CC3C-3121927BEDA4}"/>
          </ac:spMkLst>
        </pc:spChg>
        <pc:spChg chg="mod">
          <ac:chgData name="Owais Ahmed" userId="6abc7d4556b3b071" providerId="LiveId" clId="{D0A51F83-B713-4A4D-8105-C75936B8E1D2}" dt="2026-06-12T15:53:25.499" v="22681" actId="20577"/>
          <ac:spMkLst>
            <pc:docMk/>
            <pc:sldMk cId="653827550" sldId="2588"/>
            <ac:spMk id="215" creationId="{05B79242-FD92-9876-2768-241784BC2E1E}"/>
          </ac:spMkLst>
        </pc:spChg>
      </pc:sldChg>
      <pc:sldChg chg="modSp add del mod modAnim">
        <pc:chgData name="Owais Ahmed" userId="6abc7d4556b3b071" providerId="LiveId" clId="{D0A51F83-B713-4A4D-8105-C75936B8E1D2}" dt="2026-06-12T15:41:40.155" v="22462" actId="47"/>
        <pc:sldMkLst>
          <pc:docMk/>
          <pc:sldMk cId="2607604703" sldId="2588"/>
        </pc:sldMkLst>
        <pc:spChg chg="mod">
          <ac:chgData name="Owais Ahmed" userId="6abc7d4556b3b071" providerId="LiveId" clId="{D0A51F83-B713-4A4D-8105-C75936B8E1D2}" dt="2026-06-12T14:19:13.931" v="22029" actId="6549"/>
          <ac:spMkLst>
            <pc:docMk/>
            <pc:sldMk cId="2607604703" sldId="2588"/>
            <ac:spMk id="3" creationId="{DE56429C-59AD-F343-7303-89788CBC7DB2}"/>
          </ac:spMkLst>
        </pc:spChg>
        <pc:spChg chg="mod">
          <ac:chgData name="Owais Ahmed" userId="6abc7d4556b3b071" providerId="LiveId" clId="{D0A51F83-B713-4A4D-8105-C75936B8E1D2}" dt="2026-06-12T14:18:22.611" v="22002" actId="20577"/>
          <ac:spMkLst>
            <pc:docMk/>
            <pc:sldMk cId="2607604703" sldId="2588"/>
            <ac:spMk id="215" creationId="{37F80AAE-4A29-B810-7051-EA0715DB0F6D}"/>
          </ac:spMkLst>
        </pc:spChg>
      </pc:sldChg>
      <pc:sldChg chg="addSp modSp add del mod modAnim">
        <pc:chgData name="Owais Ahmed" userId="6abc7d4556b3b071" providerId="LiveId" clId="{D0A51F83-B713-4A4D-8105-C75936B8E1D2}" dt="2026-06-12T15:41:39.010" v="22460" actId="47"/>
        <pc:sldMkLst>
          <pc:docMk/>
          <pc:sldMk cId="2313933725" sldId="2589"/>
        </pc:sldMkLst>
        <pc:spChg chg="mod">
          <ac:chgData name="Owais Ahmed" userId="6abc7d4556b3b071" providerId="LiveId" clId="{D0A51F83-B713-4A4D-8105-C75936B8E1D2}" dt="2026-06-12T14:20:51.114" v="22063" actId="14100"/>
          <ac:spMkLst>
            <pc:docMk/>
            <pc:sldMk cId="2313933725" sldId="2589"/>
            <ac:spMk id="3" creationId="{B16E94B1-B690-7EF4-238D-2E13357A1CAF}"/>
          </ac:spMkLst>
        </pc:spChg>
        <pc:picChg chg="add mod">
          <ac:chgData name="Owais Ahmed" userId="6abc7d4556b3b071" providerId="LiveId" clId="{D0A51F83-B713-4A4D-8105-C75936B8E1D2}" dt="2026-06-12T14:20:55.873" v="22064" actId="1076"/>
          <ac:picMkLst>
            <pc:docMk/>
            <pc:sldMk cId="2313933725" sldId="2589"/>
            <ac:picMk id="4" creationId="{6A1FF96A-8F6C-072D-1A2A-0889D782A507}"/>
          </ac:picMkLst>
        </pc:picChg>
      </pc:sldChg>
      <pc:sldChg chg="modSp add del mod ord modAnim">
        <pc:chgData name="Owais Ahmed" userId="6abc7d4556b3b071" providerId="LiveId" clId="{D0A51F83-B713-4A4D-8105-C75936B8E1D2}" dt="2026-06-12T14:18:02.227" v="21988" actId="47"/>
        <pc:sldMkLst>
          <pc:docMk/>
          <pc:sldMk cId="2932657309" sldId="2589"/>
        </pc:sldMkLst>
        <pc:spChg chg="mod">
          <ac:chgData name="Owais Ahmed" userId="6abc7d4556b3b071" providerId="LiveId" clId="{D0A51F83-B713-4A4D-8105-C75936B8E1D2}" dt="2026-06-12T14:13:49.479" v="21897" actId="27636"/>
          <ac:spMkLst>
            <pc:docMk/>
            <pc:sldMk cId="2932657309" sldId="2589"/>
            <ac:spMk id="3" creationId="{66DCA6F1-F4F3-0030-FB8A-83E05584C6AC}"/>
          </ac:spMkLst>
        </pc:spChg>
        <pc:spChg chg="mod">
          <ac:chgData name="Owais Ahmed" userId="6abc7d4556b3b071" providerId="LiveId" clId="{D0A51F83-B713-4A4D-8105-C75936B8E1D2}" dt="2026-06-12T14:12:06.095" v="21844" actId="20577"/>
          <ac:spMkLst>
            <pc:docMk/>
            <pc:sldMk cId="2932657309" sldId="2589"/>
            <ac:spMk id="215" creationId="{112B5696-5B73-30CF-3CA0-245BBFCF5E36}"/>
          </ac:spMkLst>
        </pc:spChg>
      </pc:sldChg>
      <pc:sldChg chg="addSp modSp add mod modAnim">
        <pc:chgData name="Owais Ahmed" userId="6abc7d4556b3b071" providerId="LiveId" clId="{D0A51F83-B713-4A4D-8105-C75936B8E1D2}" dt="2026-06-12T15:54:37.990" v="22722"/>
        <pc:sldMkLst>
          <pc:docMk/>
          <pc:sldMk cId="2987376240" sldId="2589"/>
        </pc:sldMkLst>
        <pc:spChg chg="mod">
          <ac:chgData name="Owais Ahmed" userId="6abc7d4556b3b071" providerId="LiveId" clId="{D0A51F83-B713-4A4D-8105-C75936B8E1D2}" dt="2026-06-12T15:54:34.517" v="22721" actId="27636"/>
          <ac:spMkLst>
            <pc:docMk/>
            <pc:sldMk cId="2987376240" sldId="2589"/>
            <ac:spMk id="3" creationId="{946C59AC-458F-6AC7-CC00-4412BFF963C6}"/>
          </ac:spMkLst>
        </pc:spChg>
        <pc:spChg chg="mod">
          <ac:chgData name="Owais Ahmed" userId="6abc7d4556b3b071" providerId="LiveId" clId="{D0A51F83-B713-4A4D-8105-C75936B8E1D2}" dt="2026-06-12T15:54:22.473" v="22715" actId="20577"/>
          <ac:spMkLst>
            <pc:docMk/>
            <pc:sldMk cId="2987376240" sldId="2589"/>
            <ac:spMk id="215" creationId="{98DAEC64-1FA0-A370-9FB8-D551EB1A1FC0}"/>
          </ac:spMkLst>
        </pc:spChg>
        <pc:picChg chg="add mod">
          <ac:chgData name="Owais Ahmed" userId="6abc7d4556b3b071" providerId="LiveId" clId="{D0A51F83-B713-4A4D-8105-C75936B8E1D2}" dt="2026-06-12T15:54:37.990" v="22722"/>
          <ac:picMkLst>
            <pc:docMk/>
            <pc:sldMk cId="2987376240" sldId="2589"/>
            <ac:picMk id="4" creationId="{1B0995F4-669D-4887-F315-BE4EADBBEFEC}"/>
          </ac:picMkLst>
        </pc:picChg>
      </pc:sldChg>
      <pc:sldChg chg="add del">
        <pc:chgData name="Owais Ahmed" userId="6abc7d4556b3b071" providerId="LiveId" clId="{D0A51F83-B713-4A4D-8105-C75936B8E1D2}" dt="2026-06-12T14:18:03.773" v="21989" actId="47"/>
        <pc:sldMkLst>
          <pc:docMk/>
          <pc:sldMk cId="137658629" sldId="2590"/>
        </pc:sldMkLst>
      </pc:sldChg>
      <pc:sldChg chg="modSp add mod ord modAnim">
        <pc:chgData name="Owais Ahmed" userId="6abc7d4556b3b071" providerId="LiveId" clId="{D0A51F83-B713-4A4D-8105-C75936B8E1D2}" dt="2026-06-12T15:58:46.414" v="22751" actId="27636"/>
        <pc:sldMkLst>
          <pc:docMk/>
          <pc:sldMk cId="2040004263" sldId="2590"/>
        </pc:sldMkLst>
        <pc:spChg chg="mod">
          <ac:chgData name="Owais Ahmed" userId="6abc7d4556b3b071" providerId="LiveId" clId="{D0A51F83-B713-4A4D-8105-C75936B8E1D2}" dt="2026-06-12T15:58:46.414" v="22751" actId="27636"/>
          <ac:spMkLst>
            <pc:docMk/>
            <pc:sldMk cId="2040004263" sldId="2590"/>
            <ac:spMk id="3" creationId="{75694875-D111-B14C-6B65-707FB462E42E}"/>
          </ac:spMkLst>
        </pc:spChg>
        <pc:spChg chg="mod">
          <ac:chgData name="Owais Ahmed" userId="6abc7d4556b3b071" providerId="LiveId" clId="{D0A51F83-B713-4A4D-8105-C75936B8E1D2}" dt="2026-06-12T15:58:36.950" v="22747" actId="20577"/>
          <ac:spMkLst>
            <pc:docMk/>
            <pc:sldMk cId="2040004263" sldId="2590"/>
            <ac:spMk id="215" creationId="{D5EE06BC-2F46-06D0-5801-A2023158CFA4}"/>
          </ac:spMkLst>
        </pc:spChg>
      </pc:sldChg>
      <pc:sldChg chg="addSp delSp modSp add del mod modAnim">
        <pc:chgData name="Owais Ahmed" userId="6abc7d4556b3b071" providerId="LiveId" clId="{D0A51F83-B713-4A4D-8105-C75936B8E1D2}" dt="2026-06-12T15:41:41.352" v="22463" actId="47"/>
        <pc:sldMkLst>
          <pc:docMk/>
          <pc:sldMk cId="4127239806" sldId="2590"/>
        </pc:sldMkLst>
        <pc:spChg chg="mod">
          <ac:chgData name="Owais Ahmed" userId="6abc7d4556b3b071" providerId="LiveId" clId="{D0A51F83-B713-4A4D-8105-C75936B8E1D2}" dt="2026-06-12T14:50:07.250" v="22310" actId="14100"/>
          <ac:spMkLst>
            <pc:docMk/>
            <pc:sldMk cId="4127239806" sldId="2590"/>
            <ac:spMk id="3" creationId="{23FEDCA6-2F65-CA73-368F-2C08A3D4E1DE}"/>
          </ac:spMkLst>
        </pc:spChg>
        <pc:spChg chg="mod">
          <ac:chgData name="Owais Ahmed" userId="6abc7d4556b3b071" providerId="LiveId" clId="{D0A51F83-B713-4A4D-8105-C75936B8E1D2}" dt="2026-06-12T14:25:17.983" v="22219" actId="20577"/>
          <ac:spMkLst>
            <pc:docMk/>
            <pc:sldMk cId="4127239806" sldId="2590"/>
            <ac:spMk id="215" creationId="{E66D82C0-A23A-68BD-0850-37C16376C559}"/>
          </ac:spMkLst>
        </pc:spChg>
        <pc:picChg chg="add del mod">
          <ac:chgData name="Owais Ahmed" userId="6abc7d4556b3b071" providerId="LiveId" clId="{D0A51F83-B713-4A4D-8105-C75936B8E1D2}" dt="2026-06-12T14:50:36.706" v="22313" actId="478"/>
          <ac:picMkLst>
            <pc:docMk/>
            <pc:sldMk cId="4127239806" sldId="2590"/>
            <ac:picMk id="5" creationId="{CDF778AE-91E8-6D0D-624A-98D70B37F3D3}"/>
          </ac:picMkLst>
        </pc:picChg>
        <pc:picChg chg="add mod">
          <ac:chgData name="Owais Ahmed" userId="6abc7d4556b3b071" providerId="LiveId" clId="{D0A51F83-B713-4A4D-8105-C75936B8E1D2}" dt="2026-06-12T14:50:40.170" v="22315" actId="1076"/>
          <ac:picMkLst>
            <pc:docMk/>
            <pc:sldMk cId="4127239806" sldId="2590"/>
            <ac:picMk id="7" creationId="{41C32D6F-9832-4466-6E81-295D5B19EB4C}"/>
          </ac:picMkLst>
        </pc:picChg>
      </pc:sldChg>
      <pc:sldChg chg="modSp add del mod modAnim">
        <pc:chgData name="Owais Ahmed" userId="6abc7d4556b3b071" providerId="LiveId" clId="{D0A51F83-B713-4A4D-8105-C75936B8E1D2}" dt="2026-06-12T14:24:58.497" v="22216" actId="2890"/>
        <pc:sldMkLst>
          <pc:docMk/>
          <pc:sldMk cId="42638184" sldId="2591"/>
        </pc:sldMkLst>
        <pc:spChg chg="mod">
          <ac:chgData name="Owais Ahmed" userId="6abc7d4556b3b071" providerId="LiveId" clId="{D0A51F83-B713-4A4D-8105-C75936B8E1D2}" dt="2026-06-12T14:24:56.261" v="22215" actId="6549"/>
          <ac:spMkLst>
            <pc:docMk/>
            <pc:sldMk cId="42638184" sldId="2591"/>
            <ac:spMk id="3" creationId="{D0738FFF-3A3C-4B87-8911-C4C0BD32BED5}"/>
          </ac:spMkLst>
        </pc:spChg>
      </pc:sldChg>
      <pc:sldChg chg="modSp add mod modAnim">
        <pc:chgData name="Owais Ahmed" userId="6abc7d4556b3b071" providerId="LiveId" clId="{D0A51F83-B713-4A4D-8105-C75936B8E1D2}" dt="2026-06-12T15:58:58.912" v="22756" actId="27636"/>
        <pc:sldMkLst>
          <pc:docMk/>
          <pc:sldMk cId="3190574539" sldId="2591"/>
        </pc:sldMkLst>
        <pc:spChg chg="mod">
          <ac:chgData name="Owais Ahmed" userId="6abc7d4556b3b071" providerId="LiveId" clId="{D0A51F83-B713-4A4D-8105-C75936B8E1D2}" dt="2026-06-12T15:58:58.912" v="22756" actId="27636"/>
          <ac:spMkLst>
            <pc:docMk/>
            <pc:sldMk cId="3190574539" sldId="2591"/>
            <ac:spMk id="3" creationId="{286BD5CD-96E9-FDE5-09A6-7B789451D53E}"/>
          </ac:spMkLst>
        </pc:spChg>
      </pc:sldChg>
      <pc:sldChg chg="addSp delSp add del mod delAnim">
        <pc:chgData name="Owais Ahmed" userId="6abc7d4556b3b071" providerId="LiveId" clId="{D0A51F83-B713-4A4D-8105-C75936B8E1D2}" dt="2026-06-12T14:50:43.757" v="22316" actId="47"/>
        <pc:sldMkLst>
          <pc:docMk/>
          <pc:sldMk cId="3922411679" sldId="2591"/>
        </pc:sldMkLst>
        <pc:spChg chg="del">
          <ac:chgData name="Owais Ahmed" userId="6abc7d4556b3b071" providerId="LiveId" clId="{D0A51F83-B713-4A4D-8105-C75936B8E1D2}" dt="2026-06-12T14:48:08.808" v="22290" actId="478"/>
          <ac:spMkLst>
            <pc:docMk/>
            <pc:sldMk cId="3922411679" sldId="2591"/>
            <ac:spMk id="3" creationId="{2ADA3631-1CD0-CF58-7576-B104FBD72AC9}"/>
          </ac:spMkLst>
        </pc:spChg>
        <pc:picChg chg="add del">
          <ac:chgData name="Owais Ahmed" userId="6abc7d4556b3b071" providerId="LiveId" clId="{D0A51F83-B713-4A4D-8105-C75936B8E1D2}" dt="2026-06-12T14:49:23.027" v="22292" actId="478"/>
          <ac:picMkLst>
            <pc:docMk/>
            <pc:sldMk cId="3922411679" sldId="2591"/>
            <ac:picMk id="5" creationId="{7E06848D-3746-9BFD-8073-BE800DB85140}"/>
          </ac:picMkLst>
        </pc:picChg>
        <pc:picChg chg="add">
          <ac:chgData name="Owais Ahmed" userId="6abc7d4556b3b071" providerId="LiveId" clId="{D0A51F83-B713-4A4D-8105-C75936B8E1D2}" dt="2026-06-12T14:49:23.411" v="22293" actId="22"/>
          <ac:picMkLst>
            <pc:docMk/>
            <pc:sldMk cId="3922411679" sldId="2591"/>
            <ac:picMk id="7" creationId="{5D6CD9F7-C6AB-24E7-4597-4516CDAC386B}"/>
          </ac:picMkLst>
        </pc:picChg>
      </pc:sldChg>
      <pc:sldChg chg="add del addAnim delAnim">
        <pc:chgData name="Owais Ahmed" userId="6abc7d4556b3b071" providerId="LiveId" clId="{D0A51F83-B713-4A4D-8105-C75936B8E1D2}" dt="2026-06-12T15:41:42.601" v="22464" actId="47"/>
        <pc:sldMkLst>
          <pc:docMk/>
          <pc:sldMk cId="838909961" sldId="25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AAE1-3574-1825-3080-E2EF8C6D0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FD5C8-1242-B4D6-D51A-01A2384C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1CFA2-8200-EA8F-2C5D-D82B2666F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184F9-5918-FC6D-0882-5E71C62A58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04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BAFA-FE0A-80B7-8757-8A424414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479A5-30B5-4C80-314C-400549253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A51CF-AF7B-B7FE-A6B6-6F806C18D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61BE1-6097-23AF-7B48-ADD9545C2B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92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20C02-28C6-80D7-C504-A54163635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2AAF8-C997-4988-BD29-F35D5D134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7D36C-CAC6-8222-BB01-AC4470B8D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BAAAC-C2DD-2040-6DDC-BBBB48EA1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3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6D37D-EC4E-65B2-52DC-17313487C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32A56-E4B4-EB68-965F-70BAB15D5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72A10-BF74-B551-069C-B745CCF51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A19B5-E1F1-80B1-8FAA-F17449BA7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99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FCC93-B4F0-79FE-1CB4-06A91009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3F09F-6E3B-3897-D87C-D03981B78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94CA2-5316-B64E-1C83-2A1FA2FB0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C2949-C83E-AC67-A361-260A56A75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56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962B2-1AFA-EE04-FAF5-26F55E0E3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25752-1F25-EF77-5530-70A8ACA56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22D70-3B3C-A795-DAED-AC1F4B619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0FFD2-F48F-3F61-0628-01524E989F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10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09CEC-3859-7DF7-4215-1C3A887DF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BB26B-EB8F-508E-21C8-C49FA5146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FBF70-A448-D3AA-CD88-7909C7D3B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06131-0675-4AA4-3626-E74CB526B9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56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58713-F316-4800-C4E1-25FEE2DF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9EB12-20C3-04BA-285E-F95EF227B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507C0-2109-A585-A87D-83DB5B4E3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243DD-5BE7-780D-286A-578222C255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48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6E016-8F07-36A9-A5FC-227E6EE9F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45D70-FB65-A12D-DAF5-3AF4DB51C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C070D-AB9C-197C-2E81-144F85DD6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FE989-A399-5536-7371-0BCD4240A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42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916A0-CBB4-E371-5593-E113AFAB8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1E8C6-199E-3CE8-7837-6D35D5943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D6B19-D670-7106-D7B3-0AC25C9AF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268EC-B25A-D8D0-63EF-9E5C30E8C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247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41866-4367-00B9-417F-A0A24A4B6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B6391-1966-71E3-51BC-E135B0161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FA23B-8687-F6CC-1F56-A4E8E5C90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FF6C4-5BA0-EF8A-2A62-5F74D83E4D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06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3D10B-1870-DE14-DA0A-B913240A4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1C4AE-0270-BC24-5F7A-5957A56AE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4B296-04A3-98D0-604C-3F29E7B27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7BF52-E875-6505-EB38-B832BF643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23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GB" dirty="0"/>
              <a:t>What? Why? Who?</a:t>
            </a:r>
          </a:p>
          <a:p>
            <a:r>
              <a:rPr lang="en-GB" dirty="0"/>
              <a:t>Unit testing in XP</a:t>
            </a:r>
          </a:p>
          <a:p>
            <a:r>
              <a:rPr lang="en-GB" dirty="0"/>
              <a:t>JUnit</a:t>
            </a:r>
          </a:p>
          <a:p>
            <a:r>
              <a:rPr lang="en-GB" dirty="0"/>
              <a:t>Assertion</a:t>
            </a:r>
          </a:p>
          <a:p>
            <a:r>
              <a:rPr lang="en-GB" dirty="0"/>
              <a:t>Naming convention</a:t>
            </a:r>
          </a:p>
          <a:p>
            <a:r>
              <a:rPr lang="en-GB" dirty="0"/>
              <a:t>Hands on…</a:t>
            </a:r>
          </a:p>
          <a:p>
            <a:r>
              <a:rPr lang="en-GB" dirty="0"/>
              <a:t>Test-driven Development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B3EC-A25E-EBB0-7895-276BA81D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B00956D-D11A-81E2-F8AD-F1EFCF92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3660AB9-D357-E293-3E0C-2676AA809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0A7BEA9-FA6E-1666-96A1-2C2E6EBD1D3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What?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EACD1E4-F0A7-019B-C1BD-93DC2ADF2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FC281C1-16E7-EEE7-BFCE-0AA8FF6AE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B7842-797A-25DB-6947-0B023E7CC8A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3600" dirty="0"/>
              <a:t>What is Unit Testing: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3600" dirty="0"/>
              <a:t>Is a method of testing the correctness of a particular module of source code [</a:t>
            </a:r>
            <a:r>
              <a:rPr lang="en-US" sz="3600" dirty="0" err="1"/>
              <a:t>WikiPedia</a:t>
            </a:r>
            <a:r>
              <a:rPr lang="en-US" sz="3600" dirty="0"/>
              <a:t>]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3600" dirty="0"/>
              <a:t>Is testing of individual hardware or software units or groups of related units [IEEE90]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3600" dirty="0"/>
              <a:t>Is not to test high-level application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145582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CB99F-5C79-DEF3-3B2A-997033E2C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CDFC79E-556B-E015-CC2D-104A0C9D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326270C-AA12-9039-BD96-2FDAE7D47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25BDB3E-3C4D-57D8-8475-94FCEECAE24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Why?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5EA4920-B87B-0FDF-70FE-2A9A43842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83313D9-6247-673A-D159-E34C990D9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33219-14D1-B6C1-0EF1-E35F62D0B64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Reduce bugs in new features as well as existing features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Reduce cost of change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Guard against ripple effects of changes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Encourage refactoring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A firewall against other programmers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A way of documenting code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Forces you to take time to think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Slower start, faster completion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Enables automating engineering process</a:t>
            </a:r>
          </a:p>
        </p:txBody>
      </p:sp>
    </p:spTree>
    <p:extLst>
      <p:ext uri="{BB962C8B-B14F-4D97-AF65-F5344CB8AC3E}">
        <p14:creationId xmlns:p14="http://schemas.microsoft.com/office/powerpoint/2010/main" val="370464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9562-AD30-9CDB-E68A-F57D92D52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586F1C7-DB1C-05BA-F666-014BE83B3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CC08DF9-C187-CC1C-84B2-063183E16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38EE726-79CF-E926-A0EC-CBE2E841A81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Who?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6ED1D03-CB17-F513-7ECC-B4F63061F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627BDF32-779C-A2B0-AE6D-337BBC7C9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FB2C6-F979-9A3E-9B44-35F2C05F72D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800" dirty="0"/>
              <a:t>Back-end programmers</a:t>
            </a:r>
          </a:p>
          <a:p>
            <a:pPr marL="749808" lvl="1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Data layer</a:t>
            </a:r>
          </a:p>
          <a:p>
            <a:pPr marL="749808" lvl="1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Service layer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800" dirty="0"/>
              <a:t>Front-end programmers</a:t>
            </a:r>
          </a:p>
          <a:p>
            <a:pPr marL="749808" lvl="1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Interface functions</a:t>
            </a:r>
          </a:p>
          <a:p>
            <a:pPr marL="749808" lvl="1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Interactions with back-end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800" dirty="0"/>
              <a:t>UI/UX designer</a:t>
            </a:r>
          </a:p>
          <a:p>
            <a:pPr marL="749808" lvl="1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Styling</a:t>
            </a:r>
          </a:p>
          <a:p>
            <a:pPr marL="749808" lvl="1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Layout</a:t>
            </a:r>
          </a:p>
          <a:p>
            <a:pPr marL="749808" lvl="1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269893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93997-A9AC-DBAC-4FF6-DCAD0048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4E9F0C8-228F-C940-0A15-66F1BCDA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390ECB-5C29-243A-9031-92486ACE3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A69BAA3-5A33-C56D-F28C-00172D70EB5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Unit Testing in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eXtreme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Programming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BC3F0AC-DBDF-05C4-A092-8C59E363C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A1AC736-D96C-CEC4-6D4E-FE912AD56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44EB8-A52B-FF7C-53A7-F6CEE1C0C9A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Use a framework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Test all modules/classes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Create test before actual functions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Change code only when a test fails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Tests embedded with source code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All tests should pass before packaging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Zero bug policy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XP should not be done without Unit Testing</a:t>
            </a:r>
          </a:p>
        </p:txBody>
      </p:sp>
      <p:pic>
        <p:nvPicPr>
          <p:cNvPr id="4" name="Picture 2" descr="Image result for extreme programming">
            <a:extLst>
              <a:ext uri="{FF2B5EF4-FFF2-40B4-BE49-F238E27FC236}">
                <a16:creationId xmlns:a16="http://schemas.microsoft.com/office/drawing/2014/main" id="{82A98591-1A94-26D6-73FE-A1DB24650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3932" y="1965163"/>
            <a:ext cx="4380462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82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8422B-40E6-257F-E409-51125DCE5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4F2703C-E1F8-6F45-E7CC-CB37E8E1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736C5FC-C130-A3D6-1811-4911D121E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59ED95B-9FA5-7941-FF17-5AC6053DFB0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JUnit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7AF6720-E208-D44B-5812-8FD680045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F02F53D-84C7-8815-B0FD-F3680161B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DA0D5-023A-24D7-7FE6-155628AF799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3600" dirty="0"/>
              <a:t>JUnit is a Java framework for testing. Other languages also have similar frameworks for testing.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3600" dirty="0"/>
              <a:t>It allows creation and execution of unit tests.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3600" dirty="0"/>
              <a:t>A test case is a Java class containing at least one test.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3600" dirty="0"/>
              <a:t>A test is a public void method with no parameters.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3600" dirty="0"/>
              <a:t>Tests are executed in a batch, </a:t>
            </a:r>
            <a:r>
              <a:rPr lang="en-US" sz="3600" u="sng" dirty="0"/>
              <a:t>independent of each other.</a:t>
            </a:r>
          </a:p>
        </p:txBody>
      </p:sp>
    </p:spTree>
    <p:extLst>
      <p:ext uri="{BB962C8B-B14F-4D97-AF65-F5344CB8AC3E}">
        <p14:creationId xmlns:p14="http://schemas.microsoft.com/office/powerpoint/2010/main" val="394018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E7114-8C8E-09FB-8760-41B8ACCC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CCB3361-01E4-4A69-2102-F39363E2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B28BD5F-7786-7BB0-6E78-9C19FF295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1AB7F5B-2F67-2E6C-E0AD-38513AD674B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Assertions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1B6ACCF-6D45-945B-1DD5-0D0326B86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33BD382-7F8F-12AC-B407-0A17D313E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FEF76-FBEC-EBC0-DAFB-FB8C2199DD4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600" dirty="0"/>
              <a:t>Static methods which assert whether given parameters are factual or not: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 err="1"/>
              <a:t>assertArrayEquals</a:t>
            </a:r>
            <a:r>
              <a:rPr lang="en-US" sz="3600" dirty="0"/>
              <a:t>: states if two arrays are equal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 err="1"/>
              <a:t>assertEquals</a:t>
            </a:r>
            <a:r>
              <a:rPr lang="en-US" sz="3600" dirty="0"/>
              <a:t>: states if the arguments are equal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 err="1"/>
              <a:t>assertFalse</a:t>
            </a:r>
            <a:r>
              <a:rPr lang="en-US" sz="3600" dirty="0"/>
              <a:t>: states if the condition passed as argument is false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 err="1"/>
              <a:t>assertNotEquals</a:t>
            </a:r>
            <a:r>
              <a:rPr lang="en-US" sz="3600" dirty="0"/>
              <a:t>: states if the arguments are not equal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 err="1"/>
              <a:t>assertNotNull</a:t>
            </a:r>
            <a:r>
              <a:rPr lang="en-US" sz="3600" dirty="0"/>
              <a:t>: states if the argument is null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 err="1"/>
              <a:t>assertSame</a:t>
            </a:r>
            <a:r>
              <a:rPr lang="en-US" sz="3600" dirty="0"/>
              <a:t>: states if arguments refer to same object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 err="1"/>
              <a:t>assertTrue</a:t>
            </a:r>
            <a:r>
              <a:rPr lang="en-US" sz="3600" dirty="0"/>
              <a:t>: states if condition passed as argument is true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fail: fails a test</a:t>
            </a:r>
          </a:p>
        </p:txBody>
      </p:sp>
    </p:spTree>
    <p:extLst>
      <p:ext uri="{BB962C8B-B14F-4D97-AF65-F5344CB8AC3E}">
        <p14:creationId xmlns:p14="http://schemas.microsoft.com/office/powerpoint/2010/main" val="144389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AC03B-1B11-501B-7F5A-70569D0D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4A94A31-32DD-95CC-932F-60BE8CCC6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77FEB05-D360-DD77-8C0D-98B9DA01E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A9E0E60-7884-0E9F-F823-BF966207655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Naming Conventions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E0CB972-AFFC-9A10-BB46-CB89DE153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6A2FAA1-563D-3057-0633-EEF2E0AB3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9702C-BBEC-6AA1-B2A3-B4145B6EAEC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3600" dirty="0"/>
              <a:t>There are no parameters, nor a return type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3600" dirty="0"/>
              <a:t>Comments are not very useful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3600" dirty="0"/>
              <a:t>Thus, the test name should say it all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3600" dirty="0"/>
              <a:t>Either start with “test…”, or “should…” or “</a:t>
            </a:r>
            <a:r>
              <a:rPr lang="en-US" sz="3600" dirty="0" err="1"/>
              <a:t>shouldNot</a:t>
            </a:r>
            <a:r>
              <a:rPr lang="en-US" sz="3600" dirty="0"/>
              <a:t>…”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3600" dirty="0"/>
              <a:t>It is accepted – helpful, in fact – to write a test name as: </a:t>
            </a:r>
            <a:r>
              <a:rPr lang="en-US" sz="3600" dirty="0" err="1"/>
              <a:t>shouldNotThrowExceptionIfPropertiesFileDoesntExist</a:t>
            </a:r>
            <a:r>
              <a:rPr lang="en-US" sz="3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1814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29E0-F07D-76EF-ED38-91273EE64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C153F6A-7466-2321-A1F3-B3323D2F0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A1456DE-ABB9-E1B8-FB85-007F4CCA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5B79242-FD92-9876-2768-241784BC2E1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Hands on …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3936DA7-EDA0-A2CF-A7CD-08F462FDB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CE48820-839D-BBA7-F34B-5FAE8ECBF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3FC53-7AF7-50B5-CC3C-3121927BEDA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Fork the project on GitHub in your own repository: https://</a:t>
            </a:r>
            <a:r>
              <a:rPr lang="en-US" sz="3600" dirty="0" err="1"/>
              <a:t>github.com</a:t>
            </a:r>
            <a:r>
              <a:rPr lang="en-US" sz="3600" dirty="0"/>
              <a:t>/seekme94/unit-testing-workshop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Choose the branch named “python”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Import the project in your IDE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Run </a:t>
            </a:r>
            <a:r>
              <a:rPr lang="en-US" sz="3600" dirty="0" err="1">
                <a:latin typeface="Consolas" panose="020B0609020204030204" pitchFamily="49" charset="0"/>
              </a:rPr>
              <a:t>hello_unit_test.py</a:t>
            </a:r>
            <a:r>
              <a:rPr lang="en-US" sz="3600" dirty="0"/>
              <a:t> module:</a:t>
            </a:r>
            <a:br>
              <a:rPr lang="en-US" sz="3600" dirty="0">
                <a:latin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</a:rPr>
              <a:t>python unit-testing-workshop/</a:t>
            </a:r>
            <a:r>
              <a:rPr lang="en-US" sz="3600" dirty="0" err="1">
                <a:latin typeface="Consolas" panose="020B0609020204030204" pitchFamily="49" charset="0"/>
              </a:rPr>
              <a:t>src</a:t>
            </a:r>
            <a:r>
              <a:rPr lang="en-US" sz="3600" dirty="0">
                <a:latin typeface="Consolas" panose="020B0609020204030204" pitchFamily="49" charset="0"/>
              </a:rPr>
              <a:t>/python/</a:t>
            </a:r>
            <a:r>
              <a:rPr lang="en-US" sz="3600" dirty="0" err="1">
                <a:latin typeface="Consolas" panose="020B0609020204030204" pitchFamily="49" charset="0"/>
              </a:rPr>
              <a:t>hello_unit_test.py</a:t>
            </a:r>
            <a:endParaRPr lang="en-US" sz="3600" dirty="0">
              <a:latin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Explore the </a:t>
            </a:r>
            <a:r>
              <a:rPr lang="en-US" sz="3600" dirty="0" err="1">
                <a:latin typeface="Consolas" panose="020B0609020204030204" pitchFamily="49" charset="0"/>
              </a:rPr>
              <a:t>datetime_util</a:t>
            </a:r>
            <a:r>
              <a:rPr lang="en-US" sz="3600" dirty="0"/>
              <a:t> module; have a look at the way of testing the utility via main method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Now run the </a:t>
            </a:r>
            <a:r>
              <a:rPr lang="en-US" sz="3600" dirty="0" err="1">
                <a:latin typeface="Consolas" panose="020B0609020204030204" pitchFamily="49" charset="0"/>
              </a:rPr>
              <a:t>datetime_util</a:t>
            </a:r>
            <a:r>
              <a:rPr lang="en-US" sz="3600" dirty="0"/>
              <a:t> using the same python command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You’ll notice that some of them are not yet implemented. DIY!</a:t>
            </a:r>
          </a:p>
        </p:txBody>
      </p:sp>
    </p:spTree>
    <p:extLst>
      <p:ext uri="{BB962C8B-B14F-4D97-AF65-F5344CB8AC3E}">
        <p14:creationId xmlns:p14="http://schemas.microsoft.com/office/powerpoint/2010/main" val="65382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5C0B8-8498-B3DB-823F-B7890FB31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98B5071-EF41-0EA4-201E-D5A28607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682E72F-B1FC-38CC-C99F-06C32CF0E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8DAEC64-1FA0-A370-9FB8-D551EB1A1FC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Test-driven Development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A8ACE95-CE85-7AFC-B110-7AD5DFB01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1B13E57-B750-7004-CCBD-CBF0CD4FA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C59AC-458F-6AC7-CC00-4412BFF963C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TDD revolves around one simple concept, i.e. to write test before the real code.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For new features, create stub code and write test cases first.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For changes, write test case to test the specific change first.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For bug fixes, recreate the bug in a new test case before fixing it.</a:t>
            </a:r>
          </a:p>
        </p:txBody>
      </p:sp>
      <p:pic>
        <p:nvPicPr>
          <p:cNvPr id="4" name="Picture 2" descr="Image result for test driven development">
            <a:extLst>
              <a:ext uri="{FF2B5EF4-FFF2-40B4-BE49-F238E27FC236}">
                <a16:creationId xmlns:a16="http://schemas.microsoft.com/office/drawing/2014/main" id="{1B0995F4-669D-4887-F315-BE4EADBBE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190750"/>
            <a:ext cx="36576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37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5320-D1BE-8421-EEFA-FA2C29D8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06A83AF-4F87-114E-19E6-81D2A8F25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39886FD-6142-AC18-E8CD-82DE0FEB2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5EE06BC-2F46-06D0-5801-A2023158CFA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SemVer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: A case for TDD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B740FD5-A6FD-A810-FC92-197335C36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B5D4EE6-521F-2641-B9DD-F2FD45826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94875-D111-B14C-6B65-707FB462E42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Semantic versioning [https://semver.org] is most widely used scheme of incremental versioning.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We define a version in the following manners:</a:t>
            </a:r>
          </a:p>
          <a:p>
            <a:pPr marL="749808" lvl="1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Pre-alpha (Dev): 0.0.#</a:t>
            </a:r>
          </a:p>
          <a:p>
            <a:pPr marL="749808" lvl="1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Alpha (for Q/A): 0.#.#-alpha</a:t>
            </a:r>
          </a:p>
          <a:p>
            <a:pPr marL="749808" lvl="1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Beta (for Q/A plus client): [last successful alpha version] -beta</a:t>
            </a:r>
          </a:p>
          <a:p>
            <a:pPr marL="749808" lvl="1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First release: 1.0.0</a:t>
            </a:r>
          </a:p>
          <a:p>
            <a:pPr marL="749808" lvl="1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Following releases: [MAJOR].[Minor].[micro]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Let’s write a SemVerUtil class in TDD way. Check the code stub for </a:t>
            </a:r>
            <a:r>
              <a:rPr lang="en-US" sz="2800" dirty="0" err="1"/>
              <a:t>SemVerUtilTest</a:t>
            </a:r>
            <a:r>
              <a:rPr lang="en-US" sz="2800" dirty="0"/>
              <a:t> class.</a:t>
            </a:r>
          </a:p>
        </p:txBody>
      </p:sp>
    </p:spTree>
    <p:extLst>
      <p:ext uri="{BB962C8B-B14F-4D97-AF65-F5344CB8AC3E}">
        <p14:creationId xmlns:p14="http://schemas.microsoft.com/office/powerpoint/2010/main" val="204000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45063-6B55-29A0-994C-766064135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2CA5270-7D8A-1ACC-3900-C55D2F1F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563581D-BCB2-683E-36F6-064940E4B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1A6EC8C-7D03-5882-F4B6-35D83870252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SemVer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: A case for TDD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456F1BB-4EFC-FAD4-DB2F-5806340E3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221FB3F-AAC1-09F5-A2F0-44D1C8D3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BD5CD-96E9-FDE5-09A6-7B789451D53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There should be at least one </a:t>
            </a:r>
            <a:r>
              <a:rPr lang="en-US" sz="2800" i="1" dirty="0"/>
              <a:t>test</a:t>
            </a:r>
            <a:r>
              <a:rPr lang="en-US" sz="2800" dirty="0"/>
              <a:t> against every </a:t>
            </a:r>
            <a:r>
              <a:rPr lang="en-US" sz="2800" i="1" dirty="0"/>
              <a:t>case.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There should ideally be single assert statement inside a test. A test will fail on first failed assertion, so no use of multiple asserts.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Expected Exceptions should be thrown (think how amusing it would be to fail a test in </a:t>
            </a:r>
            <a:r>
              <a:rPr lang="en-US" sz="2800" i="1" dirty="0"/>
              <a:t>try</a:t>
            </a:r>
            <a:r>
              <a:rPr lang="en-US" sz="2800" dirty="0"/>
              <a:t> and passing in </a:t>
            </a:r>
            <a:r>
              <a:rPr lang="en-US" sz="2800" i="1" dirty="0"/>
              <a:t>catch</a:t>
            </a:r>
            <a:r>
              <a:rPr lang="en-US" sz="2800" dirty="0"/>
              <a:t> block).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100% test coverage is a dilemma. Testing innocent constructors, getters/setters, overloaded wrapping methods, are a waste.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Test suite should be created for your own ease, not for the build management tool.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While writing test cases, focus only on testing, leave // TODO’s in the code or Tasks in IDE to make code amendments after test cases have all been written.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Test cases should not assume that any function in the actual code are correct.</a:t>
            </a:r>
          </a:p>
        </p:txBody>
      </p:sp>
    </p:spTree>
    <p:extLst>
      <p:ext uri="{BB962C8B-B14F-4D97-AF65-F5344CB8AC3E}">
        <p14:creationId xmlns:p14="http://schemas.microsoft.com/office/powerpoint/2010/main" val="319057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2EC3-E40A-0E54-54B4-B959053E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A8B1A84-982D-0409-61B9-B7239D4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228A423-3809-F2A1-C295-073E2A0DE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2CB83A8-72E6-E5CD-C92A-CBD4EFB2BDA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Hands on …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251EBBE-1EB1-142F-8418-79F230C25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CBADE05-B6F8-891E-C8D6-CE206AEA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93726-A35F-BFBD-30C0-976B9ECB0A8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In the same project, run </a:t>
            </a:r>
            <a:r>
              <a:rPr lang="en-US" sz="3600" dirty="0" err="1">
                <a:latin typeface="Consolas" panose="020B0609020204030204" pitchFamily="49" charset="0"/>
              </a:rPr>
              <a:t>sem_ver_util_test.py</a:t>
            </a:r>
            <a:r>
              <a:rPr lang="en-US" sz="3600" dirty="0"/>
              <a:t> module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Note that backward compatibility test is failing. That’s because it is pending implementation.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/>
              <a:t>DIY! Complete </a:t>
            </a:r>
            <a:r>
              <a:rPr lang="en-US" sz="3600" dirty="0"/>
              <a:t>the code and pass this test.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Generate test coverage report: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§"/>
            </a:pPr>
            <a:r>
              <a:rPr lang="en-US" sz="3400" dirty="0">
                <a:latin typeface="Consolas" panose="020B0609020204030204" pitchFamily="49" charset="0"/>
                <a:cs typeface="Consolas" panose="020B0609020204030204" pitchFamily="49" charset="0"/>
              </a:rPr>
              <a:t>coverage run -m </a:t>
            </a:r>
            <a:r>
              <a:rPr lang="en-US" sz="3400" dirty="0" err="1">
                <a:latin typeface="Consolas" panose="020B0609020204030204" pitchFamily="49" charset="0"/>
                <a:cs typeface="Consolas" panose="020B0609020204030204" pitchFamily="49" charset="0"/>
              </a:rPr>
              <a:t>unittest</a:t>
            </a:r>
            <a:r>
              <a:rPr lang="en-US" sz="3400" dirty="0">
                <a:latin typeface="Consolas" panose="020B0609020204030204" pitchFamily="49" charset="0"/>
                <a:cs typeface="Consolas" panose="020B0609020204030204" pitchFamily="49" charset="0"/>
              </a:rPr>
              <a:t> discover -s unit-testing-workshop/</a:t>
            </a:r>
            <a:r>
              <a:rPr lang="en-US" sz="3400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sz="3400" dirty="0">
                <a:latin typeface="Consolas" panose="020B0609020204030204" pitchFamily="49" charset="0"/>
                <a:cs typeface="Consolas" panose="020B0609020204030204" pitchFamily="49" charset="0"/>
              </a:rPr>
              <a:t>/python -p "*_</a:t>
            </a:r>
            <a:r>
              <a:rPr lang="en-US" sz="3400" dirty="0" err="1">
                <a:latin typeface="Consolas" panose="020B0609020204030204" pitchFamily="49" charset="0"/>
                <a:cs typeface="Consolas" panose="020B0609020204030204" pitchFamily="49" charset="0"/>
              </a:rPr>
              <a:t>test.py</a:t>
            </a:r>
            <a:r>
              <a:rPr lang="en-US" sz="3400" dirty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§"/>
            </a:pPr>
            <a:r>
              <a:rPr lang="en-US" sz="3400" dirty="0">
                <a:latin typeface="Consolas" panose="020B0609020204030204" pitchFamily="49" charset="0"/>
                <a:cs typeface="Consolas" panose="020B0609020204030204" pitchFamily="49" charset="0"/>
              </a:rPr>
              <a:t>coverage report</a:t>
            </a:r>
          </a:p>
        </p:txBody>
      </p:sp>
    </p:spTree>
    <p:extLst>
      <p:ext uri="{BB962C8B-B14F-4D97-AF65-F5344CB8AC3E}">
        <p14:creationId xmlns:p14="http://schemas.microsoft.com/office/powerpoint/2010/main" val="183904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Words>960</Words>
  <Application>Microsoft Macintosh PowerPoint</Application>
  <PresentationFormat>Widescreen</PresentationFormat>
  <Paragraphs>136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Biome Light</vt:lpstr>
      <vt:lpstr>Calibri</vt:lpstr>
      <vt:lpstr>Calibri Light</vt:lpstr>
      <vt:lpstr>Consolas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Rabeeba Batool</cp:lastModifiedBy>
  <cp:revision>1</cp:revision>
  <dcterms:created xsi:type="dcterms:W3CDTF">2022-11-22T20:08:03Z</dcterms:created>
  <dcterms:modified xsi:type="dcterms:W3CDTF">2026-06-13T08:18:40Z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