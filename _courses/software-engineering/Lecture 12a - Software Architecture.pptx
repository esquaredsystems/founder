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03" r:id="rId5"/>
    <p:sldId id="2462" r:id="rId6"/>
    <p:sldId id="2580" r:id="rId7"/>
    <p:sldId id="2593" r:id="rId8"/>
    <p:sldId id="2594" r:id="rId9"/>
    <p:sldId id="2595" r:id="rId10"/>
    <p:sldId id="2596" r:id="rId11"/>
    <p:sldId id="2597" r:id="rId12"/>
    <p:sldId id="2598" r:id="rId13"/>
    <p:sldId id="2599" r:id="rId14"/>
    <p:sldId id="2600" r:id="rId15"/>
    <p:sldId id="2601" r:id="rId16"/>
    <p:sldId id="2602" r:id="rId17"/>
    <p:sldId id="2603" r:id="rId18"/>
    <p:sldId id="2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580"/>
            <p14:sldId id="2593"/>
            <p14:sldId id="2594"/>
            <p14:sldId id="2595"/>
            <p14:sldId id="2596"/>
            <p14:sldId id="2597"/>
            <p14:sldId id="2598"/>
            <p14:sldId id="2599"/>
            <p14:sldId id="2600"/>
            <p14:sldId id="2601"/>
            <p14:sldId id="2602"/>
            <p14:sldId id="2603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A0D03-CEBE-3642-B503-9A97CB773321}" v="109" dt="2026-06-14T14:09:56.077"/>
    <p1510:client id="{A7B67B09-5295-41F3-BFE8-A8C8BAF8C2C0}" v="3078" dt="2026-06-14T12:23:19.6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92"/>
        <p:guide pos="3840"/>
        <p:guide orient="horz" pos="141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custSel addSld modSld">
      <pc:chgData name="Owais Ahmed" userId="6abc7d4556b3b071" providerId="LiveId" clId="{641304C9-537E-56B8-9D3B-F295291B91EB}" dt="2026-06-14T14:09:56.077" v="764"/>
      <pc:docMkLst>
        <pc:docMk/>
      </pc:docMkLst>
      <pc:sldChg chg="modSp">
        <pc:chgData name="Owais Ahmed" userId="6abc7d4556b3b071" providerId="LiveId" clId="{641304C9-537E-56B8-9D3B-F295291B91EB}" dt="2026-06-13T07:47:01.870" v="77" actId="20577"/>
        <pc:sldMkLst>
          <pc:docMk/>
          <pc:sldMk cId="3940183664" sldId="2585"/>
        </pc:sldMkLst>
        <pc:spChg chg="mod">
          <ac:chgData name="Owais Ahmed" userId="6abc7d4556b3b071" providerId="LiveId" clId="{641304C9-537E-56B8-9D3B-F295291B91EB}" dt="2026-06-13T07:47:01.870" v="77" actId="20577"/>
          <ac:spMkLst>
            <pc:docMk/>
            <pc:sldMk cId="3940183664" sldId="2585"/>
            <ac:spMk id="3" creationId="{1E0DA0D5-023A-24D7-7FE6-155628AF799A}"/>
          </ac:spMkLst>
        </pc:spChg>
      </pc:sldChg>
      <pc:sldChg chg="modSp mod">
        <pc:chgData name="Owais Ahmed" userId="6abc7d4556b3b071" providerId="LiveId" clId="{641304C9-537E-56B8-9D3B-F295291B91EB}" dt="2026-06-13T07:34:35.223" v="1" actId="27636"/>
        <pc:sldMkLst>
          <pc:docMk/>
          <pc:sldMk cId="1718148521" sldId="2587"/>
        </pc:sldMkLst>
        <pc:spChg chg="mod">
          <ac:chgData name="Owais Ahmed" userId="6abc7d4556b3b071" providerId="LiveId" clId="{641304C9-537E-56B8-9D3B-F295291B91EB}" dt="2026-06-13T07:34:35.223" v="1" actId="27636"/>
          <ac:spMkLst>
            <pc:docMk/>
            <pc:sldMk cId="1718148521" sldId="2587"/>
            <ac:spMk id="3" creationId="{A889702C-BBEC-6AA1-B2A3-B4145B6EAEC5}"/>
          </ac:spMkLst>
        </pc:spChg>
      </pc:sldChg>
      <pc:sldChg chg="modSp mod modAnim">
        <pc:chgData name="Owais Ahmed" userId="6abc7d4556b3b071" providerId="LiveId" clId="{641304C9-537E-56B8-9D3B-F295291B91EB}" dt="2026-06-13T08:05:45.471" v="311" actId="20577"/>
        <pc:sldMkLst>
          <pc:docMk/>
          <pc:sldMk cId="653827550" sldId="2588"/>
        </pc:sldMkLst>
        <pc:spChg chg="mod">
          <ac:chgData name="Owais Ahmed" userId="6abc7d4556b3b071" providerId="LiveId" clId="{641304C9-537E-56B8-9D3B-F295291B91EB}" dt="2026-06-13T08:05:45.471" v="311" actId="20577"/>
          <ac:spMkLst>
            <pc:docMk/>
            <pc:sldMk cId="653827550" sldId="2588"/>
            <ac:spMk id="3" creationId="{7D23FC53-7AF7-50B5-CC3C-3121927BEDA4}"/>
          </ac:spMkLst>
        </pc:spChg>
      </pc:sldChg>
      <pc:sldChg chg="modSp add mod modAnim">
        <pc:chgData name="Owais Ahmed" userId="6abc7d4556b3b071" providerId="LiveId" clId="{641304C9-537E-56B8-9D3B-F295291B91EB}" dt="2026-06-13T08:18:39.552" v="655" actId="20577"/>
        <pc:sldMkLst>
          <pc:docMk/>
          <pc:sldMk cId="1839047135" sldId="2592"/>
        </pc:sldMkLst>
        <pc:spChg chg="mod">
          <ac:chgData name="Owais Ahmed" userId="6abc7d4556b3b071" providerId="LiveId" clId="{641304C9-537E-56B8-9D3B-F295291B91EB}" dt="2026-06-13T08:18:39.552" v="655" actId="20577"/>
          <ac:spMkLst>
            <pc:docMk/>
            <pc:sldMk cId="1839047135" sldId="2592"/>
            <ac:spMk id="3" creationId="{6D093726-A35F-BFBD-30C0-976B9ECB0A84}"/>
          </ac:spMkLst>
        </pc:spChg>
      </pc:sldChg>
      <pc:sldChg chg="modSp mod modAnim">
        <pc:chgData name="Owais Ahmed" userId="6abc7d4556b3b071" providerId="LiveId" clId="{641304C9-537E-56B8-9D3B-F295291B91EB}" dt="2026-06-14T13:27:24.585" v="740" actId="20577"/>
        <pc:sldMkLst>
          <pc:docMk/>
          <pc:sldMk cId="3465100072" sldId="2593"/>
        </pc:sldMkLst>
        <pc:spChg chg="mod">
          <ac:chgData name="Owais Ahmed" userId="6abc7d4556b3b071" providerId="LiveId" clId="{641304C9-537E-56B8-9D3B-F295291B91EB}" dt="2026-06-14T13:27:24.585" v="740" actId="20577"/>
          <ac:spMkLst>
            <pc:docMk/>
            <pc:sldMk cId="3465100072" sldId="2593"/>
            <ac:spMk id="3" creationId="{69B71538-3039-166E-FB77-ED13F7732639}"/>
          </ac:spMkLst>
        </pc:spChg>
      </pc:sldChg>
      <pc:sldChg chg="modAnim">
        <pc:chgData name="Owais Ahmed" userId="6abc7d4556b3b071" providerId="LiveId" clId="{641304C9-537E-56B8-9D3B-F295291B91EB}" dt="2026-06-14T14:05:01.074" v="755"/>
        <pc:sldMkLst>
          <pc:docMk/>
          <pc:sldMk cId="4258458868" sldId="2600"/>
        </pc:sldMkLst>
      </pc:sldChg>
      <pc:sldChg chg="modAnim">
        <pc:chgData name="Owais Ahmed" userId="6abc7d4556b3b071" providerId="LiveId" clId="{641304C9-537E-56B8-9D3B-F295291B91EB}" dt="2026-06-14T14:09:56.077" v="764"/>
        <pc:sldMkLst>
          <pc:docMk/>
          <pc:sldMk cId="3150792009" sldId="2601"/>
        </pc:sldMkLst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6-14T12:23:19.633" v="26409" actId="27636"/>
      <pc:docMkLst>
        <pc:docMk/>
      </pc:docMkLst>
      <pc:sldChg chg="modSp">
        <pc:chgData name="Owais Ahmed" userId="6abc7d4556b3b071" providerId="LiveId" clId="{D0A51F83-B713-4A4D-8105-C75936B8E1D2}" dt="2026-06-12T15:46:12.592" v="22484"/>
        <pc:sldMkLst>
          <pc:docMk/>
          <pc:sldMk cId="927727573" sldId="2436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8" creationId="{0B070B25-2BBC-49AC-9CFA-1CD7195DF2D6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927727573" sldId="2436"/>
            <ac:spMk id="9" creationId="{9E2524A0-105C-4170-BB48-CD0756FB3DFE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12" creationId="{4E709B75-16EA-4581-AED9-567DEF45A6B2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4" creationId="{E896B487-8C07-495F-95BF-B8F4960E1E8D}"/>
          </ac:picMkLst>
        </pc:pic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927727573" sldId="2436"/>
            <ac:picMk id="28" creationId="{D4D09222-33EB-4F99-9A89-51E2E1E97584}"/>
          </ac:picMkLst>
        </pc:picChg>
      </pc:sldChg>
      <pc:sldChg chg="modSp mod">
        <pc:chgData name="Owais Ahmed" userId="6abc7d4556b3b071" providerId="LiveId" clId="{D0A51F83-B713-4A4D-8105-C75936B8E1D2}" dt="2026-06-14T12:11:34.003" v="25871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2" creationId="{BE3A87B3-0A27-4EE9-979E-B69581E476F0}"/>
          </ac:spMkLst>
        </pc:spChg>
        <pc:spChg chg="mod">
          <ac:chgData name="Owais Ahmed" userId="6abc7d4556b3b071" providerId="LiveId" clId="{D0A51F83-B713-4A4D-8105-C75936B8E1D2}" dt="2026-06-14T12:11:34.003" v="25871" actId="20577"/>
          <ac:spMkLst>
            <pc:docMk/>
            <pc:sldMk cId="1649098948" sldId="2462"/>
            <ac:spMk id="6" creationId="{F3C89A40-EEAA-43AB-9A3A-B2CFDE450F1B}"/>
          </ac:spMkLst>
        </pc:spChg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649098948" sldId="2462"/>
            <ac:spMk id="7" creationId="{F29F8048-1E86-48F4-B246-D2F8C54B7EB1}"/>
          </ac:spMkLst>
        </pc:spChg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649098948" sldId="2462"/>
            <ac:picMk id="8" creationId="{BB76F5AB-0940-46E1-85F9-6A870D7D04C9}"/>
          </ac:picMkLst>
        </pc:picChg>
      </pc:sldChg>
      <pc:sldChg chg="modSp">
        <pc:chgData name="Owais Ahmed" userId="6abc7d4556b3b071" providerId="LiveId" clId="{D0A51F83-B713-4A4D-8105-C75936B8E1D2}" dt="2026-06-12T15:46:12.592" v="22484"/>
        <pc:sldMkLst>
          <pc:docMk/>
          <pc:sldMk cId="146856052" sldId="2503"/>
        </pc:sldMkLst>
        <pc:picChg chg="mod">
          <ac:chgData name="Owais Ahmed" userId="6abc7d4556b3b071" providerId="LiveId" clId="{D0A51F83-B713-4A4D-8105-C75936B8E1D2}" dt="2026-06-12T15:46:12.592" v="22484"/>
          <ac:picMkLst>
            <pc:docMk/>
            <pc:sldMk cId="146856052" sldId="2503"/>
            <ac:picMk id="8" creationId="{9AB29DBC-55D3-49D9-BB44-4936739C4B57}"/>
          </ac:picMkLst>
        </pc:picChg>
      </pc:sldChg>
      <pc:sldChg chg="modSp add mod modAnim">
        <pc:chgData name="Owais Ahmed" userId="6abc7d4556b3b071" providerId="LiveId" clId="{D0A51F83-B713-4A4D-8105-C75936B8E1D2}" dt="2026-06-14T12:23:19.633" v="26409" actId="27636"/>
        <pc:sldMkLst>
          <pc:docMk/>
          <pc:sldMk cId="1455820589" sldId="2580"/>
        </pc:sldMkLst>
        <pc:spChg chg="mod">
          <ac:chgData name="Owais Ahmed" userId="6abc7d4556b3b071" providerId="LiveId" clId="{D0A51F83-B713-4A4D-8105-C75936B8E1D2}" dt="2026-06-12T15:46:12.592" v="22484"/>
          <ac:spMkLst>
            <pc:docMk/>
            <pc:sldMk cId="1455820589" sldId="2580"/>
            <ac:spMk id="2" creationId="{8B00956D-D11A-81E2-F8AD-F1EFCF92EA34}"/>
          </ac:spMkLst>
        </pc:spChg>
        <pc:spChg chg="mod">
          <ac:chgData name="Owais Ahmed" userId="6abc7d4556b3b071" providerId="LiveId" clId="{D0A51F83-B713-4A4D-8105-C75936B8E1D2}" dt="2026-06-14T12:23:19.633" v="26409" actId="27636"/>
          <ac:spMkLst>
            <pc:docMk/>
            <pc:sldMk cId="1455820589" sldId="2580"/>
            <ac:spMk id="3" creationId="{2E0B7842-797A-25DB-6947-0B023E7CC8A3}"/>
          </ac:spMkLst>
        </pc:spChg>
        <pc:spChg chg="mod">
          <ac:chgData name="Owais Ahmed" userId="6abc7d4556b3b071" providerId="LiveId" clId="{D0A51F83-B713-4A4D-8105-C75936B8E1D2}" dt="2026-06-12T15:48:10.556" v="22521" actId="20577"/>
          <ac:spMkLst>
            <pc:docMk/>
            <pc:sldMk cId="1455820589" sldId="2580"/>
            <ac:spMk id="215" creationId="{F0A7BEA9-FA6E-1666-96A1-2C2E6EBD1D36}"/>
          </ac:spMkLst>
        </pc:spChg>
      </pc:sldChg>
      <pc:sldChg chg="modSp add del mod modAnim">
        <pc:chgData name="Owais Ahmed" userId="6abc7d4556b3b071" providerId="LiveId" clId="{D0A51F83-B713-4A4D-8105-C75936B8E1D2}" dt="2026-06-13T13:22:01.170" v="22863" actId="47"/>
        <pc:sldMkLst>
          <pc:docMk/>
          <pc:sldMk cId="3704641495" sldId="2581"/>
        </pc:sldMkLst>
      </pc:sldChg>
      <pc:sldChg chg="modSp add del mod ord modAnim">
        <pc:chgData name="Owais Ahmed" userId="6abc7d4556b3b071" providerId="LiveId" clId="{D0A51F83-B713-4A4D-8105-C75936B8E1D2}" dt="2026-06-13T13:22:01.170" v="22863" actId="47"/>
        <pc:sldMkLst>
          <pc:docMk/>
          <pc:sldMk cId="2698937366" sldId="2582"/>
        </pc:sldMkLst>
      </pc:sldChg>
      <pc:sldChg chg="addSp modSp add del mod modAnim">
        <pc:chgData name="Owais Ahmed" userId="6abc7d4556b3b071" providerId="LiveId" clId="{D0A51F83-B713-4A4D-8105-C75936B8E1D2}" dt="2026-06-13T13:22:01.170" v="22863" actId="47"/>
        <pc:sldMkLst>
          <pc:docMk/>
          <pc:sldMk cId="4283825959" sldId="2584"/>
        </pc:sldMkLst>
      </pc:sldChg>
      <pc:sldChg chg="modSp add del mod ord modAnim">
        <pc:chgData name="Owais Ahmed" userId="6abc7d4556b3b071" providerId="LiveId" clId="{D0A51F83-B713-4A4D-8105-C75936B8E1D2}" dt="2026-06-13T13:22:01.170" v="22863" actId="47"/>
        <pc:sldMkLst>
          <pc:docMk/>
          <pc:sldMk cId="3940183664" sldId="2585"/>
        </pc:sldMkLst>
      </pc:sldChg>
      <pc:sldChg chg="modSp add del mod modAnim">
        <pc:chgData name="Owais Ahmed" userId="6abc7d4556b3b071" providerId="LiveId" clId="{D0A51F83-B713-4A4D-8105-C75936B8E1D2}" dt="2026-06-13T13:22:01.170" v="22863" actId="47"/>
        <pc:sldMkLst>
          <pc:docMk/>
          <pc:sldMk cId="1443891102" sldId="2586"/>
        </pc:sldMkLst>
      </pc:sldChg>
      <pc:sldChg chg="modSp add del mod modAnim">
        <pc:chgData name="Owais Ahmed" userId="6abc7d4556b3b071" providerId="LiveId" clId="{D0A51F83-B713-4A4D-8105-C75936B8E1D2}" dt="2026-06-13T13:22:01.170" v="22863" actId="47"/>
        <pc:sldMkLst>
          <pc:docMk/>
          <pc:sldMk cId="1718148521" sldId="2587"/>
        </pc:sldMkLst>
      </pc:sldChg>
      <pc:sldChg chg="modSp add del mod modAnim">
        <pc:chgData name="Owais Ahmed" userId="6abc7d4556b3b071" providerId="LiveId" clId="{D0A51F83-B713-4A4D-8105-C75936B8E1D2}" dt="2026-06-13T13:22:01.170" v="22863" actId="47"/>
        <pc:sldMkLst>
          <pc:docMk/>
          <pc:sldMk cId="653827550" sldId="2588"/>
        </pc:sldMkLst>
      </pc:sldChg>
      <pc:sldChg chg="addSp modSp add del mod modAnim">
        <pc:chgData name="Owais Ahmed" userId="6abc7d4556b3b071" providerId="LiveId" clId="{D0A51F83-B713-4A4D-8105-C75936B8E1D2}" dt="2026-06-13T13:22:01.170" v="22863" actId="47"/>
        <pc:sldMkLst>
          <pc:docMk/>
          <pc:sldMk cId="2987376240" sldId="2589"/>
        </pc:sldMkLst>
      </pc:sldChg>
      <pc:sldChg chg="modSp add del mod ord modAnim">
        <pc:chgData name="Owais Ahmed" userId="6abc7d4556b3b071" providerId="LiveId" clId="{D0A51F83-B713-4A4D-8105-C75936B8E1D2}" dt="2026-06-13T13:22:01.170" v="22863" actId="47"/>
        <pc:sldMkLst>
          <pc:docMk/>
          <pc:sldMk cId="2040004263" sldId="2590"/>
        </pc:sldMkLst>
      </pc:sldChg>
      <pc:sldChg chg="modSp add del mod modAnim">
        <pc:chgData name="Owais Ahmed" userId="6abc7d4556b3b071" providerId="LiveId" clId="{D0A51F83-B713-4A4D-8105-C75936B8E1D2}" dt="2026-06-13T13:22:06.028" v="22865" actId="47"/>
        <pc:sldMkLst>
          <pc:docMk/>
          <pc:sldMk cId="3190574539" sldId="2591"/>
        </pc:sldMkLst>
      </pc:sldChg>
      <pc:sldChg chg="del">
        <pc:chgData name="Owais Ahmed" userId="6abc7d4556b3b071" providerId="LiveId" clId="{D0A51F83-B713-4A4D-8105-C75936B8E1D2}" dt="2026-06-13T13:22:03.813" v="22864" actId="47"/>
        <pc:sldMkLst>
          <pc:docMk/>
          <pc:sldMk cId="1839047135" sldId="2592"/>
        </pc:sldMkLst>
      </pc:sldChg>
      <pc:sldChg chg="modSp add mod modAnim">
        <pc:chgData name="Owais Ahmed" userId="6abc7d4556b3b071" providerId="LiveId" clId="{D0A51F83-B713-4A4D-8105-C75936B8E1D2}" dt="2026-06-13T13:29:28.373" v="22942" actId="20577"/>
        <pc:sldMkLst>
          <pc:docMk/>
          <pc:sldMk cId="3465100072" sldId="2593"/>
        </pc:sldMkLst>
        <pc:spChg chg="mod">
          <ac:chgData name="Owais Ahmed" userId="6abc7d4556b3b071" providerId="LiveId" clId="{D0A51F83-B713-4A4D-8105-C75936B8E1D2}" dt="2026-06-13T13:29:28.373" v="22942" actId="20577"/>
          <ac:spMkLst>
            <pc:docMk/>
            <pc:sldMk cId="3465100072" sldId="2593"/>
            <ac:spMk id="3" creationId="{69B71538-3039-166E-FB77-ED13F7732639}"/>
          </ac:spMkLst>
        </pc:spChg>
        <pc:spChg chg="mod">
          <ac:chgData name="Owais Ahmed" userId="6abc7d4556b3b071" providerId="LiveId" clId="{D0A51F83-B713-4A4D-8105-C75936B8E1D2}" dt="2026-06-13T13:22:32.905" v="22907" actId="20577"/>
          <ac:spMkLst>
            <pc:docMk/>
            <pc:sldMk cId="3465100072" sldId="2593"/>
            <ac:spMk id="215" creationId="{7C480509-FB7C-A9AC-EF0E-9A110951F5D2}"/>
          </ac:spMkLst>
        </pc:spChg>
      </pc:sldChg>
      <pc:sldChg chg="modSp add mod modAnim">
        <pc:chgData name="Owais Ahmed" userId="6abc7d4556b3b071" providerId="LiveId" clId="{D0A51F83-B713-4A4D-8105-C75936B8E1D2}" dt="2026-06-13T14:14:29.351" v="24005" actId="20577"/>
        <pc:sldMkLst>
          <pc:docMk/>
          <pc:sldMk cId="1008216797" sldId="2594"/>
        </pc:sldMkLst>
        <pc:spChg chg="mod">
          <ac:chgData name="Owais Ahmed" userId="6abc7d4556b3b071" providerId="LiveId" clId="{D0A51F83-B713-4A4D-8105-C75936B8E1D2}" dt="2026-06-13T14:14:29.351" v="24005" actId="20577"/>
          <ac:spMkLst>
            <pc:docMk/>
            <pc:sldMk cId="1008216797" sldId="2594"/>
            <ac:spMk id="3" creationId="{EAA54741-4501-5AFF-ED7C-D3196A4BBD59}"/>
          </ac:spMkLst>
        </pc:spChg>
        <pc:spChg chg="mod">
          <ac:chgData name="Owais Ahmed" userId="6abc7d4556b3b071" providerId="LiveId" clId="{D0A51F83-B713-4A4D-8105-C75936B8E1D2}" dt="2026-06-13T13:36:39.632" v="23093" actId="20577"/>
          <ac:spMkLst>
            <pc:docMk/>
            <pc:sldMk cId="1008216797" sldId="2594"/>
            <ac:spMk id="215" creationId="{08862589-41EE-BB9A-D865-36FBF3367A76}"/>
          </ac:spMkLst>
        </pc:spChg>
        <pc:picChg chg="mod modCrop">
          <ac:chgData name="Owais Ahmed" userId="6abc7d4556b3b071" providerId="LiveId" clId="{D0A51F83-B713-4A4D-8105-C75936B8E1D2}" dt="2026-06-13T13:58:14.305" v="23309" actId="1076"/>
          <ac:picMkLst>
            <pc:docMk/>
            <pc:sldMk cId="1008216797" sldId="2594"/>
            <ac:picMk id="4" creationId="{A89B4D9A-CF1E-2C71-D9AA-30AA498CCA4D}"/>
          </ac:picMkLst>
        </pc:picChg>
      </pc:sldChg>
      <pc:sldChg chg="delSp modSp add mod delAnim modAnim">
        <pc:chgData name="Owais Ahmed" userId="6abc7d4556b3b071" providerId="LiveId" clId="{D0A51F83-B713-4A4D-8105-C75936B8E1D2}" dt="2026-06-13T14:14:54.831" v="24042" actId="20577"/>
        <pc:sldMkLst>
          <pc:docMk/>
          <pc:sldMk cId="1204527965" sldId="2595"/>
        </pc:sldMkLst>
        <pc:spChg chg="mod">
          <ac:chgData name="Owais Ahmed" userId="6abc7d4556b3b071" providerId="LiveId" clId="{D0A51F83-B713-4A4D-8105-C75936B8E1D2}" dt="2026-06-13T14:14:54.831" v="24042" actId="20577"/>
          <ac:spMkLst>
            <pc:docMk/>
            <pc:sldMk cId="1204527965" sldId="2595"/>
            <ac:spMk id="3" creationId="{56545F84-5D3C-FD1E-AB61-E50FB49A178E}"/>
          </ac:spMkLst>
        </pc:spChg>
        <pc:picChg chg="del">
          <ac:chgData name="Owais Ahmed" userId="6abc7d4556b3b071" providerId="LiveId" clId="{D0A51F83-B713-4A4D-8105-C75936B8E1D2}" dt="2026-06-13T14:04:36.911" v="23518" actId="478"/>
          <ac:picMkLst>
            <pc:docMk/>
            <pc:sldMk cId="1204527965" sldId="2595"/>
            <ac:picMk id="4" creationId="{0C127D12-3983-0DAF-7B0E-F92705F3A28A}"/>
          </ac:picMkLst>
        </pc:picChg>
        <pc:picChg chg="mod modCrop">
          <ac:chgData name="Owais Ahmed" userId="6abc7d4556b3b071" providerId="LiveId" clId="{D0A51F83-B713-4A4D-8105-C75936B8E1D2}" dt="2026-06-13T14:05:18.805" v="23525" actId="1076"/>
          <ac:picMkLst>
            <pc:docMk/>
            <pc:sldMk cId="1204527965" sldId="2595"/>
            <ac:picMk id="5" creationId="{68C770EA-DBB4-3334-3EBA-F110C1223422}"/>
          </ac:picMkLst>
        </pc:picChg>
      </pc:sldChg>
      <pc:sldChg chg="delSp modSp add mod delAnim modAnim">
        <pc:chgData name="Owais Ahmed" userId="6abc7d4556b3b071" providerId="LiveId" clId="{D0A51F83-B713-4A4D-8105-C75936B8E1D2}" dt="2026-06-14T10:49:56.835" v="24450"/>
        <pc:sldMkLst>
          <pc:docMk/>
          <pc:sldMk cId="1432581921" sldId="2596"/>
        </pc:sldMkLst>
        <pc:spChg chg="mod">
          <ac:chgData name="Owais Ahmed" userId="6abc7d4556b3b071" providerId="LiveId" clId="{D0A51F83-B713-4A4D-8105-C75936B8E1D2}" dt="2026-06-13T14:15:17.894" v="24074" actId="20577"/>
          <ac:spMkLst>
            <pc:docMk/>
            <pc:sldMk cId="1432581921" sldId="2596"/>
            <ac:spMk id="3" creationId="{07A39C35-3F47-64F6-368E-86BF5ECB0A4B}"/>
          </ac:spMkLst>
        </pc:spChg>
        <pc:spChg chg="mod">
          <ac:chgData name="Owais Ahmed" userId="6abc7d4556b3b071" providerId="LiveId" clId="{D0A51F83-B713-4A4D-8105-C75936B8E1D2}" dt="2026-06-13T14:06:40.957" v="23599" actId="20577"/>
          <ac:spMkLst>
            <pc:docMk/>
            <pc:sldMk cId="1432581921" sldId="2596"/>
            <ac:spMk id="215" creationId="{6A2089C3-A76E-672E-18CE-4887D8460857}"/>
          </ac:spMkLst>
        </pc:spChg>
        <pc:picChg chg="mod modCrop">
          <ac:chgData name="Owais Ahmed" userId="6abc7d4556b3b071" providerId="LiveId" clId="{D0A51F83-B713-4A4D-8105-C75936B8E1D2}" dt="2026-06-13T14:10:56.009" v="23785" actId="1076"/>
          <ac:picMkLst>
            <pc:docMk/>
            <pc:sldMk cId="1432581921" sldId="2596"/>
            <ac:picMk id="4" creationId="{938894C2-4C92-426C-FA75-C2D542BEBF92}"/>
          </ac:picMkLst>
        </pc:picChg>
        <pc:picChg chg="del">
          <ac:chgData name="Owais Ahmed" userId="6abc7d4556b3b071" providerId="LiveId" clId="{D0A51F83-B713-4A4D-8105-C75936B8E1D2}" dt="2026-06-13T14:06:42.941" v="23600" actId="478"/>
          <ac:picMkLst>
            <pc:docMk/>
            <pc:sldMk cId="1432581921" sldId="2596"/>
            <ac:picMk id="5" creationId="{26AC8BF0-E7F2-1FFC-9BF0-471E26743776}"/>
          </ac:picMkLst>
        </pc:picChg>
      </pc:sldChg>
      <pc:sldChg chg="delSp modSp add mod modAnim">
        <pc:chgData name="Owais Ahmed" userId="6abc7d4556b3b071" providerId="LiveId" clId="{D0A51F83-B713-4A4D-8105-C75936B8E1D2}" dt="2026-06-14T10:50:00.803" v="24451"/>
        <pc:sldMkLst>
          <pc:docMk/>
          <pc:sldMk cId="3057291526" sldId="2597"/>
        </pc:sldMkLst>
        <pc:spChg chg="mod">
          <ac:chgData name="Owais Ahmed" userId="6abc7d4556b3b071" providerId="LiveId" clId="{D0A51F83-B713-4A4D-8105-C75936B8E1D2}" dt="2026-06-13T14:22:17.226" v="24433" actId="20577"/>
          <ac:spMkLst>
            <pc:docMk/>
            <pc:sldMk cId="3057291526" sldId="2597"/>
            <ac:spMk id="3" creationId="{82969437-C800-109B-33AE-4502488F8BA9}"/>
          </ac:spMkLst>
        </pc:spChg>
        <pc:spChg chg="mod">
          <ac:chgData name="Owais Ahmed" userId="6abc7d4556b3b071" providerId="LiveId" clId="{D0A51F83-B713-4A4D-8105-C75936B8E1D2}" dt="2026-06-13T14:16:31.070" v="24087" actId="20577"/>
          <ac:spMkLst>
            <pc:docMk/>
            <pc:sldMk cId="3057291526" sldId="2597"/>
            <ac:spMk id="215" creationId="{CD0B6207-345A-8464-5910-FC92B5CC9B2F}"/>
          </ac:spMkLst>
        </pc:spChg>
        <pc:picChg chg="del">
          <ac:chgData name="Owais Ahmed" userId="6abc7d4556b3b071" providerId="LiveId" clId="{D0A51F83-B713-4A4D-8105-C75936B8E1D2}" dt="2026-06-13T14:16:32.486" v="24088" actId="478"/>
          <ac:picMkLst>
            <pc:docMk/>
            <pc:sldMk cId="3057291526" sldId="2597"/>
            <ac:picMk id="4" creationId="{A762174B-B9E3-4C3F-4E0E-2069AC4FD5C6}"/>
          </ac:picMkLst>
        </pc:picChg>
        <pc:picChg chg="mod modCrop">
          <ac:chgData name="Owais Ahmed" userId="6abc7d4556b3b071" providerId="LiveId" clId="{D0A51F83-B713-4A4D-8105-C75936B8E1D2}" dt="2026-06-13T14:19:22.435" v="24146" actId="1076"/>
          <ac:picMkLst>
            <pc:docMk/>
            <pc:sldMk cId="3057291526" sldId="2597"/>
            <ac:picMk id="5" creationId="{A344A817-3ED3-1B6D-E966-80A3CE633D6A}"/>
          </ac:picMkLst>
        </pc:picChg>
      </pc:sldChg>
      <pc:sldChg chg="add del">
        <pc:chgData name="Owais Ahmed" userId="6abc7d4556b3b071" providerId="LiveId" clId="{D0A51F83-B713-4A4D-8105-C75936B8E1D2}" dt="2026-06-13T14:25:01.498" v="24449" actId="47"/>
        <pc:sldMkLst>
          <pc:docMk/>
          <pc:sldMk cId="371178505" sldId="2598"/>
        </pc:sldMkLst>
      </pc:sldChg>
      <pc:sldChg chg="modSp add mod ord modAnim">
        <pc:chgData name="Owais Ahmed" userId="6abc7d4556b3b071" providerId="LiveId" clId="{D0A51F83-B713-4A4D-8105-C75936B8E1D2}" dt="2026-06-14T11:34:34.483" v="24826" actId="20577"/>
        <pc:sldMkLst>
          <pc:docMk/>
          <pc:sldMk cId="569841902" sldId="2598"/>
        </pc:sldMkLst>
        <pc:spChg chg="mod">
          <ac:chgData name="Owais Ahmed" userId="6abc7d4556b3b071" providerId="LiveId" clId="{D0A51F83-B713-4A4D-8105-C75936B8E1D2}" dt="2026-06-14T11:34:34.483" v="24826" actId="20577"/>
          <ac:spMkLst>
            <pc:docMk/>
            <pc:sldMk cId="569841902" sldId="2598"/>
            <ac:spMk id="3" creationId="{A2E06553-92AD-939F-D3A0-4948D72DD9E0}"/>
          </ac:spMkLst>
        </pc:spChg>
        <pc:spChg chg="mod">
          <ac:chgData name="Owais Ahmed" userId="6abc7d4556b3b071" providerId="LiveId" clId="{D0A51F83-B713-4A4D-8105-C75936B8E1D2}" dt="2026-06-14T10:50:40.793" v="24520" actId="20577"/>
          <ac:spMkLst>
            <pc:docMk/>
            <pc:sldMk cId="569841902" sldId="2598"/>
            <ac:spMk id="215" creationId="{25E36066-4EE3-161D-A07F-51C673E1406C}"/>
          </ac:spMkLst>
        </pc:spChg>
      </pc:sldChg>
      <pc:sldChg chg="modSp add mod modAnim">
        <pc:chgData name="Owais Ahmed" userId="6abc7d4556b3b071" providerId="LiveId" clId="{D0A51F83-B713-4A4D-8105-C75936B8E1D2}" dt="2026-06-14T11:38:38.253" v="25052" actId="20577"/>
        <pc:sldMkLst>
          <pc:docMk/>
          <pc:sldMk cId="1623117943" sldId="2599"/>
        </pc:sldMkLst>
        <pc:spChg chg="mod">
          <ac:chgData name="Owais Ahmed" userId="6abc7d4556b3b071" providerId="LiveId" clId="{D0A51F83-B713-4A4D-8105-C75936B8E1D2}" dt="2026-06-14T11:38:38.253" v="25052" actId="20577"/>
          <ac:spMkLst>
            <pc:docMk/>
            <pc:sldMk cId="1623117943" sldId="2599"/>
            <ac:spMk id="3" creationId="{ED889BFE-09D4-9315-B823-8D0B8CCBD537}"/>
          </ac:spMkLst>
        </pc:spChg>
      </pc:sldChg>
      <pc:sldChg chg="modSp add mod modAnim">
        <pc:chgData name="Owais Ahmed" userId="6abc7d4556b3b071" providerId="LiveId" clId="{D0A51F83-B713-4A4D-8105-C75936B8E1D2}" dt="2026-06-14T11:43:21.609" v="25473" actId="27636"/>
        <pc:sldMkLst>
          <pc:docMk/>
          <pc:sldMk cId="4258458868" sldId="2600"/>
        </pc:sldMkLst>
        <pc:spChg chg="mod">
          <ac:chgData name="Owais Ahmed" userId="6abc7d4556b3b071" providerId="LiveId" clId="{D0A51F83-B713-4A4D-8105-C75936B8E1D2}" dt="2026-06-14T11:43:21.609" v="25473" actId="27636"/>
          <ac:spMkLst>
            <pc:docMk/>
            <pc:sldMk cId="4258458868" sldId="2600"/>
            <ac:spMk id="3" creationId="{E0C51182-7E67-855C-D69E-B7134329A7BE}"/>
          </ac:spMkLst>
        </pc:spChg>
      </pc:sldChg>
      <pc:sldChg chg="modSp add mod modAnim">
        <pc:chgData name="Owais Ahmed" userId="6abc7d4556b3b071" providerId="LiveId" clId="{D0A51F83-B713-4A4D-8105-C75936B8E1D2}" dt="2026-06-14T12:10:19.916" v="25828" actId="20577"/>
        <pc:sldMkLst>
          <pc:docMk/>
          <pc:sldMk cId="3150792009" sldId="2601"/>
        </pc:sldMkLst>
        <pc:spChg chg="mod">
          <ac:chgData name="Owais Ahmed" userId="6abc7d4556b3b071" providerId="LiveId" clId="{D0A51F83-B713-4A4D-8105-C75936B8E1D2}" dt="2026-06-14T12:10:19.916" v="25828" actId="20577"/>
          <ac:spMkLst>
            <pc:docMk/>
            <pc:sldMk cId="3150792009" sldId="2601"/>
            <ac:spMk id="3" creationId="{0138F312-64DD-346C-CB8F-EF8E1AD34444}"/>
          </ac:spMkLst>
        </pc:spChg>
      </pc:sldChg>
      <pc:sldChg chg="modSp add mod ord modAnim modNotesTx">
        <pc:chgData name="Owais Ahmed" userId="6abc7d4556b3b071" providerId="LiveId" clId="{D0A51F83-B713-4A4D-8105-C75936B8E1D2}" dt="2026-06-14T12:13:56.884" v="26088"/>
        <pc:sldMkLst>
          <pc:docMk/>
          <pc:sldMk cId="1432224763" sldId="2602"/>
        </pc:sldMkLst>
        <pc:spChg chg="mod">
          <ac:chgData name="Owais Ahmed" userId="6abc7d4556b3b071" providerId="LiveId" clId="{D0A51F83-B713-4A4D-8105-C75936B8E1D2}" dt="2026-06-14T12:13:56.884" v="26088"/>
          <ac:spMkLst>
            <pc:docMk/>
            <pc:sldMk cId="1432224763" sldId="2602"/>
            <ac:spMk id="3" creationId="{690E7C8A-518C-BA03-CBA5-E10BAEEC825F}"/>
          </ac:spMkLst>
        </pc:spChg>
        <pc:spChg chg="mod">
          <ac:chgData name="Owais Ahmed" userId="6abc7d4556b3b071" providerId="LiveId" clId="{D0A51F83-B713-4A4D-8105-C75936B8E1D2}" dt="2026-06-14T12:11:45.612" v="25892" actId="20577"/>
          <ac:spMkLst>
            <pc:docMk/>
            <pc:sldMk cId="1432224763" sldId="2602"/>
            <ac:spMk id="215" creationId="{539F5222-EDF2-917B-FACF-23690C3BA8FF}"/>
          </ac:spMkLst>
        </pc:spChg>
      </pc:sldChg>
      <pc:sldChg chg="modSp add mod modAnim">
        <pc:chgData name="Owais Ahmed" userId="6abc7d4556b3b071" providerId="LiveId" clId="{D0A51F83-B713-4A4D-8105-C75936B8E1D2}" dt="2026-06-14T12:15:44.312" v="26158" actId="20577"/>
        <pc:sldMkLst>
          <pc:docMk/>
          <pc:sldMk cId="462287895" sldId="2603"/>
        </pc:sldMkLst>
        <pc:spChg chg="mod">
          <ac:chgData name="Owais Ahmed" userId="6abc7d4556b3b071" providerId="LiveId" clId="{D0A51F83-B713-4A4D-8105-C75936B8E1D2}" dt="2026-06-14T12:15:44.312" v="26158" actId="20577"/>
          <ac:spMkLst>
            <pc:docMk/>
            <pc:sldMk cId="462287895" sldId="2603"/>
            <ac:spMk id="3" creationId="{C84DE68E-82B5-AC8D-4D88-2775138C6E5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AAE1-3574-1825-3080-E2EF8C6D0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FD5C8-1242-B4D6-D51A-01A2384C5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E1CFA2-8200-EA8F-2C5D-D82B2666F1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184F9-5918-FC6D-0882-5E71C62A5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0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95886-4A25-AEF0-F88A-8D23F78C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5FD4B-0537-1424-0A19-8DE14C29B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79CB0-8DC4-B7CE-65F2-DB327D3D6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3E086-D1A3-93A3-62F5-EC5FD863B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40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1234-7540-3853-9CD9-A2098BEFB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2263F5-09CA-6A60-E30E-7F79502B5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82C2B-E5B1-6687-4647-EE611C691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5DBA1-76C7-5DFD-FE90-6BC2C79983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37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89089-089B-FF28-766C-EF913609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AD3BEE-85C1-EA30-B822-84C4694D5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33F52-46F7-BA43-0870-BB3D16D01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82201-7109-F752-85DF-F7D055C9A6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ACC5-1F26-1748-6696-D1C60980B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74A43-4EAD-3470-1FBD-6D411FC00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49DB2-7767-5F0F-755F-55371DDF1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0BD76-F0A4-9F1A-7714-E97DA7EC1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98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C7072-CEBF-1480-45F2-C91BEC8F4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5F095-195B-6DC5-BB28-6A6E901A3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F22F11-51AB-63A0-4D11-EC8ACACEE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F8918-0070-834A-BF75-73CC9986CD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87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FF648-D4CC-E1B4-59FC-78D9728D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7A2D14-8ECA-D96B-2CDB-B59069767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707DC-38FF-F488-8FF1-8E75B5329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6EECB-1D53-1412-7165-13E872333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55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F8B6-138C-6AFF-3F62-D9829A7D8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8EAD6-2304-A15E-5830-23C7C2444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CE5B1-ED2C-A06A-AC26-73EADD77E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C6A2D-B72C-9F38-3BDD-6B09BE84D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23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454CD-629F-FE87-8DB4-ED24C10C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59C9C-50F8-24DB-C7DD-0D5B410AE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F4061-E848-7BE2-3822-FFBFA4712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/>
              <a:t>Microservices solve problems for very large projects, not MVPs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4C0E1-78DD-22FB-6B8A-781520D0C3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68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9CF2-0F02-72B1-4646-100358CE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50980-B28C-F1C2-0F9C-70E33372D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09C980-AE66-9EE4-AEF1-D4C4604CC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14B7F-17C4-6603-B038-E615372DDE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560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39843-2A1C-0544-57AC-A51C32A24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F850E8-DB99-739C-DB63-8B403C42E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050FC2-1D5D-DB01-28A8-56DEF153C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680B0-B68A-671E-A804-3BA3A8A319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748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FC74-ACF1-D410-2AE6-87CB3A049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F283E-0C51-3CE6-A9B5-0E8F84EED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603A4-D13D-B2CF-FAD0-3BA4901D2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A90D8-AAEC-162D-2C96-FE28306AAC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18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GB"/>
              <a:t>What?</a:t>
            </a:r>
          </a:p>
          <a:p>
            <a:r>
              <a:rPr lang="en-GB"/>
              <a:t>SOLID Principles</a:t>
            </a:r>
          </a:p>
          <a:p>
            <a:r>
              <a:rPr lang="en-GB"/>
              <a:t>Monolithic Architecture</a:t>
            </a:r>
          </a:p>
          <a:p>
            <a:r>
              <a:rPr lang="en-GB"/>
              <a:t>Microservice Architecture</a:t>
            </a:r>
          </a:p>
          <a:p>
            <a:r>
              <a:rPr lang="en-GB"/>
              <a:t>Serverless Architecture</a:t>
            </a:r>
          </a:p>
          <a:p>
            <a:r>
              <a:rPr lang="en-GB"/>
              <a:t>Which one suits </a:t>
            </a:r>
            <a:r>
              <a:rPr lang="en-GB" err="1"/>
              <a:t>PakWheels</a:t>
            </a:r>
            <a:r>
              <a:rPr lang="en-GB"/>
              <a:t>?</a:t>
            </a:r>
          </a:p>
          <a:p>
            <a:r>
              <a:rPr lang="en-GB"/>
              <a:t>More Architectures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B3EC-A25E-EBB0-7895-276BA81D0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B00956D-D11A-81E2-F8AD-F1EFCF92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3660AB9-D357-E293-3E0C-2676AA80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0A7BEA9-FA6E-1666-96A1-2C2E6EBD1D3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What?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EACD1E4-F0A7-019B-C1BD-93DC2ADF2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FC281C1-16E7-EEE7-BFCE-0AA8FF6AE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B7842-797A-25DB-6947-0B023E7CC8A3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Software Architecture: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Blueprint of a system that defines its structure, components, relationships, and communication patterns.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Guides developers in building scalable and maintainable software applications.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Organizes system components and aligns them with business goals.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Ensures quality attributes like performance, scalability, security, and maintainability are met.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Versus Software Design: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Architecture tells high-level structure, while Design is about detailed implementation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Architecture affects entire system, where Design affects Individual components</a:t>
            </a:r>
          </a:p>
        </p:txBody>
      </p:sp>
    </p:spTree>
    <p:extLst>
      <p:ext uri="{BB962C8B-B14F-4D97-AF65-F5344CB8AC3E}">
        <p14:creationId xmlns:p14="http://schemas.microsoft.com/office/powerpoint/2010/main" val="145582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6C5A5-41A2-0175-E636-5100D544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ACE4DF-6E3D-1C84-8C29-E22BC09B9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27CD1C7-334F-8E60-5E73-933275B3B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C480509-FB7C-A9AC-EF0E-9A110951F5D2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 Principles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A1F3EF9-05ED-D878-283D-CFC7B6B5B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70623C3-123E-8E31-6007-D0BE7FA0C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71538-3039-166E-FB77-ED13F773263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b="1"/>
              <a:t>S</a:t>
            </a:r>
            <a:r>
              <a:rPr lang="en-GB" sz="3600"/>
              <a:t>ingle Responsibility: Each module has only one purpose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b="1"/>
              <a:t>O</a:t>
            </a:r>
            <a:r>
              <a:rPr lang="en-GB" sz="3600"/>
              <a:t>pen-Closed: Modules are extendable without modifying existing code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b="1" err="1"/>
              <a:t>L</a:t>
            </a:r>
            <a:r>
              <a:rPr lang="en-GB" sz="3600" err="1"/>
              <a:t>iskov</a:t>
            </a:r>
            <a:r>
              <a:rPr lang="en-GB" sz="3600"/>
              <a:t> Substitution: Components can be replaced without breaking functionality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b="1"/>
              <a:t>I</a:t>
            </a:r>
            <a:r>
              <a:rPr lang="en-GB" sz="3600"/>
              <a:t>nterface Segregation: Avoid redundant or large interfaces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 b="1"/>
              <a:t>D</a:t>
            </a:r>
            <a:r>
              <a:rPr lang="en-GB" sz="3600"/>
              <a:t>ependency Inversion: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High-level modules should not depend on low-level modules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Abstractions should not depend on details, but other way round</a:t>
            </a: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346510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9122A-DC43-41D3-22F7-0A8C4B50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5C51485-E8A1-F558-D74D-FCE141A1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0D2C427-BC66-98BD-22ED-1E2AED8A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8862589-41EE-BB9A-D865-36FBF3367A7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Monolithic Architecture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378FBF9-3C89-EA02-E647-BB8D73BC1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A5D99D2-E186-79EA-081D-05C660BD0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54741-4501-5AFF-ED7C-D3196A4BBD5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In Monolithic Architecture, everything lives on a single application layer.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Advantages: </a:t>
            </a:r>
            <a:r>
              <a:rPr lang="en-GB" sz="3400"/>
              <a:t>Simple; Faster development; Easier debugging; Single deployment; Low infrastructure cost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Disadvantages: Difficult to scale; Tightly coupled; Redeployment for every change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Still very popular and top choice for small systems.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Examples: Early Facebook, Amazon and most startups (and of course, university projects)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B4D9A-CF1E-2C71-D9AA-30AA498CC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88"/>
          <a:stretch>
            <a:fillRect/>
          </a:stretch>
        </p:blipFill>
        <p:spPr>
          <a:xfrm>
            <a:off x="6086274" y="1757186"/>
            <a:ext cx="6167313" cy="443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1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79408-4CBF-EBDA-2576-6A735028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57E5AA-6956-C0FF-D936-8397BC51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9890272-59C0-54E7-7AB1-7E0356039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928F7CA-9FFF-B174-27D5-58F7F21AF02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Monolithic Architecture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578BAB6-D462-A357-620C-B83103D74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39048B8-0D93-CD9E-A212-023FCC574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5F84-5D3C-FD1E-AB61-E50FB49A178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Modular Monolithic: still one application, but divided into modules internally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Advantages: </a:t>
            </a:r>
            <a:r>
              <a:rPr lang="en-GB" sz="3400"/>
              <a:t>Better maintainability; Easy testing; Can evolve into Microservices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Disadvantages: Undertrained developers can violate boundaries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Best for small teams (&lt;20 Devs) and MVP development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Examples: GitLab, Shopify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C770EA-DBB4-3334-3EBA-F110C1223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313" t="2754" b="1713"/>
          <a:stretch>
            <a:fillRect/>
          </a:stretch>
        </p:blipFill>
        <p:spPr>
          <a:xfrm>
            <a:off x="7194820" y="1530748"/>
            <a:ext cx="4162027" cy="488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52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A5069-8471-3C58-9F63-37E53368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5AF0088-5222-99C8-020A-C60DC18D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D55FA2B-5044-8E95-04EF-B951EACB2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A2089C3-A76E-672E-18CE-4887D846085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Microservice Architecture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DAB9AAC-0703-678F-9771-6D3B6C827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F3E434E-FF06-7056-72AF-F92C00D8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9C35-3F47-64F6-368E-86BF5ECB0A4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In Microservice Architecture, </a:t>
            </a:r>
            <a:r>
              <a:rPr lang="en-PK" sz="3600"/>
              <a:t>Each module becomes an independent service</a:t>
            </a:r>
            <a:r>
              <a:rPr lang="en-US" sz="3600"/>
              <a:t> and may have its own database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/>
              <a:t>Advantages: Independent deployment; Independent scaling; Independent development; Fault isolation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sz="3600"/>
              <a:t>Disadvantages: </a:t>
            </a:r>
            <a:r>
              <a:rPr lang="en-GB" sz="3600"/>
              <a:t>Very complex; Network dependent; Monitoring complexity; DevOps effort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Best for: medium to large teams; highly complex systems; scalable systems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Examples: Amazon, Netflix, Uber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8894C2-4C92-426C-FA75-C2D542BEBF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24" t="5200" r="7213" b="12929"/>
          <a:stretch>
            <a:fillRect/>
          </a:stretch>
        </p:blipFill>
        <p:spPr>
          <a:xfrm>
            <a:off x="6087783" y="1371600"/>
            <a:ext cx="5283533" cy="504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8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66B3E-7F15-1BE5-39A2-77CB6CD90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E399056-2722-F698-F528-D45383FB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3E2AAF5-504D-1692-0E02-9EEACE77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D0B6207-345A-8464-5910-FC92B5CC9B2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Serverless Architecture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FE9C37F-2CFA-5FD2-6A1B-A3FC5A154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09F1D31-79D2-40C0-C5B9-CC8FB3A9D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69437-C800-109B-33AE-4502488F8BA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467657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Application logic runs as Cloud functions, therefore no permanent server management required.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Advantages: Automatic scaling; pay as needed; negligible infrastructure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Disadvantages: Hard to debug; No local deployment; Stuck with cloud vendor; Complex workflows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Best for Infrequent traffic and Background processing</a:t>
            </a:r>
            <a:endParaRPr lang="en-US" sz="36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44A817-3ED3-1B6D-E966-80A3CE633D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59" t="1889" r="8680" b="3141"/>
          <a:stretch>
            <a:fillRect/>
          </a:stretch>
        </p:blipFill>
        <p:spPr>
          <a:xfrm>
            <a:off x="5688041" y="1449485"/>
            <a:ext cx="6503959" cy="497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9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57E1-B12C-210F-E10E-8FB9BE28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9B6442E-904E-EB8E-E472-1E23E1B29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68693FB-2B5A-44F4-8E16-D3C22FBAA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5E36066-4EE3-161D-A07F-51C673E1406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Which one suits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559B47E-0CE7-B487-C82B-DEE00BCF5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2969808-F5F5-81D5-93B8-AB6BFEEEC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06553-92AD-939F-D3A0-4948D72DD9E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Monolithic?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NO… because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It places all functionality into one application without clear domain boundaries.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As the marketplace grows, features become entangled due to tight coupling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For example: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Orders need Inventory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Inventory needs Products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Products need Vendors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Vendors need Orders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Over time, dependencies become difficult to manage</a:t>
            </a:r>
          </a:p>
        </p:txBody>
      </p:sp>
    </p:spTree>
    <p:extLst>
      <p:ext uri="{BB962C8B-B14F-4D97-AF65-F5344CB8AC3E}">
        <p14:creationId xmlns:p14="http://schemas.microsoft.com/office/powerpoint/2010/main" val="56984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C26FA-F090-77E6-ACA0-64D57B470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D65C8AC-4A51-A2C1-2FBC-916458171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1721E41-B142-846C-F3B7-AF4BD986A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04E0A60-4446-308E-B3E5-936C7817141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Which one suits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1831AF2-CAC6-5D6B-C631-64C0B1F67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9AFB533-95DF-8993-6206-7C706814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89BFE-09D4-9315-B823-8D0B8CCBD53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Serverless?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NO… because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Serverless works best when workloads are: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Event-driven, loosely connected or have highly variable traffic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Like in Image processing, mass Emailing or Scheduled jobs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For </a:t>
            </a:r>
            <a:r>
              <a:rPr lang="en-GB" sz="3600" err="1"/>
              <a:t>PakWheels</a:t>
            </a:r>
            <a:r>
              <a:rPr lang="en-GB" sz="3600"/>
              <a:t>, workflows are transactional, e.g.: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Checkout </a:t>
            </a:r>
            <a:r>
              <a:rPr lang="en-GB" sz="3400">
                <a:sym typeface="Wingdings" panose="05000000000000000000" pitchFamily="2" charset="2"/>
              </a:rPr>
              <a:t> Create order  Create Shipment  Send Notifications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>
                <a:sym typeface="Wingdings" panose="05000000000000000000" pitchFamily="2" charset="2"/>
              </a:rPr>
              <a:t>Also, the project is a relatively small and feasibility report emphasizes simplicity, and a small team building MVP.</a:t>
            </a:r>
            <a:endParaRPr lang="en-GB" sz="3600"/>
          </a:p>
        </p:txBody>
      </p:sp>
    </p:spTree>
    <p:extLst>
      <p:ext uri="{BB962C8B-B14F-4D97-AF65-F5344CB8AC3E}">
        <p14:creationId xmlns:p14="http://schemas.microsoft.com/office/powerpoint/2010/main" val="162311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9875-B110-16B5-630E-945C34CC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62714E-07CC-6A8C-A772-D17E643E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EE176F4B-A0CC-C868-7452-165B32959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A733F2F-44BA-29D6-E086-024FDD9440F8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Which one suits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5D2595B-9780-0510-06A6-B7F00EECD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A6C21E1-A289-7A23-401C-820641CB2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1182-7E67-855C-D69E-B7134329A7B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Microservices?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NO… (or at least not initially) because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Microservices split the system into independently services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service typically owns its own database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For example: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Microservice 1: Catalogue, Order, Inventory and Vendor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Microservice 2: Database interfacing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Microservice 3: Courier API integration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Microservice 4: Front-end web application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Microservice 5: Reporting and monitoring system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This is an overkill for </a:t>
            </a:r>
            <a:r>
              <a:rPr lang="en-GB" sz="3600" err="1"/>
              <a:t>PakWheels</a:t>
            </a:r>
            <a:r>
              <a:rPr lang="en-GB" sz="3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845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920F-DAE5-FCE8-92CF-0385A965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1348E26-A684-E45E-2B44-08B133857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7C9D661-6932-34AF-33B4-B9F119D4C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C21AE2B-2907-6CF2-D684-21812B563D3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Which one suits </a:t>
            </a:r>
            <a:r>
              <a:rPr lang="en-US" sz="320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?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5AAC405-B8EE-44B0-FDA1-5378FFCCC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48ADA17F-FEB6-3A67-4B99-C6FE4559C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8F312-64DD-346C-CB8F-EF8E1AD3444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2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Modular Monolithic?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YES… because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Simplicity of a monolith + maintainability of well-defined domain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catalogue/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order/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…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admin/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domain has its own layers: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catalogue/model/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catalogue/repository/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catalogue/service/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catalogue/controller/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Single codebase means: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Faster development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Easier testing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Low operation cost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Possibility to migrate to Microservice architecture</a:t>
            </a:r>
          </a:p>
        </p:txBody>
      </p:sp>
    </p:spTree>
    <p:extLst>
      <p:ext uri="{BB962C8B-B14F-4D97-AF65-F5344CB8AC3E}">
        <p14:creationId xmlns:p14="http://schemas.microsoft.com/office/powerpoint/2010/main" val="315079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99867-A706-4B96-3CA4-0E1D3E4C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A1770B5-C464-C3EA-E9BA-BE3CEDEA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A7A208A-D920-EF43-DC9C-07347DB2B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9F5222-EDF2-917B-FACF-23690C3BA8F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More Architectures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111A4F1-B6EB-0306-D2BD-97C2FFDC4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3155736-941E-674E-8825-27D943C8E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E7C8A-518C-BA03-CBA5-E10BAEEC825F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Layered (Tiered) Architecture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Event-driven Architecture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Service-based Architecture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Model-View-Controller (MVC) pattern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Peer-to-Peer Architecture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Microkernel Architecture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Master-slave Architecture</a:t>
            </a:r>
          </a:p>
        </p:txBody>
      </p:sp>
    </p:spTree>
    <p:extLst>
      <p:ext uri="{BB962C8B-B14F-4D97-AF65-F5344CB8AC3E}">
        <p14:creationId xmlns:p14="http://schemas.microsoft.com/office/powerpoint/2010/main" val="143222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7919-7BBB-C193-E7AF-80FF531A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B937BC8-9860-7DD6-C86E-FCE4298F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944F9CA-C86C-3448-BAB1-8990BEC09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D1550F0C-5337-FB1C-8B97-A059741ADAE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More Architectures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048CE5E1-59EF-AA53-EB6E-9068E4E59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FB8828E-1627-2873-2765-0A912F406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DE68E-82B5-AC8D-4D88-2775138C6E5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600"/>
              <a:t>Modern adoptions: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400"/>
              <a:t>REST</a:t>
            </a:r>
            <a:r>
              <a:rPr lang="en-GB" sz="3200"/>
              <a:t> Architecture</a:t>
            </a: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 err="1"/>
              <a:t>GraphQL</a:t>
            </a:r>
            <a:endParaRPr lang="en-GB" sz="3200"/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sz="3200"/>
              <a:t>Hybrid Architectures</a:t>
            </a:r>
            <a:endParaRPr lang="en-GB" sz="3400"/>
          </a:p>
        </p:txBody>
      </p:sp>
    </p:spTree>
    <p:extLst>
      <p:ext uri="{BB962C8B-B14F-4D97-AF65-F5344CB8AC3E}">
        <p14:creationId xmlns:p14="http://schemas.microsoft.com/office/powerpoint/2010/main" val="46228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15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revision>1</cp:revision>
  <dcterms:created xsi:type="dcterms:W3CDTF">2022-11-22T20:08:03Z</dcterms:created>
  <dcterms:modified xsi:type="dcterms:W3CDTF">2026-06-14T14:09:58Z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