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03" r:id="rId5"/>
    <p:sldId id="2462" r:id="rId6"/>
    <p:sldId id="2598" r:id="rId7"/>
    <p:sldId id="2606" r:id="rId8"/>
    <p:sldId id="2618" r:id="rId9"/>
    <p:sldId id="2619" r:id="rId10"/>
    <p:sldId id="2605" r:id="rId11"/>
    <p:sldId id="2601" r:id="rId12"/>
    <p:sldId id="2600" r:id="rId13"/>
    <p:sldId id="2608" r:id="rId14"/>
    <p:sldId id="2607" r:id="rId15"/>
    <p:sldId id="2609" r:id="rId16"/>
    <p:sldId id="2610" r:id="rId17"/>
    <p:sldId id="2611" r:id="rId18"/>
    <p:sldId id="2612" r:id="rId19"/>
    <p:sldId id="2613" r:id="rId20"/>
    <p:sldId id="2602" r:id="rId21"/>
    <p:sldId id="2614" r:id="rId22"/>
    <p:sldId id="2615" r:id="rId23"/>
    <p:sldId id="2616" r:id="rId24"/>
    <p:sldId id="2617" r:id="rId25"/>
    <p:sldId id="2620" r:id="rId26"/>
    <p:sldId id="2621" r:id="rId27"/>
    <p:sldId id="2622" r:id="rId28"/>
    <p:sldId id="2623" r:id="rId29"/>
    <p:sldId id="243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98"/>
            <p14:sldId id="2606"/>
            <p14:sldId id="2618"/>
            <p14:sldId id="2619"/>
            <p14:sldId id="2605"/>
            <p14:sldId id="2601"/>
            <p14:sldId id="2600"/>
            <p14:sldId id="2608"/>
            <p14:sldId id="2607"/>
            <p14:sldId id="2609"/>
            <p14:sldId id="2610"/>
            <p14:sldId id="2611"/>
            <p14:sldId id="2612"/>
            <p14:sldId id="2613"/>
            <p14:sldId id="2602"/>
            <p14:sldId id="2614"/>
            <p14:sldId id="2615"/>
            <p14:sldId id="2616"/>
            <p14:sldId id="2617"/>
            <p14:sldId id="2620"/>
            <p14:sldId id="2621"/>
            <p14:sldId id="2622"/>
            <p14:sldId id="2623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E0075-4A0F-9A44-9334-0A0F10808B3E}" v="443" dt="2026-04-18T05:16:02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7" autoAdjust="0"/>
    <p:restoredTop sz="92415"/>
  </p:normalViewPr>
  <p:slideViewPr>
    <p:cSldViewPr snapToGrid="0">
      <p:cViewPr varScale="1">
        <p:scale>
          <a:sx n="125" d="100"/>
          <a:sy n="125" d="100"/>
        </p:scale>
        <p:origin x="696" y="472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 modSection">
      <pc:chgData name="Owais Ahmed" userId="6abc7d4556b3b071" providerId="LiveId" clId="{641304C9-537E-56B8-9D3B-F295291B91EB}" dt="2026-04-18T05:16:02.481" v="13602" actId="20577"/>
      <pc:docMkLst>
        <pc:docMk/>
      </pc:docMkLst>
      <pc:sldChg chg="modSp mod">
        <pc:chgData name="Owais Ahmed" userId="6abc7d4556b3b071" providerId="LiveId" clId="{641304C9-537E-56B8-9D3B-F295291B91EB}" dt="2026-04-04T07:10:51.736" v="2800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4-04T07:10:51.736" v="280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 modNotesTx">
        <pc:chgData name="Owais Ahmed" userId="6abc7d4556b3b071" providerId="LiveId" clId="{641304C9-537E-56B8-9D3B-F295291B91EB}" dt="2026-04-11T07:22:44.003" v="11604" actId="14"/>
        <pc:sldMkLst>
          <pc:docMk/>
          <pc:sldMk cId="274298863" sldId="2598"/>
        </pc:sldMkLst>
        <pc:spChg chg="mod">
          <ac:chgData name="Owais Ahmed" userId="6abc7d4556b3b071" providerId="LiveId" clId="{641304C9-537E-56B8-9D3B-F295291B91EB}" dt="2026-04-11T07:22:44.003" v="11604" actId="14"/>
          <ac:spMkLst>
            <pc:docMk/>
            <pc:sldMk cId="274298863" sldId="2598"/>
            <ac:spMk id="4" creationId="{395B2131-B2D3-A04A-831B-430886404D90}"/>
          </ac:spMkLst>
        </pc:spChg>
        <pc:spChg chg="mod">
          <ac:chgData name="Owais Ahmed" userId="6abc7d4556b3b071" providerId="LiveId" clId="{641304C9-537E-56B8-9D3B-F295291B91EB}" dt="2026-04-11T07:16:11.059" v="11147" actId="20577"/>
          <ac:spMkLst>
            <pc:docMk/>
            <pc:sldMk cId="274298863" sldId="2598"/>
            <ac:spMk id="215" creationId="{DE8E354C-BA62-75BF-6CC3-60AF8B460B29}"/>
          </ac:spMkLst>
        </pc:spChg>
      </pc:sldChg>
      <pc:sldChg chg="modSp add mod modAnim modNotesTx">
        <pc:chgData name="Owais Ahmed" userId="6abc7d4556b3b071" providerId="LiveId" clId="{641304C9-537E-56B8-9D3B-F295291B91EB}" dt="2026-04-11T08:19:26.853" v="13081" actId="20577"/>
        <pc:sldMkLst>
          <pc:docMk/>
          <pc:sldMk cId="1667251857" sldId="2600"/>
        </pc:sldMkLst>
        <pc:spChg chg="mod">
          <ac:chgData name="Owais Ahmed" userId="6abc7d4556b3b071" providerId="LiveId" clId="{641304C9-537E-56B8-9D3B-F295291B91EB}" dt="2026-04-11T08:05:56.114" v="12640" actId="20577"/>
          <ac:spMkLst>
            <pc:docMk/>
            <pc:sldMk cId="1667251857" sldId="2600"/>
            <ac:spMk id="4" creationId="{3B7AF674-7A37-C7F3-13D2-D9AE309AD813}"/>
          </ac:spMkLst>
        </pc:spChg>
      </pc:sldChg>
      <pc:sldChg chg="addSp delSp modSp add mod delAnim modAnim modNotesTx">
        <pc:chgData name="Owais Ahmed" userId="6abc7d4556b3b071" providerId="LiveId" clId="{641304C9-537E-56B8-9D3B-F295291B91EB}" dt="2026-04-11T07:31:38.764" v="11998" actId="20577"/>
        <pc:sldMkLst>
          <pc:docMk/>
          <pc:sldMk cId="2542084597" sldId="2601"/>
        </pc:sldMkLst>
        <pc:spChg chg="add mod">
          <ac:chgData name="Owais Ahmed" userId="6abc7d4556b3b071" providerId="LiveId" clId="{641304C9-537E-56B8-9D3B-F295291B91EB}" dt="2026-04-11T07:30:10.566" v="11700"/>
          <ac:spMkLst>
            <pc:docMk/>
            <pc:sldMk cId="2542084597" sldId="2601"/>
            <ac:spMk id="7" creationId="{C4C756BE-9959-034B-7EF4-9F183BFC7720}"/>
          </ac:spMkLst>
        </pc:spChg>
      </pc:sldChg>
      <pc:sldChg chg="modSp add mod modAnim modNotesTx">
        <pc:chgData name="Owais Ahmed" userId="6abc7d4556b3b071" providerId="LiveId" clId="{641304C9-537E-56B8-9D3B-F295291B91EB}" dt="2026-04-11T08:19:22.634" v="13078" actId="20577"/>
        <pc:sldMkLst>
          <pc:docMk/>
          <pc:sldMk cId="3595633179" sldId="2602"/>
        </pc:sldMkLst>
        <pc:spChg chg="mod">
          <ac:chgData name="Owais Ahmed" userId="6abc7d4556b3b071" providerId="LiveId" clId="{641304C9-537E-56B8-9D3B-F295291B91EB}" dt="2026-04-11T08:10:56.955" v="12847" actId="15"/>
          <ac:spMkLst>
            <pc:docMk/>
            <pc:sldMk cId="3595633179" sldId="2602"/>
            <ac:spMk id="4" creationId="{376A65BE-2293-EC15-55C0-F87E83D7169B}"/>
          </ac:spMkLst>
        </pc:spChg>
        <pc:spChg chg="mod">
          <ac:chgData name="Owais Ahmed" userId="6abc7d4556b3b071" providerId="LiveId" clId="{641304C9-537E-56B8-9D3B-F295291B91EB}" dt="2026-04-11T08:06:37.828" v="12658" actId="20577"/>
          <ac:spMkLst>
            <pc:docMk/>
            <pc:sldMk cId="3595633179" sldId="2602"/>
            <ac:spMk id="215" creationId="{2E3CEB07-BB1B-B657-1ECD-B20193E6C96F}"/>
          </ac:spMkLst>
        </pc:spChg>
      </pc:sldChg>
      <pc:sldChg chg="modSp mod">
        <pc:chgData name="Owais Ahmed" userId="6abc7d4556b3b071" providerId="LiveId" clId="{641304C9-537E-56B8-9D3B-F295291B91EB}" dt="2026-04-18T05:08:29.435" v="13111" actId="14100"/>
        <pc:sldMkLst>
          <pc:docMk/>
          <pc:sldMk cId="794998715" sldId="2606"/>
        </pc:sldMkLst>
        <pc:graphicFrameChg chg="mod">
          <ac:chgData name="Owais Ahmed" userId="6abc7d4556b3b071" providerId="LiveId" clId="{641304C9-537E-56B8-9D3B-F295291B91EB}" dt="2026-04-18T05:08:29.435" v="13111" actId="14100"/>
          <ac:graphicFrameMkLst>
            <pc:docMk/>
            <pc:sldMk cId="794998715" sldId="2606"/>
            <ac:graphicFrameMk id="3" creationId="{190B2A97-542D-9346-30DC-122B4965E691}"/>
          </ac:graphicFrameMkLst>
        </pc:graphicFrameChg>
      </pc:sldChg>
      <pc:sldChg chg="modSp add mod ord modAnim">
        <pc:chgData name="Owais Ahmed" userId="6abc7d4556b3b071" providerId="LiveId" clId="{641304C9-537E-56B8-9D3B-F295291B91EB}" dt="2026-04-18T05:11:41.318" v="13303" actId="20577"/>
        <pc:sldMkLst>
          <pc:docMk/>
          <pc:sldMk cId="3134687776" sldId="2620"/>
        </pc:sldMkLst>
        <pc:spChg chg="mod">
          <ac:chgData name="Owais Ahmed" userId="6abc7d4556b3b071" providerId="LiveId" clId="{641304C9-537E-56B8-9D3B-F295291B91EB}" dt="2026-04-18T05:11:11.285" v="13291" actId="20577"/>
          <ac:spMkLst>
            <pc:docMk/>
            <pc:sldMk cId="3134687776" sldId="2620"/>
            <ac:spMk id="4" creationId="{19A0B532-E0E3-0D50-7D38-E860C491DCFC}"/>
          </ac:spMkLst>
        </pc:spChg>
        <pc:spChg chg="mod">
          <ac:chgData name="Owais Ahmed" userId="6abc7d4556b3b071" providerId="LiveId" clId="{641304C9-537E-56B8-9D3B-F295291B91EB}" dt="2026-04-18T05:10:06.352" v="13123" actId="20577"/>
          <ac:spMkLst>
            <pc:docMk/>
            <pc:sldMk cId="3134687776" sldId="2620"/>
            <ac:spMk id="215" creationId="{2EE272BE-08B6-9EB2-3659-2FA384A74640}"/>
          </ac:spMkLst>
        </pc:spChg>
        <pc:graphicFrameChg chg="modGraphic">
          <ac:chgData name="Owais Ahmed" userId="6abc7d4556b3b071" providerId="LiveId" clId="{641304C9-537E-56B8-9D3B-F295291B91EB}" dt="2026-04-18T05:11:41.318" v="13303" actId="20577"/>
          <ac:graphicFrameMkLst>
            <pc:docMk/>
            <pc:sldMk cId="3134687776" sldId="2620"/>
            <ac:graphicFrameMk id="3" creationId="{2846AD63-A6C4-29BD-5861-83D58748761C}"/>
          </ac:graphicFrameMkLst>
        </pc:graphicFrameChg>
      </pc:sldChg>
      <pc:sldChg chg="modSp add mod ord modAnim">
        <pc:chgData name="Owais Ahmed" userId="6abc7d4556b3b071" providerId="LiveId" clId="{641304C9-537E-56B8-9D3B-F295291B91EB}" dt="2026-04-18T05:12:57.664" v="13335" actId="20577"/>
        <pc:sldMkLst>
          <pc:docMk/>
          <pc:sldMk cId="1208657638" sldId="2621"/>
        </pc:sldMkLst>
        <pc:spChg chg="mod">
          <ac:chgData name="Owais Ahmed" userId="6abc7d4556b3b071" providerId="LiveId" clId="{641304C9-537E-56B8-9D3B-F295291B91EB}" dt="2026-04-18T05:12:16.756" v="13322" actId="20577"/>
          <ac:spMkLst>
            <pc:docMk/>
            <pc:sldMk cId="1208657638" sldId="2621"/>
            <ac:spMk id="4" creationId="{CD246E15-010D-B106-7ED7-DB5ADBC2B9BA}"/>
          </ac:spMkLst>
        </pc:spChg>
        <pc:spChg chg="mod">
          <ac:chgData name="Owais Ahmed" userId="6abc7d4556b3b071" providerId="LiveId" clId="{641304C9-537E-56B8-9D3B-F295291B91EB}" dt="2026-04-18T05:12:57.664" v="13335" actId="20577"/>
          <ac:spMkLst>
            <pc:docMk/>
            <pc:sldMk cId="1208657638" sldId="2621"/>
            <ac:spMk id="215" creationId="{E56AB235-6D74-93B1-BD58-2971D0682DE2}"/>
          </ac:spMkLst>
        </pc:spChg>
        <pc:graphicFrameChg chg="modGraphic">
          <ac:chgData name="Owais Ahmed" userId="6abc7d4556b3b071" providerId="LiveId" clId="{641304C9-537E-56B8-9D3B-F295291B91EB}" dt="2026-04-18T05:12:07.727" v="13308" actId="6549"/>
          <ac:graphicFrameMkLst>
            <pc:docMk/>
            <pc:sldMk cId="1208657638" sldId="2621"/>
            <ac:graphicFrameMk id="3" creationId="{10678517-9894-5F16-A248-76408CB30EB2}"/>
          </ac:graphicFrameMkLst>
        </pc:graphicFrameChg>
      </pc:sldChg>
      <pc:sldChg chg="modSp add ord modNotesTx">
        <pc:chgData name="Owais Ahmed" userId="6abc7d4556b3b071" providerId="LiveId" clId="{641304C9-537E-56B8-9D3B-F295291B91EB}" dt="2026-04-18T05:14:29.554" v="13449" actId="20577"/>
        <pc:sldMkLst>
          <pc:docMk/>
          <pc:sldMk cId="1418410889" sldId="2622"/>
        </pc:sldMkLst>
        <pc:spChg chg="mod">
          <ac:chgData name="Owais Ahmed" userId="6abc7d4556b3b071" providerId="LiveId" clId="{641304C9-537E-56B8-9D3B-F295291B91EB}" dt="2026-04-18T05:14:01.127" v="13416"/>
          <ac:spMkLst>
            <pc:docMk/>
            <pc:sldMk cId="1418410889" sldId="2622"/>
            <ac:spMk id="3" creationId="{B002C981-B72C-9D7C-9983-91CB20BE06FE}"/>
          </ac:spMkLst>
        </pc:spChg>
        <pc:spChg chg="mod">
          <ac:chgData name="Owais Ahmed" userId="6abc7d4556b3b071" providerId="LiveId" clId="{641304C9-537E-56B8-9D3B-F295291B91EB}" dt="2026-04-18T05:14:29.554" v="13449" actId="20577"/>
          <ac:spMkLst>
            <pc:docMk/>
            <pc:sldMk cId="1418410889" sldId="2622"/>
            <ac:spMk id="4" creationId="{6C96739A-B07F-49DD-3425-04629E084881}"/>
          </ac:spMkLst>
        </pc:spChg>
        <pc:spChg chg="mod">
          <ac:chgData name="Owais Ahmed" userId="6abc7d4556b3b071" providerId="LiveId" clId="{641304C9-537E-56B8-9D3B-F295291B91EB}" dt="2026-04-18T05:13:02.406" v="13336"/>
          <ac:spMkLst>
            <pc:docMk/>
            <pc:sldMk cId="1418410889" sldId="2622"/>
            <ac:spMk id="215" creationId="{11C12864-DCFA-FDD2-1BF2-73C801AE20D7}"/>
          </ac:spMkLst>
        </pc:spChg>
      </pc:sldChg>
      <pc:sldChg chg="delSp modSp add mod delAnim modAnim">
        <pc:chgData name="Owais Ahmed" userId="6abc7d4556b3b071" providerId="LiveId" clId="{641304C9-537E-56B8-9D3B-F295291B91EB}" dt="2026-04-18T05:16:02.481" v="13602" actId="20577"/>
        <pc:sldMkLst>
          <pc:docMk/>
          <pc:sldMk cId="3101101884" sldId="2623"/>
        </pc:sldMkLst>
        <pc:spChg chg="del">
          <ac:chgData name="Owais Ahmed" userId="6abc7d4556b3b071" providerId="LiveId" clId="{641304C9-537E-56B8-9D3B-F295291B91EB}" dt="2026-04-18T05:15:12.541" v="13451" actId="478"/>
          <ac:spMkLst>
            <pc:docMk/>
            <pc:sldMk cId="3101101884" sldId="2623"/>
            <ac:spMk id="3" creationId="{757D26FB-3F76-62D2-F277-B074885DC2B7}"/>
          </ac:spMkLst>
        </pc:spChg>
        <pc:spChg chg="mod">
          <ac:chgData name="Owais Ahmed" userId="6abc7d4556b3b071" providerId="LiveId" clId="{641304C9-537E-56B8-9D3B-F295291B91EB}" dt="2026-04-18T05:16:02.481" v="13602" actId="20577"/>
          <ac:spMkLst>
            <pc:docMk/>
            <pc:sldMk cId="3101101884" sldId="2623"/>
            <ac:spMk id="4" creationId="{A3F30D93-8AEC-2E30-3AAA-66CCCB782C44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4-16T11:48:29.340" v="31127" actId="20577"/>
      <pc:docMkLst>
        <pc:docMk/>
      </pc:docMkLst>
      <pc:sldChg chg="modSp mod">
        <pc:chgData name="Owais Ahmed" userId="6abc7d4556b3b071" providerId="LiveId" clId="{D0A51F83-B713-4A4D-8105-C75936B8E1D2}" dt="2026-04-16T11:39:10.970" v="30111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4-16T11:39:10.970" v="3011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0A51F83-B713-4A4D-8105-C75936B8E1D2}" dt="2026-04-14T12:24:26.265" v="24576" actId="6549"/>
        <pc:sldMkLst>
          <pc:docMk/>
          <pc:sldMk cId="274298863" sldId="2598"/>
        </pc:sldMkLst>
        <pc:spChg chg="mod">
          <ac:chgData name="Owais Ahmed" userId="6abc7d4556b3b071" providerId="LiveId" clId="{D0A51F83-B713-4A4D-8105-C75936B8E1D2}" dt="2026-04-14T12:24:26.265" v="24576" actId="6549"/>
          <ac:spMkLst>
            <pc:docMk/>
            <pc:sldMk cId="274298863" sldId="2598"/>
            <ac:spMk id="4" creationId="{395B2131-B2D3-A04A-831B-430886404D90}"/>
          </ac:spMkLst>
        </pc:spChg>
        <pc:spChg chg="mod">
          <ac:chgData name="Owais Ahmed" userId="6abc7d4556b3b071" providerId="LiveId" clId="{D0A51F83-B713-4A4D-8105-C75936B8E1D2}" dt="2026-04-14T12:15:23.248" v="24057" actId="20577"/>
          <ac:spMkLst>
            <pc:docMk/>
            <pc:sldMk cId="274298863" sldId="2598"/>
            <ac:spMk id="215" creationId="{DE8E354C-BA62-75BF-6CC3-60AF8B460B29}"/>
          </ac:spMkLst>
        </pc:spChg>
      </pc:sldChg>
      <pc:sldChg chg="modSp mod modAnim">
        <pc:chgData name="Owais Ahmed" userId="6abc7d4556b3b071" providerId="LiveId" clId="{D0A51F83-B713-4A4D-8105-C75936B8E1D2}" dt="2026-04-16T07:59:09.014" v="26117" actId="27636"/>
        <pc:sldMkLst>
          <pc:docMk/>
          <pc:sldMk cId="1667251857" sldId="2600"/>
        </pc:sldMkLst>
        <pc:spChg chg="mod">
          <ac:chgData name="Owais Ahmed" userId="6abc7d4556b3b071" providerId="LiveId" clId="{D0A51F83-B713-4A4D-8105-C75936B8E1D2}" dt="2026-04-16T07:59:09.014" v="26117" actId="27636"/>
          <ac:spMkLst>
            <pc:docMk/>
            <pc:sldMk cId="1667251857" sldId="2600"/>
            <ac:spMk id="4" creationId="{3B7AF674-7A37-C7F3-13D2-D9AE309AD813}"/>
          </ac:spMkLst>
        </pc:spChg>
        <pc:spChg chg="mod">
          <ac:chgData name="Owais Ahmed" userId="6abc7d4556b3b071" providerId="LiveId" clId="{D0A51F83-B713-4A4D-8105-C75936B8E1D2}" dt="2026-04-16T07:51:13.626" v="25324" actId="20577"/>
          <ac:spMkLst>
            <pc:docMk/>
            <pc:sldMk cId="1667251857" sldId="2600"/>
            <ac:spMk id="215" creationId="{A1EF3C56-A689-BC90-2F88-052DB3BC4E37}"/>
          </ac:spMkLst>
        </pc:spChg>
      </pc:sldChg>
      <pc:sldChg chg="modSp mod modAnim modNotesTx">
        <pc:chgData name="Owais Ahmed" userId="6abc7d4556b3b071" providerId="LiveId" clId="{D0A51F83-B713-4A4D-8105-C75936B8E1D2}" dt="2026-04-16T08:01:52.879" v="26218"/>
        <pc:sldMkLst>
          <pc:docMk/>
          <pc:sldMk cId="2542084597" sldId="2601"/>
        </pc:sldMkLst>
        <pc:spChg chg="mod">
          <ac:chgData name="Owais Ahmed" userId="6abc7d4556b3b071" providerId="LiveId" clId="{D0A51F83-B713-4A4D-8105-C75936B8E1D2}" dt="2026-04-14T12:33:18.760" v="25207" actId="1076"/>
          <ac:spMkLst>
            <pc:docMk/>
            <pc:sldMk cId="2542084597" sldId="2601"/>
            <ac:spMk id="7" creationId="{C4C756BE-9959-034B-7EF4-9F183BFC7720}"/>
          </ac:spMkLst>
        </pc:spChg>
        <pc:spChg chg="mod">
          <ac:chgData name="Owais Ahmed" userId="6abc7d4556b3b071" providerId="LiveId" clId="{D0A51F83-B713-4A4D-8105-C75936B8E1D2}" dt="2026-04-16T07:50:42.335" v="25291"/>
          <ac:spMkLst>
            <pc:docMk/>
            <pc:sldMk cId="2542084597" sldId="2601"/>
            <ac:spMk id="215" creationId="{7DDF8E9D-38EA-1551-FEDD-CAAF2F311F1C}"/>
          </ac:spMkLst>
        </pc:spChg>
      </pc:sldChg>
      <pc:sldChg chg="modSp mod modAnim">
        <pc:chgData name="Owais Ahmed" userId="6abc7d4556b3b071" providerId="LiveId" clId="{D0A51F83-B713-4A4D-8105-C75936B8E1D2}" dt="2026-04-16T10:38:07.155" v="28997" actId="20577"/>
        <pc:sldMkLst>
          <pc:docMk/>
          <pc:sldMk cId="3595633179" sldId="2602"/>
        </pc:sldMkLst>
        <pc:spChg chg="mod">
          <ac:chgData name="Owais Ahmed" userId="6abc7d4556b3b071" providerId="LiveId" clId="{D0A51F83-B713-4A4D-8105-C75936B8E1D2}" dt="2026-04-16T10:37:01.780" v="28977" actId="20577"/>
          <ac:spMkLst>
            <pc:docMk/>
            <pc:sldMk cId="3595633179" sldId="2602"/>
            <ac:spMk id="4" creationId="{376A65BE-2293-EC15-55C0-F87E83D7169B}"/>
          </ac:spMkLst>
        </pc:spChg>
        <pc:spChg chg="mod">
          <ac:chgData name="Owais Ahmed" userId="6abc7d4556b3b071" providerId="LiveId" clId="{D0A51F83-B713-4A4D-8105-C75936B8E1D2}" dt="2026-04-16T10:38:07.155" v="28997" actId="20577"/>
          <ac:spMkLst>
            <pc:docMk/>
            <pc:sldMk cId="3595633179" sldId="2602"/>
            <ac:spMk id="215" creationId="{2E3CEB07-BB1B-B657-1ECD-B20193E6C96F}"/>
          </ac:spMkLst>
        </pc:spChg>
      </pc:sldChg>
      <pc:sldChg chg="modSp add mod">
        <pc:chgData name="Owais Ahmed" userId="6abc7d4556b3b071" providerId="LiveId" clId="{D0A51F83-B713-4A4D-8105-C75936B8E1D2}" dt="2026-04-16T07:50:38.931" v="25290" actId="20577"/>
        <pc:sldMkLst>
          <pc:docMk/>
          <pc:sldMk cId="1848963604" sldId="2605"/>
        </pc:sldMkLst>
        <pc:spChg chg="mod">
          <ac:chgData name="Owais Ahmed" userId="6abc7d4556b3b071" providerId="LiveId" clId="{D0A51F83-B713-4A4D-8105-C75936B8E1D2}" dt="2026-04-16T07:50:38.931" v="25290" actId="20577"/>
          <ac:spMkLst>
            <pc:docMk/>
            <pc:sldMk cId="1848963604" sldId="2605"/>
            <ac:spMk id="215" creationId="{549D456F-F0C5-5532-FD41-95BE0C0832F2}"/>
          </ac:spMkLst>
        </pc:spChg>
      </pc:sldChg>
      <pc:sldChg chg="addSp delSp modSp add del mod delAnim modAnim">
        <pc:chgData name="Owais Ahmed" userId="6abc7d4556b3b071" providerId="LiveId" clId="{D0A51F83-B713-4A4D-8105-C75936B8E1D2}" dt="2026-04-14T12:33:07.724" v="25206"/>
        <pc:sldMkLst>
          <pc:docMk/>
          <pc:sldMk cId="794998715" sldId="2606"/>
        </pc:sldMkLst>
        <pc:spChg chg="mod">
          <ac:chgData name="Owais Ahmed" userId="6abc7d4556b3b071" providerId="LiveId" clId="{D0A51F83-B713-4A4D-8105-C75936B8E1D2}" dt="2026-04-14T12:32:49.963" v="25192" actId="6549"/>
          <ac:spMkLst>
            <pc:docMk/>
            <pc:sldMk cId="794998715" sldId="2606"/>
            <ac:spMk id="215" creationId="{C1DE2F5C-6791-D2C5-F7D8-3CBCCA187620}"/>
          </ac:spMkLst>
        </pc:spChg>
        <pc:graphicFrameChg chg="add mod modGraphic">
          <ac:chgData name="Owais Ahmed" userId="6abc7d4556b3b071" providerId="LiveId" clId="{D0A51F83-B713-4A4D-8105-C75936B8E1D2}" dt="2026-04-14T12:32:23.109" v="25190" actId="1076"/>
          <ac:graphicFrameMkLst>
            <pc:docMk/>
            <pc:sldMk cId="794998715" sldId="2606"/>
            <ac:graphicFrameMk id="3" creationId="{190B2A97-542D-9346-30DC-122B4965E691}"/>
          </ac:graphicFrameMkLst>
        </pc:graphicFrameChg>
      </pc:sldChg>
      <pc:sldChg chg="modSp add mod modAnim">
        <pc:chgData name="Owais Ahmed" userId="6abc7d4556b3b071" providerId="LiveId" clId="{D0A51F83-B713-4A4D-8105-C75936B8E1D2}" dt="2026-04-16T08:12:35.112" v="26793" actId="20577"/>
        <pc:sldMkLst>
          <pc:docMk/>
          <pc:sldMk cId="1539030327" sldId="2607"/>
        </pc:sldMkLst>
        <pc:spChg chg="mod">
          <ac:chgData name="Owais Ahmed" userId="6abc7d4556b3b071" providerId="LiveId" clId="{D0A51F83-B713-4A4D-8105-C75936B8E1D2}" dt="2026-04-16T08:12:35.112" v="26793" actId="20577"/>
          <ac:spMkLst>
            <pc:docMk/>
            <pc:sldMk cId="1539030327" sldId="2607"/>
            <ac:spMk id="4" creationId="{2C6B9BF5-6E52-5DA4-1A6D-BAA42F8EA7E5}"/>
          </ac:spMkLst>
        </pc:spChg>
      </pc:sldChg>
      <pc:sldChg chg="modSp add modAnim">
        <pc:chgData name="Owais Ahmed" userId="6abc7d4556b3b071" providerId="LiveId" clId="{D0A51F83-B713-4A4D-8105-C75936B8E1D2}" dt="2026-04-16T08:28:42.673" v="27098" actId="20577"/>
        <pc:sldMkLst>
          <pc:docMk/>
          <pc:sldMk cId="1737507810" sldId="2608"/>
        </pc:sldMkLst>
        <pc:spChg chg="mod">
          <ac:chgData name="Owais Ahmed" userId="6abc7d4556b3b071" providerId="LiveId" clId="{D0A51F83-B713-4A4D-8105-C75936B8E1D2}" dt="2026-04-16T08:28:42.673" v="27098" actId="20577"/>
          <ac:spMkLst>
            <pc:docMk/>
            <pc:sldMk cId="1737507810" sldId="2608"/>
            <ac:spMk id="4" creationId="{D1A50718-0706-FD62-B619-CB09E3B05D0D}"/>
          </ac:spMkLst>
        </pc:spChg>
      </pc:sldChg>
      <pc:sldChg chg="addSp modSp add mod addAnim delAnim modAnim">
        <pc:chgData name="Owais Ahmed" userId="6abc7d4556b3b071" providerId="LiveId" clId="{D0A51F83-B713-4A4D-8105-C75936B8E1D2}" dt="2026-04-16T08:03:48.027" v="26348" actId="27636"/>
        <pc:sldMkLst>
          <pc:docMk/>
          <pc:sldMk cId="302105848" sldId="2609"/>
        </pc:sldMkLst>
        <pc:spChg chg="mod">
          <ac:chgData name="Owais Ahmed" userId="6abc7d4556b3b071" providerId="LiveId" clId="{D0A51F83-B713-4A4D-8105-C75936B8E1D2}" dt="2026-04-16T08:03:48.027" v="26348" actId="27636"/>
          <ac:spMkLst>
            <pc:docMk/>
            <pc:sldMk cId="302105848" sldId="2609"/>
            <ac:spMk id="4" creationId="{AB69D2C4-4449-9986-B7F5-9612F3274A50}"/>
          </ac:spMkLst>
        </pc:spChg>
        <pc:graphicFrameChg chg="add mod modGraphic">
          <ac:chgData name="Owais Ahmed" userId="6abc7d4556b3b071" providerId="LiveId" clId="{D0A51F83-B713-4A4D-8105-C75936B8E1D2}" dt="2026-04-16T08:02:58.436" v="26270" actId="20577"/>
          <ac:graphicFrameMkLst>
            <pc:docMk/>
            <pc:sldMk cId="302105848" sldId="2609"/>
            <ac:graphicFrameMk id="3" creationId="{0BED1C25-1AF6-4147-D6BB-3C0AD38D9222}"/>
          </ac:graphicFrameMkLst>
        </pc:graphicFrameChg>
      </pc:sldChg>
      <pc:sldChg chg="addSp delSp modSp add mod delAnim modAnim">
        <pc:chgData name="Owais Ahmed" userId="6abc7d4556b3b071" providerId="LiveId" clId="{D0A51F83-B713-4A4D-8105-C75936B8E1D2}" dt="2026-04-16T08:06:54.722" v="26491"/>
        <pc:sldMkLst>
          <pc:docMk/>
          <pc:sldMk cId="717109852" sldId="2610"/>
        </pc:sldMkLst>
        <pc:spChg chg="mod">
          <ac:chgData name="Owais Ahmed" userId="6abc7d4556b3b071" providerId="LiveId" clId="{D0A51F83-B713-4A4D-8105-C75936B8E1D2}" dt="2026-04-16T08:06:26.337" v="26482" actId="20577"/>
          <ac:spMkLst>
            <pc:docMk/>
            <pc:sldMk cId="717109852" sldId="2610"/>
            <ac:spMk id="4" creationId="{51988C67-C5BD-52CD-085F-481F79652934}"/>
          </ac:spMkLst>
        </pc:spChg>
        <pc:graphicFrameChg chg="add mod modGraphic">
          <ac:chgData name="Owais Ahmed" userId="6abc7d4556b3b071" providerId="LiveId" clId="{D0A51F83-B713-4A4D-8105-C75936B8E1D2}" dt="2026-04-16T08:06:50.127" v="26490"/>
          <ac:graphicFrameMkLst>
            <pc:docMk/>
            <pc:sldMk cId="717109852" sldId="2610"/>
            <ac:graphicFrameMk id="5" creationId="{2B9314C1-3516-820E-3036-AC70DC6E9A44}"/>
          </ac:graphicFrameMkLst>
        </pc:graphicFrameChg>
      </pc:sldChg>
      <pc:sldChg chg="addSp delSp modSp add mod delAnim modAnim modNotesTx">
        <pc:chgData name="Owais Ahmed" userId="6abc7d4556b3b071" providerId="LiveId" clId="{D0A51F83-B713-4A4D-8105-C75936B8E1D2}" dt="2026-04-16T08:37:56.843" v="27627" actId="20577"/>
        <pc:sldMkLst>
          <pc:docMk/>
          <pc:sldMk cId="2484992912" sldId="2611"/>
        </pc:sldMkLst>
        <pc:spChg chg="add mod">
          <ac:chgData name="Owais Ahmed" userId="6abc7d4556b3b071" providerId="LiveId" clId="{D0A51F83-B713-4A4D-8105-C75936B8E1D2}" dt="2026-04-16T08:35:27.711" v="27466" actId="27636"/>
          <ac:spMkLst>
            <pc:docMk/>
            <pc:sldMk cId="2484992912" sldId="2611"/>
            <ac:spMk id="3" creationId="{4B2D791A-C75D-1327-61A5-E9CE7B656114}"/>
          </ac:spMkLst>
        </pc:spChg>
        <pc:spChg chg="mod">
          <ac:chgData name="Owais Ahmed" userId="6abc7d4556b3b071" providerId="LiveId" clId="{D0A51F83-B713-4A4D-8105-C75936B8E1D2}" dt="2026-04-16T08:35:31.333" v="27468" actId="27636"/>
          <ac:spMkLst>
            <pc:docMk/>
            <pc:sldMk cId="2484992912" sldId="2611"/>
            <ac:spMk id="4" creationId="{FCB1A45F-B644-6428-70C7-E2D61947C78A}"/>
          </ac:spMkLst>
        </pc:spChg>
      </pc:sldChg>
      <pc:sldChg chg="modSp add mod ord modAnim">
        <pc:chgData name="Owais Ahmed" userId="6abc7d4556b3b071" providerId="LiveId" clId="{D0A51F83-B713-4A4D-8105-C75936B8E1D2}" dt="2026-04-16T08:53:14.552" v="28707" actId="27636"/>
        <pc:sldMkLst>
          <pc:docMk/>
          <pc:sldMk cId="600591343" sldId="2612"/>
        </pc:sldMkLst>
        <pc:spChg chg="mod">
          <ac:chgData name="Owais Ahmed" userId="6abc7d4556b3b071" providerId="LiveId" clId="{D0A51F83-B713-4A4D-8105-C75936B8E1D2}" dt="2026-04-16T08:53:14.552" v="28707" actId="27636"/>
          <ac:spMkLst>
            <pc:docMk/>
            <pc:sldMk cId="600591343" sldId="2612"/>
            <ac:spMk id="4" creationId="{FE41C05E-7585-D611-8C15-A117A1EDA0FE}"/>
          </ac:spMkLst>
        </pc:spChg>
      </pc:sldChg>
      <pc:sldChg chg="modSp add mod modAnim">
        <pc:chgData name="Owais Ahmed" userId="6abc7d4556b3b071" providerId="LiveId" clId="{D0A51F83-B713-4A4D-8105-C75936B8E1D2}" dt="2026-04-16T10:36:54.220" v="28973" actId="27636"/>
        <pc:sldMkLst>
          <pc:docMk/>
          <pc:sldMk cId="4078430255" sldId="2613"/>
        </pc:sldMkLst>
        <pc:spChg chg="mod">
          <ac:chgData name="Owais Ahmed" userId="6abc7d4556b3b071" providerId="LiveId" clId="{D0A51F83-B713-4A4D-8105-C75936B8E1D2}" dt="2026-04-16T10:36:54.220" v="28973" actId="27636"/>
          <ac:spMkLst>
            <pc:docMk/>
            <pc:sldMk cId="4078430255" sldId="2613"/>
            <ac:spMk id="4" creationId="{BD088D97-56F8-17EB-3697-22E4826A3E69}"/>
          </ac:spMkLst>
        </pc:spChg>
      </pc:sldChg>
      <pc:sldChg chg="modSp add mod addAnim delAnim modNotesTx">
        <pc:chgData name="Owais Ahmed" userId="6abc7d4556b3b071" providerId="LiveId" clId="{D0A51F83-B713-4A4D-8105-C75936B8E1D2}" dt="2026-04-16T10:41:44.625" v="29240" actId="20577"/>
        <pc:sldMkLst>
          <pc:docMk/>
          <pc:sldMk cId="2425229421" sldId="2614"/>
        </pc:sldMkLst>
        <pc:spChg chg="mod">
          <ac:chgData name="Owais Ahmed" userId="6abc7d4556b3b071" providerId="LiveId" clId="{D0A51F83-B713-4A4D-8105-C75936B8E1D2}" dt="2026-04-16T10:38:09.646" v="28998"/>
          <ac:spMkLst>
            <pc:docMk/>
            <pc:sldMk cId="2425229421" sldId="2614"/>
            <ac:spMk id="215" creationId="{F875B79F-B5E1-AA46-1180-F795E4A1E5F7}"/>
          </ac:spMkLst>
        </pc:spChg>
        <pc:graphicFrameChg chg="modGraphic">
          <ac:chgData name="Owais Ahmed" userId="6abc7d4556b3b071" providerId="LiveId" clId="{D0A51F83-B713-4A4D-8105-C75936B8E1D2}" dt="2026-04-16T10:40:38.948" v="29036" actId="20577"/>
          <ac:graphicFrameMkLst>
            <pc:docMk/>
            <pc:sldMk cId="2425229421" sldId="2614"/>
            <ac:graphicFrameMk id="3" creationId="{0B3C576A-718A-3155-64E3-241527B98826}"/>
          </ac:graphicFrameMkLst>
        </pc:graphicFrameChg>
      </pc:sldChg>
      <pc:sldChg chg="modSp add mod modAnim modNotesTx">
        <pc:chgData name="Owais Ahmed" userId="6abc7d4556b3b071" providerId="LiveId" clId="{D0A51F83-B713-4A4D-8105-C75936B8E1D2}" dt="2026-04-16T10:46:23.198" v="29482" actId="20577"/>
        <pc:sldMkLst>
          <pc:docMk/>
          <pc:sldMk cId="2963094772" sldId="2615"/>
        </pc:sldMkLst>
        <pc:spChg chg="mod">
          <ac:chgData name="Owais Ahmed" userId="6abc7d4556b3b071" providerId="LiveId" clId="{D0A51F83-B713-4A4D-8105-C75936B8E1D2}" dt="2026-04-16T10:46:07.429" v="29467" actId="20577"/>
          <ac:spMkLst>
            <pc:docMk/>
            <pc:sldMk cId="2963094772" sldId="2615"/>
            <ac:spMk id="4" creationId="{0C256702-4C29-A8EC-0621-05B03750B61C}"/>
          </ac:spMkLst>
        </pc:spChg>
        <pc:graphicFrameChg chg="mod modGraphic">
          <ac:chgData name="Owais Ahmed" userId="6abc7d4556b3b071" providerId="LiveId" clId="{D0A51F83-B713-4A4D-8105-C75936B8E1D2}" dt="2026-04-16T10:45:34.047" v="29412" actId="20577"/>
          <ac:graphicFrameMkLst>
            <pc:docMk/>
            <pc:sldMk cId="2963094772" sldId="2615"/>
            <ac:graphicFrameMk id="3" creationId="{D58F3759-9A93-AB93-D499-D3DB61668848}"/>
          </ac:graphicFrameMkLst>
        </pc:graphicFrameChg>
      </pc:sldChg>
      <pc:sldChg chg="modSp add mod ord addAnim delAnim modAnim modNotesTx">
        <pc:chgData name="Owais Ahmed" userId="6abc7d4556b3b071" providerId="LiveId" clId="{D0A51F83-B713-4A4D-8105-C75936B8E1D2}" dt="2026-04-16T10:49:21.073" v="29636"/>
        <pc:sldMkLst>
          <pc:docMk/>
          <pc:sldMk cId="875060931" sldId="2616"/>
        </pc:sldMkLst>
        <pc:spChg chg="mod">
          <ac:chgData name="Owais Ahmed" userId="6abc7d4556b3b071" providerId="LiveId" clId="{D0A51F83-B713-4A4D-8105-C75936B8E1D2}" dt="2026-04-16T10:49:06.231" v="29633" actId="113"/>
          <ac:spMkLst>
            <pc:docMk/>
            <pc:sldMk cId="875060931" sldId="2616"/>
            <ac:spMk id="3" creationId="{28553591-1EFD-04CA-00AC-7D3181A73382}"/>
          </ac:spMkLst>
        </pc:spChg>
        <pc:spChg chg="mod">
          <ac:chgData name="Owais Ahmed" userId="6abc7d4556b3b071" providerId="LiveId" clId="{D0A51F83-B713-4A4D-8105-C75936B8E1D2}" dt="2026-04-16T10:46:59.693" v="29543" actId="20577"/>
          <ac:spMkLst>
            <pc:docMk/>
            <pc:sldMk cId="875060931" sldId="2616"/>
            <ac:spMk id="4" creationId="{10E90F96-513E-6EA2-BF9E-613FC5C2D250}"/>
          </ac:spMkLst>
        </pc:spChg>
        <pc:spChg chg="mod">
          <ac:chgData name="Owais Ahmed" userId="6abc7d4556b3b071" providerId="LiveId" clId="{D0A51F83-B713-4A4D-8105-C75936B8E1D2}" dt="2026-04-16T10:46:45.122" v="29490"/>
          <ac:spMkLst>
            <pc:docMk/>
            <pc:sldMk cId="875060931" sldId="2616"/>
            <ac:spMk id="215" creationId="{9F0EAFF9-7DC0-AC9A-516A-2101421BF220}"/>
          </ac:spMkLst>
        </pc:spChg>
      </pc:sldChg>
      <pc:sldChg chg="modSp add mod ord modAnim modNotesTx">
        <pc:chgData name="Owais Ahmed" userId="6abc7d4556b3b071" providerId="LiveId" clId="{D0A51F83-B713-4A4D-8105-C75936B8E1D2}" dt="2026-04-16T11:19:35.174" v="30101" actId="6549"/>
        <pc:sldMkLst>
          <pc:docMk/>
          <pc:sldMk cId="3253678605" sldId="2617"/>
        </pc:sldMkLst>
        <pc:spChg chg="mod">
          <ac:chgData name="Owais Ahmed" userId="6abc7d4556b3b071" providerId="LiveId" clId="{D0A51F83-B713-4A4D-8105-C75936B8E1D2}" dt="2026-04-16T11:19:34.947" v="30100" actId="6549"/>
          <ac:spMkLst>
            <pc:docMk/>
            <pc:sldMk cId="3253678605" sldId="2617"/>
            <ac:spMk id="4" creationId="{94CEBE8B-4EAB-6938-E014-3621A6869977}"/>
          </ac:spMkLst>
        </pc:spChg>
        <pc:spChg chg="mod">
          <ac:chgData name="Owais Ahmed" userId="6abc7d4556b3b071" providerId="LiveId" clId="{D0A51F83-B713-4A4D-8105-C75936B8E1D2}" dt="2026-04-16T10:49:42.760" v="29640"/>
          <ac:spMkLst>
            <pc:docMk/>
            <pc:sldMk cId="3253678605" sldId="2617"/>
            <ac:spMk id="215" creationId="{5C8C9BE8-0FBC-BF25-0BDF-36E3A8A860D7}"/>
          </ac:spMkLst>
        </pc:spChg>
      </pc:sldChg>
      <pc:sldChg chg="modSp add mod ord addAnim delAnim modAnim">
        <pc:chgData name="Owais Ahmed" userId="6abc7d4556b3b071" providerId="LiveId" clId="{D0A51F83-B713-4A4D-8105-C75936B8E1D2}" dt="2026-04-16T11:43:24.591" v="30641" actId="20577"/>
        <pc:sldMkLst>
          <pc:docMk/>
          <pc:sldMk cId="1007923815" sldId="2618"/>
        </pc:sldMkLst>
        <pc:spChg chg="mod">
          <ac:chgData name="Owais Ahmed" userId="6abc7d4556b3b071" providerId="LiveId" clId="{D0A51F83-B713-4A4D-8105-C75936B8E1D2}" dt="2026-04-16T11:43:24.591" v="30641" actId="20577"/>
          <ac:spMkLst>
            <pc:docMk/>
            <pc:sldMk cId="1007923815" sldId="2618"/>
            <ac:spMk id="4" creationId="{CC53F200-55FB-DE4F-7813-A238974A129F}"/>
          </ac:spMkLst>
        </pc:spChg>
        <pc:spChg chg="mod">
          <ac:chgData name="Owais Ahmed" userId="6abc7d4556b3b071" providerId="LiveId" clId="{D0A51F83-B713-4A4D-8105-C75936B8E1D2}" dt="2026-04-16T11:39:27.522" v="30128" actId="20577"/>
          <ac:spMkLst>
            <pc:docMk/>
            <pc:sldMk cId="1007923815" sldId="2618"/>
            <ac:spMk id="215" creationId="{0A9C620A-9144-C97F-935B-EA446E8763C5}"/>
          </ac:spMkLst>
        </pc:spChg>
      </pc:sldChg>
      <pc:sldChg chg="modSp add mod">
        <pc:chgData name="Owais Ahmed" userId="6abc7d4556b3b071" providerId="LiveId" clId="{D0A51F83-B713-4A4D-8105-C75936B8E1D2}" dt="2026-04-16T11:48:29.340" v="31127" actId="20577"/>
        <pc:sldMkLst>
          <pc:docMk/>
          <pc:sldMk cId="3741103220" sldId="2619"/>
        </pc:sldMkLst>
        <pc:spChg chg="mod">
          <ac:chgData name="Owais Ahmed" userId="6abc7d4556b3b071" providerId="LiveId" clId="{D0A51F83-B713-4A4D-8105-C75936B8E1D2}" dt="2026-04-16T11:48:29.340" v="31127" actId="20577"/>
          <ac:spMkLst>
            <pc:docMk/>
            <pc:sldMk cId="3741103220" sldId="2619"/>
            <ac:spMk id="4" creationId="{3469C30C-258F-1A41-53BB-99D5E1923D4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1A2BC3-2877-470B-819E-DE57EBDAFC66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BED37B92-349A-48EB-8A63-0926D1E88081}">
      <dgm:prSet phldrT="[Text]" phldr="0"/>
      <dgm:spPr/>
      <dgm:t>
        <a:bodyPr/>
        <a:lstStyle/>
        <a:p>
          <a:r>
            <a:rPr lang="en-GB" b="0" dirty="0"/>
            <a:t>People</a:t>
          </a:r>
        </a:p>
      </dgm:t>
    </dgm:pt>
    <dgm:pt modelId="{572E5AB6-331C-4B4E-9D22-6641F7B613D1}" type="parTrans" cxnId="{48047F9E-B404-4E0A-BEDC-EE4797FF1DB6}">
      <dgm:prSet/>
      <dgm:spPr/>
      <dgm:t>
        <a:bodyPr/>
        <a:lstStyle/>
        <a:p>
          <a:endParaRPr lang="en-GB" b="0"/>
        </a:p>
      </dgm:t>
    </dgm:pt>
    <dgm:pt modelId="{4127A206-4433-4F88-BB7E-A8D9F75C6621}" type="sibTrans" cxnId="{48047F9E-B404-4E0A-BEDC-EE4797FF1DB6}">
      <dgm:prSet/>
      <dgm:spPr/>
      <dgm:t>
        <a:bodyPr/>
        <a:lstStyle/>
        <a:p>
          <a:endParaRPr lang="en-GB" b="0"/>
        </a:p>
      </dgm:t>
    </dgm:pt>
    <dgm:pt modelId="{2ECCD4E4-96EE-4F11-A6C5-1DDEDF469A62}">
      <dgm:prSet phldrT="[Text]" phldr="0" custT="1"/>
      <dgm:spPr/>
      <dgm:t>
        <a:bodyPr/>
        <a:lstStyle/>
        <a:p>
          <a:r>
            <a:rPr lang="en-GB" sz="1100" b="0" dirty="0"/>
            <a:t>Communication</a:t>
          </a:r>
        </a:p>
      </dgm:t>
    </dgm:pt>
    <dgm:pt modelId="{3EB455FE-0AE0-4675-A470-4F5E3F1E605C}" type="parTrans" cxnId="{765DBB15-F683-46C9-A40E-FDAE307619D3}">
      <dgm:prSet/>
      <dgm:spPr/>
      <dgm:t>
        <a:bodyPr/>
        <a:lstStyle/>
        <a:p>
          <a:endParaRPr lang="en-GB" b="0"/>
        </a:p>
      </dgm:t>
    </dgm:pt>
    <dgm:pt modelId="{87E5C28A-A420-4267-A799-C3FE2DF85066}" type="sibTrans" cxnId="{765DBB15-F683-46C9-A40E-FDAE307619D3}">
      <dgm:prSet/>
      <dgm:spPr/>
      <dgm:t>
        <a:bodyPr/>
        <a:lstStyle/>
        <a:p>
          <a:endParaRPr lang="en-GB" b="0"/>
        </a:p>
      </dgm:t>
    </dgm:pt>
    <dgm:pt modelId="{80BF6532-6CAF-4606-8F7B-FA833983E7B4}">
      <dgm:prSet phldrT="[Text]" phldr="0" custT="1"/>
      <dgm:spPr/>
      <dgm:t>
        <a:bodyPr/>
        <a:lstStyle/>
        <a:p>
          <a:r>
            <a:rPr lang="en-GB" sz="1100" b="0" dirty="0"/>
            <a:t>Teamwork</a:t>
          </a:r>
        </a:p>
      </dgm:t>
    </dgm:pt>
    <dgm:pt modelId="{1C57009F-EBAE-4AC2-B8B4-50BCC1B9803F}" type="parTrans" cxnId="{F55FAAAE-E22C-4BB2-80BC-B3E44413AFAA}">
      <dgm:prSet/>
      <dgm:spPr/>
      <dgm:t>
        <a:bodyPr/>
        <a:lstStyle/>
        <a:p>
          <a:endParaRPr lang="en-GB" b="0"/>
        </a:p>
      </dgm:t>
    </dgm:pt>
    <dgm:pt modelId="{CE7943C7-8D35-47E1-9587-404691646582}" type="sibTrans" cxnId="{F55FAAAE-E22C-4BB2-80BC-B3E44413AFAA}">
      <dgm:prSet/>
      <dgm:spPr/>
      <dgm:t>
        <a:bodyPr/>
        <a:lstStyle/>
        <a:p>
          <a:endParaRPr lang="en-GB" b="0"/>
        </a:p>
      </dgm:t>
    </dgm:pt>
    <dgm:pt modelId="{86AD72A5-2397-40C4-BD0E-94AF1E98294A}">
      <dgm:prSet phldrT="[Text]" phldr="0"/>
      <dgm:spPr/>
      <dgm:t>
        <a:bodyPr/>
        <a:lstStyle/>
        <a:p>
          <a:r>
            <a:rPr lang="en-GB" b="0" dirty="0"/>
            <a:t>Process</a:t>
          </a:r>
        </a:p>
      </dgm:t>
    </dgm:pt>
    <dgm:pt modelId="{9DA2751F-1B1F-4EB6-8E3C-6411B34CC153}" type="parTrans" cxnId="{C59C7A88-5CEC-4BDC-A627-CA6FCA315488}">
      <dgm:prSet/>
      <dgm:spPr/>
      <dgm:t>
        <a:bodyPr/>
        <a:lstStyle/>
        <a:p>
          <a:endParaRPr lang="en-GB" b="0"/>
        </a:p>
      </dgm:t>
    </dgm:pt>
    <dgm:pt modelId="{C1975614-2941-46B7-B5E8-9D33D45A6A65}" type="sibTrans" cxnId="{C59C7A88-5CEC-4BDC-A627-CA6FCA315488}">
      <dgm:prSet/>
      <dgm:spPr/>
      <dgm:t>
        <a:bodyPr/>
        <a:lstStyle/>
        <a:p>
          <a:endParaRPr lang="en-GB" b="0"/>
        </a:p>
      </dgm:t>
    </dgm:pt>
    <dgm:pt modelId="{A117EA55-3054-41D0-AB9A-7A3BF3F6CE39}">
      <dgm:prSet phldrT="[Text]" phldr="0" custT="1"/>
      <dgm:spPr/>
      <dgm:t>
        <a:bodyPr/>
        <a:lstStyle/>
        <a:p>
          <a:r>
            <a:rPr lang="en-GB" sz="1100" b="0" dirty="0"/>
            <a:t>Requirements Management</a:t>
          </a:r>
        </a:p>
      </dgm:t>
    </dgm:pt>
    <dgm:pt modelId="{06D89715-1C2C-434C-9856-97C7972F6677}" type="parTrans" cxnId="{6FECF818-3260-4308-ACA2-EA54862311F0}">
      <dgm:prSet/>
      <dgm:spPr/>
      <dgm:t>
        <a:bodyPr/>
        <a:lstStyle/>
        <a:p>
          <a:endParaRPr lang="en-GB" b="0"/>
        </a:p>
      </dgm:t>
    </dgm:pt>
    <dgm:pt modelId="{BB6A4D19-631B-4287-8A1F-2037F72A81EC}" type="sibTrans" cxnId="{6FECF818-3260-4308-ACA2-EA54862311F0}">
      <dgm:prSet/>
      <dgm:spPr/>
      <dgm:t>
        <a:bodyPr/>
        <a:lstStyle/>
        <a:p>
          <a:endParaRPr lang="en-GB" b="0"/>
        </a:p>
      </dgm:t>
    </dgm:pt>
    <dgm:pt modelId="{D038F21F-E2B5-4389-BBF3-8FAB377E5098}">
      <dgm:prSet phldrT="[Text]" phldr="0"/>
      <dgm:spPr/>
      <dgm:t>
        <a:bodyPr/>
        <a:lstStyle/>
        <a:p>
          <a:r>
            <a:rPr lang="en-GB" b="0" dirty="0"/>
            <a:t>Project</a:t>
          </a:r>
        </a:p>
      </dgm:t>
    </dgm:pt>
    <dgm:pt modelId="{87D8E57D-5310-4D83-959A-367AEE87CB81}" type="parTrans" cxnId="{FC888FD0-4B2A-403B-8ACC-B488171195DA}">
      <dgm:prSet/>
      <dgm:spPr/>
      <dgm:t>
        <a:bodyPr/>
        <a:lstStyle/>
        <a:p>
          <a:endParaRPr lang="en-GB" b="0"/>
        </a:p>
      </dgm:t>
    </dgm:pt>
    <dgm:pt modelId="{41B3DB37-9A8A-4D35-AB28-FC61C686344A}" type="sibTrans" cxnId="{FC888FD0-4B2A-403B-8ACC-B488171195DA}">
      <dgm:prSet/>
      <dgm:spPr/>
      <dgm:t>
        <a:bodyPr/>
        <a:lstStyle/>
        <a:p>
          <a:endParaRPr lang="en-GB" b="0"/>
        </a:p>
      </dgm:t>
    </dgm:pt>
    <dgm:pt modelId="{1D429B71-8D16-47DA-9FC9-BEFA79186AB8}">
      <dgm:prSet phldrT="[Text]" phldr="0"/>
      <dgm:spPr/>
      <dgm:t>
        <a:bodyPr/>
        <a:lstStyle/>
        <a:p>
          <a:r>
            <a:rPr lang="en-GB" b="0" dirty="0"/>
            <a:t>Technology</a:t>
          </a:r>
        </a:p>
      </dgm:t>
    </dgm:pt>
    <dgm:pt modelId="{CDE0D59E-2068-4C0E-8C0E-06E6D8341A5E}" type="parTrans" cxnId="{D67532F3-54F3-4B39-8599-AE570BD4227A}">
      <dgm:prSet/>
      <dgm:spPr/>
      <dgm:t>
        <a:bodyPr/>
        <a:lstStyle/>
        <a:p>
          <a:endParaRPr lang="en-GB" b="0"/>
        </a:p>
      </dgm:t>
    </dgm:pt>
    <dgm:pt modelId="{A90E6ED3-374D-48DF-86F4-26CAF53E7E48}" type="sibTrans" cxnId="{D67532F3-54F3-4B39-8599-AE570BD4227A}">
      <dgm:prSet/>
      <dgm:spPr/>
      <dgm:t>
        <a:bodyPr/>
        <a:lstStyle/>
        <a:p>
          <a:endParaRPr lang="en-GB" b="0"/>
        </a:p>
      </dgm:t>
    </dgm:pt>
    <dgm:pt modelId="{DC083FFE-A9FA-4F98-B2BB-A5817B1D651E}">
      <dgm:prSet phldrT="[Text]" phldr="0"/>
      <dgm:spPr/>
      <dgm:t>
        <a:bodyPr/>
        <a:lstStyle/>
        <a:p>
          <a:r>
            <a:rPr lang="en-GB" b="0" dirty="0"/>
            <a:t>Risk</a:t>
          </a:r>
        </a:p>
      </dgm:t>
    </dgm:pt>
    <dgm:pt modelId="{C9BC64F3-F5E9-4373-9904-B47DDBD43BAA}" type="parTrans" cxnId="{30D10A72-B70E-40E2-8BD8-420DDE042B60}">
      <dgm:prSet/>
      <dgm:spPr/>
      <dgm:t>
        <a:bodyPr/>
        <a:lstStyle/>
        <a:p>
          <a:endParaRPr lang="en-GB" b="0"/>
        </a:p>
      </dgm:t>
    </dgm:pt>
    <dgm:pt modelId="{9523E7D0-7263-4F25-9CC3-FD3D10F201A2}" type="sibTrans" cxnId="{30D10A72-B70E-40E2-8BD8-420DDE042B60}">
      <dgm:prSet/>
      <dgm:spPr/>
      <dgm:t>
        <a:bodyPr/>
        <a:lstStyle/>
        <a:p>
          <a:endParaRPr lang="en-GB" b="0"/>
        </a:p>
      </dgm:t>
    </dgm:pt>
    <dgm:pt modelId="{CB58848A-58B8-4452-A3D0-972DBDE0BB1F}">
      <dgm:prSet phldrT="[Text]" phldr="0"/>
      <dgm:spPr/>
      <dgm:t>
        <a:bodyPr/>
        <a:lstStyle/>
        <a:p>
          <a:r>
            <a:rPr lang="en-GB" b="0" dirty="0"/>
            <a:t>Business</a:t>
          </a:r>
        </a:p>
      </dgm:t>
    </dgm:pt>
    <dgm:pt modelId="{E8D15C8C-21D9-48EC-8114-830A53AD6D2D}" type="parTrans" cxnId="{49096D22-F9B2-4F6F-BB11-89B41F547798}">
      <dgm:prSet/>
      <dgm:spPr/>
      <dgm:t>
        <a:bodyPr/>
        <a:lstStyle/>
        <a:p>
          <a:endParaRPr lang="en-GB" b="0"/>
        </a:p>
      </dgm:t>
    </dgm:pt>
    <dgm:pt modelId="{CC02DD26-0DF8-438E-B663-DE1773CFF336}" type="sibTrans" cxnId="{49096D22-F9B2-4F6F-BB11-89B41F547798}">
      <dgm:prSet/>
      <dgm:spPr/>
      <dgm:t>
        <a:bodyPr/>
        <a:lstStyle/>
        <a:p>
          <a:endParaRPr lang="en-GB" b="0"/>
        </a:p>
      </dgm:t>
    </dgm:pt>
    <dgm:pt modelId="{A229E3EC-D64F-4CD8-9C78-3FAB02FF4479}">
      <dgm:prSet phldrT="[Text]" phldr="0" custT="1"/>
      <dgm:spPr/>
      <dgm:t>
        <a:bodyPr/>
        <a:lstStyle/>
        <a:p>
          <a:r>
            <a:rPr lang="en-GB" sz="1100" b="0"/>
            <a:t>Leadership</a:t>
          </a:r>
          <a:endParaRPr lang="en-GB" sz="1100" b="0" dirty="0"/>
        </a:p>
      </dgm:t>
    </dgm:pt>
    <dgm:pt modelId="{4351EFF4-DD48-4801-993C-8D8674976A63}" type="parTrans" cxnId="{6B87CD2E-BCCB-42B8-8A27-BFA32D4A84EB}">
      <dgm:prSet/>
      <dgm:spPr/>
      <dgm:t>
        <a:bodyPr/>
        <a:lstStyle/>
        <a:p>
          <a:endParaRPr lang="en-GB" b="0"/>
        </a:p>
      </dgm:t>
    </dgm:pt>
    <dgm:pt modelId="{578D32A0-AB20-456A-874B-57CCF8384920}" type="sibTrans" cxnId="{6B87CD2E-BCCB-42B8-8A27-BFA32D4A84EB}">
      <dgm:prSet/>
      <dgm:spPr/>
      <dgm:t>
        <a:bodyPr/>
        <a:lstStyle/>
        <a:p>
          <a:endParaRPr lang="en-GB" b="0"/>
        </a:p>
      </dgm:t>
    </dgm:pt>
    <dgm:pt modelId="{AD2A0DA8-DE3A-452A-A4CE-09950F63D2C3}">
      <dgm:prSet phldrT="[Text]" phldr="0" custT="1"/>
      <dgm:spPr/>
      <dgm:t>
        <a:bodyPr/>
        <a:lstStyle/>
        <a:p>
          <a:r>
            <a:rPr lang="en-GB" sz="1100" b="0"/>
            <a:t>Organizational Commitment</a:t>
          </a:r>
          <a:endParaRPr lang="en-GB" sz="1100" b="0" dirty="0"/>
        </a:p>
      </dgm:t>
    </dgm:pt>
    <dgm:pt modelId="{FF120816-B21D-4A85-934B-D08D7303EB7D}" type="parTrans" cxnId="{ED907992-786F-4797-8FED-AA26A8060363}">
      <dgm:prSet/>
      <dgm:spPr/>
      <dgm:t>
        <a:bodyPr/>
        <a:lstStyle/>
        <a:p>
          <a:endParaRPr lang="en-GB" b="0"/>
        </a:p>
      </dgm:t>
    </dgm:pt>
    <dgm:pt modelId="{BBFE68EF-1F5E-48D5-80E0-0F5402DD970B}" type="sibTrans" cxnId="{ED907992-786F-4797-8FED-AA26A8060363}">
      <dgm:prSet/>
      <dgm:spPr/>
      <dgm:t>
        <a:bodyPr/>
        <a:lstStyle/>
        <a:p>
          <a:endParaRPr lang="en-GB" b="0"/>
        </a:p>
      </dgm:t>
    </dgm:pt>
    <dgm:pt modelId="{52108DA4-5ED6-4F00-A276-FB393A82CFB7}">
      <dgm:prSet phldrT="[Text]" phldr="0" custT="1"/>
      <dgm:spPr/>
      <dgm:t>
        <a:bodyPr/>
        <a:lstStyle/>
        <a:p>
          <a:r>
            <a:rPr lang="en-GB" sz="1100" b="0"/>
            <a:t>Stakeholder Involvement</a:t>
          </a:r>
          <a:endParaRPr lang="en-GB" sz="1100" b="0" dirty="0"/>
        </a:p>
      </dgm:t>
    </dgm:pt>
    <dgm:pt modelId="{9E7EAC3A-E3D2-40BD-A540-AC741C5F2C17}" type="parTrans" cxnId="{FC822BA5-1750-4879-9D95-492CFC5CD4D8}">
      <dgm:prSet/>
      <dgm:spPr/>
      <dgm:t>
        <a:bodyPr/>
        <a:lstStyle/>
        <a:p>
          <a:endParaRPr lang="en-GB" b="0"/>
        </a:p>
      </dgm:t>
    </dgm:pt>
    <dgm:pt modelId="{A740F749-4E0A-4404-959B-3F2BCB249028}" type="sibTrans" cxnId="{FC822BA5-1750-4879-9D95-492CFC5CD4D8}">
      <dgm:prSet/>
      <dgm:spPr/>
      <dgm:t>
        <a:bodyPr/>
        <a:lstStyle/>
        <a:p>
          <a:endParaRPr lang="en-GB" b="0"/>
        </a:p>
      </dgm:t>
    </dgm:pt>
    <dgm:pt modelId="{80F2AADC-A222-4090-8ECF-B1852B18EAEA}">
      <dgm:prSet phldrT="[Text]" phldr="0" custT="1"/>
      <dgm:spPr/>
      <dgm:t>
        <a:bodyPr/>
        <a:lstStyle/>
        <a:p>
          <a:r>
            <a:rPr lang="en-GB" sz="1100" b="0"/>
            <a:t>Project Planning</a:t>
          </a:r>
          <a:endParaRPr lang="en-GB" sz="1100" b="0" dirty="0"/>
        </a:p>
      </dgm:t>
    </dgm:pt>
    <dgm:pt modelId="{2E6BECAF-864D-4B2F-8338-FA270D0D080C}" type="parTrans" cxnId="{60FB7A30-6C0D-4A8E-8F3B-A51AF6A2BCBF}">
      <dgm:prSet/>
      <dgm:spPr/>
      <dgm:t>
        <a:bodyPr/>
        <a:lstStyle/>
        <a:p>
          <a:endParaRPr lang="en-GB" b="0"/>
        </a:p>
      </dgm:t>
    </dgm:pt>
    <dgm:pt modelId="{6EB6895B-64CC-4537-97C4-00D073C5A0F1}" type="sibTrans" cxnId="{60FB7A30-6C0D-4A8E-8F3B-A51AF6A2BCBF}">
      <dgm:prSet/>
      <dgm:spPr/>
      <dgm:t>
        <a:bodyPr/>
        <a:lstStyle/>
        <a:p>
          <a:endParaRPr lang="en-GB" b="0"/>
        </a:p>
      </dgm:t>
    </dgm:pt>
    <dgm:pt modelId="{2E04F294-FACE-4E93-8F86-D78932D79311}">
      <dgm:prSet phldrT="[Text]" phldr="0" custT="1"/>
      <dgm:spPr/>
      <dgm:t>
        <a:bodyPr/>
        <a:lstStyle/>
        <a:p>
          <a:r>
            <a:rPr lang="en-GB" sz="1100" b="0" dirty="0"/>
            <a:t>Scope Management</a:t>
          </a:r>
        </a:p>
      </dgm:t>
    </dgm:pt>
    <dgm:pt modelId="{A76FDC46-5B56-472D-BF42-D13D314C0667}" type="parTrans" cxnId="{0D60332D-162D-4CC8-B7D2-C7EB482B9D4E}">
      <dgm:prSet/>
      <dgm:spPr/>
      <dgm:t>
        <a:bodyPr/>
        <a:lstStyle/>
        <a:p>
          <a:endParaRPr lang="en-GB" b="0"/>
        </a:p>
      </dgm:t>
    </dgm:pt>
    <dgm:pt modelId="{E8C5A5D3-0234-4F6C-9FB9-316F2BF086FF}" type="sibTrans" cxnId="{0D60332D-162D-4CC8-B7D2-C7EB482B9D4E}">
      <dgm:prSet/>
      <dgm:spPr/>
      <dgm:t>
        <a:bodyPr/>
        <a:lstStyle/>
        <a:p>
          <a:endParaRPr lang="en-GB" b="0"/>
        </a:p>
      </dgm:t>
    </dgm:pt>
    <dgm:pt modelId="{EA21EAEB-7408-4B31-8B96-60791B5F8FA7}">
      <dgm:prSet phldrT="[Text]" phldr="0" custT="1"/>
      <dgm:spPr/>
      <dgm:t>
        <a:bodyPr/>
        <a:lstStyle/>
        <a:p>
          <a:r>
            <a:rPr lang="en-GB" sz="1100" b="0"/>
            <a:t>Project Monitoring</a:t>
          </a:r>
          <a:endParaRPr lang="en-GB" sz="1100" b="0" dirty="0"/>
        </a:p>
      </dgm:t>
    </dgm:pt>
    <dgm:pt modelId="{8DA2F99D-A55E-488F-903F-3F5EE343283E}" type="parTrans" cxnId="{619D7031-F247-40C0-8D44-6E8E6011DD25}">
      <dgm:prSet/>
      <dgm:spPr/>
      <dgm:t>
        <a:bodyPr/>
        <a:lstStyle/>
        <a:p>
          <a:endParaRPr lang="en-GB" b="0"/>
        </a:p>
      </dgm:t>
    </dgm:pt>
    <dgm:pt modelId="{5D96B2A0-4A0C-4C60-A97D-73D440788D67}" type="sibTrans" cxnId="{619D7031-F247-40C0-8D44-6E8E6011DD25}">
      <dgm:prSet/>
      <dgm:spPr/>
      <dgm:t>
        <a:bodyPr/>
        <a:lstStyle/>
        <a:p>
          <a:endParaRPr lang="en-GB" b="0"/>
        </a:p>
      </dgm:t>
    </dgm:pt>
    <dgm:pt modelId="{C50B6C89-931C-4FC0-A924-8359716E58FB}">
      <dgm:prSet phldrT="[Text]" phldr="0"/>
      <dgm:spPr/>
      <dgm:t>
        <a:bodyPr/>
        <a:lstStyle/>
        <a:p>
          <a:r>
            <a:rPr lang="en-GB" b="0" dirty="0"/>
            <a:t>Product</a:t>
          </a:r>
        </a:p>
      </dgm:t>
    </dgm:pt>
    <dgm:pt modelId="{33F5D7E9-2572-42CC-AD4E-45BA39787E06}" type="parTrans" cxnId="{BA740C3F-F2D1-4CDB-93DC-AB9E148FEC87}">
      <dgm:prSet/>
      <dgm:spPr/>
      <dgm:t>
        <a:bodyPr/>
        <a:lstStyle/>
        <a:p>
          <a:endParaRPr lang="en-GB" b="0"/>
        </a:p>
      </dgm:t>
    </dgm:pt>
    <dgm:pt modelId="{E94355DE-A17D-440D-9C44-6AF3397F0958}" type="sibTrans" cxnId="{BA740C3F-F2D1-4CDB-93DC-AB9E148FEC87}">
      <dgm:prSet/>
      <dgm:spPr/>
      <dgm:t>
        <a:bodyPr/>
        <a:lstStyle/>
        <a:p>
          <a:endParaRPr lang="en-GB" b="0"/>
        </a:p>
      </dgm:t>
    </dgm:pt>
    <dgm:pt modelId="{318144B5-1291-4F63-8493-88482F2AFB88}">
      <dgm:prSet phldrT="[Text]" phldr="0" custT="1"/>
      <dgm:spPr/>
      <dgm:t>
        <a:bodyPr/>
        <a:lstStyle/>
        <a:p>
          <a:r>
            <a:rPr lang="en-GB" sz="1100" b="0" dirty="0"/>
            <a:t>Quality Engineering</a:t>
          </a:r>
        </a:p>
      </dgm:t>
    </dgm:pt>
    <dgm:pt modelId="{ADD20841-EE38-4DDE-8398-669168D9D76B}" type="parTrans" cxnId="{57B68CE7-C080-4A78-BCB1-AFC46D3502C1}">
      <dgm:prSet/>
      <dgm:spPr/>
      <dgm:t>
        <a:bodyPr/>
        <a:lstStyle/>
        <a:p>
          <a:endParaRPr lang="en-GB" b="0"/>
        </a:p>
      </dgm:t>
    </dgm:pt>
    <dgm:pt modelId="{18064016-5880-465D-B202-A32FE3FD5ECB}" type="sibTrans" cxnId="{57B68CE7-C080-4A78-BCB1-AFC46D3502C1}">
      <dgm:prSet/>
      <dgm:spPr/>
      <dgm:t>
        <a:bodyPr/>
        <a:lstStyle/>
        <a:p>
          <a:endParaRPr lang="en-GB" b="0"/>
        </a:p>
      </dgm:t>
    </dgm:pt>
    <dgm:pt modelId="{71240423-9FF6-4074-A6D4-B3E0DB7DF75F}">
      <dgm:prSet phldrT="[Text]" phldr="0" custT="1"/>
      <dgm:spPr/>
      <dgm:t>
        <a:bodyPr/>
        <a:lstStyle/>
        <a:p>
          <a:r>
            <a:rPr lang="en-GB" sz="1100" b="0" dirty="0"/>
            <a:t>Configuration</a:t>
          </a:r>
        </a:p>
      </dgm:t>
    </dgm:pt>
    <dgm:pt modelId="{CFF2ABAD-A609-426B-B85E-05F53550E2F5}" type="parTrans" cxnId="{1E04B4B5-3EF1-4D5A-B31D-8E97C3AEC7D8}">
      <dgm:prSet/>
      <dgm:spPr/>
      <dgm:t>
        <a:bodyPr/>
        <a:lstStyle/>
        <a:p>
          <a:endParaRPr lang="en-GB" b="0"/>
        </a:p>
      </dgm:t>
    </dgm:pt>
    <dgm:pt modelId="{12B13477-1E4F-40BF-8650-3F8B4E3C9BA1}" type="sibTrans" cxnId="{1E04B4B5-3EF1-4D5A-B31D-8E97C3AEC7D8}">
      <dgm:prSet/>
      <dgm:spPr/>
      <dgm:t>
        <a:bodyPr/>
        <a:lstStyle/>
        <a:p>
          <a:endParaRPr lang="en-GB" b="0"/>
        </a:p>
      </dgm:t>
    </dgm:pt>
    <dgm:pt modelId="{A0366861-AAF1-44A9-81CA-8DA399644F3F}">
      <dgm:prSet phldrT="[Text]" phldr="0" custT="1"/>
      <dgm:spPr/>
      <dgm:t>
        <a:bodyPr/>
        <a:lstStyle/>
        <a:p>
          <a:r>
            <a:rPr lang="en-GB" sz="1100" b="0" dirty="0"/>
            <a:t>Activity Definition</a:t>
          </a:r>
        </a:p>
      </dgm:t>
    </dgm:pt>
    <dgm:pt modelId="{05083140-64EC-4019-AD35-75301B9F4621}" type="parTrans" cxnId="{6195E03A-3507-405A-BEEF-D9DF6B5CC6CA}">
      <dgm:prSet/>
      <dgm:spPr/>
      <dgm:t>
        <a:bodyPr/>
        <a:lstStyle/>
        <a:p>
          <a:endParaRPr lang="en-GB" b="0"/>
        </a:p>
      </dgm:t>
    </dgm:pt>
    <dgm:pt modelId="{0D377195-4138-4D09-9305-357D293200B6}" type="sibTrans" cxnId="{6195E03A-3507-405A-BEEF-D9DF6B5CC6CA}">
      <dgm:prSet/>
      <dgm:spPr/>
      <dgm:t>
        <a:bodyPr/>
        <a:lstStyle/>
        <a:p>
          <a:endParaRPr lang="en-GB" b="0"/>
        </a:p>
      </dgm:t>
    </dgm:pt>
    <dgm:pt modelId="{0498211A-24DE-40FF-9F6F-85781338BA3E}">
      <dgm:prSet phldrT="[Text]" phldr="0" custT="1"/>
      <dgm:spPr/>
      <dgm:t>
        <a:bodyPr/>
        <a:lstStyle/>
        <a:p>
          <a:r>
            <a:rPr lang="en-GB" sz="1100" b="0" dirty="0"/>
            <a:t>Activity Sequencing</a:t>
          </a:r>
        </a:p>
      </dgm:t>
    </dgm:pt>
    <dgm:pt modelId="{70F81884-8321-4CCF-AC05-06B82066AA94}" type="parTrans" cxnId="{22A3EB66-56B6-4A93-9455-AEAD23282A59}">
      <dgm:prSet/>
      <dgm:spPr/>
      <dgm:t>
        <a:bodyPr/>
        <a:lstStyle/>
        <a:p>
          <a:endParaRPr lang="en-GB" b="0"/>
        </a:p>
      </dgm:t>
    </dgm:pt>
    <dgm:pt modelId="{2101895A-85A2-478D-B329-CA3BD7621649}" type="sibTrans" cxnId="{22A3EB66-56B6-4A93-9455-AEAD23282A59}">
      <dgm:prSet/>
      <dgm:spPr/>
      <dgm:t>
        <a:bodyPr/>
        <a:lstStyle/>
        <a:p>
          <a:endParaRPr lang="en-GB" b="0"/>
        </a:p>
      </dgm:t>
    </dgm:pt>
    <dgm:pt modelId="{7253B887-1666-4EC7-AEC6-BFA2393A95E9}">
      <dgm:prSet phldrT="[Text]" phldr="0" custT="1"/>
      <dgm:spPr/>
      <dgm:t>
        <a:bodyPr/>
        <a:lstStyle/>
        <a:p>
          <a:r>
            <a:rPr lang="en-GB" sz="1100" b="0"/>
            <a:t>Activity Resource Estimation</a:t>
          </a:r>
          <a:endParaRPr lang="en-GB" sz="1100" b="0" dirty="0"/>
        </a:p>
      </dgm:t>
    </dgm:pt>
    <dgm:pt modelId="{8D359BDB-7759-432E-B0CD-773DAED18C9C}" type="parTrans" cxnId="{DB7DACBC-A5CA-423E-AF28-651FEFEC2F53}">
      <dgm:prSet/>
      <dgm:spPr/>
      <dgm:t>
        <a:bodyPr/>
        <a:lstStyle/>
        <a:p>
          <a:endParaRPr lang="en-GB" b="0"/>
        </a:p>
      </dgm:t>
    </dgm:pt>
    <dgm:pt modelId="{A2E987C3-5777-4D7F-866E-669B9F7970E1}" type="sibTrans" cxnId="{DB7DACBC-A5CA-423E-AF28-651FEFEC2F53}">
      <dgm:prSet/>
      <dgm:spPr/>
      <dgm:t>
        <a:bodyPr/>
        <a:lstStyle/>
        <a:p>
          <a:endParaRPr lang="en-GB" b="0"/>
        </a:p>
      </dgm:t>
    </dgm:pt>
    <dgm:pt modelId="{30D3EDD2-7DF9-436F-8E92-8C84D32CE494}">
      <dgm:prSet phldrT="[Text]" phldr="0" custT="1"/>
      <dgm:spPr/>
      <dgm:t>
        <a:bodyPr/>
        <a:lstStyle/>
        <a:p>
          <a:r>
            <a:rPr lang="en-GB" sz="1100" b="0"/>
            <a:t>Scheduling</a:t>
          </a:r>
          <a:endParaRPr lang="en-GB" sz="1100" b="0" dirty="0"/>
        </a:p>
      </dgm:t>
    </dgm:pt>
    <dgm:pt modelId="{E17701DB-EB8B-469D-B839-74B06291CA69}" type="parTrans" cxnId="{072620D8-42C7-41EF-9FD6-F830C713AED9}">
      <dgm:prSet/>
      <dgm:spPr/>
      <dgm:t>
        <a:bodyPr/>
        <a:lstStyle/>
        <a:p>
          <a:endParaRPr lang="en-GB" b="0"/>
        </a:p>
      </dgm:t>
    </dgm:pt>
    <dgm:pt modelId="{985C491D-70FD-4682-9904-95C0F3D52F0F}" type="sibTrans" cxnId="{072620D8-42C7-41EF-9FD6-F830C713AED9}">
      <dgm:prSet/>
      <dgm:spPr/>
      <dgm:t>
        <a:bodyPr/>
        <a:lstStyle/>
        <a:p>
          <a:endParaRPr lang="en-GB" b="0"/>
        </a:p>
      </dgm:t>
    </dgm:pt>
    <dgm:pt modelId="{239BAC62-FC6B-496C-8DD9-17AC1ECB7F2B}">
      <dgm:prSet phldrT="[Text]" phldr="0" custT="1"/>
      <dgm:spPr/>
      <dgm:t>
        <a:bodyPr/>
        <a:lstStyle/>
        <a:p>
          <a:r>
            <a:rPr lang="en-GB" sz="1100" b="0"/>
            <a:t>Cost Estimation</a:t>
          </a:r>
          <a:endParaRPr lang="en-GB" sz="1100" b="0" dirty="0"/>
        </a:p>
      </dgm:t>
    </dgm:pt>
    <dgm:pt modelId="{AF46EDCA-F2D6-41A5-ACB0-E3BF9FFF9E6F}" type="parTrans" cxnId="{274F625A-91BF-45D1-87EA-5FC7245D09E9}">
      <dgm:prSet/>
      <dgm:spPr/>
      <dgm:t>
        <a:bodyPr/>
        <a:lstStyle/>
        <a:p>
          <a:endParaRPr lang="en-GB" b="0"/>
        </a:p>
      </dgm:t>
    </dgm:pt>
    <dgm:pt modelId="{EA63B6B3-76FD-4E4C-B68C-36E5B4361407}" type="sibTrans" cxnId="{274F625A-91BF-45D1-87EA-5FC7245D09E9}">
      <dgm:prSet/>
      <dgm:spPr/>
      <dgm:t>
        <a:bodyPr/>
        <a:lstStyle/>
        <a:p>
          <a:endParaRPr lang="en-GB" b="0"/>
        </a:p>
      </dgm:t>
    </dgm:pt>
    <dgm:pt modelId="{F14AA144-3BFA-449F-9136-F1CF46B70F2F}">
      <dgm:prSet phldrT="[Text]" phldr="0" custT="1"/>
      <dgm:spPr/>
      <dgm:t>
        <a:bodyPr/>
        <a:lstStyle/>
        <a:p>
          <a:r>
            <a:rPr lang="en-GB" sz="1100" b="0"/>
            <a:t>Budgeting</a:t>
          </a:r>
          <a:endParaRPr lang="en-GB" sz="1100" b="0" dirty="0"/>
        </a:p>
      </dgm:t>
    </dgm:pt>
    <dgm:pt modelId="{59CDCA63-7EAC-4EA9-88AF-718F0DFFEE85}" type="parTrans" cxnId="{2D7DF889-6DC8-481C-9BAB-D13ED1A83267}">
      <dgm:prSet/>
      <dgm:spPr/>
      <dgm:t>
        <a:bodyPr/>
        <a:lstStyle/>
        <a:p>
          <a:endParaRPr lang="en-GB" b="0"/>
        </a:p>
      </dgm:t>
    </dgm:pt>
    <dgm:pt modelId="{809A071B-7C23-494F-8206-750F42273DB6}" type="sibTrans" cxnId="{2D7DF889-6DC8-481C-9BAB-D13ED1A83267}">
      <dgm:prSet/>
      <dgm:spPr/>
      <dgm:t>
        <a:bodyPr/>
        <a:lstStyle/>
        <a:p>
          <a:endParaRPr lang="en-GB" b="0"/>
        </a:p>
      </dgm:t>
    </dgm:pt>
    <dgm:pt modelId="{127B11BB-26DA-490E-AB73-48BDA5B0A2E8}">
      <dgm:prSet phldrT="[Text]" phldr="0" custT="1"/>
      <dgm:spPr/>
      <dgm:t>
        <a:bodyPr/>
        <a:lstStyle/>
        <a:p>
          <a:r>
            <a:rPr lang="en-GB" sz="1100" b="0" dirty="0"/>
            <a:t>Technology Maturation</a:t>
          </a:r>
        </a:p>
      </dgm:t>
    </dgm:pt>
    <dgm:pt modelId="{3150A41F-A1D7-490A-9882-8AED07E9D248}" type="parTrans" cxnId="{4F2E0E9D-43D7-430D-8E8D-C18E2E8E94B7}">
      <dgm:prSet/>
      <dgm:spPr/>
      <dgm:t>
        <a:bodyPr/>
        <a:lstStyle/>
        <a:p>
          <a:endParaRPr lang="en-GB" b="0"/>
        </a:p>
      </dgm:t>
    </dgm:pt>
    <dgm:pt modelId="{A997DA8D-15AE-408D-A56C-D3690B0150E7}" type="sibTrans" cxnId="{4F2E0E9D-43D7-430D-8E8D-C18E2E8E94B7}">
      <dgm:prSet/>
      <dgm:spPr/>
      <dgm:t>
        <a:bodyPr/>
        <a:lstStyle/>
        <a:p>
          <a:endParaRPr lang="en-GB" b="0"/>
        </a:p>
      </dgm:t>
    </dgm:pt>
    <dgm:pt modelId="{AD9D4F35-BF6E-46B7-948A-95D9F6BC1278}">
      <dgm:prSet phldrT="[Text]" phldr="0" custT="1"/>
      <dgm:spPr/>
      <dgm:t>
        <a:bodyPr/>
        <a:lstStyle/>
        <a:p>
          <a:r>
            <a:rPr lang="en-GB" sz="1100" b="0" dirty="0"/>
            <a:t>Risk Reduction</a:t>
          </a:r>
        </a:p>
      </dgm:t>
    </dgm:pt>
    <dgm:pt modelId="{DB4862E5-1540-41FF-A5DD-F207110FABD7}" type="parTrans" cxnId="{5D60C6B5-E379-4189-98C0-B40DFABFA764}">
      <dgm:prSet/>
      <dgm:spPr/>
      <dgm:t>
        <a:bodyPr/>
        <a:lstStyle/>
        <a:p>
          <a:endParaRPr lang="en-GB" b="0"/>
        </a:p>
      </dgm:t>
    </dgm:pt>
    <dgm:pt modelId="{0DFF601A-A7EF-4A37-ABB2-2CE565D4CB06}" type="sibTrans" cxnId="{5D60C6B5-E379-4189-98C0-B40DFABFA764}">
      <dgm:prSet/>
      <dgm:spPr/>
      <dgm:t>
        <a:bodyPr/>
        <a:lstStyle/>
        <a:p>
          <a:endParaRPr lang="en-GB" b="0"/>
        </a:p>
      </dgm:t>
    </dgm:pt>
    <dgm:pt modelId="{072D3B53-DFAF-4798-8E86-97F2B47CC9A4}">
      <dgm:prSet phldrT="[Text]" phldr="0" custT="1"/>
      <dgm:spPr/>
      <dgm:t>
        <a:bodyPr/>
        <a:lstStyle/>
        <a:p>
          <a:r>
            <a:rPr lang="en-GB" sz="1100" b="0"/>
            <a:t>Knowledge Management</a:t>
          </a:r>
          <a:endParaRPr lang="en-GB" sz="1100" b="0" dirty="0"/>
        </a:p>
      </dgm:t>
    </dgm:pt>
    <dgm:pt modelId="{361C85F4-AB12-481E-A58E-7157C7B93E6D}" type="parTrans" cxnId="{7ECD04A1-5A89-4F84-9AF6-2E52D386626D}">
      <dgm:prSet/>
      <dgm:spPr/>
      <dgm:t>
        <a:bodyPr/>
        <a:lstStyle/>
        <a:p>
          <a:endParaRPr lang="en-GB" b="0"/>
        </a:p>
      </dgm:t>
    </dgm:pt>
    <dgm:pt modelId="{3152EE38-1270-40E4-BBE7-F5752EFF3F4B}" type="sibTrans" cxnId="{7ECD04A1-5A89-4F84-9AF6-2E52D386626D}">
      <dgm:prSet/>
      <dgm:spPr/>
      <dgm:t>
        <a:bodyPr/>
        <a:lstStyle/>
        <a:p>
          <a:endParaRPr lang="en-GB" b="0"/>
        </a:p>
      </dgm:t>
    </dgm:pt>
    <dgm:pt modelId="{70725FEF-262D-448F-A3A1-6B4657A72550}">
      <dgm:prSet phldrT="[Text]" phldr="0" custT="1"/>
      <dgm:spPr/>
      <dgm:t>
        <a:bodyPr/>
        <a:lstStyle/>
        <a:p>
          <a:r>
            <a:rPr lang="en-GB" sz="1100" b="0"/>
            <a:t>Risk Assessment</a:t>
          </a:r>
          <a:endParaRPr lang="en-GB" sz="1100" b="0" dirty="0"/>
        </a:p>
      </dgm:t>
    </dgm:pt>
    <dgm:pt modelId="{97E78D1A-F999-4781-B0E4-D9DCC512825C}" type="parTrans" cxnId="{0C572550-7C83-421A-B7C2-6A58FBC789C9}">
      <dgm:prSet/>
      <dgm:spPr/>
      <dgm:t>
        <a:bodyPr/>
        <a:lstStyle/>
        <a:p>
          <a:endParaRPr lang="en-GB" b="0"/>
        </a:p>
      </dgm:t>
    </dgm:pt>
    <dgm:pt modelId="{FA036131-7B95-4268-877B-BEC7F1733575}" type="sibTrans" cxnId="{0C572550-7C83-421A-B7C2-6A58FBC789C9}">
      <dgm:prSet/>
      <dgm:spPr/>
      <dgm:t>
        <a:bodyPr/>
        <a:lstStyle/>
        <a:p>
          <a:endParaRPr lang="en-GB" b="0"/>
        </a:p>
      </dgm:t>
    </dgm:pt>
    <dgm:pt modelId="{696DCDC6-8B22-46A1-AF8F-70EBD664F2FF}">
      <dgm:prSet phldrT="[Text]" phldr="0" custT="1"/>
      <dgm:spPr/>
      <dgm:t>
        <a:bodyPr/>
        <a:lstStyle/>
        <a:p>
          <a:r>
            <a:rPr lang="en-GB" sz="1100" b="0"/>
            <a:t>Risk Control</a:t>
          </a:r>
          <a:endParaRPr lang="en-GB" sz="1100" b="0" dirty="0"/>
        </a:p>
      </dgm:t>
    </dgm:pt>
    <dgm:pt modelId="{1C1B9037-937F-4DDC-A7EC-ECEB0276EB50}" type="parTrans" cxnId="{7E5809B5-E95D-470D-BF4B-88D0479D0F5A}">
      <dgm:prSet/>
      <dgm:spPr/>
      <dgm:t>
        <a:bodyPr/>
        <a:lstStyle/>
        <a:p>
          <a:endParaRPr lang="en-GB" b="0"/>
        </a:p>
      </dgm:t>
    </dgm:pt>
    <dgm:pt modelId="{DD16BA73-AF53-4D6B-BA07-F2B9B75BEB2B}" type="sibTrans" cxnId="{7E5809B5-E95D-470D-BF4B-88D0479D0F5A}">
      <dgm:prSet/>
      <dgm:spPr/>
      <dgm:t>
        <a:bodyPr/>
        <a:lstStyle/>
        <a:p>
          <a:endParaRPr lang="en-GB" b="0"/>
        </a:p>
      </dgm:t>
    </dgm:pt>
    <dgm:pt modelId="{59D17D15-21B1-43AA-A135-80B73D096370}">
      <dgm:prSet phldrT="[Text]" phldr="0" custT="1"/>
      <dgm:spPr/>
      <dgm:t>
        <a:bodyPr/>
        <a:lstStyle/>
        <a:p>
          <a:r>
            <a:rPr lang="en-GB" sz="1100" b="0"/>
            <a:t>Contract Management</a:t>
          </a:r>
          <a:endParaRPr lang="en-GB" sz="1100" b="0" dirty="0"/>
        </a:p>
      </dgm:t>
    </dgm:pt>
    <dgm:pt modelId="{85346AA1-9468-4A52-8AD3-985765A0D1CD}" type="parTrans" cxnId="{DA237875-74E3-49E6-BE7A-92FC02798514}">
      <dgm:prSet/>
      <dgm:spPr/>
      <dgm:t>
        <a:bodyPr/>
        <a:lstStyle/>
        <a:p>
          <a:endParaRPr lang="en-GB" b="0"/>
        </a:p>
      </dgm:t>
    </dgm:pt>
    <dgm:pt modelId="{0D9BE029-9588-4570-A7E3-431D7126F3A7}" type="sibTrans" cxnId="{DA237875-74E3-49E6-BE7A-92FC02798514}">
      <dgm:prSet/>
      <dgm:spPr/>
      <dgm:t>
        <a:bodyPr/>
        <a:lstStyle/>
        <a:p>
          <a:endParaRPr lang="en-GB" b="0"/>
        </a:p>
      </dgm:t>
    </dgm:pt>
    <dgm:pt modelId="{5AA540D9-40A0-4A28-896F-06717A55EF70}">
      <dgm:prSet phldrT="[Text]" phldr="0" custT="1"/>
      <dgm:spPr/>
      <dgm:t>
        <a:bodyPr/>
        <a:lstStyle/>
        <a:p>
          <a:r>
            <a:rPr lang="en-GB" sz="1100" b="0"/>
            <a:t>Procurement</a:t>
          </a:r>
          <a:endParaRPr lang="en-GB" sz="1100" b="0" dirty="0"/>
        </a:p>
      </dgm:t>
    </dgm:pt>
    <dgm:pt modelId="{D8B72039-F82F-4FC3-A0D7-5655717CF323}" type="parTrans" cxnId="{D47D6CCF-167F-4A28-975F-DFE2FB0370E8}">
      <dgm:prSet/>
      <dgm:spPr/>
      <dgm:t>
        <a:bodyPr/>
        <a:lstStyle/>
        <a:p>
          <a:endParaRPr lang="en-GB" b="0"/>
        </a:p>
      </dgm:t>
    </dgm:pt>
    <dgm:pt modelId="{89EA0A9B-E67A-4557-A637-EC73EDEEE5E0}" type="sibTrans" cxnId="{D47D6CCF-167F-4A28-975F-DFE2FB0370E8}">
      <dgm:prSet/>
      <dgm:spPr/>
      <dgm:t>
        <a:bodyPr/>
        <a:lstStyle/>
        <a:p>
          <a:endParaRPr lang="en-GB" b="0"/>
        </a:p>
      </dgm:t>
    </dgm:pt>
    <dgm:pt modelId="{BF52B4C2-B809-4ECE-BFE6-115109681AE1}">
      <dgm:prSet phldrT="[Text]" phldr="0" custT="1"/>
      <dgm:spPr/>
      <dgm:t>
        <a:bodyPr/>
        <a:lstStyle/>
        <a:p>
          <a:r>
            <a:rPr lang="en-GB" sz="1100" b="0"/>
            <a:t>Benefit Management</a:t>
          </a:r>
          <a:endParaRPr lang="en-GB" sz="1100" b="0" dirty="0"/>
        </a:p>
      </dgm:t>
    </dgm:pt>
    <dgm:pt modelId="{306AAB1F-7DEC-4876-A9EC-156ECFDD17BD}" type="parTrans" cxnId="{738FF033-A788-42DF-9DFC-20714FD2F1DD}">
      <dgm:prSet/>
      <dgm:spPr/>
      <dgm:t>
        <a:bodyPr/>
        <a:lstStyle/>
        <a:p>
          <a:endParaRPr lang="en-GB" b="0"/>
        </a:p>
      </dgm:t>
    </dgm:pt>
    <dgm:pt modelId="{3082B56B-A295-4F7D-883E-B582CE6375B0}" type="sibTrans" cxnId="{738FF033-A788-42DF-9DFC-20714FD2F1DD}">
      <dgm:prSet/>
      <dgm:spPr/>
      <dgm:t>
        <a:bodyPr/>
        <a:lstStyle/>
        <a:p>
          <a:endParaRPr lang="en-GB" b="0"/>
        </a:p>
      </dgm:t>
    </dgm:pt>
    <dgm:pt modelId="{9650BED9-9C06-49EA-8F1B-AFA896D023C2}" type="pres">
      <dgm:prSet presAssocID="{4D1A2BC3-2877-470B-819E-DE57EBDAFC6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0C9370-42A9-4113-8B8D-FA06BD9A216F}" type="pres">
      <dgm:prSet presAssocID="{BED37B92-349A-48EB-8A63-0926D1E88081}" presName="root" presStyleCnt="0"/>
      <dgm:spPr/>
    </dgm:pt>
    <dgm:pt modelId="{AA1F660B-A64C-451D-A9B1-739683D7DFB0}" type="pres">
      <dgm:prSet presAssocID="{BED37B92-349A-48EB-8A63-0926D1E88081}" presName="rootComposite" presStyleCnt="0"/>
      <dgm:spPr/>
    </dgm:pt>
    <dgm:pt modelId="{CC061081-7561-43BE-ABCB-C502BC6731F2}" type="pres">
      <dgm:prSet presAssocID="{BED37B92-349A-48EB-8A63-0926D1E88081}" presName="rootText" presStyleLbl="node1" presStyleIdx="0" presStyleCnt="7"/>
      <dgm:spPr/>
    </dgm:pt>
    <dgm:pt modelId="{23EAC253-60A2-4C8A-BC0D-52329CC11300}" type="pres">
      <dgm:prSet presAssocID="{BED37B92-349A-48EB-8A63-0926D1E88081}" presName="rootConnector" presStyleLbl="node1" presStyleIdx="0" presStyleCnt="7"/>
      <dgm:spPr/>
    </dgm:pt>
    <dgm:pt modelId="{4B174BEF-8F6D-4266-8762-BE0EAA34E5E5}" type="pres">
      <dgm:prSet presAssocID="{BED37B92-349A-48EB-8A63-0926D1E88081}" presName="childShape" presStyleCnt="0"/>
      <dgm:spPr/>
    </dgm:pt>
    <dgm:pt modelId="{6D4F6910-4FDE-4E02-93C5-04CB880BC701}" type="pres">
      <dgm:prSet presAssocID="{3EB455FE-0AE0-4675-A470-4F5E3F1E605C}" presName="Name13" presStyleLbl="parChTrans1D2" presStyleIdx="0" presStyleCnt="25"/>
      <dgm:spPr/>
    </dgm:pt>
    <dgm:pt modelId="{BDEF555D-49EC-4928-A14D-B5ED02EC1F38}" type="pres">
      <dgm:prSet presAssocID="{2ECCD4E4-96EE-4F11-A6C5-1DDEDF469A62}" presName="childText" presStyleLbl="bgAcc1" presStyleIdx="0" presStyleCnt="25">
        <dgm:presLayoutVars>
          <dgm:bulletEnabled val="1"/>
        </dgm:presLayoutVars>
      </dgm:prSet>
      <dgm:spPr/>
    </dgm:pt>
    <dgm:pt modelId="{EA1F8F39-B895-44AD-8170-F04D46A002DC}" type="pres">
      <dgm:prSet presAssocID="{1C57009F-EBAE-4AC2-B8B4-50BCC1B9803F}" presName="Name13" presStyleLbl="parChTrans1D2" presStyleIdx="1" presStyleCnt="25"/>
      <dgm:spPr/>
    </dgm:pt>
    <dgm:pt modelId="{BD56E421-3519-4E50-BAFA-DF3C976F1F60}" type="pres">
      <dgm:prSet presAssocID="{80BF6532-6CAF-4606-8F7B-FA833983E7B4}" presName="childText" presStyleLbl="bgAcc1" presStyleIdx="1" presStyleCnt="25">
        <dgm:presLayoutVars>
          <dgm:bulletEnabled val="1"/>
        </dgm:presLayoutVars>
      </dgm:prSet>
      <dgm:spPr/>
    </dgm:pt>
    <dgm:pt modelId="{3F68D055-CDAC-427B-9D1E-71CEA56686D7}" type="pres">
      <dgm:prSet presAssocID="{4351EFF4-DD48-4801-993C-8D8674976A63}" presName="Name13" presStyleLbl="parChTrans1D2" presStyleIdx="2" presStyleCnt="25"/>
      <dgm:spPr/>
    </dgm:pt>
    <dgm:pt modelId="{31678F65-58E0-4634-B905-60A7CCD97B83}" type="pres">
      <dgm:prSet presAssocID="{A229E3EC-D64F-4CD8-9C78-3FAB02FF4479}" presName="childText" presStyleLbl="bgAcc1" presStyleIdx="2" presStyleCnt="25">
        <dgm:presLayoutVars>
          <dgm:bulletEnabled val="1"/>
        </dgm:presLayoutVars>
      </dgm:prSet>
      <dgm:spPr/>
    </dgm:pt>
    <dgm:pt modelId="{3304931C-41F5-448F-B60C-B747F07BA49B}" type="pres">
      <dgm:prSet presAssocID="{FF120816-B21D-4A85-934B-D08D7303EB7D}" presName="Name13" presStyleLbl="parChTrans1D2" presStyleIdx="3" presStyleCnt="25"/>
      <dgm:spPr/>
    </dgm:pt>
    <dgm:pt modelId="{000EA6F4-978C-4EF1-8815-7D76AE74F0A1}" type="pres">
      <dgm:prSet presAssocID="{AD2A0DA8-DE3A-452A-A4CE-09950F63D2C3}" presName="childText" presStyleLbl="bgAcc1" presStyleIdx="3" presStyleCnt="25">
        <dgm:presLayoutVars>
          <dgm:bulletEnabled val="1"/>
        </dgm:presLayoutVars>
      </dgm:prSet>
      <dgm:spPr/>
    </dgm:pt>
    <dgm:pt modelId="{F7B5829F-DADA-4753-B920-0DAB0239BF5C}" type="pres">
      <dgm:prSet presAssocID="{9E7EAC3A-E3D2-40BD-A540-AC741C5F2C17}" presName="Name13" presStyleLbl="parChTrans1D2" presStyleIdx="4" presStyleCnt="25"/>
      <dgm:spPr/>
    </dgm:pt>
    <dgm:pt modelId="{8BC8A068-BE86-46BD-809F-4F44DCD8D31C}" type="pres">
      <dgm:prSet presAssocID="{52108DA4-5ED6-4F00-A276-FB393A82CFB7}" presName="childText" presStyleLbl="bgAcc1" presStyleIdx="4" presStyleCnt="25">
        <dgm:presLayoutVars>
          <dgm:bulletEnabled val="1"/>
        </dgm:presLayoutVars>
      </dgm:prSet>
      <dgm:spPr/>
    </dgm:pt>
    <dgm:pt modelId="{C0E5D130-E59A-46DD-B880-F4A1824E290C}" type="pres">
      <dgm:prSet presAssocID="{86AD72A5-2397-40C4-BD0E-94AF1E98294A}" presName="root" presStyleCnt="0"/>
      <dgm:spPr/>
    </dgm:pt>
    <dgm:pt modelId="{1F0AE168-6229-4749-8964-FA1548C70492}" type="pres">
      <dgm:prSet presAssocID="{86AD72A5-2397-40C4-BD0E-94AF1E98294A}" presName="rootComposite" presStyleCnt="0"/>
      <dgm:spPr/>
    </dgm:pt>
    <dgm:pt modelId="{A15770EA-993E-4379-8C51-A773FE471D7C}" type="pres">
      <dgm:prSet presAssocID="{86AD72A5-2397-40C4-BD0E-94AF1E98294A}" presName="rootText" presStyleLbl="node1" presStyleIdx="1" presStyleCnt="7"/>
      <dgm:spPr/>
    </dgm:pt>
    <dgm:pt modelId="{FF4A189E-EFA7-45CA-9019-91577D677A59}" type="pres">
      <dgm:prSet presAssocID="{86AD72A5-2397-40C4-BD0E-94AF1E98294A}" presName="rootConnector" presStyleLbl="node1" presStyleIdx="1" presStyleCnt="7"/>
      <dgm:spPr/>
    </dgm:pt>
    <dgm:pt modelId="{C5579075-3A87-49A9-80C8-09E93F2FD24D}" type="pres">
      <dgm:prSet presAssocID="{86AD72A5-2397-40C4-BD0E-94AF1E98294A}" presName="childShape" presStyleCnt="0"/>
      <dgm:spPr/>
    </dgm:pt>
    <dgm:pt modelId="{4B9F8534-7A2D-451B-B7FC-9FEB1FA31215}" type="pres">
      <dgm:prSet presAssocID="{06D89715-1C2C-434C-9856-97C7972F6677}" presName="Name13" presStyleLbl="parChTrans1D2" presStyleIdx="5" presStyleCnt="25"/>
      <dgm:spPr/>
    </dgm:pt>
    <dgm:pt modelId="{536952B2-426A-408D-B9D3-63FD7E847698}" type="pres">
      <dgm:prSet presAssocID="{A117EA55-3054-41D0-AB9A-7A3BF3F6CE39}" presName="childText" presStyleLbl="bgAcc1" presStyleIdx="5" presStyleCnt="25">
        <dgm:presLayoutVars>
          <dgm:bulletEnabled val="1"/>
        </dgm:presLayoutVars>
      </dgm:prSet>
      <dgm:spPr/>
    </dgm:pt>
    <dgm:pt modelId="{765265AA-BB6C-43D6-8403-59882AB27CA4}" type="pres">
      <dgm:prSet presAssocID="{2E6BECAF-864D-4B2F-8338-FA270D0D080C}" presName="Name13" presStyleLbl="parChTrans1D2" presStyleIdx="6" presStyleCnt="25"/>
      <dgm:spPr/>
    </dgm:pt>
    <dgm:pt modelId="{5D8A7B48-A00A-426C-BFAC-F2910070C2D2}" type="pres">
      <dgm:prSet presAssocID="{80F2AADC-A222-4090-8ECF-B1852B18EAEA}" presName="childText" presStyleLbl="bgAcc1" presStyleIdx="6" presStyleCnt="25">
        <dgm:presLayoutVars>
          <dgm:bulletEnabled val="1"/>
        </dgm:presLayoutVars>
      </dgm:prSet>
      <dgm:spPr/>
    </dgm:pt>
    <dgm:pt modelId="{465B4381-0FD6-4FA2-B577-41053FA05D1E}" type="pres">
      <dgm:prSet presAssocID="{A76FDC46-5B56-472D-BF42-D13D314C0667}" presName="Name13" presStyleLbl="parChTrans1D2" presStyleIdx="7" presStyleCnt="25"/>
      <dgm:spPr/>
    </dgm:pt>
    <dgm:pt modelId="{606FE7E3-0F86-42D2-BC0E-744B790F92CF}" type="pres">
      <dgm:prSet presAssocID="{2E04F294-FACE-4E93-8F86-D78932D79311}" presName="childText" presStyleLbl="bgAcc1" presStyleIdx="7" presStyleCnt="25">
        <dgm:presLayoutVars>
          <dgm:bulletEnabled val="1"/>
        </dgm:presLayoutVars>
      </dgm:prSet>
      <dgm:spPr/>
    </dgm:pt>
    <dgm:pt modelId="{1C722E57-7698-4A04-8410-6BC9C610EA09}" type="pres">
      <dgm:prSet presAssocID="{8DA2F99D-A55E-488F-903F-3F5EE343283E}" presName="Name13" presStyleLbl="parChTrans1D2" presStyleIdx="8" presStyleCnt="25"/>
      <dgm:spPr/>
    </dgm:pt>
    <dgm:pt modelId="{0B40126A-223D-4553-A3E3-4C765F692B61}" type="pres">
      <dgm:prSet presAssocID="{EA21EAEB-7408-4B31-8B96-60791B5F8FA7}" presName="childText" presStyleLbl="bgAcc1" presStyleIdx="8" presStyleCnt="25">
        <dgm:presLayoutVars>
          <dgm:bulletEnabled val="1"/>
        </dgm:presLayoutVars>
      </dgm:prSet>
      <dgm:spPr/>
    </dgm:pt>
    <dgm:pt modelId="{6A9B4745-87FA-40CA-BC31-365CBE47E4E1}" type="pres">
      <dgm:prSet presAssocID="{C50B6C89-931C-4FC0-A924-8359716E58FB}" presName="root" presStyleCnt="0"/>
      <dgm:spPr/>
    </dgm:pt>
    <dgm:pt modelId="{717ACCC3-1ED0-48CC-A4FE-08038B03D24A}" type="pres">
      <dgm:prSet presAssocID="{C50B6C89-931C-4FC0-A924-8359716E58FB}" presName="rootComposite" presStyleCnt="0"/>
      <dgm:spPr/>
    </dgm:pt>
    <dgm:pt modelId="{5485766A-2322-4793-B5F3-75836ABF28D6}" type="pres">
      <dgm:prSet presAssocID="{C50B6C89-931C-4FC0-A924-8359716E58FB}" presName="rootText" presStyleLbl="node1" presStyleIdx="2" presStyleCnt="7"/>
      <dgm:spPr/>
    </dgm:pt>
    <dgm:pt modelId="{78090C51-1AE4-45DD-B071-63C9129EE266}" type="pres">
      <dgm:prSet presAssocID="{C50B6C89-931C-4FC0-A924-8359716E58FB}" presName="rootConnector" presStyleLbl="node1" presStyleIdx="2" presStyleCnt="7"/>
      <dgm:spPr/>
    </dgm:pt>
    <dgm:pt modelId="{D09E1415-B304-4F7E-8F1C-B98A22460EC3}" type="pres">
      <dgm:prSet presAssocID="{C50B6C89-931C-4FC0-A924-8359716E58FB}" presName="childShape" presStyleCnt="0"/>
      <dgm:spPr/>
    </dgm:pt>
    <dgm:pt modelId="{6E06F5C8-9D48-4D3D-865F-110F0429CD85}" type="pres">
      <dgm:prSet presAssocID="{CFF2ABAD-A609-426B-B85E-05F53550E2F5}" presName="Name13" presStyleLbl="parChTrans1D2" presStyleIdx="9" presStyleCnt="25"/>
      <dgm:spPr/>
    </dgm:pt>
    <dgm:pt modelId="{97689BA2-C7AD-4654-8091-ED2AAA5F0957}" type="pres">
      <dgm:prSet presAssocID="{71240423-9FF6-4074-A6D4-B3E0DB7DF75F}" presName="childText" presStyleLbl="bgAcc1" presStyleIdx="9" presStyleCnt="25">
        <dgm:presLayoutVars>
          <dgm:bulletEnabled val="1"/>
        </dgm:presLayoutVars>
      </dgm:prSet>
      <dgm:spPr/>
    </dgm:pt>
    <dgm:pt modelId="{007B4C7C-B648-437E-A6E6-4B20DBC96445}" type="pres">
      <dgm:prSet presAssocID="{ADD20841-EE38-4DDE-8398-669168D9D76B}" presName="Name13" presStyleLbl="parChTrans1D2" presStyleIdx="10" presStyleCnt="25"/>
      <dgm:spPr/>
    </dgm:pt>
    <dgm:pt modelId="{4762A4ED-A798-458B-9E16-68F7DE5F983A}" type="pres">
      <dgm:prSet presAssocID="{318144B5-1291-4F63-8493-88482F2AFB88}" presName="childText" presStyleLbl="bgAcc1" presStyleIdx="10" presStyleCnt="25">
        <dgm:presLayoutVars>
          <dgm:bulletEnabled val="1"/>
        </dgm:presLayoutVars>
      </dgm:prSet>
      <dgm:spPr/>
    </dgm:pt>
    <dgm:pt modelId="{D639ADCD-2730-47A6-B21C-A35B77DC7F5C}" type="pres">
      <dgm:prSet presAssocID="{D038F21F-E2B5-4389-BBF3-8FAB377E5098}" presName="root" presStyleCnt="0"/>
      <dgm:spPr/>
    </dgm:pt>
    <dgm:pt modelId="{6B415F7E-F02F-428F-99F2-D08A9D3B31AC}" type="pres">
      <dgm:prSet presAssocID="{D038F21F-E2B5-4389-BBF3-8FAB377E5098}" presName="rootComposite" presStyleCnt="0"/>
      <dgm:spPr/>
    </dgm:pt>
    <dgm:pt modelId="{B011D82B-A267-49B4-88A5-E757CECE903C}" type="pres">
      <dgm:prSet presAssocID="{D038F21F-E2B5-4389-BBF3-8FAB377E5098}" presName="rootText" presStyleLbl="node1" presStyleIdx="3" presStyleCnt="7"/>
      <dgm:spPr/>
    </dgm:pt>
    <dgm:pt modelId="{D41FB3FD-AE86-456F-8985-0A7799C7709E}" type="pres">
      <dgm:prSet presAssocID="{D038F21F-E2B5-4389-BBF3-8FAB377E5098}" presName="rootConnector" presStyleLbl="node1" presStyleIdx="3" presStyleCnt="7"/>
      <dgm:spPr/>
    </dgm:pt>
    <dgm:pt modelId="{BA02EA62-1BEB-4323-93F7-CC96A1E25AC1}" type="pres">
      <dgm:prSet presAssocID="{D038F21F-E2B5-4389-BBF3-8FAB377E5098}" presName="childShape" presStyleCnt="0"/>
      <dgm:spPr/>
    </dgm:pt>
    <dgm:pt modelId="{51027E58-304E-4E7C-B2F8-07091EBC3564}" type="pres">
      <dgm:prSet presAssocID="{05083140-64EC-4019-AD35-75301B9F4621}" presName="Name13" presStyleLbl="parChTrans1D2" presStyleIdx="11" presStyleCnt="25"/>
      <dgm:spPr/>
    </dgm:pt>
    <dgm:pt modelId="{BFA23FCB-56C5-45A3-9B31-FC195627109C}" type="pres">
      <dgm:prSet presAssocID="{A0366861-AAF1-44A9-81CA-8DA399644F3F}" presName="childText" presStyleLbl="bgAcc1" presStyleIdx="11" presStyleCnt="25">
        <dgm:presLayoutVars>
          <dgm:bulletEnabled val="1"/>
        </dgm:presLayoutVars>
      </dgm:prSet>
      <dgm:spPr/>
    </dgm:pt>
    <dgm:pt modelId="{00821255-CC62-472F-A8A8-C32738F92FA8}" type="pres">
      <dgm:prSet presAssocID="{70F81884-8321-4CCF-AC05-06B82066AA94}" presName="Name13" presStyleLbl="parChTrans1D2" presStyleIdx="12" presStyleCnt="25"/>
      <dgm:spPr/>
    </dgm:pt>
    <dgm:pt modelId="{7023C5CC-A3DF-486C-A47A-1D90523502AA}" type="pres">
      <dgm:prSet presAssocID="{0498211A-24DE-40FF-9F6F-85781338BA3E}" presName="childText" presStyleLbl="bgAcc1" presStyleIdx="12" presStyleCnt="25">
        <dgm:presLayoutVars>
          <dgm:bulletEnabled val="1"/>
        </dgm:presLayoutVars>
      </dgm:prSet>
      <dgm:spPr/>
    </dgm:pt>
    <dgm:pt modelId="{0C4A578D-5610-4D5C-964B-B961FB1C2FD4}" type="pres">
      <dgm:prSet presAssocID="{8D359BDB-7759-432E-B0CD-773DAED18C9C}" presName="Name13" presStyleLbl="parChTrans1D2" presStyleIdx="13" presStyleCnt="25"/>
      <dgm:spPr/>
    </dgm:pt>
    <dgm:pt modelId="{F23A2F50-D359-408B-914E-381D1392F66C}" type="pres">
      <dgm:prSet presAssocID="{7253B887-1666-4EC7-AEC6-BFA2393A95E9}" presName="childText" presStyleLbl="bgAcc1" presStyleIdx="13" presStyleCnt="25">
        <dgm:presLayoutVars>
          <dgm:bulletEnabled val="1"/>
        </dgm:presLayoutVars>
      </dgm:prSet>
      <dgm:spPr/>
    </dgm:pt>
    <dgm:pt modelId="{804A79C3-1FFA-44B6-8B0F-5313CFB601B0}" type="pres">
      <dgm:prSet presAssocID="{E17701DB-EB8B-469D-B839-74B06291CA69}" presName="Name13" presStyleLbl="parChTrans1D2" presStyleIdx="14" presStyleCnt="25"/>
      <dgm:spPr/>
    </dgm:pt>
    <dgm:pt modelId="{1CD8E5C9-A1CE-4A6C-85B0-04246B9763D0}" type="pres">
      <dgm:prSet presAssocID="{30D3EDD2-7DF9-436F-8E92-8C84D32CE494}" presName="childText" presStyleLbl="bgAcc1" presStyleIdx="14" presStyleCnt="25">
        <dgm:presLayoutVars>
          <dgm:bulletEnabled val="1"/>
        </dgm:presLayoutVars>
      </dgm:prSet>
      <dgm:spPr/>
    </dgm:pt>
    <dgm:pt modelId="{0BAC0BD0-F938-45AA-AA12-B78DBFE8819F}" type="pres">
      <dgm:prSet presAssocID="{AF46EDCA-F2D6-41A5-ACB0-E3BF9FFF9E6F}" presName="Name13" presStyleLbl="parChTrans1D2" presStyleIdx="15" presStyleCnt="25"/>
      <dgm:spPr/>
    </dgm:pt>
    <dgm:pt modelId="{CC978986-4146-4FB1-AAC6-0EC5C56F9BE7}" type="pres">
      <dgm:prSet presAssocID="{239BAC62-FC6B-496C-8DD9-17AC1ECB7F2B}" presName="childText" presStyleLbl="bgAcc1" presStyleIdx="15" presStyleCnt="25">
        <dgm:presLayoutVars>
          <dgm:bulletEnabled val="1"/>
        </dgm:presLayoutVars>
      </dgm:prSet>
      <dgm:spPr/>
    </dgm:pt>
    <dgm:pt modelId="{F1EA4875-8106-4E3C-B90E-0067FDB58B42}" type="pres">
      <dgm:prSet presAssocID="{59CDCA63-7EAC-4EA9-88AF-718F0DFFEE85}" presName="Name13" presStyleLbl="parChTrans1D2" presStyleIdx="16" presStyleCnt="25"/>
      <dgm:spPr/>
    </dgm:pt>
    <dgm:pt modelId="{C4181EF7-2BD8-4538-BD8C-A43DC5AA81E8}" type="pres">
      <dgm:prSet presAssocID="{F14AA144-3BFA-449F-9136-F1CF46B70F2F}" presName="childText" presStyleLbl="bgAcc1" presStyleIdx="16" presStyleCnt="25">
        <dgm:presLayoutVars>
          <dgm:bulletEnabled val="1"/>
        </dgm:presLayoutVars>
      </dgm:prSet>
      <dgm:spPr/>
    </dgm:pt>
    <dgm:pt modelId="{4889E05C-8115-4817-BC74-C2FA6EC904AD}" type="pres">
      <dgm:prSet presAssocID="{1D429B71-8D16-47DA-9FC9-BEFA79186AB8}" presName="root" presStyleCnt="0"/>
      <dgm:spPr/>
    </dgm:pt>
    <dgm:pt modelId="{D3ECCD88-FF90-429D-AD6B-8B4634F91204}" type="pres">
      <dgm:prSet presAssocID="{1D429B71-8D16-47DA-9FC9-BEFA79186AB8}" presName="rootComposite" presStyleCnt="0"/>
      <dgm:spPr/>
    </dgm:pt>
    <dgm:pt modelId="{B235B9CD-454E-4A3F-AAD0-53FC6E737E5B}" type="pres">
      <dgm:prSet presAssocID="{1D429B71-8D16-47DA-9FC9-BEFA79186AB8}" presName="rootText" presStyleLbl="node1" presStyleIdx="4" presStyleCnt="7"/>
      <dgm:spPr/>
    </dgm:pt>
    <dgm:pt modelId="{B03375E4-98F7-4EFF-9AFA-00CDF0E60924}" type="pres">
      <dgm:prSet presAssocID="{1D429B71-8D16-47DA-9FC9-BEFA79186AB8}" presName="rootConnector" presStyleLbl="node1" presStyleIdx="4" presStyleCnt="7"/>
      <dgm:spPr/>
    </dgm:pt>
    <dgm:pt modelId="{24BA42E2-056A-4D30-9564-2C2F783737CC}" type="pres">
      <dgm:prSet presAssocID="{1D429B71-8D16-47DA-9FC9-BEFA79186AB8}" presName="childShape" presStyleCnt="0"/>
      <dgm:spPr/>
    </dgm:pt>
    <dgm:pt modelId="{EB67A92D-D38D-49B9-8DFC-7F80CD1EB49D}" type="pres">
      <dgm:prSet presAssocID="{3150A41F-A1D7-490A-9882-8AED07E9D248}" presName="Name13" presStyleLbl="parChTrans1D2" presStyleIdx="17" presStyleCnt="25"/>
      <dgm:spPr/>
    </dgm:pt>
    <dgm:pt modelId="{C919E1C4-48ED-4970-8038-63D0DF609843}" type="pres">
      <dgm:prSet presAssocID="{127B11BB-26DA-490E-AB73-48BDA5B0A2E8}" presName="childText" presStyleLbl="bgAcc1" presStyleIdx="17" presStyleCnt="25">
        <dgm:presLayoutVars>
          <dgm:bulletEnabled val="1"/>
        </dgm:presLayoutVars>
      </dgm:prSet>
      <dgm:spPr/>
    </dgm:pt>
    <dgm:pt modelId="{27C38C8F-63CC-4F2A-B7FC-437A6D426059}" type="pres">
      <dgm:prSet presAssocID="{DB4862E5-1540-41FF-A5DD-F207110FABD7}" presName="Name13" presStyleLbl="parChTrans1D2" presStyleIdx="18" presStyleCnt="25"/>
      <dgm:spPr/>
    </dgm:pt>
    <dgm:pt modelId="{33F431A4-8DAA-4327-A237-FA41A6D3B1C7}" type="pres">
      <dgm:prSet presAssocID="{AD9D4F35-BF6E-46B7-948A-95D9F6BC1278}" presName="childText" presStyleLbl="bgAcc1" presStyleIdx="18" presStyleCnt="25">
        <dgm:presLayoutVars>
          <dgm:bulletEnabled val="1"/>
        </dgm:presLayoutVars>
      </dgm:prSet>
      <dgm:spPr/>
    </dgm:pt>
    <dgm:pt modelId="{038DA083-473B-48A9-86A4-A0A1872D0A16}" type="pres">
      <dgm:prSet presAssocID="{361C85F4-AB12-481E-A58E-7157C7B93E6D}" presName="Name13" presStyleLbl="parChTrans1D2" presStyleIdx="19" presStyleCnt="25"/>
      <dgm:spPr/>
    </dgm:pt>
    <dgm:pt modelId="{86BBB9A2-45EA-4BBF-A170-78454ABEF43A}" type="pres">
      <dgm:prSet presAssocID="{072D3B53-DFAF-4798-8E86-97F2B47CC9A4}" presName="childText" presStyleLbl="bgAcc1" presStyleIdx="19" presStyleCnt="25">
        <dgm:presLayoutVars>
          <dgm:bulletEnabled val="1"/>
        </dgm:presLayoutVars>
      </dgm:prSet>
      <dgm:spPr/>
    </dgm:pt>
    <dgm:pt modelId="{2ECB6E39-7D6C-47BC-A13F-0156617B5C87}" type="pres">
      <dgm:prSet presAssocID="{DC083FFE-A9FA-4F98-B2BB-A5817B1D651E}" presName="root" presStyleCnt="0"/>
      <dgm:spPr/>
    </dgm:pt>
    <dgm:pt modelId="{E9739326-CDA2-479D-B107-6A597753AD50}" type="pres">
      <dgm:prSet presAssocID="{DC083FFE-A9FA-4F98-B2BB-A5817B1D651E}" presName="rootComposite" presStyleCnt="0"/>
      <dgm:spPr/>
    </dgm:pt>
    <dgm:pt modelId="{6BE1124D-35FB-4805-AE14-5E4BBACE167F}" type="pres">
      <dgm:prSet presAssocID="{DC083FFE-A9FA-4F98-B2BB-A5817B1D651E}" presName="rootText" presStyleLbl="node1" presStyleIdx="5" presStyleCnt="7"/>
      <dgm:spPr/>
    </dgm:pt>
    <dgm:pt modelId="{A7F27F00-7E13-42F5-B759-D905829C429D}" type="pres">
      <dgm:prSet presAssocID="{DC083FFE-A9FA-4F98-B2BB-A5817B1D651E}" presName="rootConnector" presStyleLbl="node1" presStyleIdx="5" presStyleCnt="7"/>
      <dgm:spPr/>
    </dgm:pt>
    <dgm:pt modelId="{E0B59B08-7CA3-49C3-841E-A70ACB0ABDD2}" type="pres">
      <dgm:prSet presAssocID="{DC083FFE-A9FA-4F98-B2BB-A5817B1D651E}" presName="childShape" presStyleCnt="0"/>
      <dgm:spPr/>
    </dgm:pt>
    <dgm:pt modelId="{3096A64E-BFEA-4C5D-9C8A-5C6FF50F3BE1}" type="pres">
      <dgm:prSet presAssocID="{97E78D1A-F999-4781-B0E4-D9DCC512825C}" presName="Name13" presStyleLbl="parChTrans1D2" presStyleIdx="20" presStyleCnt="25"/>
      <dgm:spPr/>
    </dgm:pt>
    <dgm:pt modelId="{2FF0BF3F-09AB-4FA9-A2EF-50DC687A29AC}" type="pres">
      <dgm:prSet presAssocID="{70725FEF-262D-448F-A3A1-6B4657A72550}" presName="childText" presStyleLbl="bgAcc1" presStyleIdx="20" presStyleCnt="25">
        <dgm:presLayoutVars>
          <dgm:bulletEnabled val="1"/>
        </dgm:presLayoutVars>
      </dgm:prSet>
      <dgm:spPr/>
    </dgm:pt>
    <dgm:pt modelId="{561BFF0B-AF77-4F3D-9C84-5305529C21BC}" type="pres">
      <dgm:prSet presAssocID="{1C1B9037-937F-4DDC-A7EC-ECEB0276EB50}" presName="Name13" presStyleLbl="parChTrans1D2" presStyleIdx="21" presStyleCnt="25"/>
      <dgm:spPr/>
    </dgm:pt>
    <dgm:pt modelId="{7DA0BD94-59D9-46E7-96C4-68FFEEB46BC5}" type="pres">
      <dgm:prSet presAssocID="{696DCDC6-8B22-46A1-AF8F-70EBD664F2FF}" presName="childText" presStyleLbl="bgAcc1" presStyleIdx="21" presStyleCnt="25">
        <dgm:presLayoutVars>
          <dgm:bulletEnabled val="1"/>
        </dgm:presLayoutVars>
      </dgm:prSet>
      <dgm:spPr/>
    </dgm:pt>
    <dgm:pt modelId="{14DAD070-5B53-47A7-A6E5-A28E86B6D0F5}" type="pres">
      <dgm:prSet presAssocID="{CB58848A-58B8-4452-A3D0-972DBDE0BB1F}" presName="root" presStyleCnt="0"/>
      <dgm:spPr/>
    </dgm:pt>
    <dgm:pt modelId="{8264F161-929A-468F-B599-07420F5C769C}" type="pres">
      <dgm:prSet presAssocID="{CB58848A-58B8-4452-A3D0-972DBDE0BB1F}" presName="rootComposite" presStyleCnt="0"/>
      <dgm:spPr/>
    </dgm:pt>
    <dgm:pt modelId="{9490CB8A-6777-4E5D-9DBD-A3D7FC9A1833}" type="pres">
      <dgm:prSet presAssocID="{CB58848A-58B8-4452-A3D0-972DBDE0BB1F}" presName="rootText" presStyleLbl="node1" presStyleIdx="6" presStyleCnt="7"/>
      <dgm:spPr/>
    </dgm:pt>
    <dgm:pt modelId="{1E95AD4B-8DEF-496B-9FCF-9DA5078E612F}" type="pres">
      <dgm:prSet presAssocID="{CB58848A-58B8-4452-A3D0-972DBDE0BB1F}" presName="rootConnector" presStyleLbl="node1" presStyleIdx="6" presStyleCnt="7"/>
      <dgm:spPr/>
    </dgm:pt>
    <dgm:pt modelId="{331CF041-D3D2-4DE2-A0CB-73A71CA70578}" type="pres">
      <dgm:prSet presAssocID="{CB58848A-58B8-4452-A3D0-972DBDE0BB1F}" presName="childShape" presStyleCnt="0"/>
      <dgm:spPr/>
    </dgm:pt>
    <dgm:pt modelId="{84DAC232-C59D-48EE-88C7-4DA2F52302B5}" type="pres">
      <dgm:prSet presAssocID="{85346AA1-9468-4A52-8AD3-985765A0D1CD}" presName="Name13" presStyleLbl="parChTrans1D2" presStyleIdx="22" presStyleCnt="25"/>
      <dgm:spPr/>
    </dgm:pt>
    <dgm:pt modelId="{8D42C578-B8D1-492D-AE93-1159C4D1F130}" type="pres">
      <dgm:prSet presAssocID="{59D17D15-21B1-43AA-A135-80B73D096370}" presName="childText" presStyleLbl="bgAcc1" presStyleIdx="22" presStyleCnt="25">
        <dgm:presLayoutVars>
          <dgm:bulletEnabled val="1"/>
        </dgm:presLayoutVars>
      </dgm:prSet>
      <dgm:spPr/>
    </dgm:pt>
    <dgm:pt modelId="{90F891AF-998C-4D4C-890B-5964D8930C98}" type="pres">
      <dgm:prSet presAssocID="{D8B72039-F82F-4FC3-A0D7-5655717CF323}" presName="Name13" presStyleLbl="parChTrans1D2" presStyleIdx="23" presStyleCnt="25"/>
      <dgm:spPr/>
    </dgm:pt>
    <dgm:pt modelId="{56001E44-D78A-4471-8FD8-A0BE08295893}" type="pres">
      <dgm:prSet presAssocID="{5AA540D9-40A0-4A28-896F-06717A55EF70}" presName="childText" presStyleLbl="bgAcc1" presStyleIdx="23" presStyleCnt="25">
        <dgm:presLayoutVars>
          <dgm:bulletEnabled val="1"/>
        </dgm:presLayoutVars>
      </dgm:prSet>
      <dgm:spPr/>
    </dgm:pt>
    <dgm:pt modelId="{6514B52A-B762-4BF7-83C1-43003FE0AAB3}" type="pres">
      <dgm:prSet presAssocID="{306AAB1F-7DEC-4876-A9EC-156ECFDD17BD}" presName="Name13" presStyleLbl="parChTrans1D2" presStyleIdx="24" presStyleCnt="25"/>
      <dgm:spPr/>
    </dgm:pt>
    <dgm:pt modelId="{72CF4909-1385-448E-AC65-EEF1703FEB0E}" type="pres">
      <dgm:prSet presAssocID="{BF52B4C2-B809-4ECE-BFE6-115109681AE1}" presName="childText" presStyleLbl="bgAcc1" presStyleIdx="24" presStyleCnt="25">
        <dgm:presLayoutVars>
          <dgm:bulletEnabled val="1"/>
        </dgm:presLayoutVars>
      </dgm:prSet>
      <dgm:spPr/>
    </dgm:pt>
  </dgm:ptLst>
  <dgm:cxnLst>
    <dgm:cxn modelId="{72BE8800-F094-4F65-A2F8-32A0B815EA3A}" type="presOf" srcId="{7253B887-1666-4EC7-AEC6-BFA2393A95E9}" destId="{F23A2F50-D359-408B-914E-381D1392F66C}" srcOrd="0" destOrd="0" presId="urn:microsoft.com/office/officeart/2005/8/layout/hierarchy3"/>
    <dgm:cxn modelId="{4E3F7105-CA3F-4CF1-AA9F-F713FDEA68DE}" type="presOf" srcId="{C50B6C89-931C-4FC0-A924-8359716E58FB}" destId="{5485766A-2322-4793-B5F3-75836ABF28D6}" srcOrd="0" destOrd="0" presId="urn:microsoft.com/office/officeart/2005/8/layout/hierarchy3"/>
    <dgm:cxn modelId="{08372407-ABE0-4705-90E4-84C98AC01B23}" type="presOf" srcId="{1C57009F-EBAE-4AC2-B8B4-50BCC1B9803F}" destId="{EA1F8F39-B895-44AD-8170-F04D46A002DC}" srcOrd="0" destOrd="0" presId="urn:microsoft.com/office/officeart/2005/8/layout/hierarchy3"/>
    <dgm:cxn modelId="{542D7A0A-1F72-4844-9D77-6CB98CFAF249}" type="presOf" srcId="{306AAB1F-7DEC-4876-A9EC-156ECFDD17BD}" destId="{6514B52A-B762-4BF7-83C1-43003FE0AAB3}" srcOrd="0" destOrd="0" presId="urn:microsoft.com/office/officeart/2005/8/layout/hierarchy3"/>
    <dgm:cxn modelId="{E503FA0F-BFBF-48A7-93FE-E85FD926441E}" type="presOf" srcId="{30D3EDD2-7DF9-436F-8E92-8C84D32CE494}" destId="{1CD8E5C9-A1CE-4A6C-85B0-04246B9763D0}" srcOrd="0" destOrd="0" presId="urn:microsoft.com/office/officeart/2005/8/layout/hierarchy3"/>
    <dgm:cxn modelId="{765DBB15-F683-46C9-A40E-FDAE307619D3}" srcId="{BED37B92-349A-48EB-8A63-0926D1E88081}" destId="{2ECCD4E4-96EE-4F11-A6C5-1DDEDF469A62}" srcOrd="0" destOrd="0" parTransId="{3EB455FE-0AE0-4675-A470-4F5E3F1E605C}" sibTransId="{87E5C28A-A420-4267-A799-C3FE2DF85066}"/>
    <dgm:cxn modelId="{6FECF818-3260-4308-ACA2-EA54862311F0}" srcId="{86AD72A5-2397-40C4-BD0E-94AF1E98294A}" destId="{A117EA55-3054-41D0-AB9A-7A3BF3F6CE39}" srcOrd="0" destOrd="0" parTransId="{06D89715-1C2C-434C-9856-97C7972F6677}" sibTransId="{BB6A4D19-631B-4287-8A1F-2037F72A81EC}"/>
    <dgm:cxn modelId="{F8A6FF19-A1B4-49BD-BA0D-21CDF3DD54CB}" type="presOf" srcId="{DB4862E5-1540-41FF-A5DD-F207110FABD7}" destId="{27C38C8F-63CC-4F2A-B7FC-437A6D426059}" srcOrd="0" destOrd="0" presId="urn:microsoft.com/office/officeart/2005/8/layout/hierarchy3"/>
    <dgm:cxn modelId="{E013B01F-E1D3-46D5-A5BC-6B4046189E49}" type="presOf" srcId="{BED37B92-349A-48EB-8A63-0926D1E88081}" destId="{23EAC253-60A2-4C8A-BC0D-52329CC11300}" srcOrd="1" destOrd="0" presId="urn:microsoft.com/office/officeart/2005/8/layout/hierarchy3"/>
    <dgm:cxn modelId="{49096D22-F9B2-4F6F-BB11-89B41F547798}" srcId="{4D1A2BC3-2877-470B-819E-DE57EBDAFC66}" destId="{CB58848A-58B8-4452-A3D0-972DBDE0BB1F}" srcOrd="6" destOrd="0" parTransId="{E8D15C8C-21D9-48EC-8114-830A53AD6D2D}" sibTransId="{CC02DD26-0DF8-438E-B663-DE1773CFF336}"/>
    <dgm:cxn modelId="{67676D28-835E-402F-9820-3A61ABBF0EAE}" type="presOf" srcId="{EA21EAEB-7408-4B31-8B96-60791B5F8FA7}" destId="{0B40126A-223D-4553-A3E3-4C765F692B61}" srcOrd="0" destOrd="0" presId="urn:microsoft.com/office/officeart/2005/8/layout/hierarchy3"/>
    <dgm:cxn modelId="{B6B9072A-EB9A-4DBE-9A44-B25ADF1F43C2}" type="presOf" srcId="{AD9D4F35-BF6E-46B7-948A-95D9F6BC1278}" destId="{33F431A4-8DAA-4327-A237-FA41A6D3B1C7}" srcOrd="0" destOrd="0" presId="urn:microsoft.com/office/officeart/2005/8/layout/hierarchy3"/>
    <dgm:cxn modelId="{F329FD2C-F032-496D-9771-01FCA267555F}" type="presOf" srcId="{71240423-9FF6-4074-A6D4-B3E0DB7DF75F}" destId="{97689BA2-C7AD-4654-8091-ED2AAA5F0957}" srcOrd="0" destOrd="0" presId="urn:microsoft.com/office/officeart/2005/8/layout/hierarchy3"/>
    <dgm:cxn modelId="{0D60332D-162D-4CC8-B7D2-C7EB482B9D4E}" srcId="{86AD72A5-2397-40C4-BD0E-94AF1E98294A}" destId="{2E04F294-FACE-4E93-8F86-D78932D79311}" srcOrd="2" destOrd="0" parTransId="{A76FDC46-5B56-472D-BF42-D13D314C0667}" sibTransId="{E8C5A5D3-0234-4F6C-9FB9-316F2BF086FF}"/>
    <dgm:cxn modelId="{6B87CD2E-BCCB-42B8-8A27-BFA32D4A84EB}" srcId="{BED37B92-349A-48EB-8A63-0926D1E88081}" destId="{A229E3EC-D64F-4CD8-9C78-3FAB02FF4479}" srcOrd="2" destOrd="0" parTransId="{4351EFF4-DD48-4801-993C-8D8674976A63}" sibTransId="{578D32A0-AB20-456A-874B-57CCF8384920}"/>
    <dgm:cxn modelId="{60FB7A30-6C0D-4A8E-8F3B-A51AF6A2BCBF}" srcId="{86AD72A5-2397-40C4-BD0E-94AF1E98294A}" destId="{80F2AADC-A222-4090-8ECF-B1852B18EAEA}" srcOrd="1" destOrd="0" parTransId="{2E6BECAF-864D-4B2F-8338-FA270D0D080C}" sibTransId="{6EB6895B-64CC-4537-97C4-00D073C5A0F1}"/>
    <dgm:cxn modelId="{619D7031-F247-40C0-8D44-6E8E6011DD25}" srcId="{86AD72A5-2397-40C4-BD0E-94AF1E98294A}" destId="{EA21EAEB-7408-4B31-8B96-60791B5F8FA7}" srcOrd="3" destOrd="0" parTransId="{8DA2F99D-A55E-488F-903F-3F5EE343283E}" sibTransId="{5D96B2A0-4A0C-4C60-A97D-73D440788D67}"/>
    <dgm:cxn modelId="{738FF033-A788-42DF-9DFC-20714FD2F1DD}" srcId="{CB58848A-58B8-4452-A3D0-972DBDE0BB1F}" destId="{BF52B4C2-B809-4ECE-BFE6-115109681AE1}" srcOrd="2" destOrd="0" parTransId="{306AAB1F-7DEC-4876-A9EC-156ECFDD17BD}" sibTransId="{3082B56B-A295-4F7D-883E-B582CE6375B0}"/>
    <dgm:cxn modelId="{A4435637-B262-4F5A-A1A0-37CCA628905B}" type="presOf" srcId="{CB58848A-58B8-4452-A3D0-972DBDE0BB1F}" destId="{9490CB8A-6777-4E5D-9DBD-A3D7FC9A1833}" srcOrd="0" destOrd="0" presId="urn:microsoft.com/office/officeart/2005/8/layout/hierarchy3"/>
    <dgm:cxn modelId="{6195E03A-3507-405A-BEEF-D9DF6B5CC6CA}" srcId="{D038F21F-E2B5-4389-BBF3-8FAB377E5098}" destId="{A0366861-AAF1-44A9-81CA-8DA399644F3F}" srcOrd="0" destOrd="0" parTransId="{05083140-64EC-4019-AD35-75301B9F4621}" sibTransId="{0D377195-4138-4D09-9305-357D293200B6}"/>
    <dgm:cxn modelId="{BA740C3F-F2D1-4CDB-93DC-AB9E148FEC87}" srcId="{4D1A2BC3-2877-470B-819E-DE57EBDAFC66}" destId="{C50B6C89-931C-4FC0-A924-8359716E58FB}" srcOrd="2" destOrd="0" parTransId="{33F5D7E9-2572-42CC-AD4E-45BA39787E06}" sibTransId="{E94355DE-A17D-440D-9C44-6AF3397F0958}"/>
    <dgm:cxn modelId="{BBD94341-66E3-4EDB-A6C4-4E583903AC80}" type="presOf" srcId="{70F81884-8321-4CCF-AC05-06B82066AA94}" destId="{00821255-CC62-472F-A8A8-C32738F92FA8}" srcOrd="0" destOrd="0" presId="urn:microsoft.com/office/officeart/2005/8/layout/hierarchy3"/>
    <dgm:cxn modelId="{1AD20B46-1352-4070-8E35-DD22A7666D8E}" type="presOf" srcId="{97E78D1A-F999-4781-B0E4-D9DCC512825C}" destId="{3096A64E-BFEA-4C5D-9C8A-5C6FF50F3BE1}" srcOrd="0" destOrd="0" presId="urn:microsoft.com/office/officeart/2005/8/layout/hierarchy3"/>
    <dgm:cxn modelId="{9763CC4A-808F-482C-A68A-483E8431C72B}" type="presOf" srcId="{3EB455FE-0AE0-4675-A470-4F5E3F1E605C}" destId="{6D4F6910-4FDE-4E02-93C5-04CB880BC701}" srcOrd="0" destOrd="0" presId="urn:microsoft.com/office/officeart/2005/8/layout/hierarchy3"/>
    <dgm:cxn modelId="{4942D64A-6C72-498F-A129-EBBAE9BF24EA}" type="presOf" srcId="{A76FDC46-5B56-472D-BF42-D13D314C0667}" destId="{465B4381-0FD6-4FA2-B577-41053FA05D1E}" srcOrd="0" destOrd="0" presId="urn:microsoft.com/office/officeart/2005/8/layout/hierarchy3"/>
    <dgm:cxn modelId="{F7F4064C-05CA-433F-9E1C-D7C05EE24208}" type="presOf" srcId="{2ECCD4E4-96EE-4F11-A6C5-1DDEDF469A62}" destId="{BDEF555D-49EC-4928-A14D-B5ED02EC1F38}" srcOrd="0" destOrd="0" presId="urn:microsoft.com/office/officeart/2005/8/layout/hierarchy3"/>
    <dgm:cxn modelId="{0C572550-7C83-421A-B7C2-6A58FBC789C9}" srcId="{DC083FFE-A9FA-4F98-B2BB-A5817B1D651E}" destId="{70725FEF-262D-448F-A3A1-6B4657A72550}" srcOrd="0" destOrd="0" parTransId="{97E78D1A-F999-4781-B0E4-D9DCC512825C}" sibTransId="{FA036131-7B95-4268-877B-BEC7F1733575}"/>
    <dgm:cxn modelId="{274F625A-91BF-45D1-87EA-5FC7245D09E9}" srcId="{D038F21F-E2B5-4389-BBF3-8FAB377E5098}" destId="{239BAC62-FC6B-496C-8DD9-17AC1ECB7F2B}" srcOrd="4" destOrd="0" parTransId="{AF46EDCA-F2D6-41A5-ACB0-E3BF9FFF9E6F}" sibTransId="{EA63B6B3-76FD-4E4C-B68C-36E5B4361407}"/>
    <dgm:cxn modelId="{5422025D-F1B0-42F8-B26B-540A10028655}" type="presOf" srcId="{A117EA55-3054-41D0-AB9A-7A3BF3F6CE39}" destId="{536952B2-426A-408D-B9D3-63FD7E847698}" srcOrd="0" destOrd="0" presId="urn:microsoft.com/office/officeart/2005/8/layout/hierarchy3"/>
    <dgm:cxn modelId="{A1584A5E-1962-4848-BBB0-22B5799D2F25}" type="presOf" srcId="{2E6BECAF-864D-4B2F-8338-FA270D0D080C}" destId="{765265AA-BB6C-43D6-8403-59882AB27CA4}" srcOrd="0" destOrd="0" presId="urn:microsoft.com/office/officeart/2005/8/layout/hierarchy3"/>
    <dgm:cxn modelId="{25777E62-AC13-4A3E-B17D-237797144EE2}" type="presOf" srcId="{1D429B71-8D16-47DA-9FC9-BEFA79186AB8}" destId="{B03375E4-98F7-4EFF-9AFA-00CDF0E60924}" srcOrd="1" destOrd="0" presId="urn:microsoft.com/office/officeart/2005/8/layout/hierarchy3"/>
    <dgm:cxn modelId="{016E8163-E8C1-441D-961E-294E73064394}" type="presOf" srcId="{FF120816-B21D-4A85-934B-D08D7303EB7D}" destId="{3304931C-41F5-448F-B60C-B747F07BA49B}" srcOrd="0" destOrd="0" presId="urn:microsoft.com/office/officeart/2005/8/layout/hierarchy3"/>
    <dgm:cxn modelId="{C6FB5166-C543-401E-99BF-D5D7BA612019}" type="presOf" srcId="{1D429B71-8D16-47DA-9FC9-BEFA79186AB8}" destId="{B235B9CD-454E-4A3F-AAD0-53FC6E737E5B}" srcOrd="0" destOrd="0" presId="urn:microsoft.com/office/officeart/2005/8/layout/hierarchy3"/>
    <dgm:cxn modelId="{22A3EB66-56B6-4A93-9455-AEAD23282A59}" srcId="{D038F21F-E2B5-4389-BBF3-8FAB377E5098}" destId="{0498211A-24DE-40FF-9F6F-85781338BA3E}" srcOrd="1" destOrd="0" parTransId="{70F81884-8321-4CCF-AC05-06B82066AA94}" sibTransId="{2101895A-85A2-478D-B329-CA3BD7621649}"/>
    <dgm:cxn modelId="{F2A96068-3675-49EB-B902-7F4258FCE560}" type="presOf" srcId="{AF46EDCA-F2D6-41A5-ACB0-E3BF9FFF9E6F}" destId="{0BAC0BD0-F938-45AA-AA12-B78DBFE8819F}" srcOrd="0" destOrd="0" presId="urn:microsoft.com/office/officeart/2005/8/layout/hierarchy3"/>
    <dgm:cxn modelId="{479A0E6B-8EB3-4509-86D7-C1FFD3C8A31E}" type="presOf" srcId="{E17701DB-EB8B-469D-B839-74B06291CA69}" destId="{804A79C3-1FFA-44B6-8B0F-5313CFB601B0}" srcOrd="0" destOrd="0" presId="urn:microsoft.com/office/officeart/2005/8/layout/hierarchy3"/>
    <dgm:cxn modelId="{F892666E-3267-4701-8922-1CDE04995297}" type="presOf" srcId="{52108DA4-5ED6-4F00-A276-FB393A82CFB7}" destId="{8BC8A068-BE86-46BD-809F-4F44DCD8D31C}" srcOrd="0" destOrd="0" presId="urn:microsoft.com/office/officeart/2005/8/layout/hierarchy3"/>
    <dgm:cxn modelId="{30D10A72-B70E-40E2-8BD8-420DDE042B60}" srcId="{4D1A2BC3-2877-470B-819E-DE57EBDAFC66}" destId="{DC083FFE-A9FA-4F98-B2BB-A5817B1D651E}" srcOrd="5" destOrd="0" parTransId="{C9BC64F3-F5E9-4373-9904-B47DDBD43BAA}" sibTransId="{9523E7D0-7263-4F25-9CC3-FD3D10F201A2}"/>
    <dgm:cxn modelId="{732D6472-D72D-4516-ACC6-084DEB50FA43}" type="presOf" srcId="{86AD72A5-2397-40C4-BD0E-94AF1E98294A}" destId="{FF4A189E-EFA7-45CA-9019-91577D677A59}" srcOrd="1" destOrd="0" presId="urn:microsoft.com/office/officeart/2005/8/layout/hierarchy3"/>
    <dgm:cxn modelId="{9D7F7E74-016C-4E0D-8A43-5BCCDDD9B393}" type="presOf" srcId="{DC083FFE-A9FA-4F98-B2BB-A5817B1D651E}" destId="{6BE1124D-35FB-4805-AE14-5E4BBACE167F}" srcOrd="0" destOrd="0" presId="urn:microsoft.com/office/officeart/2005/8/layout/hierarchy3"/>
    <dgm:cxn modelId="{DA237875-74E3-49E6-BE7A-92FC02798514}" srcId="{CB58848A-58B8-4452-A3D0-972DBDE0BB1F}" destId="{59D17D15-21B1-43AA-A135-80B73D096370}" srcOrd="0" destOrd="0" parTransId="{85346AA1-9468-4A52-8AD3-985765A0D1CD}" sibTransId="{0D9BE029-9588-4570-A7E3-431D7126F3A7}"/>
    <dgm:cxn modelId="{C8950D78-0457-45A2-BC30-838E9C8F997C}" type="presOf" srcId="{70725FEF-262D-448F-A3A1-6B4657A72550}" destId="{2FF0BF3F-09AB-4FA9-A2EF-50DC687A29AC}" srcOrd="0" destOrd="0" presId="urn:microsoft.com/office/officeart/2005/8/layout/hierarchy3"/>
    <dgm:cxn modelId="{1E96687D-EDDE-4C87-A58F-70994ABC0D0A}" type="presOf" srcId="{06D89715-1C2C-434C-9856-97C7972F6677}" destId="{4B9F8534-7A2D-451B-B7FC-9FEB1FA31215}" srcOrd="0" destOrd="0" presId="urn:microsoft.com/office/officeart/2005/8/layout/hierarchy3"/>
    <dgm:cxn modelId="{14688580-5DA7-46D8-82A2-D74CB7BBFBBB}" type="presOf" srcId="{BF52B4C2-B809-4ECE-BFE6-115109681AE1}" destId="{72CF4909-1385-448E-AC65-EEF1703FEB0E}" srcOrd="0" destOrd="0" presId="urn:microsoft.com/office/officeart/2005/8/layout/hierarchy3"/>
    <dgm:cxn modelId="{310A1783-4CDF-45E7-AA3A-51F4AE0757D8}" type="presOf" srcId="{318144B5-1291-4F63-8493-88482F2AFB88}" destId="{4762A4ED-A798-458B-9E16-68F7DE5F983A}" srcOrd="0" destOrd="0" presId="urn:microsoft.com/office/officeart/2005/8/layout/hierarchy3"/>
    <dgm:cxn modelId="{F770B883-8E8E-481A-BE8B-63F202AA0D30}" type="presOf" srcId="{A229E3EC-D64F-4CD8-9C78-3FAB02FF4479}" destId="{31678F65-58E0-4634-B905-60A7CCD97B83}" srcOrd="0" destOrd="0" presId="urn:microsoft.com/office/officeart/2005/8/layout/hierarchy3"/>
    <dgm:cxn modelId="{BBBAD286-F0EE-41F3-B6AC-2EEE04C8A3E9}" type="presOf" srcId="{F14AA144-3BFA-449F-9136-F1CF46B70F2F}" destId="{C4181EF7-2BD8-4538-BD8C-A43DC5AA81E8}" srcOrd="0" destOrd="0" presId="urn:microsoft.com/office/officeart/2005/8/layout/hierarchy3"/>
    <dgm:cxn modelId="{C59C7A88-5CEC-4BDC-A627-CA6FCA315488}" srcId="{4D1A2BC3-2877-470B-819E-DE57EBDAFC66}" destId="{86AD72A5-2397-40C4-BD0E-94AF1E98294A}" srcOrd="1" destOrd="0" parTransId="{9DA2751F-1B1F-4EB6-8E3C-6411B34CC153}" sibTransId="{C1975614-2941-46B7-B5E8-9D33D45A6A65}"/>
    <dgm:cxn modelId="{2D7DF889-6DC8-481C-9BAB-D13ED1A83267}" srcId="{D038F21F-E2B5-4389-BBF3-8FAB377E5098}" destId="{F14AA144-3BFA-449F-9136-F1CF46B70F2F}" srcOrd="5" destOrd="0" parTransId="{59CDCA63-7EAC-4EA9-88AF-718F0DFFEE85}" sibTransId="{809A071B-7C23-494F-8206-750F42273DB6}"/>
    <dgm:cxn modelId="{418E8C8E-BE5E-434D-9942-4AF18CBCB672}" type="presOf" srcId="{CB58848A-58B8-4452-A3D0-972DBDE0BB1F}" destId="{1E95AD4B-8DEF-496B-9FCF-9DA5078E612F}" srcOrd="1" destOrd="0" presId="urn:microsoft.com/office/officeart/2005/8/layout/hierarchy3"/>
    <dgm:cxn modelId="{CEAE4C8F-2D38-4E0F-BF54-036E735A72E5}" type="presOf" srcId="{D8B72039-F82F-4FC3-A0D7-5655717CF323}" destId="{90F891AF-998C-4D4C-890B-5964D8930C98}" srcOrd="0" destOrd="0" presId="urn:microsoft.com/office/officeart/2005/8/layout/hierarchy3"/>
    <dgm:cxn modelId="{D71C9D90-461A-4575-9D04-14BD52EDFF83}" type="presOf" srcId="{D038F21F-E2B5-4389-BBF3-8FAB377E5098}" destId="{B011D82B-A267-49B4-88A5-E757CECE903C}" srcOrd="0" destOrd="0" presId="urn:microsoft.com/office/officeart/2005/8/layout/hierarchy3"/>
    <dgm:cxn modelId="{40CFC590-A96C-4806-9A23-FC7885C2BDC7}" type="presOf" srcId="{5AA540D9-40A0-4A28-896F-06717A55EF70}" destId="{56001E44-D78A-4471-8FD8-A0BE08295893}" srcOrd="0" destOrd="0" presId="urn:microsoft.com/office/officeart/2005/8/layout/hierarchy3"/>
    <dgm:cxn modelId="{ED907992-786F-4797-8FED-AA26A8060363}" srcId="{BED37B92-349A-48EB-8A63-0926D1E88081}" destId="{AD2A0DA8-DE3A-452A-A4CE-09950F63D2C3}" srcOrd="3" destOrd="0" parTransId="{FF120816-B21D-4A85-934B-D08D7303EB7D}" sibTransId="{BBFE68EF-1F5E-48D5-80E0-0F5402DD970B}"/>
    <dgm:cxn modelId="{694DD392-FB61-4BE3-A92B-24DB34D1F50A}" type="presOf" srcId="{80BF6532-6CAF-4606-8F7B-FA833983E7B4}" destId="{BD56E421-3519-4E50-BAFA-DF3C976F1F60}" srcOrd="0" destOrd="0" presId="urn:microsoft.com/office/officeart/2005/8/layout/hierarchy3"/>
    <dgm:cxn modelId="{1FDBE693-0FA0-4675-9613-8B4F17A157CF}" type="presOf" srcId="{ADD20841-EE38-4DDE-8398-669168D9D76B}" destId="{007B4C7C-B648-437E-A6E6-4B20DBC96445}" srcOrd="0" destOrd="0" presId="urn:microsoft.com/office/officeart/2005/8/layout/hierarchy3"/>
    <dgm:cxn modelId="{5BE1099B-CB9D-43FA-9939-E94E46ED2710}" type="presOf" srcId="{59D17D15-21B1-43AA-A135-80B73D096370}" destId="{8D42C578-B8D1-492D-AE93-1159C4D1F130}" srcOrd="0" destOrd="0" presId="urn:microsoft.com/office/officeart/2005/8/layout/hierarchy3"/>
    <dgm:cxn modelId="{4F2E0E9D-43D7-430D-8E8D-C18E2E8E94B7}" srcId="{1D429B71-8D16-47DA-9FC9-BEFA79186AB8}" destId="{127B11BB-26DA-490E-AB73-48BDA5B0A2E8}" srcOrd="0" destOrd="0" parTransId="{3150A41F-A1D7-490A-9882-8AED07E9D248}" sibTransId="{A997DA8D-15AE-408D-A56C-D3690B0150E7}"/>
    <dgm:cxn modelId="{C63B9C9D-C77C-4531-A4A0-3682D5D88E5C}" type="presOf" srcId="{8DA2F99D-A55E-488F-903F-3F5EE343283E}" destId="{1C722E57-7698-4A04-8410-6BC9C610EA09}" srcOrd="0" destOrd="0" presId="urn:microsoft.com/office/officeart/2005/8/layout/hierarchy3"/>
    <dgm:cxn modelId="{48047F9E-B404-4E0A-BEDC-EE4797FF1DB6}" srcId="{4D1A2BC3-2877-470B-819E-DE57EBDAFC66}" destId="{BED37B92-349A-48EB-8A63-0926D1E88081}" srcOrd="0" destOrd="0" parTransId="{572E5AB6-331C-4B4E-9D22-6641F7B613D1}" sibTransId="{4127A206-4433-4F88-BB7E-A8D9F75C6621}"/>
    <dgm:cxn modelId="{7ECD04A1-5A89-4F84-9AF6-2E52D386626D}" srcId="{1D429B71-8D16-47DA-9FC9-BEFA79186AB8}" destId="{072D3B53-DFAF-4798-8E86-97F2B47CC9A4}" srcOrd="2" destOrd="0" parTransId="{361C85F4-AB12-481E-A58E-7157C7B93E6D}" sibTransId="{3152EE38-1270-40E4-BBE7-F5752EFF3F4B}"/>
    <dgm:cxn modelId="{BAD1E3A1-2590-47EA-AA0B-A5C4A8B8306E}" type="presOf" srcId="{D038F21F-E2B5-4389-BBF3-8FAB377E5098}" destId="{D41FB3FD-AE86-456F-8985-0A7799C7709E}" srcOrd="1" destOrd="0" presId="urn:microsoft.com/office/officeart/2005/8/layout/hierarchy3"/>
    <dgm:cxn modelId="{BD97A3A2-2DD6-4588-9796-3BBD0C297C1B}" type="presOf" srcId="{85346AA1-9468-4A52-8AD3-985765A0D1CD}" destId="{84DAC232-C59D-48EE-88C7-4DA2F52302B5}" srcOrd="0" destOrd="0" presId="urn:microsoft.com/office/officeart/2005/8/layout/hierarchy3"/>
    <dgm:cxn modelId="{FC822BA5-1750-4879-9D95-492CFC5CD4D8}" srcId="{BED37B92-349A-48EB-8A63-0926D1E88081}" destId="{52108DA4-5ED6-4F00-A276-FB393A82CFB7}" srcOrd="4" destOrd="0" parTransId="{9E7EAC3A-E3D2-40BD-A540-AC741C5F2C17}" sibTransId="{A740F749-4E0A-4404-959B-3F2BCB249028}"/>
    <dgm:cxn modelId="{3C9172A7-303E-402E-B437-763B3F12736C}" type="presOf" srcId="{DC083FFE-A9FA-4F98-B2BB-A5817B1D651E}" destId="{A7F27F00-7E13-42F5-B759-D905829C429D}" srcOrd="1" destOrd="0" presId="urn:microsoft.com/office/officeart/2005/8/layout/hierarchy3"/>
    <dgm:cxn modelId="{39C74BAA-1C8C-40FD-B876-0ED76574531B}" type="presOf" srcId="{CFF2ABAD-A609-426B-B85E-05F53550E2F5}" destId="{6E06F5C8-9D48-4D3D-865F-110F0429CD85}" srcOrd="0" destOrd="0" presId="urn:microsoft.com/office/officeart/2005/8/layout/hierarchy3"/>
    <dgm:cxn modelId="{F55FAAAE-E22C-4BB2-80BC-B3E44413AFAA}" srcId="{BED37B92-349A-48EB-8A63-0926D1E88081}" destId="{80BF6532-6CAF-4606-8F7B-FA833983E7B4}" srcOrd="1" destOrd="0" parTransId="{1C57009F-EBAE-4AC2-B8B4-50BCC1B9803F}" sibTransId="{CE7943C7-8D35-47E1-9587-404691646582}"/>
    <dgm:cxn modelId="{F214C8AE-46A9-46BA-8C37-B89CCFE393CE}" type="presOf" srcId="{9E7EAC3A-E3D2-40BD-A540-AC741C5F2C17}" destId="{F7B5829F-DADA-4753-B920-0DAB0239BF5C}" srcOrd="0" destOrd="0" presId="urn:microsoft.com/office/officeart/2005/8/layout/hierarchy3"/>
    <dgm:cxn modelId="{16D4FBB1-F9D4-44BD-A6EE-C8CB1AF2BCDE}" type="presOf" srcId="{0498211A-24DE-40FF-9F6F-85781338BA3E}" destId="{7023C5CC-A3DF-486C-A47A-1D90523502AA}" srcOrd="0" destOrd="0" presId="urn:microsoft.com/office/officeart/2005/8/layout/hierarchy3"/>
    <dgm:cxn modelId="{7E5809B5-E95D-470D-BF4B-88D0479D0F5A}" srcId="{DC083FFE-A9FA-4F98-B2BB-A5817B1D651E}" destId="{696DCDC6-8B22-46A1-AF8F-70EBD664F2FF}" srcOrd="1" destOrd="0" parTransId="{1C1B9037-937F-4DDC-A7EC-ECEB0276EB50}" sibTransId="{DD16BA73-AF53-4D6B-BA07-F2B9B75BEB2B}"/>
    <dgm:cxn modelId="{1E04B4B5-3EF1-4D5A-B31D-8E97C3AEC7D8}" srcId="{C50B6C89-931C-4FC0-A924-8359716E58FB}" destId="{71240423-9FF6-4074-A6D4-B3E0DB7DF75F}" srcOrd="0" destOrd="0" parTransId="{CFF2ABAD-A609-426B-B85E-05F53550E2F5}" sibTransId="{12B13477-1E4F-40BF-8650-3F8B4E3C9BA1}"/>
    <dgm:cxn modelId="{5D60C6B5-E379-4189-98C0-B40DFABFA764}" srcId="{1D429B71-8D16-47DA-9FC9-BEFA79186AB8}" destId="{AD9D4F35-BF6E-46B7-948A-95D9F6BC1278}" srcOrd="1" destOrd="0" parTransId="{DB4862E5-1540-41FF-A5DD-F207110FABD7}" sibTransId="{0DFF601A-A7EF-4A37-ABB2-2CE565D4CB06}"/>
    <dgm:cxn modelId="{DB7DACBC-A5CA-423E-AF28-651FEFEC2F53}" srcId="{D038F21F-E2B5-4389-BBF3-8FAB377E5098}" destId="{7253B887-1666-4EC7-AEC6-BFA2393A95E9}" srcOrd="2" destOrd="0" parTransId="{8D359BDB-7759-432E-B0CD-773DAED18C9C}" sibTransId="{A2E987C3-5777-4D7F-866E-669B9F7970E1}"/>
    <dgm:cxn modelId="{CA8262C5-1E58-4FF8-9F5A-2BEE7D4F6947}" type="presOf" srcId="{4D1A2BC3-2877-470B-819E-DE57EBDAFC66}" destId="{9650BED9-9C06-49EA-8F1B-AFA896D023C2}" srcOrd="0" destOrd="0" presId="urn:microsoft.com/office/officeart/2005/8/layout/hierarchy3"/>
    <dgm:cxn modelId="{6A2737C8-6BD7-431C-A979-171A2A42459E}" type="presOf" srcId="{05083140-64EC-4019-AD35-75301B9F4621}" destId="{51027E58-304E-4E7C-B2F8-07091EBC3564}" srcOrd="0" destOrd="0" presId="urn:microsoft.com/office/officeart/2005/8/layout/hierarchy3"/>
    <dgm:cxn modelId="{FAE16ECA-29A5-4F96-AC26-4D995DE94AFC}" type="presOf" srcId="{4351EFF4-DD48-4801-993C-8D8674976A63}" destId="{3F68D055-CDAC-427B-9D1E-71CEA56686D7}" srcOrd="0" destOrd="0" presId="urn:microsoft.com/office/officeart/2005/8/layout/hierarchy3"/>
    <dgm:cxn modelId="{27301FCD-46E3-49BD-9B13-7C5E1C32A66F}" type="presOf" srcId="{2E04F294-FACE-4E93-8F86-D78932D79311}" destId="{606FE7E3-0F86-42D2-BC0E-744B790F92CF}" srcOrd="0" destOrd="0" presId="urn:microsoft.com/office/officeart/2005/8/layout/hierarchy3"/>
    <dgm:cxn modelId="{D47D6CCF-167F-4A28-975F-DFE2FB0370E8}" srcId="{CB58848A-58B8-4452-A3D0-972DBDE0BB1F}" destId="{5AA540D9-40A0-4A28-896F-06717A55EF70}" srcOrd="1" destOrd="0" parTransId="{D8B72039-F82F-4FC3-A0D7-5655717CF323}" sibTransId="{89EA0A9B-E67A-4557-A637-EC73EDEEE5E0}"/>
    <dgm:cxn modelId="{B73E7ACF-26A4-4A47-A424-A9ECB65012F2}" type="presOf" srcId="{127B11BB-26DA-490E-AB73-48BDA5B0A2E8}" destId="{C919E1C4-48ED-4970-8038-63D0DF609843}" srcOrd="0" destOrd="0" presId="urn:microsoft.com/office/officeart/2005/8/layout/hierarchy3"/>
    <dgm:cxn modelId="{F3F2A3CF-852D-46F8-A3D2-4CCFCA70B0EF}" type="presOf" srcId="{86AD72A5-2397-40C4-BD0E-94AF1E98294A}" destId="{A15770EA-993E-4379-8C51-A773FE471D7C}" srcOrd="0" destOrd="0" presId="urn:microsoft.com/office/officeart/2005/8/layout/hierarchy3"/>
    <dgm:cxn modelId="{FC888FD0-4B2A-403B-8ACC-B488171195DA}" srcId="{4D1A2BC3-2877-470B-819E-DE57EBDAFC66}" destId="{D038F21F-E2B5-4389-BBF3-8FAB377E5098}" srcOrd="3" destOrd="0" parTransId="{87D8E57D-5310-4D83-959A-367AEE87CB81}" sibTransId="{41B3DB37-9A8A-4D35-AB28-FC61C686344A}"/>
    <dgm:cxn modelId="{712B59D2-EF56-4383-B635-C2524B196D2F}" type="presOf" srcId="{C50B6C89-931C-4FC0-A924-8359716E58FB}" destId="{78090C51-1AE4-45DD-B071-63C9129EE266}" srcOrd="1" destOrd="0" presId="urn:microsoft.com/office/officeart/2005/8/layout/hierarchy3"/>
    <dgm:cxn modelId="{137D23D3-5C13-45D1-8152-5DC05C024916}" type="presOf" srcId="{072D3B53-DFAF-4798-8E86-97F2B47CC9A4}" destId="{86BBB9A2-45EA-4BBF-A170-78454ABEF43A}" srcOrd="0" destOrd="0" presId="urn:microsoft.com/office/officeart/2005/8/layout/hierarchy3"/>
    <dgm:cxn modelId="{524744D3-E1C2-47F4-A552-D27AEC2FF580}" type="presOf" srcId="{59CDCA63-7EAC-4EA9-88AF-718F0DFFEE85}" destId="{F1EA4875-8106-4E3C-B90E-0067FDB58B42}" srcOrd="0" destOrd="0" presId="urn:microsoft.com/office/officeart/2005/8/layout/hierarchy3"/>
    <dgm:cxn modelId="{072620D8-42C7-41EF-9FD6-F830C713AED9}" srcId="{D038F21F-E2B5-4389-BBF3-8FAB377E5098}" destId="{30D3EDD2-7DF9-436F-8E92-8C84D32CE494}" srcOrd="3" destOrd="0" parTransId="{E17701DB-EB8B-469D-B839-74B06291CA69}" sibTransId="{985C491D-70FD-4682-9904-95C0F3D52F0F}"/>
    <dgm:cxn modelId="{8ED064DE-E335-429B-AF53-70B88211A0E3}" type="presOf" srcId="{361C85F4-AB12-481E-A58E-7157C7B93E6D}" destId="{038DA083-473B-48A9-86A4-A0A1872D0A16}" srcOrd="0" destOrd="0" presId="urn:microsoft.com/office/officeart/2005/8/layout/hierarchy3"/>
    <dgm:cxn modelId="{1A8240DF-4221-435C-90C8-7CAB9C43AA73}" type="presOf" srcId="{239BAC62-FC6B-496C-8DD9-17AC1ECB7F2B}" destId="{CC978986-4146-4FB1-AAC6-0EC5C56F9BE7}" srcOrd="0" destOrd="0" presId="urn:microsoft.com/office/officeart/2005/8/layout/hierarchy3"/>
    <dgm:cxn modelId="{7AEDB2E1-8286-4097-9672-BB271B65F4B8}" type="presOf" srcId="{696DCDC6-8B22-46A1-AF8F-70EBD664F2FF}" destId="{7DA0BD94-59D9-46E7-96C4-68FFEEB46BC5}" srcOrd="0" destOrd="0" presId="urn:microsoft.com/office/officeart/2005/8/layout/hierarchy3"/>
    <dgm:cxn modelId="{45DAEFE1-7280-42EF-ABC8-7AD11A51FB6E}" type="presOf" srcId="{BED37B92-349A-48EB-8A63-0926D1E88081}" destId="{CC061081-7561-43BE-ABCB-C502BC6731F2}" srcOrd="0" destOrd="0" presId="urn:microsoft.com/office/officeart/2005/8/layout/hierarchy3"/>
    <dgm:cxn modelId="{25F958E2-A345-4909-BD0A-BAF34E39DFC3}" type="presOf" srcId="{8D359BDB-7759-432E-B0CD-773DAED18C9C}" destId="{0C4A578D-5610-4D5C-964B-B961FB1C2FD4}" srcOrd="0" destOrd="0" presId="urn:microsoft.com/office/officeart/2005/8/layout/hierarchy3"/>
    <dgm:cxn modelId="{844DBFE3-C738-4F75-91AC-706FB3A58C75}" type="presOf" srcId="{AD2A0DA8-DE3A-452A-A4CE-09950F63D2C3}" destId="{000EA6F4-978C-4EF1-8815-7D76AE74F0A1}" srcOrd="0" destOrd="0" presId="urn:microsoft.com/office/officeart/2005/8/layout/hierarchy3"/>
    <dgm:cxn modelId="{57B68CE7-C080-4A78-BCB1-AFC46D3502C1}" srcId="{C50B6C89-931C-4FC0-A924-8359716E58FB}" destId="{318144B5-1291-4F63-8493-88482F2AFB88}" srcOrd="1" destOrd="0" parTransId="{ADD20841-EE38-4DDE-8398-669168D9D76B}" sibTransId="{18064016-5880-465D-B202-A32FE3FD5ECB}"/>
    <dgm:cxn modelId="{FBFAB8E9-8756-4CE2-B471-D334CEC52C60}" type="presOf" srcId="{3150A41F-A1D7-490A-9882-8AED07E9D248}" destId="{EB67A92D-D38D-49B9-8DFC-7F80CD1EB49D}" srcOrd="0" destOrd="0" presId="urn:microsoft.com/office/officeart/2005/8/layout/hierarchy3"/>
    <dgm:cxn modelId="{8E865BEA-87F4-40B5-9280-F0F7ABA6FE13}" type="presOf" srcId="{1C1B9037-937F-4DDC-A7EC-ECEB0276EB50}" destId="{561BFF0B-AF77-4F3D-9C84-5305529C21BC}" srcOrd="0" destOrd="0" presId="urn:microsoft.com/office/officeart/2005/8/layout/hierarchy3"/>
    <dgm:cxn modelId="{504409EE-8485-412D-8B95-A4818222D1B1}" type="presOf" srcId="{80F2AADC-A222-4090-8ECF-B1852B18EAEA}" destId="{5D8A7B48-A00A-426C-BFAC-F2910070C2D2}" srcOrd="0" destOrd="0" presId="urn:microsoft.com/office/officeart/2005/8/layout/hierarchy3"/>
    <dgm:cxn modelId="{D67532F3-54F3-4B39-8599-AE570BD4227A}" srcId="{4D1A2BC3-2877-470B-819E-DE57EBDAFC66}" destId="{1D429B71-8D16-47DA-9FC9-BEFA79186AB8}" srcOrd="4" destOrd="0" parTransId="{CDE0D59E-2068-4C0E-8C0E-06E6D8341A5E}" sibTransId="{A90E6ED3-374D-48DF-86F4-26CAF53E7E48}"/>
    <dgm:cxn modelId="{373D10F8-78A4-4EDB-B2EA-E28CD4279002}" type="presOf" srcId="{A0366861-AAF1-44A9-81CA-8DA399644F3F}" destId="{BFA23FCB-56C5-45A3-9B31-FC195627109C}" srcOrd="0" destOrd="0" presId="urn:microsoft.com/office/officeart/2005/8/layout/hierarchy3"/>
    <dgm:cxn modelId="{A66ACEB1-F946-47F9-9971-A8151531104D}" type="presParOf" srcId="{9650BED9-9C06-49EA-8F1B-AFA896D023C2}" destId="{160C9370-42A9-4113-8B8D-FA06BD9A216F}" srcOrd="0" destOrd="0" presId="urn:microsoft.com/office/officeart/2005/8/layout/hierarchy3"/>
    <dgm:cxn modelId="{D8F9213E-16FB-42F0-8702-F3C664D7A338}" type="presParOf" srcId="{160C9370-42A9-4113-8B8D-FA06BD9A216F}" destId="{AA1F660B-A64C-451D-A9B1-739683D7DFB0}" srcOrd="0" destOrd="0" presId="urn:microsoft.com/office/officeart/2005/8/layout/hierarchy3"/>
    <dgm:cxn modelId="{6D96A9A9-DA36-4E8A-8CE2-E0635FD2BA96}" type="presParOf" srcId="{AA1F660B-A64C-451D-A9B1-739683D7DFB0}" destId="{CC061081-7561-43BE-ABCB-C502BC6731F2}" srcOrd="0" destOrd="0" presId="urn:microsoft.com/office/officeart/2005/8/layout/hierarchy3"/>
    <dgm:cxn modelId="{7540C3FC-50FF-45E3-813F-B63CA7CB9122}" type="presParOf" srcId="{AA1F660B-A64C-451D-A9B1-739683D7DFB0}" destId="{23EAC253-60A2-4C8A-BC0D-52329CC11300}" srcOrd="1" destOrd="0" presId="urn:microsoft.com/office/officeart/2005/8/layout/hierarchy3"/>
    <dgm:cxn modelId="{F38E669B-B587-4F96-9999-0FB8663D396D}" type="presParOf" srcId="{160C9370-42A9-4113-8B8D-FA06BD9A216F}" destId="{4B174BEF-8F6D-4266-8762-BE0EAA34E5E5}" srcOrd="1" destOrd="0" presId="urn:microsoft.com/office/officeart/2005/8/layout/hierarchy3"/>
    <dgm:cxn modelId="{CB7FE037-4C40-4729-B2D2-FE01BD7B270F}" type="presParOf" srcId="{4B174BEF-8F6D-4266-8762-BE0EAA34E5E5}" destId="{6D4F6910-4FDE-4E02-93C5-04CB880BC701}" srcOrd="0" destOrd="0" presId="urn:microsoft.com/office/officeart/2005/8/layout/hierarchy3"/>
    <dgm:cxn modelId="{DC47D5D5-0B33-420C-81E2-39128B2F080D}" type="presParOf" srcId="{4B174BEF-8F6D-4266-8762-BE0EAA34E5E5}" destId="{BDEF555D-49EC-4928-A14D-B5ED02EC1F38}" srcOrd="1" destOrd="0" presId="urn:microsoft.com/office/officeart/2005/8/layout/hierarchy3"/>
    <dgm:cxn modelId="{4E1A93D2-1358-4AA0-A8A6-BABD7642A1F2}" type="presParOf" srcId="{4B174BEF-8F6D-4266-8762-BE0EAA34E5E5}" destId="{EA1F8F39-B895-44AD-8170-F04D46A002DC}" srcOrd="2" destOrd="0" presId="urn:microsoft.com/office/officeart/2005/8/layout/hierarchy3"/>
    <dgm:cxn modelId="{AA0341F1-455F-4233-B517-C2DB1FE95DA5}" type="presParOf" srcId="{4B174BEF-8F6D-4266-8762-BE0EAA34E5E5}" destId="{BD56E421-3519-4E50-BAFA-DF3C976F1F60}" srcOrd="3" destOrd="0" presId="urn:microsoft.com/office/officeart/2005/8/layout/hierarchy3"/>
    <dgm:cxn modelId="{9FB45FF3-B28D-4C63-800A-22070F218B9E}" type="presParOf" srcId="{4B174BEF-8F6D-4266-8762-BE0EAA34E5E5}" destId="{3F68D055-CDAC-427B-9D1E-71CEA56686D7}" srcOrd="4" destOrd="0" presId="urn:microsoft.com/office/officeart/2005/8/layout/hierarchy3"/>
    <dgm:cxn modelId="{0F615FFF-07B4-4206-88AC-37992A41A1D1}" type="presParOf" srcId="{4B174BEF-8F6D-4266-8762-BE0EAA34E5E5}" destId="{31678F65-58E0-4634-B905-60A7CCD97B83}" srcOrd="5" destOrd="0" presId="urn:microsoft.com/office/officeart/2005/8/layout/hierarchy3"/>
    <dgm:cxn modelId="{0B0F47FA-7E74-4F15-93A9-688AEB63ED85}" type="presParOf" srcId="{4B174BEF-8F6D-4266-8762-BE0EAA34E5E5}" destId="{3304931C-41F5-448F-B60C-B747F07BA49B}" srcOrd="6" destOrd="0" presId="urn:microsoft.com/office/officeart/2005/8/layout/hierarchy3"/>
    <dgm:cxn modelId="{651BCBF1-9775-4B0E-8E8D-D21B6950959B}" type="presParOf" srcId="{4B174BEF-8F6D-4266-8762-BE0EAA34E5E5}" destId="{000EA6F4-978C-4EF1-8815-7D76AE74F0A1}" srcOrd="7" destOrd="0" presId="urn:microsoft.com/office/officeart/2005/8/layout/hierarchy3"/>
    <dgm:cxn modelId="{BCCD06D3-89EA-4823-8981-9C7D50A7316A}" type="presParOf" srcId="{4B174BEF-8F6D-4266-8762-BE0EAA34E5E5}" destId="{F7B5829F-DADA-4753-B920-0DAB0239BF5C}" srcOrd="8" destOrd="0" presId="urn:microsoft.com/office/officeart/2005/8/layout/hierarchy3"/>
    <dgm:cxn modelId="{EA579206-B70B-407A-9983-4EBD474DCB39}" type="presParOf" srcId="{4B174BEF-8F6D-4266-8762-BE0EAA34E5E5}" destId="{8BC8A068-BE86-46BD-809F-4F44DCD8D31C}" srcOrd="9" destOrd="0" presId="urn:microsoft.com/office/officeart/2005/8/layout/hierarchy3"/>
    <dgm:cxn modelId="{EB432E7A-043D-4384-9C13-0E4665145B43}" type="presParOf" srcId="{9650BED9-9C06-49EA-8F1B-AFA896D023C2}" destId="{C0E5D130-E59A-46DD-B880-F4A1824E290C}" srcOrd="1" destOrd="0" presId="urn:microsoft.com/office/officeart/2005/8/layout/hierarchy3"/>
    <dgm:cxn modelId="{481C09AD-B061-495D-9437-FCDE26E96F24}" type="presParOf" srcId="{C0E5D130-E59A-46DD-B880-F4A1824E290C}" destId="{1F0AE168-6229-4749-8964-FA1548C70492}" srcOrd="0" destOrd="0" presId="urn:microsoft.com/office/officeart/2005/8/layout/hierarchy3"/>
    <dgm:cxn modelId="{7274DC65-A7EA-471B-A976-4B3618401B61}" type="presParOf" srcId="{1F0AE168-6229-4749-8964-FA1548C70492}" destId="{A15770EA-993E-4379-8C51-A773FE471D7C}" srcOrd="0" destOrd="0" presId="urn:microsoft.com/office/officeart/2005/8/layout/hierarchy3"/>
    <dgm:cxn modelId="{27C6DE3C-A4F4-494C-BDCB-D2523E188E58}" type="presParOf" srcId="{1F0AE168-6229-4749-8964-FA1548C70492}" destId="{FF4A189E-EFA7-45CA-9019-91577D677A59}" srcOrd="1" destOrd="0" presId="urn:microsoft.com/office/officeart/2005/8/layout/hierarchy3"/>
    <dgm:cxn modelId="{5C1BC503-62D2-4540-B4EB-1965C946A290}" type="presParOf" srcId="{C0E5D130-E59A-46DD-B880-F4A1824E290C}" destId="{C5579075-3A87-49A9-80C8-09E93F2FD24D}" srcOrd="1" destOrd="0" presId="urn:microsoft.com/office/officeart/2005/8/layout/hierarchy3"/>
    <dgm:cxn modelId="{6A8C630F-A9FD-4C16-B5A4-DCBE569A5E01}" type="presParOf" srcId="{C5579075-3A87-49A9-80C8-09E93F2FD24D}" destId="{4B9F8534-7A2D-451B-B7FC-9FEB1FA31215}" srcOrd="0" destOrd="0" presId="urn:microsoft.com/office/officeart/2005/8/layout/hierarchy3"/>
    <dgm:cxn modelId="{22959437-C992-4084-8EE2-705D50D9EFEE}" type="presParOf" srcId="{C5579075-3A87-49A9-80C8-09E93F2FD24D}" destId="{536952B2-426A-408D-B9D3-63FD7E847698}" srcOrd="1" destOrd="0" presId="urn:microsoft.com/office/officeart/2005/8/layout/hierarchy3"/>
    <dgm:cxn modelId="{51C31FB0-1A94-4751-A06A-21BDF2916AB0}" type="presParOf" srcId="{C5579075-3A87-49A9-80C8-09E93F2FD24D}" destId="{765265AA-BB6C-43D6-8403-59882AB27CA4}" srcOrd="2" destOrd="0" presId="urn:microsoft.com/office/officeart/2005/8/layout/hierarchy3"/>
    <dgm:cxn modelId="{0A6D48D4-4559-4F59-85EC-D4511824E92B}" type="presParOf" srcId="{C5579075-3A87-49A9-80C8-09E93F2FD24D}" destId="{5D8A7B48-A00A-426C-BFAC-F2910070C2D2}" srcOrd="3" destOrd="0" presId="urn:microsoft.com/office/officeart/2005/8/layout/hierarchy3"/>
    <dgm:cxn modelId="{2701320D-4A27-4204-9748-524895B7C4EE}" type="presParOf" srcId="{C5579075-3A87-49A9-80C8-09E93F2FD24D}" destId="{465B4381-0FD6-4FA2-B577-41053FA05D1E}" srcOrd="4" destOrd="0" presId="urn:microsoft.com/office/officeart/2005/8/layout/hierarchy3"/>
    <dgm:cxn modelId="{0B990F77-E046-4884-9964-3F68DA4463F2}" type="presParOf" srcId="{C5579075-3A87-49A9-80C8-09E93F2FD24D}" destId="{606FE7E3-0F86-42D2-BC0E-744B790F92CF}" srcOrd="5" destOrd="0" presId="urn:microsoft.com/office/officeart/2005/8/layout/hierarchy3"/>
    <dgm:cxn modelId="{9DA37229-24C3-4EEA-95C7-5AC5A9BEAE43}" type="presParOf" srcId="{C5579075-3A87-49A9-80C8-09E93F2FD24D}" destId="{1C722E57-7698-4A04-8410-6BC9C610EA09}" srcOrd="6" destOrd="0" presId="urn:microsoft.com/office/officeart/2005/8/layout/hierarchy3"/>
    <dgm:cxn modelId="{2E68B1FD-48E6-484B-BD3D-584B48731C4F}" type="presParOf" srcId="{C5579075-3A87-49A9-80C8-09E93F2FD24D}" destId="{0B40126A-223D-4553-A3E3-4C765F692B61}" srcOrd="7" destOrd="0" presId="urn:microsoft.com/office/officeart/2005/8/layout/hierarchy3"/>
    <dgm:cxn modelId="{C6186BB1-30C8-40A5-9FA0-62E4F77104AE}" type="presParOf" srcId="{9650BED9-9C06-49EA-8F1B-AFA896D023C2}" destId="{6A9B4745-87FA-40CA-BC31-365CBE47E4E1}" srcOrd="2" destOrd="0" presId="urn:microsoft.com/office/officeart/2005/8/layout/hierarchy3"/>
    <dgm:cxn modelId="{C310998D-5C6A-4929-A9D4-8FB4BD8C6A0A}" type="presParOf" srcId="{6A9B4745-87FA-40CA-BC31-365CBE47E4E1}" destId="{717ACCC3-1ED0-48CC-A4FE-08038B03D24A}" srcOrd="0" destOrd="0" presId="urn:microsoft.com/office/officeart/2005/8/layout/hierarchy3"/>
    <dgm:cxn modelId="{3158181E-ABCA-4912-B053-6B5925DD9867}" type="presParOf" srcId="{717ACCC3-1ED0-48CC-A4FE-08038B03D24A}" destId="{5485766A-2322-4793-B5F3-75836ABF28D6}" srcOrd="0" destOrd="0" presId="urn:microsoft.com/office/officeart/2005/8/layout/hierarchy3"/>
    <dgm:cxn modelId="{3B2FB869-922B-465B-AFEA-BBA78C1F27A4}" type="presParOf" srcId="{717ACCC3-1ED0-48CC-A4FE-08038B03D24A}" destId="{78090C51-1AE4-45DD-B071-63C9129EE266}" srcOrd="1" destOrd="0" presId="urn:microsoft.com/office/officeart/2005/8/layout/hierarchy3"/>
    <dgm:cxn modelId="{0F8CDDB2-8CAD-4175-9E9A-457D1C1FB375}" type="presParOf" srcId="{6A9B4745-87FA-40CA-BC31-365CBE47E4E1}" destId="{D09E1415-B304-4F7E-8F1C-B98A22460EC3}" srcOrd="1" destOrd="0" presId="urn:microsoft.com/office/officeart/2005/8/layout/hierarchy3"/>
    <dgm:cxn modelId="{BDFC317C-788E-4E59-B1A8-77250E168815}" type="presParOf" srcId="{D09E1415-B304-4F7E-8F1C-B98A22460EC3}" destId="{6E06F5C8-9D48-4D3D-865F-110F0429CD85}" srcOrd="0" destOrd="0" presId="urn:microsoft.com/office/officeart/2005/8/layout/hierarchy3"/>
    <dgm:cxn modelId="{EFB6903F-A7A9-4C1F-B027-85EDD9958D7A}" type="presParOf" srcId="{D09E1415-B304-4F7E-8F1C-B98A22460EC3}" destId="{97689BA2-C7AD-4654-8091-ED2AAA5F0957}" srcOrd="1" destOrd="0" presId="urn:microsoft.com/office/officeart/2005/8/layout/hierarchy3"/>
    <dgm:cxn modelId="{581C1F62-3CB2-4398-AF27-0ADE2478B61C}" type="presParOf" srcId="{D09E1415-B304-4F7E-8F1C-B98A22460EC3}" destId="{007B4C7C-B648-437E-A6E6-4B20DBC96445}" srcOrd="2" destOrd="0" presId="urn:microsoft.com/office/officeart/2005/8/layout/hierarchy3"/>
    <dgm:cxn modelId="{26679DFC-C3B3-4783-B962-BC72FB8839DB}" type="presParOf" srcId="{D09E1415-B304-4F7E-8F1C-B98A22460EC3}" destId="{4762A4ED-A798-458B-9E16-68F7DE5F983A}" srcOrd="3" destOrd="0" presId="urn:microsoft.com/office/officeart/2005/8/layout/hierarchy3"/>
    <dgm:cxn modelId="{06112927-F62A-4AD2-8775-A2C81DD7447B}" type="presParOf" srcId="{9650BED9-9C06-49EA-8F1B-AFA896D023C2}" destId="{D639ADCD-2730-47A6-B21C-A35B77DC7F5C}" srcOrd="3" destOrd="0" presId="urn:microsoft.com/office/officeart/2005/8/layout/hierarchy3"/>
    <dgm:cxn modelId="{E804C63E-AC6B-4A35-A43D-C7A3AD6EACC1}" type="presParOf" srcId="{D639ADCD-2730-47A6-B21C-A35B77DC7F5C}" destId="{6B415F7E-F02F-428F-99F2-D08A9D3B31AC}" srcOrd="0" destOrd="0" presId="urn:microsoft.com/office/officeart/2005/8/layout/hierarchy3"/>
    <dgm:cxn modelId="{ABDA0B42-D932-4037-A785-A5338133C53F}" type="presParOf" srcId="{6B415F7E-F02F-428F-99F2-D08A9D3B31AC}" destId="{B011D82B-A267-49B4-88A5-E757CECE903C}" srcOrd="0" destOrd="0" presId="urn:microsoft.com/office/officeart/2005/8/layout/hierarchy3"/>
    <dgm:cxn modelId="{C92B39FF-DC7B-4C21-B5B2-324CB672F462}" type="presParOf" srcId="{6B415F7E-F02F-428F-99F2-D08A9D3B31AC}" destId="{D41FB3FD-AE86-456F-8985-0A7799C7709E}" srcOrd="1" destOrd="0" presId="urn:microsoft.com/office/officeart/2005/8/layout/hierarchy3"/>
    <dgm:cxn modelId="{3BC0F969-D9CE-4A67-9E84-E53E19EA0A20}" type="presParOf" srcId="{D639ADCD-2730-47A6-B21C-A35B77DC7F5C}" destId="{BA02EA62-1BEB-4323-93F7-CC96A1E25AC1}" srcOrd="1" destOrd="0" presId="urn:microsoft.com/office/officeart/2005/8/layout/hierarchy3"/>
    <dgm:cxn modelId="{10E56DF4-8A51-4543-8BAA-37304D0C8B22}" type="presParOf" srcId="{BA02EA62-1BEB-4323-93F7-CC96A1E25AC1}" destId="{51027E58-304E-4E7C-B2F8-07091EBC3564}" srcOrd="0" destOrd="0" presId="urn:microsoft.com/office/officeart/2005/8/layout/hierarchy3"/>
    <dgm:cxn modelId="{912076AB-2F6C-420C-95D0-7B1A8E088955}" type="presParOf" srcId="{BA02EA62-1BEB-4323-93F7-CC96A1E25AC1}" destId="{BFA23FCB-56C5-45A3-9B31-FC195627109C}" srcOrd="1" destOrd="0" presId="urn:microsoft.com/office/officeart/2005/8/layout/hierarchy3"/>
    <dgm:cxn modelId="{0CC621D7-0528-4FB0-ACFC-47D708C670FB}" type="presParOf" srcId="{BA02EA62-1BEB-4323-93F7-CC96A1E25AC1}" destId="{00821255-CC62-472F-A8A8-C32738F92FA8}" srcOrd="2" destOrd="0" presId="urn:microsoft.com/office/officeart/2005/8/layout/hierarchy3"/>
    <dgm:cxn modelId="{2711FC86-55EB-482F-A778-F0803803ED6E}" type="presParOf" srcId="{BA02EA62-1BEB-4323-93F7-CC96A1E25AC1}" destId="{7023C5CC-A3DF-486C-A47A-1D90523502AA}" srcOrd="3" destOrd="0" presId="urn:microsoft.com/office/officeart/2005/8/layout/hierarchy3"/>
    <dgm:cxn modelId="{A51EB4D7-9B6A-45BA-BDE6-1DDAD9C81144}" type="presParOf" srcId="{BA02EA62-1BEB-4323-93F7-CC96A1E25AC1}" destId="{0C4A578D-5610-4D5C-964B-B961FB1C2FD4}" srcOrd="4" destOrd="0" presId="urn:microsoft.com/office/officeart/2005/8/layout/hierarchy3"/>
    <dgm:cxn modelId="{20B593B6-F16D-44A2-82D9-85B4451F8B07}" type="presParOf" srcId="{BA02EA62-1BEB-4323-93F7-CC96A1E25AC1}" destId="{F23A2F50-D359-408B-914E-381D1392F66C}" srcOrd="5" destOrd="0" presId="urn:microsoft.com/office/officeart/2005/8/layout/hierarchy3"/>
    <dgm:cxn modelId="{8D59433A-5C82-40CC-8D81-5ABAB14AE24F}" type="presParOf" srcId="{BA02EA62-1BEB-4323-93F7-CC96A1E25AC1}" destId="{804A79C3-1FFA-44B6-8B0F-5313CFB601B0}" srcOrd="6" destOrd="0" presId="urn:microsoft.com/office/officeart/2005/8/layout/hierarchy3"/>
    <dgm:cxn modelId="{18D504B4-E846-45DA-A01A-34C2CDC684AD}" type="presParOf" srcId="{BA02EA62-1BEB-4323-93F7-CC96A1E25AC1}" destId="{1CD8E5C9-A1CE-4A6C-85B0-04246B9763D0}" srcOrd="7" destOrd="0" presId="urn:microsoft.com/office/officeart/2005/8/layout/hierarchy3"/>
    <dgm:cxn modelId="{024DAA63-15FA-43FA-91D8-4CCB1671D913}" type="presParOf" srcId="{BA02EA62-1BEB-4323-93F7-CC96A1E25AC1}" destId="{0BAC0BD0-F938-45AA-AA12-B78DBFE8819F}" srcOrd="8" destOrd="0" presId="urn:microsoft.com/office/officeart/2005/8/layout/hierarchy3"/>
    <dgm:cxn modelId="{2AE70C47-4735-41D8-8D1F-63DA8C4ED36F}" type="presParOf" srcId="{BA02EA62-1BEB-4323-93F7-CC96A1E25AC1}" destId="{CC978986-4146-4FB1-AAC6-0EC5C56F9BE7}" srcOrd="9" destOrd="0" presId="urn:microsoft.com/office/officeart/2005/8/layout/hierarchy3"/>
    <dgm:cxn modelId="{F2E86F3E-2A6B-4ACA-97FD-3D281C55DF49}" type="presParOf" srcId="{BA02EA62-1BEB-4323-93F7-CC96A1E25AC1}" destId="{F1EA4875-8106-4E3C-B90E-0067FDB58B42}" srcOrd="10" destOrd="0" presId="urn:microsoft.com/office/officeart/2005/8/layout/hierarchy3"/>
    <dgm:cxn modelId="{1BFABE40-6547-4F03-B8C2-19F6C9C424FF}" type="presParOf" srcId="{BA02EA62-1BEB-4323-93F7-CC96A1E25AC1}" destId="{C4181EF7-2BD8-4538-BD8C-A43DC5AA81E8}" srcOrd="11" destOrd="0" presId="urn:microsoft.com/office/officeart/2005/8/layout/hierarchy3"/>
    <dgm:cxn modelId="{B67B0AF3-0F34-4D77-B386-075A16AC82D0}" type="presParOf" srcId="{9650BED9-9C06-49EA-8F1B-AFA896D023C2}" destId="{4889E05C-8115-4817-BC74-C2FA6EC904AD}" srcOrd="4" destOrd="0" presId="urn:microsoft.com/office/officeart/2005/8/layout/hierarchy3"/>
    <dgm:cxn modelId="{066B62B7-AB56-472F-9AA2-AE880992C852}" type="presParOf" srcId="{4889E05C-8115-4817-BC74-C2FA6EC904AD}" destId="{D3ECCD88-FF90-429D-AD6B-8B4634F91204}" srcOrd="0" destOrd="0" presId="urn:microsoft.com/office/officeart/2005/8/layout/hierarchy3"/>
    <dgm:cxn modelId="{E6B44969-5A36-4BEC-81F4-EAE18D2728B1}" type="presParOf" srcId="{D3ECCD88-FF90-429D-AD6B-8B4634F91204}" destId="{B235B9CD-454E-4A3F-AAD0-53FC6E737E5B}" srcOrd="0" destOrd="0" presId="urn:microsoft.com/office/officeart/2005/8/layout/hierarchy3"/>
    <dgm:cxn modelId="{4AC7370B-1961-4520-BE14-E57243B3CBA8}" type="presParOf" srcId="{D3ECCD88-FF90-429D-AD6B-8B4634F91204}" destId="{B03375E4-98F7-4EFF-9AFA-00CDF0E60924}" srcOrd="1" destOrd="0" presId="urn:microsoft.com/office/officeart/2005/8/layout/hierarchy3"/>
    <dgm:cxn modelId="{E243A53D-FB6A-4DBD-8C8F-3E17F3B65F17}" type="presParOf" srcId="{4889E05C-8115-4817-BC74-C2FA6EC904AD}" destId="{24BA42E2-056A-4D30-9564-2C2F783737CC}" srcOrd="1" destOrd="0" presId="urn:microsoft.com/office/officeart/2005/8/layout/hierarchy3"/>
    <dgm:cxn modelId="{B73A1EF9-4793-417C-9C5C-00EF93404884}" type="presParOf" srcId="{24BA42E2-056A-4D30-9564-2C2F783737CC}" destId="{EB67A92D-D38D-49B9-8DFC-7F80CD1EB49D}" srcOrd="0" destOrd="0" presId="urn:microsoft.com/office/officeart/2005/8/layout/hierarchy3"/>
    <dgm:cxn modelId="{AEFFCE86-DDC2-4BE1-B260-75D390C57CD2}" type="presParOf" srcId="{24BA42E2-056A-4D30-9564-2C2F783737CC}" destId="{C919E1C4-48ED-4970-8038-63D0DF609843}" srcOrd="1" destOrd="0" presId="urn:microsoft.com/office/officeart/2005/8/layout/hierarchy3"/>
    <dgm:cxn modelId="{C346F0D8-05EC-44A0-BAEC-F3AA235B2437}" type="presParOf" srcId="{24BA42E2-056A-4D30-9564-2C2F783737CC}" destId="{27C38C8F-63CC-4F2A-B7FC-437A6D426059}" srcOrd="2" destOrd="0" presId="urn:microsoft.com/office/officeart/2005/8/layout/hierarchy3"/>
    <dgm:cxn modelId="{C89CD89D-3D08-4CC7-B9DD-2D5287DAE286}" type="presParOf" srcId="{24BA42E2-056A-4D30-9564-2C2F783737CC}" destId="{33F431A4-8DAA-4327-A237-FA41A6D3B1C7}" srcOrd="3" destOrd="0" presId="urn:microsoft.com/office/officeart/2005/8/layout/hierarchy3"/>
    <dgm:cxn modelId="{F2C6DE6F-F195-4479-8680-5F3FE67000B6}" type="presParOf" srcId="{24BA42E2-056A-4D30-9564-2C2F783737CC}" destId="{038DA083-473B-48A9-86A4-A0A1872D0A16}" srcOrd="4" destOrd="0" presId="urn:microsoft.com/office/officeart/2005/8/layout/hierarchy3"/>
    <dgm:cxn modelId="{7B32DB7A-C0A7-48E9-BF27-DBEC0AFDF2F7}" type="presParOf" srcId="{24BA42E2-056A-4D30-9564-2C2F783737CC}" destId="{86BBB9A2-45EA-4BBF-A170-78454ABEF43A}" srcOrd="5" destOrd="0" presId="urn:microsoft.com/office/officeart/2005/8/layout/hierarchy3"/>
    <dgm:cxn modelId="{973A3CE5-363F-4B8B-90E2-9A7C40250E19}" type="presParOf" srcId="{9650BED9-9C06-49EA-8F1B-AFA896D023C2}" destId="{2ECB6E39-7D6C-47BC-A13F-0156617B5C87}" srcOrd="5" destOrd="0" presId="urn:microsoft.com/office/officeart/2005/8/layout/hierarchy3"/>
    <dgm:cxn modelId="{22731188-0EBF-4F72-9A9A-6F8AC12CD0B8}" type="presParOf" srcId="{2ECB6E39-7D6C-47BC-A13F-0156617B5C87}" destId="{E9739326-CDA2-479D-B107-6A597753AD50}" srcOrd="0" destOrd="0" presId="urn:microsoft.com/office/officeart/2005/8/layout/hierarchy3"/>
    <dgm:cxn modelId="{E684BFC6-196B-462D-8868-7E31C3BEA5CC}" type="presParOf" srcId="{E9739326-CDA2-479D-B107-6A597753AD50}" destId="{6BE1124D-35FB-4805-AE14-5E4BBACE167F}" srcOrd="0" destOrd="0" presId="urn:microsoft.com/office/officeart/2005/8/layout/hierarchy3"/>
    <dgm:cxn modelId="{552E484E-EFFB-4A78-AE6B-B1CE2F0E4A21}" type="presParOf" srcId="{E9739326-CDA2-479D-B107-6A597753AD50}" destId="{A7F27F00-7E13-42F5-B759-D905829C429D}" srcOrd="1" destOrd="0" presId="urn:microsoft.com/office/officeart/2005/8/layout/hierarchy3"/>
    <dgm:cxn modelId="{CED0BD07-1A24-4E72-B0F6-521585C6348C}" type="presParOf" srcId="{2ECB6E39-7D6C-47BC-A13F-0156617B5C87}" destId="{E0B59B08-7CA3-49C3-841E-A70ACB0ABDD2}" srcOrd="1" destOrd="0" presId="urn:microsoft.com/office/officeart/2005/8/layout/hierarchy3"/>
    <dgm:cxn modelId="{BC44D9C9-481D-4D35-A94D-C15945F185BB}" type="presParOf" srcId="{E0B59B08-7CA3-49C3-841E-A70ACB0ABDD2}" destId="{3096A64E-BFEA-4C5D-9C8A-5C6FF50F3BE1}" srcOrd="0" destOrd="0" presId="urn:microsoft.com/office/officeart/2005/8/layout/hierarchy3"/>
    <dgm:cxn modelId="{AFFAF6A9-78DF-4688-9669-C593BF159A14}" type="presParOf" srcId="{E0B59B08-7CA3-49C3-841E-A70ACB0ABDD2}" destId="{2FF0BF3F-09AB-4FA9-A2EF-50DC687A29AC}" srcOrd="1" destOrd="0" presId="urn:microsoft.com/office/officeart/2005/8/layout/hierarchy3"/>
    <dgm:cxn modelId="{82F0A8D3-C2A2-4932-A6F7-209FD0E53E80}" type="presParOf" srcId="{E0B59B08-7CA3-49C3-841E-A70ACB0ABDD2}" destId="{561BFF0B-AF77-4F3D-9C84-5305529C21BC}" srcOrd="2" destOrd="0" presId="urn:microsoft.com/office/officeart/2005/8/layout/hierarchy3"/>
    <dgm:cxn modelId="{294E4B6E-1EE2-46C9-B648-BEC7D384380D}" type="presParOf" srcId="{E0B59B08-7CA3-49C3-841E-A70ACB0ABDD2}" destId="{7DA0BD94-59D9-46E7-96C4-68FFEEB46BC5}" srcOrd="3" destOrd="0" presId="urn:microsoft.com/office/officeart/2005/8/layout/hierarchy3"/>
    <dgm:cxn modelId="{8A88F974-518F-41F2-B273-F42A5746C2EF}" type="presParOf" srcId="{9650BED9-9C06-49EA-8F1B-AFA896D023C2}" destId="{14DAD070-5B53-47A7-A6E5-A28E86B6D0F5}" srcOrd="6" destOrd="0" presId="urn:microsoft.com/office/officeart/2005/8/layout/hierarchy3"/>
    <dgm:cxn modelId="{8DFAC530-B164-4A70-9E32-F0C2CEB1455F}" type="presParOf" srcId="{14DAD070-5B53-47A7-A6E5-A28E86B6D0F5}" destId="{8264F161-929A-468F-B599-07420F5C769C}" srcOrd="0" destOrd="0" presId="urn:microsoft.com/office/officeart/2005/8/layout/hierarchy3"/>
    <dgm:cxn modelId="{B99BCE7B-F124-4849-843E-3BE8A13AC0C0}" type="presParOf" srcId="{8264F161-929A-468F-B599-07420F5C769C}" destId="{9490CB8A-6777-4E5D-9DBD-A3D7FC9A1833}" srcOrd="0" destOrd="0" presId="urn:microsoft.com/office/officeart/2005/8/layout/hierarchy3"/>
    <dgm:cxn modelId="{BDB58444-73A9-405C-8F5A-D860B4F8912B}" type="presParOf" srcId="{8264F161-929A-468F-B599-07420F5C769C}" destId="{1E95AD4B-8DEF-496B-9FCF-9DA5078E612F}" srcOrd="1" destOrd="0" presId="urn:microsoft.com/office/officeart/2005/8/layout/hierarchy3"/>
    <dgm:cxn modelId="{73B3864B-EAEF-4D68-B170-E7A5D17E64CE}" type="presParOf" srcId="{14DAD070-5B53-47A7-A6E5-A28E86B6D0F5}" destId="{331CF041-D3D2-4DE2-A0CB-73A71CA70578}" srcOrd="1" destOrd="0" presId="urn:microsoft.com/office/officeart/2005/8/layout/hierarchy3"/>
    <dgm:cxn modelId="{AA128C6B-BD3A-4E2A-AA20-89E30876732A}" type="presParOf" srcId="{331CF041-D3D2-4DE2-A0CB-73A71CA70578}" destId="{84DAC232-C59D-48EE-88C7-4DA2F52302B5}" srcOrd="0" destOrd="0" presId="urn:microsoft.com/office/officeart/2005/8/layout/hierarchy3"/>
    <dgm:cxn modelId="{8C9D7F2E-DAD9-4ED7-9011-F17B17B86941}" type="presParOf" srcId="{331CF041-D3D2-4DE2-A0CB-73A71CA70578}" destId="{8D42C578-B8D1-492D-AE93-1159C4D1F130}" srcOrd="1" destOrd="0" presId="urn:microsoft.com/office/officeart/2005/8/layout/hierarchy3"/>
    <dgm:cxn modelId="{4C8E1090-0D0A-460B-9FD0-7512F97B7870}" type="presParOf" srcId="{331CF041-D3D2-4DE2-A0CB-73A71CA70578}" destId="{90F891AF-998C-4D4C-890B-5964D8930C98}" srcOrd="2" destOrd="0" presId="urn:microsoft.com/office/officeart/2005/8/layout/hierarchy3"/>
    <dgm:cxn modelId="{AE715828-BC24-4C3F-BD19-F78C60ED1E72}" type="presParOf" srcId="{331CF041-D3D2-4DE2-A0CB-73A71CA70578}" destId="{56001E44-D78A-4471-8FD8-A0BE08295893}" srcOrd="3" destOrd="0" presId="urn:microsoft.com/office/officeart/2005/8/layout/hierarchy3"/>
    <dgm:cxn modelId="{713BC1FB-DBCE-4447-9C26-1F7D6D484003}" type="presParOf" srcId="{331CF041-D3D2-4DE2-A0CB-73A71CA70578}" destId="{6514B52A-B762-4BF7-83C1-43003FE0AAB3}" srcOrd="4" destOrd="0" presId="urn:microsoft.com/office/officeart/2005/8/layout/hierarchy3"/>
    <dgm:cxn modelId="{EF390F73-9C10-49D4-9868-51ADD7A4A01A}" type="presParOf" srcId="{331CF041-D3D2-4DE2-A0CB-73A71CA70578}" destId="{72CF4909-1385-448E-AC65-EEF1703FEB0E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61081-7561-43BE-ABCB-C502BC6731F2}">
      <dsp:nvSpPr>
        <dsp:cNvPr id="0" name=""/>
        <dsp:cNvSpPr/>
      </dsp:nvSpPr>
      <dsp:spPr>
        <a:xfrm>
          <a:off x="4182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People</a:t>
          </a:r>
        </a:p>
      </dsp:txBody>
      <dsp:txXfrm>
        <a:off x="22330" y="128020"/>
        <a:ext cx="1202916" cy="583310"/>
      </dsp:txXfrm>
    </dsp:sp>
    <dsp:sp modelId="{6D4F6910-4FDE-4E02-93C5-04CB880BC701}">
      <dsp:nvSpPr>
        <dsp:cNvPr id="0" name=""/>
        <dsp:cNvSpPr/>
      </dsp:nvSpPr>
      <dsp:spPr>
        <a:xfrm>
          <a:off x="128103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EF555D-49EC-4928-A14D-B5ED02EC1F38}">
      <dsp:nvSpPr>
        <dsp:cNvPr id="0" name=""/>
        <dsp:cNvSpPr/>
      </dsp:nvSpPr>
      <dsp:spPr>
        <a:xfrm>
          <a:off x="252024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Communication</a:t>
          </a:r>
        </a:p>
      </dsp:txBody>
      <dsp:txXfrm>
        <a:off x="270172" y="902528"/>
        <a:ext cx="955074" cy="583310"/>
      </dsp:txXfrm>
    </dsp:sp>
    <dsp:sp modelId="{EA1F8F39-B895-44AD-8170-F04D46A002DC}">
      <dsp:nvSpPr>
        <dsp:cNvPr id="0" name=""/>
        <dsp:cNvSpPr/>
      </dsp:nvSpPr>
      <dsp:spPr>
        <a:xfrm>
          <a:off x="128103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6E421-3519-4E50-BAFA-DF3C976F1F60}">
      <dsp:nvSpPr>
        <dsp:cNvPr id="0" name=""/>
        <dsp:cNvSpPr/>
      </dsp:nvSpPr>
      <dsp:spPr>
        <a:xfrm>
          <a:off x="252024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02721"/>
              <a:satOff val="-2501"/>
              <a:lumOff val="-16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Teamwork</a:t>
          </a:r>
        </a:p>
      </dsp:txBody>
      <dsp:txXfrm>
        <a:off x="270172" y="1677036"/>
        <a:ext cx="955074" cy="583310"/>
      </dsp:txXfrm>
    </dsp:sp>
    <dsp:sp modelId="{3F68D055-CDAC-427B-9D1E-71CEA56686D7}">
      <dsp:nvSpPr>
        <dsp:cNvPr id="0" name=""/>
        <dsp:cNvSpPr/>
      </dsp:nvSpPr>
      <dsp:spPr>
        <a:xfrm>
          <a:off x="128103" y="729479"/>
          <a:ext cx="123921" cy="2013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0"/>
              </a:lnTo>
              <a:lnTo>
                <a:pt x="123921" y="2013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78F65-58E0-4634-B905-60A7CCD97B83}">
      <dsp:nvSpPr>
        <dsp:cNvPr id="0" name=""/>
        <dsp:cNvSpPr/>
      </dsp:nvSpPr>
      <dsp:spPr>
        <a:xfrm>
          <a:off x="252024" y="2433396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005442"/>
              <a:satOff val="-5003"/>
              <a:lumOff val="-33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Leadership</a:t>
          </a:r>
          <a:endParaRPr lang="en-GB" sz="1100" b="0" kern="1200" dirty="0"/>
        </a:p>
      </dsp:txBody>
      <dsp:txXfrm>
        <a:off x="270172" y="2451544"/>
        <a:ext cx="955074" cy="583310"/>
      </dsp:txXfrm>
    </dsp:sp>
    <dsp:sp modelId="{3304931C-41F5-448F-B60C-B747F07BA49B}">
      <dsp:nvSpPr>
        <dsp:cNvPr id="0" name=""/>
        <dsp:cNvSpPr/>
      </dsp:nvSpPr>
      <dsp:spPr>
        <a:xfrm>
          <a:off x="128103" y="729479"/>
          <a:ext cx="123921" cy="278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8228"/>
              </a:lnTo>
              <a:lnTo>
                <a:pt x="123921" y="278822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0EA6F4-978C-4EF1-8815-7D76AE74F0A1}">
      <dsp:nvSpPr>
        <dsp:cNvPr id="0" name=""/>
        <dsp:cNvSpPr/>
      </dsp:nvSpPr>
      <dsp:spPr>
        <a:xfrm>
          <a:off x="252024" y="3207904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508162"/>
              <a:satOff val="-7504"/>
              <a:lumOff val="-50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Organizational Commitment</a:t>
          </a:r>
          <a:endParaRPr lang="en-GB" sz="1100" b="0" kern="1200" dirty="0"/>
        </a:p>
      </dsp:txBody>
      <dsp:txXfrm>
        <a:off x="270172" y="3226052"/>
        <a:ext cx="955074" cy="583310"/>
      </dsp:txXfrm>
    </dsp:sp>
    <dsp:sp modelId="{F7B5829F-DADA-4753-B920-0DAB0239BF5C}">
      <dsp:nvSpPr>
        <dsp:cNvPr id="0" name=""/>
        <dsp:cNvSpPr/>
      </dsp:nvSpPr>
      <dsp:spPr>
        <a:xfrm>
          <a:off x="128103" y="729479"/>
          <a:ext cx="123921" cy="3562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62736"/>
              </a:lnTo>
              <a:lnTo>
                <a:pt x="123921" y="35627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C8A068-BE86-46BD-809F-4F44DCD8D31C}">
      <dsp:nvSpPr>
        <dsp:cNvPr id="0" name=""/>
        <dsp:cNvSpPr/>
      </dsp:nvSpPr>
      <dsp:spPr>
        <a:xfrm>
          <a:off x="252024" y="3982412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010883"/>
              <a:satOff val="-10005"/>
              <a:lumOff val="-67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Stakeholder Involvement</a:t>
          </a:r>
          <a:endParaRPr lang="en-GB" sz="1100" b="0" kern="1200" dirty="0"/>
        </a:p>
      </dsp:txBody>
      <dsp:txXfrm>
        <a:off x="270172" y="4000560"/>
        <a:ext cx="955074" cy="583310"/>
      </dsp:txXfrm>
    </dsp:sp>
    <dsp:sp modelId="{A15770EA-993E-4379-8C51-A773FE471D7C}">
      <dsp:nvSpPr>
        <dsp:cNvPr id="0" name=""/>
        <dsp:cNvSpPr/>
      </dsp:nvSpPr>
      <dsp:spPr>
        <a:xfrm>
          <a:off x="1553198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2010883"/>
            <a:satOff val="-10005"/>
            <a:lumOff val="-6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Process</a:t>
          </a:r>
        </a:p>
      </dsp:txBody>
      <dsp:txXfrm>
        <a:off x="1571346" y="128020"/>
        <a:ext cx="1202916" cy="583310"/>
      </dsp:txXfrm>
    </dsp:sp>
    <dsp:sp modelId="{4B9F8534-7A2D-451B-B7FC-9FEB1FA31215}">
      <dsp:nvSpPr>
        <dsp:cNvPr id="0" name=""/>
        <dsp:cNvSpPr/>
      </dsp:nvSpPr>
      <dsp:spPr>
        <a:xfrm>
          <a:off x="1677119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6952B2-426A-408D-B9D3-63FD7E847698}">
      <dsp:nvSpPr>
        <dsp:cNvPr id="0" name=""/>
        <dsp:cNvSpPr/>
      </dsp:nvSpPr>
      <dsp:spPr>
        <a:xfrm>
          <a:off x="1801040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513604"/>
              <a:satOff val="-12507"/>
              <a:lumOff val="-84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Requirements Management</a:t>
          </a:r>
        </a:p>
      </dsp:txBody>
      <dsp:txXfrm>
        <a:off x="1819188" y="902528"/>
        <a:ext cx="955074" cy="583310"/>
      </dsp:txXfrm>
    </dsp:sp>
    <dsp:sp modelId="{765265AA-BB6C-43D6-8403-59882AB27CA4}">
      <dsp:nvSpPr>
        <dsp:cNvPr id="0" name=""/>
        <dsp:cNvSpPr/>
      </dsp:nvSpPr>
      <dsp:spPr>
        <a:xfrm>
          <a:off x="1677119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8A7B48-A00A-426C-BFAC-F2910070C2D2}">
      <dsp:nvSpPr>
        <dsp:cNvPr id="0" name=""/>
        <dsp:cNvSpPr/>
      </dsp:nvSpPr>
      <dsp:spPr>
        <a:xfrm>
          <a:off x="1801040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016325"/>
              <a:satOff val="-15008"/>
              <a:lumOff val="-101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Project Planning</a:t>
          </a:r>
          <a:endParaRPr lang="en-GB" sz="1100" b="0" kern="1200" dirty="0"/>
        </a:p>
      </dsp:txBody>
      <dsp:txXfrm>
        <a:off x="1819188" y="1677036"/>
        <a:ext cx="955074" cy="583310"/>
      </dsp:txXfrm>
    </dsp:sp>
    <dsp:sp modelId="{465B4381-0FD6-4FA2-B577-41053FA05D1E}">
      <dsp:nvSpPr>
        <dsp:cNvPr id="0" name=""/>
        <dsp:cNvSpPr/>
      </dsp:nvSpPr>
      <dsp:spPr>
        <a:xfrm>
          <a:off x="1677119" y="729479"/>
          <a:ext cx="123921" cy="2013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0"/>
              </a:lnTo>
              <a:lnTo>
                <a:pt x="123921" y="2013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6FE7E3-0F86-42D2-BC0E-744B790F92CF}">
      <dsp:nvSpPr>
        <dsp:cNvPr id="0" name=""/>
        <dsp:cNvSpPr/>
      </dsp:nvSpPr>
      <dsp:spPr>
        <a:xfrm>
          <a:off x="1801040" y="2433396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519046"/>
              <a:satOff val="-17509"/>
              <a:lumOff val="-118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Scope Management</a:t>
          </a:r>
        </a:p>
      </dsp:txBody>
      <dsp:txXfrm>
        <a:off x="1819188" y="2451544"/>
        <a:ext cx="955074" cy="583310"/>
      </dsp:txXfrm>
    </dsp:sp>
    <dsp:sp modelId="{1C722E57-7698-4A04-8410-6BC9C610EA09}">
      <dsp:nvSpPr>
        <dsp:cNvPr id="0" name=""/>
        <dsp:cNvSpPr/>
      </dsp:nvSpPr>
      <dsp:spPr>
        <a:xfrm>
          <a:off x="1677119" y="729479"/>
          <a:ext cx="123921" cy="278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8228"/>
              </a:lnTo>
              <a:lnTo>
                <a:pt x="123921" y="278822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0126A-223D-4553-A3E3-4C765F692B61}">
      <dsp:nvSpPr>
        <dsp:cNvPr id="0" name=""/>
        <dsp:cNvSpPr/>
      </dsp:nvSpPr>
      <dsp:spPr>
        <a:xfrm>
          <a:off x="1801040" y="3207904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021767"/>
              <a:satOff val="-20011"/>
              <a:lumOff val="-1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Project Monitoring</a:t>
          </a:r>
          <a:endParaRPr lang="en-GB" sz="1100" b="0" kern="1200" dirty="0"/>
        </a:p>
      </dsp:txBody>
      <dsp:txXfrm>
        <a:off x="1819188" y="3226052"/>
        <a:ext cx="955074" cy="583310"/>
      </dsp:txXfrm>
    </dsp:sp>
    <dsp:sp modelId="{5485766A-2322-4793-B5F3-75836ABF28D6}">
      <dsp:nvSpPr>
        <dsp:cNvPr id="0" name=""/>
        <dsp:cNvSpPr/>
      </dsp:nvSpPr>
      <dsp:spPr>
        <a:xfrm>
          <a:off x="3102214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4021767"/>
            <a:satOff val="-20011"/>
            <a:lumOff val="-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Product</a:t>
          </a:r>
        </a:p>
      </dsp:txBody>
      <dsp:txXfrm>
        <a:off x="3120362" y="128020"/>
        <a:ext cx="1202916" cy="583310"/>
      </dsp:txXfrm>
    </dsp:sp>
    <dsp:sp modelId="{6E06F5C8-9D48-4D3D-865F-110F0429CD85}">
      <dsp:nvSpPr>
        <dsp:cNvPr id="0" name=""/>
        <dsp:cNvSpPr/>
      </dsp:nvSpPr>
      <dsp:spPr>
        <a:xfrm>
          <a:off x="3226135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689BA2-C7AD-4654-8091-ED2AAA5F0957}">
      <dsp:nvSpPr>
        <dsp:cNvPr id="0" name=""/>
        <dsp:cNvSpPr/>
      </dsp:nvSpPr>
      <dsp:spPr>
        <a:xfrm>
          <a:off x="3350056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524488"/>
              <a:satOff val="-22512"/>
              <a:lumOff val="-15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Configuration</a:t>
          </a:r>
        </a:p>
      </dsp:txBody>
      <dsp:txXfrm>
        <a:off x="3368204" y="902528"/>
        <a:ext cx="955074" cy="583310"/>
      </dsp:txXfrm>
    </dsp:sp>
    <dsp:sp modelId="{007B4C7C-B648-437E-A6E6-4B20DBC96445}">
      <dsp:nvSpPr>
        <dsp:cNvPr id="0" name=""/>
        <dsp:cNvSpPr/>
      </dsp:nvSpPr>
      <dsp:spPr>
        <a:xfrm>
          <a:off x="3226135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2A4ED-A798-458B-9E16-68F7DE5F983A}">
      <dsp:nvSpPr>
        <dsp:cNvPr id="0" name=""/>
        <dsp:cNvSpPr/>
      </dsp:nvSpPr>
      <dsp:spPr>
        <a:xfrm>
          <a:off x="3350056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027208"/>
              <a:satOff val="-25013"/>
              <a:lumOff val="-169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Quality Engineering</a:t>
          </a:r>
        </a:p>
      </dsp:txBody>
      <dsp:txXfrm>
        <a:off x="3368204" y="1677036"/>
        <a:ext cx="955074" cy="583310"/>
      </dsp:txXfrm>
    </dsp:sp>
    <dsp:sp modelId="{B011D82B-A267-49B4-88A5-E757CECE903C}">
      <dsp:nvSpPr>
        <dsp:cNvPr id="0" name=""/>
        <dsp:cNvSpPr/>
      </dsp:nvSpPr>
      <dsp:spPr>
        <a:xfrm>
          <a:off x="4651230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6032650"/>
            <a:satOff val="-30016"/>
            <a:lumOff val="-20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Project</a:t>
          </a:r>
        </a:p>
      </dsp:txBody>
      <dsp:txXfrm>
        <a:off x="4669378" y="128020"/>
        <a:ext cx="1202916" cy="583310"/>
      </dsp:txXfrm>
    </dsp:sp>
    <dsp:sp modelId="{51027E58-304E-4E7C-B2F8-07091EBC3564}">
      <dsp:nvSpPr>
        <dsp:cNvPr id="0" name=""/>
        <dsp:cNvSpPr/>
      </dsp:nvSpPr>
      <dsp:spPr>
        <a:xfrm>
          <a:off x="4775151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A23FCB-56C5-45A3-9B31-FC195627109C}">
      <dsp:nvSpPr>
        <dsp:cNvPr id="0" name=""/>
        <dsp:cNvSpPr/>
      </dsp:nvSpPr>
      <dsp:spPr>
        <a:xfrm>
          <a:off x="4899072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529929"/>
              <a:satOff val="-27515"/>
              <a:lumOff val="-186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Activity Definition</a:t>
          </a:r>
        </a:p>
      </dsp:txBody>
      <dsp:txXfrm>
        <a:off x="4917220" y="902528"/>
        <a:ext cx="955074" cy="583310"/>
      </dsp:txXfrm>
    </dsp:sp>
    <dsp:sp modelId="{00821255-CC62-472F-A8A8-C32738F92FA8}">
      <dsp:nvSpPr>
        <dsp:cNvPr id="0" name=""/>
        <dsp:cNvSpPr/>
      </dsp:nvSpPr>
      <dsp:spPr>
        <a:xfrm>
          <a:off x="4775151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23C5CC-A3DF-486C-A47A-1D90523502AA}">
      <dsp:nvSpPr>
        <dsp:cNvPr id="0" name=""/>
        <dsp:cNvSpPr/>
      </dsp:nvSpPr>
      <dsp:spPr>
        <a:xfrm>
          <a:off x="4899072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032650"/>
              <a:satOff val="-30016"/>
              <a:lumOff val="-20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Activity Sequencing</a:t>
          </a:r>
        </a:p>
      </dsp:txBody>
      <dsp:txXfrm>
        <a:off x="4917220" y="1677036"/>
        <a:ext cx="955074" cy="583310"/>
      </dsp:txXfrm>
    </dsp:sp>
    <dsp:sp modelId="{0C4A578D-5610-4D5C-964B-B961FB1C2FD4}">
      <dsp:nvSpPr>
        <dsp:cNvPr id="0" name=""/>
        <dsp:cNvSpPr/>
      </dsp:nvSpPr>
      <dsp:spPr>
        <a:xfrm>
          <a:off x="4775151" y="729479"/>
          <a:ext cx="123921" cy="2013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0"/>
              </a:lnTo>
              <a:lnTo>
                <a:pt x="123921" y="2013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A2F50-D359-408B-914E-381D1392F66C}">
      <dsp:nvSpPr>
        <dsp:cNvPr id="0" name=""/>
        <dsp:cNvSpPr/>
      </dsp:nvSpPr>
      <dsp:spPr>
        <a:xfrm>
          <a:off x="4899072" y="2433396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535371"/>
              <a:satOff val="-32517"/>
              <a:lumOff val="-219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Activity Resource Estimation</a:t>
          </a:r>
          <a:endParaRPr lang="en-GB" sz="1100" b="0" kern="1200" dirty="0"/>
        </a:p>
      </dsp:txBody>
      <dsp:txXfrm>
        <a:off x="4917220" y="2451544"/>
        <a:ext cx="955074" cy="583310"/>
      </dsp:txXfrm>
    </dsp:sp>
    <dsp:sp modelId="{804A79C3-1FFA-44B6-8B0F-5313CFB601B0}">
      <dsp:nvSpPr>
        <dsp:cNvPr id="0" name=""/>
        <dsp:cNvSpPr/>
      </dsp:nvSpPr>
      <dsp:spPr>
        <a:xfrm>
          <a:off x="4775151" y="729479"/>
          <a:ext cx="123921" cy="278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8228"/>
              </a:lnTo>
              <a:lnTo>
                <a:pt x="123921" y="278822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D8E5C9-A1CE-4A6C-85B0-04246B9763D0}">
      <dsp:nvSpPr>
        <dsp:cNvPr id="0" name=""/>
        <dsp:cNvSpPr/>
      </dsp:nvSpPr>
      <dsp:spPr>
        <a:xfrm>
          <a:off x="4899072" y="3207904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038091"/>
              <a:satOff val="-35019"/>
              <a:lumOff val="-2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Scheduling</a:t>
          </a:r>
          <a:endParaRPr lang="en-GB" sz="1100" b="0" kern="1200" dirty="0"/>
        </a:p>
      </dsp:txBody>
      <dsp:txXfrm>
        <a:off x="4917220" y="3226052"/>
        <a:ext cx="955074" cy="583310"/>
      </dsp:txXfrm>
    </dsp:sp>
    <dsp:sp modelId="{0BAC0BD0-F938-45AA-AA12-B78DBFE8819F}">
      <dsp:nvSpPr>
        <dsp:cNvPr id="0" name=""/>
        <dsp:cNvSpPr/>
      </dsp:nvSpPr>
      <dsp:spPr>
        <a:xfrm>
          <a:off x="4775151" y="729479"/>
          <a:ext cx="123921" cy="3562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62736"/>
              </a:lnTo>
              <a:lnTo>
                <a:pt x="123921" y="35627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978986-4146-4FB1-AAC6-0EC5C56F9BE7}">
      <dsp:nvSpPr>
        <dsp:cNvPr id="0" name=""/>
        <dsp:cNvSpPr/>
      </dsp:nvSpPr>
      <dsp:spPr>
        <a:xfrm>
          <a:off x="4899072" y="3982412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7540812"/>
              <a:satOff val="-37520"/>
              <a:lumOff val="-253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Cost Estimation</a:t>
          </a:r>
          <a:endParaRPr lang="en-GB" sz="1100" b="0" kern="1200" dirty="0"/>
        </a:p>
      </dsp:txBody>
      <dsp:txXfrm>
        <a:off x="4917220" y="4000560"/>
        <a:ext cx="955074" cy="583310"/>
      </dsp:txXfrm>
    </dsp:sp>
    <dsp:sp modelId="{F1EA4875-8106-4E3C-B90E-0067FDB58B42}">
      <dsp:nvSpPr>
        <dsp:cNvPr id="0" name=""/>
        <dsp:cNvSpPr/>
      </dsp:nvSpPr>
      <dsp:spPr>
        <a:xfrm>
          <a:off x="4775151" y="729479"/>
          <a:ext cx="123921" cy="43372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37244"/>
              </a:lnTo>
              <a:lnTo>
                <a:pt x="123921" y="433724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181EF7-2BD8-4538-BD8C-A43DC5AA81E8}">
      <dsp:nvSpPr>
        <dsp:cNvPr id="0" name=""/>
        <dsp:cNvSpPr/>
      </dsp:nvSpPr>
      <dsp:spPr>
        <a:xfrm>
          <a:off x="4899072" y="475692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8043534"/>
              <a:satOff val="-40021"/>
              <a:lumOff val="-2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Budgeting</a:t>
          </a:r>
          <a:endParaRPr lang="en-GB" sz="1100" b="0" kern="1200" dirty="0"/>
        </a:p>
      </dsp:txBody>
      <dsp:txXfrm>
        <a:off x="4917220" y="4775068"/>
        <a:ext cx="955074" cy="583310"/>
      </dsp:txXfrm>
    </dsp:sp>
    <dsp:sp modelId="{B235B9CD-454E-4A3F-AAD0-53FC6E737E5B}">
      <dsp:nvSpPr>
        <dsp:cNvPr id="0" name=""/>
        <dsp:cNvSpPr/>
      </dsp:nvSpPr>
      <dsp:spPr>
        <a:xfrm>
          <a:off x="6200246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8043534"/>
            <a:satOff val="-40021"/>
            <a:lumOff val="-2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Technology</a:t>
          </a:r>
        </a:p>
      </dsp:txBody>
      <dsp:txXfrm>
        <a:off x="6218394" y="128020"/>
        <a:ext cx="1202916" cy="583310"/>
      </dsp:txXfrm>
    </dsp:sp>
    <dsp:sp modelId="{EB67A92D-D38D-49B9-8DFC-7F80CD1EB49D}">
      <dsp:nvSpPr>
        <dsp:cNvPr id="0" name=""/>
        <dsp:cNvSpPr/>
      </dsp:nvSpPr>
      <dsp:spPr>
        <a:xfrm>
          <a:off x="6324167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9E1C4-48ED-4970-8038-63D0DF609843}">
      <dsp:nvSpPr>
        <dsp:cNvPr id="0" name=""/>
        <dsp:cNvSpPr/>
      </dsp:nvSpPr>
      <dsp:spPr>
        <a:xfrm>
          <a:off x="6448088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8546254"/>
              <a:satOff val="-42523"/>
              <a:lumOff val="-287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Technology Maturation</a:t>
          </a:r>
        </a:p>
      </dsp:txBody>
      <dsp:txXfrm>
        <a:off x="6466236" y="902528"/>
        <a:ext cx="955074" cy="583310"/>
      </dsp:txXfrm>
    </dsp:sp>
    <dsp:sp modelId="{27C38C8F-63CC-4F2A-B7FC-437A6D426059}">
      <dsp:nvSpPr>
        <dsp:cNvPr id="0" name=""/>
        <dsp:cNvSpPr/>
      </dsp:nvSpPr>
      <dsp:spPr>
        <a:xfrm>
          <a:off x="6324167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F431A4-8DAA-4327-A237-FA41A6D3B1C7}">
      <dsp:nvSpPr>
        <dsp:cNvPr id="0" name=""/>
        <dsp:cNvSpPr/>
      </dsp:nvSpPr>
      <dsp:spPr>
        <a:xfrm>
          <a:off x="6448088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9048975"/>
              <a:satOff val="-45024"/>
              <a:lumOff val="-304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/>
            <a:t>Risk Reduction</a:t>
          </a:r>
        </a:p>
      </dsp:txBody>
      <dsp:txXfrm>
        <a:off x="6466236" y="1677036"/>
        <a:ext cx="955074" cy="583310"/>
      </dsp:txXfrm>
    </dsp:sp>
    <dsp:sp modelId="{038DA083-473B-48A9-86A4-A0A1872D0A16}">
      <dsp:nvSpPr>
        <dsp:cNvPr id="0" name=""/>
        <dsp:cNvSpPr/>
      </dsp:nvSpPr>
      <dsp:spPr>
        <a:xfrm>
          <a:off x="6324167" y="729479"/>
          <a:ext cx="123921" cy="2013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0"/>
              </a:lnTo>
              <a:lnTo>
                <a:pt x="123921" y="2013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BBB9A2-45EA-4BBF-A170-78454ABEF43A}">
      <dsp:nvSpPr>
        <dsp:cNvPr id="0" name=""/>
        <dsp:cNvSpPr/>
      </dsp:nvSpPr>
      <dsp:spPr>
        <a:xfrm>
          <a:off x="6448088" y="2433396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9551696"/>
              <a:satOff val="-47525"/>
              <a:lumOff val="-321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Knowledge Management</a:t>
          </a:r>
          <a:endParaRPr lang="en-GB" sz="1100" b="0" kern="1200" dirty="0"/>
        </a:p>
      </dsp:txBody>
      <dsp:txXfrm>
        <a:off x="6466236" y="2451544"/>
        <a:ext cx="955074" cy="583310"/>
      </dsp:txXfrm>
    </dsp:sp>
    <dsp:sp modelId="{6BE1124D-35FB-4805-AE14-5E4BBACE167F}">
      <dsp:nvSpPr>
        <dsp:cNvPr id="0" name=""/>
        <dsp:cNvSpPr/>
      </dsp:nvSpPr>
      <dsp:spPr>
        <a:xfrm>
          <a:off x="7749262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10054417"/>
            <a:satOff val="-50027"/>
            <a:lumOff val="-338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Risk</a:t>
          </a:r>
        </a:p>
      </dsp:txBody>
      <dsp:txXfrm>
        <a:off x="7767410" y="128020"/>
        <a:ext cx="1202916" cy="583310"/>
      </dsp:txXfrm>
    </dsp:sp>
    <dsp:sp modelId="{3096A64E-BFEA-4C5D-9C8A-5C6FF50F3BE1}">
      <dsp:nvSpPr>
        <dsp:cNvPr id="0" name=""/>
        <dsp:cNvSpPr/>
      </dsp:nvSpPr>
      <dsp:spPr>
        <a:xfrm>
          <a:off x="7873183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F0BF3F-09AB-4FA9-A2EF-50DC687A29AC}">
      <dsp:nvSpPr>
        <dsp:cNvPr id="0" name=""/>
        <dsp:cNvSpPr/>
      </dsp:nvSpPr>
      <dsp:spPr>
        <a:xfrm>
          <a:off x="7997104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0054417"/>
              <a:satOff val="-50027"/>
              <a:lumOff val="-338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Risk Assessment</a:t>
          </a:r>
          <a:endParaRPr lang="en-GB" sz="1100" b="0" kern="1200" dirty="0"/>
        </a:p>
      </dsp:txBody>
      <dsp:txXfrm>
        <a:off x="8015252" y="902528"/>
        <a:ext cx="955074" cy="583310"/>
      </dsp:txXfrm>
    </dsp:sp>
    <dsp:sp modelId="{561BFF0B-AF77-4F3D-9C84-5305529C21BC}">
      <dsp:nvSpPr>
        <dsp:cNvPr id="0" name=""/>
        <dsp:cNvSpPr/>
      </dsp:nvSpPr>
      <dsp:spPr>
        <a:xfrm>
          <a:off x="7873183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A0BD94-59D9-46E7-96C4-68FFEEB46BC5}">
      <dsp:nvSpPr>
        <dsp:cNvPr id="0" name=""/>
        <dsp:cNvSpPr/>
      </dsp:nvSpPr>
      <dsp:spPr>
        <a:xfrm>
          <a:off x="7997104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0557137"/>
              <a:satOff val="-52528"/>
              <a:lumOff val="-355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Risk Control</a:t>
          </a:r>
          <a:endParaRPr lang="en-GB" sz="1100" b="0" kern="1200" dirty="0"/>
        </a:p>
      </dsp:txBody>
      <dsp:txXfrm>
        <a:off x="8015252" y="1677036"/>
        <a:ext cx="955074" cy="583310"/>
      </dsp:txXfrm>
    </dsp:sp>
    <dsp:sp modelId="{9490CB8A-6777-4E5D-9DBD-A3D7FC9A1833}">
      <dsp:nvSpPr>
        <dsp:cNvPr id="0" name=""/>
        <dsp:cNvSpPr/>
      </dsp:nvSpPr>
      <dsp:spPr>
        <a:xfrm>
          <a:off x="9298278" y="109872"/>
          <a:ext cx="1239212" cy="619606"/>
        </a:xfrm>
        <a:prstGeom prst="roundRect">
          <a:avLst>
            <a:gd name="adj" fmla="val 1000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Business</a:t>
          </a:r>
        </a:p>
      </dsp:txBody>
      <dsp:txXfrm>
        <a:off x="9316426" y="128020"/>
        <a:ext cx="1202916" cy="583310"/>
      </dsp:txXfrm>
    </dsp:sp>
    <dsp:sp modelId="{84DAC232-C59D-48EE-88C7-4DA2F52302B5}">
      <dsp:nvSpPr>
        <dsp:cNvPr id="0" name=""/>
        <dsp:cNvSpPr/>
      </dsp:nvSpPr>
      <dsp:spPr>
        <a:xfrm>
          <a:off x="9422199" y="729479"/>
          <a:ext cx="123921" cy="464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4704"/>
              </a:lnTo>
              <a:lnTo>
                <a:pt x="123921" y="46470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2C578-B8D1-492D-AE93-1159C4D1F130}">
      <dsp:nvSpPr>
        <dsp:cNvPr id="0" name=""/>
        <dsp:cNvSpPr/>
      </dsp:nvSpPr>
      <dsp:spPr>
        <a:xfrm>
          <a:off x="9546120" y="884380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059859"/>
              <a:satOff val="-55029"/>
              <a:lumOff val="-372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Contract Management</a:t>
          </a:r>
          <a:endParaRPr lang="en-GB" sz="1100" b="0" kern="1200" dirty="0"/>
        </a:p>
      </dsp:txBody>
      <dsp:txXfrm>
        <a:off x="9564268" y="902528"/>
        <a:ext cx="955074" cy="583310"/>
      </dsp:txXfrm>
    </dsp:sp>
    <dsp:sp modelId="{90F891AF-998C-4D4C-890B-5964D8930C98}">
      <dsp:nvSpPr>
        <dsp:cNvPr id="0" name=""/>
        <dsp:cNvSpPr/>
      </dsp:nvSpPr>
      <dsp:spPr>
        <a:xfrm>
          <a:off x="9422199" y="729479"/>
          <a:ext cx="123921" cy="1239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9212"/>
              </a:lnTo>
              <a:lnTo>
                <a:pt x="123921" y="12392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01E44-D78A-4471-8FD8-A0BE08295893}">
      <dsp:nvSpPr>
        <dsp:cNvPr id="0" name=""/>
        <dsp:cNvSpPr/>
      </dsp:nvSpPr>
      <dsp:spPr>
        <a:xfrm>
          <a:off x="9546120" y="1658888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1562579"/>
              <a:satOff val="-57531"/>
              <a:lumOff val="-388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Procurement</a:t>
          </a:r>
          <a:endParaRPr lang="en-GB" sz="1100" b="0" kern="1200" dirty="0"/>
        </a:p>
      </dsp:txBody>
      <dsp:txXfrm>
        <a:off x="9564268" y="1677036"/>
        <a:ext cx="955074" cy="583310"/>
      </dsp:txXfrm>
    </dsp:sp>
    <dsp:sp modelId="{6514B52A-B762-4BF7-83C1-43003FE0AAB3}">
      <dsp:nvSpPr>
        <dsp:cNvPr id="0" name=""/>
        <dsp:cNvSpPr/>
      </dsp:nvSpPr>
      <dsp:spPr>
        <a:xfrm>
          <a:off x="9422199" y="729479"/>
          <a:ext cx="123921" cy="2013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3720"/>
              </a:lnTo>
              <a:lnTo>
                <a:pt x="123921" y="2013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CF4909-1385-448E-AC65-EEF1703FEB0E}">
      <dsp:nvSpPr>
        <dsp:cNvPr id="0" name=""/>
        <dsp:cNvSpPr/>
      </dsp:nvSpPr>
      <dsp:spPr>
        <a:xfrm>
          <a:off x="9546120" y="2433396"/>
          <a:ext cx="991370" cy="6196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2065300"/>
              <a:satOff val="-60032"/>
              <a:lumOff val="-40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/>
            <a:t>Benefit Management</a:t>
          </a:r>
          <a:endParaRPr lang="en-GB" sz="1100" b="0" kern="1200" dirty="0"/>
        </a:p>
      </dsp:txBody>
      <dsp:txXfrm>
        <a:off x="9564268" y="2451544"/>
        <a:ext cx="955074" cy="583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E9D5-F9B3-FDFB-230C-270553346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11356-C140-3D57-4494-7940943E7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5F565-85A2-EF07-95D7-FF98C414E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6D3A6-FF5D-DD5E-9173-B0908F98D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1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8DE0-0A3C-BD9D-5E51-1043DC62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4E1FB-F029-EF1B-F93C-661F4218E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9D84C-6DB9-C524-60CB-4C589C954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B7D97-DA81-F946-6F59-570CFD717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20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A9BB6-5657-013B-4A4B-381FFD36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56566-AE84-6E40-527C-8F34CAA2F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378B3-1C8D-060E-B96C-DFAFC047E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62BED-6ECB-002C-FA46-8364EBC8B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2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E1C8-6D68-1B99-82B4-DFC07D3A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7F09C-A47C-9107-2120-E1956E6D1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AB6B7-8392-B5F2-8E70-0885CD04C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BA2E0-CA88-700E-E342-8AA88C26A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7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8120-4705-21A1-BF9E-B915F5E6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AE079-AF90-34D1-9013-C06F691C2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61560-B745-E5EB-0EA8-3561E6DDD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LoC is the most primitive metric and should not be used for real projects.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99C03-7812-889A-89C9-33F5F8483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65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2204-CCF7-A7E2-89D0-3752F8F1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0348A-B07D-46D8-B41B-FD82DC5C3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04915-F217-5080-15BF-F3C2CFD44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This example shows how basic the LoC metric is. The Exceptions could have been merged into one to lower the estimate, the </a:t>
            </a:r>
            <a:r>
              <a:rPr lang="en-US" b="0" dirty="0" err="1"/>
              <a:t>sessionToken</a:t>
            </a:r>
            <a:r>
              <a:rPr lang="en-US" b="0" dirty="0"/>
              <a:t> assignment is not needed. What about logging? What about extra validations? What about calling other library functions?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2CED7-4F41-B56F-67C6-9C85697C5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2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E4EC-7D53-E875-BB0C-A06018EA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06610-1416-DB39-C554-373CBB024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383E4-A0CC-2D27-CDDE-B700D546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2895C-561C-EBD9-FB41-8A9DEA2B3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6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87E2-B2C4-4D1B-A887-C70F1600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80C00-185D-729C-E7CC-E1C719025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98DE5-1649-7EEB-2078-17D5A7DBE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F5A9-0A74-3994-AFA8-D47C269065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45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DAD6-B27E-908D-EDFD-8C161159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4A766-506D-DEF7-2BF1-BBF7B83E2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BEB24-BAA4-6894-BC83-59B88E3FE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5783B-A20E-2DD1-AE48-5AD1EFBC3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74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4FD3-3419-2746-A51A-52F4E433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0920A-F7EE-DF35-8856-3AC6D9291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BF4DD-3CFD-B6D8-6078-49CA7F558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62E9F-0E19-11FA-A88B-51F1821CE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9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5334B-6054-FC64-C3B9-9649FBFB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0FA75-6AF5-8EC0-584F-1B35EE773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5799F-D48B-0876-9C5C-BFAFAACC1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D1027-3562-9848-A9BC-150A59735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12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6517-E19A-7B67-1E30-84BEC8B6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3B43C-EE0A-7CDE-32BE-509240DF5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8FDB4-97AF-B238-216A-FE6D5F913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If none of these factors influence the system, the sum would be 0. If all influence to maximum level, the sum would be 14x5=70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BD36-AE08-5D3B-615A-FA997FDF0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10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898D6-025F-6A54-1449-BAD1B2EF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E8308-20E4-235F-0251-2B1BC5CAE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BB6D7-A446-76FF-F795-EF4C593EC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1A389-7832-77FD-3E3B-AB31CABE8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0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E2B2-7105-5AD4-2793-FC262F98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427C1-65A1-9A08-43EF-54A82DAD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2D2BF-CDA8-2C74-F78B-374030826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B0F8-7CD2-D220-E613-8244096E0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56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633B-87C6-6C1A-FD23-BAFBB4C9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56D4C-0B0B-49A7-3427-3B10F188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B0F26-3C90-99F1-2544-DF3ED3025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9E6D-CD77-DA39-4122-AFE5F7947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98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6A7E-C1D3-6F65-6B94-30966895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8ACC7-6023-2095-4ADC-CFF7D5AEA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99AC2-0EE9-008D-38F6-302D7D171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Inputs are easy. So are external outputs and inquiries. The ILF is related to the database and raw files. External interfaces involve complex integrations, thus the high weightage.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CABCB-E9DE-2EC4-6B56-F8757C2B1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79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05FC-4505-8A5C-FE89-8BCDBEA2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29571-7E77-DE1E-7353-7D74AD4F3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23DBB-E85B-FEF2-68D8-A97E1B3CB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Total UFP = 102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8E4E9-589B-32A3-EC1E-72B44B5FB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27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EB93-35F3-7C6B-5E26-32E80E70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56903-6EF1-9C39-DE86-45523969D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2036-C6F3-29E6-2DDC-E2AE143B7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CD656-D605-C0ED-8565-39EA5EE5A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51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A830-E5D3-0C2D-EC36-C09302C3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511EB-6C65-2336-6C12-BDEEA9551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DE3BE-84FB-5FBE-C1FD-99807614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0–50 FP → Small system. 50–200 FP → Medium system. 200+ FP → Large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246A4-9BBC-B507-DADC-AC53B1475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8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1555-B1D3-D853-31F3-C8A766FC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C5EFD-88B8-B329-21E8-FEF63BA3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08933-EF3F-F9EE-ED74-4A8766D6B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Inputs are easy. So are external outputs and inquiries. The ILF is related to the database and raw files. External interfaces involve complex integrations, thus the high weightage.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6FA61-9A99-463F-AC96-4276A946D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06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D0AF-C03C-F3CF-A8B9-94B8B277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5A285-524D-B060-353F-A3F5674C6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69601-6F80-CF49-690B-0278BCDE3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Total UFP = 102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84007-9316-D8D5-A474-3E5433B45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21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C161-A5E1-927A-56DF-A26719C2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1DD8B-4F6B-C86B-FB75-6A0BDAA06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FB0E2-FF5A-D89D-7921-1A68F1D2F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11688-4748-22BC-53DC-E66DED886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9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0E843-D0AD-CBE5-B975-A3B7014F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B486A-C8DE-AAFD-D842-950EE2E24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8CB0F-F5DE-301F-6A29-3D903A0F9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4EEFD-7767-FC1B-B2FD-B4CBA37C1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23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4Ps of Software Engineering</a:t>
            </a:r>
          </a:p>
          <a:p>
            <a:r>
              <a:rPr lang="en-US" dirty="0"/>
              <a:t>4PTRB Framework</a:t>
            </a:r>
          </a:p>
          <a:p>
            <a:r>
              <a:rPr lang="en-US" dirty="0"/>
              <a:t>W5HH Framework</a:t>
            </a:r>
          </a:p>
          <a:p>
            <a:r>
              <a:rPr lang="en-US" dirty="0"/>
              <a:t>Estimation: Lines of Code Analysis</a:t>
            </a:r>
          </a:p>
          <a:p>
            <a:r>
              <a:rPr lang="en-US" dirty="0"/>
              <a:t>Estimation: Function Point Analysis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D98A-26A1-F446-0E63-EFA50517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2DB2DE7-9A39-34DA-7C6D-10029744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400A031-2A8A-6BD4-17EC-2E0E7DAF8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E8E354C-BA62-75BF-6CC3-60AF8B460B2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4Ps of Software Engineering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99DF8F6-8DD5-EBD6-578E-363E86093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79D565-DA68-2EA7-2BC7-744A4263E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5B2131-B2D3-A04A-831B-430886404D9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People</a:t>
            </a:r>
            <a:r>
              <a:rPr lang="en-GB" sz="3400" dirty="0"/>
              <a:t>: t</a:t>
            </a:r>
            <a:r>
              <a:rPr lang="en-GB" sz="3200" dirty="0"/>
              <a:t>he most important pillar, involving HR and effective team management.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Product</a:t>
            </a:r>
            <a:r>
              <a:rPr lang="en-GB" sz="3400" dirty="0"/>
              <a:t>: t</a:t>
            </a:r>
            <a:r>
              <a:rPr lang="en-GB" sz="3200" dirty="0"/>
              <a:t>he software system to be built.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Process</a:t>
            </a:r>
            <a:r>
              <a:rPr lang="en-GB" sz="3400" dirty="0"/>
              <a:t>: t</a:t>
            </a:r>
            <a:r>
              <a:rPr lang="en-GB" sz="3200" dirty="0"/>
              <a:t>he framework of activities and SE workflows to execute the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b="1" dirty="0"/>
              <a:t>Project: </a:t>
            </a:r>
            <a:r>
              <a:rPr lang="en-GB" sz="3200" dirty="0"/>
              <a:t>planning, budgeting, timeline and resource allocation to develop the product.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3200" i="1" dirty="0"/>
              <a:t>Software development succeeds when right </a:t>
            </a:r>
            <a:r>
              <a:rPr lang="en-GB" sz="3200" b="1" i="1" dirty="0"/>
              <a:t>People</a:t>
            </a:r>
            <a:r>
              <a:rPr lang="en-GB" sz="3200" i="1" dirty="0"/>
              <a:t> use correct </a:t>
            </a:r>
            <a:r>
              <a:rPr lang="en-GB" sz="3200" b="1" i="1" dirty="0"/>
              <a:t>Process</a:t>
            </a:r>
            <a:r>
              <a:rPr lang="en-GB" sz="3200" i="1" dirty="0"/>
              <a:t> to build the required </a:t>
            </a:r>
            <a:r>
              <a:rPr lang="en-GB" sz="3200" b="1" i="1" dirty="0"/>
              <a:t>Product</a:t>
            </a:r>
            <a:r>
              <a:rPr lang="en-GB" sz="3200" i="1" dirty="0"/>
              <a:t>, while effectively managing the constraints and resources of the </a:t>
            </a:r>
            <a:r>
              <a:rPr lang="en-GB" sz="3200" b="1" i="1" dirty="0"/>
              <a:t>Project</a:t>
            </a:r>
            <a:r>
              <a:rPr lang="en-GB" sz="3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29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314B-F829-9252-1F7D-359F27B5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42B48B-6D43-DA12-CBF0-5D784B85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ADEBFCD-BB29-CA0B-DF22-3BCB1CBB0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1DE2F5C-6791-D2C5-F7D8-3CBCCA18762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4PTRB Software Project Management Framework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AB29DBD-7C0A-6E64-8018-582B5D67B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0B2A97-542D-9346-30DC-122B4965E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079240"/>
              </p:ext>
            </p:extLst>
          </p:nvPr>
        </p:nvGraphicFramePr>
        <p:xfrm>
          <a:off x="1063305" y="1371601"/>
          <a:ext cx="10541673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499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B013-0A46-7BA6-EB10-F05C3194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66F4AA-1550-A167-5E5C-DAF1A2DF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D42B77C-09F3-176D-17F1-23CA61D30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A9C620A-9144-C97F-935B-EA446E8763C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W5HH Framework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7A27B48-6677-ED79-879E-02031C8AB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B88FF4C-7DB2-0C9B-C3CC-49F4F1710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53F200-55FB-DE4F-7813-A238974A129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W5HH is a highly simplified concept that asks: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WHAT will be the work to be done?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WHY is the system being developed?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WHEN will the system be ready for use?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WHO are responsible for developing, verifying and managing it?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WHERE are the stakeholders located?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HOW will the work get done managerially and technically?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HOW MUCH of each available resource is required?</a:t>
            </a:r>
            <a:endParaRPr lang="en-GB" sz="3000" i="1" dirty="0"/>
          </a:p>
        </p:txBody>
      </p:sp>
    </p:spTree>
    <p:extLst>
      <p:ext uri="{BB962C8B-B14F-4D97-AF65-F5344CB8AC3E}">
        <p14:creationId xmlns:p14="http://schemas.microsoft.com/office/powerpoint/2010/main" val="100792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F204-33E6-8A9C-DE64-030B5A6C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94028B-0331-A4F4-B0AE-764B64A9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CEDBDDF-C8BB-8FDC-BA40-C5024F3B2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89A5E54-3B33-16BD-77C6-56B7B08FDCF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W5HH Framework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144C79F-AEB1-8EBD-D3AE-8A051DF87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13A965D-7452-839F-18D3-ABA87E71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69C30C-258F-1A41-53BB-99D5E1923D4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When answering these questions: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WHAT is answered by the SRS.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WHY is answered by Feasibility Report.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WHEN is answered by Gantt Chart.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WHO is answered by the SRS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WHERE doesn’t matter in most cases nowadays.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HOW is determined by the Process Model.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HOW MUCH is determined through </a:t>
            </a:r>
            <a:r>
              <a:rPr lang="en-GB" sz="3200"/>
              <a:t>estimation processes.</a:t>
            </a:r>
            <a:endParaRPr lang="en-GB" sz="3000" i="1" dirty="0"/>
          </a:p>
        </p:txBody>
      </p:sp>
    </p:spTree>
    <p:extLst>
      <p:ext uri="{BB962C8B-B14F-4D97-AF65-F5344CB8AC3E}">
        <p14:creationId xmlns:p14="http://schemas.microsoft.com/office/powerpoint/2010/main" val="374110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22743-71E4-28A9-3E0D-41E024B2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C85288-0D4B-1602-11E5-7C072247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75B14A-9C12-E886-81F2-A9DDE269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49D456F-F0C5-5532-FD41-95BE0C0832F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Lines of Code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BF38803-6B24-5DD3-BE54-3216C600F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41E5D12-108F-CD1F-8237-B55B53838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EC5002-2AC6-70B6-9E77-E0E6486AB9B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Lines of Code (LoC)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Counting the number of statements in code.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Comment and empty lines are excluded.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Imports, variable declarations, and executable and non-executable statements are all included.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output changes based on language; each coder’s output is a different estimate; can determine the size of code at best.</a:t>
            </a:r>
          </a:p>
        </p:txBody>
      </p:sp>
    </p:spTree>
    <p:extLst>
      <p:ext uri="{BB962C8B-B14F-4D97-AF65-F5344CB8AC3E}">
        <p14:creationId xmlns:p14="http://schemas.microsoft.com/office/powerpoint/2010/main" val="184896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9299-1E4C-3E20-C7D7-915E6190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8587E5-DD0E-C0A4-A78A-17723BA6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196B793-740E-CFEB-4633-C24C35744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DDF8E9D-38EA-1551-FEDD-CAAF2F311F1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Lines of Code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136DB20-69C2-F9BA-94CD-63FBEF833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6D0C970-C35C-5E95-BDD9-623FA2C67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756BE-9959-034B-7EF4-9F183BFC7720}"/>
              </a:ext>
            </a:extLst>
          </p:cNvPr>
          <p:cNvSpPr txBox="1"/>
          <p:nvPr/>
        </p:nvSpPr>
        <p:spPr>
          <a:xfrm>
            <a:off x="220384" y="1659205"/>
            <a:ext cx="11743016" cy="460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/**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 Authenticates a user using email and password.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8000"/>
                </a:solidFill>
                <a:latin typeface="Menlo" panose="020B0609030804020204" pitchFamily="49" charset="0"/>
              </a:rPr>
              <a:t>*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@param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email User's registered email address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@param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password Plain-text password entered by the user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@return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String Session token if login is successful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@throws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if credentials are invalid or account is inactive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*/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loginUser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email,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password) throws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(email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password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email.isEmpty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||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password.isEmpty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	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"Email and password must not be empty"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user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userRepository.findByEmail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(email);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(user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"Invalid credentials"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user.isActive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"Account is not active"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boolean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passwordMatch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passwordEncoder.matches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(password,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user.getPasswordHash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passwordMatch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AuthenticationException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"Invalid credentials"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sessionToken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sessionService.generateToken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user.getId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());</a:t>
            </a:r>
          </a:p>
          <a:p>
            <a:pPr>
              <a:lnSpc>
                <a:spcPts val="157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sessionToken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57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208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F135-7EF6-3C7F-D04B-7362CA9E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5796483-F1F6-4CAB-CA68-6722355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40123CF-896E-8F10-3424-6B744EEDC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EF3C56-A689-BC90-2F88-052DB3BC4E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04B9261-7051-9755-954C-55D07C48C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E88A33D-D3D4-088B-C711-7AC70DF6B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7AF674-7A37-C7F3-13D2-D9AE309AD81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Lines of Code Analysis can only be performed AFTER the code is written.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can only estimate the size of a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 are several loopholes which may allow developers to produce larger code needlessly.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Function Point Analysis is a Standardized method to estimate complexity, size and functionality of a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FPA can work with prototype code as well (no implementation required).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does not count lines of code but assesses what the software user does.</a:t>
            </a:r>
          </a:p>
        </p:txBody>
      </p:sp>
    </p:spTree>
    <p:extLst>
      <p:ext uri="{BB962C8B-B14F-4D97-AF65-F5344CB8AC3E}">
        <p14:creationId xmlns:p14="http://schemas.microsoft.com/office/powerpoint/2010/main" val="166725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7AB7A-831D-4B3D-B14E-3D6BCB23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A5B2A0-4499-079C-C8D4-BF062F02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FEBBDA1-B36D-7142-FFAA-44897F303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75349A3-BF14-8F95-1410-62CC1029505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73432E7-4CC8-C3E6-5CC5-34DB9376B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654816-BD7F-06C6-2316-F1E91F992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A50718-0706-FD62-B619-CB09E3B05D0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FPA is composed of: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Function Points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Core Weightages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Unadjusted Function Points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General System Characteristics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Value Adjustment Factor</a:t>
            </a:r>
          </a:p>
        </p:txBody>
      </p:sp>
    </p:spTree>
    <p:extLst>
      <p:ext uri="{BB962C8B-B14F-4D97-AF65-F5344CB8AC3E}">
        <p14:creationId xmlns:p14="http://schemas.microsoft.com/office/powerpoint/2010/main" val="173750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B231-3238-6097-F51A-B7570896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B08856-DE47-2E44-6B95-88876D68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96203F2-5992-76A4-ACB0-4FC029273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E5BFF2-BD5C-E4AC-FD67-CC8E923D1F6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209D897-BCCF-1EF8-C9DA-730CCAC76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841064B-F29A-4583-84B1-5A53186F9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6B9BF5-6E52-5DA4-1A6D-BAA42F8EA7E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Function Points: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External Input (EI): processes that handle data that comes from an outside source (e.g. Registration form, Add to cart).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External Output (EO): processes that handle data sent outside to an external target (e.g. Registration confirmation message, Invoice).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External Inquiries (EQ): processes that handle input-output combinations (e.g. Search for item’s stock and Send OK/Fail message).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Internal Logical File (ILF): processes related to data maintained internally (e.g. database, files).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External Interface File (EIF): processes related to data that is being maintained by another system integrated with our system (payment gateway, courier service).</a:t>
            </a:r>
          </a:p>
        </p:txBody>
      </p:sp>
    </p:spTree>
    <p:extLst>
      <p:ext uri="{BB962C8B-B14F-4D97-AF65-F5344CB8AC3E}">
        <p14:creationId xmlns:p14="http://schemas.microsoft.com/office/powerpoint/2010/main" val="153903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7478-B274-35AF-B484-BD043FB1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E2D858-6680-82CD-5F1E-66E52396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8AE2518-0529-6E00-3454-0CD99E964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41F7854-17A0-05C2-91F3-F12CAC74D4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98AB826-87FE-8AEC-3A94-85ACCCBFB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EB1BF32-02F6-94E9-500F-A9AC7F7F5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69D2C4-4449-9986-B7F5-9612F3274A5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Core Weightages with respect to level of Complexity.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Weightages are predetermined and kept same for every function.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ED1C25-1AF6-4147-D6BB-3C0AD38D9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41493"/>
              </p:ext>
            </p:extLst>
          </p:nvPr>
        </p:nvGraphicFramePr>
        <p:xfrm>
          <a:off x="405267" y="3122616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80216">
                  <a:extLst>
                    <a:ext uri="{9D8B030D-6E8A-4147-A177-3AD203B41FA5}">
                      <a16:colId xmlns:a16="http://schemas.microsoft.com/office/drawing/2014/main" val="284048668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4498111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1653139886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3114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Low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Average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High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056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4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6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3139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outputs (EO)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7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265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inquiries (EQ)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4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6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8383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internal files (ILF)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10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15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625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Interfaces (EIF)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7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10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1024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0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E826-CCA0-4B26-E22F-6A9D2EFD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368C13-85D9-36C6-2B92-DD3406DC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F93E24-CD12-0ABD-5A6F-55E503D05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11D9D98-3624-73B1-EF3A-C54422CC412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5DD779B-1F23-3855-B3DD-B8A83FAC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872C3E-5638-C754-4747-DB5261EC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988C67-C5BD-52CD-085F-481F7965293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Unadjusted Function Points table counts all applicable FP parameters and calculates their weighted products.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9314C1-3516-820E-3036-AC70DC6E9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526232"/>
              </p:ext>
            </p:extLst>
          </p:nvPr>
        </p:nvGraphicFramePr>
        <p:xfrm>
          <a:off x="414992" y="3044832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76942">
                  <a:extLst>
                    <a:ext uri="{9D8B030D-6E8A-4147-A177-3AD203B41FA5}">
                      <a16:colId xmlns:a16="http://schemas.microsoft.com/office/drawing/2014/main" val="3741160591"/>
                    </a:ext>
                  </a:extLst>
                </a:gridCol>
                <a:gridCol w="1462843">
                  <a:extLst>
                    <a:ext uri="{9D8B030D-6E8A-4147-A177-3AD203B41FA5}">
                      <a16:colId xmlns:a16="http://schemas.microsoft.com/office/drawing/2014/main" val="2612723087"/>
                    </a:ext>
                  </a:extLst>
                </a:gridCol>
                <a:gridCol w="1986852">
                  <a:extLst>
                    <a:ext uri="{9D8B030D-6E8A-4147-A177-3AD203B41FA5}">
                      <a16:colId xmlns:a16="http://schemas.microsoft.com/office/drawing/2014/main" val="2147281065"/>
                    </a:ext>
                  </a:extLst>
                </a:gridCol>
                <a:gridCol w="1986852">
                  <a:extLst>
                    <a:ext uri="{9D8B030D-6E8A-4147-A177-3AD203B41FA5}">
                      <a16:colId xmlns:a16="http://schemas.microsoft.com/office/drawing/2014/main" val="149794155"/>
                    </a:ext>
                  </a:extLst>
                </a:gridCol>
                <a:gridCol w="1848527">
                  <a:extLst>
                    <a:ext uri="{9D8B030D-6E8A-4147-A177-3AD203B41FA5}">
                      <a16:colId xmlns:a16="http://schemas.microsoft.com/office/drawing/2014/main" val="2889976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Count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Complexity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Weight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101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78019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outputs (EO)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27260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inquiries (EQ)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90344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>
                          <a:effectLst/>
                        </a:rPr>
                        <a:t>Number of internal files (ILF)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1870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>
                          <a:effectLst/>
                        </a:rPr>
                        <a:t>Number of External Interfaces (EIF)</a:t>
                      </a:r>
                      <a:endParaRPr lang="en-US" sz="2000" b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277410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10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2892-0D32-354F-8FA7-D43824FB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A08245C-2A59-637D-F1E4-00E72324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A596AA0-43B9-2FDB-90BB-7ED3B9AA4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DEC5528-3A77-58A1-913D-482D1B93DE6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598C109-E757-55FF-4A18-16577EF22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D9742D2-80DB-FE90-7BAE-1B285E367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B1A45F-B644-6428-70C7-E2D61947C7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3413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General System Characteristics: we assign a number from 0 - 5 to each characteristic depending on its influence on the system.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D791A-C75D-1327-61A5-E9CE7B656114}"/>
              </a:ext>
            </a:extLst>
          </p:cNvPr>
          <p:cNvSpPr txBox="1">
            <a:spLocks/>
          </p:cNvSpPr>
          <p:nvPr/>
        </p:nvSpPr>
        <p:spPr>
          <a:xfrm>
            <a:off x="214767" y="2966720"/>
            <a:ext cx="11743016" cy="3508695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Data Communications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Distributed Data Processing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Performance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Heavily Used Configuration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Transaction Rate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Data Entry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End-User Efficiency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Update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Complex Processing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ReusabiIity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Ease of Installation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Ease of Operation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Multiple Sites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Facilitate Change</a:t>
            </a:r>
          </a:p>
        </p:txBody>
      </p:sp>
    </p:spTree>
    <p:extLst>
      <p:ext uri="{BB962C8B-B14F-4D97-AF65-F5344CB8AC3E}">
        <p14:creationId xmlns:p14="http://schemas.microsoft.com/office/powerpoint/2010/main" val="24849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F5D6-960A-2693-DCA5-50EB2AAF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8C4BC7-6017-F016-0B0B-FAD329DC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2B6CAD-914C-4554-D264-465EE84C0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F569C8D-A416-436F-1454-25E52FC003C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1E7FE2A-5945-AFB4-4E8C-A88F7DBD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A62C847-78E2-32A3-E29F-A0EC98475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E41C05E-7585-D611-8C15-A117A1EDA0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1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Value Adjustment Factor (VAF) are two constants which come from the original calibration of Function Point Analysis by Allan Albrecht at IBM.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These values are 0.65 and 0.01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first value is a baseline constant, telling us that even if all GSCs are zero, the system will still have some complexity.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Second value is a scaling factor that tells how important the GSC is in the Function Point Analysis.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Thus,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𝑉𝐴𝐹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=0.65+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0.01×</m:t>
                        </m:r>
                        <m:r>
                          <m:rPr>
                            <m:sty m:val="p"/>
                          </m:rP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sz="34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E41C05E-7585-D611-8C15-A117A1EDA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90" t="-1122" r="-1609" b="-7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59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EAD8-8A92-35B6-DEEA-3DBE3869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0E6EEB3-344B-8917-F6F5-87870A3A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1898A0-0C5E-D807-B39D-4984E1355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98C209-66F3-5521-E241-7F28C61C118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3780704-0F75-11AB-F5AE-A00084204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012561E-5D83-5217-1860-CDB9C998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D088D97-56F8-17EB-3697-22E4826A3E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1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Putting all in one place, the formula for FP Analysis is: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𝑉𝐴𝐹</m:t>
                      </m:r>
                    </m:oMath>
                  </m:oMathPara>
                </a14:m>
                <a:endParaRPr lang="en-GB" sz="34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Unadjusted Function Points come from UFP table, which is calculated with the help of FP Weightages.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3400" dirty="0"/>
                  <a:t> is the sum of all 14 GSCs.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role of VAF is to adjust complexity: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Simplest project: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𝑉𝐴𝐹</m:t>
                    </m:r>
                    <m:r>
                      <a:rPr lang="en-GB" sz="3200" i="1" dirty="0" smtClean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n-GB" sz="3200" dirty="0"/>
                  <a:t>; FP will be 65% of UFP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Highly complex project: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𝑉𝐴𝐹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=0.65+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0.01×70</m:t>
                        </m:r>
                      </m:e>
                    </m:d>
                  </m:oMath>
                </a14:m>
                <a:r>
                  <a:rPr lang="en-GB" sz="3200" dirty="0"/>
                  <a:t>; FP will be 135% of UFP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D088D97-56F8-17EB-3697-22E4826A3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986" t="-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43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1737-E697-5E2B-34D7-F5D0E237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BDFA74-3BEF-E75F-B704-57F6C1B5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8641998-916E-CB53-DE14-78F4CBCC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3CEB07-BB1B-B657-1ECD-B20193E6C96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994BD8D-F303-FF92-2D0A-62D94B9D7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4F04E78-6F3A-4225-55F0-FC6947E75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6A65BE-2293-EC15-55C0-F87E83D7169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Identify FP Components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EI (8): Vendor Registration, Customer Registration, Login, Add Product, Update Cart, Make Payment, Update Shipping detail, Input Validations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EO (4): Order confirmation Email notification, Shipment tracking information, Admin reports, Error and validation messages.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EQ (5): Browsing, Filtering, Search, View Cart, View Order History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ILF (5): Users (customers, vendors, admin), Products, Orders, Order items, Inventory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EIF (4): Leopard Courier API, Email service, SMS gateway, Payment gateway</a:t>
            </a:r>
          </a:p>
        </p:txBody>
      </p:sp>
    </p:spTree>
    <p:extLst>
      <p:ext uri="{BB962C8B-B14F-4D97-AF65-F5344CB8AC3E}">
        <p14:creationId xmlns:p14="http://schemas.microsoft.com/office/powerpoint/2010/main" val="359563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CB57-D5C4-B735-7EFC-53432F7B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6CBFCB6-5850-D42C-2528-0CA2C8EA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1DAA4B2-E7E4-BBD7-94E0-91171249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875B79F-B5E1-AA46-1180-F795E4A1E5F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DEB2E59-9A6A-3C99-DAEE-41AF55D5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F1E3F07-9C19-C8AE-9775-ECAA27C2C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2F213-9037-FCBA-A588-64675A1F34F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Core Weightages with respect to level of Complexity.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Weightages are predetermined and kept same for every function.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3C576A-718A-3155-64E3-241527B9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95349"/>
              </p:ext>
            </p:extLst>
          </p:nvPr>
        </p:nvGraphicFramePr>
        <p:xfrm>
          <a:off x="405267" y="3122616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80216">
                  <a:extLst>
                    <a:ext uri="{9D8B030D-6E8A-4147-A177-3AD203B41FA5}">
                      <a16:colId xmlns:a16="http://schemas.microsoft.com/office/drawing/2014/main" val="284048668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4498111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1653139886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3114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Low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Average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High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056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2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3139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outputs (EO)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265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inquiries (EQ)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8383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internal files (ILF)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8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625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Interfaces (EIF)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8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13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1024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22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4556-F92F-7024-85C7-AC877AB5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632651-287E-9E5F-B047-39D0D4E0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795187-5742-2700-4E60-1E03651CD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889BF6D-9BA3-275F-0EC9-CA12D972A65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4A0551C-FA74-DC9A-F12C-5D6DE0D3E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9B8EC73-4AAC-1569-8595-FB19E4CA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256702-4C29-A8EC-0621-05B03750B61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Unadjusted Function Points (as applicable)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calculate the weighted sum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8F3759-9A93-AB93-D499-D3DB61668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13190"/>
              </p:ext>
            </p:extLst>
          </p:nvPr>
        </p:nvGraphicFramePr>
        <p:xfrm>
          <a:off x="405267" y="3122616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49613">
                  <a:extLst>
                    <a:ext uri="{9D8B030D-6E8A-4147-A177-3AD203B41FA5}">
                      <a16:colId xmlns:a16="http://schemas.microsoft.com/office/drawing/2014/main" val="28404866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44981115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16531398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20562785"/>
                    </a:ext>
                  </a:extLst>
                </a:gridCol>
                <a:gridCol w="2186403">
                  <a:extLst>
                    <a:ext uri="{9D8B030D-6E8A-4147-A177-3AD203B41FA5}">
                      <a16:colId xmlns:a16="http://schemas.microsoft.com/office/drawing/2014/main" val="23114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Count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Complexity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Weight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056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3139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outputs (EO)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265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inquiries (EQ)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8383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internal files (ILF)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625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Interfaces (EIF)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1024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09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9E4B8-3821-8E2A-4F83-423FDC8D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FFF281-4A6D-C6EE-2120-6DCF7CA4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7712D9-5DD4-79D3-E622-B1062E85B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F0EAFF9-7DC0-AC9A-516A-2101421BF22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F1B0540-A663-4BB2-9B7D-55F2C7E73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96AC54A-5738-ECBC-718E-DA44B3A64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E90F96-513E-6EA2-BF9E-613FC5C2D25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3413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only pick relevant General System Characteristics and score them.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3591-1EFD-04CA-00AC-7D3181A73382}"/>
              </a:ext>
            </a:extLst>
          </p:cNvPr>
          <p:cNvSpPr txBox="1">
            <a:spLocks/>
          </p:cNvSpPr>
          <p:nvPr/>
        </p:nvSpPr>
        <p:spPr>
          <a:xfrm>
            <a:off x="214767" y="2966720"/>
            <a:ext cx="11743016" cy="3508695"/>
          </a:xfrm>
          <a:prstGeom prst="rect">
            <a:avLst/>
          </a:prstGeom>
        </p:spPr>
        <p:txBody>
          <a:bodyPr numCol="2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Data Communications = 4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Performance = 2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Transaction Rate = 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Data Entry = 4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End-User Efficiency = 3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Update = 5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Ease of Operation = 5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Facilitate Change =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400" b="1" dirty="0"/>
              <a:t>GSC Sum = 27</a:t>
            </a:r>
          </a:p>
        </p:txBody>
      </p:sp>
    </p:spTree>
    <p:extLst>
      <p:ext uri="{BB962C8B-B14F-4D97-AF65-F5344CB8AC3E}">
        <p14:creationId xmlns:p14="http://schemas.microsoft.com/office/powerpoint/2010/main" val="87506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0B75-EE11-993F-64A1-00695FA10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ACBC3A6-0484-72E7-1DF4-BB249096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055B75E-72FD-3BE1-BEBE-CE50782B7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C8C9BE8-0FBC-BF25-0BDF-36E3A8A860D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Estimation: Function Point Analysis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202D19-EA44-391E-F3E5-6CB1C4447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B6B9A31-9B80-4D86-2AC0-31AE7DDC9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CEBE8B-4EAB-6938-E014-3621A68699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1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Calculation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𝑈𝐹𝑃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𝑉𝐴𝐹</m:t>
                    </m:r>
                  </m:oMath>
                </a14:m>
                <a:endParaRPr lang="en-GB" sz="32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𝑈𝐹𝑃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=102</m:t>
                    </m:r>
                  </m:oMath>
                </a14:m>
                <a:endParaRPr lang="en-GB" sz="32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𝑉𝐴𝐹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=0.65+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0.01×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=0.92</m:t>
                    </m:r>
                  </m:oMath>
                </a14:m>
                <a:endParaRPr lang="en-US" sz="32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=102×0.92=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𝟗𝟑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</m:oMath>
                </a14:m>
                <a:endParaRPr lang="en-GB" sz="3200" b="1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>
                    <a:ea typeface="Cambria Math" panose="02040503050406030204" pitchFamily="18" charset="0"/>
                  </a:rPr>
                  <a:t>93.5 FP means a medium-sized project that fits 1.4M budget and 4-month timeline.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>
                    <a:ea typeface="Cambria Math" panose="02040503050406030204" pitchFamily="18" charset="0"/>
                  </a:rPr>
                  <a:t>1 FP ≈ 8 to 20 person-hours (depends on team), i.e. 2 developers working full time will complete in under 3 months.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>
                    <a:ea typeface="Cambria Math" panose="02040503050406030204" pitchFamily="18" charset="0"/>
                  </a:rPr>
                  <a:t>There’s room. But 150+ means timeline will slip; 200+ means budget will break.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CEBE8B-4EAB-6938-E014-3621A686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9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67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1A63-7170-A6EA-8AAB-B28DD998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B0A1A3-EFAF-AA9A-37C2-DC64AEBF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522D44B-FF23-B928-942F-C8661AFA7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E272BE-08B6-9EB2-3659-2FA384A7464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F624C17-48BC-3AE7-4E5C-037BA1D2B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C9EF3EB-E268-738A-D24A-BD65A07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A0B532-E0E3-0D50-7D38-E860C491DCF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Assuming another project which involves input through sensors and propagating the output to global Telecom hubs.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46AD63-A6C4-29BD-5861-83D587487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79774"/>
              </p:ext>
            </p:extLst>
          </p:nvPr>
        </p:nvGraphicFramePr>
        <p:xfrm>
          <a:off x="405267" y="3122616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80216">
                  <a:extLst>
                    <a:ext uri="{9D8B030D-6E8A-4147-A177-3AD203B41FA5}">
                      <a16:colId xmlns:a16="http://schemas.microsoft.com/office/drawing/2014/main" val="284048668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44981115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1653139886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3114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Low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Average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High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056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8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13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3139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outputs (EO)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8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265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inquiries (EQ)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8383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internal files (ILF)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5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8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625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Interfaces (EIF)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13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21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1024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68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F24B-106C-ED5D-05C2-6E8284922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910A4B-7F35-31B9-623C-78DE9F4B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A76BD7-54A6-3737-A8F4-171275F59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56AB235-6D74-93B1-BD58-2971D0682DE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32E8917-60BC-079A-AAEE-6D70B02A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9D6F9FF-FDFE-8DEC-A23A-B75EAFE59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246E15-010D-B106-7ED7-DB5ADBC2B9B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512245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Calculate UFP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678517-9894-5F16-A248-76408CB30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547291"/>
              </p:ext>
            </p:extLst>
          </p:nvPr>
        </p:nvGraphicFramePr>
        <p:xfrm>
          <a:off x="405267" y="3122616"/>
          <a:ext cx="11362016" cy="3352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49613">
                  <a:extLst>
                    <a:ext uri="{9D8B030D-6E8A-4147-A177-3AD203B41FA5}">
                      <a16:colId xmlns:a16="http://schemas.microsoft.com/office/drawing/2014/main" val="28404866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44981115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16531398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20562785"/>
                    </a:ext>
                  </a:extLst>
                </a:gridCol>
                <a:gridCol w="2186403">
                  <a:extLst>
                    <a:ext uri="{9D8B030D-6E8A-4147-A177-3AD203B41FA5}">
                      <a16:colId xmlns:a16="http://schemas.microsoft.com/office/drawing/2014/main" val="23114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Measurement Parameter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Count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Complexity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</a:rPr>
                        <a:t>Weight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7056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inputs (EI)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3139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outputs (EO)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265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inquiries (EQ)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838399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internal files (ILF)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750"/>
                        </a:spcAft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6258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dirty="0">
                          <a:effectLst/>
                        </a:rPr>
                        <a:t>Number of External Interfaces (EIF)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000" b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1024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65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8091-325B-5FE2-357D-36BA6AE3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BE28A9-6839-35DE-7E6D-070A160B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45D47B8-C3A9-F145-8338-C8F284E90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C12864-DCFA-FDD2-1BF2-73C801AE20D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E0C7B3A-4DDC-709F-093A-E3571BDB0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D27D3BD-1CFD-A6B0-3C1C-42F06B1B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96739A-B07F-49DD-3425-04629E08488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3413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Choose the ranking of General System Characteristics as applicable to calculate value of GSC.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2C981-B72C-9D7C-9983-91CB20BE06FE}"/>
              </a:ext>
            </a:extLst>
          </p:cNvPr>
          <p:cNvSpPr txBox="1">
            <a:spLocks/>
          </p:cNvSpPr>
          <p:nvPr/>
        </p:nvSpPr>
        <p:spPr>
          <a:xfrm>
            <a:off x="214767" y="2966720"/>
            <a:ext cx="11743016" cy="3508695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Data Communications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Distributed Data Processing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Performance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Heavily Used Configuration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Transaction Rate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Data Entry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End-User Efficiency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On-Line Update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Complex Processing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ReusabiIity</a:t>
            </a:r>
            <a:r>
              <a:rPr lang="en-GB" sz="3400" dirty="0"/>
              <a:t>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Ease of Installation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Ease of Operation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Multiple Sites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Facilitate Change </a:t>
            </a:r>
            <a:r>
              <a:rPr lang="en-GB" sz="3400" dirty="0">
                <a:sym typeface="Wingdings" pitchFamily="2" charset="2"/>
              </a:rPr>
              <a:t>= ___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41841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2858-83DE-03C7-C2FB-CCD6B53F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38A2787-4647-4DC8-8883-5DE9D293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8A2B781-4BCA-1273-FF3A-C6AF4035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1897C7B-AFDA-4CAB-5A3B-627B62CD784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64A67F-DCAD-131C-A0CC-B16CD00E8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3FF80A2-296F-9B04-038D-9CDD167A3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F30D93-8AEC-2E30-3AAA-66CCCB782C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942829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Calculate the VAF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Calculate FP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What does the result tell you about </a:t>
            </a:r>
            <a:r>
              <a:rPr lang="en-GB" sz="3400"/>
              <a:t>this project?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310110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1056</TotalTime>
  <Words>2114</Words>
  <Application>Microsoft Macintosh PowerPoint</Application>
  <PresentationFormat>Widescreen</PresentationFormat>
  <Paragraphs>411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Biome Light</vt:lpstr>
      <vt:lpstr>Calibri</vt:lpstr>
      <vt:lpstr>Calibri Light</vt:lpstr>
      <vt:lpstr>Cambria Math</vt:lpstr>
      <vt:lpstr>Menlo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1</cp:revision>
  <dcterms:created xsi:type="dcterms:W3CDTF">2022-11-22T20:08:03Z</dcterms:created>
  <dcterms:modified xsi:type="dcterms:W3CDTF">2026-04-18T05:16:03Z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