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03" r:id="rId5"/>
    <p:sldId id="2462" r:id="rId6"/>
    <p:sldId id="2536" r:id="rId7"/>
    <p:sldId id="2537" r:id="rId8"/>
    <p:sldId id="2539" r:id="rId9"/>
    <p:sldId id="2538" r:id="rId10"/>
    <p:sldId id="2540" r:id="rId11"/>
    <p:sldId id="2541" r:id="rId12"/>
    <p:sldId id="243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734CFC-99F4-4505-95A8-558ABDD29520}" v="1025" dt="2026-03-05T02:50:52.4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75" autoAdjust="0"/>
    <p:restoredTop sz="91889" autoAdjust="0"/>
  </p:normalViewPr>
  <p:slideViewPr>
    <p:cSldViewPr snapToGrid="0">
      <p:cViewPr varScale="1">
        <p:scale>
          <a:sx n="93" d="100"/>
          <a:sy n="93" d="100"/>
        </p:scale>
        <p:origin x="828" y="306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custSel delSld modSld">
      <pc:chgData name="Owais Ahmed" userId="6abc7d4556b3b071" providerId="LiveId" clId="{641304C9-537E-56B8-9D3B-F295291B91EB}" dt="2026-02-05T17:05:40.044" v="431" actId="20577"/>
      <pc:docMkLst>
        <pc:docMk/>
      </pc:docMkLst>
      <pc:sldChg chg="modSp mod">
        <pc:chgData name="Owais Ahmed" userId="6abc7d4556b3b071" providerId="LiveId" clId="{641304C9-537E-56B8-9D3B-F295291B91EB}" dt="2026-02-05T16:59:56.188" v="19" actId="20577"/>
        <pc:sldMkLst>
          <pc:docMk/>
          <pc:sldMk cId="146856052" sldId="2503"/>
        </pc:sldMkLst>
        <pc:spChg chg="mod">
          <ac:chgData name="Owais Ahmed" userId="6abc7d4556b3b071" providerId="LiveId" clId="{641304C9-537E-56B8-9D3B-F295291B91EB}" dt="2026-02-05T16:59:56.188" v="19" actId="20577"/>
          <ac:spMkLst>
            <pc:docMk/>
            <pc:sldMk cId="146856052" sldId="2503"/>
            <ac:spMk id="9" creationId="{79DC1498-E692-42BA-B69F-6D37E6CFACA0}"/>
          </ac:spMkLst>
        </pc:spChg>
      </pc:sldChg>
      <pc:sldChg chg="modSp mod modAnim">
        <pc:chgData name="Owais Ahmed" userId="6abc7d4556b3b071" providerId="LiveId" clId="{641304C9-537E-56B8-9D3B-F295291B91EB}" dt="2026-02-05T17:05:40.044" v="431" actId="20577"/>
        <pc:sldMkLst>
          <pc:docMk/>
          <pc:sldMk cId="1489557677" sldId="2536"/>
        </pc:sldMkLst>
        <pc:spChg chg="mod">
          <ac:chgData name="Owais Ahmed" userId="6abc7d4556b3b071" providerId="LiveId" clId="{641304C9-537E-56B8-9D3B-F295291B91EB}" dt="2026-02-05T17:05:40.044" v="431" actId="20577"/>
          <ac:spMkLst>
            <pc:docMk/>
            <pc:sldMk cId="1489557677" sldId="2536"/>
            <ac:spMk id="3" creationId="{376CC965-0BC8-FC64-8304-9D1604334888}"/>
          </ac:spMkLst>
        </pc:spChg>
      </pc:sldChg>
    </pc:docChg>
  </pc:docChgLst>
  <pc:docChgLst>
    <pc:chgData name="Owais Ahmed" userId="6abc7d4556b3b071" providerId="LiveId" clId="{D0A51F83-B713-4A4D-8105-C75936B8E1D2}"/>
    <pc:docChg chg="undo redo custSel addSld delSld modSld sldOrd">
      <pc:chgData name="Owais Ahmed" userId="6abc7d4556b3b071" providerId="LiveId" clId="{D0A51F83-B713-4A4D-8105-C75936B8E1D2}" dt="2026-03-05T02:51:33.484" v="6037" actId="6549"/>
      <pc:docMkLst>
        <pc:docMk/>
      </pc:docMkLst>
      <pc:sldChg chg="modSp mod">
        <pc:chgData name="Owais Ahmed" userId="6abc7d4556b3b071" providerId="LiveId" clId="{D0A51F83-B713-4A4D-8105-C75936B8E1D2}" dt="2026-03-05T02:51:33.484" v="6037" actId="6549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6-03-05T02:51:33.484" v="6037" actId="6549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D0A51F83-B713-4A4D-8105-C75936B8E1D2}" dt="2026-02-21T11:58:12.267" v="5518" actId="20577"/>
        <pc:sldMkLst>
          <pc:docMk/>
          <pc:sldMk cId="1489557677" sldId="2536"/>
        </pc:sldMkLst>
        <pc:spChg chg="mod">
          <ac:chgData name="Owais Ahmed" userId="6abc7d4556b3b071" providerId="LiveId" clId="{D0A51F83-B713-4A4D-8105-C75936B8E1D2}" dt="2026-02-21T11:58:12.267" v="5518" actId="20577"/>
          <ac:spMkLst>
            <pc:docMk/>
            <pc:sldMk cId="1489557677" sldId="2536"/>
            <ac:spMk id="3" creationId="{376CC965-0BC8-FC64-8304-9D1604334888}"/>
          </ac:spMkLst>
        </pc:spChg>
        <pc:spChg chg="mod">
          <ac:chgData name="Owais Ahmed" userId="6abc7d4556b3b071" providerId="LiveId" clId="{D0A51F83-B713-4A4D-8105-C75936B8E1D2}" dt="2026-02-21T11:21:24.978" v="4834" actId="20577"/>
          <ac:spMkLst>
            <pc:docMk/>
            <pc:sldMk cId="1489557677" sldId="2536"/>
            <ac:spMk id="215" creationId="{A9DD1DF8-8028-42A5-8055-5B248A1F9240}"/>
          </ac:spMkLst>
        </pc:spChg>
      </pc:sldChg>
      <pc:sldChg chg="modSp add mod modAnim">
        <pc:chgData name="Owais Ahmed" userId="6abc7d4556b3b071" providerId="LiveId" clId="{D0A51F83-B713-4A4D-8105-C75936B8E1D2}" dt="2026-02-21T11:56:56.407" v="5478" actId="20577"/>
        <pc:sldMkLst>
          <pc:docMk/>
          <pc:sldMk cId="1103881377" sldId="2537"/>
        </pc:sldMkLst>
        <pc:spChg chg="mod">
          <ac:chgData name="Owais Ahmed" userId="6abc7d4556b3b071" providerId="LiveId" clId="{D0A51F83-B713-4A4D-8105-C75936B8E1D2}" dt="2026-02-21T11:54:30.488" v="5340" actId="20577"/>
          <ac:spMkLst>
            <pc:docMk/>
            <pc:sldMk cId="1103881377" sldId="2537"/>
            <ac:spMk id="3" creationId="{D0F8B00F-C29A-FBD2-E515-AD807E096AFF}"/>
          </ac:spMkLst>
        </pc:spChg>
        <pc:spChg chg="mod">
          <ac:chgData name="Owais Ahmed" userId="6abc7d4556b3b071" providerId="LiveId" clId="{D0A51F83-B713-4A4D-8105-C75936B8E1D2}" dt="2026-02-21T11:56:56.407" v="5478" actId="20577"/>
          <ac:spMkLst>
            <pc:docMk/>
            <pc:sldMk cId="1103881377" sldId="2537"/>
            <ac:spMk id="215" creationId="{00F0F28E-D5E7-D35B-DCB2-4CD21701D4C1}"/>
          </ac:spMkLst>
        </pc:spChg>
      </pc:sldChg>
      <pc:sldChg chg="addSp delSp modSp add mod ord delAnim">
        <pc:chgData name="Owais Ahmed" userId="6abc7d4556b3b071" providerId="LiveId" clId="{D0A51F83-B713-4A4D-8105-C75936B8E1D2}" dt="2026-02-21T11:56:21.489" v="5455"/>
        <pc:sldMkLst>
          <pc:docMk/>
          <pc:sldMk cId="10662743" sldId="2538"/>
        </pc:sldMkLst>
        <pc:picChg chg="add mod modCrop">
          <ac:chgData name="Owais Ahmed" userId="6abc7d4556b3b071" providerId="LiveId" clId="{D0A51F83-B713-4A4D-8105-C75936B8E1D2}" dt="2026-02-21T11:53:49.705" v="5301" actId="732"/>
          <ac:picMkLst>
            <pc:docMk/>
            <pc:sldMk cId="10662743" sldId="2538"/>
            <ac:picMk id="7" creationId="{3ACC96AE-F4D7-05A3-5174-7D7EF4E264DB}"/>
          </ac:picMkLst>
        </pc:picChg>
      </pc:sldChg>
      <pc:sldChg chg="modSp add mod modAnim">
        <pc:chgData name="Owais Ahmed" userId="6abc7d4556b3b071" providerId="LiveId" clId="{D0A51F83-B713-4A4D-8105-C75936B8E1D2}" dt="2026-02-21T11:56:59.602" v="5479"/>
        <pc:sldMkLst>
          <pc:docMk/>
          <pc:sldMk cId="3655536841" sldId="2539"/>
        </pc:sldMkLst>
        <pc:spChg chg="mod">
          <ac:chgData name="Owais Ahmed" userId="6abc7d4556b3b071" providerId="LiveId" clId="{D0A51F83-B713-4A4D-8105-C75936B8E1D2}" dt="2026-02-21T11:55:59.864" v="5453" actId="20577"/>
          <ac:spMkLst>
            <pc:docMk/>
            <pc:sldMk cId="3655536841" sldId="2539"/>
            <ac:spMk id="3" creationId="{190E7D94-E8E1-468D-8BE1-5DFBFE030DCC}"/>
          </ac:spMkLst>
        </pc:spChg>
        <pc:spChg chg="mod">
          <ac:chgData name="Owais Ahmed" userId="6abc7d4556b3b071" providerId="LiveId" clId="{D0A51F83-B713-4A4D-8105-C75936B8E1D2}" dt="2026-02-21T11:56:59.602" v="5479"/>
          <ac:spMkLst>
            <pc:docMk/>
            <pc:sldMk cId="3655536841" sldId="2539"/>
            <ac:spMk id="215" creationId="{07B75133-8E62-A288-D7B8-411486FEEBCD}"/>
          </ac:spMkLst>
        </pc:spChg>
      </pc:sldChg>
      <pc:sldChg chg="add ord">
        <pc:chgData name="Owais Ahmed" userId="6abc7d4556b3b071" providerId="LiveId" clId="{D0A51F83-B713-4A4D-8105-C75936B8E1D2}" dt="2026-02-21T11:57:14.830" v="5482"/>
        <pc:sldMkLst>
          <pc:docMk/>
          <pc:sldMk cId="1359797243" sldId="2540"/>
        </pc:sldMkLst>
      </pc:sldChg>
      <pc:sldChg chg="modSp add mod modAnim">
        <pc:chgData name="Owais Ahmed" userId="6abc7d4556b3b071" providerId="LiveId" clId="{D0A51F83-B713-4A4D-8105-C75936B8E1D2}" dt="2026-03-05T02:26:36.411" v="5886" actId="6549"/>
        <pc:sldMkLst>
          <pc:docMk/>
          <pc:sldMk cId="1841284237" sldId="2541"/>
        </pc:sldMkLst>
        <pc:spChg chg="mod">
          <ac:chgData name="Owais Ahmed" userId="6abc7d4556b3b071" providerId="LiveId" clId="{D0A51F83-B713-4A4D-8105-C75936B8E1D2}" dt="2026-03-05T02:26:36.411" v="5886" actId="6549"/>
          <ac:spMkLst>
            <pc:docMk/>
            <pc:sldMk cId="1841284237" sldId="2541"/>
            <ac:spMk id="3" creationId="{C0CD0282-032D-D126-ACAD-51B9EF7B441B}"/>
          </ac:spMkLst>
        </pc:spChg>
        <pc:spChg chg="mod">
          <ac:chgData name="Owais Ahmed" userId="6abc7d4556b3b071" providerId="LiveId" clId="{D0A51F83-B713-4A4D-8105-C75936B8E1D2}" dt="2026-02-21T11:58:49.516" v="5566" actId="20577"/>
          <ac:spMkLst>
            <pc:docMk/>
            <pc:sldMk cId="1841284237" sldId="2541"/>
            <ac:spMk id="215" creationId="{F4580E0B-0ACF-EEEC-2DFF-6F4F67C7A918}"/>
          </ac:spMkLst>
        </pc:spChg>
      </pc:sldChg>
      <pc:sldChg chg="modSp add del mod modAnim">
        <pc:chgData name="Owais Ahmed" userId="6abc7d4556b3b071" providerId="LiveId" clId="{D0A51F83-B713-4A4D-8105-C75936B8E1D2}" dt="2026-03-05T02:51:29.907" v="6036" actId="47"/>
        <pc:sldMkLst>
          <pc:docMk/>
          <pc:sldMk cId="3418743787" sldId="2542"/>
        </pc:sldMkLst>
        <pc:spChg chg="mod">
          <ac:chgData name="Owais Ahmed" userId="6abc7d4556b3b071" providerId="LiveId" clId="{D0A51F83-B713-4A4D-8105-C75936B8E1D2}" dt="2026-03-05T02:50:52.425" v="6035" actId="20577"/>
          <ac:spMkLst>
            <pc:docMk/>
            <pc:sldMk cId="3418743787" sldId="2542"/>
            <ac:spMk id="3" creationId="{8A836CEE-E874-8312-35D6-3C5A12871B3B}"/>
          </ac:spMkLst>
        </pc:spChg>
        <pc:spChg chg="mod">
          <ac:chgData name="Owais Ahmed" userId="6abc7d4556b3b071" providerId="LiveId" clId="{D0A51F83-B713-4A4D-8105-C75936B8E1D2}" dt="2026-03-05T02:49:55.987" v="5942" actId="20577"/>
          <ac:spMkLst>
            <pc:docMk/>
            <pc:sldMk cId="3418743787" sldId="2542"/>
            <ac:spMk id="215" creationId="{6E104A64-9E01-E69A-6B11-3066A74EC4C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2AA85-FA5D-507A-DB9F-A9D249DA8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487F32-2283-2041-65CB-E1D89F235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EA61D-BC19-A1E1-60C9-19046DD7C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B2541-D807-E6BB-6802-C5C3893758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818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1DC91-17A5-8946-0C8B-B78E10D11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B488B-79C7-08C2-0565-50A223E2C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44CE9-648D-ED3C-5F94-F07EB2BEF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5B6AE-F86C-B8FE-901A-59887EDB9A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833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8C16E-CEE0-D60B-0A63-60AD98548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775D7E-8432-3D5F-95ED-141AF38B6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9BA7FC-5784-9669-9DFE-8B4E39305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867F4-266E-88B7-FC53-643C90C96B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843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F191F-8CC1-337A-0E6B-51EE4E885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42E89-A682-BFA6-9F14-EF548ACB3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D4AF15-5A0D-763E-D6C8-85E095AB9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541B5-193B-65EE-25B2-FBF03AAECA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483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C824C-748A-9FDE-7A79-5E8BE84F3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06E54-F551-AB3E-1134-B7152C553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A298C3-29BC-849D-2FB8-7110DD9ED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984C8-6E60-7CFF-1A04-E2A8E62D20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080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F5854-8CA3-996F-72A1-088A40CB0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B000DC-6502-096C-0DAE-6CBE62004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E634A9-4057-B1A6-C4D3-AAEE10314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1B842-4413-B3C6-3B8F-285A789A0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323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Software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924398" cy="4136198"/>
          </a:xfrm>
        </p:spPr>
        <p:txBody>
          <a:bodyPr/>
          <a:lstStyle/>
          <a:p>
            <a:r>
              <a:rPr lang="en-US" dirty="0"/>
              <a:t>Generations of Programming</a:t>
            </a:r>
          </a:p>
          <a:p>
            <a:r>
              <a:rPr lang="en-US" dirty="0"/>
              <a:t>Object-Oriented Design</a:t>
            </a:r>
          </a:p>
          <a:p>
            <a:r>
              <a:rPr lang="en-US"/>
              <a:t>Post-Paradigm Era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A47A6-0A67-AFCB-80D0-877C3D20D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72C4BB7-73C0-3E28-484A-42EC5FD43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47DAC43-8287-785D-E5BC-9DC929442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9DD1DF8-8028-42A5-8055-5B248A1F924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Generations of Programming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DDDF37F-E8A4-26B9-55C7-5BF66CD7A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3248312-5DC8-EC7E-80CE-EBEEE2A29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CC965-0BC8-FC64-8304-9D160433488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400" dirty="0"/>
              <a:t>Ad-hoc (pre-70’s): f</a:t>
            </a:r>
            <a:r>
              <a:rPr lang="en-US" sz="3200" dirty="0"/>
              <a:t>ocus was sheer computing. Bespoke. Then and there.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400" dirty="0"/>
              <a:t>Data Structure-Oriented (early 70’s): f</a:t>
            </a:r>
            <a:r>
              <a:rPr lang="en-US" sz="3200" dirty="0"/>
              <a:t>irst attempt towards data storage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400" dirty="0"/>
              <a:t>Data Flow-Oriented (late 70’s)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3200" dirty="0"/>
              <a:t>Instead of storing data alone, determine the process required from inputs to desired outputs.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3200" dirty="0"/>
              <a:t>Popular Data-Flow Diagram is used to represent the design.</a:t>
            </a:r>
            <a:endParaRPr lang="en-US" sz="3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3200" dirty="0"/>
              <a:t>Used to model any system, not only software programs due to simplicity.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8955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E301B-11C4-4DD3-B408-E856760B3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0EFA29A-2AD8-E1D0-7999-EDDDCE77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B3A7D24-EBAA-2261-F20C-87CAB09EC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0F0F28E-D5E7-D35B-DCB2-4CD21701D4C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Object-Oriented Design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A971CC7-4C40-BBDE-B1E2-3540D69BA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E2E21DB-BF46-C408-6BD6-905005EDF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8B00F-C29A-FBD2-E515-AD807E096AFF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400" dirty="0"/>
              <a:t>Object-Oriented Design (80’s to date)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3200" dirty="0"/>
              <a:t>Model the problem as real-world data objects and relationships between them.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3200" dirty="0"/>
              <a:t>Relationships can be references, compositions, inheritance, etc.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3200" dirty="0"/>
              <a:t>The most powerful aspects of OOD are: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sz="3200" dirty="0"/>
              <a:t>Abstraction (data hiding)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sz="3200" dirty="0"/>
              <a:t>Inheritance (reuse)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3200" dirty="0"/>
              <a:t>Easier to modularize and maintain complex problems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3200" dirty="0"/>
              <a:t>Lower development cost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10388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4BC71-DBFA-72E8-B9CD-4B348948B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D3AFC9C-29AB-1EFE-27EE-57098A3BB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03AB65C-84ED-33DF-25E6-87837F3FF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7B75133-8E62-A288-D7B8-411486FEEBC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Object-Oriented Design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BEAC849-6D02-A6A8-CA3E-6C3821E03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B04841F-1430-2DA7-2FF9-2F5037D1B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E7D94-E8E1-468D-8BE1-5DFBFE030DC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OOD further split into 3 branches: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Aspect-Oriented: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Separation of cross cutting concepts like security, logging, transactions from core business logic.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Reduces code scattering and boilerplate code.</a:t>
            </a:r>
            <a:endParaRPr lang="en-US" sz="3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Component-based: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Pluggable components that can be replaced, updated, swapped without affecting functionality of the whole system.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Reduces structural complexity inside a system.</a:t>
            </a:r>
            <a:endParaRPr lang="en-US" sz="3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Service-Oriented: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System is designed as an interaction of several loosely-coupled independent services.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Reduces coupling across systems</a:t>
            </a:r>
            <a:r>
              <a:rPr lang="en-US" sz="3200" dirty="0"/>
              <a:t>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65553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9D284-8913-556C-AB94-082BED92D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C7F09BA-FF21-C1C0-1056-B159BD012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3DDF4BD-680C-8981-8F3D-7A4E3EBD41A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Generations of Programming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CC96AE-F4D7-05A3-5174-7D7EF4E264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4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2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A534D-1983-04EF-7C34-D56F688A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CF7BD3E-F34B-40CF-8BDD-CEAE1076E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7B084A1-F890-D0EE-6A63-2FBED9AF2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200C7C4-90B2-18E0-7F30-FA59EF9B6CF5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Object-Oriented Design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3FE1489-8580-4E69-1B3D-8D5810452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146B053-7BF7-0D1B-2ED6-FDE0BC070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42CAA-9E18-2214-7181-74A00850CDC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OOD further split into 3 branches: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Aspect-Oriented: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Separation of cross cutting concepts like security, logging, transactions from core business logic.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Reduces code scattering and boilerplate code.</a:t>
            </a:r>
            <a:endParaRPr lang="en-US" sz="3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Component-based: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Pluggable components that can be replaced, updated, swapped without affecting functionality of the whole system.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Reduces structural complexity inside a system.</a:t>
            </a:r>
            <a:endParaRPr lang="en-US" sz="3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Service-Oriented: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System is designed as an interaction of several loosely-coupled independent services.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Reduces coupling across systems</a:t>
            </a:r>
            <a:r>
              <a:rPr lang="en-US" sz="3200" dirty="0"/>
              <a:t>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35979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8262-4FD6-BF35-81E9-6A5DCE84E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4852886-0694-36BC-5245-66F020569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7684BBD-8591-7CDA-AD96-49DB0A7BC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4580E0B-0ACF-EEEC-2DFF-6F4F67C7A91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Post-Paradigm Era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EBDDC17-4A47-B115-98EB-3ABDE012E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2F953D1-854B-C3EF-37AD-013C13006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D0282-032D-D126-ACAD-51B9EF7B441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Since Late 2000’s the Software started to adopt a mix of multiple Paradigms.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Modern approach is hybrid: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Object-Oriented Design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Streams (functional design)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AI Agents (probabilistic)</a:t>
            </a:r>
          </a:p>
        </p:txBody>
      </p:sp>
    </p:spTree>
    <p:extLst>
      <p:ext uri="{BB962C8B-B14F-4D97-AF65-F5344CB8AC3E}">
        <p14:creationId xmlns:p14="http://schemas.microsoft.com/office/powerpoint/2010/main" val="184128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3797</TotalTime>
  <Words>401</Words>
  <Application>Microsoft Office PowerPoint</Application>
  <PresentationFormat>Widescreen</PresentationFormat>
  <Paragraphs>71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Biome Light</vt:lpstr>
      <vt:lpstr>Calibri</vt:lpstr>
      <vt:lpstr>Calibri Light</vt:lpstr>
      <vt:lpstr>Wingdings</vt:lpstr>
      <vt:lpstr>Office Theme</vt:lpstr>
      <vt:lpstr>Software Engineering</vt:lpstr>
      <vt:lpstr>Agenda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169</cp:revision>
  <dcterms:created xsi:type="dcterms:W3CDTF">2022-11-22T20:08:03Z</dcterms:created>
  <dcterms:modified xsi:type="dcterms:W3CDTF">2026-03-05T02:51:34Z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