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03" r:id="rId5"/>
    <p:sldId id="2462" r:id="rId6"/>
    <p:sldId id="2629" r:id="rId7"/>
    <p:sldId id="2597" r:id="rId8"/>
    <p:sldId id="2640" r:id="rId9"/>
    <p:sldId id="2641" r:id="rId10"/>
    <p:sldId id="2642" r:id="rId11"/>
    <p:sldId id="2643" r:id="rId12"/>
    <p:sldId id="2644" r:id="rId13"/>
    <p:sldId id="2645" r:id="rId14"/>
    <p:sldId id="2646" r:id="rId15"/>
    <p:sldId id="243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F38B0BD-BB32-4B2D-82DE-5A028D5CA6A4}">
          <p14:sldIdLst>
            <p14:sldId id="2503"/>
            <p14:sldId id="2462"/>
            <p14:sldId id="2629"/>
            <p14:sldId id="2597"/>
            <p14:sldId id="2640"/>
            <p14:sldId id="2641"/>
            <p14:sldId id="2642"/>
            <p14:sldId id="2643"/>
            <p14:sldId id="2644"/>
            <p14:sldId id="2645"/>
            <p14:sldId id="2646"/>
            <p14:sldId id="243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9757"/>
    <a:srgbClr val="01023B"/>
    <a:srgbClr val="898989"/>
    <a:srgbClr val="2F3342"/>
    <a:srgbClr val="A53F52"/>
    <a:srgbClr val="2C21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4486F0-F3C8-AE43-B875-41CE7697D933}" v="459" dt="2026-05-09T14:51:07.342"/>
    <p1510:client id="{68657A91-BB4E-4874-BB23-139E3B8A06D5}" v="2044" dt="2026-05-08T16:25:41.5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93" autoAdjust="0"/>
    <p:restoredTop sz="92396"/>
  </p:normalViewPr>
  <p:slideViewPr>
    <p:cSldViewPr snapToGrid="0">
      <p:cViewPr varScale="1">
        <p:scale>
          <a:sx n="111" d="100"/>
          <a:sy n="111" d="100"/>
        </p:scale>
        <p:origin x="808" y="208"/>
      </p:cViewPr>
      <p:guideLst>
        <p:guide orient="horz" pos="1992"/>
        <p:guide pos="3840"/>
        <p:guide orient="horz" pos="141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641304C9-537E-56B8-9D3B-F295291B91EB}"/>
    <pc:docChg chg="undo redo custSel addSld delSld modSld sldOrd modSection">
      <pc:chgData name="Owais Ahmed" userId="6abc7d4556b3b071" providerId="LiveId" clId="{641304C9-537E-56B8-9D3B-F295291B91EB}" dt="2026-05-09T14:55:10.147" v="17265" actId="20578"/>
      <pc:docMkLst>
        <pc:docMk/>
      </pc:docMkLst>
      <pc:sldChg chg="modSp mod">
        <pc:chgData name="Owais Ahmed" userId="6abc7d4556b3b071" providerId="LiveId" clId="{641304C9-537E-56B8-9D3B-F295291B91EB}" dt="2026-05-09T10:57:11.897" v="16795" actId="20577"/>
        <pc:sldMkLst>
          <pc:docMk/>
          <pc:sldMk cId="1649098948" sldId="2462"/>
        </pc:sldMkLst>
        <pc:spChg chg="mod">
          <ac:chgData name="Owais Ahmed" userId="6abc7d4556b3b071" providerId="LiveId" clId="{641304C9-537E-56B8-9D3B-F295291B91EB}" dt="2026-05-09T10:57:11.897" v="16795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 modNotesTx">
        <pc:chgData name="Owais Ahmed" userId="6abc7d4556b3b071" providerId="LiveId" clId="{641304C9-537E-56B8-9D3B-F295291B91EB}" dt="2026-05-02T07:31:24.857" v="14828" actId="20577"/>
        <pc:sldMkLst>
          <pc:docMk/>
          <pc:sldMk cId="3969978779" sldId="2597"/>
        </pc:sldMkLst>
        <pc:spChg chg="mod">
          <ac:chgData name="Owais Ahmed" userId="6abc7d4556b3b071" providerId="LiveId" clId="{641304C9-537E-56B8-9D3B-F295291B91EB}" dt="2026-05-02T07:31:06.786" v="14803" actId="20577"/>
          <ac:spMkLst>
            <pc:docMk/>
            <pc:sldMk cId="3969978779" sldId="2597"/>
            <ac:spMk id="4" creationId="{1C898225-7AFE-C7B7-1970-E06CD280448A}"/>
          </ac:spMkLst>
        </pc:spChg>
        <pc:spChg chg="mod">
          <ac:chgData name="Owais Ahmed" userId="6abc7d4556b3b071" providerId="LiveId" clId="{641304C9-537E-56B8-9D3B-F295291B91EB}" dt="2026-05-02T07:31:24.857" v="14828" actId="20577"/>
          <ac:spMkLst>
            <pc:docMk/>
            <pc:sldMk cId="3969978779" sldId="2597"/>
            <ac:spMk id="215" creationId="{221D6FF5-44DD-2B72-B5A9-A205F59F9D03}"/>
          </ac:spMkLst>
        </pc:spChg>
      </pc:sldChg>
      <pc:sldChg chg="delSp modSp add mod delAnim modAnim">
        <pc:chgData name="Owais Ahmed" userId="6abc7d4556b3b071" providerId="LiveId" clId="{641304C9-537E-56B8-9D3B-F295291B91EB}" dt="2026-05-02T07:26:38.912" v="14411" actId="20577"/>
        <pc:sldMkLst>
          <pc:docMk/>
          <pc:sldMk cId="2708291656" sldId="2629"/>
        </pc:sldMkLst>
        <pc:spChg chg="mod">
          <ac:chgData name="Owais Ahmed" userId="6abc7d4556b3b071" providerId="LiveId" clId="{641304C9-537E-56B8-9D3B-F295291B91EB}" dt="2026-05-02T07:26:38.912" v="14411" actId="20577"/>
          <ac:spMkLst>
            <pc:docMk/>
            <pc:sldMk cId="2708291656" sldId="2629"/>
            <ac:spMk id="3" creationId="{08D0F3D7-CE48-3784-1D89-AC23BC96507B}"/>
          </ac:spMkLst>
        </pc:spChg>
        <pc:spChg chg="mod">
          <ac:chgData name="Owais Ahmed" userId="6abc7d4556b3b071" providerId="LiveId" clId="{641304C9-537E-56B8-9D3B-F295291B91EB}" dt="2026-05-02T07:24:20.386" v="13977" actId="20577"/>
          <ac:spMkLst>
            <pc:docMk/>
            <pc:sldMk cId="2708291656" sldId="2629"/>
            <ac:spMk id="215" creationId="{38804837-7ECD-818F-BF7A-AB34117F5B66}"/>
          </ac:spMkLst>
        </pc:spChg>
      </pc:sldChg>
      <pc:sldChg chg="addSp modSp add del mod modAnim modNotesTx">
        <pc:chgData name="Owais Ahmed" userId="6abc7d4556b3b071" providerId="LiveId" clId="{641304C9-537E-56B8-9D3B-F295291B91EB}" dt="2026-05-09T10:56:44.678" v="16792" actId="2696"/>
        <pc:sldMkLst>
          <pc:docMk/>
          <pc:sldMk cId="3302263052" sldId="2639"/>
        </pc:sldMkLst>
      </pc:sldChg>
      <pc:sldChg chg="modNotesTx">
        <pc:chgData name="Owais Ahmed" userId="6abc7d4556b3b071" providerId="LiveId" clId="{641304C9-537E-56B8-9D3B-F295291B91EB}" dt="2026-05-09T10:56:34.599" v="16791" actId="20577"/>
        <pc:sldMkLst>
          <pc:docMk/>
          <pc:sldMk cId="905223370" sldId="2642"/>
        </pc:sldMkLst>
      </pc:sldChg>
      <pc:sldChg chg="modSp mod modAnim modNotesTx">
        <pc:chgData name="Owais Ahmed" userId="6abc7d4556b3b071" providerId="LiveId" clId="{641304C9-537E-56B8-9D3B-F295291B91EB}" dt="2026-05-09T11:02:14.228" v="17251" actId="20577"/>
        <pc:sldMkLst>
          <pc:docMk/>
          <pc:sldMk cId="1578629550" sldId="2644"/>
        </pc:sldMkLst>
        <pc:spChg chg="mod">
          <ac:chgData name="Owais Ahmed" userId="6abc7d4556b3b071" providerId="LiveId" clId="{641304C9-537E-56B8-9D3B-F295291B91EB}" dt="2026-05-09T11:02:14.228" v="17251" actId="20577"/>
          <ac:spMkLst>
            <pc:docMk/>
            <pc:sldMk cId="1578629550" sldId="2644"/>
            <ac:spMk id="4" creationId="{2B45E012-DDF7-1A78-39F2-724D8CD5F5A1}"/>
          </ac:spMkLst>
        </pc:spChg>
      </pc:sldChg>
      <pc:sldChg chg="addSp delSp modSp add mod delAnim modAnim">
        <pc:chgData name="Owais Ahmed" userId="6abc7d4556b3b071" providerId="LiveId" clId="{641304C9-537E-56B8-9D3B-F295291B91EB}" dt="2026-05-09T14:51:33.304" v="17263" actId="1076"/>
        <pc:sldMkLst>
          <pc:docMk/>
          <pc:sldMk cId="706949483" sldId="2645"/>
        </pc:sldMkLst>
        <pc:spChg chg="del mod">
          <ac:chgData name="Owais Ahmed" userId="6abc7d4556b3b071" providerId="LiveId" clId="{641304C9-537E-56B8-9D3B-F295291B91EB}" dt="2026-05-09T14:51:03.010" v="17256" actId="478"/>
          <ac:spMkLst>
            <pc:docMk/>
            <pc:sldMk cId="706949483" sldId="2645"/>
            <ac:spMk id="4" creationId="{F44E23F6-C188-34CA-2F9A-B09FFF5428E6}"/>
          </ac:spMkLst>
        </pc:spChg>
        <pc:spChg chg="del">
          <ac:chgData name="Owais Ahmed" userId="6abc7d4556b3b071" providerId="LiveId" clId="{641304C9-537E-56B8-9D3B-F295291B91EB}" dt="2026-05-09T14:51:14.700" v="17259" actId="478"/>
          <ac:spMkLst>
            <pc:docMk/>
            <pc:sldMk cId="706949483" sldId="2645"/>
            <ac:spMk id="214" creationId="{7C602748-3487-FF49-B51B-786AA220C3F0}"/>
          </ac:spMkLst>
        </pc:spChg>
        <pc:spChg chg="del">
          <ac:chgData name="Owais Ahmed" userId="6abc7d4556b3b071" providerId="LiveId" clId="{641304C9-537E-56B8-9D3B-F295291B91EB}" dt="2026-05-09T14:51:16.867" v="17260" actId="478"/>
          <ac:spMkLst>
            <pc:docMk/>
            <pc:sldMk cId="706949483" sldId="2645"/>
            <ac:spMk id="216" creationId="{3DB73E9F-AA70-5B7C-CF37-F5ABC7B81719}"/>
          </ac:spMkLst>
        </pc:spChg>
        <pc:picChg chg="add mod">
          <ac:chgData name="Owais Ahmed" userId="6abc7d4556b3b071" providerId="LiveId" clId="{641304C9-537E-56B8-9D3B-F295291B91EB}" dt="2026-05-09T14:51:33.304" v="17263" actId="1076"/>
          <ac:picMkLst>
            <pc:docMk/>
            <pc:sldMk cId="706949483" sldId="2645"/>
            <ac:picMk id="3" creationId="{FD0A3255-08A0-B7EF-F10D-6D0555401FDF}"/>
          </ac:picMkLst>
        </pc:picChg>
      </pc:sldChg>
      <pc:sldChg chg="add ord">
        <pc:chgData name="Owais Ahmed" userId="6abc7d4556b3b071" providerId="LiveId" clId="{641304C9-537E-56B8-9D3B-F295291B91EB}" dt="2026-05-09T14:55:10.147" v="17265" actId="20578"/>
        <pc:sldMkLst>
          <pc:docMk/>
          <pc:sldMk cId="886801933" sldId="2646"/>
        </pc:sldMkLst>
      </pc:sldChg>
    </pc:docChg>
  </pc:docChgLst>
  <pc:docChgLst>
    <pc:chgData name="Owais Ahmed" userId="6abc7d4556b3b071" providerId="LiveId" clId="{D0A51F83-B713-4A4D-8105-C75936B8E1D2}"/>
    <pc:docChg chg="undo redo custSel addSld delSld modSld sldOrd addSection delSection modSection">
      <pc:chgData name="Owais Ahmed" userId="6abc7d4556b3b071" providerId="LiveId" clId="{D0A51F83-B713-4A4D-8105-C75936B8E1D2}" dt="2026-05-08T16:25:41.568" v="37587" actId="6549"/>
      <pc:docMkLst>
        <pc:docMk/>
      </pc:docMkLst>
      <pc:sldChg chg="modSp mod">
        <pc:chgData name="Owais Ahmed" userId="6abc7d4556b3b071" providerId="LiveId" clId="{D0A51F83-B713-4A4D-8105-C75936B8E1D2}" dt="2026-05-08T14:48:09.338" v="34765" actId="6549"/>
        <pc:sldMkLst>
          <pc:docMk/>
          <pc:sldMk cId="1649098948" sldId="2462"/>
        </pc:sldMkLst>
        <pc:spChg chg="mod">
          <ac:chgData name="Owais Ahmed" userId="6abc7d4556b3b071" providerId="LiveId" clId="{D0A51F83-B713-4A4D-8105-C75936B8E1D2}" dt="2026-05-08T14:48:09.338" v="34765" actId="6549"/>
          <ac:spMkLst>
            <pc:docMk/>
            <pc:sldMk cId="1649098948" sldId="2462"/>
            <ac:spMk id="6" creationId="{F3C89A40-EEAA-43AB-9A3A-B2CFDE450F1B}"/>
          </ac:spMkLst>
        </pc:spChg>
      </pc:sldChg>
      <pc:sldChg chg="addSp modSp add mod ord modAnim modNotesTx">
        <pc:chgData name="Owais Ahmed" userId="6abc7d4556b3b071" providerId="LiveId" clId="{D0A51F83-B713-4A4D-8105-C75936B8E1D2}" dt="2026-05-08T16:11:40.946" v="37558"/>
        <pc:sldMkLst>
          <pc:docMk/>
          <pc:sldMk cId="3969978779" sldId="2597"/>
        </pc:sldMkLst>
        <pc:spChg chg="mod">
          <ac:chgData name="Owais Ahmed" userId="6abc7d4556b3b071" providerId="LiveId" clId="{D0A51F83-B713-4A4D-8105-C75936B8E1D2}" dt="2026-05-08T15:07:16.931" v="35437" actId="20577"/>
          <ac:spMkLst>
            <pc:docMk/>
            <pc:sldMk cId="3969978779" sldId="2597"/>
            <ac:spMk id="4" creationId="{1C898225-7AFE-C7B7-1970-E06CD280448A}"/>
          </ac:spMkLst>
        </pc:spChg>
        <pc:spChg chg="mod">
          <ac:chgData name="Owais Ahmed" userId="6abc7d4556b3b071" providerId="LiveId" clId="{D0A51F83-B713-4A4D-8105-C75936B8E1D2}" dt="2026-05-08T14:49:30.609" v="34793" actId="20577"/>
          <ac:spMkLst>
            <pc:docMk/>
            <pc:sldMk cId="3969978779" sldId="2597"/>
            <ac:spMk id="215" creationId="{221D6FF5-44DD-2B72-B5A9-A205F59F9D03}"/>
          </ac:spMkLst>
        </pc:spChg>
        <pc:graphicFrameChg chg="add mod modGraphic">
          <ac:chgData name="Owais Ahmed" userId="6abc7d4556b3b071" providerId="LiveId" clId="{D0A51F83-B713-4A4D-8105-C75936B8E1D2}" dt="2026-05-08T15:04:51.043" v="35261" actId="14100"/>
          <ac:graphicFrameMkLst>
            <pc:docMk/>
            <pc:sldMk cId="3969978779" sldId="2597"/>
            <ac:graphicFrameMk id="3" creationId="{A8ACFEB4-B229-A576-F422-8EED68A2DD92}"/>
          </ac:graphicFrameMkLst>
        </pc:graphicFrameChg>
      </pc:sldChg>
      <pc:sldChg chg="addSp delSp modSp add del mod delAnim modAnim">
        <pc:chgData name="Owais Ahmed" userId="6abc7d4556b3b071" providerId="LiveId" clId="{D0A51F83-B713-4A4D-8105-C75936B8E1D2}" dt="2026-05-08T14:48:26.775" v="34766" actId="47"/>
        <pc:sldMkLst>
          <pc:docMk/>
          <pc:sldMk cId="1358657845" sldId="2616"/>
        </pc:sldMkLst>
      </pc:sldChg>
      <pc:sldChg chg="del">
        <pc:chgData name="Owais Ahmed" userId="6abc7d4556b3b071" providerId="LiveId" clId="{D0A51F83-B713-4A4D-8105-C75936B8E1D2}" dt="2026-05-08T14:48:26.775" v="34766" actId="47"/>
        <pc:sldMkLst>
          <pc:docMk/>
          <pc:sldMk cId="2627895204" sldId="2624"/>
        </pc:sldMkLst>
      </pc:sldChg>
      <pc:sldChg chg="modSp mod modAnim">
        <pc:chgData name="Owais Ahmed" userId="6abc7d4556b3b071" providerId="LiveId" clId="{D0A51F83-B713-4A4D-8105-C75936B8E1D2}" dt="2026-05-08T14:47:25.650" v="34678" actId="5793"/>
        <pc:sldMkLst>
          <pc:docMk/>
          <pc:sldMk cId="2708291656" sldId="2629"/>
        </pc:sldMkLst>
        <pc:spChg chg="mod">
          <ac:chgData name="Owais Ahmed" userId="6abc7d4556b3b071" providerId="LiveId" clId="{D0A51F83-B713-4A4D-8105-C75936B8E1D2}" dt="2026-05-08T14:47:25.650" v="34678" actId="5793"/>
          <ac:spMkLst>
            <pc:docMk/>
            <pc:sldMk cId="2708291656" sldId="2629"/>
            <ac:spMk id="3" creationId="{08D0F3D7-CE48-3784-1D89-AC23BC96507B}"/>
          </ac:spMkLst>
        </pc:spChg>
      </pc:sldChg>
      <pc:sldChg chg="del">
        <pc:chgData name="Owais Ahmed" userId="6abc7d4556b3b071" providerId="LiveId" clId="{D0A51F83-B713-4A4D-8105-C75936B8E1D2}" dt="2026-05-08T14:48:26.775" v="34766" actId="47"/>
        <pc:sldMkLst>
          <pc:docMk/>
          <pc:sldMk cId="1870768639" sldId="2630"/>
        </pc:sldMkLst>
      </pc:sldChg>
      <pc:sldChg chg="del">
        <pc:chgData name="Owais Ahmed" userId="6abc7d4556b3b071" providerId="LiveId" clId="{D0A51F83-B713-4A4D-8105-C75936B8E1D2}" dt="2026-05-08T14:48:26.775" v="34766" actId="47"/>
        <pc:sldMkLst>
          <pc:docMk/>
          <pc:sldMk cId="2155765207" sldId="2631"/>
        </pc:sldMkLst>
      </pc:sldChg>
      <pc:sldChg chg="del">
        <pc:chgData name="Owais Ahmed" userId="6abc7d4556b3b071" providerId="LiveId" clId="{D0A51F83-B713-4A4D-8105-C75936B8E1D2}" dt="2026-05-08T14:48:26.775" v="34766" actId="47"/>
        <pc:sldMkLst>
          <pc:docMk/>
          <pc:sldMk cId="4290500537" sldId="2632"/>
        </pc:sldMkLst>
      </pc:sldChg>
      <pc:sldChg chg="del">
        <pc:chgData name="Owais Ahmed" userId="6abc7d4556b3b071" providerId="LiveId" clId="{D0A51F83-B713-4A4D-8105-C75936B8E1D2}" dt="2026-05-08T14:48:26.775" v="34766" actId="47"/>
        <pc:sldMkLst>
          <pc:docMk/>
          <pc:sldMk cId="2391449866" sldId="2633"/>
        </pc:sldMkLst>
      </pc:sldChg>
      <pc:sldChg chg="del">
        <pc:chgData name="Owais Ahmed" userId="6abc7d4556b3b071" providerId="LiveId" clId="{D0A51F83-B713-4A4D-8105-C75936B8E1D2}" dt="2026-05-08T14:48:26.775" v="34766" actId="47"/>
        <pc:sldMkLst>
          <pc:docMk/>
          <pc:sldMk cId="265256787" sldId="2634"/>
        </pc:sldMkLst>
      </pc:sldChg>
      <pc:sldChg chg="del">
        <pc:chgData name="Owais Ahmed" userId="6abc7d4556b3b071" providerId="LiveId" clId="{D0A51F83-B713-4A4D-8105-C75936B8E1D2}" dt="2026-05-08T14:48:26.775" v="34766" actId="47"/>
        <pc:sldMkLst>
          <pc:docMk/>
          <pc:sldMk cId="2564205182" sldId="2635"/>
        </pc:sldMkLst>
      </pc:sldChg>
      <pc:sldChg chg="del">
        <pc:chgData name="Owais Ahmed" userId="6abc7d4556b3b071" providerId="LiveId" clId="{D0A51F83-B713-4A4D-8105-C75936B8E1D2}" dt="2026-05-08T14:48:26.775" v="34766" actId="47"/>
        <pc:sldMkLst>
          <pc:docMk/>
          <pc:sldMk cId="1213067201" sldId="2636"/>
        </pc:sldMkLst>
      </pc:sldChg>
      <pc:sldChg chg="del">
        <pc:chgData name="Owais Ahmed" userId="6abc7d4556b3b071" providerId="LiveId" clId="{D0A51F83-B713-4A4D-8105-C75936B8E1D2}" dt="2026-05-08T14:48:26.775" v="34766" actId="47"/>
        <pc:sldMkLst>
          <pc:docMk/>
          <pc:sldMk cId="4086576765" sldId="2637"/>
        </pc:sldMkLst>
      </pc:sldChg>
      <pc:sldChg chg="modSp del">
        <pc:chgData name="Owais Ahmed" userId="6abc7d4556b3b071" providerId="LiveId" clId="{D0A51F83-B713-4A4D-8105-C75936B8E1D2}" dt="2026-05-08T14:48:26.775" v="34766" actId="47"/>
        <pc:sldMkLst>
          <pc:docMk/>
          <pc:sldMk cId="963090895" sldId="2638"/>
        </pc:sldMkLst>
        <pc:spChg chg="mod">
          <ac:chgData name="Owais Ahmed" userId="6abc7d4556b3b071" providerId="LiveId" clId="{D0A51F83-B713-4A4D-8105-C75936B8E1D2}" dt="2026-05-08T14:44:27.950" v="34513" actId="115"/>
          <ac:spMkLst>
            <pc:docMk/>
            <pc:sldMk cId="963090895" sldId="2638"/>
            <ac:spMk id="4" creationId="{C7249A55-333E-C69F-820F-FB2ADFA15ECB}"/>
          </ac:spMkLst>
        </pc:spChg>
      </pc:sldChg>
      <pc:sldChg chg="modSp modAnim">
        <pc:chgData name="Owais Ahmed" userId="6abc7d4556b3b071" providerId="LiveId" clId="{D0A51F83-B713-4A4D-8105-C75936B8E1D2}" dt="2026-05-08T16:25:41.568" v="37587" actId="6549"/>
        <pc:sldMkLst>
          <pc:docMk/>
          <pc:sldMk cId="3302263052" sldId="2639"/>
        </pc:sldMkLst>
        <pc:spChg chg="mod">
          <ac:chgData name="Owais Ahmed" userId="6abc7d4556b3b071" providerId="LiveId" clId="{D0A51F83-B713-4A4D-8105-C75936B8E1D2}" dt="2026-05-08T16:25:41.568" v="37587" actId="6549"/>
          <ac:spMkLst>
            <pc:docMk/>
            <pc:sldMk cId="3302263052" sldId="2639"/>
            <ac:spMk id="4" creationId="{A8E4F927-BB56-3E82-B041-D37EF9E61462}"/>
          </ac:spMkLst>
        </pc:spChg>
      </pc:sldChg>
      <pc:sldChg chg="delSp modSp add mod modAnim">
        <pc:chgData name="Owais Ahmed" userId="6abc7d4556b3b071" providerId="LiveId" clId="{D0A51F83-B713-4A4D-8105-C75936B8E1D2}" dt="2026-05-08T16:00:00.331" v="37350" actId="6549"/>
        <pc:sldMkLst>
          <pc:docMk/>
          <pc:sldMk cId="777676420" sldId="2640"/>
        </pc:sldMkLst>
        <pc:spChg chg="mod">
          <ac:chgData name="Owais Ahmed" userId="6abc7d4556b3b071" providerId="LiveId" clId="{D0A51F83-B713-4A4D-8105-C75936B8E1D2}" dt="2026-05-08T15:56:48.677" v="37218" actId="20577"/>
          <ac:spMkLst>
            <pc:docMk/>
            <pc:sldMk cId="777676420" sldId="2640"/>
            <ac:spMk id="4" creationId="{BE06491C-8BB1-8700-F16A-FA31D424FF14}"/>
          </ac:spMkLst>
        </pc:spChg>
        <pc:spChg chg="mod">
          <ac:chgData name="Owais Ahmed" userId="6abc7d4556b3b071" providerId="LiveId" clId="{D0A51F83-B713-4A4D-8105-C75936B8E1D2}" dt="2026-05-08T16:00:00.331" v="37350" actId="6549"/>
          <ac:spMkLst>
            <pc:docMk/>
            <pc:sldMk cId="777676420" sldId="2640"/>
            <ac:spMk id="215" creationId="{5FA2BAA5-5097-1C28-A373-F490C72845BA}"/>
          </ac:spMkLst>
        </pc:spChg>
        <pc:graphicFrameChg chg="del">
          <ac:chgData name="Owais Ahmed" userId="6abc7d4556b3b071" providerId="LiveId" clId="{D0A51F83-B713-4A4D-8105-C75936B8E1D2}" dt="2026-05-08T15:07:47.503" v="35449" actId="478"/>
          <ac:graphicFrameMkLst>
            <pc:docMk/>
            <pc:sldMk cId="777676420" sldId="2640"/>
            <ac:graphicFrameMk id="3" creationId="{98E14F3A-0722-2FEB-236F-E54F844C8980}"/>
          </ac:graphicFrameMkLst>
        </pc:graphicFrameChg>
      </pc:sldChg>
      <pc:sldChg chg="delSp modSp add mod delAnim modAnim modNotesTx">
        <pc:chgData name="Owais Ahmed" userId="6abc7d4556b3b071" providerId="LiveId" clId="{D0A51F83-B713-4A4D-8105-C75936B8E1D2}" dt="2026-05-08T16:11:47.116" v="37559"/>
        <pc:sldMkLst>
          <pc:docMk/>
          <pc:sldMk cId="1580125852" sldId="2641"/>
        </pc:sldMkLst>
        <pc:spChg chg="del mod">
          <ac:chgData name="Owais Ahmed" userId="6abc7d4556b3b071" providerId="LiveId" clId="{D0A51F83-B713-4A4D-8105-C75936B8E1D2}" dt="2026-05-08T15:40:49.923" v="36013" actId="478"/>
          <ac:spMkLst>
            <pc:docMk/>
            <pc:sldMk cId="1580125852" sldId="2641"/>
            <ac:spMk id="4" creationId="{9A63882D-E5C0-7218-712D-01551A5F2FC0}"/>
          </ac:spMkLst>
        </pc:spChg>
        <pc:spChg chg="mod">
          <ac:chgData name="Owais Ahmed" userId="6abc7d4556b3b071" providerId="LiveId" clId="{D0A51F83-B713-4A4D-8105-C75936B8E1D2}" dt="2026-05-08T15:59:58.443" v="37349" actId="6549"/>
          <ac:spMkLst>
            <pc:docMk/>
            <pc:sldMk cId="1580125852" sldId="2641"/>
            <ac:spMk id="215" creationId="{26107B82-3986-1E20-7104-56F43166A87D}"/>
          </ac:spMkLst>
        </pc:spChg>
        <pc:picChg chg="del">
          <ac:chgData name="Owais Ahmed" userId="6abc7d4556b3b071" providerId="LiveId" clId="{D0A51F83-B713-4A4D-8105-C75936B8E1D2}" dt="2026-05-08T15:38:16.827" v="35981" actId="478"/>
          <ac:picMkLst>
            <pc:docMk/>
            <pc:sldMk cId="1580125852" sldId="2641"/>
            <ac:picMk id="3" creationId="{E19251E7-95AB-B819-CE9E-AAE896C96EF6}"/>
          </ac:picMkLst>
        </pc:picChg>
        <pc:picChg chg="del mod">
          <ac:chgData name="Owais Ahmed" userId="6abc7d4556b3b071" providerId="LiveId" clId="{D0A51F83-B713-4A4D-8105-C75936B8E1D2}" dt="2026-05-08T15:41:31.696" v="36040" actId="478"/>
          <ac:picMkLst>
            <pc:docMk/>
            <pc:sldMk cId="1580125852" sldId="2641"/>
            <ac:picMk id="5" creationId="{0B2D4735-863E-F6C1-6A19-F0FE7201882B}"/>
          </ac:picMkLst>
        </pc:picChg>
        <pc:picChg chg="del mod">
          <ac:chgData name="Owais Ahmed" userId="6abc7d4556b3b071" providerId="LiveId" clId="{D0A51F83-B713-4A4D-8105-C75936B8E1D2}" dt="2026-05-08T15:43:11.231" v="36184" actId="478"/>
          <ac:picMkLst>
            <pc:docMk/>
            <pc:sldMk cId="1580125852" sldId="2641"/>
            <ac:picMk id="6" creationId="{65EB9B19-E377-6FC5-8B58-B25DB0EB3329}"/>
          </ac:picMkLst>
        </pc:picChg>
        <pc:picChg chg="mod">
          <ac:chgData name="Owais Ahmed" userId="6abc7d4556b3b071" providerId="LiveId" clId="{D0A51F83-B713-4A4D-8105-C75936B8E1D2}" dt="2026-05-08T15:43:39.486" v="36188" actId="1076"/>
          <ac:picMkLst>
            <pc:docMk/>
            <pc:sldMk cId="1580125852" sldId="2641"/>
            <ac:picMk id="7" creationId="{86220B26-5ECC-3739-BD38-FB1363C816A6}"/>
          </ac:picMkLst>
        </pc:picChg>
      </pc:sldChg>
      <pc:sldChg chg="modSp add mod ord modAnim modNotesTx">
        <pc:chgData name="Owais Ahmed" userId="6abc7d4556b3b071" providerId="LiveId" clId="{D0A51F83-B713-4A4D-8105-C75936B8E1D2}" dt="2026-05-08T16:13:41.496" v="37586" actId="20577"/>
        <pc:sldMkLst>
          <pc:docMk/>
          <pc:sldMk cId="905223370" sldId="2642"/>
        </pc:sldMkLst>
        <pc:spChg chg="mod">
          <ac:chgData name="Owais Ahmed" userId="6abc7d4556b3b071" providerId="LiveId" clId="{D0A51F83-B713-4A4D-8105-C75936B8E1D2}" dt="2026-05-08T16:13:41.496" v="37586" actId="20577"/>
          <ac:spMkLst>
            <pc:docMk/>
            <pc:sldMk cId="905223370" sldId="2642"/>
            <ac:spMk id="4" creationId="{1D0AB022-B148-71F1-4E86-468931AD7EDA}"/>
          </ac:spMkLst>
        </pc:spChg>
        <pc:spChg chg="mod">
          <ac:chgData name="Owais Ahmed" userId="6abc7d4556b3b071" providerId="LiveId" clId="{D0A51F83-B713-4A4D-8105-C75936B8E1D2}" dt="2026-05-08T15:59:56.483" v="37348" actId="6549"/>
          <ac:spMkLst>
            <pc:docMk/>
            <pc:sldMk cId="905223370" sldId="2642"/>
            <ac:spMk id="215" creationId="{ADA4FB82-EB86-BE9A-64D3-B6A12C068647}"/>
          </ac:spMkLst>
        </pc:spChg>
      </pc:sldChg>
      <pc:sldChg chg="addSp delSp modSp add mod ord modAnim modNotesTx">
        <pc:chgData name="Owais Ahmed" userId="6abc7d4556b3b071" providerId="LiveId" clId="{D0A51F83-B713-4A4D-8105-C75936B8E1D2}" dt="2026-05-08T16:11:52.819" v="37560"/>
        <pc:sldMkLst>
          <pc:docMk/>
          <pc:sldMk cId="1641270579" sldId="2643"/>
        </pc:sldMkLst>
        <pc:spChg chg="add mod">
          <ac:chgData name="Owais Ahmed" userId="6abc7d4556b3b071" providerId="LiveId" clId="{D0A51F83-B713-4A4D-8105-C75936B8E1D2}" dt="2026-05-08T16:11:24.386" v="37556" actId="20577"/>
          <ac:spMkLst>
            <pc:docMk/>
            <pc:sldMk cId="1641270579" sldId="2643"/>
            <ac:spMk id="4" creationId="{82508676-EA83-7F2E-7121-15ECE1D400E3}"/>
          </ac:spMkLst>
        </pc:spChg>
        <pc:spChg chg="mod">
          <ac:chgData name="Owais Ahmed" userId="6abc7d4556b3b071" providerId="LiveId" clId="{D0A51F83-B713-4A4D-8105-C75936B8E1D2}" dt="2026-05-08T15:59:54.107" v="37347" actId="6549"/>
          <ac:spMkLst>
            <pc:docMk/>
            <pc:sldMk cId="1641270579" sldId="2643"/>
            <ac:spMk id="215" creationId="{9D8E3368-E09E-1119-FA1B-6E98D109446E}"/>
          </ac:spMkLst>
        </pc:spChg>
        <pc:picChg chg="add mod">
          <ac:chgData name="Owais Ahmed" userId="6abc7d4556b3b071" providerId="LiveId" clId="{D0A51F83-B713-4A4D-8105-C75936B8E1D2}" dt="2026-05-08T16:09:29.203" v="37355" actId="1076"/>
          <ac:picMkLst>
            <pc:docMk/>
            <pc:sldMk cId="1641270579" sldId="2643"/>
            <ac:picMk id="3" creationId="{9A713450-97AB-E0D0-6453-3F48ACF510F2}"/>
          </ac:picMkLst>
        </pc:picChg>
        <pc:picChg chg="del">
          <ac:chgData name="Owais Ahmed" userId="6abc7d4556b3b071" providerId="LiveId" clId="{D0A51F83-B713-4A4D-8105-C75936B8E1D2}" dt="2026-05-08T16:00:05.385" v="37351" actId="478"/>
          <ac:picMkLst>
            <pc:docMk/>
            <pc:sldMk cId="1641270579" sldId="2643"/>
            <ac:picMk id="7" creationId="{FF8C121A-E9B8-D19B-2760-608B0A9ACA56}"/>
          </ac:picMkLst>
        </pc:picChg>
      </pc:sldChg>
      <pc:sldChg chg="modSp add mod ord">
        <pc:chgData name="Owais Ahmed" userId="6abc7d4556b3b071" providerId="LiveId" clId="{D0A51F83-B713-4A4D-8105-C75936B8E1D2}" dt="2026-05-08T16:12:19.221" v="37570" actId="20577"/>
        <pc:sldMkLst>
          <pc:docMk/>
          <pc:sldMk cId="1578629550" sldId="2644"/>
        </pc:sldMkLst>
        <pc:spChg chg="mod">
          <ac:chgData name="Owais Ahmed" userId="6abc7d4556b3b071" providerId="LiveId" clId="{D0A51F83-B713-4A4D-8105-C75936B8E1D2}" dt="2026-05-08T16:12:19.221" v="37570" actId="20577"/>
          <ac:spMkLst>
            <pc:docMk/>
            <pc:sldMk cId="1578629550" sldId="2644"/>
            <ac:spMk id="215" creationId="{9C70997E-A316-5168-3CA4-8983941412D5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4ADD06-AD04-4C0A-96E6-9FD9724FE3A4}" type="doc">
      <dgm:prSet loTypeId="urn:microsoft.com/office/officeart/2005/8/layout/orgChart1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PK"/>
        </a:p>
      </dgm:t>
    </dgm:pt>
    <dgm:pt modelId="{B7A88F3F-56CF-4068-B47F-ACB3092581BA}">
      <dgm:prSet phldrT="[Text]" phldr="0" custT="1"/>
      <dgm:spPr/>
      <dgm:t>
        <a:bodyPr/>
        <a:lstStyle/>
        <a:p>
          <a:r>
            <a:rPr lang="en-GB" sz="1600" noProof="0" dirty="0"/>
            <a:t>Structural Diagrams</a:t>
          </a:r>
        </a:p>
      </dgm:t>
    </dgm:pt>
    <dgm:pt modelId="{ECA3C3E4-6B0C-4003-B85C-0B0C7F6EA42A}" type="parTrans" cxnId="{82E267A6-AE8C-43FC-A231-DBA02CD5BC9F}">
      <dgm:prSet/>
      <dgm:spPr/>
      <dgm:t>
        <a:bodyPr/>
        <a:lstStyle/>
        <a:p>
          <a:endParaRPr lang="en-PK" sz="2000"/>
        </a:p>
      </dgm:t>
    </dgm:pt>
    <dgm:pt modelId="{DDB70EC2-D71F-4206-A555-74ECD523B4DB}" type="sibTrans" cxnId="{82E267A6-AE8C-43FC-A231-DBA02CD5BC9F}">
      <dgm:prSet/>
      <dgm:spPr/>
      <dgm:t>
        <a:bodyPr/>
        <a:lstStyle/>
        <a:p>
          <a:endParaRPr lang="en-PK" sz="2000"/>
        </a:p>
      </dgm:t>
    </dgm:pt>
    <dgm:pt modelId="{7D904C95-6F44-4F59-AD9D-CDB35EBB6F48}">
      <dgm:prSet phldrT="[Text]" phldr="0" custT="1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GB" sz="1600" noProof="0" dirty="0"/>
            <a:t>Useful</a:t>
          </a:r>
        </a:p>
      </dgm:t>
    </dgm:pt>
    <dgm:pt modelId="{6CFAA2BE-4AD5-44B0-816B-4AD0A6C0649B}" type="parTrans" cxnId="{6BEE1F09-88E0-429E-8498-4CCB4EE6FB0B}">
      <dgm:prSet/>
      <dgm:spPr/>
      <dgm:t>
        <a:bodyPr/>
        <a:lstStyle/>
        <a:p>
          <a:endParaRPr lang="en-PK" sz="2000"/>
        </a:p>
      </dgm:t>
    </dgm:pt>
    <dgm:pt modelId="{5A1E092C-72C7-46C7-8EC4-969B7DFC703D}" type="sibTrans" cxnId="{6BEE1F09-88E0-429E-8498-4CCB4EE6FB0B}">
      <dgm:prSet/>
      <dgm:spPr/>
      <dgm:t>
        <a:bodyPr/>
        <a:lstStyle/>
        <a:p>
          <a:endParaRPr lang="en-PK" sz="2000"/>
        </a:p>
      </dgm:t>
    </dgm:pt>
    <dgm:pt modelId="{0E671A7C-1349-471F-A576-EE96D173E1F8}">
      <dgm:prSet phldrT="[Text]" phldr="0" custT="1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en-GB" sz="1600" noProof="0" dirty="0"/>
            <a:t>Composite Structure Diagram</a:t>
          </a:r>
        </a:p>
      </dgm:t>
    </dgm:pt>
    <dgm:pt modelId="{C5D91481-1BF5-46C3-806B-AF748B672290}" type="parTrans" cxnId="{61D46887-2C59-4B2F-8BB6-40FC68DD68EB}">
      <dgm:prSet/>
      <dgm:spPr/>
      <dgm:t>
        <a:bodyPr/>
        <a:lstStyle/>
        <a:p>
          <a:endParaRPr lang="en-PK" sz="2000"/>
        </a:p>
      </dgm:t>
    </dgm:pt>
    <dgm:pt modelId="{50FB3977-75F3-46C9-B716-F07F20255408}" type="sibTrans" cxnId="{61D46887-2C59-4B2F-8BB6-40FC68DD68EB}">
      <dgm:prSet/>
      <dgm:spPr/>
      <dgm:t>
        <a:bodyPr/>
        <a:lstStyle/>
        <a:p>
          <a:endParaRPr lang="en-PK" sz="2000"/>
        </a:p>
      </dgm:t>
    </dgm:pt>
    <dgm:pt modelId="{2BBBFB09-FB9C-42BC-AEBE-906777F2F517}">
      <dgm:prSet phldrT="[Text]" phldr="0" custT="1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en-GB" sz="1600" noProof="0" dirty="0"/>
            <a:t>Object Diagram</a:t>
          </a:r>
        </a:p>
      </dgm:t>
    </dgm:pt>
    <dgm:pt modelId="{9E508A80-D184-4D5E-BA8C-0C47C253BEF0}" type="parTrans" cxnId="{FCDDB689-24BA-4980-B300-5D9BAA1E16FE}">
      <dgm:prSet/>
      <dgm:spPr/>
      <dgm:t>
        <a:bodyPr/>
        <a:lstStyle/>
        <a:p>
          <a:endParaRPr lang="en-PK" sz="2000"/>
        </a:p>
      </dgm:t>
    </dgm:pt>
    <dgm:pt modelId="{DD735A8E-6B68-47D7-93A8-55A0D18F5DE7}" type="sibTrans" cxnId="{FCDDB689-24BA-4980-B300-5D9BAA1E16FE}">
      <dgm:prSet/>
      <dgm:spPr/>
      <dgm:t>
        <a:bodyPr/>
        <a:lstStyle/>
        <a:p>
          <a:endParaRPr lang="en-PK" sz="2000"/>
        </a:p>
      </dgm:t>
    </dgm:pt>
    <dgm:pt modelId="{9B3096A0-832A-41B4-BEFB-D457494CCA7B}">
      <dgm:prSet phldrT="[Text]" phldr="0" custT="1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r>
            <a:rPr lang="en-GB" sz="1600" noProof="0" dirty="0"/>
            <a:t>Profile Diagram</a:t>
          </a:r>
        </a:p>
      </dgm:t>
    </dgm:pt>
    <dgm:pt modelId="{101CC2E9-E6EC-4A13-965B-4EF9A7A4BC78}" type="parTrans" cxnId="{FA8FAD8B-727E-4FFD-813E-39FE543A476F}">
      <dgm:prSet/>
      <dgm:spPr/>
      <dgm:t>
        <a:bodyPr/>
        <a:lstStyle/>
        <a:p>
          <a:endParaRPr lang="en-PK" sz="2000"/>
        </a:p>
      </dgm:t>
    </dgm:pt>
    <dgm:pt modelId="{A9A0A7D5-27CE-48FE-BD86-EB8A147A3F96}" type="sibTrans" cxnId="{FA8FAD8B-727E-4FFD-813E-39FE543A476F}">
      <dgm:prSet/>
      <dgm:spPr/>
      <dgm:t>
        <a:bodyPr/>
        <a:lstStyle/>
        <a:p>
          <a:endParaRPr lang="en-PK" sz="2000"/>
        </a:p>
      </dgm:t>
    </dgm:pt>
    <dgm:pt modelId="{E6A350F7-B493-4BD7-8877-293BDC2B3F84}">
      <dgm:prSet phldrT="[Text]" phldr="0" custT="1"/>
      <dgm:spPr>
        <a:solidFill>
          <a:srgbClr val="00B050"/>
        </a:solidFill>
      </dgm:spPr>
      <dgm:t>
        <a:bodyPr/>
        <a:lstStyle/>
        <a:p>
          <a:r>
            <a:rPr lang="en-GB" sz="1600" noProof="0" dirty="0"/>
            <a:t>Class Diagram</a:t>
          </a:r>
        </a:p>
      </dgm:t>
    </dgm:pt>
    <dgm:pt modelId="{EA98BA0D-F511-46AE-8055-1C77F793E8A7}" type="parTrans" cxnId="{FF68D335-CDFE-4DA5-BBF0-4932146DCDD3}">
      <dgm:prSet/>
      <dgm:spPr/>
      <dgm:t>
        <a:bodyPr/>
        <a:lstStyle/>
        <a:p>
          <a:endParaRPr lang="en-PK" sz="2000"/>
        </a:p>
      </dgm:t>
    </dgm:pt>
    <dgm:pt modelId="{FA98C265-B081-4A5C-8E8F-A0AE3B89A68D}" type="sibTrans" cxnId="{FF68D335-CDFE-4DA5-BBF0-4932146DCDD3}">
      <dgm:prSet/>
      <dgm:spPr/>
      <dgm:t>
        <a:bodyPr/>
        <a:lstStyle/>
        <a:p>
          <a:endParaRPr lang="en-PK" sz="2000"/>
        </a:p>
      </dgm:t>
    </dgm:pt>
    <dgm:pt modelId="{E3418E9F-D3A6-44E6-B6FA-BB1C6BE9DBE6}">
      <dgm:prSet phldrT="[Text]" phldr="0" custT="1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GB" sz="1600" noProof="0" dirty="0"/>
            <a:t>Academic Fossil</a:t>
          </a:r>
        </a:p>
      </dgm:t>
    </dgm:pt>
    <dgm:pt modelId="{50D76C86-C834-4973-852C-F3120968A703}" type="parTrans" cxnId="{73DE5DD9-7EE4-42DD-BB6E-6844EA9F5A1B}">
      <dgm:prSet/>
      <dgm:spPr/>
      <dgm:t>
        <a:bodyPr/>
        <a:lstStyle/>
        <a:p>
          <a:endParaRPr lang="en-PK" sz="2000"/>
        </a:p>
      </dgm:t>
    </dgm:pt>
    <dgm:pt modelId="{70299B33-AB1C-48B7-8A37-DC7A8F5DE93F}" type="sibTrans" cxnId="{73DE5DD9-7EE4-42DD-BB6E-6844EA9F5A1B}">
      <dgm:prSet/>
      <dgm:spPr/>
      <dgm:t>
        <a:bodyPr/>
        <a:lstStyle/>
        <a:p>
          <a:endParaRPr lang="en-PK" sz="2000"/>
        </a:p>
      </dgm:t>
    </dgm:pt>
    <dgm:pt modelId="{1CB79BBE-6EA8-4BA2-B081-AD084BA3EFC5}">
      <dgm:prSet phldrT="[Text]" phldr="0" custT="1">
        <dgm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GB" sz="1600" noProof="0" dirty="0"/>
            <a:t>Rarely Used</a:t>
          </a:r>
        </a:p>
      </dgm:t>
    </dgm:pt>
    <dgm:pt modelId="{2D77A997-3CE1-47B0-A2E7-350A30C7D892}" type="parTrans" cxnId="{69EB8471-2ABB-4644-AE88-0CFD6DB004AF}">
      <dgm:prSet/>
      <dgm:spPr/>
      <dgm:t>
        <a:bodyPr/>
        <a:lstStyle/>
        <a:p>
          <a:endParaRPr lang="en-PK" sz="2000"/>
        </a:p>
      </dgm:t>
    </dgm:pt>
    <dgm:pt modelId="{27CA75C1-F6D8-4B61-9249-373449319CDB}" type="sibTrans" cxnId="{69EB8471-2ABB-4644-AE88-0CFD6DB004AF}">
      <dgm:prSet/>
      <dgm:spPr/>
      <dgm:t>
        <a:bodyPr/>
        <a:lstStyle/>
        <a:p>
          <a:endParaRPr lang="en-PK" sz="2000"/>
        </a:p>
      </dgm:t>
    </dgm:pt>
    <dgm:pt modelId="{C3D2A2B0-B984-4C8D-A1DD-618D1E24C020}">
      <dgm:prSet phldrT="[Text]" phldr="0" custT="1"/>
      <dgm:spPr>
        <a:solidFill>
          <a:srgbClr val="E99757"/>
        </a:solidFill>
      </dgm:spPr>
      <dgm:t>
        <a:bodyPr/>
        <a:lstStyle/>
        <a:p>
          <a:r>
            <a:rPr lang="en-GB" sz="1600" noProof="0" dirty="0"/>
            <a:t>Deployment Diagram</a:t>
          </a:r>
        </a:p>
      </dgm:t>
    </dgm:pt>
    <dgm:pt modelId="{61D979FC-CBFB-4081-B763-5E3DF76FDB77}" type="parTrans" cxnId="{85E1BA01-4770-4A08-86BD-301E1C05A671}">
      <dgm:prSet/>
      <dgm:spPr/>
      <dgm:t>
        <a:bodyPr/>
        <a:lstStyle/>
        <a:p>
          <a:endParaRPr lang="en-PK" sz="2000"/>
        </a:p>
      </dgm:t>
    </dgm:pt>
    <dgm:pt modelId="{56BBCE78-2657-455E-8E89-BE4C45C7C15B}" type="sibTrans" cxnId="{85E1BA01-4770-4A08-86BD-301E1C05A671}">
      <dgm:prSet/>
      <dgm:spPr/>
      <dgm:t>
        <a:bodyPr/>
        <a:lstStyle/>
        <a:p>
          <a:endParaRPr lang="en-PK" sz="2000"/>
        </a:p>
      </dgm:t>
    </dgm:pt>
    <dgm:pt modelId="{94629041-3561-4EE9-BAB5-1CFC0D3C1D01}">
      <dgm:prSet phldrT="[Text]" phldr="0" custT="1"/>
      <dgm:spPr>
        <a:solidFill>
          <a:srgbClr val="E99757"/>
        </a:solidFill>
      </dgm:spPr>
      <dgm:t>
        <a:bodyPr/>
        <a:lstStyle/>
        <a:p>
          <a:r>
            <a:rPr lang="en-GB" sz="1600" noProof="0" dirty="0"/>
            <a:t>Package Diagram</a:t>
          </a:r>
        </a:p>
      </dgm:t>
    </dgm:pt>
    <dgm:pt modelId="{99ACAFBB-594C-4E5C-B2F3-5F199769D7C7}" type="parTrans" cxnId="{25CD9CE4-0424-4698-AA1A-EEEBACB57DD2}">
      <dgm:prSet/>
      <dgm:spPr/>
      <dgm:t>
        <a:bodyPr/>
        <a:lstStyle/>
        <a:p>
          <a:endParaRPr lang="en-PK" sz="2000"/>
        </a:p>
      </dgm:t>
    </dgm:pt>
    <dgm:pt modelId="{F22B2091-B0F6-4C80-BB51-528E672F8674}" type="sibTrans" cxnId="{25CD9CE4-0424-4698-AA1A-EEEBACB57DD2}">
      <dgm:prSet/>
      <dgm:spPr/>
      <dgm:t>
        <a:bodyPr/>
        <a:lstStyle/>
        <a:p>
          <a:endParaRPr lang="en-PK" sz="2000"/>
        </a:p>
      </dgm:t>
    </dgm:pt>
    <dgm:pt modelId="{17C1478A-C3D1-4D91-838F-0FBCCC59F25F}">
      <dgm:prSet phldrT="[Text]" phldr="0" custT="1"/>
      <dgm:spPr>
        <a:solidFill>
          <a:srgbClr val="00B050"/>
        </a:solidFill>
      </dgm:spPr>
      <dgm:t>
        <a:bodyPr/>
        <a:lstStyle/>
        <a:p>
          <a:r>
            <a:rPr lang="en-GB" sz="1600" noProof="0" dirty="0"/>
            <a:t>Component Diagram</a:t>
          </a:r>
        </a:p>
      </dgm:t>
    </dgm:pt>
    <dgm:pt modelId="{DDD6D4B4-4647-4C01-8D90-AB57B8BD82A9}" type="parTrans" cxnId="{32652ECD-8676-43CC-956F-65974245C44F}">
      <dgm:prSet/>
      <dgm:spPr/>
      <dgm:t>
        <a:bodyPr/>
        <a:lstStyle/>
        <a:p>
          <a:endParaRPr lang="en-PK" sz="2000"/>
        </a:p>
      </dgm:t>
    </dgm:pt>
    <dgm:pt modelId="{24BBBD93-7365-43A2-A349-70926B2CD100}" type="sibTrans" cxnId="{32652ECD-8676-43CC-956F-65974245C44F}">
      <dgm:prSet/>
      <dgm:spPr/>
      <dgm:t>
        <a:bodyPr/>
        <a:lstStyle/>
        <a:p>
          <a:endParaRPr lang="en-PK" sz="2000"/>
        </a:p>
      </dgm:t>
    </dgm:pt>
    <dgm:pt modelId="{B9F2B97E-4392-4EE8-8D49-6AFB26588318}" type="pres">
      <dgm:prSet presAssocID="{594ADD06-AD04-4C0A-96E6-9FD9724FE3A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82F39DF-7886-4F36-89BC-09BEAA689E06}" type="pres">
      <dgm:prSet presAssocID="{B7A88F3F-56CF-4068-B47F-ACB3092581BA}" presName="hierRoot1" presStyleCnt="0">
        <dgm:presLayoutVars>
          <dgm:hierBranch val="init"/>
        </dgm:presLayoutVars>
      </dgm:prSet>
      <dgm:spPr/>
    </dgm:pt>
    <dgm:pt modelId="{BC117E73-7356-4058-A6A6-215A5CD6D8A1}" type="pres">
      <dgm:prSet presAssocID="{B7A88F3F-56CF-4068-B47F-ACB3092581BA}" presName="rootComposite1" presStyleCnt="0"/>
      <dgm:spPr/>
    </dgm:pt>
    <dgm:pt modelId="{1D97AD21-BD66-48FF-9059-4ADC3298DD87}" type="pres">
      <dgm:prSet presAssocID="{B7A88F3F-56CF-4068-B47F-ACB3092581BA}" presName="rootText1" presStyleLbl="node0" presStyleIdx="0" presStyleCnt="1">
        <dgm:presLayoutVars>
          <dgm:chPref val="3"/>
        </dgm:presLayoutVars>
      </dgm:prSet>
      <dgm:spPr/>
    </dgm:pt>
    <dgm:pt modelId="{9D92E493-B31F-4EA1-BF17-F948E4E8EBFF}" type="pres">
      <dgm:prSet presAssocID="{B7A88F3F-56CF-4068-B47F-ACB3092581BA}" presName="rootConnector1" presStyleLbl="node1" presStyleIdx="0" presStyleCnt="0"/>
      <dgm:spPr/>
    </dgm:pt>
    <dgm:pt modelId="{5E984288-8D0E-4D66-8701-2CAEE12A154E}" type="pres">
      <dgm:prSet presAssocID="{B7A88F3F-56CF-4068-B47F-ACB3092581BA}" presName="hierChild2" presStyleCnt="0"/>
      <dgm:spPr/>
    </dgm:pt>
    <dgm:pt modelId="{CDB7318A-1F94-464C-9970-90A2F70AF610}" type="pres">
      <dgm:prSet presAssocID="{6CFAA2BE-4AD5-44B0-816B-4AD0A6C0649B}" presName="Name37" presStyleLbl="parChTrans1D2" presStyleIdx="0" presStyleCnt="3"/>
      <dgm:spPr/>
    </dgm:pt>
    <dgm:pt modelId="{666C2137-6206-4835-BF3C-3D70764B6CCF}" type="pres">
      <dgm:prSet presAssocID="{7D904C95-6F44-4F59-AD9D-CDB35EBB6F48}" presName="hierRoot2" presStyleCnt="0">
        <dgm:presLayoutVars>
          <dgm:hierBranch val="init"/>
        </dgm:presLayoutVars>
      </dgm:prSet>
      <dgm:spPr/>
    </dgm:pt>
    <dgm:pt modelId="{C5B45074-5935-4A6E-845E-D1CC833BCFD7}" type="pres">
      <dgm:prSet presAssocID="{7D904C95-6F44-4F59-AD9D-CDB35EBB6F48}" presName="rootComposite" presStyleCnt="0"/>
      <dgm:spPr/>
    </dgm:pt>
    <dgm:pt modelId="{42198CF7-6716-4043-8DAC-A47A10A55CE1}" type="pres">
      <dgm:prSet presAssocID="{7D904C95-6F44-4F59-AD9D-CDB35EBB6F48}" presName="rootText" presStyleLbl="node2" presStyleIdx="0" presStyleCnt="3">
        <dgm:presLayoutVars>
          <dgm:chPref val="3"/>
        </dgm:presLayoutVars>
      </dgm:prSet>
      <dgm:spPr/>
    </dgm:pt>
    <dgm:pt modelId="{80CC6326-F678-4464-9A88-92B1E1F2BCB5}" type="pres">
      <dgm:prSet presAssocID="{7D904C95-6F44-4F59-AD9D-CDB35EBB6F48}" presName="rootConnector" presStyleLbl="node2" presStyleIdx="0" presStyleCnt="3"/>
      <dgm:spPr/>
    </dgm:pt>
    <dgm:pt modelId="{9FD42487-B219-4012-AC31-53715DCEC82B}" type="pres">
      <dgm:prSet presAssocID="{7D904C95-6F44-4F59-AD9D-CDB35EBB6F48}" presName="hierChild4" presStyleCnt="0"/>
      <dgm:spPr/>
    </dgm:pt>
    <dgm:pt modelId="{EE17BC94-7C57-4C0F-A276-DAB5DBA1ED30}" type="pres">
      <dgm:prSet presAssocID="{EA98BA0D-F511-46AE-8055-1C77F793E8A7}" presName="Name37" presStyleLbl="parChTrans1D3" presStyleIdx="0" presStyleCnt="7"/>
      <dgm:spPr/>
    </dgm:pt>
    <dgm:pt modelId="{63A59F41-F94F-45C8-BFCE-2EE790C396C7}" type="pres">
      <dgm:prSet presAssocID="{E6A350F7-B493-4BD7-8877-293BDC2B3F84}" presName="hierRoot2" presStyleCnt="0">
        <dgm:presLayoutVars>
          <dgm:hierBranch val="init"/>
        </dgm:presLayoutVars>
      </dgm:prSet>
      <dgm:spPr/>
    </dgm:pt>
    <dgm:pt modelId="{FF3EBF77-1B0F-493A-A1CF-32EA9CA32B57}" type="pres">
      <dgm:prSet presAssocID="{E6A350F7-B493-4BD7-8877-293BDC2B3F84}" presName="rootComposite" presStyleCnt="0"/>
      <dgm:spPr/>
    </dgm:pt>
    <dgm:pt modelId="{D99BF1AA-0EFB-434F-8117-7D285995A1F5}" type="pres">
      <dgm:prSet presAssocID="{E6A350F7-B493-4BD7-8877-293BDC2B3F84}" presName="rootText" presStyleLbl="node3" presStyleIdx="0" presStyleCnt="7">
        <dgm:presLayoutVars>
          <dgm:chPref val="3"/>
        </dgm:presLayoutVars>
      </dgm:prSet>
      <dgm:spPr/>
    </dgm:pt>
    <dgm:pt modelId="{3CA37783-7AF2-428A-AA8E-035DCD14A2D6}" type="pres">
      <dgm:prSet presAssocID="{E6A350F7-B493-4BD7-8877-293BDC2B3F84}" presName="rootConnector" presStyleLbl="node3" presStyleIdx="0" presStyleCnt="7"/>
      <dgm:spPr/>
    </dgm:pt>
    <dgm:pt modelId="{C74A0379-E336-44CF-A0FC-FE407675319B}" type="pres">
      <dgm:prSet presAssocID="{E6A350F7-B493-4BD7-8877-293BDC2B3F84}" presName="hierChild4" presStyleCnt="0"/>
      <dgm:spPr/>
    </dgm:pt>
    <dgm:pt modelId="{254442FF-A606-4F4D-8D26-09F7A748AE86}" type="pres">
      <dgm:prSet presAssocID="{E6A350F7-B493-4BD7-8877-293BDC2B3F84}" presName="hierChild5" presStyleCnt="0"/>
      <dgm:spPr/>
    </dgm:pt>
    <dgm:pt modelId="{82DA48F6-48A6-4B11-9113-99FACD0B01E2}" type="pres">
      <dgm:prSet presAssocID="{DDD6D4B4-4647-4C01-8D90-AB57B8BD82A9}" presName="Name37" presStyleLbl="parChTrans1D3" presStyleIdx="1" presStyleCnt="7"/>
      <dgm:spPr/>
    </dgm:pt>
    <dgm:pt modelId="{DC7DD0BB-8346-404B-8551-A8A6E264D9A9}" type="pres">
      <dgm:prSet presAssocID="{17C1478A-C3D1-4D91-838F-0FBCCC59F25F}" presName="hierRoot2" presStyleCnt="0">
        <dgm:presLayoutVars>
          <dgm:hierBranch val="init"/>
        </dgm:presLayoutVars>
      </dgm:prSet>
      <dgm:spPr/>
    </dgm:pt>
    <dgm:pt modelId="{A4340649-DF24-4020-B580-199AEFBE1D46}" type="pres">
      <dgm:prSet presAssocID="{17C1478A-C3D1-4D91-838F-0FBCCC59F25F}" presName="rootComposite" presStyleCnt="0"/>
      <dgm:spPr/>
    </dgm:pt>
    <dgm:pt modelId="{E0D110F6-61F0-4927-A76E-00D99F7FACBF}" type="pres">
      <dgm:prSet presAssocID="{17C1478A-C3D1-4D91-838F-0FBCCC59F25F}" presName="rootText" presStyleLbl="node3" presStyleIdx="1" presStyleCnt="7">
        <dgm:presLayoutVars>
          <dgm:chPref val="3"/>
        </dgm:presLayoutVars>
      </dgm:prSet>
      <dgm:spPr/>
    </dgm:pt>
    <dgm:pt modelId="{C299919E-C8B2-4EB0-9485-92072A0A5F06}" type="pres">
      <dgm:prSet presAssocID="{17C1478A-C3D1-4D91-838F-0FBCCC59F25F}" presName="rootConnector" presStyleLbl="node3" presStyleIdx="1" presStyleCnt="7"/>
      <dgm:spPr/>
    </dgm:pt>
    <dgm:pt modelId="{C698B24E-33CB-482A-8F99-3F68F2FB1C59}" type="pres">
      <dgm:prSet presAssocID="{17C1478A-C3D1-4D91-838F-0FBCCC59F25F}" presName="hierChild4" presStyleCnt="0"/>
      <dgm:spPr/>
    </dgm:pt>
    <dgm:pt modelId="{3A5B14A7-D3C9-4720-9CA0-6FE112289595}" type="pres">
      <dgm:prSet presAssocID="{17C1478A-C3D1-4D91-838F-0FBCCC59F25F}" presName="hierChild5" presStyleCnt="0"/>
      <dgm:spPr/>
    </dgm:pt>
    <dgm:pt modelId="{B72509C1-FD8A-440D-9C0B-BB89691A4840}" type="pres">
      <dgm:prSet presAssocID="{7D904C95-6F44-4F59-AD9D-CDB35EBB6F48}" presName="hierChild5" presStyleCnt="0"/>
      <dgm:spPr/>
    </dgm:pt>
    <dgm:pt modelId="{7172110B-6DA7-4197-92E0-8755CB32E3C0}" type="pres">
      <dgm:prSet presAssocID="{2D77A997-3CE1-47B0-A2E7-350A30C7D892}" presName="Name37" presStyleLbl="parChTrans1D2" presStyleIdx="1" presStyleCnt="3"/>
      <dgm:spPr/>
    </dgm:pt>
    <dgm:pt modelId="{47402E0F-0D58-4C3F-B17A-2CBA2F01A1E0}" type="pres">
      <dgm:prSet presAssocID="{1CB79BBE-6EA8-4BA2-B081-AD084BA3EFC5}" presName="hierRoot2" presStyleCnt="0">
        <dgm:presLayoutVars>
          <dgm:hierBranch val="init"/>
        </dgm:presLayoutVars>
      </dgm:prSet>
      <dgm:spPr/>
    </dgm:pt>
    <dgm:pt modelId="{4FF0799E-5ACA-415E-AE92-ADD0AF6B98B7}" type="pres">
      <dgm:prSet presAssocID="{1CB79BBE-6EA8-4BA2-B081-AD084BA3EFC5}" presName="rootComposite" presStyleCnt="0"/>
      <dgm:spPr/>
    </dgm:pt>
    <dgm:pt modelId="{340114DB-43AF-414D-9E60-3619830DFAE6}" type="pres">
      <dgm:prSet presAssocID="{1CB79BBE-6EA8-4BA2-B081-AD084BA3EFC5}" presName="rootText" presStyleLbl="node2" presStyleIdx="1" presStyleCnt="3">
        <dgm:presLayoutVars>
          <dgm:chPref val="3"/>
        </dgm:presLayoutVars>
      </dgm:prSet>
      <dgm:spPr/>
    </dgm:pt>
    <dgm:pt modelId="{FF41CE2C-9C35-47DB-98D6-5B0285227E19}" type="pres">
      <dgm:prSet presAssocID="{1CB79BBE-6EA8-4BA2-B081-AD084BA3EFC5}" presName="rootConnector" presStyleLbl="node2" presStyleIdx="1" presStyleCnt="3"/>
      <dgm:spPr/>
    </dgm:pt>
    <dgm:pt modelId="{22A7502B-F29D-4D14-9802-91C0D9C8B004}" type="pres">
      <dgm:prSet presAssocID="{1CB79BBE-6EA8-4BA2-B081-AD084BA3EFC5}" presName="hierChild4" presStyleCnt="0"/>
      <dgm:spPr/>
    </dgm:pt>
    <dgm:pt modelId="{090E11AA-6067-460D-936F-252165C90146}" type="pres">
      <dgm:prSet presAssocID="{61D979FC-CBFB-4081-B763-5E3DF76FDB77}" presName="Name37" presStyleLbl="parChTrans1D3" presStyleIdx="2" presStyleCnt="7"/>
      <dgm:spPr/>
    </dgm:pt>
    <dgm:pt modelId="{8E402C28-65A8-4E6C-A4E5-B408EEDFDC20}" type="pres">
      <dgm:prSet presAssocID="{C3D2A2B0-B984-4C8D-A1DD-618D1E24C020}" presName="hierRoot2" presStyleCnt="0">
        <dgm:presLayoutVars>
          <dgm:hierBranch val="init"/>
        </dgm:presLayoutVars>
      </dgm:prSet>
      <dgm:spPr/>
    </dgm:pt>
    <dgm:pt modelId="{9F4A1C7F-E17A-45A7-A920-87F8AD496F46}" type="pres">
      <dgm:prSet presAssocID="{C3D2A2B0-B984-4C8D-A1DD-618D1E24C020}" presName="rootComposite" presStyleCnt="0"/>
      <dgm:spPr/>
    </dgm:pt>
    <dgm:pt modelId="{19AAF70F-0B1A-4010-A127-B126688BDD97}" type="pres">
      <dgm:prSet presAssocID="{C3D2A2B0-B984-4C8D-A1DD-618D1E24C020}" presName="rootText" presStyleLbl="node3" presStyleIdx="2" presStyleCnt="7">
        <dgm:presLayoutVars>
          <dgm:chPref val="3"/>
        </dgm:presLayoutVars>
      </dgm:prSet>
      <dgm:spPr/>
    </dgm:pt>
    <dgm:pt modelId="{47ECDAA3-90DD-4278-BAC8-5D15B4797759}" type="pres">
      <dgm:prSet presAssocID="{C3D2A2B0-B984-4C8D-A1DD-618D1E24C020}" presName="rootConnector" presStyleLbl="node3" presStyleIdx="2" presStyleCnt="7"/>
      <dgm:spPr/>
    </dgm:pt>
    <dgm:pt modelId="{6EC921FA-7B1D-45DC-96F3-3500697682B5}" type="pres">
      <dgm:prSet presAssocID="{C3D2A2B0-B984-4C8D-A1DD-618D1E24C020}" presName="hierChild4" presStyleCnt="0"/>
      <dgm:spPr/>
    </dgm:pt>
    <dgm:pt modelId="{8B6F0A25-3B81-4539-A945-AF362BF71D19}" type="pres">
      <dgm:prSet presAssocID="{C3D2A2B0-B984-4C8D-A1DD-618D1E24C020}" presName="hierChild5" presStyleCnt="0"/>
      <dgm:spPr/>
    </dgm:pt>
    <dgm:pt modelId="{ADF8AE18-8F46-4639-A0F9-6E1F96BF82C5}" type="pres">
      <dgm:prSet presAssocID="{99ACAFBB-594C-4E5C-B2F3-5F199769D7C7}" presName="Name37" presStyleLbl="parChTrans1D3" presStyleIdx="3" presStyleCnt="7"/>
      <dgm:spPr/>
    </dgm:pt>
    <dgm:pt modelId="{765FF41D-9244-44B1-B9E6-500BC6AFF451}" type="pres">
      <dgm:prSet presAssocID="{94629041-3561-4EE9-BAB5-1CFC0D3C1D01}" presName="hierRoot2" presStyleCnt="0">
        <dgm:presLayoutVars>
          <dgm:hierBranch val="init"/>
        </dgm:presLayoutVars>
      </dgm:prSet>
      <dgm:spPr/>
    </dgm:pt>
    <dgm:pt modelId="{CA904E2D-5106-4642-BA30-5992F9F874CB}" type="pres">
      <dgm:prSet presAssocID="{94629041-3561-4EE9-BAB5-1CFC0D3C1D01}" presName="rootComposite" presStyleCnt="0"/>
      <dgm:spPr/>
    </dgm:pt>
    <dgm:pt modelId="{8B898D08-2970-4DBA-A724-E5A4D7BE2596}" type="pres">
      <dgm:prSet presAssocID="{94629041-3561-4EE9-BAB5-1CFC0D3C1D01}" presName="rootText" presStyleLbl="node3" presStyleIdx="3" presStyleCnt="7">
        <dgm:presLayoutVars>
          <dgm:chPref val="3"/>
        </dgm:presLayoutVars>
      </dgm:prSet>
      <dgm:spPr/>
    </dgm:pt>
    <dgm:pt modelId="{144903C2-D9DD-4CD0-A978-39FDEECE6410}" type="pres">
      <dgm:prSet presAssocID="{94629041-3561-4EE9-BAB5-1CFC0D3C1D01}" presName="rootConnector" presStyleLbl="node3" presStyleIdx="3" presStyleCnt="7"/>
      <dgm:spPr/>
    </dgm:pt>
    <dgm:pt modelId="{0ED06B04-5791-411C-97BF-DACE3F99C33B}" type="pres">
      <dgm:prSet presAssocID="{94629041-3561-4EE9-BAB5-1CFC0D3C1D01}" presName="hierChild4" presStyleCnt="0"/>
      <dgm:spPr/>
    </dgm:pt>
    <dgm:pt modelId="{2808589C-A42A-41E3-BB26-AA8C8964EE69}" type="pres">
      <dgm:prSet presAssocID="{94629041-3561-4EE9-BAB5-1CFC0D3C1D01}" presName="hierChild5" presStyleCnt="0"/>
      <dgm:spPr/>
    </dgm:pt>
    <dgm:pt modelId="{7FA8D005-4640-461B-86A5-388890FEE2CE}" type="pres">
      <dgm:prSet presAssocID="{1CB79BBE-6EA8-4BA2-B081-AD084BA3EFC5}" presName="hierChild5" presStyleCnt="0"/>
      <dgm:spPr/>
    </dgm:pt>
    <dgm:pt modelId="{690CC043-ED86-4D04-9C22-3D0CC19ECA25}" type="pres">
      <dgm:prSet presAssocID="{50D76C86-C834-4973-852C-F3120968A703}" presName="Name37" presStyleLbl="parChTrans1D2" presStyleIdx="2" presStyleCnt="3"/>
      <dgm:spPr/>
    </dgm:pt>
    <dgm:pt modelId="{20261590-A4AE-49DB-8796-0675E0463887}" type="pres">
      <dgm:prSet presAssocID="{E3418E9F-D3A6-44E6-B6FA-BB1C6BE9DBE6}" presName="hierRoot2" presStyleCnt="0">
        <dgm:presLayoutVars>
          <dgm:hierBranch val="init"/>
        </dgm:presLayoutVars>
      </dgm:prSet>
      <dgm:spPr/>
    </dgm:pt>
    <dgm:pt modelId="{445B469E-F3A6-4D52-AA00-CA3592479463}" type="pres">
      <dgm:prSet presAssocID="{E3418E9F-D3A6-44E6-B6FA-BB1C6BE9DBE6}" presName="rootComposite" presStyleCnt="0"/>
      <dgm:spPr/>
    </dgm:pt>
    <dgm:pt modelId="{3AA0F3F5-8A99-4566-A8F9-32224410DDC6}" type="pres">
      <dgm:prSet presAssocID="{E3418E9F-D3A6-44E6-B6FA-BB1C6BE9DBE6}" presName="rootText" presStyleLbl="node2" presStyleIdx="2" presStyleCnt="3">
        <dgm:presLayoutVars>
          <dgm:chPref val="3"/>
        </dgm:presLayoutVars>
      </dgm:prSet>
      <dgm:spPr/>
    </dgm:pt>
    <dgm:pt modelId="{9F89A664-4FA4-47AE-AB5D-7080725EEED8}" type="pres">
      <dgm:prSet presAssocID="{E3418E9F-D3A6-44E6-B6FA-BB1C6BE9DBE6}" presName="rootConnector" presStyleLbl="node2" presStyleIdx="2" presStyleCnt="3"/>
      <dgm:spPr/>
    </dgm:pt>
    <dgm:pt modelId="{7A17EF3C-F103-4028-908D-33E0F8F5F320}" type="pres">
      <dgm:prSet presAssocID="{E3418E9F-D3A6-44E6-B6FA-BB1C6BE9DBE6}" presName="hierChild4" presStyleCnt="0"/>
      <dgm:spPr/>
    </dgm:pt>
    <dgm:pt modelId="{EEAD64AD-A020-4E8D-A779-1E839ED8F640}" type="pres">
      <dgm:prSet presAssocID="{C5D91481-1BF5-46C3-806B-AF748B672290}" presName="Name37" presStyleLbl="parChTrans1D3" presStyleIdx="4" presStyleCnt="7"/>
      <dgm:spPr/>
    </dgm:pt>
    <dgm:pt modelId="{19911C4B-8EAE-4FE1-9965-1C3C6C265BC1}" type="pres">
      <dgm:prSet presAssocID="{0E671A7C-1349-471F-A576-EE96D173E1F8}" presName="hierRoot2" presStyleCnt="0">
        <dgm:presLayoutVars>
          <dgm:hierBranch val="init"/>
        </dgm:presLayoutVars>
      </dgm:prSet>
      <dgm:spPr/>
    </dgm:pt>
    <dgm:pt modelId="{9A6A5D37-6162-4F05-B2F4-605CECAB427B}" type="pres">
      <dgm:prSet presAssocID="{0E671A7C-1349-471F-A576-EE96D173E1F8}" presName="rootComposite" presStyleCnt="0"/>
      <dgm:spPr/>
    </dgm:pt>
    <dgm:pt modelId="{12330723-B0C0-4EA0-AD9E-0D99BB3459E6}" type="pres">
      <dgm:prSet presAssocID="{0E671A7C-1349-471F-A576-EE96D173E1F8}" presName="rootText" presStyleLbl="node3" presStyleIdx="4" presStyleCnt="7">
        <dgm:presLayoutVars>
          <dgm:chPref val="3"/>
        </dgm:presLayoutVars>
      </dgm:prSet>
      <dgm:spPr/>
    </dgm:pt>
    <dgm:pt modelId="{B180B36E-54B7-41F6-9C6A-5E3886EDAC0A}" type="pres">
      <dgm:prSet presAssocID="{0E671A7C-1349-471F-A576-EE96D173E1F8}" presName="rootConnector" presStyleLbl="node3" presStyleIdx="4" presStyleCnt="7"/>
      <dgm:spPr/>
    </dgm:pt>
    <dgm:pt modelId="{27C50A7E-8877-44E2-9262-AE8E2DCD6E42}" type="pres">
      <dgm:prSet presAssocID="{0E671A7C-1349-471F-A576-EE96D173E1F8}" presName="hierChild4" presStyleCnt="0"/>
      <dgm:spPr/>
    </dgm:pt>
    <dgm:pt modelId="{D82EF8EE-F33D-44C5-BA7F-6B355B35CD62}" type="pres">
      <dgm:prSet presAssocID="{0E671A7C-1349-471F-A576-EE96D173E1F8}" presName="hierChild5" presStyleCnt="0"/>
      <dgm:spPr/>
    </dgm:pt>
    <dgm:pt modelId="{66149D46-F0DD-48B8-96C0-3D85CA038B05}" type="pres">
      <dgm:prSet presAssocID="{9E508A80-D184-4D5E-BA8C-0C47C253BEF0}" presName="Name37" presStyleLbl="parChTrans1D3" presStyleIdx="5" presStyleCnt="7"/>
      <dgm:spPr/>
    </dgm:pt>
    <dgm:pt modelId="{6A759546-ECE0-412B-89B7-008FA6E8ABB3}" type="pres">
      <dgm:prSet presAssocID="{2BBBFB09-FB9C-42BC-AEBE-906777F2F517}" presName="hierRoot2" presStyleCnt="0">
        <dgm:presLayoutVars>
          <dgm:hierBranch val="init"/>
        </dgm:presLayoutVars>
      </dgm:prSet>
      <dgm:spPr/>
    </dgm:pt>
    <dgm:pt modelId="{C6EDD863-4F0B-4BB0-9712-8FAD4FDA9213}" type="pres">
      <dgm:prSet presAssocID="{2BBBFB09-FB9C-42BC-AEBE-906777F2F517}" presName="rootComposite" presStyleCnt="0"/>
      <dgm:spPr/>
    </dgm:pt>
    <dgm:pt modelId="{48033C01-9134-46D5-A852-94FA97E04126}" type="pres">
      <dgm:prSet presAssocID="{2BBBFB09-FB9C-42BC-AEBE-906777F2F517}" presName="rootText" presStyleLbl="node3" presStyleIdx="5" presStyleCnt="7">
        <dgm:presLayoutVars>
          <dgm:chPref val="3"/>
        </dgm:presLayoutVars>
      </dgm:prSet>
      <dgm:spPr/>
    </dgm:pt>
    <dgm:pt modelId="{A25C2900-33B9-4C41-AD72-0C2F672863EE}" type="pres">
      <dgm:prSet presAssocID="{2BBBFB09-FB9C-42BC-AEBE-906777F2F517}" presName="rootConnector" presStyleLbl="node3" presStyleIdx="5" presStyleCnt="7"/>
      <dgm:spPr/>
    </dgm:pt>
    <dgm:pt modelId="{51D86484-ED14-4A6C-B84B-1792B4D20856}" type="pres">
      <dgm:prSet presAssocID="{2BBBFB09-FB9C-42BC-AEBE-906777F2F517}" presName="hierChild4" presStyleCnt="0"/>
      <dgm:spPr/>
    </dgm:pt>
    <dgm:pt modelId="{690B1ABE-691C-405B-BB2B-8CDA345C07F2}" type="pres">
      <dgm:prSet presAssocID="{2BBBFB09-FB9C-42BC-AEBE-906777F2F517}" presName="hierChild5" presStyleCnt="0"/>
      <dgm:spPr/>
    </dgm:pt>
    <dgm:pt modelId="{48361482-79E1-4129-B96D-5424F330BD4A}" type="pres">
      <dgm:prSet presAssocID="{101CC2E9-E6EC-4A13-965B-4EF9A7A4BC78}" presName="Name37" presStyleLbl="parChTrans1D3" presStyleIdx="6" presStyleCnt="7"/>
      <dgm:spPr/>
    </dgm:pt>
    <dgm:pt modelId="{442D377A-9F05-46F1-975D-2B0CDA951619}" type="pres">
      <dgm:prSet presAssocID="{9B3096A0-832A-41B4-BEFB-D457494CCA7B}" presName="hierRoot2" presStyleCnt="0">
        <dgm:presLayoutVars>
          <dgm:hierBranch val="init"/>
        </dgm:presLayoutVars>
      </dgm:prSet>
      <dgm:spPr/>
    </dgm:pt>
    <dgm:pt modelId="{404FFCAA-33B2-4955-BEFD-B9BB48DF5055}" type="pres">
      <dgm:prSet presAssocID="{9B3096A0-832A-41B4-BEFB-D457494CCA7B}" presName="rootComposite" presStyleCnt="0"/>
      <dgm:spPr/>
    </dgm:pt>
    <dgm:pt modelId="{8989A8B5-28DE-4EBA-9778-510FB919737B}" type="pres">
      <dgm:prSet presAssocID="{9B3096A0-832A-41B4-BEFB-D457494CCA7B}" presName="rootText" presStyleLbl="node3" presStyleIdx="6" presStyleCnt="7">
        <dgm:presLayoutVars>
          <dgm:chPref val="3"/>
        </dgm:presLayoutVars>
      </dgm:prSet>
      <dgm:spPr/>
    </dgm:pt>
    <dgm:pt modelId="{1B56466F-8151-4498-BF00-22A35373B982}" type="pres">
      <dgm:prSet presAssocID="{9B3096A0-832A-41B4-BEFB-D457494CCA7B}" presName="rootConnector" presStyleLbl="node3" presStyleIdx="6" presStyleCnt="7"/>
      <dgm:spPr/>
    </dgm:pt>
    <dgm:pt modelId="{44B0562C-DF00-435A-A9A1-5A1A97C7145F}" type="pres">
      <dgm:prSet presAssocID="{9B3096A0-832A-41B4-BEFB-D457494CCA7B}" presName="hierChild4" presStyleCnt="0"/>
      <dgm:spPr/>
    </dgm:pt>
    <dgm:pt modelId="{3A9163FC-07D8-4EAA-BA64-9A2F4B1AEF5B}" type="pres">
      <dgm:prSet presAssocID="{9B3096A0-832A-41B4-BEFB-D457494CCA7B}" presName="hierChild5" presStyleCnt="0"/>
      <dgm:spPr/>
    </dgm:pt>
    <dgm:pt modelId="{A063CFFB-7AF6-4331-8187-16BBF5879BEF}" type="pres">
      <dgm:prSet presAssocID="{E3418E9F-D3A6-44E6-B6FA-BB1C6BE9DBE6}" presName="hierChild5" presStyleCnt="0"/>
      <dgm:spPr/>
    </dgm:pt>
    <dgm:pt modelId="{76CFBFF1-6AF1-4E3A-9B40-7331D58DBBAD}" type="pres">
      <dgm:prSet presAssocID="{B7A88F3F-56CF-4068-B47F-ACB3092581BA}" presName="hierChild3" presStyleCnt="0"/>
      <dgm:spPr/>
    </dgm:pt>
  </dgm:ptLst>
  <dgm:cxnLst>
    <dgm:cxn modelId="{85E1BA01-4770-4A08-86BD-301E1C05A671}" srcId="{1CB79BBE-6EA8-4BA2-B081-AD084BA3EFC5}" destId="{C3D2A2B0-B984-4C8D-A1DD-618D1E24C020}" srcOrd="0" destOrd="0" parTransId="{61D979FC-CBFB-4081-B763-5E3DF76FDB77}" sibTransId="{56BBCE78-2657-455E-8E89-BE4C45C7C15B}"/>
    <dgm:cxn modelId="{6E2F4202-10F5-427E-BD13-F23931378921}" type="presOf" srcId="{101CC2E9-E6EC-4A13-965B-4EF9A7A4BC78}" destId="{48361482-79E1-4129-B96D-5424F330BD4A}" srcOrd="0" destOrd="0" presId="urn:microsoft.com/office/officeart/2005/8/layout/orgChart1"/>
    <dgm:cxn modelId="{6BEE1F09-88E0-429E-8498-4CCB4EE6FB0B}" srcId="{B7A88F3F-56CF-4068-B47F-ACB3092581BA}" destId="{7D904C95-6F44-4F59-AD9D-CDB35EBB6F48}" srcOrd="0" destOrd="0" parTransId="{6CFAA2BE-4AD5-44B0-816B-4AD0A6C0649B}" sibTransId="{5A1E092C-72C7-46C7-8EC4-969B7DFC703D}"/>
    <dgm:cxn modelId="{2119E817-CED5-40E2-B34F-5D2CC46F0C26}" type="presOf" srcId="{7D904C95-6F44-4F59-AD9D-CDB35EBB6F48}" destId="{80CC6326-F678-4464-9A88-92B1E1F2BCB5}" srcOrd="1" destOrd="0" presId="urn:microsoft.com/office/officeart/2005/8/layout/orgChart1"/>
    <dgm:cxn modelId="{7B248A22-0931-490A-8348-BE5D64E538A5}" type="presOf" srcId="{99ACAFBB-594C-4E5C-B2F3-5F199769D7C7}" destId="{ADF8AE18-8F46-4639-A0F9-6E1F96BF82C5}" srcOrd="0" destOrd="0" presId="urn:microsoft.com/office/officeart/2005/8/layout/orgChart1"/>
    <dgm:cxn modelId="{244A5B28-33BD-45D0-B44A-409A5B9AB7FB}" type="presOf" srcId="{EA98BA0D-F511-46AE-8055-1C77F793E8A7}" destId="{EE17BC94-7C57-4C0F-A276-DAB5DBA1ED30}" srcOrd="0" destOrd="0" presId="urn:microsoft.com/office/officeart/2005/8/layout/orgChart1"/>
    <dgm:cxn modelId="{FF68D335-CDFE-4DA5-BBF0-4932146DCDD3}" srcId="{7D904C95-6F44-4F59-AD9D-CDB35EBB6F48}" destId="{E6A350F7-B493-4BD7-8877-293BDC2B3F84}" srcOrd="0" destOrd="0" parTransId="{EA98BA0D-F511-46AE-8055-1C77F793E8A7}" sibTransId="{FA98C265-B081-4A5C-8E8F-A0AE3B89A68D}"/>
    <dgm:cxn modelId="{50F2B545-C9C5-4751-A36F-D1AD1B3591C7}" type="presOf" srcId="{1CB79BBE-6EA8-4BA2-B081-AD084BA3EFC5}" destId="{340114DB-43AF-414D-9E60-3619830DFAE6}" srcOrd="0" destOrd="0" presId="urn:microsoft.com/office/officeart/2005/8/layout/orgChart1"/>
    <dgm:cxn modelId="{1D96E14C-EC7F-4BCA-92B2-A63B52856076}" type="presOf" srcId="{17C1478A-C3D1-4D91-838F-0FBCCC59F25F}" destId="{E0D110F6-61F0-4927-A76E-00D99F7FACBF}" srcOrd="0" destOrd="0" presId="urn:microsoft.com/office/officeart/2005/8/layout/orgChart1"/>
    <dgm:cxn modelId="{4782C354-C420-422F-A090-60BD217FCD9E}" type="presOf" srcId="{594ADD06-AD04-4C0A-96E6-9FD9724FE3A4}" destId="{B9F2B97E-4392-4EE8-8D49-6AFB26588318}" srcOrd="0" destOrd="0" presId="urn:microsoft.com/office/officeart/2005/8/layout/orgChart1"/>
    <dgm:cxn modelId="{16800555-DA65-41F7-A1ED-E1075D71997C}" type="presOf" srcId="{9E508A80-D184-4D5E-BA8C-0C47C253BEF0}" destId="{66149D46-F0DD-48B8-96C0-3D85CA038B05}" srcOrd="0" destOrd="0" presId="urn:microsoft.com/office/officeart/2005/8/layout/orgChart1"/>
    <dgm:cxn modelId="{5772315A-9E02-4617-8208-D99644C4D408}" type="presOf" srcId="{94629041-3561-4EE9-BAB5-1CFC0D3C1D01}" destId="{144903C2-D9DD-4CD0-A978-39FDEECE6410}" srcOrd="1" destOrd="0" presId="urn:microsoft.com/office/officeart/2005/8/layout/orgChart1"/>
    <dgm:cxn modelId="{DEB0D45A-202B-459F-B723-1EFC58C4F336}" type="presOf" srcId="{9B3096A0-832A-41B4-BEFB-D457494CCA7B}" destId="{8989A8B5-28DE-4EBA-9778-510FB919737B}" srcOrd="0" destOrd="0" presId="urn:microsoft.com/office/officeart/2005/8/layout/orgChart1"/>
    <dgm:cxn modelId="{7656AA69-D920-4143-8203-F0F89331BED3}" type="presOf" srcId="{B7A88F3F-56CF-4068-B47F-ACB3092581BA}" destId="{1D97AD21-BD66-48FF-9059-4ADC3298DD87}" srcOrd="0" destOrd="0" presId="urn:microsoft.com/office/officeart/2005/8/layout/orgChart1"/>
    <dgm:cxn modelId="{C28E5F6B-D6D3-4508-BBFB-AAEBC8E6917E}" type="presOf" srcId="{DDD6D4B4-4647-4C01-8D90-AB57B8BD82A9}" destId="{82DA48F6-48A6-4B11-9113-99FACD0B01E2}" srcOrd="0" destOrd="0" presId="urn:microsoft.com/office/officeart/2005/8/layout/orgChart1"/>
    <dgm:cxn modelId="{69EB8471-2ABB-4644-AE88-0CFD6DB004AF}" srcId="{B7A88F3F-56CF-4068-B47F-ACB3092581BA}" destId="{1CB79BBE-6EA8-4BA2-B081-AD084BA3EFC5}" srcOrd="1" destOrd="0" parTransId="{2D77A997-3CE1-47B0-A2E7-350A30C7D892}" sibTransId="{27CA75C1-F6D8-4B61-9249-373449319CDB}"/>
    <dgm:cxn modelId="{DAD8C876-327C-43C9-8E51-2C1BE0CFD904}" type="presOf" srcId="{94629041-3561-4EE9-BAB5-1CFC0D3C1D01}" destId="{8B898D08-2970-4DBA-A724-E5A4D7BE2596}" srcOrd="0" destOrd="0" presId="urn:microsoft.com/office/officeart/2005/8/layout/orgChart1"/>
    <dgm:cxn modelId="{43AFD378-960B-400A-B4B0-D04E5E0BA846}" type="presOf" srcId="{9B3096A0-832A-41B4-BEFB-D457494CCA7B}" destId="{1B56466F-8151-4498-BF00-22A35373B982}" srcOrd="1" destOrd="0" presId="urn:microsoft.com/office/officeart/2005/8/layout/orgChart1"/>
    <dgm:cxn modelId="{A240577E-FD1F-474D-BB29-F46C02078B81}" type="presOf" srcId="{2BBBFB09-FB9C-42BC-AEBE-906777F2F517}" destId="{48033C01-9134-46D5-A852-94FA97E04126}" srcOrd="0" destOrd="0" presId="urn:microsoft.com/office/officeart/2005/8/layout/orgChart1"/>
    <dgm:cxn modelId="{02BBC085-42DF-4358-91F8-2D3E28C00558}" type="presOf" srcId="{61D979FC-CBFB-4081-B763-5E3DF76FDB77}" destId="{090E11AA-6067-460D-936F-252165C90146}" srcOrd="0" destOrd="0" presId="urn:microsoft.com/office/officeart/2005/8/layout/orgChart1"/>
    <dgm:cxn modelId="{61D46887-2C59-4B2F-8BB6-40FC68DD68EB}" srcId="{E3418E9F-D3A6-44E6-B6FA-BB1C6BE9DBE6}" destId="{0E671A7C-1349-471F-A576-EE96D173E1F8}" srcOrd="0" destOrd="0" parTransId="{C5D91481-1BF5-46C3-806B-AF748B672290}" sibTransId="{50FB3977-75F3-46C9-B716-F07F20255408}"/>
    <dgm:cxn modelId="{FCDDB689-24BA-4980-B300-5D9BAA1E16FE}" srcId="{E3418E9F-D3A6-44E6-B6FA-BB1C6BE9DBE6}" destId="{2BBBFB09-FB9C-42BC-AEBE-906777F2F517}" srcOrd="1" destOrd="0" parTransId="{9E508A80-D184-4D5E-BA8C-0C47C253BEF0}" sibTransId="{DD735A8E-6B68-47D7-93A8-55A0D18F5DE7}"/>
    <dgm:cxn modelId="{FA8FAD8B-727E-4FFD-813E-39FE543A476F}" srcId="{E3418E9F-D3A6-44E6-B6FA-BB1C6BE9DBE6}" destId="{9B3096A0-832A-41B4-BEFB-D457494CCA7B}" srcOrd="2" destOrd="0" parTransId="{101CC2E9-E6EC-4A13-965B-4EF9A7A4BC78}" sibTransId="{A9A0A7D5-27CE-48FE-BD86-EB8A147A3F96}"/>
    <dgm:cxn modelId="{34C05091-2F5B-4D31-85C4-DE92665680DD}" type="presOf" srcId="{2D77A997-3CE1-47B0-A2E7-350A30C7D892}" destId="{7172110B-6DA7-4197-92E0-8755CB32E3C0}" srcOrd="0" destOrd="0" presId="urn:microsoft.com/office/officeart/2005/8/layout/orgChart1"/>
    <dgm:cxn modelId="{9A1F9191-0425-4445-B524-310D50239A9B}" type="presOf" srcId="{0E671A7C-1349-471F-A576-EE96D173E1F8}" destId="{B180B36E-54B7-41F6-9C6A-5E3886EDAC0A}" srcOrd="1" destOrd="0" presId="urn:microsoft.com/office/officeart/2005/8/layout/orgChart1"/>
    <dgm:cxn modelId="{E6E99392-6340-4F08-9D97-0F4314321724}" type="presOf" srcId="{C5D91481-1BF5-46C3-806B-AF748B672290}" destId="{EEAD64AD-A020-4E8D-A779-1E839ED8F640}" srcOrd="0" destOrd="0" presId="urn:microsoft.com/office/officeart/2005/8/layout/orgChart1"/>
    <dgm:cxn modelId="{97BD8D95-040D-4EAA-8150-A363383DAA56}" type="presOf" srcId="{B7A88F3F-56CF-4068-B47F-ACB3092581BA}" destId="{9D92E493-B31F-4EA1-BF17-F948E4E8EBFF}" srcOrd="1" destOrd="0" presId="urn:microsoft.com/office/officeart/2005/8/layout/orgChart1"/>
    <dgm:cxn modelId="{C34F609A-46DD-4C91-8263-E95A7CA714FA}" type="presOf" srcId="{E3418E9F-D3A6-44E6-B6FA-BB1C6BE9DBE6}" destId="{9F89A664-4FA4-47AE-AB5D-7080725EEED8}" srcOrd="1" destOrd="0" presId="urn:microsoft.com/office/officeart/2005/8/layout/orgChart1"/>
    <dgm:cxn modelId="{2DFCADA3-7AF9-457B-AE57-B5568FC9A06A}" type="presOf" srcId="{0E671A7C-1349-471F-A576-EE96D173E1F8}" destId="{12330723-B0C0-4EA0-AD9E-0D99BB3459E6}" srcOrd="0" destOrd="0" presId="urn:microsoft.com/office/officeart/2005/8/layout/orgChart1"/>
    <dgm:cxn modelId="{82E267A6-AE8C-43FC-A231-DBA02CD5BC9F}" srcId="{594ADD06-AD04-4C0A-96E6-9FD9724FE3A4}" destId="{B7A88F3F-56CF-4068-B47F-ACB3092581BA}" srcOrd="0" destOrd="0" parTransId="{ECA3C3E4-6B0C-4003-B85C-0B0C7F6EA42A}" sibTransId="{DDB70EC2-D71F-4206-A555-74ECD523B4DB}"/>
    <dgm:cxn modelId="{F198E7AE-2DE2-49B0-80ED-D3014CC264D1}" type="presOf" srcId="{C3D2A2B0-B984-4C8D-A1DD-618D1E24C020}" destId="{19AAF70F-0B1A-4010-A127-B126688BDD97}" srcOrd="0" destOrd="0" presId="urn:microsoft.com/office/officeart/2005/8/layout/orgChart1"/>
    <dgm:cxn modelId="{7E5B07BD-B65A-4E5D-99C7-978992598D01}" type="presOf" srcId="{E6A350F7-B493-4BD7-8877-293BDC2B3F84}" destId="{3CA37783-7AF2-428A-AA8E-035DCD14A2D6}" srcOrd="1" destOrd="0" presId="urn:microsoft.com/office/officeart/2005/8/layout/orgChart1"/>
    <dgm:cxn modelId="{22C475C3-57AD-458A-9965-CE1447DA232E}" type="presOf" srcId="{E6A350F7-B493-4BD7-8877-293BDC2B3F84}" destId="{D99BF1AA-0EFB-434F-8117-7D285995A1F5}" srcOrd="0" destOrd="0" presId="urn:microsoft.com/office/officeart/2005/8/layout/orgChart1"/>
    <dgm:cxn modelId="{32652ECD-8676-43CC-956F-65974245C44F}" srcId="{7D904C95-6F44-4F59-AD9D-CDB35EBB6F48}" destId="{17C1478A-C3D1-4D91-838F-0FBCCC59F25F}" srcOrd="1" destOrd="0" parTransId="{DDD6D4B4-4647-4C01-8D90-AB57B8BD82A9}" sibTransId="{24BBBD93-7365-43A2-A349-70926B2CD100}"/>
    <dgm:cxn modelId="{3E2EA9D1-323F-4C8C-B978-DE2D0CF821DA}" type="presOf" srcId="{17C1478A-C3D1-4D91-838F-0FBCCC59F25F}" destId="{C299919E-C8B2-4EB0-9485-92072A0A5F06}" srcOrd="1" destOrd="0" presId="urn:microsoft.com/office/officeart/2005/8/layout/orgChart1"/>
    <dgm:cxn modelId="{73DE5DD9-7EE4-42DD-BB6E-6844EA9F5A1B}" srcId="{B7A88F3F-56CF-4068-B47F-ACB3092581BA}" destId="{E3418E9F-D3A6-44E6-B6FA-BB1C6BE9DBE6}" srcOrd="2" destOrd="0" parTransId="{50D76C86-C834-4973-852C-F3120968A703}" sibTransId="{70299B33-AB1C-48B7-8A37-DC7A8F5DE93F}"/>
    <dgm:cxn modelId="{25CD9CE4-0424-4698-AA1A-EEEBACB57DD2}" srcId="{1CB79BBE-6EA8-4BA2-B081-AD084BA3EFC5}" destId="{94629041-3561-4EE9-BAB5-1CFC0D3C1D01}" srcOrd="1" destOrd="0" parTransId="{99ACAFBB-594C-4E5C-B2F3-5F199769D7C7}" sibTransId="{F22B2091-B0F6-4C80-BB51-528E672F8674}"/>
    <dgm:cxn modelId="{8371C5E7-4917-4B60-8E63-0C0DD18E0488}" type="presOf" srcId="{7D904C95-6F44-4F59-AD9D-CDB35EBB6F48}" destId="{42198CF7-6716-4043-8DAC-A47A10A55CE1}" srcOrd="0" destOrd="0" presId="urn:microsoft.com/office/officeart/2005/8/layout/orgChart1"/>
    <dgm:cxn modelId="{B04710EA-6403-4D45-9EF8-31ED15813048}" type="presOf" srcId="{2BBBFB09-FB9C-42BC-AEBE-906777F2F517}" destId="{A25C2900-33B9-4C41-AD72-0C2F672863EE}" srcOrd="1" destOrd="0" presId="urn:microsoft.com/office/officeart/2005/8/layout/orgChart1"/>
    <dgm:cxn modelId="{14381AEE-368C-47FD-A280-1C02779A402B}" type="presOf" srcId="{1CB79BBE-6EA8-4BA2-B081-AD084BA3EFC5}" destId="{FF41CE2C-9C35-47DB-98D6-5B0285227E19}" srcOrd="1" destOrd="0" presId="urn:microsoft.com/office/officeart/2005/8/layout/orgChart1"/>
    <dgm:cxn modelId="{E074CAF0-097A-4D05-8E8C-5A21C82F3F4D}" type="presOf" srcId="{C3D2A2B0-B984-4C8D-A1DD-618D1E24C020}" destId="{47ECDAA3-90DD-4278-BAC8-5D15B4797759}" srcOrd="1" destOrd="0" presId="urn:microsoft.com/office/officeart/2005/8/layout/orgChart1"/>
    <dgm:cxn modelId="{3D640AF3-E364-4D36-9A8F-64438D64E799}" type="presOf" srcId="{E3418E9F-D3A6-44E6-B6FA-BB1C6BE9DBE6}" destId="{3AA0F3F5-8A99-4566-A8F9-32224410DDC6}" srcOrd="0" destOrd="0" presId="urn:microsoft.com/office/officeart/2005/8/layout/orgChart1"/>
    <dgm:cxn modelId="{4B555DF7-1908-4AD1-8E91-135D0A68CC81}" type="presOf" srcId="{50D76C86-C834-4973-852C-F3120968A703}" destId="{690CC043-ED86-4D04-9C22-3D0CC19ECA25}" srcOrd="0" destOrd="0" presId="urn:microsoft.com/office/officeart/2005/8/layout/orgChart1"/>
    <dgm:cxn modelId="{3F3754FB-BB63-4553-9145-BDF0C6CB8B24}" type="presOf" srcId="{6CFAA2BE-4AD5-44B0-816B-4AD0A6C0649B}" destId="{CDB7318A-1F94-464C-9970-90A2F70AF610}" srcOrd="0" destOrd="0" presId="urn:microsoft.com/office/officeart/2005/8/layout/orgChart1"/>
    <dgm:cxn modelId="{B4AEE4C7-970F-44AA-A92C-492349C6B13B}" type="presParOf" srcId="{B9F2B97E-4392-4EE8-8D49-6AFB26588318}" destId="{882F39DF-7886-4F36-89BC-09BEAA689E06}" srcOrd="0" destOrd="0" presId="urn:microsoft.com/office/officeart/2005/8/layout/orgChart1"/>
    <dgm:cxn modelId="{F7ABD260-ADA7-42CD-921C-9ABC7EE858D5}" type="presParOf" srcId="{882F39DF-7886-4F36-89BC-09BEAA689E06}" destId="{BC117E73-7356-4058-A6A6-215A5CD6D8A1}" srcOrd="0" destOrd="0" presId="urn:microsoft.com/office/officeart/2005/8/layout/orgChart1"/>
    <dgm:cxn modelId="{E0EBDF0B-0D0B-420D-910B-EFBC3342571F}" type="presParOf" srcId="{BC117E73-7356-4058-A6A6-215A5CD6D8A1}" destId="{1D97AD21-BD66-48FF-9059-4ADC3298DD87}" srcOrd="0" destOrd="0" presId="urn:microsoft.com/office/officeart/2005/8/layout/orgChart1"/>
    <dgm:cxn modelId="{CC288D0D-4080-45C2-B8B4-EFFA9016D2FB}" type="presParOf" srcId="{BC117E73-7356-4058-A6A6-215A5CD6D8A1}" destId="{9D92E493-B31F-4EA1-BF17-F948E4E8EBFF}" srcOrd="1" destOrd="0" presId="urn:microsoft.com/office/officeart/2005/8/layout/orgChart1"/>
    <dgm:cxn modelId="{22EFE833-050A-486B-ACE6-FCBD49B635A6}" type="presParOf" srcId="{882F39DF-7886-4F36-89BC-09BEAA689E06}" destId="{5E984288-8D0E-4D66-8701-2CAEE12A154E}" srcOrd="1" destOrd="0" presId="urn:microsoft.com/office/officeart/2005/8/layout/orgChart1"/>
    <dgm:cxn modelId="{99558D95-0171-4B79-B466-783CE84AA98A}" type="presParOf" srcId="{5E984288-8D0E-4D66-8701-2CAEE12A154E}" destId="{CDB7318A-1F94-464C-9970-90A2F70AF610}" srcOrd="0" destOrd="0" presId="urn:microsoft.com/office/officeart/2005/8/layout/orgChart1"/>
    <dgm:cxn modelId="{BF416281-E1F9-4769-95A6-D12B9D6CCC6B}" type="presParOf" srcId="{5E984288-8D0E-4D66-8701-2CAEE12A154E}" destId="{666C2137-6206-4835-BF3C-3D70764B6CCF}" srcOrd="1" destOrd="0" presId="urn:microsoft.com/office/officeart/2005/8/layout/orgChart1"/>
    <dgm:cxn modelId="{F38950A8-C640-47D1-924C-EAEC2D0C332E}" type="presParOf" srcId="{666C2137-6206-4835-BF3C-3D70764B6CCF}" destId="{C5B45074-5935-4A6E-845E-D1CC833BCFD7}" srcOrd="0" destOrd="0" presId="urn:microsoft.com/office/officeart/2005/8/layout/orgChart1"/>
    <dgm:cxn modelId="{6BB16702-81F0-450D-AC97-8DE66CB84FDB}" type="presParOf" srcId="{C5B45074-5935-4A6E-845E-D1CC833BCFD7}" destId="{42198CF7-6716-4043-8DAC-A47A10A55CE1}" srcOrd="0" destOrd="0" presId="urn:microsoft.com/office/officeart/2005/8/layout/orgChart1"/>
    <dgm:cxn modelId="{EA028D47-E0A8-4939-8BE7-281B3E4EB8EF}" type="presParOf" srcId="{C5B45074-5935-4A6E-845E-D1CC833BCFD7}" destId="{80CC6326-F678-4464-9A88-92B1E1F2BCB5}" srcOrd="1" destOrd="0" presId="urn:microsoft.com/office/officeart/2005/8/layout/orgChart1"/>
    <dgm:cxn modelId="{02C83BCE-8DAF-43EB-A8E7-059644403686}" type="presParOf" srcId="{666C2137-6206-4835-BF3C-3D70764B6CCF}" destId="{9FD42487-B219-4012-AC31-53715DCEC82B}" srcOrd="1" destOrd="0" presId="urn:microsoft.com/office/officeart/2005/8/layout/orgChart1"/>
    <dgm:cxn modelId="{0DAFD32A-89B0-4F95-89C6-26E4A38FD5F5}" type="presParOf" srcId="{9FD42487-B219-4012-AC31-53715DCEC82B}" destId="{EE17BC94-7C57-4C0F-A276-DAB5DBA1ED30}" srcOrd="0" destOrd="0" presId="urn:microsoft.com/office/officeart/2005/8/layout/orgChart1"/>
    <dgm:cxn modelId="{063B61AF-BC99-4863-B052-0D195FF36936}" type="presParOf" srcId="{9FD42487-B219-4012-AC31-53715DCEC82B}" destId="{63A59F41-F94F-45C8-BFCE-2EE790C396C7}" srcOrd="1" destOrd="0" presId="urn:microsoft.com/office/officeart/2005/8/layout/orgChart1"/>
    <dgm:cxn modelId="{F9E0FAF1-F82C-444A-834A-FF4BC19D0FFD}" type="presParOf" srcId="{63A59F41-F94F-45C8-BFCE-2EE790C396C7}" destId="{FF3EBF77-1B0F-493A-A1CF-32EA9CA32B57}" srcOrd="0" destOrd="0" presId="urn:microsoft.com/office/officeart/2005/8/layout/orgChart1"/>
    <dgm:cxn modelId="{29433F8A-E5C7-4625-9955-1EA0800DA76A}" type="presParOf" srcId="{FF3EBF77-1B0F-493A-A1CF-32EA9CA32B57}" destId="{D99BF1AA-0EFB-434F-8117-7D285995A1F5}" srcOrd="0" destOrd="0" presId="urn:microsoft.com/office/officeart/2005/8/layout/orgChart1"/>
    <dgm:cxn modelId="{23B9A516-0F7B-430D-ACE0-5298E91EA1CE}" type="presParOf" srcId="{FF3EBF77-1B0F-493A-A1CF-32EA9CA32B57}" destId="{3CA37783-7AF2-428A-AA8E-035DCD14A2D6}" srcOrd="1" destOrd="0" presId="urn:microsoft.com/office/officeart/2005/8/layout/orgChart1"/>
    <dgm:cxn modelId="{1DF64EF7-073F-4110-91E1-4E05D8FD20BF}" type="presParOf" srcId="{63A59F41-F94F-45C8-BFCE-2EE790C396C7}" destId="{C74A0379-E336-44CF-A0FC-FE407675319B}" srcOrd="1" destOrd="0" presId="urn:microsoft.com/office/officeart/2005/8/layout/orgChart1"/>
    <dgm:cxn modelId="{3469ED89-1437-4172-B62A-CCF5A5925C78}" type="presParOf" srcId="{63A59F41-F94F-45C8-BFCE-2EE790C396C7}" destId="{254442FF-A606-4F4D-8D26-09F7A748AE86}" srcOrd="2" destOrd="0" presId="urn:microsoft.com/office/officeart/2005/8/layout/orgChart1"/>
    <dgm:cxn modelId="{080687A8-0517-456F-8F4C-6F29BEF5ED06}" type="presParOf" srcId="{9FD42487-B219-4012-AC31-53715DCEC82B}" destId="{82DA48F6-48A6-4B11-9113-99FACD0B01E2}" srcOrd="2" destOrd="0" presId="urn:microsoft.com/office/officeart/2005/8/layout/orgChart1"/>
    <dgm:cxn modelId="{3D2C42CF-3209-42ED-8DC8-2BC2B6BB680E}" type="presParOf" srcId="{9FD42487-B219-4012-AC31-53715DCEC82B}" destId="{DC7DD0BB-8346-404B-8551-A8A6E264D9A9}" srcOrd="3" destOrd="0" presId="urn:microsoft.com/office/officeart/2005/8/layout/orgChart1"/>
    <dgm:cxn modelId="{07801ACF-6B5F-4C69-B079-DE3E1F71DF8C}" type="presParOf" srcId="{DC7DD0BB-8346-404B-8551-A8A6E264D9A9}" destId="{A4340649-DF24-4020-B580-199AEFBE1D46}" srcOrd="0" destOrd="0" presId="urn:microsoft.com/office/officeart/2005/8/layout/orgChart1"/>
    <dgm:cxn modelId="{663E5203-6BCE-473C-AE17-AC001B301978}" type="presParOf" srcId="{A4340649-DF24-4020-B580-199AEFBE1D46}" destId="{E0D110F6-61F0-4927-A76E-00D99F7FACBF}" srcOrd="0" destOrd="0" presId="urn:microsoft.com/office/officeart/2005/8/layout/orgChart1"/>
    <dgm:cxn modelId="{B50977AF-2182-4F9E-B986-6B3285D99E0F}" type="presParOf" srcId="{A4340649-DF24-4020-B580-199AEFBE1D46}" destId="{C299919E-C8B2-4EB0-9485-92072A0A5F06}" srcOrd="1" destOrd="0" presId="urn:microsoft.com/office/officeart/2005/8/layout/orgChart1"/>
    <dgm:cxn modelId="{30835E91-AB06-4683-A7B7-0109170F8D75}" type="presParOf" srcId="{DC7DD0BB-8346-404B-8551-A8A6E264D9A9}" destId="{C698B24E-33CB-482A-8F99-3F68F2FB1C59}" srcOrd="1" destOrd="0" presId="urn:microsoft.com/office/officeart/2005/8/layout/orgChart1"/>
    <dgm:cxn modelId="{B2B4E397-FF0D-46A8-9537-7AD51729FC83}" type="presParOf" srcId="{DC7DD0BB-8346-404B-8551-A8A6E264D9A9}" destId="{3A5B14A7-D3C9-4720-9CA0-6FE112289595}" srcOrd="2" destOrd="0" presId="urn:microsoft.com/office/officeart/2005/8/layout/orgChart1"/>
    <dgm:cxn modelId="{08331C51-630D-40E2-AC92-76915CCB1487}" type="presParOf" srcId="{666C2137-6206-4835-BF3C-3D70764B6CCF}" destId="{B72509C1-FD8A-440D-9C0B-BB89691A4840}" srcOrd="2" destOrd="0" presId="urn:microsoft.com/office/officeart/2005/8/layout/orgChart1"/>
    <dgm:cxn modelId="{544832F0-F631-43C6-8AE5-7E1D8C2EE4B7}" type="presParOf" srcId="{5E984288-8D0E-4D66-8701-2CAEE12A154E}" destId="{7172110B-6DA7-4197-92E0-8755CB32E3C0}" srcOrd="2" destOrd="0" presId="urn:microsoft.com/office/officeart/2005/8/layout/orgChart1"/>
    <dgm:cxn modelId="{A008B799-1FFC-460D-B831-A7EC93019A74}" type="presParOf" srcId="{5E984288-8D0E-4D66-8701-2CAEE12A154E}" destId="{47402E0F-0D58-4C3F-B17A-2CBA2F01A1E0}" srcOrd="3" destOrd="0" presId="urn:microsoft.com/office/officeart/2005/8/layout/orgChart1"/>
    <dgm:cxn modelId="{A8D8B0F8-8E01-4B61-A2D7-E0332BE3D5CE}" type="presParOf" srcId="{47402E0F-0D58-4C3F-B17A-2CBA2F01A1E0}" destId="{4FF0799E-5ACA-415E-AE92-ADD0AF6B98B7}" srcOrd="0" destOrd="0" presId="urn:microsoft.com/office/officeart/2005/8/layout/orgChart1"/>
    <dgm:cxn modelId="{C6C00406-FC0E-456E-99D7-B095CC2D43A8}" type="presParOf" srcId="{4FF0799E-5ACA-415E-AE92-ADD0AF6B98B7}" destId="{340114DB-43AF-414D-9E60-3619830DFAE6}" srcOrd="0" destOrd="0" presId="urn:microsoft.com/office/officeart/2005/8/layout/orgChart1"/>
    <dgm:cxn modelId="{9E2419A6-52C2-41EB-A124-16FD3359BB8F}" type="presParOf" srcId="{4FF0799E-5ACA-415E-AE92-ADD0AF6B98B7}" destId="{FF41CE2C-9C35-47DB-98D6-5B0285227E19}" srcOrd="1" destOrd="0" presId="urn:microsoft.com/office/officeart/2005/8/layout/orgChart1"/>
    <dgm:cxn modelId="{062D8BE2-9C2B-475A-A3C0-4048D290E69B}" type="presParOf" srcId="{47402E0F-0D58-4C3F-B17A-2CBA2F01A1E0}" destId="{22A7502B-F29D-4D14-9802-91C0D9C8B004}" srcOrd="1" destOrd="0" presId="urn:microsoft.com/office/officeart/2005/8/layout/orgChart1"/>
    <dgm:cxn modelId="{D249506B-1116-4A7E-916B-3AB6725336EA}" type="presParOf" srcId="{22A7502B-F29D-4D14-9802-91C0D9C8B004}" destId="{090E11AA-6067-460D-936F-252165C90146}" srcOrd="0" destOrd="0" presId="urn:microsoft.com/office/officeart/2005/8/layout/orgChart1"/>
    <dgm:cxn modelId="{3282957E-73E0-4D6B-B150-28C0F0FB60DF}" type="presParOf" srcId="{22A7502B-F29D-4D14-9802-91C0D9C8B004}" destId="{8E402C28-65A8-4E6C-A4E5-B408EEDFDC20}" srcOrd="1" destOrd="0" presId="urn:microsoft.com/office/officeart/2005/8/layout/orgChart1"/>
    <dgm:cxn modelId="{ADF01F60-02A1-42E6-B374-E7F3FB1D053E}" type="presParOf" srcId="{8E402C28-65A8-4E6C-A4E5-B408EEDFDC20}" destId="{9F4A1C7F-E17A-45A7-A920-87F8AD496F46}" srcOrd="0" destOrd="0" presId="urn:microsoft.com/office/officeart/2005/8/layout/orgChart1"/>
    <dgm:cxn modelId="{6F7A7229-FACC-4768-A499-73AD2A7AC27C}" type="presParOf" srcId="{9F4A1C7F-E17A-45A7-A920-87F8AD496F46}" destId="{19AAF70F-0B1A-4010-A127-B126688BDD97}" srcOrd="0" destOrd="0" presId="urn:microsoft.com/office/officeart/2005/8/layout/orgChart1"/>
    <dgm:cxn modelId="{5AB9A830-629E-44FE-99C3-96D5EE3ABE47}" type="presParOf" srcId="{9F4A1C7F-E17A-45A7-A920-87F8AD496F46}" destId="{47ECDAA3-90DD-4278-BAC8-5D15B4797759}" srcOrd="1" destOrd="0" presId="urn:microsoft.com/office/officeart/2005/8/layout/orgChart1"/>
    <dgm:cxn modelId="{68CE1E70-4471-4279-A62F-DBD288484428}" type="presParOf" srcId="{8E402C28-65A8-4E6C-A4E5-B408EEDFDC20}" destId="{6EC921FA-7B1D-45DC-96F3-3500697682B5}" srcOrd="1" destOrd="0" presId="urn:microsoft.com/office/officeart/2005/8/layout/orgChart1"/>
    <dgm:cxn modelId="{BAAD3D02-D9A5-4903-8C1E-2FA0292833E1}" type="presParOf" srcId="{8E402C28-65A8-4E6C-A4E5-B408EEDFDC20}" destId="{8B6F0A25-3B81-4539-A945-AF362BF71D19}" srcOrd="2" destOrd="0" presId="urn:microsoft.com/office/officeart/2005/8/layout/orgChart1"/>
    <dgm:cxn modelId="{4E469B3D-E39B-47D8-84BF-99C4B726818D}" type="presParOf" srcId="{22A7502B-F29D-4D14-9802-91C0D9C8B004}" destId="{ADF8AE18-8F46-4639-A0F9-6E1F96BF82C5}" srcOrd="2" destOrd="0" presId="urn:microsoft.com/office/officeart/2005/8/layout/orgChart1"/>
    <dgm:cxn modelId="{CD363D70-6C85-43CC-B9A4-B388FBF7479E}" type="presParOf" srcId="{22A7502B-F29D-4D14-9802-91C0D9C8B004}" destId="{765FF41D-9244-44B1-B9E6-500BC6AFF451}" srcOrd="3" destOrd="0" presId="urn:microsoft.com/office/officeart/2005/8/layout/orgChart1"/>
    <dgm:cxn modelId="{182B2928-D9E3-4076-9E0D-51D647FC9F06}" type="presParOf" srcId="{765FF41D-9244-44B1-B9E6-500BC6AFF451}" destId="{CA904E2D-5106-4642-BA30-5992F9F874CB}" srcOrd="0" destOrd="0" presId="urn:microsoft.com/office/officeart/2005/8/layout/orgChart1"/>
    <dgm:cxn modelId="{996A58A4-85F6-49C2-9E29-A6C8414D4BBA}" type="presParOf" srcId="{CA904E2D-5106-4642-BA30-5992F9F874CB}" destId="{8B898D08-2970-4DBA-A724-E5A4D7BE2596}" srcOrd="0" destOrd="0" presId="urn:microsoft.com/office/officeart/2005/8/layout/orgChart1"/>
    <dgm:cxn modelId="{6BB7627A-EF3B-4F8A-93E4-3179F3AD1ADE}" type="presParOf" srcId="{CA904E2D-5106-4642-BA30-5992F9F874CB}" destId="{144903C2-D9DD-4CD0-A978-39FDEECE6410}" srcOrd="1" destOrd="0" presId="urn:microsoft.com/office/officeart/2005/8/layout/orgChart1"/>
    <dgm:cxn modelId="{C4B7466A-5F67-4386-A171-9D6DE669C736}" type="presParOf" srcId="{765FF41D-9244-44B1-B9E6-500BC6AFF451}" destId="{0ED06B04-5791-411C-97BF-DACE3F99C33B}" srcOrd="1" destOrd="0" presId="urn:microsoft.com/office/officeart/2005/8/layout/orgChart1"/>
    <dgm:cxn modelId="{EC28A315-FD9B-4BEE-B6A1-C7152D24020A}" type="presParOf" srcId="{765FF41D-9244-44B1-B9E6-500BC6AFF451}" destId="{2808589C-A42A-41E3-BB26-AA8C8964EE69}" srcOrd="2" destOrd="0" presId="urn:microsoft.com/office/officeart/2005/8/layout/orgChart1"/>
    <dgm:cxn modelId="{79BE5BD8-98B1-43E0-B9D0-ED21A287D368}" type="presParOf" srcId="{47402E0F-0D58-4C3F-B17A-2CBA2F01A1E0}" destId="{7FA8D005-4640-461B-86A5-388890FEE2CE}" srcOrd="2" destOrd="0" presId="urn:microsoft.com/office/officeart/2005/8/layout/orgChart1"/>
    <dgm:cxn modelId="{32263233-953C-4559-BC6B-0AC83E725315}" type="presParOf" srcId="{5E984288-8D0E-4D66-8701-2CAEE12A154E}" destId="{690CC043-ED86-4D04-9C22-3D0CC19ECA25}" srcOrd="4" destOrd="0" presId="urn:microsoft.com/office/officeart/2005/8/layout/orgChart1"/>
    <dgm:cxn modelId="{2D51378C-F545-48A3-A143-21F7C4E7A8D0}" type="presParOf" srcId="{5E984288-8D0E-4D66-8701-2CAEE12A154E}" destId="{20261590-A4AE-49DB-8796-0675E0463887}" srcOrd="5" destOrd="0" presId="urn:microsoft.com/office/officeart/2005/8/layout/orgChart1"/>
    <dgm:cxn modelId="{F14B13DF-A802-4AC8-9D32-A0E6FB49C7DD}" type="presParOf" srcId="{20261590-A4AE-49DB-8796-0675E0463887}" destId="{445B469E-F3A6-4D52-AA00-CA3592479463}" srcOrd="0" destOrd="0" presId="urn:microsoft.com/office/officeart/2005/8/layout/orgChart1"/>
    <dgm:cxn modelId="{C0F7F9E9-CFF5-4EC8-A046-AA8E6A0FAEC2}" type="presParOf" srcId="{445B469E-F3A6-4D52-AA00-CA3592479463}" destId="{3AA0F3F5-8A99-4566-A8F9-32224410DDC6}" srcOrd="0" destOrd="0" presId="urn:microsoft.com/office/officeart/2005/8/layout/orgChart1"/>
    <dgm:cxn modelId="{CE670382-E9EE-4863-BD02-B47D527981F2}" type="presParOf" srcId="{445B469E-F3A6-4D52-AA00-CA3592479463}" destId="{9F89A664-4FA4-47AE-AB5D-7080725EEED8}" srcOrd="1" destOrd="0" presId="urn:microsoft.com/office/officeart/2005/8/layout/orgChart1"/>
    <dgm:cxn modelId="{3B392690-467B-4625-BCDA-3A4B25F8AFA9}" type="presParOf" srcId="{20261590-A4AE-49DB-8796-0675E0463887}" destId="{7A17EF3C-F103-4028-908D-33E0F8F5F320}" srcOrd="1" destOrd="0" presId="urn:microsoft.com/office/officeart/2005/8/layout/orgChart1"/>
    <dgm:cxn modelId="{B2531EC2-A2EB-42D3-B9E9-28D20833EE9A}" type="presParOf" srcId="{7A17EF3C-F103-4028-908D-33E0F8F5F320}" destId="{EEAD64AD-A020-4E8D-A779-1E839ED8F640}" srcOrd="0" destOrd="0" presId="urn:microsoft.com/office/officeart/2005/8/layout/orgChart1"/>
    <dgm:cxn modelId="{2A4EEA17-8A50-4A85-BCDC-2C5C90A04DD4}" type="presParOf" srcId="{7A17EF3C-F103-4028-908D-33E0F8F5F320}" destId="{19911C4B-8EAE-4FE1-9965-1C3C6C265BC1}" srcOrd="1" destOrd="0" presId="urn:microsoft.com/office/officeart/2005/8/layout/orgChart1"/>
    <dgm:cxn modelId="{73E48B7B-1453-43AE-8656-A27558E147EB}" type="presParOf" srcId="{19911C4B-8EAE-4FE1-9965-1C3C6C265BC1}" destId="{9A6A5D37-6162-4F05-B2F4-605CECAB427B}" srcOrd="0" destOrd="0" presId="urn:microsoft.com/office/officeart/2005/8/layout/orgChart1"/>
    <dgm:cxn modelId="{94DE1627-D524-4AEE-9ED8-8FA71E0E09E4}" type="presParOf" srcId="{9A6A5D37-6162-4F05-B2F4-605CECAB427B}" destId="{12330723-B0C0-4EA0-AD9E-0D99BB3459E6}" srcOrd="0" destOrd="0" presId="urn:microsoft.com/office/officeart/2005/8/layout/orgChart1"/>
    <dgm:cxn modelId="{6BD64027-59C4-45C8-B351-2F3BA8932464}" type="presParOf" srcId="{9A6A5D37-6162-4F05-B2F4-605CECAB427B}" destId="{B180B36E-54B7-41F6-9C6A-5E3886EDAC0A}" srcOrd="1" destOrd="0" presId="urn:microsoft.com/office/officeart/2005/8/layout/orgChart1"/>
    <dgm:cxn modelId="{B1416524-672D-4960-9559-5566CEDF8F84}" type="presParOf" srcId="{19911C4B-8EAE-4FE1-9965-1C3C6C265BC1}" destId="{27C50A7E-8877-44E2-9262-AE8E2DCD6E42}" srcOrd="1" destOrd="0" presId="urn:microsoft.com/office/officeart/2005/8/layout/orgChart1"/>
    <dgm:cxn modelId="{2EB3434E-0EBC-4EA3-BED6-877004808EAA}" type="presParOf" srcId="{19911C4B-8EAE-4FE1-9965-1C3C6C265BC1}" destId="{D82EF8EE-F33D-44C5-BA7F-6B355B35CD62}" srcOrd="2" destOrd="0" presId="urn:microsoft.com/office/officeart/2005/8/layout/orgChart1"/>
    <dgm:cxn modelId="{339F7A85-6A9C-44ED-B9BC-110F41882867}" type="presParOf" srcId="{7A17EF3C-F103-4028-908D-33E0F8F5F320}" destId="{66149D46-F0DD-48B8-96C0-3D85CA038B05}" srcOrd="2" destOrd="0" presId="urn:microsoft.com/office/officeart/2005/8/layout/orgChart1"/>
    <dgm:cxn modelId="{ECAAFF89-5605-4E26-94C0-C8BC3FAE5133}" type="presParOf" srcId="{7A17EF3C-F103-4028-908D-33E0F8F5F320}" destId="{6A759546-ECE0-412B-89B7-008FA6E8ABB3}" srcOrd="3" destOrd="0" presId="urn:microsoft.com/office/officeart/2005/8/layout/orgChart1"/>
    <dgm:cxn modelId="{27156781-30DE-4A85-B796-BC4A923710A9}" type="presParOf" srcId="{6A759546-ECE0-412B-89B7-008FA6E8ABB3}" destId="{C6EDD863-4F0B-4BB0-9712-8FAD4FDA9213}" srcOrd="0" destOrd="0" presId="urn:microsoft.com/office/officeart/2005/8/layout/orgChart1"/>
    <dgm:cxn modelId="{F460C935-C8AC-460D-B58C-32A1E36DC564}" type="presParOf" srcId="{C6EDD863-4F0B-4BB0-9712-8FAD4FDA9213}" destId="{48033C01-9134-46D5-A852-94FA97E04126}" srcOrd="0" destOrd="0" presId="urn:microsoft.com/office/officeart/2005/8/layout/orgChart1"/>
    <dgm:cxn modelId="{81A81CDD-2116-43E0-AB88-C43B0E194B9E}" type="presParOf" srcId="{C6EDD863-4F0B-4BB0-9712-8FAD4FDA9213}" destId="{A25C2900-33B9-4C41-AD72-0C2F672863EE}" srcOrd="1" destOrd="0" presId="urn:microsoft.com/office/officeart/2005/8/layout/orgChart1"/>
    <dgm:cxn modelId="{F40C18E0-CBFE-40B8-ACD7-AFAB9316E7A9}" type="presParOf" srcId="{6A759546-ECE0-412B-89B7-008FA6E8ABB3}" destId="{51D86484-ED14-4A6C-B84B-1792B4D20856}" srcOrd="1" destOrd="0" presId="urn:microsoft.com/office/officeart/2005/8/layout/orgChart1"/>
    <dgm:cxn modelId="{4B92E22A-32D2-43FC-80D2-E12E5E0100EA}" type="presParOf" srcId="{6A759546-ECE0-412B-89B7-008FA6E8ABB3}" destId="{690B1ABE-691C-405B-BB2B-8CDA345C07F2}" srcOrd="2" destOrd="0" presId="urn:microsoft.com/office/officeart/2005/8/layout/orgChart1"/>
    <dgm:cxn modelId="{1345D4FF-8E45-46A6-ACB2-4B1BECA57A55}" type="presParOf" srcId="{7A17EF3C-F103-4028-908D-33E0F8F5F320}" destId="{48361482-79E1-4129-B96D-5424F330BD4A}" srcOrd="4" destOrd="0" presId="urn:microsoft.com/office/officeart/2005/8/layout/orgChart1"/>
    <dgm:cxn modelId="{B66AF88C-52AE-44A0-AF00-CB294FA6AE98}" type="presParOf" srcId="{7A17EF3C-F103-4028-908D-33E0F8F5F320}" destId="{442D377A-9F05-46F1-975D-2B0CDA951619}" srcOrd="5" destOrd="0" presId="urn:microsoft.com/office/officeart/2005/8/layout/orgChart1"/>
    <dgm:cxn modelId="{3C052619-29CF-4A67-83F2-43071FF8515D}" type="presParOf" srcId="{442D377A-9F05-46F1-975D-2B0CDA951619}" destId="{404FFCAA-33B2-4955-BEFD-B9BB48DF5055}" srcOrd="0" destOrd="0" presId="urn:microsoft.com/office/officeart/2005/8/layout/orgChart1"/>
    <dgm:cxn modelId="{9EC06E6D-E229-49C5-9417-1A3C5BD3B224}" type="presParOf" srcId="{404FFCAA-33B2-4955-BEFD-B9BB48DF5055}" destId="{8989A8B5-28DE-4EBA-9778-510FB919737B}" srcOrd="0" destOrd="0" presId="urn:microsoft.com/office/officeart/2005/8/layout/orgChart1"/>
    <dgm:cxn modelId="{E4813889-218A-439D-B949-3C150101DDFA}" type="presParOf" srcId="{404FFCAA-33B2-4955-BEFD-B9BB48DF5055}" destId="{1B56466F-8151-4498-BF00-22A35373B982}" srcOrd="1" destOrd="0" presId="urn:microsoft.com/office/officeart/2005/8/layout/orgChart1"/>
    <dgm:cxn modelId="{70FF7106-DF70-4A32-A427-194853CF9697}" type="presParOf" srcId="{442D377A-9F05-46F1-975D-2B0CDA951619}" destId="{44B0562C-DF00-435A-A9A1-5A1A97C7145F}" srcOrd="1" destOrd="0" presId="urn:microsoft.com/office/officeart/2005/8/layout/orgChart1"/>
    <dgm:cxn modelId="{6EE223DD-DB00-4F94-9718-BD8C35E1F023}" type="presParOf" srcId="{442D377A-9F05-46F1-975D-2B0CDA951619}" destId="{3A9163FC-07D8-4EAA-BA64-9A2F4B1AEF5B}" srcOrd="2" destOrd="0" presId="urn:microsoft.com/office/officeart/2005/8/layout/orgChart1"/>
    <dgm:cxn modelId="{77694B68-0D17-4551-9FFF-BB8F4A47D7B9}" type="presParOf" srcId="{20261590-A4AE-49DB-8796-0675E0463887}" destId="{A063CFFB-7AF6-4331-8187-16BBF5879BEF}" srcOrd="2" destOrd="0" presId="urn:microsoft.com/office/officeart/2005/8/layout/orgChart1"/>
    <dgm:cxn modelId="{943F4707-9D95-4B5D-BF12-DC4109FE9869}" type="presParOf" srcId="{882F39DF-7886-4F36-89BC-09BEAA689E06}" destId="{76CFBFF1-6AF1-4E3A-9B40-7331D58DBBAD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361482-79E1-4129-B96D-5424F330BD4A}">
      <dsp:nvSpPr>
        <dsp:cNvPr id="0" name=""/>
        <dsp:cNvSpPr/>
      </dsp:nvSpPr>
      <dsp:spPr>
        <a:xfrm>
          <a:off x="3627016" y="1538452"/>
          <a:ext cx="190556" cy="238831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88312"/>
              </a:lnTo>
              <a:lnTo>
                <a:pt x="190556" y="2388312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149D46-F0DD-48B8-96C0-3D85CA038B05}">
      <dsp:nvSpPr>
        <dsp:cNvPr id="0" name=""/>
        <dsp:cNvSpPr/>
      </dsp:nvSpPr>
      <dsp:spPr>
        <a:xfrm>
          <a:off x="3627016" y="1538452"/>
          <a:ext cx="190556" cy="14863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86343"/>
              </a:lnTo>
              <a:lnTo>
                <a:pt x="190556" y="1486343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AD64AD-A020-4E8D-A779-1E839ED8F640}">
      <dsp:nvSpPr>
        <dsp:cNvPr id="0" name=""/>
        <dsp:cNvSpPr/>
      </dsp:nvSpPr>
      <dsp:spPr>
        <a:xfrm>
          <a:off x="3627016" y="1538452"/>
          <a:ext cx="190556" cy="5843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84374"/>
              </a:lnTo>
              <a:lnTo>
                <a:pt x="190556" y="584374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0CC043-ED86-4D04-9C22-3D0CC19ECA25}">
      <dsp:nvSpPr>
        <dsp:cNvPr id="0" name=""/>
        <dsp:cNvSpPr/>
      </dsp:nvSpPr>
      <dsp:spPr>
        <a:xfrm>
          <a:off x="2598009" y="636483"/>
          <a:ext cx="1537158" cy="2667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3389"/>
              </a:lnTo>
              <a:lnTo>
                <a:pt x="1537158" y="133389"/>
              </a:lnTo>
              <a:lnTo>
                <a:pt x="1537158" y="266779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F8AE18-8F46-4639-A0F9-6E1F96BF82C5}">
      <dsp:nvSpPr>
        <dsp:cNvPr id="0" name=""/>
        <dsp:cNvSpPr/>
      </dsp:nvSpPr>
      <dsp:spPr>
        <a:xfrm>
          <a:off x="2089857" y="1538452"/>
          <a:ext cx="190556" cy="14863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86343"/>
              </a:lnTo>
              <a:lnTo>
                <a:pt x="190556" y="1486343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0E11AA-6067-460D-936F-252165C90146}">
      <dsp:nvSpPr>
        <dsp:cNvPr id="0" name=""/>
        <dsp:cNvSpPr/>
      </dsp:nvSpPr>
      <dsp:spPr>
        <a:xfrm>
          <a:off x="2089857" y="1538452"/>
          <a:ext cx="190556" cy="5843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84374"/>
              </a:lnTo>
              <a:lnTo>
                <a:pt x="190556" y="584374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72110B-6DA7-4197-92E0-8755CB32E3C0}">
      <dsp:nvSpPr>
        <dsp:cNvPr id="0" name=""/>
        <dsp:cNvSpPr/>
      </dsp:nvSpPr>
      <dsp:spPr>
        <a:xfrm>
          <a:off x="2552289" y="636483"/>
          <a:ext cx="91440" cy="26677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66779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DA48F6-48A6-4B11-9113-99FACD0B01E2}">
      <dsp:nvSpPr>
        <dsp:cNvPr id="0" name=""/>
        <dsp:cNvSpPr/>
      </dsp:nvSpPr>
      <dsp:spPr>
        <a:xfrm>
          <a:off x="552699" y="1538452"/>
          <a:ext cx="190556" cy="148634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86343"/>
              </a:lnTo>
              <a:lnTo>
                <a:pt x="190556" y="1486343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17BC94-7C57-4C0F-A276-DAB5DBA1ED30}">
      <dsp:nvSpPr>
        <dsp:cNvPr id="0" name=""/>
        <dsp:cNvSpPr/>
      </dsp:nvSpPr>
      <dsp:spPr>
        <a:xfrm>
          <a:off x="552699" y="1538452"/>
          <a:ext cx="190556" cy="5843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84374"/>
              </a:lnTo>
              <a:lnTo>
                <a:pt x="190556" y="584374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B7318A-1F94-464C-9970-90A2F70AF610}">
      <dsp:nvSpPr>
        <dsp:cNvPr id="0" name=""/>
        <dsp:cNvSpPr/>
      </dsp:nvSpPr>
      <dsp:spPr>
        <a:xfrm>
          <a:off x="1060850" y="636483"/>
          <a:ext cx="1537158" cy="266779"/>
        </a:xfrm>
        <a:custGeom>
          <a:avLst/>
          <a:gdLst/>
          <a:ahLst/>
          <a:cxnLst/>
          <a:rect l="0" t="0" r="0" b="0"/>
          <a:pathLst>
            <a:path>
              <a:moveTo>
                <a:pt x="1537158" y="0"/>
              </a:moveTo>
              <a:lnTo>
                <a:pt x="1537158" y="133389"/>
              </a:lnTo>
              <a:lnTo>
                <a:pt x="0" y="133389"/>
              </a:lnTo>
              <a:lnTo>
                <a:pt x="0" y="266779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97AD21-BD66-48FF-9059-4ADC3298DD87}">
      <dsp:nvSpPr>
        <dsp:cNvPr id="0" name=""/>
        <dsp:cNvSpPr/>
      </dsp:nvSpPr>
      <dsp:spPr>
        <a:xfrm>
          <a:off x="1962819" y="1293"/>
          <a:ext cx="1270379" cy="63518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noProof="0" dirty="0"/>
            <a:t>Structural Diagrams</a:t>
          </a:r>
        </a:p>
      </dsp:txBody>
      <dsp:txXfrm>
        <a:off x="1962819" y="1293"/>
        <a:ext cx="1270379" cy="635189"/>
      </dsp:txXfrm>
    </dsp:sp>
    <dsp:sp modelId="{42198CF7-6716-4043-8DAC-A47A10A55CE1}">
      <dsp:nvSpPr>
        <dsp:cNvPr id="0" name=""/>
        <dsp:cNvSpPr/>
      </dsp:nvSpPr>
      <dsp:spPr>
        <a:xfrm>
          <a:off x="425661" y="903262"/>
          <a:ext cx="1270379" cy="635189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noProof="0" dirty="0"/>
            <a:t>Useful</a:t>
          </a:r>
        </a:p>
      </dsp:txBody>
      <dsp:txXfrm>
        <a:off x="425661" y="903262"/>
        <a:ext cx="1270379" cy="635189"/>
      </dsp:txXfrm>
    </dsp:sp>
    <dsp:sp modelId="{D99BF1AA-0EFB-434F-8117-7D285995A1F5}">
      <dsp:nvSpPr>
        <dsp:cNvPr id="0" name=""/>
        <dsp:cNvSpPr/>
      </dsp:nvSpPr>
      <dsp:spPr>
        <a:xfrm>
          <a:off x="743255" y="1805232"/>
          <a:ext cx="1270379" cy="635189"/>
        </a:xfrm>
        <a:prstGeom prst="rect">
          <a:avLst/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noProof="0" dirty="0"/>
            <a:t>Class Diagram</a:t>
          </a:r>
        </a:p>
      </dsp:txBody>
      <dsp:txXfrm>
        <a:off x="743255" y="1805232"/>
        <a:ext cx="1270379" cy="635189"/>
      </dsp:txXfrm>
    </dsp:sp>
    <dsp:sp modelId="{E0D110F6-61F0-4927-A76E-00D99F7FACBF}">
      <dsp:nvSpPr>
        <dsp:cNvPr id="0" name=""/>
        <dsp:cNvSpPr/>
      </dsp:nvSpPr>
      <dsp:spPr>
        <a:xfrm>
          <a:off x="743255" y="2707201"/>
          <a:ext cx="1270379" cy="635189"/>
        </a:xfrm>
        <a:prstGeom prst="rect">
          <a:avLst/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noProof="0" dirty="0"/>
            <a:t>Component Diagram</a:t>
          </a:r>
        </a:p>
      </dsp:txBody>
      <dsp:txXfrm>
        <a:off x="743255" y="2707201"/>
        <a:ext cx="1270379" cy="635189"/>
      </dsp:txXfrm>
    </dsp:sp>
    <dsp:sp modelId="{340114DB-43AF-414D-9E60-3619830DFAE6}">
      <dsp:nvSpPr>
        <dsp:cNvPr id="0" name=""/>
        <dsp:cNvSpPr/>
      </dsp:nvSpPr>
      <dsp:spPr>
        <a:xfrm>
          <a:off x="1962819" y="903262"/>
          <a:ext cx="1270379" cy="635189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noProof="0" dirty="0"/>
            <a:t>Rarely Used</a:t>
          </a:r>
        </a:p>
      </dsp:txBody>
      <dsp:txXfrm>
        <a:off x="1962819" y="903262"/>
        <a:ext cx="1270379" cy="635189"/>
      </dsp:txXfrm>
    </dsp:sp>
    <dsp:sp modelId="{19AAF70F-0B1A-4010-A127-B126688BDD97}">
      <dsp:nvSpPr>
        <dsp:cNvPr id="0" name=""/>
        <dsp:cNvSpPr/>
      </dsp:nvSpPr>
      <dsp:spPr>
        <a:xfrm>
          <a:off x="2280414" y="1805232"/>
          <a:ext cx="1270379" cy="635189"/>
        </a:xfrm>
        <a:prstGeom prst="rect">
          <a:avLst/>
        </a:prstGeom>
        <a:solidFill>
          <a:srgbClr val="E9975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noProof="0" dirty="0"/>
            <a:t>Deployment Diagram</a:t>
          </a:r>
        </a:p>
      </dsp:txBody>
      <dsp:txXfrm>
        <a:off x="2280414" y="1805232"/>
        <a:ext cx="1270379" cy="635189"/>
      </dsp:txXfrm>
    </dsp:sp>
    <dsp:sp modelId="{8B898D08-2970-4DBA-A724-E5A4D7BE2596}">
      <dsp:nvSpPr>
        <dsp:cNvPr id="0" name=""/>
        <dsp:cNvSpPr/>
      </dsp:nvSpPr>
      <dsp:spPr>
        <a:xfrm>
          <a:off x="2280414" y="2707201"/>
          <a:ext cx="1270379" cy="635189"/>
        </a:xfrm>
        <a:prstGeom prst="rect">
          <a:avLst/>
        </a:prstGeom>
        <a:solidFill>
          <a:srgbClr val="E99757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noProof="0" dirty="0"/>
            <a:t>Package Diagram</a:t>
          </a:r>
        </a:p>
      </dsp:txBody>
      <dsp:txXfrm>
        <a:off x="2280414" y="2707201"/>
        <a:ext cx="1270379" cy="635189"/>
      </dsp:txXfrm>
    </dsp:sp>
    <dsp:sp modelId="{3AA0F3F5-8A99-4566-A8F9-32224410DDC6}">
      <dsp:nvSpPr>
        <dsp:cNvPr id="0" name=""/>
        <dsp:cNvSpPr/>
      </dsp:nvSpPr>
      <dsp:spPr>
        <a:xfrm>
          <a:off x="3499978" y="903262"/>
          <a:ext cx="1270379" cy="635189"/>
        </a:xfrm>
        <a:prstGeom prst="rect">
          <a:avLst/>
        </a:prstGeom>
        <a:solidFill>
          <a:schemeClr val="lt1"/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noProof="0" dirty="0"/>
            <a:t>Academic Fossil</a:t>
          </a:r>
        </a:p>
      </dsp:txBody>
      <dsp:txXfrm>
        <a:off x="3499978" y="903262"/>
        <a:ext cx="1270379" cy="635189"/>
      </dsp:txXfrm>
    </dsp:sp>
    <dsp:sp modelId="{12330723-B0C0-4EA0-AD9E-0D99BB3459E6}">
      <dsp:nvSpPr>
        <dsp:cNvPr id="0" name=""/>
        <dsp:cNvSpPr/>
      </dsp:nvSpPr>
      <dsp:spPr>
        <a:xfrm>
          <a:off x="3817573" y="1805232"/>
          <a:ext cx="1270379" cy="635189"/>
        </a:xfrm>
        <a:prstGeom prst="rect">
          <a:avLst/>
        </a:prstGeom>
        <a:solidFill>
          <a:schemeClr val="accent6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noProof="0" dirty="0"/>
            <a:t>Composite Structure Diagram</a:t>
          </a:r>
        </a:p>
      </dsp:txBody>
      <dsp:txXfrm>
        <a:off x="3817573" y="1805232"/>
        <a:ext cx="1270379" cy="635189"/>
      </dsp:txXfrm>
    </dsp:sp>
    <dsp:sp modelId="{48033C01-9134-46D5-A852-94FA97E04126}">
      <dsp:nvSpPr>
        <dsp:cNvPr id="0" name=""/>
        <dsp:cNvSpPr/>
      </dsp:nvSpPr>
      <dsp:spPr>
        <a:xfrm>
          <a:off x="3817573" y="2707201"/>
          <a:ext cx="1270379" cy="635189"/>
        </a:xfrm>
        <a:prstGeom prst="rect">
          <a:avLst/>
        </a:prstGeom>
        <a:solidFill>
          <a:schemeClr val="accent6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noProof="0" dirty="0"/>
            <a:t>Object Diagram</a:t>
          </a:r>
        </a:p>
      </dsp:txBody>
      <dsp:txXfrm>
        <a:off x="3817573" y="2707201"/>
        <a:ext cx="1270379" cy="635189"/>
      </dsp:txXfrm>
    </dsp:sp>
    <dsp:sp modelId="{8989A8B5-28DE-4EBA-9778-510FB919737B}">
      <dsp:nvSpPr>
        <dsp:cNvPr id="0" name=""/>
        <dsp:cNvSpPr/>
      </dsp:nvSpPr>
      <dsp:spPr>
        <a:xfrm>
          <a:off x="3817573" y="3609170"/>
          <a:ext cx="1270379" cy="635189"/>
        </a:xfrm>
        <a:prstGeom prst="rect">
          <a:avLst/>
        </a:prstGeom>
        <a:solidFill>
          <a:schemeClr val="accent6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noProof="0" dirty="0"/>
            <a:t>Profile Diagram</a:t>
          </a:r>
        </a:p>
      </dsp:txBody>
      <dsp:txXfrm>
        <a:off x="3817573" y="3609170"/>
        <a:ext cx="1270379" cy="6351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5/9/26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5/9/26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8B34ED-4CDD-41C9-90F7-D768D5559A6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204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DD426-907A-03E2-9CD9-E6CEE4C06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9BF53F-DF0C-0CB7-4398-4B29B23908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66B17C-2FCE-F1A2-CD83-C62ED4F8FC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B0B55E-09A5-9AEB-74FD-C67E0F4378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1509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97902-E9E3-F0D2-1BF9-E59BC64DC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3C5D58-7CF3-C1D4-E5AA-B0FCE871EF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E62105-2C10-60F3-B279-BD76D18200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CFA6E0-DFF2-D03C-09F1-DA3FDF79CC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1637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22C99-F571-10C8-210A-7EB827849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740326-B3F3-96F7-78BE-1BD5B4EF95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E96777-52BC-B34E-4867-75A95A370A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9B7396-1C0D-C648-E5F5-A2155990FE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1880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BC760-D62C-5DDA-A93F-F5BE43012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0E16E8-9C6B-41C6-C8C5-4969674345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9408EE-5002-054C-0C80-AE9047E3AB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Dashboard and Catalogue are UI components depend on Vendor and Product services. All services use Persistence that use a database. E.g. the Database provides an interface called JDBC for persistence to use. Persistence uses Hibernate for ORM and persistence.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Order requires an interface that the courier service provides through which order talks to courier service.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Keep in mind that the Vendor, Product, Order here are not classes but entire components that contain several classes inside them.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05836B-EEE7-AB63-B0A3-44A749AA63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4613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C5E35-20DC-E13E-EEE9-947DF4F9A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3341D3-C2FF-BFF3-1B90-DACD1F1D93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C1FBC0-13DA-244A-C9B1-2B6CBBD440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Artifacts include source code files, executables, documents, libraries, configuration files.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5FFBF-A87F-626A-0602-20DD9669D4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2299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5D8EF-4E60-62B7-4DE1-626D11A84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F34127-3CAA-B5C4-71C8-7283679E0E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3899BA-9440-8AFA-5173-C18CEFFEF2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7B89CF-C97F-AF05-529E-CDDA876F7F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8552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5224A-CFB8-0652-B157-17FEAAFDF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7F4BF8-AC2A-27CF-B406-5B623DAB69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A19CA0-B3AD-7EDF-7804-36AB1F23BC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B0474-F5F1-74F5-CFC1-6B3E34D069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9215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75E98-A527-76DA-3944-CDDA3FD2D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F0D732-8311-0379-87D8-D335A0C7CD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A9BC93-02C1-0A0D-56E2-B006193BB4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7654F1-AAA0-B39D-3104-7ACFFA509A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5020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A4820-7D64-C519-7255-72030DA95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522EFB-6532-05BC-3527-5640FB4961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622B3D-D3E6-9FA1-3164-CBB6FEAC95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C09441-50AA-F73A-EE70-8F112A155D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305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/3.0/" TargetMode="External"/><Relationship Id="rId4" Type="http://schemas.openxmlformats.org/officeDocument/2006/relationships/hyperlink" Target="https://www.solaresearch.org/2019/12/journal-of-learning-analytics-jla-volume-6-issue-3-now-available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/>
              <a:t>Software Engineering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146856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7684" r="33028"/>
          <a:stretch>
            <a:fillRect/>
          </a:stretch>
        </p:blipFill>
        <p:spPr>
          <a:xfrm>
            <a:off x="0" y="0"/>
            <a:ext cx="6096000" cy="6858000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19" y="2078874"/>
            <a:ext cx="4924398" cy="4136198"/>
          </a:xfrm>
        </p:spPr>
        <p:txBody>
          <a:bodyPr/>
          <a:lstStyle/>
          <a:p>
            <a:r>
              <a:rPr lang="en-US" dirty="0"/>
              <a:t>Recap</a:t>
            </a:r>
          </a:p>
          <a:p>
            <a:r>
              <a:rPr lang="en-US" dirty="0"/>
              <a:t>Component Diagram</a:t>
            </a:r>
          </a:p>
          <a:p>
            <a:r>
              <a:rPr lang="en-US" dirty="0"/>
              <a:t>Deployment Diagram</a:t>
            </a:r>
          </a:p>
          <a:p>
            <a:r>
              <a:rPr lang="en-US" dirty="0"/>
              <a:t>Package Diagram</a:t>
            </a:r>
          </a:p>
          <a:p>
            <a:r>
              <a:rPr lang="en-US" dirty="0"/>
              <a:t>Activity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5FA580-2511-43FF-99FF-4AD8C9598CD1}"/>
              </a:ext>
            </a:extLst>
          </p:cNvPr>
          <p:cNvSpPr txBox="1"/>
          <p:nvPr/>
        </p:nvSpPr>
        <p:spPr>
          <a:xfrm>
            <a:off x="0" y="6858000"/>
            <a:ext cx="6096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900">
                <a:hlinkClick r:id="rId4" tooltip="https://www.solaresearch.org/2019/12/journal-of-learning-analytics-jla-volume-6-issue-3-now-available/"/>
              </a:rPr>
              <a:t>This Photo</a:t>
            </a:r>
            <a:r>
              <a:rPr lang="en-PK" sz="900"/>
              <a:t> by Unknown Author is licensed under </a:t>
            </a:r>
            <a:r>
              <a:rPr lang="en-PK" sz="900">
                <a:hlinkClick r:id="rId5" tooltip="https://creativecommons.org/licenses/by/3.0/"/>
              </a:rPr>
              <a:t>CC BY</a:t>
            </a:r>
            <a:endParaRPr lang="en-PK" sz="90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BD96E-9577-76C5-3225-BAC7A9B98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405FA38D-BB15-0538-86B9-6835FA158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943A46A-7E2B-363C-B709-775104920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38804837-7ECD-818F-BF7A-AB34117F5B66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Recap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8EB25020-A32B-2FFA-526D-67B1724B04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A4755A0F-C3AE-6798-3BF3-522B611A0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0F3D7-CE48-3784-1D89-AC23BC96507B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502061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We studied Work Breakdown Structure diagram.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We learned about Class Diagram, the most important structural diagrams in Object-oriented design.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We will now discuss other structural diagrams in UML modelling.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GB" sz="3400" dirty="0"/>
          </a:p>
        </p:txBody>
      </p:sp>
    </p:spTree>
    <p:extLst>
      <p:ext uri="{BB962C8B-B14F-4D97-AF65-F5344CB8AC3E}">
        <p14:creationId xmlns:p14="http://schemas.microsoft.com/office/powerpoint/2010/main" val="2708291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BCD80-153C-1EEE-75DA-4E570DB28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74C8790-D137-675D-BEF7-2EC476950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B89CB8D-2014-3C51-95B7-3DF2E85AE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221D6FF5-44DD-2B72-B5A9-A205F59F9D03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Structural Diagrams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1A828739-7F44-315A-C5A3-FB4609E1F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A17E3E8A-8F3C-0992-926B-3CDAD9321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C898225-7AFE-C7B7-1970-E06CD280448A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6458002" cy="4887878"/>
          </a:xfrm>
          <a:prstGeom prst="rect">
            <a:avLst/>
          </a:prstGeom>
        </p:spPr>
        <p:txBody>
          <a:bodyPr numCol="1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Component Diagrams are used to show how various components in a modular design are organized and relate to each other.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Deployment Diagrams map software components on physical resources like servers, network devices and storage.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Package Diagrams provides visual representations of packages that are composed of classes and components.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A8ACFEB4-B229-A576-F422-8EED68A2DD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55663945"/>
              </p:ext>
            </p:extLst>
          </p:nvPr>
        </p:nvGraphicFramePr>
        <p:xfrm>
          <a:off x="6678386" y="1708714"/>
          <a:ext cx="5513614" cy="42456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69978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FCB79-288D-5AF3-2C12-EAA906028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18458EE1-FAA9-2232-4F6F-1A80C5AE4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330120BF-8D2E-6061-AF03-5B8F95588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5FA2BAA5-5097-1C28-A373-F490C72845BA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Component Diagram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46EAF698-47DC-D635-FBE2-D7CED3A1BC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D93E4D2C-24B6-48E5-0232-9C019FA0DE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06491C-8BB1-8700-F16A-FA31D424FF14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Components are units that offer that encapsulate implementation by providing interfaces.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Still used by Software architects, Backend teams and for Microservice Architecture Documentation.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Notations: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Component: fundamental notation – a box, annotated by stereotype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Interface: a special connector (lollipop connector) that is Provided by one component and Required by another component.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000" dirty="0"/>
              <a:t>Relationship: a dependency (dashed arrow), association (line) or assembly connector (lollipop) showing how two components relate with one another.</a:t>
            </a:r>
          </a:p>
        </p:txBody>
      </p:sp>
    </p:spTree>
    <p:extLst>
      <p:ext uri="{BB962C8B-B14F-4D97-AF65-F5344CB8AC3E}">
        <p14:creationId xmlns:p14="http://schemas.microsoft.com/office/powerpoint/2010/main" val="777676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B8723-C293-D196-FDBB-49C0193E7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355EBDFE-9F25-00DE-07E4-DBE19AE32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6347ACF-454B-F988-BB1C-B667B5825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26107B82-3986-1E20-7104-56F43166A87D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Component Diagram – </a:t>
            </a:r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PakWheels</a:t>
            </a:r>
            <a:endParaRPr lang="en-US" sz="32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8266E919-D604-DD12-8972-66C1B6C4EE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99BD76DE-31A9-CAA2-8788-FBA9428B3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220B26-5ECC-3739-BD38-FB1363C81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278" y="1373728"/>
            <a:ext cx="10589443" cy="5179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125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64265-6722-A6AC-BA83-C2819666A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8052892C-C734-66C9-BCBE-2B35C80DC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B89A8BAA-F254-B3D3-1438-B4A404CE8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ADA4FB82-EB86-BE9A-64D3-B6A12C068647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Deployment Diagram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F6DCA617-6488-D9F5-97FC-E28911BBD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1C7050E4-5577-D23F-A718-EA9BDAD519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D0AB022-B148-71F1-4E86-468931AD7EDA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Deployment diagrams are sometimes used by Infrastructure and DevOps teams to visualize how the artifacts are deployed on physical hardware that enable the software system to work.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Notations: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Node: hardware device (cube)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Artifact: physical piece of information used or created during SE process. </a:t>
            </a:r>
          </a:p>
        </p:txBody>
      </p:sp>
    </p:spTree>
    <p:extLst>
      <p:ext uri="{BB962C8B-B14F-4D97-AF65-F5344CB8AC3E}">
        <p14:creationId xmlns:p14="http://schemas.microsoft.com/office/powerpoint/2010/main" val="905223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BCE34-45DF-BC66-9DAD-1D6792B8F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7AFA13B2-2156-EEA2-010A-09CCA082F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BFF1DD5-01B4-689D-70F6-986804D36B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9D8E3368-E09E-1119-FA1B-6E98D109446E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Deployment Diagram – </a:t>
            </a:r>
            <a:r>
              <a:rPr lang="en-US" sz="3200" dirty="0" err="1">
                <a:solidFill>
                  <a:srgbClr val="FFFFFF"/>
                </a:solidFill>
                <a:latin typeface="Arial"/>
                <a:cs typeface="Arial"/>
              </a:rPr>
              <a:t>PakWheels</a:t>
            </a:r>
            <a:endParaRPr lang="en-US" sz="32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524EAE35-7006-D83E-6FE5-E02F3E9473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BE658962-18B3-D3FB-2304-FDBAE06EC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713450-97AB-E0D0-6453-3F48ACF51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383" y="3405047"/>
            <a:ext cx="9155784" cy="3070369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2508676-EA83-7F2E-7121-15ECE1D400E3}"/>
              </a:ext>
            </a:extLst>
          </p:cNvPr>
          <p:cNvSpPr txBox="1">
            <a:spLocks/>
          </p:cNvSpPr>
          <p:nvPr/>
        </p:nvSpPr>
        <p:spPr>
          <a:xfrm>
            <a:off x="220384" y="1532588"/>
            <a:ext cx="11743016" cy="1794676"/>
          </a:xfrm>
          <a:prstGeom prst="rect">
            <a:avLst/>
          </a:prstGeom>
        </p:spPr>
        <p:txBody>
          <a:bodyPr numCol="1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There are 3 hardware nodes involved in the deployment.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The artifacts are hosted inside nodes. Ports are OS-level ports that the nodes communicate on.</a:t>
            </a:r>
          </a:p>
        </p:txBody>
      </p:sp>
    </p:spTree>
    <p:extLst>
      <p:ext uri="{BB962C8B-B14F-4D97-AF65-F5344CB8AC3E}">
        <p14:creationId xmlns:p14="http://schemas.microsoft.com/office/powerpoint/2010/main" val="1641270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A4581-002B-F6E6-871E-A3DA0387B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688D3CEE-6603-0D56-04A3-A68E11A68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A89CB0F0-CBBD-6A03-D402-86B792B62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9C70997E-A316-5168-3CA4-8983941412D5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Package Diagram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E81E9C8E-57C5-68B2-FBFA-2FC85EAC7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33ECD722-1A1D-FF3A-64AE-D2FFC662F8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B45E012-DDF7-1A78-39F2-724D8CD5F5A1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Package diagrams organize large system into business-logic or technical units belonging to same stereotypes.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Packages are depicted as file folders and can be used on any of the UML diagrams. A package can also contain subpackages.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Notations: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Package: represented by a folder icon; it’s a collection of logically related UML elements.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Relations: a generalization arrow or a dependency arrow (dashed lines).</a:t>
            </a:r>
          </a:p>
        </p:txBody>
      </p:sp>
    </p:spTree>
    <p:extLst>
      <p:ext uri="{BB962C8B-B14F-4D97-AF65-F5344CB8AC3E}">
        <p14:creationId xmlns:p14="http://schemas.microsoft.com/office/powerpoint/2010/main" val="1578629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81917-5099-23BF-C8A7-ABD5C10E0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5BBC4115-6C5B-7134-BC55-F8575E688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733600A-BF39-9FD8-FBD4-0C2C65B89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60C57420-559F-2311-9552-24906BB1AE71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Package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0A3255-08A0-B7EF-F10D-6D0555401F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3355" y="1293816"/>
            <a:ext cx="8265289" cy="5570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949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C0AA3-73FF-9D7C-550E-C84F1A05B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A9EF578A-F6B8-F738-6255-0896C37EA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Sample 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7208EB05-0721-C6BC-5F42-7A0F2BF6B0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2B8CFC99-ABED-BB6E-92B9-A0EA7FBC6C6B}"/>
              </a:ext>
            </a:extLst>
          </p:cNvPr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Package Diagram</a:t>
            </a:r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BEC05418-9C19-A514-10CD-A3F2973A3C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7BFB69C0-7A8A-442B-5B64-61FABBF48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3BF51F-5099-4E42-9E7E-DC96D93B0992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 numCol="1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Package diagrams organize large system into business-logic or technical units belonging to same stereotypes.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Packages are depicted as file folders and can be used on any of the UML diagrams. A package can also contain subpackages.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400" dirty="0"/>
              <a:t>Notations: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Package: represented by a folder icon; it’s a collection of logically related UML elements.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GB" sz="3200" dirty="0"/>
              <a:t>Relations: a generalization arrow or a dependency arrow (dashed lines).</a:t>
            </a:r>
          </a:p>
        </p:txBody>
      </p:sp>
    </p:spTree>
    <p:extLst>
      <p:ext uri="{BB962C8B-B14F-4D97-AF65-F5344CB8AC3E}">
        <p14:creationId xmlns:p14="http://schemas.microsoft.com/office/powerpoint/2010/main" val="886801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3D9F223-918A-45AF-9B53-56AB9E5E2182}">
  <ds:schemaRefs>
    <ds:schemaRef ds:uri="71af3243-3dd4-4a8d-8c0d-dd76da1f02a5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5BB9993-D5F9-46FA-B2E5-80E3632E9820}">
  <ds:schemaRefs>
    <ds:schemaRef ds:uri="16c05727-aa75-4e4a-9b5f-8a80a1165891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1727</TotalTime>
  <Words>617</Words>
  <Application>Microsoft Macintosh PowerPoint</Application>
  <PresentationFormat>Widescreen</PresentationFormat>
  <Paragraphs>86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Biome Light</vt:lpstr>
      <vt:lpstr>Calibri</vt:lpstr>
      <vt:lpstr>Calibri Light</vt:lpstr>
      <vt:lpstr>Wingdings</vt:lpstr>
      <vt:lpstr>Office Theme</vt:lpstr>
      <vt:lpstr>Software Engineering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Rabeeba Batool</cp:lastModifiedBy>
  <cp:revision>1</cp:revision>
  <dcterms:created xsi:type="dcterms:W3CDTF">2022-11-22T20:08:03Z</dcterms:created>
  <dcterms:modified xsi:type="dcterms:W3CDTF">2026-05-09T14:55:17Z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