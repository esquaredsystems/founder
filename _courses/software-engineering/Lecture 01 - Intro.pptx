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5"/>
  </p:notesMasterIdLst>
  <p:handoutMasterIdLst>
    <p:handoutMasterId r:id="rId26"/>
  </p:handoutMasterIdLst>
  <p:sldIdLst>
    <p:sldId id="2503" r:id="rId5"/>
    <p:sldId id="2462" r:id="rId6"/>
    <p:sldId id="2536" r:id="rId7"/>
    <p:sldId id="2537" r:id="rId8"/>
    <p:sldId id="2538" r:id="rId9"/>
    <p:sldId id="2539" r:id="rId10"/>
    <p:sldId id="2540" r:id="rId11"/>
    <p:sldId id="2542" r:id="rId12"/>
    <p:sldId id="2543" r:id="rId13"/>
    <p:sldId id="2545" r:id="rId14"/>
    <p:sldId id="2546" r:id="rId15"/>
    <p:sldId id="2547" r:id="rId16"/>
    <p:sldId id="2548" r:id="rId17"/>
    <p:sldId id="2554" r:id="rId18"/>
    <p:sldId id="2549" r:id="rId19"/>
    <p:sldId id="2550" r:id="rId20"/>
    <p:sldId id="2551" r:id="rId21"/>
    <p:sldId id="2552" r:id="rId22"/>
    <p:sldId id="2553" r:id="rId23"/>
    <p:sldId id="2436"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92" userDrawn="1">
          <p15:clr>
            <a:srgbClr val="A4A3A4"/>
          </p15:clr>
        </p15:guide>
        <p15:guide id="2" pos="3840" userDrawn="1">
          <p15:clr>
            <a:srgbClr val="A4A3A4"/>
          </p15:clr>
        </p15:guide>
        <p15:guide id="3" orient="horz" pos="141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023B"/>
    <a:srgbClr val="898989"/>
    <a:srgbClr val="2F3342"/>
    <a:srgbClr val="A53F52"/>
    <a:srgbClr val="2C2153"/>
    <a:srgbClr val="E9975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652A41-98A3-42A6-88E6-283D72DC938B}" v="14" dt="2026-03-05T02:32:06.89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572" autoAdjust="0"/>
    <p:restoredTop sz="92874" autoAdjust="0"/>
  </p:normalViewPr>
  <p:slideViewPr>
    <p:cSldViewPr snapToGrid="0">
      <p:cViewPr varScale="1">
        <p:scale>
          <a:sx n="95" d="100"/>
          <a:sy n="95" d="100"/>
        </p:scale>
        <p:origin x="198" y="306"/>
      </p:cViewPr>
      <p:guideLst>
        <p:guide orient="horz" pos="1992"/>
        <p:guide pos="3840"/>
        <p:guide orient="horz" pos="1416"/>
      </p:guideLst>
    </p:cSldViewPr>
  </p:slideViewPr>
  <p:outlineViewPr>
    <p:cViewPr>
      <p:scale>
        <a:sx n="33" d="100"/>
        <a:sy n="33" d="100"/>
      </p:scale>
      <p:origin x="0" y="-5189"/>
    </p:cViewPr>
  </p:outlineViewPr>
  <p:notesTextViewPr>
    <p:cViewPr>
      <p:scale>
        <a:sx n="1" d="1"/>
        <a:sy n="1" d="1"/>
      </p:scale>
      <p:origin x="0" y="0"/>
    </p:cViewPr>
  </p:notesTextViewPr>
  <p:sorterViewPr>
    <p:cViewPr>
      <p:scale>
        <a:sx n="130" d="100"/>
        <a:sy n="130" d="100"/>
      </p:scale>
      <p:origin x="0" y="-8722"/>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wais Ahmed" userId="6abc7d4556b3b071" providerId="LiveId" clId="{641304C9-537E-56B8-9D3B-F295291B91EB}"/>
    <pc:docChg chg="undo custSel delSld modSld">
      <pc:chgData name="Owais Ahmed" userId="6abc7d4556b3b071" providerId="LiveId" clId="{641304C9-537E-56B8-9D3B-F295291B91EB}" dt="2026-02-28T07:00:43.587" v="655" actId="20577"/>
      <pc:docMkLst>
        <pc:docMk/>
      </pc:docMkLst>
      <pc:sldChg chg="modSp mod">
        <pc:chgData name="Owais Ahmed" userId="6abc7d4556b3b071" providerId="LiveId" clId="{641304C9-537E-56B8-9D3B-F295291B91EB}" dt="2026-02-05T16:59:56.188" v="19" actId="20577"/>
        <pc:sldMkLst>
          <pc:docMk/>
          <pc:sldMk cId="146856052" sldId="2503"/>
        </pc:sldMkLst>
        <pc:spChg chg="mod">
          <ac:chgData name="Owais Ahmed" userId="6abc7d4556b3b071" providerId="LiveId" clId="{641304C9-537E-56B8-9D3B-F295291B91EB}" dt="2026-02-05T16:59:56.188" v="19" actId="20577"/>
          <ac:spMkLst>
            <pc:docMk/>
            <pc:sldMk cId="146856052" sldId="2503"/>
            <ac:spMk id="9" creationId="{79DC1498-E692-42BA-B69F-6D37E6CFACA0}"/>
          </ac:spMkLst>
        </pc:spChg>
      </pc:sldChg>
      <pc:sldChg chg="modSp mod modAnim">
        <pc:chgData name="Owais Ahmed" userId="6abc7d4556b3b071" providerId="LiveId" clId="{641304C9-537E-56B8-9D3B-F295291B91EB}" dt="2026-02-05T17:05:40.044" v="431" actId="20577"/>
        <pc:sldMkLst>
          <pc:docMk/>
          <pc:sldMk cId="1489557677" sldId="2536"/>
        </pc:sldMkLst>
        <pc:spChg chg="mod">
          <ac:chgData name="Owais Ahmed" userId="6abc7d4556b3b071" providerId="LiveId" clId="{641304C9-537E-56B8-9D3B-F295291B91EB}" dt="2026-02-05T17:05:40.044" v="431" actId="20577"/>
          <ac:spMkLst>
            <pc:docMk/>
            <pc:sldMk cId="1489557677" sldId="2536"/>
            <ac:spMk id="3" creationId="{376CC965-0BC8-FC64-8304-9D1604334888}"/>
          </ac:spMkLst>
        </pc:spChg>
      </pc:sldChg>
      <pc:sldChg chg="modAnim">
        <pc:chgData name="Owais Ahmed" userId="6abc7d4556b3b071" providerId="LiveId" clId="{641304C9-537E-56B8-9D3B-F295291B91EB}" dt="2026-02-28T06:14:15.432" v="452"/>
        <pc:sldMkLst>
          <pc:docMk/>
          <pc:sldMk cId="2699803739" sldId="2537"/>
        </pc:sldMkLst>
      </pc:sldChg>
      <pc:sldChg chg="modNotesTx">
        <pc:chgData name="Owais Ahmed" userId="6abc7d4556b3b071" providerId="LiveId" clId="{641304C9-537E-56B8-9D3B-F295291B91EB}" dt="2026-02-28T06:58:28.679" v="454" actId="20577"/>
        <pc:sldMkLst>
          <pc:docMk/>
          <pc:sldMk cId="4249304647" sldId="2545"/>
        </pc:sldMkLst>
      </pc:sldChg>
      <pc:sldChg chg="modSp mod modAnim modNotesTx">
        <pc:chgData name="Owais Ahmed" userId="6abc7d4556b3b071" providerId="LiveId" clId="{641304C9-537E-56B8-9D3B-F295291B91EB}" dt="2026-02-28T07:00:43.587" v="655" actId="20577"/>
        <pc:sldMkLst>
          <pc:docMk/>
          <pc:sldMk cId="3845795008" sldId="2569"/>
        </pc:sldMkLst>
        <pc:spChg chg="mod">
          <ac:chgData name="Owais Ahmed" userId="6abc7d4556b3b071" providerId="LiveId" clId="{641304C9-537E-56B8-9D3B-F295291B91EB}" dt="2026-02-28T07:00:43.587" v="655" actId="20577"/>
          <ac:spMkLst>
            <pc:docMk/>
            <pc:sldMk cId="3845795008" sldId="2569"/>
            <ac:spMk id="3" creationId="{FD686FE6-07AD-4045-567E-3D9E6ACC0202}"/>
          </ac:spMkLst>
        </pc:spChg>
      </pc:sldChg>
    </pc:docChg>
  </pc:docChgLst>
  <pc:docChgLst>
    <pc:chgData name="Owais Ahmed" userId="6abc7d4556b3b071" providerId="LiveId" clId="{D0A51F83-B713-4A4D-8105-C75936B8E1D2}"/>
    <pc:docChg chg="undo redo custSel addSld delSld modSld sldOrd">
      <pc:chgData name="Owais Ahmed" userId="6abc7d4556b3b071" providerId="LiveId" clId="{D0A51F83-B713-4A4D-8105-C75936B8E1D2}" dt="2026-03-05T02:32:06.889" v="7029"/>
      <pc:docMkLst>
        <pc:docMk/>
      </pc:docMkLst>
      <pc:sldChg chg="modSp mod">
        <pc:chgData name="Owais Ahmed" userId="6abc7d4556b3b071" providerId="LiveId" clId="{D0A51F83-B713-4A4D-8105-C75936B8E1D2}" dt="2026-02-22T10:24:10.206" v="6195" actId="6549"/>
        <pc:sldMkLst>
          <pc:docMk/>
          <pc:sldMk cId="1649098948" sldId="2462"/>
        </pc:sldMkLst>
        <pc:spChg chg="mod">
          <ac:chgData name="Owais Ahmed" userId="6abc7d4556b3b071" providerId="LiveId" clId="{D0A51F83-B713-4A4D-8105-C75936B8E1D2}" dt="2026-02-22T10:24:10.206" v="6195" actId="6549"/>
          <ac:spMkLst>
            <pc:docMk/>
            <pc:sldMk cId="1649098948" sldId="2462"/>
            <ac:spMk id="6" creationId="{F3C89A40-EEAA-43AB-9A3A-B2CFDE450F1B}"/>
          </ac:spMkLst>
        </pc:spChg>
      </pc:sldChg>
      <pc:sldChg chg="modSp mod addAnim delAnim modAnim">
        <pc:chgData name="Owais Ahmed" userId="6abc7d4556b3b071" providerId="LiveId" clId="{D0A51F83-B713-4A4D-8105-C75936B8E1D2}" dt="2026-03-05T02:29:04.220" v="7010"/>
        <pc:sldMkLst>
          <pc:docMk/>
          <pc:sldMk cId="1489557677" sldId="2536"/>
        </pc:sldMkLst>
        <pc:spChg chg="mod">
          <ac:chgData name="Owais Ahmed" userId="6abc7d4556b3b071" providerId="LiveId" clId="{D0A51F83-B713-4A4D-8105-C75936B8E1D2}" dt="2026-02-20T11:58:10.744" v="2973" actId="20577"/>
          <ac:spMkLst>
            <pc:docMk/>
            <pc:sldMk cId="1489557677" sldId="2536"/>
            <ac:spMk id="3" creationId="{376CC965-0BC8-FC64-8304-9D1604334888}"/>
          </ac:spMkLst>
        </pc:spChg>
      </pc:sldChg>
      <pc:sldChg chg="addSp delSp modSp add mod addAnim delAnim modAnim">
        <pc:chgData name="Owais Ahmed" userId="6abc7d4556b3b071" providerId="LiveId" clId="{D0A51F83-B713-4A4D-8105-C75936B8E1D2}" dt="2026-02-23T10:19:15.776" v="6252" actId="20577"/>
        <pc:sldMkLst>
          <pc:docMk/>
          <pc:sldMk cId="2699803739" sldId="2537"/>
        </pc:sldMkLst>
        <pc:spChg chg="mod">
          <ac:chgData name="Owais Ahmed" userId="6abc7d4556b3b071" providerId="LiveId" clId="{D0A51F83-B713-4A4D-8105-C75936B8E1D2}" dt="2026-02-23T10:19:15.776" v="6252" actId="20577"/>
          <ac:spMkLst>
            <pc:docMk/>
            <pc:sldMk cId="2699803739" sldId="2537"/>
            <ac:spMk id="3" creationId="{EC7DF012-B3C1-0A88-A1F3-E0D151B48B32}"/>
          </ac:spMkLst>
        </pc:spChg>
        <pc:spChg chg="mod">
          <ac:chgData name="Owais Ahmed" userId="6abc7d4556b3b071" providerId="LiveId" clId="{D0A51F83-B713-4A4D-8105-C75936B8E1D2}" dt="2026-02-20T08:06:57.692" v="106" actId="20577"/>
          <ac:spMkLst>
            <pc:docMk/>
            <pc:sldMk cId="2699803739" sldId="2537"/>
            <ac:spMk id="215" creationId="{43F7F289-9CA5-C7C1-4407-8D39EFA82D53}"/>
          </ac:spMkLst>
        </pc:spChg>
        <pc:picChg chg="add mod">
          <ac:chgData name="Owais Ahmed" userId="6abc7d4556b3b071" providerId="LiveId" clId="{D0A51F83-B713-4A4D-8105-C75936B8E1D2}" dt="2026-02-21T07:18:57.886" v="3544" actId="1076"/>
          <ac:picMkLst>
            <pc:docMk/>
            <pc:sldMk cId="2699803739" sldId="2537"/>
            <ac:picMk id="4" creationId="{5AB4E88D-FEA7-660C-701A-583E48B77252}"/>
          </ac:picMkLst>
        </pc:picChg>
        <pc:picChg chg="add mod">
          <ac:chgData name="Owais Ahmed" userId="6abc7d4556b3b071" providerId="LiveId" clId="{D0A51F83-B713-4A4D-8105-C75936B8E1D2}" dt="2026-02-20T08:12:20.887" v="206" actId="167"/>
          <ac:picMkLst>
            <pc:docMk/>
            <pc:sldMk cId="2699803739" sldId="2537"/>
            <ac:picMk id="1028" creationId="{BECC2C4C-E45C-740A-79ED-DDE7F836B9FA}"/>
          </ac:picMkLst>
        </pc:picChg>
      </pc:sldChg>
      <pc:sldChg chg="addSp delSp modSp add mod addAnim delAnim modAnim">
        <pc:chgData name="Owais Ahmed" userId="6abc7d4556b3b071" providerId="LiveId" clId="{D0A51F83-B713-4A4D-8105-C75936B8E1D2}" dt="2026-02-20T08:20:30.882" v="419" actId="6549"/>
        <pc:sldMkLst>
          <pc:docMk/>
          <pc:sldMk cId="3866374994" sldId="2538"/>
        </pc:sldMkLst>
        <pc:spChg chg="mod">
          <ac:chgData name="Owais Ahmed" userId="6abc7d4556b3b071" providerId="LiveId" clId="{D0A51F83-B713-4A4D-8105-C75936B8E1D2}" dt="2026-02-20T08:20:30.882" v="419" actId="6549"/>
          <ac:spMkLst>
            <pc:docMk/>
            <pc:sldMk cId="3866374994" sldId="2538"/>
            <ac:spMk id="3" creationId="{726C5D3D-8968-945E-B2B1-EFE9D560FE42}"/>
          </ac:spMkLst>
        </pc:spChg>
        <pc:picChg chg="mod">
          <ac:chgData name="Owais Ahmed" userId="6abc7d4556b3b071" providerId="LiveId" clId="{D0A51F83-B713-4A4D-8105-C75936B8E1D2}" dt="2026-02-20T08:14:48.529" v="295" actId="14100"/>
          <ac:picMkLst>
            <pc:docMk/>
            <pc:sldMk cId="3866374994" sldId="2538"/>
            <ac:picMk id="5" creationId="{CF35A7F3-313C-C181-9C07-B5789210BAC0}"/>
          </ac:picMkLst>
        </pc:picChg>
      </pc:sldChg>
      <pc:sldChg chg="delSp modSp add mod addAnim delAnim modAnim">
        <pc:chgData name="Owais Ahmed" userId="6abc7d4556b3b071" providerId="LiveId" clId="{D0A51F83-B713-4A4D-8105-C75936B8E1D2}" dt="2026-02-20T08:20:27.538" v="418" actId="20577"/>
        <pc:sldMkLst>
          <pc:docMk/>
          <pc:sldMk cId="3779441050" sldId="2539"/>
        </pc:sldMkLst>
        <pc:spChg chg="mod">
          <ac:chgData name="Owais Ahmed" userId="6abc7d4556b3b071" providerId="LiveId" clId="{D0A51F83-B713-4A4D-8105-C75936B8E1D2}" dt="2026-02-20T08:20:27.538" v="418" actId="20577"/>
          <ac:spMkLst>
            <pc:docMk/>
            <pc:sldMk cId="3779441050" sldId="2539"/>
            <ac:spMk id="3" creationId="{8C160A05-98A0-D908-7255-C03B61EE98E0}"/>
          </ac:spMkLst>
        </pc:spChg>
        <pc:picChg chg="mod">
          <ac:chgData name="Owais Ahmed" userId="6abc7d4556b3b071" providerId="LiveId" clId="{D0A51F83-B713-4A4D-8105-C75936B8E1D2}" dt="2026-02-20T08:18:02.163" v="354" actId="1076"/>
          <ac:picMkLst>
            <pc:docMk/>
            <pc:sldMk cId="3779441050" sldId="2539"/>
            <ac:picMk id="4" creationId="{39EADDDF-6ED4-9BEA-D8D6-3BAB694B727D}"/>
          </ac:picMkLst>
        </pc:picChg>
      </pc:sldChg>
      <pc:sldChg chg="delSp modSp add mod delAnim modAnim">
        <pc:chgData name="Owais Ahmed" userId="6abc7d4556b3b071" providerId="LiveId" clId="{D0A51F83-B713-4A4D-8105-C75936B8E1D2}" dt="2026-02-20T08:25:23.703" v="746" actId="20577"/>
        <pc:sldMkLst>
          <pc:docMk/>
          <pc:sldMk cId="2462781425" sldId="2540"/>
        </pc:sldMkLst>
        <pc:spChg chg="mod">
          <ac:chgData name="Owais Ahmed" userId="6abc7d4556b3b071" providerId="LiveId" clId="{D0A51F83-B713-4A4D-8105-C75936B8E1D2}" dt="2026-02-20T08:25:23.703" v="746" actId="20577"/>
          <ac:spMkLst>
            <pc:docMk/>
            <pc:sldMk cId="2462781425" sldId="2540"/>
            <ac:spMk id="3" creationId="{6F98DA04-19BD-25FD-559E-53283ADE283E}"/>
          </ac:spMkLst>
        </pc:spChg>
        <pc:spChg chg="mod">
          <ac:chgData name="Owais Ahmed" userId="6abc7d4556b3b071" providerId="LiveId" clId="{D0A51F83-B713-4A4D-8105-C75936B8E1D2}" dt="2026-02-20T08:21:11.653" v="428" actId="20577"/>
          <ac:spMkLst>
            <pc:docMk/>
            <pc:sldMk cId="2462781425" sldId="2540"/>
            <ac:spMk id="215" creationId="{61F39E47-A70E-5CC5-6A50-9B9DF701071B}"/>
          </ac:spMkLst>
        </pc:spChg>
      </pc:sldChg>
      <pc:sldChg chg="modSp add mod modAnim modNotesTx">
        <pc:chgData name="Owais Ahmed" userId="6abc7d4556b3b071" providerId="LiveId" clId="{D0A51F83-B713-4A4D-8105-C75936B8E1D2}" dt="2026-02-20T08:32:56.640" v="1194" actId="20577"/>
        <pc:sldMkLst>
          <pc:docMk/>
          <pc:sldMk cId="2770892679" sldId="2542"/>
        </pc:sldMkLst>
        <pc:spChg chg="mod">
          <ac:chgData name="Owais Ahmed" userId="6abc7d4556b3b071" providerId="LiveId" clId="{D0A51F83-B713-4A4D-8105-C75936B8E1D2}" dt="2026-02-20T08:31:49.279" v="957"/>
          <ac:spMkLst>
            <pc:docMk/>
            <pc:sldMk cId="2770892679" sldId="2542"/>
            <ac:spMk id="3" creationId="{904CCC9D-EF75-69C4-5EDA-4494D397605C}"/>
          </ac:spMkLst>
        </pc:spChg>
        <pc:spChg chg="mod">
          <ac:chgData name="Owais Ahmed" userId="6abc7d4556b3b071" providerId="LiveId" clId="{D0A51F83-B713-4A4D-8105-C75936B8E1D2}" dt="2026-02-20T08:25:47.301" v="772" actId="20577"/>
          <ac:spMkLst>
            <pc:docMk/>
            <pc:sldMk cId="2770892679" sldId="2542"/>
            <ac:spMk id="215" creationId="{C487CD37-ADAA-D8CD-4C2F-05F0DCCB3162}"/>
          </ac:spMkLst>
        </pc:spChg>
      </pc:sldChg>
      <pc:sldChg chg="addSp modSp add mod modAnim modNotesTx">
        <pc:chgData name="Owais Ahmed" userId="6abc7d4556b3b071" providerId="LiveId" clId="{D0A51F83-B713-4A4D-8105-C75936B8E1D2}" dt="2026-02-21T08:49:39.841" v="4673" actId="6549"/>
        <pc:sldMkLst>
          <pc:docMk/>
          <pc:sldMk cId="3098189895" sldId="2543"/>
        </pc:sldMkLst>
        <pc:spChg chg="mod">
          <ac:chgData name="Owais Ahmed" userId="6abc7d4556b3b071" providerId="LiveId" clId="{D0A51F83-B713-4A4D-8105-C75936B8E1D2}" dt="2026-02-20T11:23:54.823" v="1954" actId="27636"/>
          <ac:spMkLst>
            <pc:docMk/>
            <pc:sldMk cId="3098189895" sldId="2543"/>
            <ac:spMk id="3" creationId="{1BEF3536-6C72-AA56-51EE-673846E98045}"/>
          </ac:spMkLst>
        </pc:spChg>
        <pc:spChg chg="mod">
          <ac:chgData name="Owais Ahmed" userId="6abc7d4556b3b071" providerId="LiveId" clId="{D0A51F83-B713-4A4D-8105-C75936B8E1D2}" dt="2026-02-21T08:49:39.841" v="4673" actId="6549"/>
          <ac:spMkLst>
            <pc:docMk/>
            <pc:sldMk cId="3098189895" sldId="2543"/>
            <ac:spMk id="215" creationId="{3287BD3B-3156-BFA1-7E99-F3A77C12BB84}"/>
          </ac:spMkLst>
        </pc:spChg>
        <pc:picChg chg="add mod">
          <ac:chgData name="Owais Ahmed" userId="6abc7d4556b3b071" providerId="LiveId" clId="{D0A51F83-B713-4A4D-8105-C75936B8E1D2}" dt="2026-02-20T11:05:43.872" v="1362" actId="962"/>
          <ac:picMkLst>
            <pc:docMk/>
            <pc:sldMk cId="3098189895" sldId="2543"/>
            <ac:picMk id="5" creationId="{1CDDA990-1FFC-66D7-FC0C-90C718DB4292}"/>
          </ac:picMkLst>
        </pc:picChg>
      </pc:sldChg>
      <pc:sldChg chg="modSp add mod modAnim">
        <pc:chgData name="Owais Ahmed" userId="6abc7d4556b3b071" providerId="LiveId" clId="{D0A51F83-B713-4A4D-8105-C75936B8E1D2}" dt="2026-02-21T08:49:48.369" v="4679" actId="6549"/>
        <pc:sldMkLst>
          <pc:docMk/>
          <pc:sldMk cId="4249304647" sldId="2545"/>
        </pc:sldMkLst>
        <pc:spChg chg="mod">
          <ac:chgData name="Owais Ahmed" userId="6abc7d4556b3b071" providerId="LiveId" clId="{D0A51F83-B713-4A4D-8105-C75936B8E1D2}" dt="2026-02-21T08:49:48.369" v="4679" actId="6549"/>
          <ac:spMkLst>
            <pc:docMk/>
            <pc:sldMk cId="4249304647" sldId="2545"/>
            <ac:spMk id="215" creationId="{AAE9221A-223E-F194-A7FF-776413C3E2B7}"/>
          </ac:spMkLst>
        </pc:spChg>
      </pc:sldChg>
      <pc:sldChg chg="addSp delSp modSp add mod modAnim modNotesTx">
        <pc:chgData name="Owais Ahmed" userId="6abc7d4556b3b071" providerId="LiveId" clId="{D0A51F83-B713-4A4D-8105-C75936B8E1D2}" dt="2026-03-05T02:29:54.944" v="7014"/>
        <pc:sldMkLst>
          <pc:docMk/>
          <pc:sldMk cId="2767382148" sldId="2546"/>
        </pc:sldMkLst>
        <pc:spChg chg="mod">
          <ac:chgData name="Owais Ahmed" userId="6abc7d4556b3b071" providerId="LiveId" clId="{D0A51F83-B713-4A4D-8105-C75936B8E1D2}" dt="2026-02-20T11:39:56.785" v="2320" actId="114"/>
          <ac:spMkLst>
            <pc:docMk/>
            <pc:sldMk cId="2767382148" sldId="2546"/>
            <ac:spMk id="3" creationId="{D9D531A2-E677-0EF8-D990-309486703FC0}"/>
          </ac:spMkLst>
        </pc:spChg>
        <pc:spChg chg="mod">
          <ac:chgData name="Owais Ahmed" userId="6abc7d4556b3b071" providerId="LiveId" clId="{D0A51F83-B713-4A4D-8105-C75936B8E1D2}" dt="2026-02-21T08:49:51.280" v="4682" actId="6549"/>
          <ac:spMkLst>
            <pc:docMk/>
            <pc:sldMk cId="2767382148" sldId="2546"/>
            <ac:spMk id="215" creationId="{17C22326-6783-6673-8FE3-FBABA24D2E80}"/>
          </ac:spMkLst>
        </pc:spChg>
        <pc:picChg chg="add mod">
          <ac:chgData name="Owais Ahmed" userId="6abc7d4556b3b071" providerId="LiveId" clId="{D0A51F83-B713-4A4D-8105-C75936B8E1D2}" dt="2026-02-20T11:39:48.886" v="2295" actId="14100"/>
          <ac:picMkLst>
            <pc:docMk/>
            <pc:sldMk cId="2767382148" sldId="2546"/>
            <ac:picMk id="12" creationId="{8F737CA2-3365-22B1-6B0F-556204A27927}"/>
          </ac:picMkLst>
        </pc:picChg>
        <pc:picChg chg="add mod">
          <ac:chgData name="Owais Ahmed" userId="6abc7d4556b3b071" providerId="LiveId" clId="{D0A51F83-B713-4A4D-8105-C75936B8E1D2}" dt="2026-02-20T11:39:45.655" v="2294" actId="14100"/>
          <ac:picMkLst>
            <pc:docMk/>
            <pc:sldMk cId="2767382148" sldId="2546"/>
            <ac:picMk id="3074" creationId="{1DD81B20-B5AE-A27A-E806-F41885AE0C3B}"/>
          </ac:picMkLst>
        </pc:picChg>
      </pc:sldChg>
      <pc:sldChg chg="delSp modSp add mod modAnim">
        <pc:chgData name="Owais Ahmed" userId="6abc7d4556b3b071" providerId="LiveId" clId="{D0A51F83-B713-4A4D-8105-C75936B8E1D2}" dt="2026-02-21T08:50:36.033" v="4737" actId="6549"/>
        <pc:sldMkLst>
          <pc:docMk/>
          <pc:sldMk cId="1959901536" sldId="2547"/>
        </pc:sldMkLst>
        <pc:spChg chg="mod">
          <ac:chgData name="Owais Ahmed" userId="6abc7d4556b3b071" providerId="LiveId" clId="{D0A51F83-B713-4A4D-8105-C75936B8E1D2}" dt="2026-02-20T11:46:33.466" v="2820" actId="20577"/>
          <ac:spMkLst>
            <pc:docMk/>
            <pc:sldMk cId="1959901536" sldId="2547"/>
            <ac:spMk id="3" creationId="{8185A1FE-1170-D283-0EC1-52220FF5AAA1}"/>
          </ac:spMkLst>
        </pc:spChg>
        <pc:spChg chg="mod">
          <ac:chgData name="Owais Ahmed" userId="6abc7d4556b3b071" providerId="LiveId" clId="{D0A51F83-B713-4A4D-8105-C75936B8E1D2}" dt="2026-02-21T08:50:36.033" v="4737" actId="6549"/>
          <ac:spMkLst>
            <pc:docMk/>
            <pc:sldMk cId="1959901536" sldId="2547"/>
            <ac:spMk id="215" creationId="{E37D3F4D-21FC-8D04-DCB6-A800C9DF3EB5}"/>
          </ac:spMkLst>
        </pc:spChg>
      </pc:sldChg>
      <pc:sldChg chg="modSp add mod modAnim modNotesTx">
        <pc:chgData name="Owais Ahmed" userId="6abc7d4556b3b071" providerId="LiveId" clId="{D0A51F83-B713-4A4D-8105-C75936B8E1D2}" dt="2026-02-21T08:50:40.857" v="4742" actId="6549"/>
        <pc:sldMkLst>
          <pc:docMk/>
          <pc:sldMk cId="3071102032" sldId="2548"/>
        </pc:sldMkLst>
        <pc:spChg chg="mod">
          <ac:chgData name="Owais Ahmed" userId="6abc7d4556b3b071" providerId="LiveId" clId="{D0A51F83-B713-4A4D-8105-C75936B8E1D2}" dt="2026-02-20T11:59:26.739" v="3097" actId="20577"/>
          <ac:spMkLst>
            <pc:docMk/>
            <pc:sldMk cId="3071102032" sldId="2548"/>
            <ac:spMk id="3" creationId="{52CA395D-07C2-4270-8C5E-9BD990E5381B}"/>
          </ac:spMkLst>
        </pc:spChg>
        <pc:spChg chg="mod">
          <ac:chgData name="Owais Ahmed" userId="6abc7d4556b3b071" providerId="LiveId" clId="{D0A51F83-B713-4A4D-8105-C75936B8E1D2}" dt="2026-02-21T08:50:40.857" v="4742" actId="6549"/>
          <ac:spMkLst>
            <pc:docMk/>
            <pc:sldMk cId="3071102032" sldId="2548"/>
            <ac:spMk id="215" creationId="{422D0839-6DDA-B860-02A4-28067D22AEBA}"/>
          </ac:spMkLst>
        </pc:spChg>
      </pc:sldChg>
      <pc:sldChg chg="addSp modSp add mod modAnim modNotesTx">
        <pc:chgData name="Owais Ahmed" userId="6abc7d4556b3b071" providerId="LiveId" clId="{D0A51F83-B713-4A4D-8105-C75936B8E1D2}" dt="2026-03-05T02:32:06.889" v="7029"/>
        <pc:sldMkLst>
          <pc:docMk/>
          <pc:sldMk cId="786912056" sldId="2549"/>
        </pc:sldMkLst>
        <pc:spChg chg="mod">
          <ac:chgData name="Owais Ahmed" userId="6abc7d4556b3b071" providerId="LiveId" clId="{D0A51F83-B713-4A4D-8105-C75936B8E1D2}" dt="2026-02-20T11:59:44.080" v="3119" actId="20577"/>
          <ac:spMkLst>
            <pc:docMk/>
            <pc:sldMk cId="786912056" sldId="2549"/>
            <ac:spMk id="3" creationId="{55D7E258-7A2E-6CCE-A74C-CD02FC1A98A6}"/>
          </ac:spMkLst>
        </pc:spChg>
        <pc:spChg chg="mod">
          <ac:chgData name="Owais Ahmed" userId="6abc7d4556b3b071" providerId="LiveId" clId="{D0A51F83-B713-4A4D-8105-C75936B8E1D2}" dt="2026-02-21T08:50:47.584" v="4748" actId="6549"/>
          <ac:spMkLst>
            <pc:docMk/>
            <pc:sldMk cId="786912056" sldId="2549"/>
            <ac:spMk id="215" creationId="{DE3F418A-9D0B-1AC8-06FD-857B7CC401EA}"/>
          </ac:spMkLst>
        </pc:spChg>
        <pc:graphicFrameChg chg="add mod modGraphic">
          <ac:chgData name="Owais Ahmed" userId="6abc7d4556b3b071" providerId="LiveId" clId="{D0A51F83-B713-4A4D-8105-C75936B8E1D2}" dt="2026-02-20T12:04:52.604" v="3188" actId="113"/>
          <ac:graphicFrameMkLst>
            <pc:docMk/>
            <pc:sldMk cId="786912056" sldId="2549"/>
            <ac:graphicFrameMk id="4" creationId="{58D988F8-B956-47DA-9735-DA2479F593C7}"/>
          </ac:graphicFrameMkLst>
        </pc:graphicFrameChg>
      </pc:sldChg>
      <pc:sldChg chg="modSp add mod ord modAnim modNotesTx">
        <pc:chgData name="Owais Ahmed" userId="6abc7d4556b3b071" providerId="LiveId" clId="{D0A51F83-B713-4A4D-8105-C75936B8E1D2}" dt="2026-02-21T08:50:49.880" v="4751" actId="6549"/>
        <pc:sldMkLst>
          <pc:docMk/>
          <pc:sldMk cId="1281055205" sldId="2550"/>
        </pc:sldMkLst>
        <pc:spChg chg="mod">
          <ac:chgData name="Owais Ahmed" userId="6abc7d4556b3b071" providerId="LiveId" clId="{D0A51F83-B713-4A4D-8105-C75936B8E1D2}" dt="2026-02-20T12:02:52.824" v="3163" actId="6549"/>
          <ac:spMkLst>
            <pc:docMk/>
            <pc:sldMk cId="1281055205" sldId="2550"/>
            <ac:spMk id="3" creationId="{59E63C5C-0950-C385-603F-5C7E954460FD}"/>
          </ac:spMkLst>
        </pc:spChg>
        <pc:spChg chg="mod">
          <ac:chgData name="Owais Ahmed" userId="6abc7d4556b3b071" providerId="LiveId" clId="{D0A51F83-B713-4A4D-8105-C75936B8E1D2}" dt="2026-02-21T08:50:49.880" v="4751" actId="6549"/>
          <ac:spMkLst>
            <pc:docMk/>
            <pc:sldMk cId="1281055205" sldId="2550"/>
            <ac:spMk id="215" creationId="{70B338A5-6FE8-BD7E-3089-C504D01D84D3}"/>
          </ac:spMkLst>
        </pc:spChg>
      </pc:sldChg>
      <pc:sldChg chg="addSp modSp add mod modAnim modNotesTx">
        <pc:chgData name="Owais Ahmed" userId="6abc7d4556b3b071" providerId="LiveId" clId="{D0A51F83-B713-4A4D-8105-C75936B8E1D2}" dt="2026-03-05T02:32:02.970" v="7028"/>
        <pc:sldMkLst>
          <pc:docMk/>
          <pc:sldMk cId="1452939350" sldId="2551"/>
        </pc:sldMkLst>
        <pc:spChg chg="mod">
          <ac:chgData name="Owais Ahmed" userId="6abc7d4556b3b071" providerId="LiveId" clId="{D0A51F83-B713-4A4D-8105-C75936B8E1D2}" dt="2026-02-20T12:04:19.666" v="3182"/>
          <ac:spMkLst>
            <pc:docMk/>
            <pc:sldMk cId="1452939350" sldId="2551"/>
            <ac:spMk id="3" creationId="{73588A6C-BB8C-9B2E-B3AE-F04427F8EECE}"/>
          </ac:spMkLst>
        </pc:spChg>
        <pc:spChg chg="mod">
          <ac:chgData name="Owais Ahmed" userId="6abc7d4556b3b071" providerId="LiveId" clId="{D0A51F83-B713-4A4D-8105-C75936B8E1D2}" dt="2026-02-21T08:50:53.056" v="4754" actId="6549"/>
          <ac:spMkLst>
            <pc:docMk/>
            <pc:sldMk cId="1452939350" sldId="2551"/>
            <ac:spMk id="215" creationId="{2796E443-FB5B-8C20-FCE6-DA726A31B4E2}"/>
          </ac:spMkLst>
        </pc:spChg>
        <pc:graphicFrameChg chg="add mod modGraphic">
          <ac:chgData name="Owais Ahmed" userId="6abc7d4556b3b071" providerId="LiveId" clId="{D0A51F83-B713-4A4D-8105-C75936B8E1D2}" dt="2026-02-20T12:04:58.806" v="3190" actId="403"/>
          <ac:graphicFrameMkLst>
            <pc:docMk/>
            <pc:sldMk cId="1452939350" sldId="2551"/>
            <ac:graphicFrameMk id="4" creationId="{7FDE03BC-7815-4B4B-A796-6A1A3010E900}"/>
          </ac:graphicFrameMkLst>
        </pc:graphicFrameChg>
      </pc:sldChg>
      <pc:sldChg chg="modSp add mod ord modNotesTx">
        <pc:chgData name="Owais Ahmed" userId="6abc7d4556b3b071" providerId="LiveId" clId="{D0A51F83-B713-4A4D-8105-C75936B8E1D2}" dt="2026-02-20T12:09:29.504" v="3474" actId="20577"/>
        <pc:sldMkLst>
          <pc:docMk/>
          <pc:sldMk cId="3629122752" sldId="2552"/>
        </pc:sldMkLst>
        <pc:spChg chg="mod">
          <ac:chgData name="Owais Ahmed" userId="6abc7d4556b3b071" providerId="LiveId" clId="{D0A51F83-B713-4A4D-8105-C75936B8E1D2}" dt="2026-02-20T12:08:50.653" v="3329" actId="115"/>
          <ac:spMkLst>
            <pc:docMk/>
            <pc:sldMk cId="3629122752" sldId="2552"/>
            <ac:spMk id="3" creationId="{B65A8C13-1C17-5D72-C7C5-A3C6F8FCBCFF}"/>
          </ac:spMkLst>
        </pc:spChg>
        <pc:spChg chg="mod">
          <ac:chgData name="Owais Ahmed" userId="6abc7d4556b3b071" providerId="LiveId" clId="{D0A51F83-B713-4A4D-8105-C75936B8E1D2}" dt="2026-02-20T12:07:35.617" v="3290" actId="20577"/>
          <ac:spMkLst>
            <pc:docMk/>
            <pc:sldMk cId="3629122752" sldId="2552"/>
            <ac:spMk id="215" creationId="{6F3C623B-1527-451C-3BEC-B56ABD10E559}"/>
          </ac:spMkLst>
        </pc:spChg>
      </pc:sldChg>
      <pc:sldChg chg="modSp add mod modAnim modNotesTx">
        <pc:chgData name="Owais Ahmed" userId="6abc7d4556b3b071" providerId="LiveId" clId="{D0A51F83-B713-4A4D-8105-C75936B8E1D2}" dt="2026-02-23T10:21:00.393" v="6263"/>
        <pc:sldMkLst>
          <pc:docMk/>
          <pc:sldMk cId="3570048585" sldId="2553"/>
        </pc:sldMkLst>
        <pc:spChg chg="mod">
          <ac:chgData name="Owais Ahmed" userId="6abc7d4556b3b071" providerId="LiveId" clId="{D0A51F83-B713-4A4D-8105-C75936B8E1D2}" dt="2026-02-21T07:56:55.666" v="3794" actId="20577"/>
          <ac:spMkLst>
            <pc:docMk/>
            <pc:sldMk cId="3570048585" sldId="2553"/>
            <ac:spMk id="3" creationId="{33BB9E76-EBB4-600C-1E30-04B267021BD0}"/>
          </ac:spMkLst>
        </pc:spChg>
      </pc:sldChg>
      <pc:sldChg chg="addSp delSp modSp add mod modAnim modNotesTx">
        <pc:chgData name="Owais Ahmed" userId="6abc7d4556b3b071" providerId="LiveId" clId="{D0A51F83-B713-4A4D-8105-C75936B8E1D2}" dt="2026-03-05T02:31:15.969" v="7022"/>
        <pc:sldMkLst>
          <pc:docMk/>
          <pc:sldMk cId="3984555623" sldId="2554"/>
        </pc:sldMkLst>
        <pc:spChg chg="mod">
          <ac:chgData name="Owais Ahmed" userId="6abc7d4556b3b071" providerId="LiveId" clId="{D0A51F83-B713-4A4D-8105-C75936B8E1D2}" dt="2026-02-21T08:47:23.267" v="4670" actId="20577"/>
          <ac:spMkLst>
            <pc:docMk/>
            <pc:sldMk cId="3984555623" sldId="2554"/>
            <ac:spMk id="3" creationId="{F2976199-220D-3C11-7C9B-4B1E270BC8A3}"/>
          </ac:spMkLst>
        </pc:spChg>
        <pc:spChg chg="mod">
          <ac:chgData name="Owais Ahmed" userId="6abc7d4556b3b071" providerId="LiveId" clId="{D0A51F83-B713-4A4D-8105-C75936B8E1D2}" dt="2026-02-21T08:50:44.616" v="4745" actId="6549"/>
          <ac:spMkLst>
            <pc:docMk/>
            <pc:sldMk cId="3984555623" sldId="2554"/>
            <ac:spMk id="215" creationId="{B288A395-52F7-E98C-17BF-24D3A6030139}"/>
          </ac:spMkLst>
        </pc:spChg>
        <pc:graphicFrameChg chg="add mod">
          <ac:chgData name="Owais Ahmed" userId="6abc7d4556b3b071" providerId="LiveId" clId="{D0A51F83-B713-4A4D-8105-C75936B8E1D2}" dt="2026-02-21T08:46:22.955" v="4470" actId="20577"/>
          <ac:graphicFrameMkLst>
            <pc:docMk/>
            <pc:sldMk cId="3984555623" sldId="2554"/>
            <ac:graphicFrameMk id="20" creationId="{B580C6BC-143D-9EB7-71EB-33A6EE870B1D}"/>
          </ac:graphicFrameMkLst>
        </pc:graphicFrameChg>
      </pc:sldChg>
      <pc:sldChg chg="modSp add del mod modAnim modNotesTx">
        <pc:chgData name="Owais Ahmed" userId="6abc7d4556b3b071" providerId="LiveId" clId="{D0A51F83-B713-4A4D-8105-C75936B8E1D2}" dt="2026-03-05T02:30:43.622" v="7021" actId="47"/>
        <pc:sldMkLst>
          <pc:docMk/>
          <pc:sldMk cId="1626699394" sldId="2555"/>
        </pc:sldMkLst>
        <pc:spChg chg="mod">
          <ac:chgData name="Owais Ahmed" userId="6abc7d4556b3b071" providerId="LiveId" clId="{D0A51F83-B713-4A4D-8105-C75936B8E1D2}" dt="2026-02-21T08:53:18.998" v="5038" actId="20577"/>
          <ac:spMkLst>
            <pc:docMk/>
            <pc:sldMk cId="1626699394" sldId="2555"/>
            <ac:spMk id="3" creationId="{EF751DAD-9BCD-64E1-F74C-DD1B6AFCB4EC}"/>
          </ac:spMkLst>
        </pc:spChg>
        <pc:spChg chg="mod">
          <ac:chgData name="Owais Ahmed" userId="6abc7d4556b3b071" providerId="LiveId" clId="{D0A51F83-B713-4A4D-8105-C75936B8E1D2}" dt="2026-02-21T08:51:37.808" v="4778" actId="20577"/>
          <ac:spMkLst>
            <pc:docMk/>
            <pc:sldMk cId="1626699394" sldId="2555"/>
            <ac:spMk id="215" creationId="{01996BBD-3811-6F0D-0541-2C18D6E277FA}"/>
          </ac:spMkLst>
        </pc:spChg>
      </pc:sldChg>
      <pc:sldChg chg="addSp delSp modSp add del mod delAnim modAnim modNotesTx">
        <pc:chgData name="Owais Ahmed" userId="6abc7d4556b3b071" providerId="LiveId" clId="{D0A51F83-B713-4A4D-8105-C75936B8E1D2}" dt="2026-03-05T02:30:41.593" v="7020" actId="47"/>
        <pc:sldMkLst>
          <pc:docMk/>
          <pc:sldMk cId="4090083657" sldId="2556"/>
        </pc:sldMkLst>
        <pc:picChg chg="mod modCrop">
          <ac:chgData name="Owais Ahmed" userId="6abc7d4556b3b071" providerId="LiveId" clId="{D0A51F83-B713-4A4D-8105-C75936B8E1D2}" dt="2026-02-21T09:31:15.416" v="5100" actId="1076"/>
          <ac:picMkLst>
            <pc:docMk/>
            <pc:sldMk cId="4090083657" sldId="2556"/>
            <ac:picMk id="6" creationId="{FA74A7DD-EA8A-DFDE-31B9-C958224FD800}"/>
          </ac:picMkLst>
        </pc:picChg>
      </pc:sldChg>
      <pc:sldChg chg="addSp delSp modSp add del mod modNotesTx">
        <pc:chgData name="Owais Ahmed" userId="6abc7d4556b3b071" providerId="LiveId" clId="{D0A51F83-B713-4A4D-8105-C75936B8E1D2}" dt="2026-03-05T02:30:41.593" v="7020" actId="47"/>
        <pc:sldMkLst>
          <pc:docMk/>
          <pc:sldMk cId="4086142511" sldId="2557"/>
        </pc:sldMkLst>
        <pc:picChg chg="add mod">
          <ac:chgData name="Owais Ahmed" userId="6abc7d4556b3b071" providerId="LiveId" clId="{D0A51F83-B713-4A4D-8105-C75936B8E1D2}" dt="2026-02-21T09:31:24.664" v="5103" actId="1076"/>
          <ac:picMkLst>
            <pc:docMk/>
            <pc:sldMk cId="4086142511" sldId="2557"/>
            <ac:picMk id="4" creationId="{1C0D5292-35D5-EAC7-B40B-283C64D515C7}"/>
          </ac:picMkLst>
        </pc:picChg>
      </pc:sldChg>
      <pc:sldChg chg="addSp delSp modSp add del mod modNotesTx">
        <pc:chgData name="Owais Ahmed" userId="6abc7d4556b3b071" providerId="LiveId" clId="{D0A51F83-B713-4A4D-8105-C75936B8E1D2}" dt="2026-03-05T02:30:41.593" v="7020" actId="47"/>
        <pc:sldMkLst>
          <pc:docMk/>
          <pc:sldMk cId="1652766813" sldId="2558"/>
        </pc:sldMkLst>
        <pc:picChg chg="add mod">
          <ac:chgData name="Owais Ahmed" userId="6abc7d4556b3b071" providerId="LiveId" clId="{D0A51F83-B713-4A4D-8105-C75936B8E1D2}" dt="2026-02-21T09:31:32.728" v="5106" actId="1076"/>
          <ac:picMkLst>
            <pc:docMk/>
            <pc:sldMk cId="1652766813" sldId="2558"/>
            <ac:picMk id="5" creationId="{DC79FD1B-E454-8977-42DC-BC3DE30C5DF3}"/>
          </ac:picMkLst>
        </pc:picChg>
      </pc:sldChg>
      <pc:sldChg chg="addSp delSp modSp add del mod modNotesTx">
        <pc:chgData name="Owais Ahmed" userId="6abc7d4556b3b071" providerId="LiveId" clId="{D0A51F83-B713-4A4D-8105-C75936B8E1D2}" dt="2026-03-05T02:30:41.593" v="7020" actId="47"/>
        <pc:sldMkLst>
          <pc:docMk/>
          <pc:sldMk cId="2818200550" sldId="2559"/>
        </pc:sldMkLst>
        <pc:picChg chg="add mod modCrop">
          <ac:chgData name="Owais Ahmed" userId="6abc7d4556b3b071" providerId="LiveId" clId="{D0A51F83-B713-4A4D-8105-C75936B8E1D2}" dt="2026-02-21T09:31:55.671" v="5112" actId="1076"/>
          <ac:picMkLst>
            <pc:docMk/>
            <pc:sldMk cId="2818200550" sldId="2559"/>
            <ac:picMk id="4" creationId="{5A7B52A9-3E31-2624-0D1E-0CB6366E5DD5}"/>
          </ac:picMkLst>
        </pc:picChg>
      </pc:sldChg>
      <pc:sldChg chg="addSp delSp modSp add del mod modNotesTx">
        <pc:chgData name="Owais Ahmed" userId="6abc7d4556b3b071" providerId="LiveId" clId="{D0A51F83-B713-4A4D-8105-C75936B8E1D2}" dt="2026-03-05T02:30:41.593" v="7020" actId="47"/>
        <pc:sldMkLst>
          <pc:docMk/>
          <pc:sldMk cId="4175473741" sldId="2560"/>
        </pc:sldMkLst>
        <pc:picChg chg="add mod modCrop">
          <ac:chgData name="Owais Ahmed" userId="6abc7d4556b3b071" providerId="LiveId" clId="{D0A51F83-B713-4A4D-8105-C75936B8E1D2}" dt="2026-02-21T09:32:31.857" v="5121" actId="732"/>
          <ac:picMkLst>
            <pc:docMk/>
            <pc:sldMk cId="4175473741" sldId="2560"/>
            <ac:picMk id="4" creationId="{3A5D28F6-0507-A6B6-56BC-0F44D750F643}"/>
          </ac:picMkLst>
        </pc:picChg>
      </pc:sldChg>
      <pc:sldChg chg="addSp delSp modSp add del mod modNotesTx">
        <pc:chgData name="Owais Ahmed" userId="6abc7d4556b3b071" providerId="LiveId" clId="{D0A51F83-B713-4A4D-8105-C75936B8E1D2}" dt="2026-03-05T02:30:41.593" v="7020" actId="47"/>
        <pc:sldMkLst>
          <pc:docMk/>
          <pc:sldMk cId="3279202656" sldId="2561"/>
        </pc:sldMkLst>
        <pc:picChg chg="add del mod">
          <ac:chgData name="Owais Ahmed" userId="6abc7d4556b3b071" providerId="LiveId" clId="{D0A51F83-B713-4A4D-8105-C75936B8E1D2}" dt="2026-02-21T09:32:42.054" v="5126" actId="1076"/>
          <ac:picMkLst>
            <pc:docMk/>
            <pc:sldMk cId="3279202656" sldId="2561"/>
            <ac:picMk id="4" creationId="{B5D2D529-C1F7-2763-7C24-98020EDA1499}"/>
          </ac:picMkLst>
        </pc:picChg>
      </pc:sldChg>
      <pc:sldChg chg="addSp delSp modSp add del mod modNotesTx">
        <pc:chgData name="Owais Ahmed" userId="6abc7d4556b3b071" providerId="LiveId" clId="{D0A51F83-B713-4A4D-8105-C75936B8E1D2}" dt="2026-03-05T02:30:41.593" v="7020" actId="47"/>
        <pc:sldMkLst>
          <pc:docMk/>
          <pc:sldMk cId="1132834494" sldId="2562"/>
        </pc:sldMkLst>
        <pc:picChg chg="add mod">
          <ac:chgData name="Owais Ahmed" userId="6abc7d4556b3b071" providerId="LiveId" clId="{D0A51F83-B713-4A4D-8105-C75936B8E1D2}" dt="2026-02-21T09:32:51.295" v="5129" actId="1076"/>
          <ac:picMkLst>
            <pc:docMk/>
            <pc:sldMk cId="1132834494" sldId="2562"/>
            <ac:picMk id="4" creationId="{13B18B56-6A82-1A75-E1D1-AB4CDF9B8843}"/>
          </ac:picMkLst>
        </pc:picChg>
      </pc:sldChg>
      <pc:sldChg chg="addSp delSp modSp add del mod modNotesTx">
        <pc:chgData name="Owais Ahmed" userId="6abc7d4556b3b071" providerId="LiveId" clId="{D0A51F83-B713-4A4D-8105-C75936B8E1D2}" dt="2026-03-05T02:30:35.979" v="7019" actId="47"/>
        <pc:sldMkLst>
          <pc:docMk/>
          <pc:sldMk cId="2903044078" sldId="2563"/>
        </pc:sldMkLst>
        <pc:picChg chg="add mod modCrop">
          <ac:chgData name="Owais Ahmed" userId="6abc7d4556b3b071" providerId="LiveId" clId="{D0A51F83-B713-4A4D-8105-C75936B8E1D2}" dt="2026-02-21T09:33:12.007" v="5135" actId="1076"/>
          <ac:picMkLst>
            <pc:docMk/>
            <pc:sldMk cId="2903044078" sldId="2563"/>
            <ac:picMk id="4" creationId="{712C4EE4-9AE0-5697-936A-1C46B598EA01}"/>
          </ac:picMkLst>
        </pc:picChg>
      </pc:sldChg>
      <pc:sldChg chg="addSp delSp modSp add del mod">
        <pc:chgData name="Owais Ahmed" userId="6abc7d4556b3b071" providerId="LiveId" clId="{D0A51F83-B713-4A4D-8105-C75936B8E1D2}" dt="2026-03-05T02:30:35.979" v="7019" actId="47"/>
        <pc:sldMkLst>
          <pc:docMk/>
          <pc:sldMk cId="2963280494" sldId="2564"/>
        </pc:sldMkLst>
        <pc:picChg chg="add mod">
          <ac:chgData name="Owais Ahmed" userId="6abc7d4556b3b071" providerId="LiveId" clId="{D0A51F83-B713-4A4D-8105-C75936B8E1D2}" dt="2026-02-21T11:15:05.879" v="5668" actId="1076"/>
          <ac:picMkLst>
            <pc:docMk/>
            <pc:sldMk cId="2963280494" sldId="2564"/>
            <ac:picMk id="5" creationId="{F5BD2A56-0F2E-CBAE-4893-17BD87EE4D02}"/>
          </ac:picMkLst>
        </pc:picChg>
      </pc:sldChg>
      <pc:sldChg chg="modSp add del mod ord modAnim">
        <pc:chgData name="Owais Ahmed" userId="6abc7d4556b3b071" providerId="LiveId" clId="{D0A51F83-B713-4A4D-8105-C75936B8E1D2}" dt="2026-03-05T02:30:35.979" v="7019" actId="47"/>
        <pc:sldMkLst>
          <pc:docMk/>
          <pc:sldMk cId="597430573" sldId="2565"/>
        </pc:sldMkLst>
        <pc:spChg chg="mod">
          <ac:chgData name="Owais Ahmed" userId="6abc7d4556b3b071" providerId="LiveId" clId="{D0A51F83-B713-4A4D-8105-C75936B8E1D2}" dt="2026-02-22T07:43:31.374" v="6148" actId="20577"/>
          <ac:spMkLst>
            <pc:docMk/>
            <pc:sldMk cId="597430573" sldId="2565"/>
            <ac:spMk id="3" creationId="{8D87614D-9E2E-A51A-27BD-A9E8A55B4565}"/>
          </ac:spMkLst>
        </pc:spChg>
        <pc:spChg chg="mod">
          <ac:chgData name="Owais Ahmed" userId="6abc7d4556b3b071" providerId="LiveId" clId="{D0A51F83-B713-4A4D-8105-C75936B8E1D2}" dt="2026-02-22T10:24:19.093" v="6206" actId="20577"/>
          <ac:spMkLst>
            <pc:docMk/>
            <pc:sldMk cId="597430573" sldId="2565"/>
            <ac:spMk id="215" creationId="{1D0A2E45-3167-49B8-FBE5-1A1BF5F837C5}"/>
          </ac:spMkLst>
        </pc:spChg>
      </pc:sldChg>
      <pc:sldChg chg="modSp add del mod modAnim">
        <pc:chgData name="Owais Ahmed" userId="6abc7d4556b3b071" providerId="LiveId" clId="{D0A51F83-B713-4A4D-8105-C75936B8E1D2}" dt="2026-03-05T02:30:35.979" v="7019" actId="47"/>
        <pc:sldMkLst>
          <pc:docMk/>
          <pc:sldMk cId="3304172876" sldId="2566"/>
        </pc:sldMkLst>
        <pc:spChg chg="mod">
          <ac:chgData name="Owais Ahmed" userId="6abc7d4556b3b071" providerId="LiveId" clId="{D0A51F83-B713-4A4D-8105-C75936B8E1D2}" dt="2026-02-22T10:23:15.169" v="6163" actId="14"/>
          <ac:spMkLst>
            <pc:docMk/>
            <pc:sldMk cId="3304172876" sldId="2566"/>
            <ac:spMk id="3" creationId="{7B51D2F9-752F-F2E3-F72C-9AA332C5508E}"/>
          </ac:spMkLst>
        </pc:spChg>
        <pc:spChg chg="mod">
          <ac:chgData name="Owais Ahmed" userId="6abc7d4556b3b071" providerId="LiveId" clId="{D0A51F83-B713-4A4D-8105-C75936B8E1D2}" dt="2026-02-22T10:24:22.397" v="6207"/>
          <ac:spMkLst>
            <pc:docMk/>
            <pc:sldMk cId="3304172876" sldId="2566"/>
            <ac:spMk id="215" creationId="{489A044D-5C12-EADD-753B-54F6C814F579}"/>
          </ac:spMkLst>
        </pc:spChg>
      </pc:sldChg>
      <pc:sldChg chg="modSp add del mod modAnim modNotesTx">
        <pc:chgData name="Owais Ahmed" userId="6abc7d4556b3b071" providerId="LiveId" clId="{D0A51F83-B713-4A4D-8105-C75936B8E1D2}" dt="2026-03-05T02:30:35.979" v="7019" actId="47"/>
        <pc:sldMkLst>
          <pc:docMk/>
          <pc:sldMk cId="4119907892" sldId="2567"/>
        </pc:sldMkLst>
        <pc:spChg chg="mod">
          <ac:chgData name="Owais Ahmed" userId="6abc7d4556b3b071" providerId="LiveId" clId="{D0A51F83-B713-4A4D-8105-C75936B8E1D2}" dt="2026-02-23T10:30:24.942" v="6798" actId="20577"/>
          <ac:spMkLst>
            <pc:docMk/>
            <pc:sldMk cId="4119907892" sldId="2567"/>
            <ac:spMk id="3" creationId="{DDB64629-1395-1681-10D4-65396140478A}"/>
          </ac:spMkLst>
        </pc:spChg>
      </pc:sldChg>
      <pc:sldChg chg="addSp delSp modSp add del mod delAnim modAnim modNotesTx">
        <pc:chgData name="Owais Ahmed" userId="6abc7d4556b3b071" providerId="LiveId" clId="{D0A51F83-B713-4A4D-8105-C75936B8E1D2}" dt="2026-03-05T02:30:35.979" v="7019" actId="47"/>
        <pc:sldMkLst>
          <pc:docMk/>
          <pc:sldMk cId="3585154716" sldId="2568"/>
        </pc:sldMkLst>
        <pc:picChg chg="add mod">
          <ac:chgData name="Owais Ahmed" userId="6abc7d4556b3b071" providerId="LiveId" clId="{D0A51F83-B713-4A4D-8105-C75936B8E1D2}" dt="2026-02-23T10:47:24.434" v="6989" actId="14100"/>
          <ac:picMkLst>
            <pc:docMk/>
            <pc:sldMk cId="3585154716" sldId="2568"/>
            <ac:picMk id="7" creationId="{B740B7A9-30AB-2D82-4460-A713F0796A58}"/>
          </ac:picMkLst>
        </pc:picChg>
      </pc:sldChg>
      <pc:sldChg chg="add del ord">
        <pc:chgData name="Owais Ahmed" userId="6abc7d4556b3b071" providerId="LiveId" clId="{D0A51F83-B713-4A4D-8105-C75936B8E1D2}" dt="2026-03-05T02:30:35.979" v="7019" actId="47"/>
        <pc:sldMkLst>
          <pc:docMk/>
          <pc:sldMk cId="3845795008" sldId="2569"/>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Complexity vs Effort</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PK"/>
        </a:p>
      </c:txPr>
    </c:title>
    <c:autoTitleDeleted val="0"/>
    <c:plotArea>
      <c:layout/>
      <c:lineChart>
        <c:grouping val="standard"/>
        <c:varyColors val="0"/>
        <c:ser>
          <c:idx val="0"/>
          <c:order val="0"/>
          <c:tx>
            <c:strRef>
              <c:f>Sheet1!$B$1</c:f>
              <c:strCache>
                <c:ptCount val="1"/>
                <c:pt idx="0">
                  <c:v>SE</c:v>
                </c:pt>
              </c:strCache>
            </c:strRef>
          </c:tx>
          <c:spPr>
            <a:ln w="28575" cap="rnd">
              <a:solidFill>
                <a:srgbClr val="0070C0"/>
              </a:solidFill>
              <a:round/>
            </a:ln>
            <a:effectLst/>
          </c:spPr>
          <c:marker>
            <c:symbol val="none"/>
          </c:marker>
          <c:cat>
            <c:numRef>
              <c:f>Sheet1!$A$2:$A$12</c:f>
              <c:numCache>
                <c:formatCode>General</c:formatCode>
                <c:ptCount val="11"/>
                <c:pt idx="0">
                  <c:v>0</c:v>
                </c:pt>
                <c:pt idx="1">
                  <c:v>5</c:v>
                </c:pt>
                <c:pt idx="2">
                  <c:v>10</c:v>
                </c:pt>
                <c:pt idx="3">
                  <c:v>15</c:v>
                </c:pt>
                <c:pt idx="4">
                  <c:v>20</c:v>
                </c:pt>
                <c:pt idx="5">
                  <c:v>25</c:v>
                </c:pt>
                <c:pt idx="6">
                  <c:v>30</c:v>
                </c:pt>
                <c:pt idx="7">
                  <c:v>35</c:v>
                </c:pt>
                <c:pt idx="8">
                  <c:v>40</c:v>
                </c:pt>
                <c:pt idx="9">
                  <c:v>45</c:v>
                </c:pt>
                <c:pt idx="10">
                  <c:v>50</c:v>
                </c:pt>
              </c:numCache>
            </c:numRef>
          </c:cat>
          <c:val>
            <c:numRef>
              <c:f>Sheet1!$B$2:$B$12</c:f>
              <c:numCache>
                <c:formatCode>General</c:formatCode>
                <c:ptCount val="11"/>
                <c:pt idx="0">
                  <c:v>0</c:v>
                </c:pt>
                <c:pt idx="1">
                  <c:v>1</c:v>
                </c:pt>
                <c:pt idx="2">
                  <c:v>4</c:v>
                </c:pt>
                <c:pt idx="3">
                  <c:v>9</c:v>
                </c:pt>
                <c:pt idx="4">
                  <c:v>16</c:v>
                </c:pt>
                <c:pt idx="5">
                  <c:v>25</c:v>
                </c:pt>
                <c:pt idx="6">
                  <c:v>36</c:v>
                </c:pt>
                <c:pt idx="7">
                  <c:v>49</c:v>
                </c:pt>
                <c:pt idx="8">
                  <c:v>64</c:v>
                </c:pt>
                <c:pt idx="9">
                  <c:v>81</c:v>
                </c:pt>
                <c:pt idx="10">
                  <c:v>100</c:v>
                </c:pt>
              </c:numCache>
            </c:numRef>
          </c:val>
          <c:smooth val="0"/>
          <c:extLst>
            <c:ext xmlns:c16="http://schemas.microsoft.com/office/drawing/2014/chart" uri="{C3380CC4-5D6E-409C-BE32-E72D297353CC}">
              <c16:uniqueId val="{00000000-53BF-406E-BFE7-6FFE980B471B}"/>
            </c:ext>
          </c:extLst>
        </c:ser>
        <c:ser>
          <c:idx val="1"/>
          <c:order val="1"/>
          <c:tx>
            <c:strRef>
              <c:f>Sheet1!$C$1</c:f>
              <c:strCache>
                <c:ptCount val="1"/>
                <c:pt idx="0">
                  <c:v>Ideal</c:v>
                </c:pt>
              </c:strCache>
            </c:strRef>
          </c:tx>
          <c:spPr>
            <a:ln w="28575" cap="rnd">
              <a:solidFill>
                <a:srgbClr val="00B050"/>
              </a:solidFill>
              <a:round/>
            </a:ln>
            <a:effectLst/>
          </c:spPr>
          <c:marker>
            <c:symbol val="none"/>
          </c:marker>
          <c:cat>
            <c:numRef>
              <c:f>Sheet1!$A$2:$A$12</c:f>
              <c:numCache>
                <c:formatCode>General</c:formatCode>
                <c:ptCount val="11"/>
                <c:pt idx="0">
                  <c:v>0</c:v>
                </c:pt>
                <c:pt idx="1">
                  <c:v>5</c:v>
                </c:pt>
                <c:pt idx="2">
                  <c:v>10</c:v>
                </c:pt>
                <c:pt idx="3">
                  <c:v>15</c:v>
                </c:pt>
                <c:pt idx="4">
                  <c:v>20</c:v>
                </c:pt>
                <c:pt idx="5">
                  <c:v>25</c:v>
                </c:pt>
                <c:pt idx="6">
                  <c:v>30</c:v>
                </c:pt>
                <c:pt idx="7">
                  <c:v>35</c:v>
                </c:pt>
                <c:pt idx="8">
                  <c:v>40</c:v>
                </c:pt>
                <c:pt idx="9">
                  <c:v>45</c:v>
                </c:pt>
                <c:pt idx="10">
                  <c:v>50</c:v>
                </c:pt>
              </c:numCache>
            </c:numRef>
          </c:cat>
          <c:val>
            <c:numRef>
              <c:f>Sheet1!$C$2:$C$12</c:f>
              <c:numCache>
                <c:formatCode>General</c:formatCode>
                <c:ptCount val="11"/>
                <c:pt idx="0">
                  <c:v>0</c:v>
                </c:pt>
                <c:pt idx="1">
                  <c:v>5</c:v>
                </c:pt>
                <c:pt idx="2">
                  <c:v>10</c:v>
                </c:pt>
                <c:pt idx="3">
                  <c:v>15</c:v>
                </c:pt>
                <c:pt idx="4">
                  <c:v>20</c:v>
                </c:pt>
                <c:pt idx="5">
                  <c:v>25</c:v>
                </c:pt>
                <c:pt idx="6">
                  <c:v>30</c:v>
                </c:pt>
                <c:pt idx="7">
                  <c:v>35</c:v>
                </c:pt>
                <c:pt idx="8">
                  <c:v>40</c:v>
                </c:pt>
                <c:pt idx="9">
                  <c:v>45</c:v>
                </c:pt>
                <c:pt idx="10">
                  <c:v>50</c:v>
                </c:pt>
              </c:numCache>
            </c:numRef>
          </c:val>
          <c:smooth val="0"/>
          <c:extLst>
            <c:ext xmlns:c16="http://schemas.microsoft.com/office/drawing/2014/chart" uri="{C3380CC4-5D6E-409C-BE32-E72D297353CC}">
              <c16:uniqueId val="{00000001-53BF-406E-BFE7-6FFE980B471B}"/>
            </c:ext>
          </c:extLst>
        </c:ser>
        <c:ser>
          <c:idx val="2"/>
          <c:order val="2"/>
          <c:tx>
            <c:strRef>
              <c:f>Sheet1!$D$1</c:f>
              <c:strCache>
                <c:ptCount val="1"/>
                <c:pt idx="0">
                  <c:v>Actual</c:v>
                </c:pt>
              </c:strCache>
            </c:strRef>
          </c:tx>
          <c:spPr>
            <a:ln w="28575" cap="rnd">
              <a:solidFill>
                <a:srgbClr val="FF0000"/>
              </a:solidFill>
              <a:round/>
            </a:ln>
            <a:effectLst/>
          </c:spPr>
          <c:marker>
            <c:symbol val="none"/>
          </c:marker>
          <c:cat>
            <c:numRef>
              <c:f>Sheet1!$A$2:$A$12</c:f>
              <c:numCache>
                <c:formatCode>General</c:formatCode>
                <c:ptCount val="11"/>
                <c:pt idx="0">
                  <c:v>0</c:v>
                </c:pt>
                <c:pt idx="1">
                  <c:v>5</c:v>
                </c:pt>
                <c:pt idx="2">
                  <c:v>10</c:v>
                </c:pt>
                <c:pt idx="3">
                  <c:v>15</c:v>
                </c:pt>
                <c:pt idx="4">
                  <c:v>20</c:v>
                </c:pt>
                <c:pt idx="5">
                  <c:v>25</c:v>
                </c:pt>
                <c:pt idx="6">
                  <c:v>30</c:v>
                </c:pt>
                <c:pt idx="7">
                  <c:v>35</c:v>
                </c:pt>
                <c:pt idx="8">
                  <c:v>40</c:v>
                </c:pt>
                <c:pt idx="9">
                  <c:v>45</c:v>
                </c:pt>
                <c:pt idx="10">
                  <c:v>50</c:v>
                </c:pt>
              </c:numCache>
            </c:numRef>
          </c:cat>
          <c:val>
            <c:numRef>
              <c:f>Sheet1!$D$2:$D$12</c:f>
              <c:numCache>
                <c:formatCode>General</c:formatCode>
                <c:ptCount val="11"/>
                <c:pt idx="0">
                  <c:v>0</c:v>
                </c:pt>
                <c:pt idx="1">
                  <c:v>1</c:v>
                </c:pt>
                <c:pt idx="2">
                  <c:v>2</c:v>
                </c:pt>
                <c:pt idx="3">
                  <c:v>4</c:v>
                </c:pt>
                <c:pt idx="4">
                  <c:v>8</c:v>
                </c:pt>
                <c:pt idx="5">
                  <c:v>16</c:v>
                </c:pt>
                <c:pt idx="6">
                  <c:v>32</c:v>
                </c:pt>
                <c:pt idx="7">
                  <c:v>64</c:v>
                </c:pt>
                <c:pt idx="8">
                  <c:v>128</c:v>
                </c:pt>
                <c:pt idx="9">
                  <c:v>256</c:v>
                </c:pt>
                <c:pt idx="10">
                  <c:v>512</c:v>
                </c:pt>
              </c:numCache>
            </c:numRef>
          </c:val>
          <c:smooth val="0"/>
          <c:extLst>
            <c:ext xmlns:c16="http://schemas.microsoft.com/office/drawing/2014/chart" uri="{C3380CC4-5D6E-409C-BE32-E72D297353CC}">
              <c16:uniqueId val="{00000002-53BF-406E-BFE7-6FFE980B471B}"/>
            </c:ext>
          </c:extLst>
        </c:ser>
        <c:dLbls>
          <c:showLegendKey val="0"/>
          <c:showVal val="0"/>
          <c:showCatName val="0"/>
          <c:showSerName val="0"/>
          <c:showPercent val="0"/>
          <c:showBubbleSize val="0"/>
        </c:dLbls>
        <c:smooth val="0"/>
        <c:axId val="1202207471"/>
        <c:axId val="1202209391"/>
      </c:lineChart>
      <c:catAx>
        <c:axId val="120220747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PK"/>
          </a:p>
        </c:txPr>
        <c:crossAx val="1202209391"/>
        <c:crosses val="autoZero"/>
        <c:auto val="1"/>
        <c:lblAlgn val="ctr"/>
        <c:lblOffset val="100"/>
        <c:noMultiLvlLbl val="0"/>
      </c:catAx>
      <c:valAx>
        <c:axId val="120220939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PK"/>
          </a:p>
        </c:txPr>
        <c:crossAx val="120220747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PK"/>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PK"/>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CEA4F4D-C20E-A44C-9015-ACC5667F4121}" type="doc">
      <dgm:prSet loTypeId="urn:microsoft.com/office/officeart/2005/8/layout/hierarchy1" loCatId="" qsTypeId="urn:microsoft.com/office/officeart/2005/8/quickstyle/simple1" qsCatId="simple" csTypeId="urn:microsoft.com/office/officeart/2005/8/colors/colorful2" csCatId="colorful" phldr="1"/>
      <dgm:spPr/>
      <dgm:t>
        <a:bodyPr/>
        <a:lstStyle/>
        <a:p>
          <a:endParaRPr lang="en-US"/>
        </a:p>
      </dgm:t>
    </dgm:pt>
    <dgm:pt modelId="{B136DB3E-D415-EE44-A958-C9BA15A376C2}">
      <dgm:prSet phldrT="[Text]" custT="1"/>
      <dgm:spPr/>
      <dgm:t>
        <a:bodyPr/>
        <a:lstStyle/>
        <a:p>
          <a:r>
            <a:rPr lang="en-US" sz="1600"/>
            <a:t>Computer</a:t>
          </a:r>
        </a:p>
      </dgm:t>
    </dgm:pt>
    <dgm:pt modelId="{71F70EF0-7A14-2C44-AB07-3EF654700AFE}" type="parTrans" cxnId="{4A664D2D-1CE1-6446-B5CD-D778067F31CB}">
      <dgm:prSet/>
      <dgm:spPr/>
      <dgm:t>
        <a:bodyPr/>
        <a:lstStyle/>
        <a:p>
          <a:endParaRPr lang="en-US" sz="5400"/>
        </a:p>
      </dgm:t>
    </dgm:pt>
    <dgm:pt modelId="{7DB07E38-9EDB-5B47-880A-C8DF94697B64}" type="sibTrans" cxnId="{4A664D2D-1CE1-6446-B5CD-D778067F31CB}">
      <dgm:prSet/>
      <dgm:spPr/>
      <dgm:t>
        <a:bodyPr/>
        <a:lstStyle/>
        <a:p>
          <a:endParaRPr lang="en-US" sz="5400"/>
        </a:p>
      </dgm:t>
    </dgm:pt>
    <dgm:pt modelId="{1D805F7B-42E2-5D4B-8176-EC297E40BBF5}">
      <dgm:prSet phldrT="[Text]" custT="1"/>
      <dgm:spPr/>
      <dgm:t>
        <a:bodyPr/>
        <a:lstStyle/>
        <a:p>
          <a:r>
            <a:rPr lang="en-US" sz="1600"/>
            <a:t>Computation</a:t>
          </a:r>
        </a:p>
      </dgm:t>
    </dgm:pt>
    <dgm:pt modelId="{4B1D2C7E-48D9-6147-9925-DE206D847EA5}" type="parTrans" cxnId="{3B867642-6060-1246-896C-3E3886083564}">
      <dgm:prSet/>
      <dgm:spPr/>
      <dgm:t>
        <a:bodyPr/>
        <a:lstStyle/>
        <a:p>
          <a:endParaRPr lang="en-US" sz="5400"/>
        </a:p>
      </dgm:t>
    </dgm:pt>
    <dgm:pt modelId="{B8EE806C-0A65-DC4F-A5C4-D47FAF39F1F7}" type="sibTrans" cxnId="{3B867642-6060-1246-896C-3E3886083564}">
      <dgm:prSet/>
      <dgm:spPr/>
      <dgm:t>
        <a:bodyPr/>
        <a:lstStyle/>
        <a:p>
          <a:endParaRPr lang="en-US" sz="5400"/>
        </a:p>
      </dgm:t>
    </dgm:pt>
    <dgm:pt modelId="{F17F26CB-960A-1548-A61C-422012647824}">
      <dgm:prSet phldrT="[Text]" custT="1"/>
      <dgm:spPr/>
      <dgm:t>
        <a:bodyPr/>
        <a:lstStyle/>
        <a:p>
          <a:r>
            <a:rPr lang="en-US" sz="1600"/>
            <a:t>CPU</a:t>
          </a:r>
        </a:p>
      </dgm:t>
    </dgm:pt>
    <dgm:pt modelId="{74FAB0EC-ECE6-7C40-96C3-3C77DB2567F0}" type="parTrans" cxnId="{4BEFB5B3-FD2F-884F-B4CC-47151B867A8F}">
      <dgm:prSet/>
      <dgm:spPr/>
      <dgm:t>
        <a:bodyPr/>
        <a:lstStyle/>
        <a:p>
          <a:endParaRPr lang="en-US" sz="5400"/>
        </a:p>
      </dgm:t>
    </dgm:pt>
    <dgm:pt modelId="{68611562-B4B5-0D45-A73F-95A1901C0059}" type="sibTrans" cxnId="{4BEFB5B3-FD2F-884F-B4CC-47151B867A8F}">
      <dgm:prSet/>
      <dgm:spPr/>
      <dgm:t>
        <a:bodyPr/>
        <a:lstStyle/>
        <a:p>
          <a:endParaRPr lang="en-US" sz="5400"/>
        </a:p>
      </dgm:t>
    </dgm:pt>
    <dgm:pt modelId="{F23A2ED1-7933-3B41-A717-8D57DE5D3B63}">
      <dgm:prSet phldrT="[Text]" custT="1"/>
      <dgm:spPr/>
      <dgm:t>
        <a:bodyPr/>
        <a:lstStyle/>
        <a:p>
          <a:r>
            <a:rPr lang="en-US" sz="1600"/>
            <a:t>GPU</a:t>
          </a:r>
        </a:p>
      </dgm:t>
    </dgm:pt>
    <dgm:pt modelId="{C9833234-D410-664B-B31A-CCE386B274E6}" type="parTrans" cxnId="{9B8B5F30-F24A-D847-B755-24845F37DE9C}">
      <dgm:prSet/>
      <dgm:spPr/>
      <dgm:t>
        <a:bodyPr/>
        <a:lstStyle/>
        <a:p>
          <a:endParaRPr lang="en-US" sz="5400"/>
        </a:p>
      </dgm:t>
    </dgm:pt>
    <dgm:pt modelId="{43904D5A-6BF8-1847-863A-4A8CA8913117}" type="sibTrans" cxnId="{9B8B5F30-F24A-D847-B755-24845F37DE9C}">
      <dgm:prSet/>
      <dgm:spPr/>
      <dgm:t>
        <a:bodyPr/>
        <a:lstStyle/>
        <a:p>
          <a:endParaRPr lang="en-US" sz="5400"/>
        </a:p>
      </dgm:t>
    </dgm:pt>
    <dgm:pt modelId="{67B0370E-17ED-F64D-8E7B-24895881413B}">
      <dgm:prSet phldrT="[Text]" custT="1"/>
      <dgm:spPr/>
      <dgm:t>
        <a:bodyPr/>
        <a:lstStyle/>
        <a:p>
          <a:r>
            <a:rPr lang="en-US" sz="1600"/>
            <a:t>Storage</a:t>
          </a:r>
        </a:p>
      </dgm:t>
    </dgm:pt>
    <dgm:pt modelId="{7F06174D-6D4F-084D-92DD-9B81D7911467}" type="parTrans" cxnId="{BC28D525-DE51-3B46-B47B-B068A8E43071}">
      <dgm:prSet/>
      <dgm:spPr/>
      <dgm:t>
        <a:bodyPr/>
        <a:lstStyle/>
        <a:p>
          <a:endParaRPr lang="en-US" sz="5400"/>
        </a:p>
      </dgm:t>
    </dgm:pt>
    <dgm:pt modelId="{FEA07DF8-ECD9-6A4E-9143-73EF17662C5B}" type="sibTrans" cxnId="{BC28D525-DE51-3B46-B47B-B068A8E43071}">
      <dgm:prSet/>
      <dgm:spPr/>
      <dgm:t>
        <a:bodyPr/>
        <a:lstStyle/>
        <a:p>
          <a:endParaRPr lang="en-US" sz="5400"/>
        </a:p>
      </dgm:t>
    </dgm:pt>
    <dgm:pt modelId="{FCC96732-CF2B-C049-879E-4B21A0661D5B}">
      <dgm:prSet phldrT="[Text]" custT="1"/>
      <dgm:spPr/>
      <dgm:t>
        <a:bodyPr/>
        <a:lstStyle/>
        <a:p>
          <a:r>
            <a:rPr lang="en-US" sz="1600"/>
            <a:t>Primary</a:t>
          </a:r>
        </a:p>
      </dgm:t>
    </dgm:pt>
    <dgm:pt modelId="{2CE2A99B-D999-294A-B20E-69049535750D}" type="parTrans" cxnId="{6469E43A-CED6-DE4C-ACDD-53E20EF6437D}">
      <dgm:prSet/>
      <dgm:spPr/>
      <dgm:t>
        <a:bodyPr/>
        <a:lstStyle/>
        <a:p>
          <a:endParaRPr lang="en-US" sz="5400"/>
        </a:p>
      </dgm:t>
    </dgm:pt>
    <dgm:pt modelId="{3E74BE12-ACDE-354B-BBFC-4A639D0009F9}" type="sibTrans" cxnId="{6469E43A-CED6-DE4C-ACDD-53E20EF6437D}">
      <dgm:prSet/>
      <dgm:spPr/>
      <dgm:t>
        <a:bodyPr/>
        <a:lstStyle/>
        <a:p>
          <a:endParaRPr lang="en-US" sz="5400"/>
        </a:p>
      </dgm:t>
    </dgm:pt>
    <dgm:pt modelId="{7A17555A-C601-3049-A964-D2DFEF483F94}">
      <dgm:prSet phldrT="[Text]" custT="1"/>
      <dgm:spPr/>
      <dgm:t>
        <a:bodyPr/>
        <a:lstStyle/>
        <a:p>
          <a:r>
            <a:rPr lang="en-US" sz="1600"/>
            <a:t>Secondary</a:t>
          </a:r>
        </a:p>
      </dgm:t>
    </dgm:pt>
    <dgm:pt modelId="{ACE7AAEC-AF08-8B44-A352-97C27A656350}" type="parTrans" cxnId="{9FDDDB19-0C36-A34C-9F30-5674703D2C85}">
      <dgm:prSet/>
      <dgm:spPr/>
      <dgm:t>
        <a:bodyPr/>
        <a:lstStyle/>
        <a:p>
          <a:endParaRPr lang="en-US" sz="5400"/>
        </a:p>
      </dgm:t>
    </dgm:pt>
    <dgm:pt modelId="{DE0B9BA1-E3E7-9D47-BF7E-056D473C101C}" type="sibTrans" cxnId="{9FDDDB19-0C36-A34C-9F30-5674703D2C85}">
      <dgm:prSet/>
      <dgm:spPr/>
      <dgm:t>
        <a:bodyPr/>
        <a:lstStyle/>
        <a:p>
          <a:endParaRPr lang="en-US" sz="5400"/>
        </a:p>
      </dgm:t>
    </dgm:pt>
    <dgm:pt modelId="{395B5922-A8E4-F642-A760-A5A4A7064E68}">
      <dgm:prSet phldrT="[Text]" custT="1"/>
      <dgm:spPr/>
      <dgm:t>
        <a:bodyPr/>
        <a:lstStyle/>
        <a:p>
          <a:r>
            <a:rPr lang="en-US" sz="1600"/>
            <a:t>I/O</a:t>
          </a:r>
        </a:p>
      </dgm:t>
    </dgm:pt>
    <dgm:pt modelId="{1FC5FCB8-E879-DF45-9F45-0E552F742B5B}" type="parTrans" cxnId="{0610264E-E0CE-F845-A23A-3817A9BA285A}">
      <dgm:prSet/>
      <dgm:spPr/>
      <dgm:t>
        <a:bodyPr/>
        <a:lstStyle/>
        <a:p>
          <a:endParaRPr lang="en-US" sz="5400"/>
        </a:p>
      </dgm:t>
    </dgm:pt>
    <dgm:pt modelId="{275E5449-D7C2-ED48-9C2F-C5975CBF67A5}" type="sibTrans" cxnId="{0610264E-E0CE-F845-A23A-3817A9BA285A}">
      <dgm:prSet/>
      <dgm:spPr/>
      <dgm:t>
        <a:bodyPr/>
        <a:lstStyle/>
        <a:p>
          <a:endParaRPr lang="en-US" sz="5400"/>
        </a:p>
      </dgm:t>
    </dgm:pt>
    <dgm:pt modelId="{B6CD01DA-EBF2-9F4A-949F-255B0363CDAC}">
      <dgm:prSet phldrT="[Text]" custT="1"/>
      <dgm:spPr/>
      <dgm:t>
        <a:bodyPr/>
        <a:lstStyle/>
        <a:p>
          <a:r>
            <a:rPr lang="en-US" sz="1600"/>
            <a:t>Input devices</a:t>
          </a:r>
        </a:p>
      </dgm:t>
    </dgm:pt>
    <dgm:pt modelId="{B91C285F-93BB-F240-A10E-00392524E34F}" type="parTrans" cxnId="{E818EBBF-37BB-5040-990C-14CCE7C58750}">
      <dgm:prSet/>
      <dgm:spPr/>
      <dgm:t>
        <a:bodyPr/>
        <a:lstStyle/>
        <a:p>
          <a:endParaRPr lang="en-US" sz="5400"/>
        </a:p>
      </dgm:t>
    </dgm:pt>
    <dgm:pt modelId="{257ED0FB-8D43-3E40-83DD-84A257899C12}" type="sibTrans" cxnId="{E818EBBF-37BB-5040-990C-14CCE7C58750}">
      <dgm:prSet/>
      <dgm:spPr/>
      <dgm:t>
        <a:bodyPr/>
        <a:lstStyle/>
        <a:p>
          <a:endParaRPr lang="en-US" sz="5400"/>
        </a:p>
      </dgm:t>
    </dgm:pt>
    <dgm:pt modelId="{96333702-820C-7349-B750-4D7819790F5B}">
      <dgm:prSet phldrT="[Text]" custT="1"/>
      <dgm:spPr/>
      <dgm:t>
        <a:bodyPr/>
        <a:lstStyle/>
        <a:p>
          <a:r>
            <a:rPr lang="en-US" sz="1600"/>
            <a:t>Output devices</a:t>
          </a:r>
        </a:p>
      </dgm:t>
    </dgm:pt>
    <dgm:pt modelId="{A94D2451-856E-BA45-885D-853F2A6D8B82}" type="parTrans" cxnId="{3AC718BD-E6B2-E94A-974B-A028464AE5DB}">
      <dgm:prSet/>
      <dgm:spPr/>
      <dgm:t>
        <a:bodyPr/>
        <a:lstStyle/>
        <a:p>
          <a:endParaRPr lang="en-US" sz="5400"/>
        </a:p>
      </dgm:t>
    </dgm:pt>
    <dgm:pt modelId="{88000BB2-D3FC-A040-8DA6-929689A64924}" type="sibTrans" cxnId="{3AC718BD-E6B2-E94A-974B-A028464AE5DB}">
      <dgm:prSet/>
      <dgm:spPr/>
      <dgm:t>
        <a:bodyPr/>
        <a:lstStyle/>
        <a:p>
          <a:endParaRPr lang="en-US" sz="5400"/>
        </a:p>
      </dgm:t>
    </dgm:pt>
    <dgm:pt modelId="{86FC2FE0-FD48-8749-9F95-BC540C3DC681}">
      <dgm:prSet phldrT="[Text]" custT="1"/>
      <dgm:spPr/>
      <dgm:t>
        <a:bodyPr/>
        <a:lstStyle/>
        <a:p>
          <a:r>
            <a:rPr lang="en-US" sz="1600"/>
            <a:t>RAM</a:t>
          </a:r>
        </a:p>
      </dgm:t>
    </dgm:pt>
    <dgm:pt modelId="{4CD42FE5-53B6-074E-9995-BF9A18469B68}" type="parTrans" cxnId="{30D0C655-0454-B948-9BB9-3F0E040F1AD4}">
      <dgm:prSet/>
      <dgm:spPr/>
      <dgm:t>
        <a:bodyPr/>
        <a:lstStyle/>
        <a:p>
          <a:endParaRPr lang="en-US" sz="5400"/>
        </a:p>
      </dgm:t>
    </dgm:pt>
    <dgm:pt modelId="{778A4D5D-CCBC-0C43-8E26-F1181D73E705}" type="sibTrans" cxnId="{30D0C655-0454-B948-9BB9-3F0E040F1AD4}">
      <dgm:prSet/>
      <dgm:spPr/>
      <dgm:t>
        <a:bodyPr/>
        <a:lstStyle/>
        <a:p>
          <a:endParaRPr lang="en-US" sz="5400"/>
        </a:p>
      </dgm:t>
    </dgm:pt>
    <dgm:pt modelId="{0D260A55-C537-8A42-B2B6-3DFD13D9B91B}">
      <dgm:prSet phldrT="[Text]" custT="1"/>
      <dgm:spPr/>
      <dgm:t>
        <a:bodyPr/>
        <a:lstStyle/>
        <a:p>
          <a:r>
            <a:rPr lang="en-US" sz="1600"/>
            <a:t>ROM</a:t>
          </a:r>
        </a:p>
      </dgm:t>
    </dgm:pt>
    <dgm:pt modelId="{3F30DBFE-8844-584C-B71E-B7BA52467780}" type="parTrans" cxnId="{5A875F34-0F94-F044-BEB1-8FDF5620B267}">
      <dgm:prSet/>
      <dgm:spPr/>
      <dgm:t>
        <a:bodyPr/>
        <a:lstStyle/>
        <a:p>
          <a:endParaRPr lang="en-US" sz="5400"/>
        </a:p>
      </dgm:t>
    </dgm:pt>
    <dgm:pt modelId="{51C451C5-4566-584A-A8CC-731F57A41ECA}" type="sibTrans" cxnId="{5A875F34-0F94-F044-BEB1-8FDF5620B267}">
      <dgm:prSet/>
      <dgm:spPr/>
      <dgm:t>
        <a:bodyPr/>
        <a:lstStyle/>
        <a:p>
          <a:endParaRPr lang="en-US" sz="5400"/>
        </a:p>
      </dgm:t>
    </dgm:pt>
    <dgm:pt modelId="{D0D1D6CF-B29E-3148-9A36-68F312BFBD02}">
      <dgm:prSet phldrT="[Text]" custT="1"/>
      <dgm:spPr/>
      <dgm:t>
        <a:bodyPr/>
        <a:lstStyle/>
        <a:p>
          <a:r>
            <a:rPr lang="en-US" sz="1600"/>
            <a:t>Boot drive</a:t>
          </a:r>
        </a:p>
      </dgm:t>
    </dgm:pt>
    <dgm:pt modelId="{FE04F956-A22A-A742-9694-8875AFE9B238}" type="parTrans" cxnId="{247191EC-9FE9-7F4F-BA05-EFEA772C2F4F}">
      <dgm:prSet/>
      <dgm:spPr/>
      <dgm:t>
        <a:bodyPr/>
        <a:lstStyle/>
        <a:p>
          <a:endParaRPr lang="en-US" sz="5400"/>
        </a:p>
      </dgm:t>
    </dgm:pt>
    <dgm:pt modelId="{20CCD68F-2B9D-8147-B58A-A0CDD1B228B1}" type="sibTrans" cxnId="{247191EC-9FE9-7F4F-BA05-EFEA772C2F4F}">
      <dgm:prSet/>
      <dgm:spPr/>
      <dgm:t>
        <a:bodyPr/>
        <a:lstStyle/>
        <a:p>
          <a:endParaRPr lang="en-US" sz="5400"/>
        </a:p>
      </dgm:t>
    </dgm:pt>
    <dgm:pt modelId="{737F48D6-61AA-E340-841A-C1A330D8EA8B}">
      <dgm:prSet phldrT="[Text]" custT="1"/>
      <dgm:spPr/>
      <dgm:t>
        <a:bodyPr/>
        <a:lstStyle/>
        <a:p>
          <a:r>
            <a:rPr lang="en-US" sz="1600"/>
            <a:t>Data drive</a:t>
          </a:r>
        </a:p>
      </dgm:t>
    </dgm:pt>
    <dgm:pt modelId="{F0717925-C13F-954F-9714-C72FFEEAD197}" type="parTrans" cxnId="{EAD47D40-7400-8B40-BB9E-3C811C0D68E5}">
      <dgm:prSet/>
      <dgm:spPr/>
      <dgm:t>
        <a:bodyPr/>
        <a:lstStyle/>
        <a:p>
          <a:endParaRPr lang="en-US" sz="5400"/>
        </a:p>
      </dgm:t>
    </dgm:pt>
    <dgm:pt modelId="{B03C7524-73EE-2C4A-A53B-4D09DB3339AF}" type="sibTrans" cxnId="{EAD47D40-7400-8B40-BB9E-3C811C0D68E5}">
      <dgm:prSet/>
      <dgm:spPr/>
      <dgm:t>
        <a:bodyPr/>
        <a:lstStyle/>
        <a:p>
          <a:endParaRPr lang="en-US" sz="5400"/>
        </a:p>
      </dgm:t>
    </dgm:pt>
    <dgm:pt modelId="{ECCE8C76-E508-C646-8587-71673E9A2733}">
      <dgm:prSet phldrT="[Text]" custT="1"/>
      <dgm:spPr/>
      <dgm:t>
        <a:bodyPr/>
        <a:lstStyle/>
        <a:p>
          <a:r>
            <a:rPr lang="en-US" sz="1600"/>
            <a:t>Keyboard</a:t>
          </a:r>
        </a:p>
      </dgm:t>
    </dgm:pt>
    <dgm:pt modelId="{72CEE62E-94B0-1A4C-8333-3D0C8F1C99D0}" type="parTrans" cxnId="{1EDA2D40-1C37-2A4A-A4D8-16C85EDBDA2C}">
      <dgm:prSet/>
      <dgm:spPr/>
      <dgm:t>
        <a:bodyPr/>
        <a:lstStyle/>
        <a:p>
          <a:endParaRPr lang="en-US" sz="5400"/>
        </a:p>
      </dgm:t>
    </dgm:pt>
    <dgm:pt modelId="{E1FB27FB-00F6-3444-809F-25769809E8DB}" type="sibTrans" cxnId="{1EDA2D40-1C37-2A4A-A4D8-16C85EDBDA2C}">
      <dgm:prSet/>
      <dgm:spPr/>
      <dgm:t>
        <a:bodyPr/>
        <a:lstStyle/>
        <a:p>
          <a:endParaRPr lang="en-US" sz="5400"/>
        </a:p>
      </dgm:t>
    </dgm:pt>
    <dgm:pt modelId="{5C241AEF-CB0B-1D43-8E2B-920FCA21B9E5}">
      <dgm:prSet phldrT="[Text]" custT="1"/>
      <dgm:spPr/>
      <dgm:t>
        <a:bodyPr/>
        <a:lstStyle/>
        <a:p>
          <a:r>
            <a:rPr lang="en-US" sz="1600"/>
            <a:t>Mouse</a:t>
          </a:r>
        </a:p>
      </dgm:t>
    </dgm:pt>
    <dgm:pt modelId="{A5CE7F64-C7C2-2342-A7EF-96A448D0CF65}" type="parTrans" cxnId="{BAD8D6D1-AAE4-E04F-9FFD-A5449F7D585B}">
      <dgm:prSet/>
      <dgm:spPr/>
      <dgm:t>
        <a:bodyPr/>
        <a:lstStyle/>
        <a:p>
          <a:endParaRPr lang="en-US" sz="5400"/>
        </a:p>
      </dgm:t>
    </dgm:pt>
    <dgm:pt modelId="{6D60FAAB-37AD-874C-8F50-565140762A7C}" type="sibTrans" cxnId="{BAD8D6D1-AAE4-E04F-9FFD-A5449F7D585B}">
      <dgm:prSet/>
      <dgm:spPr/>
      <dgm:t>
        <a:bodyPr/>
        <a:lstStyle/>
        <a:p>
          <a:endParaRPr lang="en-US" sz="5400"/>
        </a:p>
      </dgm:t>
    </dgm:pt>
    <dgm:pt modelId="{8E97DC01-136C-6240-A84A-256E77B5189F}">
      <dgm:prSet phldrT="[Text]" custT="1"/>
      <dgm:spPr/>
      <dgm:t>
        <a:bodyPr/>
        <a:lstStyle/>
        <a:p>
          <a:r>
            <a:rPr lang="en-US" sz="1600"/>
            <a:t>Monitor</a:t>
          </a:r>
        </a:p>
      </dgm:t>
    </dgm:pt>
    <dgm:pt modelId="{A04DF517-7F01-A945-810E-212996B2D826}" type="parTrans" cxnId="{83328AB7-3224-BF45-A686-2A98C7F29284}">
      <dgm:prSet/>
      <dgm:spPr/>
      <dgm:t>
        <a:bodyPr/>
        <a:lstStyle/>
        <a:p>
          <a:endParaRPr lang="en-US" sz="5400"/>
        </a:p>
      </dgm:t>
    </dgm:pt>
    <dgm:pt modelId="{D85C43A3-AC5A-8448-9901-CFD2E2B8CEF0}" type="sibTrans" cxnId="{83328AB7-3224-BF45-A686-2A98C7F29284}">
      <dgm:prSet/>
      <dgm:spPr/>
      <dgm:t>
        <a:bodyPr/>
        <a:lstStyle/>
        <a:p>
          <a:endParaRPr lang="en-US" sz="5400"/>
        </a:p>
      </dgm:t>
    </dgm:pt>
    <dgm:pt modelId="{7FBA2319-59DB-2E4A-B111-ED49C51864BF}">
      <dgm:prSet phldrT="[Text]" custT="1"/>
      <dgm:spPr/>
      <dgm:t>
        <a:bodyPr/>
        <a:lstStyle/>
        <a:p>
          <a:r>
            <a:rPr lang="en-US" sz="1600"/>
            <a:t>Speaker</a:t>
          </a:r>
        </a:p>
      </dgm:t>
    </dgm:pt>
    <dgm:pt modelId="{3BA42131-6B75-0143-AD44-D61D6D298758}" type="parTrans" cxnId="{6DC0B9D3-0301-0841-B292-4413ED404DA8}">
      <dgm:prSet/>
      <dgm:spPr/>
      <dgm:t>
        <a:bodyPr/>
        <a:lstStyle/>
        <a:p>
          <a:endParaRPr lang="en-US" sz="5400"/>
        </a:p>
      </dgm:t>
    </dgm:pt>
    <dgm:pt modelId="{F714695D-6048-194E-A7ED-1D2558DF5265}" type="sibTrans" cxnId="{6DC0B9D3-0301-0841-B292-4413ED404DA8}">
      <dgm:prSet/>
      <dgm:spPr/>
      <dgm:t>
        <a:bodyPr/>
        <a:lstStyle/>
        <a:p>
          <a:endParaRPr lang="en-US" sz="5400"/>
        </a:p>
      </dgm:t>
    </dgm:pt>
    <dgm:pt modelId="{E8C701AE-C076-5E42-B361-4C0DEFCC93A4}" type="pres">
      <dgm:prSet presAssocID="{5CEA4F4D-C20E-A44C-9015-ACC5667F4121}" presName="hierChild1" presStyleCnt="0">
        <dgm:presLayoutVars>
          <dgm:chPref val="1"/>
          <dgm:dir/>
          <dgm:animOne val="branch"/>
          <dgm:animLvl val="lvl"/>
          <dgm:resizeHandles/>
        </dgm:presLayoutVars>
      </dgm:prSet>
      <dgm:spPr/>
    </dgm:pt>
    <dgm:pt modelId="{15C736B1-3784-DD4A-B5CB-4FDFA32E4A1A}" type="pres">
      <dgm:prSet presAssocID="{B136DB3E-D415-EE44-A958-C9BA15A376C2}" presName="hierRoot1" presStyleCnt="0"/>
      <dgm:spPr/>
    </dgm:pt>
    <dgm:pt modelId="{8926E0BE-B421-654D-8B6A-F03996909D4D}" type="pres">
      <dgm:prSet presAssocID="{B136DB3E-D415-EE44-A958-C9BA15A376C2}" presName="composite" presStyleCnt="0"/>
      <dgm:spPr/>
    </dgm:pt>
    <dgm:pt modelId="{0BA94BC0-0C10-A44F-93DE-64A28C96B386}" type="pres">
      <dgm:prSet presAssocID="{B136DB3E-D415-EE44-A958-C9BA15A376C2}" presName="background" presStyleLbl="node0" presStyleIdx="0" presStyleCnt="1"/>
      <dgm:spPr/>
    </dgm:pt>
    <dgm:pt modelId="{F926003F-F906-E546-B148-B7F57E62FDB8}" type="pres">
      <dgm:prSet presAssocID="{B136DB3E-D415-EE44-A958-C9BA15A376C2}" presName="text" presStyleLbl="fgAcc0" presStyleIdx="0" presStyleCnt="1">
        <dgm:presLayoutVars>
          <dgm:chPref val="3"/>
        </dgm:presLayoutVars>
      </dgm:prSet>
      <dgm:spPr/>
    </dgm:pt>
    <dgm:pt modelId="{315C03F8-74E1-D646-BACD-B29B9390B0F6}" type="pres">
      <dgm:prSet presAssocID="{B136DB3E-D415-EE44-A958-C9BA15A376C2}" presName="hierChild2" presStyleCnt="0"/>
      <dgm:spPr/>
    </dgm:pt>
    <dgm:pt modelId="{594AFB13-E629-4F46-AA2F-E3B173FC9002}" type="pres">
      <dgm:prSet presAssocID="{4B1D2C7E-48D9-6147-9925-DE206D847EA5}" presName="Name10" presStyleLbl="parChTrans1D2" presStyleIdx="0" presStyleCnt="3"/>
      <dgm:spPr/>
    </dgm:pt>
    <dgm:pt modelId="{E55C159D-2156-6444-AB6B-053EDED61BDE}" type="pres">
      <dgm:prSet presAssocID="{1D805F7B-42E2-5D4B-8176-EC297E40BBF5}" presName="hierRoot2" presStyleCnt="0"/>
      <dgm:spPr/>
    </dgm:pt>
    <dgm:pt modelId="{65C7A53B-8B06-C24A-BB58-024E3993D29C}" type="pres">
      <dgm:prSet presAssocID="{1D805F7B-42E2-5D4B-8176-EC297E40BBF5}" presName="composite2" presStyleCnt="0"/>
      <dgm:spPr/>
    </dgm:pt>
    <dgm:pt modelId="{52E72AFC-7F72-7949-ADA1-2D0D9E98DA9C}" type="pres">
      <dgm:prSet presAssocID="{1D805F7B-42E2-5D4B-8176-EC297E40BBF5}" presName="background2" presStyleLbl="node2" presStyleIdx="0" presStyleCnt="3"/>
      <dgm:spPr/>
    </dgm:pt>
    <dgm:pt modelId="{4AC6A4D9-C623-5347-BC36-8513BA5CDB42}" type="pres">
      <dgm:prSet presAssocID="{1D805F7B-42E2-5D4B-8176-EC297E40BBF5}" presName="text2" presStyleLbl="fgAcc2" presStyleIdx="0" presStyleCnt="3">
        <dgm:presLayoutVars>
          <dgm:chPref val="3"/>
        </dgm:presLayoutVars>
      </dgm:prSet>
      <dgm:spPr/>
    </dgm:pt>
    <dgm:pt modelId="{1806FBC8-41F3-4F48-8CDD-628C672B5BD6}" type="pres">
      <dgm:prSet presAssocID="{1D805F7B-42E2-5D4B-8176-EC297E40BBF5}" presName="hierChild3" presStyleCnt="0"/>
      <dgm:spPr/>
    </dgm:pt>
    <dgm:pt modelId="{DDFD280F-B59A-2044-9271-B324A7DD5657}" type="pres">
      <dgm:prSet presAssocID="{74FAB0EC-ECE6-7C40-96C3-3C77DB2567F0}" presName="Name17" presStyleLbl="parChTrans1D3" presStyleIdx="0" presStyleCnt="6"/>
      <dgm:spPr/>
    </dgm:pt>
    <dgm:pt modelId="{1F0EA2B4-E6D9-4D44-AFAF-238B2543F68D}" type="pres">
      <dgm:prSet presAssocID="{F17F26CB-960A-1548-A61C-422012647824}" presName="hierRoot3" presStyleCnt="0"/>
      <dgm:spPr/>
    </dgm:pt>
    <dgm:pt modelId="{5E6ED309-ACE5-5F40-A099-4FCC636AE23B}" type="pres">
      <dgm:prSet presAssocID="{F17F26CB-960A-1548-A61C-422012647824}" presName="composite3" presStyleCnt="0"/>
      <dgm:spPr/>
    </dgm:pt>
    <dgm:pt modelId="{738B3243-BA4D-F441-86DD-3599461CFB9A}" type="pres">
      <dgm:prSet presAssocID="{F17F26CB-960A-1548-A61C-422012647824}" presName="background3" presStyleLbl="node3" presStyleIdx="0" presStyleCnt="6"/>
      <dgm:spPr/>
    </dgm:pt>
    <dgm:pt modelId="{FC7DE6EA-787A-E14C-AB4A-1611FEC1B32D}" type="pres">
      <dgm:prSet presAssocID="{F17F26CB-960A-1548-A61C-422012647824}" presName="text3" presStyleLbl="fgAcc3" presStyleIdx="0" presStyleCnt="6">
        <dgm:presLayoutVars>
          <dgm:chPref val="3"/>
        </dgm:presLayoutVars>
      </dgm:prSet>
      <dgm:spPr/>
    </dgm:pt>
    <dgm:pt modelId="{747199E6-B6AB-BA4A-8D72-8976A2CAE38B}" type="pres">
      <dgm:prSet presAssocID="{F17F26CB-960A-1548-A61C-422012647824}" presName="hierChild4" presStyleCnt="0"/>
      <dgm:spPr/>
    </dgm:pt>
    <dgm:pt modelId="{0DB923AB-5A78-B64D-9919-A6BDF0CB946A}" type="pres">
      <dgm:prSet presAssocID="{C9833234-D410-664B-B31A-CCE386B274E6}" presName="Name17" presStyleLbl="parChTrans1D3" presStyleIdx="1" presStyleCnt="6"/>
      <dgm:spPr/>
    </dgm:pt>
    <dgm:pt modelId="{15168EEF-3AE9-2E4E-8824-17DF2FCB9287}" type="pres">
      <dgm:prSet presAssocID="{F23A2ED1-7933-3B41-A717-8D57DE5D3B63}" presName="hierRoot3" presStyleCnt="0"/>
      <dgm:spPr/>
    </dgm:pt>
    <dgm:pt modelId="{4A2410FA-47E1-BD45-85D9-D57692014F8E}" type="pres">
      <dgm:prSet presAssocID="{F23A2ED1-7933-3B41-A717-8D57DE5D3B63}" presName="composite3" presStyleCnt="0"/>
      <dgm:spPr/>
    </dgm:pt>
    <dgm:pt modelId="{4EC8F5C7-BCA3-AF43-AA54-FFDEEF6AFE21}" type="pres">
      <dgm:prSet presAssocID="{F23A2ED1-7933-3B41-A717-8D57DE5D3B63}" presName="background3" presStyleLbl="node3" presStyleIdx="1" presStyleCnt="6"/>
      <dgm:spPr/>
    </dgm:pt>
    <dgm:pt modelId="{6F481738-3AE3-A941-8DBB-E07F7F25273D}" type="pres">
      <dgm:prSet presAssocID="{F23A2ED1-7933-3B41-A717-8D57DE5D3B63}" presName="text3" presStyleLbl="fgAcc3" presStyleIdx="1" presStyleCnt="6">
        <dgm:presLayoutVars>
          <dgm:chPref val="3"/>
        </dgm:presLayoutVars>
      </dgm:prSet>
      <dgm:spPr/>
    </dgm:pt>
    <dgm:pt modelId="{4AE5CA29-95C7-EA45-9577-2539C03163E5}" type="pres">
      <dgm:prSet presAssocID="{F23A2ED1-7933-3B41-A717-8D57DE5D3B63}" presName="hierChild4" presStyleCnt="0"/>
      <dgm:spPr/>
    </dgm:pt>
    <dgm:pt modelId="{738E8221-F414-FB47-82BC-E30F77188774}" type="pres">
      <dgm:prSet presAssocID="{7F06174D-6D4F-084D-92DD-9B81D7911467}" presName="Name10" presStyleLbl="parChTrans1D2" presStyleIdx="1" presStyleCnt="3"/>
      <dgm:spPr/>
    </dgm:pt>
    <dgm:pt modelId="{BCDBA90F-B9AE-DF46-B71D-50740AAF79E9}" type="pres">
      <dgm:prSet presAssocID="{67B0370E-17ED-F64D-8E7B-24895881413B}" presName="hierRoot2" presStyleCnt="0"/>
      <dgm:spPr/>
    </dgm:pt>
    <dgm:pt modelId="{E6289DD2-E56E-C340-9E93-4D7E098C4442}" type="pres">
      <dgm:prSet presAssocID="{67B0370E-17ED-F64D-8E7B-24895881413B}" presName="composite2" presStyleCnt="0"/>
      <dgm:spPr/>
    </dgm:pt>
    <dgm:pt modelId="{E225D9F5-C5BF-D941-853A-EA6E2C4FED58}" type="pres">
      <dgm:prSet presAssocID="{67B0370E-17ED-F64D-8E7B-24895881413B}" presName="background2" presStyleLbl="node2" presStyleIdx="1" presStyleCnt="3"/>
      <dgm:spPr/>
    </dgm:pt>
    <dgm:pt modelId="{2B5FC491-304D-DF41-BC64-1E6625564909}" type="pres">
      <dgm:prSet presAssocID="{67B0370E-17ED-F64D-8E7B-24895881413B}" presName="text2" presStyleLbl="fgAcc2" presStyleIdx="1" presStyleCnt="3">
        <dgm:presLayoutVars>
          <dgm:chPref val="3"/>
        </dgm:presLayoutVars>
      </dgm:prSet>
      <dgm:spPr/>
    </dgm:pt>
    <dgm:pt modelId="{ABE2403C-715B-F348-BD8F-F681C28667F3}" type="pres">
      <dgm:prSet presAssocID="{67B0370E-17ED-F64D-8E7B-24895881413B}" presName="hierChild3" presStyleCnt="0"/>
      <dgm:spPr/>
    </dgm:pt>
    <dgm:pt modelId="{4A4D84A1-6041-994E-BF6C-782483079743}" type="pres">
      <dgm:prSet presAssocID="{2CE2A99B-D999-294A-B20E-69049535750D}" presName="Name17" presStyleLbl="parChTrans1D3" presStyleIdx="2" presStyleCnt="6"/>
      <dgm:spPr/>
    </dgm:pt>
    <dgm:pt modelId="{9EFA66E5-3C41-1640-B72C-C557AADB385A}" type="pres">
      <dgm:prSet presAssocID="{FCC96732-CF2B-C049-879E-4B21A0661D5B}" presName="hierRoot3" presStyleCnt="0"/>
      <dgm:spPr/>
    </dgm:pt>
    <dgm:pt modelId="{2BD9C586-F422-6948-AD81-C0F9D2E6806E}" type="pres">
      <dgm:prSet presAssocID="{FCC96732-CF2B-C049-879E-4B21A0661D5B}" presName="composite3" presStyleCnt="0"/>
      <dgm:spPr/>
    </dgm:pt>
    <dgm:pt modelId="{BAC9148B-E4EC-CE4C-AE1A-69C3D9AB9B0A}" type="pres">
      <dgm:prSet presAssocID="{FCC96732-CF2B-C049-879E-4B21A0661D5B}" presName="background3" presStyleLbl="node3" presStyleIdx="2" presStyleCnt="6"/>
      <dgm:spPr/>
    </dgm:pt>
    <dgm:pt modelId="{959BB740-E5E0-FD45-8A11-D6DED6547272}" type="pres">
      <dgm:prSet presAssocID="{FCC96732-CF2B-C049-879E-4B21A0661D5B}" presName="text3" presStyleLbl="fgAcc3" presStyleIdx="2" presStyleCnt="6">
        <dgm:presLayoutVars>
          <dgm:chPref val="3"/>
        </dgm:presLayoutVars>
      </dgm:prSet>
      <dgm:spPr/>
    </dgm:pt>
    <dgm:pt modelId="{FAE1809D-C1B5-6640-A7DD-D465D28AFD1A}" type="pres">
      <dgm:prSet presAssocID="{FCC96732-CF2B-C049-879E-4B21A0661D5B}" presName="hierChild4" presStyleCnt="0"/>
      <dgm:spPr/>
    </dgm:pt>
    <dgm:pt modelId="{96FF3B55-DCC0-FE48-AD22-4900516B5166}" type="pres">
      <dgm:prSet presAssocID="{4CD42FE5-53B6-074E-9995-BF9A18469B68}" presName="Name23" presStyleLbl="parChTrans1D4" presStyleIdx="0" presStyleCnt="8"/>
      <dgm:spPr/>
    </dgm:pt>
    <dgm:pt modelId="{0080974F-0CAC-C047-BBEE-AB468621DA2B}" type="pres">
      <dgm:prSet presAssocID="{86FC2FE0-FD48-8749-9F95-BC540C3DC681}" presName="hierRoot4" presStyleCnt="0"/>
      <dgm:spPr/>
    </dgm:pt>
    <dgm:pt modelId="{5074D0A5-61E4-2744-BE5D-EC6AFA9FC5B5}" type="pres">
      <dgm:prSet presAssocID="{86FC2FE0-FD48-8749-9F95-BC540C3DC681}" presName="composite4" presStyleCnt="0"/>
      <dgm:spPr/>
    </dgm:pt>
    <dgm:pt modelId="{9446924B-AA81-5645-9B90-7A136CAE5E6B}" type="pres">
      <dgm:prSet presAssocID="{86FC2FE0-FD48-8749-9F95-BC540C3DC681}" presName="background4" presStyleLbl="node4" presStyleIdx="0" presStyleCnt="8"/>
      <dgm:spPr/>
    </dgm:pt>
    <dgm:pt modelId="{B1F0945A-6035-BB4E-87F7-2BBF8AA8B7B1}" type="pres">
      <dgm:prSet presAssocID="{86FC2FE0-FD48-8749-9F95-BC540C3DC681}" presName="text4" presStyleLbl="fgAcc4" presStyleIdx="0" presStyleCnt="8">
        <dgm:presLayoutVars>
          <dgm:chPref val="3"/>
        </dgm:presLayoutVars>
      </dgm:prSet>
      <dgm:spPr/>
    </dgm:pt>
    <dgm:pt modelId="{36611BD8-7717-0247-9840-C015AD1A7722}" type="pres">
      <dgm:prSet presAssocID="{86FC2FE0-FD48-8749-9F95-BC540C3DC681}" presName="hierChild5" presStyleCnt="0"/>
      <dgm:spPr/>
    </dgm:pt>
    <dgm:pt modelId="{7E69AA35-8C39-0A48-9824-E94E9F80588A}" type="pres">
      <dgm:prSet presAssocID="{3F30DBFE-8844-584C-B71E-B7BA52467780}" presName="Name23" presStyleLbl="parChTrans1D4" presStyleIdx="1" presStyleCnt="8"/>
      <dgm:spPr/>
    </dgm:pt>
    <dgm:pt modelId="{B3A90245-6F7D-3643-8FA5-8B03756F8EE4}" type="pres">
      <dgm:prSet presAssocID="{0D260A55-C537-8A42-B2B6-3DFD13D9B91B}" presName="hierRoot4" presStyleCnt="0"/>
      <dgm:spPr/>
    </dgm:pt>
    <dgm:pt modelId="{4BF780BF-8AB9-4F45-B8EB-8F48ADC2F9D5}" type="pres">
      <dgm:prSet presAssocID="{0D260A55-C537-8A42-B2B6-3DFD13D9B91B}" presName="composite4" presStyleCnt="0"/>
      <dgm:spPr/>
    </dgm:pt>
    <dgm:pt modelId="{BBF36E8A-FFE3-4241-8F69-FAE6A89A2211}" type="pres">
      <dgm:prSet presAssocID="{0D260A55-C537-8A42-B2B6-3DFD13D9B91B}" presName="background4" presStyleLbl="node4" presStyleIdx="1" presStyleCnt="8"/>
      <dgm:spPr/>
    </dgm:pt>
    <dgm:pt modelId="{1C439D04-577A-534A-99E0-4343D2CDAF39}" type="pres">
      <dgm:prSet presAssocID="{0D260A55-C537-8A42-B2B6-3DFD13D9B91B}" presName="text4" presStyleLbl="fgAcc4" presStyleIdx="1" presStyleCnt="8">
        <dgm:presLayoutVars>
          <dgm:chPref val="3"/>
        </dgm:presLayoutVars>
      </dgm:prSet>
      <dgm:spPr/>
    </dgm:pt>
    <dgm:pt modelId="{6903AE7B-CE15-BE4D-B556-B50B21AB108F}" type="pres">
      <dgm:prSet presAssocID="{0D260A55-C537-8A42-B2B6-3DFD13D9B91B}" presName="hierChild5" presStyleCnt="0"/>
      <dgm:spPr/>
    </dgm:pt>
    <dgm:pt modelId="{BB98CB17-B034-C04B-98D4-A4CD01FDB92A}" type="pres">
      <dgm:prSet presAssocID="{ACE7AAEC-AF08-8B44-A352-97C27A656350}" presName="Name17" presStyleLbl="parChTrans1D3" presStyleIdx="3" presStyleCnt="6"/>
      <dgm:spPr/>
    </dgm:pt>
    <dgm:pt modelId="{DA3AA5EA-47CB-A148-BB76-5E00B781CE95}" type="pres">
      <dgm:prSet presAssocID="{7A17555A-C601-3049-A964-D2DFEF483F94}" presName="hierRoot3" presStyleCnt="0"/>
      <dgm:spPr/>
    </dgm:pt>
    <dgm:pt modelId="{0B922AD4-2C60-E143-956C-F0993D07C1CF}" type="pres">
      <dgm:prSet presAssocID="{7A17555A-C601-3049-A964-D2DFEF483F94}" presName="composite3" presStyleCnt="0"/>
      <dgm:spPr/>
    </dgm:pt>
    <dgm:pt modelId="{FEE4091E-7C12-2642-B950-FDEF45581B39}" type="pres">
      <dgm:prSet presAssocID="{7A17555A-C601-3049-A964-D2DFEF483F94}" presName="background3" presStyleLbl="node3" presStyleIdx="3" presStyleCnt="6"/>
      <dgm:spPr/>
    </dgm:pt>
    <dgm:pt modelId="{A3360229-2CFC-2943-8569-11F85397F8D2}" type="pres">
      <dgm:prSet presAssocID="{7A17555A-C601-3049-A964-D2DFEF483F94}" presName="text3" presStyleLbl="fgAcc3" presStyleIdx="3" presStyleCnt="6">
        <dgm:presLayoutVars>
          <dgm:chPref val="3"/>
        </dgm:presLayoutVars>
      </dgm:prSet>
      <dgm:spPr/>
    </dgm:pt>
    <dgm:pt modelId="{4F56971B-3DB7-5F49-9C60-6E85542A1AE2}" type="pres">
      <dgm:prSet presAssocID="{7A17555A-C601-3049-A964-D2DFEF483F94}" presName="hierChild4" presStyleCnt="0"/>
      <dgm:spPr/>
    </dgm:pt>
    <dgm:pt modelId="{22D8AF9D-AEE0-DD44-A8AA-C07D837282D9}" type="pres">
      <dgm:prSet presAssocID="{FE04F956-A22A-A742-9694-8875AFE9B238}" presName="Name23" presStyleLbl="parChTrans1D4" presStyleIdx="2" presStyleCnt="8"/>
      <dgm:spPr/>
    </dgm:pt>
    <dgm:pt modelId="{5AB08437-8F22-C84B-971C-0AB0037D95DA}" type="pres">
      <dgm:prSet presAssocID="{D0D1D6CF-B29E-3148-9A36-68F312BFBD02}" presName="hierRoot4" presStyleCnt="0"/>
      <dgm:spPr/>
    </dgm:pt>
    <dgm:pt modelId="{C137CC4E-47A7-5C4F-96BD-6774391B1B35}" type="pres">
      <dgm:prSet presAssocID="{D0D1D6CF-B29E-3148-9A36-68F312BFBD02}" presName="composite4" presStyleCnt="0"/>
      <dgm:spPr/>
    </dgm:pt>
    <dgm:pt modelId="{38000310-89E1-6F40-91C6-9F525C444D08}" type="pres">
      <dgm:prSet presAssocID="{D0D1D6CF-B29E-3148-9A36-68F312BFBD02}" presName="background4" presStyleLbl="node4" presStyleIdx="2" presStyleCnt="8"/>
      <dgm:spPr/>
    </dgm:pt>
    <dgm:pt modelId="{D693C138-854B-114E-85CC-B57BFB520E54}" type="pres">
      <dgm:prSet presAssocID="{D0D1D6CF-B29E-3148-9A36-68F312BFBD02}" presName="text4" presStyleLbl="fgAcc4" presStyleIdx="2" presStyleCnt="8">
        <dgm:presLayoutVars>
          <dgm:chPref val="3"/>
        </dgm:presLayoutVars>
      </dgm:prSet>
      <dgm:spPr/>
    </dgm:pt>
    <dgm:pt modelId="{9FEAB9BB-6DAF-6F41-BD81-0F6DB3DE6F21}" type="pres">
      <dgm:prSet presAssocID="{D0D1D6CF-B29E-3148-9A36-68F312BFBD02}" presName="hierChild5" presStyleCnt="0"/>
      <dgm:spPr/>
    </dgm:pt>
    <dgm:pt modelId="{2BFF4750-62FF-264B-AF7B-0B7E3737689D}" type="pres">
      <dgm:prSet presAssocID="{F0717925-C13F-954F-9714-C72FFEEAD197}" presName="Name23" presStyleLbl="parChTrans1D4" presStyleIdx="3" presStyleCnt="8"/>
      <dgm:spPr/>
    </dgm:pt>
    <dgm:pt modelId="{662890B6-9C85-0F48-9C4D-16B6D054A81D}" type="pres">
      <dgm:prSet presAssocID="{737F48D6-61AA-E340-841A-C1A330D8EA8B}" presName="hierRoot4" presStyleCnt="0"/>
      <dgm:spPr/>
    </dgm:pt>
    <dgm:pt modelId="{A21B1AF5-170C-394D-80B2-53611F4F3827}" type="pres">
      <dgm:prSet presAssocID="{737F48D6-61AA-E340-841A-C1A330D8EA8B}" presName="composite4" presStyleCnt="0"/>
      <dgm:spPr/>
    </dgm:pt>
    <dgm:pt modelId="{4EB05185-F425-644A-A91E-FEBC3CD96B2B}" type="pres">
      <dgm:prSet presAssocID="{737F48D6-61AA-E340-841A-C1A330D8EA8B}" presName="background4" presStyleLbl="node4" presStyleIdx="3" presStyleCnt="8"/>
      <dgm:spPr/>
    </dgm:pt>
    <dgm:pt modelId="{56C1E849-BC17-C448-81EB-769B40FB5F11}" type="pres">
      <dgm:prSet presAssocID="{737F48D6-61AA-E340-841A-C1A330D8EA8B}" presName="text4" presStyleLbl="fgAcc4" presStyleIdx="3" presStyleCnt="8">
        <dgm:presLayoutVars>
          <dgm:chPref val="3"/>
        </dgm:presLayoutVars>
      </dgm:prSet>
      <dgm:spPr/>
    </dgm:pt>
    <dgm:pt modelId="{2051745A-4277-A848-96D2-5EF17AED4537}" type="pres">
      <dgm:prSet presAssocID="{737F48D6-61AA-E340-841A-C1A330D8EA8B}" presName="hierChild5" presStyleCnt="0"/>
      <dgm:spPr/>
    </dgm:pt>
    <dgm:pt modelId="{15DDAFCD-1FCF-654A-9706-675C67FBE1C6}" type="pres">
      <dgm:prSet presAssocID="{1FC5FCB8-E879-DF45-9F45-0E552F742B5B}" presName="Name10" presStyleLbl="parChTrans1D2" presStyleIdx="2" presStyleCnt="3"/>
      <dgm:spPr/>
    </dgm:pt>
    <dgm:pt modelId="{351F1E5A-4622-7F40-A221-5390B265C832}" type="pres">
      <dgm:prSet presAssocID="{395B5922-A8E4-F642-A760-A5A4A7064E68}" presName="hierRoot2" presStyleCnt="0"/>
      <dgm:spPr/>
    </dgm:pt>
    <dgm:pt modelId="{29A56634-3B21-674E-9071-E5265EF3535E}" type="pres">
      <dgm:prSet presAssocID="{395B5922-A8E4-F642-A760-A5A4A7064E68}" presName="composite2" presStyleCnt="0"/>
      <dgm:spPr/>
    </dgm:pt>
    <dgm:pt modelId="{68ED5AEA-F2CB-7141-9B73-77717F453F50}" type="pres">
      <dgm:prSet presAssocID="{395B5922-A8E4-F642-A760-A5A4A7064E68}" presName="background2" presStyleLbl="node2" presStyleIdx="2" presStyleCnt="3"/>
      <dgm:spPr/>
    </dgm:pt>
    <dgm:pt modelId="{34073E21-32C7-1E47-ABED-0AEB5CC7A0DB}" type="pres">
      <dgm:prSet presAssocID="{395B5922-A8E4-F642-A760-A5A4A7064E68}" presName="text2" presStyleLbl="fgAcc2" presStyleIdx="2" presStyleCnt="3">
        <dgm:presLayoutVars>
          <dgm:chPref val="3"/>
        </dgm:presLayoutVars>
      </dgm:prSet>
      <dgm:spPr/>
    </dgm:pt>
    <dgm:pt modelId="{AF8A12C5-DAC4-384A-9F90-491C4CEC372D}" type="pres">
      <dgm:prSet presAssocID="{395B5922-A8E4-F642-A760-A5A4A7064E68}" presName="hierChild3" presStyleCnt="0"/>
      <dgm:spPr/>
    </dgm:pt>
    <dgm:pt modelId="{2FB513C4-B59D-124B-90F9-B3326805C995}" type="pres">
      <dgm:prSet presAssocID="{B91C285F-93BB-F240-A10E-00392524E34F}" presName="Name17" presStyleLbl="parChTrans1D3" presStyleIdx="4" presStyleCnt="6"/>
      <dgm:spPr/>
    </dgm:pt>
    <dgm:pt modelId="{950B5DB4-9E02-5549-825E-DA84FC32F592}" type="pres">
      <dgm:prSet presAssocID="{B6CD01DA-EBF2-9F4A-949F-255B0363CDAC}" presName="hierRoot3" presStyleCnt="0"/>
      <dgm:spPr/>
    </dgm:pt>
    <dgm:pt modelId="{5063C406-117F-EE48-85B7-10FC4F710AE2}" type="pres">
      <dgm:prSet presAssocID="{B6CD01DA-EBF2-9F4A-949F-255B0363CDAC}" presName="composite3" presStyleCnt="0"/>
      <dgm:spPr/>
    </dgm:pt>
    <dgm:pt modelId="{8D05C887-3BCD-E148-B124-4806ECE45C25}" type="pres">
      <dgm:prSet presAssocID="{B6CD01DA-EBF2-9F4A-949F-255B0363CDAC}" presName="background3" presStyleLbl="node3" presStyleIdx="4" presStyleCnt="6"/>
      <dgm:spPr/>
    </dgm:pt>
    <dgm:pt modelId="{FC844EAC-CFA9-F947-B043-205C08B7A9D7}" type="pres">
      <dgm:prSet presAssocID="{B6CD01DA-EBF2-9F4A-949F-255B0363CDAC}" presName="text3" presStyleLbl="fgAcc3" presStyleIdx="4" presStyleCnt="6">
        <dgm:presLayoutVars>
          <dgm:chPref val="3"/>
        </dgm:presLayoutVars>
      </dgm:prSet>
      <dgm:spPr/>
    </dgm:pt>
    <dgm:pt modelId="{F9239DE8-9653-7048-AC11-BBFD85D521B0}" type="pres">
      <dgm:prSet presAssocID="{B6CD01DA-EBF2-9F4A-949F-255B0363CDAC}" presName="hierChild4" presStyleCnt="0"/>
      <dgm:spPr/>
    </dgm:pt>
    <dgm:pt modelId="{15469EC2-7FB2-494F-A292-E7EFCD89C1AF}" type="pres">
      <dgm:prSet presAssocID="{72CEE62E-94B0-1A4C-8333-3D0C8F1C99D0}" presName="Name23" presStyleLbl="parChTrans1D4" presStyleIdx="4" presStyleCnt="8"/>
      <dgm:spPr/>
    </dgm:pt>
    <dgm:pt modelId="{97D365FA-6024-9B4F-9090-E2442E48BF31}" type="pres">
      <dgm:prSet presAssocID="{ECCE8C76-E508-C646-8587-71673E9A2733}" presName="hierRoot4" presStyleCnt="0"/>
      <dgm:spPr/>
    </dgm:pt>
    <dgm:pt modelId="{0FDCB440-9EC3-3748-B2C2-FB34519E3E61}" type="pres">
      <dgm:prSet presAssocID="{ECCE8C76-E508-C646-8587-71673E9A2733}" presName="composite4" presStyleCnt="0"/>
      <dgm:spPr/>
    </dgm:pt>
    <dgm:pt modelId="{B1EE9766-A64B-0342-9144-1B5314FA5A5E}" type="pres">
      <dgm:prSet presAssocID="{ECCE8C76-E508-C646-8587-71673E9A2733}" presName="background4" presStyleLbl="node4" presStyleIdx="4" presStyleCnt="8"/>
      <dgm:spPr/>
    </dgm:pt>
    <dgm:pt modelId="{3F8437BD-03E1-CC40-803D-EDE0B858DE9E}" type="pres">
      <dgm:prSet presAssocID="{ECCE8C76-E508-C646-8587-71673E9A2733}" presName="text4" presStyleLbl="fgAcc4" presStyleIdx="4" presStyleCnt="8">
        <dgm:presLayoutVars>
          <dgm:chPref val="3"/>
        </dgm:presLayoutVars>
      </dgm:prSet>
      <dgm:spPr/>
    </dgm:pt>
    <dgm:pt modelId="{DA3FED6A-364D-3643-9575-06A2D868D237}" type="pres">
      <dgm:prSet presAssocID="{ECCE8C76-E508-C646-8587-71673E9A2733}" presName="hierChild5" presStyleCnt="0"/>
      <dgm:spPr/>
    </dgm:pt>
    <dgm:pt modelId="{7C5A5F7F-B2DD-BE45-B789-FEA69DF62848}" type="pres">
      <dgm:prSet presAssocID="{A5CE7F64-C7C2-2342-A7EF-96A448D0CF65}" presName="Name23" presStyleLbl="parChTrans1D4" presStyleIdx="5" presStyleCnt="8"/>
      <dgm:spPr/>
    </dgm:pt>
    <dgm:pt modelId="{DC84A8B5-0999-C644-B105-52512974023B}" type="pres">
      <dgm:prSet presAssocID="{5C241AEF-CB0B-1D43-8E2B-920FCA21B9E5}" presName="hierRoot4" presStyleCnt="0"/>
      <dgm:spPr/>
    </dgm:pt>
    <dgm:pt modelId="{8439BDFA-23CE-F24F-B64F-8275926EA671}" type="pres">
      <dgm:prSet presAssocID="{5C241AEF-CB0B-1D43-8E2B-920FCA21B9E5}" presName="composite4" presStyleCnt="0"/>
      <dgm:spPr/>
    </dgm:pt>
    <dgm:pt modelId="{2B9EF1F1-E89E-084C-9A57-96B6D5B4B312}" type="pres">
      <dgm:prSet presAssocID="{5C241AEF-CB0B-1D43-8E2B-920FCA21B9E5}" presName="background4" presStyleLbl="node4" presStyleIdx="5" presStyleCnt="8"/>
      <dgm:spPr/>
    </dgm:pt>
    <dgm:pt modelId="{D1D22BC4-A3B4-9343-B72F-1B3AF4E87683}" type="pres">
      <dgm:prSet presAssocID="{5C241AEF-CB0B-1D43-8E2B-920FCA21B9E5}" presName="text4" presStyleLbl="fgAcc4" presStyleIdx="5" presStyleCnt="8">
        <dgm:presLayoutVars>
          <dgm:chPref val="3"/>
        </dgm:presLayoutVars>
      </dgm:prSet>
      <dgm:spPr/>
    </dgm:pt>
    <dgm:pt modelId="{AC01A766-7238-AA49-A28C-69A91E7C4634}" type="pres">
      <dgm:prSet presAssocID="{5C241AEF-CB0B-1D43-8E2B-920FCA21B9E5}" presName="hierChild5" presStyleCnt="0"/>
      <dgm:spPr/>
    </dgm:pt>
    <dgm:pt modelId="{1FE18CC0-A2AA-EB4F-BEFB-FEF78354781E}" type="pres">
      <dgm:prSet presAssocID="{A94D2451-856E-BA45-885D-853F2A6D8B82}" presName="Name17" presStyleLbl="parChTrans1D3" presStyleIdx="5" presStyleCnt="6"/>
      <dgm:spPr/>
    </dgm:pt>
    <dgm:pt modelId="{8FCFB25A-2A4A-BF40-A4B8-A7411C606B5B}" type="pres">
      <dgm:prSet presAssocID="{96333702-820C-7349-B750-4D7819790F5B}" presName="hierRoot3" presStyleCnt="0"/>
      <dgm:spPr/>
    </dgm:pt>
    <dgm:pt modelId="{1259A89C-0B62-BE44-A25F-582F021A73F4}" type="pres">
      <dgm:prSet presAssocID="{96333702-820C-7349-B750-4D7819790F5B}" presName="composite3" presStyleCnt="0"/>
      <dgm:spPr/>
    </dgm:pt>
    <dgm:pt modelId="{5FA6E78D-AD6F-F34D-86E5-B5B30D4C0D1F}" type="pres">
      <dgm:prSet presAssocID="{96333702-820C-7349-B750-4D7819790F5B}" presName="background3" presStyleLbl="node3" presStyleIdx="5" presStyleCnt="6"/>
      <dgm:spPr/>
    </dgm:pt>
    <dgm:pt modelId="{8665FB70-1360-C144-A882-E81AA48210AC}" type="pres">
      <dgm:prSet presAssocID="{96333702-820C-7349-B750-4D7819790F5B}" presName="text3" presStyleLbl="fgAcc3" presStyleIdx="5" presStyleCnt="6">
        <dgm:presLayoutVars>
          <dgm:chPref val="3"/>
        </dgm:presLayoutVars>
      </dgm:prSet>
      <dgm:spPr/>
    </dgm:pt>
    <dgm:pt modelId="{39930580-DE28-AF41-9D82-0CD1D922CD16}" type="pres">
      <dgm:prSet presAssocID="{96333702-820C-7349-B750-4D7819790F5B}" presName="hierChild4" presStyleCnt="0"/>
      <dgm:spPr/>
    </dgm:pt>
    <dgm:pt modelId="{2C7A572D-8276-374E-A7DB-5FE2E3BEF52E}" type="pres">
      <dgm:prSet presAssocID="{A04DF517-7F01-A945-810E-212996B2D826}" presName="Name23" presStyleLbl="parChTrans1D4" presStyleIdx="6" presStyleCnt="8"/>
      <dgm:spPr/>
    </dgm:pt>
    <dgm:pt modelId="{EB4A4AB0-A00B-4F4B-AF7A-C09F6C3009E4}" type="pres">
      <dgm:prSet presAssocID="{8E97DC01-136C-6240-A84A-256E77B5189F}" presName="hierRoot4" presStyleCnt="0"/>
      <dgm:spPr/>
    </dgm:pt>
    <dgm:pt modelId="{312F3E08-4848-6F4B-8A73-0F9D3588504B}" type="pres">
      <dgm:prSet presAssocID="{8E97DC01-136C-6240-A84A-256E77B5189F}" presName="composite4" presStyleCnt="0"/>
      <dgm:spPr/>
    </dgm:pt>
    <dgm:pt modelId="{955F8D5B-E217-9148-ADB6-4F77F4FFD283}" type="pres">
      <dgm:prSet presAssocID="{8E97DC01-136C-6240-A84A-256E77B5189F}" presName="background4" presStyleLbl="node4" presStyleIdx="6" presStyleCnt="8"/>
      <dgm:spPr/>
    </dgm:pt>
    <dgm:pt modelId="{CA507321-E836-154C-8982-EA68D9E857ED}" type="pres">
      <dgm:prSet presAssocID="{8E97DC01-136C-6240-A84A-256E77B5189F}" presName="text4" presStyleLbl="fgAcc4" presStyleIdx="6" presStyleCnt="8">
        <dgm:presLayoutVars>
          <dgm:chPref val="3"/>
        </dgm:presLayoutVars>
      </dgm:prSet>
      <dgm:spPr/>
    </dgm:pt>
    <dgm:pt modelId="{8A80C0CD-EFD0-EF48-A249-5404E7C82527}" type="pres">
      <dgm:prSet presAssocID="{8E97DC01-136C-6240-A84A-256E77B5189F}" presName="hierChild5" presStyleCnt="0"/>
      <dgm:spPr/>
    </dgm:pt>
    <dgm:pt modelId="{3D48B8EA-856E-6748-9E6C-97F706E6F171}" type="pres">
      <dgm:prSet presAssocID="{3BA42131-6B75-0143-AD44-D61D6D298758}" presName="Name23" presStyleLbl="parChTrans1D4" presStyleIdx="7" presStyleCnt="8"/>
      <dgm:spPr/>
    </dgm:pt>
    <dgm:pt modelId="{55021522-B310-8F4A-B009-B456EB43D7B2}" type="pres">
      <dgm:prSet presAssocID="{7FBA2319-59DB-2E4A-B111-ED49C51864BF}" presName="hierRoot4" presStyleCnt="0"/>
      <dgm:spPr/>
    </dgm:pt>
    <dgm:pt modelId="{B5A99E4C-F2FE-4240-ABBD-0B9264535570}" type="pres">
      <dgm:prSet presAssocID="{7FBA2319-59DB-2E4A-B111-ED49C51864BF}" presName="composite4" presStyleCnt="0"/>
      <dgm:spPr/>
    </dgm:pt>
    <dgm:pt modelId="{A3413E26-3324-9444-9E36-6C77CD45CB0A}" type="pres">
      <dgm:prSet presAssocID="{7FBA2319-59DB-2E4A-B111-ED49C51864BF}" presName="background4" presStyleLbl="node4" presStyleIdx="7" presStyleCnt="8"/>
      <dgm:spPr/>
    </dgm:pt>
    <dgm:pt modelId="{A8F58CE5-2EE8-6B47-8E0A-87A02370FB3A}" type="pres">
      <dgm:prSet presAssocID="{7FBA2319-59DB-2E4A-B111-ED49C51864BF}" presName="text4" presStyleLbl="fgAcc4" presStyleIdx="7" presStyleCnt="8">
        <dgm:presLayoutVars>
          <dgm:chPref val="3"/>
        </dgm:presLayoutVars>
      </dgm:prSet>
      <dgm:spPr/>
    </dgm:pt>
    <dgm:pt modelId="{2E10E192-E55C-1F41-8895-AC3924A1751C}" type="pres">
      <dgm:prSet presAssocID="{7FBA2319-59DB-2E4A-B111-ED49C51864BF}" presName="hierChild5" presStyleCnt="0"/>
      <dgm:spPr/>
    </dgm:pt>
  </dgm:ptLst>
  <dgm:cxnLst>
    <dgm:cxn modelId="{F055A00C-2868-2846-A360-A6F720D66B27}" type="presOf" srcId="{1D805F7B-42E2-5D4B-8176-EC297E40BBF5}" destId="{4AC6A4D9-C623-5347-BC36-8513BA5CDB42}" srcOrd="0" destOrd="0" presId="urn:microsoft.com/office/officeart/2005/8/layout/hierarchy1"/>
    <dgm:cxn modelId="{FDD7CA10-465F-B140-8722-AA4915136357}" type="presOf" srcId="{B6CD01DA-EBF2-9F4A-949F-255B0363CDAC}" destId="{FC844EAC-CFA9-F947-B043-205C08B7A9D7}" srcOrd="0" destOrd="0" presId="urn:microsoft.com/office/officeart/2005/8/layout/hierarchy1"/>
    <dgm:cxn modelId="{F45C1B14-4E8F-F74E-B668-9434D71CCEEE}" type="presOf" srcId="{3F30DBFE-8844-584C-B71E-B7BA52467780}" destId="{7E69AA35-8C39-0A48-9824-E94E9F80588A}" srcOrd="0" destOrd="0" presId="urn:microsoft.com/office/officeart/2005/8/layout/hierarchy1"/>
    <dgm:cxn modelId="{741BF016-93E2-7945-A7BE-3F0DF1AE04B3}" type="presOf" srcId="{5CEA4F4D-C20E-A44C-9015-ACC5667F4121}" destId="{E8C701AE-C076-5E42-B361-4C0DEFCC93A4}" srcOrd="0" destOrd="0" presId="urn:microsoft.com/office/officeart/2005/8/layout/hierarchy1"/>
    <dgm:cxn modelId="{9FDDDB19-0C36-A34C-9F30-5674703D2C85}" srcId="{67B0370E-17ED-F64D-8E7B-24895881413B}" destId="{7A17555A-C601-3049-A964-D2DFEF483F94}" srcOrd="1" destOrd="0" parTransId="{ACE7AAEC-AF08-8B44-A352-97C27A656350}" sibTransId="{DE0B9BA1-E3E7-9D47-BF7E-056D473C101C}"/>
    <dgm:cxn modelId="{BC673120-C67C-DF43-8C5E-157029968521}" type="presOf" srcId="{7FBA2319-59DB-2E4A-B111-ED49C51864BF}" destId="{A8F58CE5-2EE8-6B47-8E0A-87A02370FB3A}" srcOrd="0" destOrd="0" presId="urn:microsoft.com/office/officeart/2005/8/layout/hierarchy1"/>
    <dgm:cxn modelId="{7DF54F20-C9D8-7D4A-B6E4-CA4D130D6222}" type="presOf" srcId="{ECCE8C76-E508-C646-8587-71673E9A2733}" destId="{3F8437BD-03E1-CC40-803D-EDE0B858DE9E}" srcOrd="0" destOrd="0" presId="urn:microsoft.com/office/officeart/2005/8/layout/hierarchy1"/>
    <dgm:cxn modelId="{E1864422-3F76-8647-A98D-7F557299DD5A}" type="presOf" srcId="{395B5922-A8E4-F642-A760-A5A4A7064E68}" destId="{34073E21-32C7-1E47-ABED-0AEB5CC7A0DB}" srcOrd="0" destOrd="0" presId="urn:microsoft.com/office/officeart/2005/8/layout/hierarchy1"/>
    <dgm:cxn modelId="{BC28D525-DE51-3B46-B47B-B068A8E43071}" srcId="{B136DB3E-D415-EE44-A958-C9BA15A376C2}" destId="{67B0370E-17ED-F64D-8E7B-24895881413B}" srcOrd="1" destOrd="0" parTransId="{7F06174D-6D4F-084D-92DD-9B81D7911467}" sibTransId="{FEA07DF8-ECD9-6A4E-9143-73EF17662C5B}"/>
    <dgm:cxn modelId="{BFD6F627-25D0-8B4C-BBCD-9A21A63AB0B9}" type="presOf" srcId="{86FC2FE0-FD48-8749-9F95-BC540C3DC681}" destId="{B1F0945A-6035-BB4E-87F7-2BBF8AA8B7B1}" srcOrd="0" destOrd="0" presId="urn:microsoft.com/office/officeart/2005/8/layout/hierarchy1"/>
    <dgm:cxn modelId="{4A664D2D-1CE1-6446-B5CD-D778067F31CB}" srcId="{5CEA4F4D-C20E-A44C-9015-ACC5667F4121}" destId="{B136DB3E-D415-EE44-A958-C9BA15A376C2}" srcOrd="0" destOrd="0" parTransId="{71F70EF0-7A14-2C44-AB07-3EF654700AFE}" sibTransId="{7DB07E38-9EDB-5B47-880A-C8DF94697B64}"/>
    <dgm:cxn modelId="{98D71E30-23A2-1A43-9768-109CF57B920B}" type="presOf" srcId="{F17F26CB-960A-1548-A61C-422012647824}" destId="{FC7DE6EA-787A-E14C-AB4A-1611FEC1B32D}" srcOrd="0" destOrd="0" presId="urn:microsoft.com/office/officeart/2005/8/layout/hierarchy1"/>
    <dgm:cxn modelId="{9B8B5F30-F24A-D847-B755-24845F37DE9C}" srcId="{1D805F7B-42E2-5D4B-8176-EC297E40BBF5}" destId="{F23A2ED1-7933-3B41-A717-8D57DE5D3B63}" srcOrd="1" destOrd="0" parTransId="{C9833234-D410-664B-B31A-CCE386B274E6}" sibTransId="{43904D5A-6BF8-1847-863A-4A8CA8913117}"/>
    <dgm:cxn modelId="{924E4733-CDA4-B041-A20D-FAEADF4ECA3C}" type="presOf" srcId="{67B0370E-17ED-F64D-8E7B-24895881413B}" destId="{2B5FC491-304D-DF41-BC64-1E6625564909}" srcOrd="0" destOrd="0" presId="urn:microsoft.com/office/officeart/2005/8/layout/hierarchy1"/>
    <dgm:cxn modelId="{5A875F34-0F94-F044-BEB1-8FDF5620B267}" srcId="{FCC96732-CF2B-C049-879E-4B21A0661D5B}" destId="{0D260A55-C537-8A42-B2B6-3DFD13D9B91B}" srcOrd="1" destOrd="0" parTransId="{3F30DBFE-8844-584C-B71E-B7BA52467780}" sibTransId="{51C451C5-4566-584A-A8CC-731F57A41ECA}"/>
    <dgm:cxn modelId="{0583DE37-709E-3C4E-8806-9B732108B223}" type="presOf" srcId="{ACE7AAEC-AF08-8B44-A352-97C27A656350}" destId="{BB98CB17-B034-C04B-98D4-A4CD01FDB92A}" srcOrd="0" destOrd="0" presId="urn:microsoft.com/office/officeart/2005/8/layout/hierarchy1"/>
    <dgm:cxn modelId="{6469E43A-CED6-DE4C-ACDD-53E20EF6437D}" srcId="{67B0370E-17ED-F64D-8E7B-24895881413B}" destId="{FCC96732-CF2B-C049-879E-4B21A0661D5B}" srcOrd="0" destOrd="0" parTransId="{2CE2A99B-D999-294A-B20E-69049535750D}" sibTransId="{3E74BE12-ACDE-354B-BBFC-4A639D0009F9}"/>
    <dgm:cxn modelId="{515A5B3C-9286-1C4F-85BD-0FA23583F82A}" type="presOf" srcId="{74FAB0EC-ECE6-7C40-96C3-3C77DB2567F0}" destId="{DDFD280F-B59A-2044-9271-B324A7DD5657}" srcOrd="0" destOrd="0" presId="urn:microsoft.com/office/officeart/2005/8/layout/hierarchy1"/>
    <dgm:cxn modelId="{AE2EE53D-E32D-BE43-8F39-BC040733E9AD}" type="presOf" srcId="{F23A2ED1-7933-3B41-A717-8D57DE5D3B63}" destId="{6F481738-3AE3-A941-8DBB-E07F7F25273D}" srcOrd="0" destOrd="0" presId="urn:microsoft.com/office/officeart/2005/8/layout/hierarchy1"/>
    <dgm:cxn modelId="{1462233E-688A-FC40-8321-8622283779BA}" type="presOf" srcId="{4B1D2C7E-48D9-6147-9925-DE206D847EA5}" destId="{594AFB13-E629-4F46-AA2F-E3B173FC9002}" srcOrd="0" destOrd="0" presId="urn:microsoft.com/office/officeart/2005/8/layout/hierarchy1"/>
    <dgm:cxn modelId="{1EDA2D40-1C37-2A4A-A4D8-16C85EDBDA2C}" srcId="{B6CD01DA-EBF2-9F4A-949F-255B0363CDAC}" destId="{ECCE8C76-E508-C646-8587-71673E9A2733}" srcOrd="0" destOrd="0" parTransId="{72CEE62E-94B0-1A4C-8333-3D0C8F1C99D0}" sibTransId="{E1FB27FB-00F6-3444-809F-25769809E8DB}"/>
    <dgm:cxn modelId="{EAD47D40-7400-8B40-BB9E-3C811C0D68E5}" srcId="{7A17555A-C601-3049-A964-D2DFEF483F94}" destId="{737F48D6-61AA-E340-841A-C1A330D8EA8B}" srcOrd="1" destOrd="0" parTransId="{F0717925-C13F-954F-9714-C72FFEEAD197}" sibTransId="{B03C7524-73EE-2C4A-A53B-4D09DB3339AF}"/>
    <dgm:cxn modelId="{3B867642-6060-1246-896C-3E3886083564}" srcId="{B136DB3E-D415-EE44-A958-C9BA15A376C2}" destId="{1D805F7B-42E2-5D4B-8176-EC297E40BBF5}" srcOrd="0" destOrd="0" parTransId="{4B1D2C7E-48D9-6147-9925-DE206D847EA5}" sibTransId="{B8EE806C-0A65-DC4F-A5C4-D47FAF39F1F7}"/>
    <dgm:cxn modelId="{62B73844-B209-1249-AC0F-716C7552B9D6}" type="presOf" srcId="{0D260A55-C537-8A42-B2B6-3DFD13D9B91B}" destId="{1C439D04-577A-534A-99E0-4343D2CDAF39}" srcOrd="0" destOrd="0" presId="urn:microsoft.com/office/officeart/2005/8/layout/hierarchy1"/>
    <dgm:cxn modelId="{6E7A7F44-7568-5D49-8557-15F88252C493}" type="presOf" srcId="{F0717925-C13F-954F-9714-C72FFEEAD197}" destId="{2BFF4750-62FF-264B-AF7B-0B7E3737689D}" srcOrd="0" destOrd="0" presId="urn:microsoft.com/office/officeart/2005/8/layout/hierarchy1"/>
    <dgm:cxn modelId="{FDBCC367-EADA-0847-A17B-9C5275CACAAA}" type="presOf" srcId="{B136DB3E-D415-EE44-A958-C9BA15A376C2}" destId="{F926003F-F906-E546-B148-B7F57E62FDB8}" srcOrd="0" destOrd="0" presId="urn:microsoft.com/office/officeart/2005/8/layout/hierarchy1"/>
    <dgm:cxn modelId="{13AEDA6A-EA30-4A4D-B873-450528865B53}" type="presOf" srcId="{2CE2A99B-D999-294A-B20E-69049535750D}" destId="{4A4D84A1-6041-994E-BF6C-782483079743}" srcOrd="0" destOrd="0" presId="urn:microsoft.com/office/officeart/2005/8/layout/hierarchy1"/>
    <dgm:cxn modelId="{45FEEB6A-98E7-B645-A5DC-904FA68236B2}" type="presOf" srcId="{72CEE62E-94B0-1A4C-8333-3D0C8F1C99D0}" destId="{15469EC2-7FB2-494F-A292-E7EFCD89C1AF}" srcOrd="0" destOrd="0" presId="urn:microsoft.com/office/officeart/2005/8/layout/hierarchy1"/>
    <dgm:cxn modelId="{8E193F4D-1248-6F42-A3FA-968FFED6C1E6}" type="presOf" srcId="{7A17555A-C601-3049-A964-D2DFEF483F94}" destId="{A3360229-2CFC-2943-8569-11F85397F8D2}" srcOrd="0" destOrd="0" presId="urn:microsoft.com/office/officeart/2005/8/layout/hierarchy1"/>
    <dgm:cxn modelId="{A2930C6E-3BEA-C548-9CFD-4982082AC237}" type="presOf" srcId="{4CD42FE5-53B6-074E-9995-BF9A18469B68}" destId="{96FF3B55-DCC0-FE48-AD22-4900516B5166}" srcOrd="0" destOrd="0" presId="urn:microsoft.com/office/officeart/2005/8/layout/hierarchy1"/>
    <dgm:cxn modelId="{0610264E-E0CE-F845-A23A-3817A9BA285A}" srcId="{B136DB3E-D415-EE44-A958-C9BA15A376C2}" destId="{395B5922-A8E4-F642-A760-A5A4A7064E68}" srcOrd="2" destOrd="0" parTransId="{1FC5FCB8-E879-DF45-9F45-0E552F742B5B}" sibTransId="{275E5449-D7C2-ED48-9C2F-C5975CBF67A5}"/>
    <dgm:cxn modelId="{E8302874-DB1F-A940-A6BC-5D4C090B123F}" type="presOf" srcId="{8E97DC01-136C-6240-A84A-256E77B5189F}" destId="{CA507321-E836-154C-8982-EA68D9E857ED}" srcOrd="0" destOrd="0" presId="urn:microsoft.com/office/officeart/2005/8/layout/hierarchy1"/>
    <dgm:cxn modelId="{30D0C655-0454-B948-9BB9-3F0E040F1AD4}" srcId="{FCC96732-CF2B-C049-879E-4B21A0661D5B}" destId="{86FC2FE0-FD48-8749-9F95-BC540C3DC681}" srcOrd="0" destOrd="0" parTransId="{4CD42FE5-53B6-074E-9995-BF9A18469B68}" sibTransId="{778A4D5D-CCBC-0C43-8E26-F1181D73E705}"/>
    <dgm:cxn modelId="{F3256C7F-FB01-C942-9416-FD0096425D3D}" type="presOf" srcId="{A5CE7F64-C7C2-2342-A7EF-96A448D0CF65}" destId="{7C5A5F7F-B2DD-BE45-B789-FEA69DF62848}" srcOrd="0" destOrd="0" presId="urn:microsoft.com/office/officeart/2005/8/layout/hierarchy1"/>
    <dgm:cxn modelId="{AAF549A5-455D-D147-A186-53D45E34EBE2}" type="presOf" srcId="{A04DF517-7F01-A945-810E-212996B2D826}" destId="{2C7A572D-8276-374E-A7DB-5FE2E3BEF52E}" srcOrd="0" destOrd="0" presId="urn:microsoft.com/office/officeart/2005/8/layout/hierarchy1"/>
    <dgm:cxn modelId="{9A85BFA6-A1AC-1E46-B682-4AD94DF87F56}" type="presOf" srcId="{5C241AEF-CB0B-1D43-8E2B-920FCA21B9E5}" destId="{D1D22BC4-A3B4-9343-B72F-1B3AF4E87683}" srcOrd="0" destOrd="0" presId="urn:microsoft.com/office/officeart/2005/8/layout/hierarchy1"/>
    <dgm:cxn modelId="{452B95B2-E660-CF46-BEF5-531EF2CC076F}" type="presOf" srcId="{D0D1D6CF-B29E-3148-9A36-68F312BFBD02}" destId="{D693C138-854B-114E-85CC-B57BFB520E54}" srcOrd="0" destOrd="0" presId="urn:microsoft.com/office/officeart/2005/8/layout/hierarchy1"/>
    <dgm:cxn modelId="{4BEFB5B3-FD2F-884F-B4CC-47151B867A8F}" srcId="{1D805F7B-42E2-5D4B-8176-EC297E40BBF5}" destId="{F17F26CB-960A-1548-A61C-422012647824}" srcOrd="0" destOrd="0" parTransId="{74FAB0EC-ECE6-7C40-96C3-3C77DB2567F0}" sibTransId="{68611562-B4B5-0D45-A73F-95A1901C0059}"/>
    <dgm:cxn modelId="{83328AB7-3224-BF45-A686-2A98C7F29284}" srcId="{96333702-820C-7349-B750-4D7819790F5B}" destId="{8E97DC01-136C-6240-A84A-256E77B5189F}" srcOrd="0" destOrd="0" parTransId="{A04DF517-7F01-A945-810E-212996B2D826}" sibTransId="{D85C43A3-AC5A-8448-9901-CFD2E2B8CEF0}"/>
    <dgm:cxn modelId="{A72DE3BB-769E-8C49-B099-2A760431DCB5}" type="presOf" srcId="{96333702-820C-7349-B750-4D7819790F5B}" destId="{8665FB70-1360-C144-A882-E81AA48210AC}" srcOrd="0" destOrd="0" presId="urn:microsoft.com/office/officeart/2005/8/layout/hierarchy1"/>
    <dgm:cxn modelId="{EDDC59BC-42BE-104D-A329-DA7736F9F42F}" type="presOf" srcId="{737F48D6-61AA-E340-841A-C1A330D8EA8B}" destId="{56C1E849-BC17-C448-81EB-769B40FB5F11}" srcOrd="0" destOrd="0" presId="urn:microsoft.com/office/officeart/2005/8/layout/hierarchy1"/>
    <dgm:cxn modelId="{3AC718BD-E6B2-E94A-974B-A028464AE5DB}" srcId="{395B5922-A8E4-F642-A760-A5A4A7064E68}" destId="{96333702-820C-7349-B750-4D7819790F5B}" srcOrd="1" destOrd="0" parTransId="{A94D2451-856E-BA45-885D-853F2A6D8B82}" sibTransId="{88000BB2-D3FC-A040-8DA6-929689A64924}"/>
    <dgm:cxn modelId="{E818EBBF-37BB-5040-990C-14CCE7C58750}" srcId="{395B5922-A8E4-F642-A760-A5A4A7064E68}" destId="{B6CD01DA-EBF2-9F4A-949F-255B0363CDAC}" srcOrd="0" destOrd="0" parTransId="{B91C285F-93BB-F240-A10E-00392524E34F}" sibTransId="{257ED0FB-8D43-3E40-83DD-84A257899C12}"/>
    <dgm:cxn modelId="{34D043C7-ACDE-FE42-89C4-F63E28E2AB10}" type="presOf" srcId="{3BA42131-6B75-0143-AD44-D61D6D298758}" destId="{3D48B8EA-856E-6748-9E6C-97F706E6F171}" srcOrd="0" destOrd="0" presId="urn:microsoft.com/office/officeart/2005/8/layout/hierarchy1"/>
    <dgm:cxn modelId="{C49AB9C7-A369-FF48-9432-8C6B17B2375C}" type="presOf" srcId="{FCC96732-CF2B-C049-879E-4B21A0661D5B}" destId="{959BB740-E5E0-FD45-8A11-D6DED6547272}" srcOrd="0" destOrd="0" presId="urn:microsoft.com/office/officeart/2005/8/layout/hierarchy1"/>
    <dgm:cxn modelId="{5CA541CF-1711-4C4F-B190-2EC71874B51B}" type="presOf" srcId="{C9833234-D410-664B-B31A-CCE386B274E6}" destId="{0DB923AB-5A78-B64D-9919-A6BDF0CB946A}" srcOrd="0" destOrd="0" presId="urn:microsoft.com/office/officeart/2005/8/layout/hierarchy1"/>
    <dgm:cxn modelId="{BAD8D6D1-AAE4-E04F-9FFD-A5449F7D585B}" srcId="{B6CD01DA-EBF2-9F4A-949F-255B0363CDAC}" destId="{5C241AEF-CB0B-1D43-8E2B-920FCA21B9E5}" srcOrd="1" destOrd="0" parTransId="{A5CE7F64-C7C2-2342-A7EF-96A448D0CF65}" sibTransId="{6D60FAAB-37AD-874C-8F50-565140762A7C}"/>
    <dgm:cxn modelId="{6DC0B9D3-0301-0841-B292-4413ED404DA8}" srcId="{96333702-820C-7349-B750-4D7819790F5B}" destId="{7FBA2319-59DB-2E4A-B111-ED49C51864BF}" srcOrd="1" destOrd="0" parTransId="{3BA42131-6B75-0143-AD44-D61D6D298758}" sibTransId="{F714695D-6048-194E-A7ED-1D2558DF5265}"/>
    <dgm:cxn modelId="{162F1DDE-93CD-AD4C-AA73-A727EFA96265}" type="presOf" srcId="{1FC5FCB8-E879-DF45-9F45-0E552F742B5B}" destId="{15DDAFCD-1FCF-654A-9706-675C67FBE1C6}" srcOrd="0" destOrd="0" presId="urn:microsoft.com/office/officeart/2005/8/layout/hierarchy1"/>
    <dgm:cxn modelId="{246262EB-398C-0948-A3F6-CF63356451A7}" type="presOf" srcId="{FE04F956-A22A-A742-9694-8875AFE9B238}" destId="{22D8AF9D-AEE0-DD44-A8AA-C07D837282D9}" srcOrd="0" destOrd="0" presId="urn:microsoft.com/office/officeart/2005/8/layout/hierarchy1"/>
    <dgm:cxn modelId="{247191EC-9FE9-7F4F-BA05-EFEA772C2F4F}" srcId="{7A17555A-C601-3049-A964-D2DFEF483F94}" destId="{D0D1D6CF-B29E-3148-9A36-68F312BFBD02}" srcOrd="0" destOrd="0" parTransId="{FE04F956-A22A-A742-9694-8875AFE9B238}" sibTransId="{20CCD68F-2B9D-8147-B58A-A0CDD1B228B1}"/>
    <dgm:cxn modelId="{5984FBEC-753D-774F-8FCE-E4908AC62DBA}" type="presOf" srcId="{B91C285F-93BB-F240-A10E-00392524E34F}" destId="{2FB513C4-B59D-124B-90F9-B3326805C995}" srcOrd="0" destOrd="0" presId="urn:microsoft.com/office/officeart/2005/8/layout/hierarchy1"/>
    <dgm:cxn modelId="{2F4B9FEF-40C1-8A48-BB55-F1EBB36FA070}" type="presOf" srcId="{A94D2451-856E-BA45-885D-853F2A6D8B82}" destId="{1FE18CC0-A2AA-EB4F-BEFB-FEF78354781E}" srcOrd="0" destOrd="0" presId="urn:microsoft.com/office/officeart/2005/8/layout/hierarchy1"/>
    <dgm:cxn modelId="{E99A3BF1-2EC9-454F-B7C5-15429D6B8DE4}" type="presOf" srcId="{7F06174D-6D4F-084D-92DD-9B81D7911467}" destId="{738E8221-F414-FB47-82BC-E30F77188774}" srcOrd="0" destOrd="0" presId="urn:microsoft.com/office/officeart/2005/8/layout/hierarchy1"/>
    <dgm:cxn modelId="{D6643A37-4B6E-E94F-86A4-E22ABD470027}" type="presParOf" srcId="{E8C701AE-C076-5E42-B361-4C0DEFCC93A4}" destId="{15C736B1-3784-DD4A-B5CB-4FDFA32E4A1A}" srcOrd="0" destOrd="0" presId="urn:microsoft.com/office/officeart/2005/8/layout/hierarchy1"/>
    <dgm:cxn modelId="{D9769187-821B-4E4F-8B2C-D4E16C2BF74E}" type="presParOf" srcId="{15C736B1-3784-DD4A-B5CB-4FDFA32E4A1A}" destId="{8926E0BE-B421-654D-8B6A-F03996909D4D}" srcOrd="0" destOrd="0" presId="urn:microsoft.com/office/officeart/2005/8/layout/hierarchy1"/>
    <dgm:cxn modelId="{01C7E7F7-9727-D444-8ECF-D833D80C15DF}" type="presParOf" srcId="{8926E0BE-B421-654D-8B6A-F03996909D4D}" destId="{0BA94BC0-0C10-A44F-93DE-64A28C96B386}" srcOrd="0" destOrd="0" presId="urn:microsoft.com/office/officeart/2005/8/layout/hierarchy1"/>
    <dgm:cxn modelId="{4C9D3B44-D06D-E442-9655-4831B8EAAE56}" type="presParOf" srcId="{8926E0BE-B421-654D-8B6A-F03996909D4D}" destId="{F926003F-F906-E546-B148-B7F57E62FDB8}" srcOrd="1" destOrd="0" presId="urn:microsoft.com/office/officeart/2005/8/layout/hierarchy1"/>
    <dgm:cxn modelId="{B6B43C2B-DF41-3249-B7FB-7081B099ED93}" type="presParOf" srcId="{15C736B1-3784-DD4A-B5CB-4FDFA32E4A1A}" destId="{315C03F8-74E1-D646-BACD-B29B9390B0F6}" srcOrd="1" destOrd="0" presId="urn:microsoft.com/office/officeart/2005/8/layout/hierarchy1"/>
    <dgm:cxn modelId="{77B9E785-DA3C-674C-80CC-ABF466EB15C4}" type="presParOf" srcId="{315C03F8-74E1-D646-BACD-B29B9390B0F6}" destId="{594AFB13-E629-4F46-AA2F-E3B173FC9002}" srcOrd="0" destOrd="0" presId="urn:microsoft.com/office/officeart/2005/8/layout/hierarchy1"/>
    <dgm:cxn modelId="{CCA72ED5-23EE-0344-9C59-46F57C63B921}" type="presParOf" srcId="{315C03F8-74E1-D646-BACD-B29B9390B0F6}" destId="{E55C159D-2156-6444-AB6B-053EDED61BDE}" srcOrd="1" destOrd="0" presId="urn:microsoft.com/office/officeart/2005/8/layout/hierarchy1"/>
    <dgm:cxn modelId="{0A09FDBF-8620-4241-B895-02A113D9ED1D}" type="presParOf" srcId="{E55C159D-2156-6444-AB6B-053EDED61BDE}" destId="{65C7A53B-8B06-C24A-BB58-024E3993D29C}" srcOrd="0" destOrd="0" presId="urn:microsoft.com/office/officeart/2005/8/layout/hierarchy1"/>
    <dgm:cxn modelId="{0352DE5E-B504-8E4B-8EB2-867574027F12}" type="presParOf" srcId="{65C7A53B-8B06-C24A-BB58-024E3993D29C}" destId="{52E72AFC-7F72-7949-ADA1-2D0D9E98DA9C}" srcOrd="0" destOrd="0" presId="urn:microsoft.com/office/officeart/2005/8/layout/hierarchy1"/>
    <dgm:cxn modelId="{51D3A601-2D56-204D-BE68-7621B85C7735}" type="presParOf" srcId="{65C7A53B-8B06-C24A-BB58-024E3993D29C}" destId="{4AC6A4D9-C623-5347-BC36-8513BA5CDB42}" srcOrd="1" destOrd="0" presId="urn:microsoft.com/office/officeart/2005/8/layout/hierarchy1"/>
    <dgm:cxn modelId="{2469F143-1965-EA46-80A1-623F474A2938}" type="presParOf" srcId="{E55C159D-2156-6444-AB6B-053EDED61BDE}" destId="{1806FBC8-41F3-4F48-8CDD-628C672B5BD6}" srcOrd="1" destOrd="0" presId="urn:microsoft.com/office/officeart/2005/8/layout/hierarchy1"/>
    <dgm:cxn modelId="{5BEFF7A6-5C77-A444-AA96-9BC2E168537A}" type="presParOf" srcId="{1806FBC8-41F3-4F48-8CDD-628C672B5BD6}" destId="{DDFD280F-B59A-2044-9271-B324A7DD5657}" srcOrd="0" destOrd="0" presId="urn:microsoft.com/office/officeart/2005/8/layout/hierarchy1"/>
    <dgm:cxn modelId="{DB7628CA-F371-974C-8BD0-08711C91F2F5}" type="presParOf" srcId="{1806FBC8-41F3-4F48-8CDD-628C672B5BD6}" destId="{1F0EA2B4-E6D9-4D44-AFAF-238B2543F68D}" srcOrd="1" destOrd="0" presId="urn:microsoft.com/office/officeart/2005/8/layout/hierarchy1"/>
    <dgm:cxn modelId="{7F6C95CE-3EA3-8542-A191-FEEC312CAEB9}" type="presParOf" srcId="{1F0EA2B4-E6D9-4D44-AFAF-238B2543F68D}" destId="{5E6ED309-ACE5-5F40-A099-4FCC636AE23B}" srcOrd="0" destOrd="0" presId="urn:microsoft.com/office/officeart/2005/8/layout/hierarchy1"/>
    <dgm:cxn modelId="{16106D50-CB43-4948-8245-6B4E25A2DE7C}" type="presParOf" srcId="{5E6ED309-ACE5-5F40-A099-4FCC636AE23B}" destId="{738B3243-BA4D-F441-86DD-3599461CFB9A}" srcOrd="0" destOrd="0" presId="urn:microsoft.com/office/officeart/2005/8/layout/hierarchy1"/>
    <dgm:cxn modelId="{786D82D0-FB90-D24F-99DD-F658A91D380F}" type="presParOf" srcId="{5E6ED309-ACE5-5F40-A099-4FCC636AE23B}" destId="{FC7DE6EA-787A-E14C-AB4A-1611FEC1B32D}" srcOrd="1" destOrd="0" presId="urn:microsoft.com/office/officeart/2005/8/layout/hierarchy1"/>
    <dgm:cxn modelId="{2B9500B8-C6E1-E741-82F3-E60CB0309D93}" type="presParOf" srcId="{1F0EA2B4-E6D9-4D44-AFAF-238B2543F68D}" destId="{747199E6-B6AB-BA4A-8D72-8976A2CAE38B}" srcOrd="1" destOrd="0" presId="urn:microsoft.com/office/officeart/2005/8/layout/hierarchy1"/>
    <dgm:cxn modelId="{2176E5E3-0F19-9649-99C9-96A5C070DC15}" type="presParOf" srcId="{1806FBC8-41F3-4F48-8CDD-628C672B5BD6}" destId="{0DB923AB-5A78-B64D-9919-A6BDF0CB946A}" srcOrd="2" destOrd="0" presId="urn:microsoft.com/office/officeart/2005/8/layout/hierarchy1"/>
    <dgm:cxn modelId="{77B8B0C5-5C4A-7B46-95A6-4923322CC612}" type="presParOf" srcId="{1806FBC8-41F3-4F48-8CDD-628C672B5BD6}" destId="{15168EEF-3AE9-2E4E-8824-17DF2FCB9287}" srcOrd="3" destOrd="0" presId="urn:microsoft.com/office/officeart/2005/8/layout/hierarchy1"/>
    <dgm:cxn modelId="{AAF9A6CE-B80B-1B4C-BA65-E0F479D53419}" type="presParOf" srcId="{15168EEF-3AE9-2E4E-8824-17DF2FCB9287}" destId="{4A2410FA-47E1-BD45-85D9-D57692014F8E}" srcOrd="0" destOrd="0" presId="urn:microsoft.com/office/officeart/2005/8/layout/hierarchy1"/>
    <dgm:cxn modelId="{B1901420-A499-CD40-8F81-AED43C962665}" type="presParOf" srcId="{4A2410FA-47E1-BD45-85D9-D57692014F8E}" destId="{4EC8F5C7-BCA3-AF43-AA54-FFDEEF6AFE21}" srcOrd="0" destOrd="0" presId="urn:microsoft.com/office/officeart/2005/8/layout/hierarchy1"/>
    <dgm:cxn modelId="{57770AC6-C03F-5444-85F3-93EFD10E495E}" type="presParOf" srcId="{4A2410FA-47E1-BD45-85D9-D57692014F8E}" destId="{6F481738-3AE3-A941-8DBB-E07F7F25273D}" srcOrd="1" destOrd="0" presId="urn:microsoft.com/office/officeart/2005/8/layout/hierarchy1"/>
    <dgm:cxn modelId="{4EFBCBFD-6C8A-A644-9163-8C48A79E0DB8}" type="presParOf" srcId="{15168EEF-3AE9-2E4E-8824-17DF2FCB9287}" destId="{4AE5CA29-95C7-EA45-9577-2539C03163E5}" srcOrd="1" destOrd="0" presId="urn:microsoft.com/office/officeart/2005/8/layout/hierarchy1"/>
    <dgm:cxn modelId="{B6F126CC-40BD-6640-A19C-14F6FFF4B45E}" type="presParOf" srcId="{315C03F8-74E1-D646-BACD-B29B9390B0F6}" destId="{738E8221-F414-FB47-82BC-E30F77188774}" srcOrd="2" destOrd="0" presId="urn:microsoft.com/office/officeart/2005/8/layout/hierarchy1"/>
    <dgm:cxn modelId="{14C703AF-9046-AE47-9E79-0F0F58DFE106}" type="presParOf" srcId="{315C03F8-74E1-D646-BACD-B29B9390B0F6}" destId="{BCDBA90F-B9AE-DF46-B71D-50740AAF79E9}" srcOrd="3" destOrd="0" presId="urn:microsoft.com/office/officeart/2005/8/layout/hierarchy1"/>
    <dgm:cxn modelId="{8C617A31-1BBE-E844-87FD-464DF6874C8A}" type="presParOf" srcId="{BCDBA90F-B9AE-DF46-B71D-50740AAF79E9}" destId="{E6289DD2-E56E-C340-9E93-4D7E098C4442}" srcOrd="0" destOrd="0" presId="urn:microsoft.com/office/officeart/2005/8/layout/hierarchy1"/>
    <dgm:cxn modelId="{58CCBC7E-6051-404F-BDCD-EA8B154AB367}" type="presParOf" srcId="{E6289DD2-E56E-C340-9E93-4D7E098C4442}" destId="{E225D9F5-C5BF-D941-853A-EA6E2C4FED58}" srcOrd="0" destOrd="0" presId="urn:microsoft.com/office/officeart/2005/8/layout/hierarchy1"/>
    <dgm:cxn modelId="{BACB1A0F-FF89-4246-BF0B-C79F8DE78530}" type="presParOf" srcId="{E6289DD2-E56E-C340-9E93-4D7E098C4442}" destId="{2B5FC491-304D-DF41-BC64-1E6625564909}" srcOrd="1" destOrd="0" presId="urn:microsoft.com/office/officeart/2005/8/layout/hierarchy1"/>
    <dgm:cxn modelId="{D6CC6504-77C6-5C44-904A-FDBAF6BF9A3A}" type="presParOf" srcId="{BCDBA90F-B9AE-DF46-B71D-50740AAF79E9}" destId="{ABE2403C-715B-F348-BD8F-F681C28667F3}" srcOrd="1" destOrd="0" presId="urn:microsoft.com/office/officeart/2005/8/layout/hierarchy1"/>
    <dgm:cxn modelId="{971B8474-3D69-8B46-921C-BFA9F11A1AF4}" type="presParOf" srcId="{ABE2403C-715B-F348-BD8F-F681C28667F3}" destId="{4A4D84A1-6041-994E-BF6C-782483079743}" srcOrd="0" destOrd="0" presId="urn:microsoft.com/office/officeart/2005/8/layout/hierarchy1"/>
    <dgm:cxn modelId="{2588CC67-F785-F04D-84CF-3F908AC10620}" type="presParOf" srcId="{ABE2403C-715B-F348-BD8F-F681C28667F3}" destId="{9EFA66E5-3C41-1640-B72C-C557AADB385A}" srcOrd="1" destOrd="0" presId="urn:microsoft.com/office/officeart/2005/8/layout/hierarchy1"/>
    <dgm:cxn modelId="{0C6D8589-7ED2-B141-A2AE-ACA873F2E4AB}" type="presParOf" srcId="{9EFA66E5-3C41-1640-B72C-C557AADB385A}" destId="{2BD9C586-F422-6948-AD81-C0F9D2E6806E}" srcOrd="0" destOrd="0" presId="urn:microsoft.com/office/officeart/2005/8/layout/hierarchy1"/>
    <dgm:cxn modelId="{2B66D1EE-E73C-3642-B27A-F8A54823F2EC}" type="presParOf" srcId="{2BD9C586-F422-6948-AD81-C0F9D2E6806E}" destId="{BAC9148B-E4EC-CE4C-AE1A-69C3D9AB9B0A}" srcOrd="0" destOrd="0" presId="urn:microsoft.com/office/officeart/2005/8/layout/hierarchy1"/>
    <dgm:cxn modelId="{EC5645B1-D31B-BB45-AECC-A14529F22D46}" type="presParOf" srcId="{2BD9C586-F422-6948-AD81-C0F9D2E6806E}" destId="{959BB740-E5E0-FD45-8A11-D6DED6547272}" srcOrd="1" destOrd="0" presId="urn:microsoft.com/office/officeart/2005/8/layout/hierarchy1"/>
    <dgm:cxn modelId="{E1171BFE-25BA-8C40-B808-7D08D0E51EFD}" type="presParOf" srcId="{9EFA66E5-3C41-1640-B72C-C557AADB385A}" destId="{FAE1809D-C1B5-6640-A7DD-D465D28AFD1A}" srcOrd="1" destOrd="0" presId="urn:microsoft.com/office/officeart/2005/8/layout/hierarchy1"/>
    <dgm:cxn modelId="{20C181A4-C5E5-7647-865B-4EE0A70E4E76}" type="presParOf" srcId="{FAE1809D-C1B5-6640-A7DD-D465D28AFD1A}" destId="{96FF3B55-DCC0-FE48-AD22-4900516B5166}" srcOrd="0" destOrd="0" presId="urn:microsoft.com/office/officeart/2005/8/layout/hierarchy1"/>
    <dgm:cxn modelId="{4762707B-94E6-3549-916B-8FD0DFFB215C}" type="presParOf" srcId="{FAE1809D-C1B5-6640-A7DD-D465D28AFD1A}" destId="{0080974F-0CAC-C047-BBEE-AB468621DA2B}" srcOrd="1" destOrd="0" presId="urn:microsoft.com/office/officeart/2005/8/layout/hierarchy1"/>
    <dgm:cxn modelId="{22F09E15-8F66-0845-9B9E-BF2A1853F0AE}" type="presParOf" srcId="{0080974F-0CAC-C047-BBEE-AB468621DA2B}" destId="{5074D0A5-61E4-2744-BE5D-EC6AFA9FC5B5}" srcOrd="0" destOrd="0" presId="urn:microsoft.com/office/officeart/2005/8/layout/hierarchy1"/>
    <dgm:cxn modelId="{C063F049-9570-504D-B595-37F791D65088}" type="presParOf" srcId="{5074D0A5-61E4-2744-BE5D-EC6AFA9FC5B5}" destId="{9446924B-AA81-5645-9B90-7A136CAE5E6B}" srcOrd="0" destOrd="0" presId="urn:microsoft.com/office/officeart/2005/8/layout/hierarchy1"/>
    <dgm:cxn modelId="{5579EFA4-DF4A-EE46-9356-19DC53FCB588}" type="presParOf" srcId="{5074D0A5-61E4-2744-BE5D-EC6AFA9FC5B5}" destId="{B1F0945A-6035-BB4E-87F7-2BBF8AA8B7B1}" srcOrd="1" destOrd="0" presId="urn:microsoft.com/office/officeart/2005/8/layout/hierarchy1"/>
    <dgm:cxn modelId="{8F749B62-1B6F-6E44-907D-EF3A8FC6BD7A}" type="presParOf" srcId="{0080974F-0CAC-C047-BBEE-AB468621DA2B}" destId="{36611BD8-7717-0247-9840-C015AD1A7722}" srcOrd="1" destOrd="0" presId="urn:microsoft.com/office/officeart/2005/8/layout/hierarchy1"/>
    <dgm:cxn modelId="{C6455243-FAD6-7547-8F94-D3AF2CCD39C7}" type="presParOf" srcId="{FAE1809D-C1B5-6640-A7DD-D465D28AFD1A}" destId="{7E69AA35-8C39-0A48-9824-E94E9F80588A}" srcOrd="2" destOrd="0" presId="urn:microsoft.com/office/officeart/2005/8/layout/hierarchy1"/>
    <dgm:cxn modelId="{1766BB6C-0F98-2049-BA84-34488663BFAD}" type="presParOf" srcId="{FAE1809D-C1B5-6640-A7DD-D465D28AFD1A}" destId="{B3A90245-6F7D-3643-8FA5-8B03756F8EE4}" srcOrd="3" destOrd="0" presId="urn:microsoft.com/office/officeart/2005/8/layout/hierarchy1"/>
    <dgm:cxn modelId="{907B748B-D5F8-F544-9225-F82FC1B64B62}" type="presParOf" srcId="{B3A90245-6F7D-3643-8FA5-8B03756F8EE4}" destId="{4BF780BF-8AB9-4F45-B8EB-8F48ADC2F9D5}" srcOrd="0" destOrd="0" presId="urn:microsoft.com/office/officeart/2005/8/layout/hierarchy1"/>
    <dgm:cxn modelId="{9E80FFF8-DA47-344F-8AB3-F2CF25820DD7}" type="presParOf" srcId="{4BF780BF-8AB9-4F45-B8EB-8F48ADC2F9D5}" destId="{BBF36E8A-FFE3-4241-8F69-FAE6A89A2211}" srcOrd="0" destOrd="0" presId="urn:microsoft.com/office/officeart/2005/8/layout/hierarchy1"/>
    <dgm:cxn modelId="{4849907A-D32C-0748-A63E-04A80428696F}" type="presParOf" srcId="{4BF780BF-8AB9-4F45-B8EB-8F48ADC2F9D5}" destId="{1C439D04-577A-534A-99E0-4343D2CDAF39}" srcOrd="1" destOrd="0" presId="urn:microsoft.com/office/officeart/2005/8/layout/hierarchy1"/>
    <dgm:cxn modelId="{11E683A6-B468-594A-852D-C00D3A88846D}" type="presParOf" srcId="{B3A90245-6F7D-3643-8FA5-8B03756F8EE4}" destId="{6903AE7B-CE15-BE4D-B556-B50B21AB108F}" srcOrd="1" destOrd="0" presId="urn:microsoft.com/office/officeart/2005/8/layout/hierarchy1"/>
    <dgm:cxn modelId="{27BCB641-2039-0A4E-8ED6-86548AAB8FA0}" type="presParOf" srcId="{ABE2403C-715B-F348-BD8F-F681C28667F3}" destId="{BB98CB17-B034-C04B-98D4-A4CD01FDB92A}" srcOrd="2" destOrd="0" presId="urn:microsoft.com/office/officeart/2005/8/layout/hierarchy1"/>
    <dgm:cxn modelId="{F8F26A41-B824-8740-9626-89945BC04EA3}" type="presParOf" srcId="{ABE2403C-715B-F348-BD8F-F681C28667F3}" destId="{DA3AA5EA-47CB-A148-BB76-5E00B781CE95}" srcOrd="3" destOrd="0" presId="urn:microsoft.com/office/officeart/2005/8/layout/hierarchy1"/>
    <dgm:cxn modelId="{B6B985AC-E4E5-1449-8172-6F0B5B1A2530}" type="presParOf" srcId="{DA3AA5EA-47CB-A148-BB76-5E00B781CE95}" destId="{0B922AD4-2C60-E143-956C-F0993D07C1CF}" srcOrd="0" destOrd="0" presId="urn:microsoft.com/office/officeart/2005/8/layout/hierarchy1"/>
    <dgm:cxn modelId="{F4F44498-E5D5-AB4E-A46B-01ADB1C6AAE4}" type="presParOf" srcId="{0B922AD4-2C60-E143-956C-F0993D07C1CF}" destId="{FEE4091E-7C12-2642-B950-FDEF45581B39}" srcOrd="0" destOrd="0" presId="urn:microsoft.com/office/officeart/2005/8/layout/hierarchy1"/>
    <dgm:cxn modelId="{395F352B-54BB-5443-82A2-C8C01C6DE4FA}" type="presParOf" srcId="{0B922AD4-2C60-E143-956C-F0993D07C1CF}" destId="{A3360229-2CFC-2943-8569-11F85397F8D2}" srcOrd="1" destOrd="0" presId="urn:microsoft.com/office/officeart/2005/8/layout/hierarchy1"/>
    <dgm:cxn modelId="{1B0DD32F-0FF2-AD4D-84CF-FB32FD42D545}" type="presParOf" srcId="{DA3AA5EA-47CB-A148-BB76-5E00B781CE95}" destId="{4F56971B-3DB7-5F49-9C60-6E85542A1AE2}" srcOrd="1" destOrd="0" presId="urn:microsoft.com/office/officeart/2005/8/layout/hierarchy1"/>
    <dgm:cxn modelId="{658AD146-CD43-B848-A194-0BAD69A344C1}" type="presParOf" srcId="{4F56971B-3DB7-5F49-9C60-6E85542A1AE2}" destId="{22D8AF9D-AEE0-DD44-A8AA-C07D837282D9}" srcOrd="0" destOrd="0" presId="urn:microsoft.com/office/officeart/2005/8/layout/hierarchy1"/>
    <dgm:cxn modelId="{9A8D6457-C630-9F4D-83A5-73CF345196A4}" type="presParOf" srcId="{4F56971B-3DB7-5F49-9C60-6E85542A1AE2}" destId="{5AB08437-8F22-C84B-971C-0AB0037D95DA}" srcOrd="1" destOrd="0" presId="urn:microsoft.com/office/officeart/2005/8/layout/hierarchy1"/>
    <dgm:cxn modelId="{9A201D2B-4153-A746-B7EA-87B06091CD4B}" type="presParOf" srcId="{5AB08437-8F22-C84B-971C-0AB0037D95DA}" destId="{C137CC4E-47A7-5C4F-96BD-6774391B1B35}" srcOrd="0" destOrd="0" presId="urn:microsoft.com/office/officeart/2005/8/layout/hierarchy1"/>
    <dgm:cxn modelId="{48350F2E-3F11-3646-959D-B24B66DB5671}" type="presParOf" srcId="{C137CC4E-47A7-5C4F-96BD-6774391B1B35}" destId="{38000310-89E1-6F40-91C6-9F525C444D08}" srcOrd="0" destOrd="0" presId="urn:microsoft.com/office/officeart/2005/8/layout/hierarchy1"/>
    <dgm:cxn modelId="{6C48E712-C003-744A-A0FF-E201685A9D3A}" type="presParOf" srcId="{C137CC4E-47A7-5C4F-96BD-6774391B1B35}" destId="{D693C138-854B-114E-85CC-B57BFB520E54}" srcOrd="1" destOrd="0" presId="urn:microsoft.com/office/officeart/2005/8/layout/hierarchy1"/>
    <dgm:cxn modelId="{F144FA0A-F6E8-4E43-8772-B409FAFBD146}" type="presParOf" srcId="{5AB08437-8F22-C84B-971C-0AB0037D95DA}" destId="{9FEAB9BB-6DAF-6F41-BD81-0F6DB3DE6F21}" srcOrd="1" destOrd="0" presId="urn:microsoft.com/office/officeart/2005/8/layout/hierarchy1"/>
    <dgm:cxn modelId="{99676038-802C-F74C-B75F-9AABE0093290}" type="presParOf" srcId="{4F56971B-3DB7-5F49-9C60-6E85542A1AE2}" destId="{2BFF4750-62FF-264B-AF7B-0B7E3737689D}" srcOrd="2" destOrd="0" presId="urn:microsoft.com/office/officeart/2005/8/layout/hierarchy1"/>
    <dgm:cxn modelId="{2C6F64E2-724E-964A-971B-6A57069ABBC1}" type="presParOf" srcId="{4F56971B-3DB7-5F49-9C60-6E85542A1AE2}" destId="{662890B6-9C85-0F48-9C4D-16B6D054A81D}" srcOrd="3" destOrd="0" presId="urn:microsoft.com/office/officeart/2005/8/layout/hierarchy1"/>
    <dgm:cxn modelId="{F406793B-B490-B642-AE27-22330A616A52}" type="presParOf" srcId="{662890B6-9C85-0F48-9C4D-16B6D054A81D}" destId="{A21B1AF5-170C-394D-80B2-53611F4F3827}" srcOrd="0" destOrd="0" presId="urn:microsoft.com/office/officeart/2005/8/layout/hierarchy1"/>
    <dgm:cxn modelId="{48A0127C-0411-C240-BA80-7F7852E3DAEE}" type="presParOf" srcId="{A21B1AF5-170C-394D-80B2-53611F4F3827}" destId="{4EB05185-F425-644A-A91E-FEBC3CD96B2B}" srcOrd="0" destOrd="0" presId="urn:microsoft.com/office/officeart/2005/8/layout/hierarchy1"/>
    <dgm:cxn modelId="{64A119DF-ACBE-7142-BC8E-CB01326560AE}" type="presParOf" srcId="{A21B1AF5-170C-394D-80B2-53611F4F3827}" destId="{56C1E849-BC17-C448-81EB-769B40FB5F11}" srcOrd="1" destOrd="0" presId="urn:microsoft.com/office/officeart/2005/8/layout/hierarchy1"/>
    <dgm:cxn modelId="{00B60A51-A755-5A44-BA64-1974E9DEA384}" type="presParOf" srcId="{662890B6-9C85-0F48-9C4D-16B6D054A81D}" destId="{2051745A-4277-A848-96D2-5EF17AED4537}" srcOrd="1" destOrd="0" presId="urn:microsoft.com/office/officeart/2005/8/layout/hierarchy1"/>
    <dgm:cxn modelId="{1CA43F30-1C8D-B040-93C8-09D259C5C765}" type="presParOf" srcId="{315C03F8-74E1-D646-BACD-B29B9390B0F6}" destId="{15DDAFCD-1FCF-654A-9706-675C67FBE1C6}" srcOrd="4" destOrd="0" presId="urn:microsoft.com/office/officeart/2005/8/layout/hierarchy1"/>
    <dgm:cxn modelId="{375B34F5-1732-8047-8C6E-C15A962A0C3F}" type="presParOf" srcId="{315C03F8-74E1-D646-BACD-B29B9390B0F6}" destId="{351F1E5A-4622-7F40-A221-5390B265C832}" srcOrd="5" destOrd="0" presId="urn:microsoft.com/office/officeart/2005/8/layout/hierarchy1"/>
    <dgm:cxn modelId="{56A706D9-0F8F-6F46-9E00-561CEFFA4502}" type="presParOf" srcId="{351F1E5A-4622-7F40-A221-5390B265C832}" destId="{29A56634-3B21-674E-9071-E5265EF3535E}" srcOrd="0" destOrd="0" presId="urn:microsoft.com/office/officeart/2005/8/layout/hierarchy1"/>
    <dgm:cxn modelId="{FB227E6B-B224-6E45-89B0-CB56669D2CC1}" type="presParOf" srcId="{29A56634-3B21-674E-9071-E5265EF3535E}" destId="{68ED5AEA-F2CB-7141-9B73-77717F453F50}" srcOrd="0" destOrd="0" presId="urn:microsoft.com/office/officeart/2005/8/layout/hierarchy1"/>
    <dgm:cxn modelId="{6686BDB1-50F2-9F4D-A03F-987226D666C1}" type="presParOf" srcId="{29A56634-3B21-674E-9071-E5265EF3535E}" destId="{34073E21-32C7-1E47-ABED-0AEB5CC7A0DB}" srcOrd="1" destOrd="0" presId="urn:microsoft.com/office/officeart/2005/8/layout/hierarchy1"/>
    <dgm:cxn modelId="{38973831-51CF-8246-863F-E8E6509EA363}" type="presParOf" srcId="{351F1E5A-4622-7F40-A221-5390B265C832}" destId="{AF8A12C5-DAC4-384A-9F90-491C4CEC372D}" srcOrd="1" destOrd="0" presId="urn:microsoft.com/office/officeart/2005/8/layout/hierarchy1"/>
    <dgm:cxn modelId="{40B83E0D-0CEB-3846-9694-4A15DBEB04DD}" type="presParOf" srcId="{AF8A12C5-DAC4-384A-9F90-491C4CEC372D}" destId="{2FB513C4-B59D-124B-90F9-B3326805C995}" srcOrd="0" destOrd="0" presId="urn:microsoft.com/office/officeart/2005/8/layout/hierarchy1"/>
    <dgm:cxn modelId="{E2F98A09-738D-FC4A-8616-1864707A921A}" type="presParOf" srcId="{AF8A12C5-DAC4-384A-9F90-491C4CEC372D}" destId="{950B5DB4-9E02-5549-825E-DA84FC32F592}" srcOrd="1" destOrd="0" presId="urn:microsoft.com/office/officeart/2005/8/layout/hierarchy1"/>
    <dgm:cxn modelId="{EBE1F4BA-CA93-FB4B-A0D3-66920B143B6A}" type="presParOf" srcId="{950B5DB4-9E02-5549-825E-DA84FC32F592}" destId="{5063C406-117F-EE48-85B7-10FC4F710AE2}" srcOrd="0" destOrd="0" presId="urn:microsoft.com/office/officeart/2005/8/layout/hierarchy1"/>
    <dgm:cxn modelId="{14711EBF-6472-2A49-BE65-AA836A59B606}" type="presParOf" srcId="{5063C406-117F-EE48-85B7-10FC4F710AE2}" destId="{8D05C887-3BCD-E148-B124-4806ECE45C25}" srcOrd="0" destOrd="0" presId="urn:microsoft.com/office/officeart/2005/8/layout/hierarchy1"/>
    <dgm:cxn modelId="{909D4591-F258-3F43-AD66-FD0333DFCD8A}" type="presParOf" srcId="{5063C406-117F-EE48-85B7-10FC4F710AE2}" destId="{FC844EAC-CFA9-F947-B043-205C08B7A9D7}" srcOrd="1" destOrd="0" presId="urn:microsoft.com/office/officeart/2005/8/layout/hierarchy1"/>
    <dgm:cxn modelId="{EFE391FC-F0D4-DC43-B9A3-A2625521183F}" type="presParOf" srcId="{950B5DB4-9E02-5549-825E-DA84FC32F592}" destId="{F9239DE8-9653-7048-AC11-BBFD85D521B0}" srcOrd="1" destOrd="0" presId="urn:microsoft.com/office/officeart/2005/8/layout/hierarchy1"/>
    <dgm:cxn modelId="{8095A993-6B23-CE47-A47B-23623A55083C}" type="presParOf" srcId="{F9239DE8-9653-7048-AC11-BBFD85D521B0}" destId="{15469EC2-7FB2-494F-A292-E7EFCD89C1AF}" srcOrd="0" destOrd="0" presId="urn:microsoft.com/office/officeart/2005/8/layout/hierarchy1"/>
    <dgm:cxn modelId="{4E929E04-7DCE-8A48-9BA8-1C62EA729672}" type="presParOf" srcId="{F9239DE8-9653-7048-AC11-BBFD85D521B0}" destId="{97D365FA-6024-9B4F-9090-E2442E48BF31}" srcOrd="1" destOrd="0" presId="urn:microsoft.com/office/officeart/2005/8/layout/hierarchy1"/>
    <dgm:cxn modelId="{CD227C71-4374-1343-A782-FE6857386B77}" type="presParOf" srcId="{97D365FA-6024-9B4F-9090-E2442E48BF31}" destId="{0FDCB440-9EC3-3748-B2C2-FB34519E3E61}" srcOrd="0" destOrd="0" presId="urn:microsoft.com/office/officeart/2005/8/layout/hierarchy1"/>
    <dgm:cxn modelId="{E3E49E3D-1E7E-4F41-BF59-315B94C62D75}" type="presParOf" srcId="{0FDCB440-9EC3-3748-B2C2-FB34519E3E61}" destId="{B1EE9766-A64B-0342-9144-1B5314FA5A5E}" srcOrd="0" destOrd="0" presId="urn:microsoft.com/office/officeart/2005/8/layout/hierarchy1"/>
    <dgm:cxn modelId="{837CD1E9-DE99-1D4E-B9BA-35A953576E19}" type="presParOf" srcId="{0FDCB440-9EC3-3748-B2C2-FB34519E3E61}" destId="{3F8437BD-03E1-CC40-803D-EDE0B858DE9E}" srcOrd="1" destOrd="0" presId="urn:microsoft.com/office/officeart/2005/8/layout/hierarchy1"/>
    <dgm:cxn modelId="{BEAA3E2E-0B79-4742-B3C8-B81A4251717A}" type="presParOf" srcId="{97D365FA-6024-9B4F-9090-E2442E48BF31}" destId="{DA3FED6A-364D-3643-9575-06A2D868D237}" srcOrd="1" destOrd="0" presId="urn:microsoft.com/office/officeart/2005/8/layout/hierarchy1"/>
    <dgm:cxn modelId="{8449F037-1733-C847-8A1F-ED32D3FE75D0}" type="presParOf" srcId="{F9239DE8-9653-7048-AC11-BBFD85D521B0}" destId="{7C5A5F7F-B2DD-BE45-B789-FEA69DF62848}" srcOrd="2" destOrd="0" presId="urn:microsoft.com/office/officeart/2005/8/layout/hierarchy1"/>
    <dgm:cxn modelId="{70104AD6-757D-244E-9F7B-5DA9EBCA2A16}" type="presParOf" srcId="{F9239DE8-9653-7048-AC11-BBFD85D521B0}" destId="{DC84A8B5-0999-C644-B105-52512974023B}" srcOrd="3" destOrd="0" presId="urn:microsoft.com/office/officeart/2005/8/layout/hierarchy1"/>
    <dgm:cxn modelId="{4AA701A8-9DF3-8947-A868-2E6F98A6EA87}" type="presParOf" srcId="{DC84A8B5-0999-C644-B105-52512974023B}" destId="{8439BDFA-23CE-F24F-B64F-8275926EA671}" srcOrd="0" destOrd="0" presId="urn:microsoft.com/office/officeart/2005/8/layout/hierarchy1"/>
    <dgm:cxn modelId="{9D6FCAF3-EC8E-4341-9533-2BB369557B47}" type="presParOf" srcId="{8439BDFA-23CE-F24F-B64F-8275926EA671}" destId="{2B9EF1F1-E89E-084C-9A57-96B6D5B4B312}" srcOrd="0" destOrd="0" presId="urn:microsoft.com/office/officeart/2005/8/layout/hierarchy1"/>
    <dgm:cxn modelId="{CFECD595-74BF-B045-A8D3-0C07FC7CF8DF}" type="presParOf" srcId="{8439BDFA-23CE-F24F-B64F-8275926EA671}" destId="{D1D22BC4-A3B4-9343-B72F-1B3AF4E87683}" srcOrd="1" destOrd="0" presId="urn:microsoft.com/office/officeart/2005/8/layout/hierarchy1"/>
    <dgm:cxn modelId="{AF167EDF-8B71-8B4A-9353-225216350F5F}" type="presParOf" srcId="{DC84A8B5-0999-C644-B105-52512974023B}" destId="{AC01A766-7238-AA49-A28C-69A91E7C4634}" srcOrd="1" destOrd="0" presId="urn:microsoft.com/office/officeart/2005/8/layout/hierarchy1"/>
    <dgm:cxn modelId="{75293624-3F69-3549-A3CB-3413182615A0}" type="presParOf" srcId="{AF8A12C5-DAC4-384A-9F90-491C4CEC372D}" destId="{1FE18CC0-A2AA-EB4F-BEFB-FEF78354781E}" srcOrd="2" destOrd="0" presId="urn:microsoft.com/office/officeart/2005/8/layout/hierarchy1"/>
    <dgm:cxn modelId="{9E50C325-E7D1-0B41-A193-FD3AA9D32EB3}" type="presParOf" srcId="{AF8A12C5-DAC4-384A-9F90-491C4CEC372D}" destId="{8FCFB25A-2A4A-BF40-A4B8-A7411C606B5B}" srcOrd="3" destOrd="0" presId="urn:microsoft.com/office/officeart/2005/8/layout/hierarchy1"/>
    <dgm:cxn modelId="{83062C4C-61C4-584C-9485-4D13BCEC1EF7}" type="presParOf" srcId="{8FCFB25A-2A4A-BF40-A4B8-A7411C606B5B}" destId="{1259A89C-0B62-BE44-A25F-582F021A73F4}" srcOrd="0" destOrd="0" presId="urn:microsoft.com/office/officeart/2005/8/layout/hierarchy1"/>
    <dgm:cxn modelId="{1553E379-B1F0-9443-A27A-1CAC9A549A27}" type="presParOf" srcId="{1259A89C-0B62-BE44-A25F-582F021A73F4}" destId="{5FA6E78D-AD6F-F34D-86E5-B5B30D4C0D1F}" srcOrd="0" destOrd="0" presId="urn:microsoft.com/office/officeart/2005/8/layout/hierarchy1"/>
    <dgm:cxn modelId="{CC6DE7C1-C3F9-B84B-AC97-6D08B07D40BB}" type="presParOf" srcId="{1259A89C-0B62-BE44-A25F-582F021A73F4}" destId="{8665FB70-1360-C144-A882-E81AA48210AC}" srcOrd="1" destOrd="0" presId="urn:microsoft.com/office/officeart/2005/8/layout/hierarchy1"/>
    <dgm:cxn modelId="{C5B6F38D-F299-A24B-8B1E-345920A35A11}" type="presParOf" srcId="{8FCFB25A-2A4A-BF40-A4B8-A7411C606B5B}" destId="{39930580-DE28-AF41-9D82-0CD1D922CD16}" srcOrd="1" destOrd="0" presId="urn:microsoft.com/office/officeart/2005/8/layout/hierarchy1"/>
    <dgm:cxn modelId="{5CBD1A26-0519-C246-802B-A3CA0B948E82}" type="presParOf" srcId="{39930580-DE28-AF41-9D82-0CD1D922CD16}" destId="{2C7A572D-8276-374E-A7DB-5FE2E3BEF52E}" srcOrd="0" destOrd="0" presId="urn:microsoft.com/office/officeart/2005/8/layout/hierarchy1"/>
    <dgm:cxn modelId="{29B0CD2B-877C-EE41-B9B1-B1C8DF8C300C}" type="presParOf" srcId="{39930580-DE28-AF41-9D82-0CD1D922CD16}" destId="{EB4A4AB0-A00B-4F4B-AF7A-C09F6C3009E4}" srcOrd="1" destOrd="0" presId="urn:microsoft.com/office/officeart/2005/8/layout/hierarchy1"/>
    <dgm:cxn modelId="{55E50F32-3F7D-554F-914A-BCDAC561539F}" type="presParOf" srcId="{EB4A4AB0-A00B-4F4B-AF7A-C09F6C3009E4}" destId="{312F3E08-4848-6F4B-8A73-0F9D3588504B}" srcOrd="0" destOrd="0" presId="urn:microsoft.com/office/officeart/2005/8/layout/hierarchy1"/>
    <dgm:cxn modelId="{127ADD9F-B1F7-E743-886E-C44C83A50E85}" type="presParOf" srcId="{312F3E08-4848-6F4B-8A73-0F9D3588504B}" destId="{955F8D5B-E217-9148-ADB6-4F77F4FFD283}" srcOrd="0" destOrd="0" presId="urn:microsoft.com/office/officeart/2005/8/layout/hierarchy1"/>
    <dgm:cxn modelId="{5B6F8430-F549-EA45-B4D4-463CDC928C9D}" type="presParOf" srcId="{312F3E08-4848-6F4B-8A73-0F9D3588504B}" destId="{CA507321-E836-154C-8982-EA68D9E857ED}" srcOrd="1" destOrd="0" presId="urn:microsoft.com/office/officeart/2005/8/layout/hierarchy1"/>
    <dgm:cxn modelId="{0E39A5FD-D8D6-364E-B0C1-4AB3A4885682}" type="presParOf" srcId="{EB4A4AB0-A00B-4F4B-AF7A-C09F6C3009E4}" destId="{8A80C0CD-EFD0-EF48-A249-5404E7C82527}" srcOrd="1" destOrd="0" presId="urn:microsoft.com/office/officeart/2005/8/layout/hierarchy1"/>
    <dgm:cxn modelId="{DC4078B2-C7C9-F345-9D78-2396C65475E2}" type="presParOf" srcId="{39930580-DE28-AF41-9D82-0CD1D922CD16}" destId="{3D48B8EA-856E-6748-9E6C-97F706E6F171}" srcOrd="2" destOrd="0" presId="urn:microsoft.com/office/officeart/2005/8/layout/hierarchy1"/>
    <dgm:cxn modelId="{D6BB90B6-80C0-8F44-B741-0FD0D573826B}" type="presParOf" srcId="{39930580-DE28-AF41-9D82-0CD1D922CD16}" destId="{55021522-B310-8F4A-B009-B456EB43D7B2}" srcOrd="3" destOrd="0" presId="urn:microsoft.com/office/officeart/2005/8/layout/hierarchy1"/>
    <dgm:cxn modelId="{72113653-05F5-C946-9B31-E2D8AE97E887}" type="presParOf" srcId="{55021522-B310-8F4A-B009-B456EB43D7B2}" destId="{B5A99E4C-F2FE-4240-ABBD-0B9264535570}" srcOrd="0" destOrd="0" presId="urn:microsoft.com/office/officeart/2005/8/layout/hierarchy1"/>
    <dgm:cxn modelId="{7F5B02B8-1008-7248-8A1C-BB5E717A8A0F}" type="presParOf" srcId="{B5A99E4C-F2FE-4240-ABBD-0B9264535570}" destId="{A3413E26-3324-9444-9E36-6C77CD45CB0A}" srcOrd="0" destOrd="0" presId="urn:microsoft.com/office/officeart/2005/8/layout/hierarchy1"/>
    <dgm:cxn modelId="{E3BF98D4-32F2-D243-BDBC-62B49BAFF3CC}" type="presParOf" srcId="{B5A99E4C-F2FE-4240-ABBD-0B9264535570}" destId="{A8F58CE5-2EE8-6B47-8E0A-87A02370FB3A}" srcOrd="1" destOrd="0" presId="urn:microsoft.com/office/officeart/2005/8/layout/hierarchy1"/>
    <dgm:cxn modelId="{7373C0F0-B8F8-3D45-8F1E-FCFAE1F4D42D}" type="presParOf" srcId="{55021522-B310-8F4A-B009-B456EB43D7B2}" destId="{2E10E192-E55C-1F41-8895-AC3924A1751C}" srcOrd="1" destOrd="0" presId="urn:microsoft.com/office/officeart/2005/8/layout/hierarchy1"/>
  </dgm:cxnLst>
  <dgm:bg/>
  <dgm:whole>
    <a:ln>
      <a:noFill/>
    </a:ln>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CEA4F4D-C20E-A44C-9015-ACC5667F4121}" type="doc">
      <dgm:prSet loTypeId="urn:microsoft.com/office/officeart/2005/8/layout/hierarchy1" loCatId="" qsTypeId="urn:microsoft.com/office/officeart/2005/8/quickstyle/simple1" qsCatId="simple" csTypeId="urn:microsoft.com/office/officeart/2005/8/colors/colorful2" csCatId="colorful" phldr="1"/>
      <dgm:spPr/>
      <dgm:t>
        <a:bodyPr/>
        <a:lstStyle/>
        <a:p>
          <a:endParaRPr lang="en-US"/>
        </a:p>
      </dgm:t>
    </dgm:pt>
    <dgm:pt modelId="{B136DB3E-D415-EE44-A958-C9BA15A376C2}">
      <dgm:prSet phldrT="[Text]" custT="1"/>
      <dgm:spPr/>
      <dgm:t>
        <a:bodyPr/>
        <a:lstStyle/>
        <a:p>
          <a:r>
            <a:rPr lang="en-US" sz="1600"/>
            <a:t>Component</a:t>
          </a:r>
        </a:p>
      </dgm:t>
    </dgm:pt>
    <dgm:pt modelId="{71F70EF0-7A14-2C44-AB07-3EF654700AFE}" type="parTrans" cxnId="{4A664D2D-1CE1-6446-B5CD-D778067F31CB}">
      <dgm:prSet/>
      <dgm:spPr/>
      <dgm:t>
        <a:bodyPr/>
        <a:lstStyle/>
        <a:p>
          <a:endParaRPr lang="en-US" sz="5400"/>
        </a:p>
      </dgm:t>
    </dgm:pt>
    <dgm:pt modelId="{7DB07E38-9EDB-5B47-880A-C8DF94697B64}" type="sibTrans" cxnId="{4A664D2D-1CE1-6446-B5CD-D778067F31CB}">
      <dgm:prSet/>
      <dgm:spPr/>
      <dgm:t>
        <a:bodyPr/>
        <a:lstStyle/>
        <a:p>
          <a:endParaRPr lang="en-US" sz="5400"/>
        </a:p>
      </dgm:t>
    </dgm:pt>
    <dgm:pt modelId="{1D805F7B-42E2-5D4B-8176-EC297E40BBF5}">
      <dgm:prSet phldrT="[Text]" custT="1"/>
      <dgm:spPr/>
      <dgm:t>
        <a:bodyPr/>
        <a:lstStyle/>
        <a:p>
          <a:r>
            <a:rPr lang="en-US" sz="1600"/>
            <a:t>Physical features</a:t>
          </a:r>
        </a:p>
      </dgm:t>
    </dgm:pt>
    <dgm:pt modelId="{4B1D2C7E-48D9-6147-9925-DE206D847EA5}" type="parTrans" cxnId="{3B867642-6060-1246-896C-3E3886083564}">
      <dgm:prSet/>
      <dgm:spPr/>
      <dgm:t>
        <a:bodyPr/>
        <a:lstStyle/>
        <a:p>
          <a:endParaRPr lang="en-US" sz="5400"/>
        </a:p>
      </dgm:t>
    </dgm:pt>
    <dgm:pt modelId="{B8EE806C-0A65-DC4F-A5C4-D47FAF39F1F7}" type="sibTrans" cxnId="{3B867642-6060-1246-896C-3E3886083564}">
      <dgm:prSet/>
      <dgm:spPr/>
      <dgm:t>
        <a:bodyPr/>
        <a:lstStyle/>
        <a:p>
          <a:endParaRPr lang="en-US" sz="5400"/>
        </a:p>
      </dgm:t>
    </dgm:pt>
    <dgm:pt modelId="{395B5922-A8E4-F642-A760-A5A4A7064E68}">
      <dgm:prSet phldrT="[Text]" custT="1"/>
      <dgm:spPr/>
      <dgm:t>
        <a:bodyPr/>
        <a:lstStyle/>
        <a:p>
          <a:r>
            <a:rPr lang="en-US" sz="1600"/>
            <a:t>Cost</a:t>
          </a:r>
        </a:p>
      </dgm:t>
    </dgm:pt>
    <dgm:pt modelId="{1FC5FCB8-E879-DF45-9F45-0E552F742B5B}" type="parTrans" cxnId="{0610264E-E0CE-F845-A23A-3817A9BA285A}">
      <dgm:prSet/>
      <dgm:spPr/>
      <dgm:t>
        <a:bodyPr/>
        <a:lstStyle/>
        <a:p>
          <a:endParaRPr lang="en-US" sz="5400"/>
        </a:p>
      </dgm:t>
    </dgm:pt>
    <dgm:pt modelId="{275E5449-D7C2-ED48-9C2F-C5975CBF67A5}" type="sibTrans" cxnId="{0610264E-E0CE-F845-A23A-3817A9BA285A}">
      <dgm:prSet/>
      <dgm:spPr/>
      <dgm:t>
        <a:bodyPr/>
        <a:lstStyle/>
        <a:p>
          <a:endParaRPr lang="en-US" sz="5400"/>
        </a:p>
      </dgm:t>
    </dgm:pt>
    <dgm:pt modelId="{C896F3D1-D9A0-324C-943C-C1673BE457E4}">
      <dgm:prSet phldrT="[Text]" custT="1"/>
      <dgm:spPr/>
      <dgm:t>
        <a:bodyPr/>
        <a:lstStyle/>
        <a:p>
          <a:r>
            <a:rPr lang="en-US" sz="1600"/>
            <a:t>Efficiency</a:t>
          </a:r>
        </a:p>
      </dgm:t>
    </dgm:pt>
    <dgm:pt modelId="{E72104D4-018C-E84D-8916-03F223DA76E9}" type="parTrans" cxnId="{C144E21D-85A3-B142-B13F-0F157F91BC12}">
      <dgm:prSet/>
      <dgm:spPr/>
      <dgm:t>
        <a:bodyPr/>
        <a:lstStyle/>
        <a:p>
          <a:endParaRPr lang="en-US" sz="4400"/>
        </a:p>
      </dgm:t>
    </dgm:pt>
    <dgm:pt modelId="{FD347A4A-5B47-8C41-8E4F-17656045BDC1}" type="sibTrans" cxnId="{C144E21D-85A3-B142-B13F-0F157F91BC12}">
      <dgm:prSet/>
      <dgm:spPr/>
      <dgm:t>
        <a:bodyPr/>
        <a:lstStyle/>
        <a:p>
          <a:endParaRPr lang="en-US" sz="4400"/>
        </a:p>
      </dgm:t>
    </dgm:pt>
    <dgm:pt modelId="{47427624-4478-194C-B188-07784FA83478}">
      <dgm:prSet phldrT="[Text]" custT="1"/>
      <dgm:spPr/>
      <dgm:t>
        <a:bodyPr/>
        <a:lstStyle/>
        <a:p>
          <a:r>
            <a:rPr lang="en-US" sz="1600"/>
            <a:t>Manufacturing</a:t>
          </a:r>
        </a:p>
      </dgm:t>
    </dgm:pt>
    <dgm:pt modelId="{7E48C958-56D0-224E-A127-993DB0CA1B28}" type="parTrans" cxnId="{47E25DF3-A996-254A-A0A4-3953D18D31FF}">
      <dgm:prSet/>
      <dgm:spPr/>
      <dgm:t>
        <a:bodyPr/>
        <a:lstStyle/>
        <a:p>
          <a:endParaRPr lang="en-US" sz="4400"/>
        </a:p>
      </dgm:t>
    </dgm:pt>
    <dgm:pt modelId="{CECA9738-6622-0E48-BD89-D63758AC151B}" type="sibTrans" cxnId="{47E25DF3-A996-254A-A0A4-3953D18D31FF}">
      <dgm:prSet/>
      <dgm:spPr/>
      <dgm:t>
        <a:bodyPr/>
        <a:lstStyle/>
        <a:p>
          <a:endParaRPr lang="en-US" sz="4400"/>
        </a:p>
      </dgm:t>
    </dgm:pt>
    <dgm:pt modelId="{53912977-EE01-344E-982A-93AA2E46D3EE}">
      <dgm:prSet phldrT="[Text]" custT="1"/>
      <dgm:spPr/>
      <dgm:t>
        <a:bodyPr/>
        <a:lstStyle/>
        <a:p>
          <a:r>
            <a:rPr lang="en-US" sz="1600"/>
            <a:t>Logistics</a:t>
          </a:r>
        </a:p>
      </dgm:t>
    </dgm:pt>
    <dgm:pt modelId="{1F6ACB82-6630-CB4B-A917-8917DFDAE076}" type="parTrans" cxnId="{0E49EE73-3A77-754D-998B-B920732C1916}">
      <dgm:prSet/>
      <dgm:spPr/>
      <dgm:t>
        <a:bodyPr/>
        <a:lstStyle/>
        <a:p>
          <a:endParaRPr lang="en-US" sz="4400"/>
        </a:p>
      </dgm:t>
    </dgm:pt>
    <dgm:pt modelId="{530869A2-4432-C64E-AD1D-4A799034DC6E}" type="sibTrans" cxnId="{0E49EE73-3A77-754D-998B-B920732C1916}">
      <dgm:prSet/>
      <dgm:spPr/>
      <dgm:t>
        <a:bodyPr/>
        <a:lstStyle/>
        <a:p>
          <a:endParaRPr lang="en-US" sz="4400"/>
        </a:p>
      </dgm:t>
    </dgm:pt>
    <dgm:pt modelId="{18E7701E-70AC-2945-8983-450C3F773CF3}">
      <dgm:prSet phldrT="[Text]" custT="1"/>
      <dgm:spPr/>
      <dgm:t>
        <a:bodyPr/>
        <a:lstStyle/>
        <a:p>
          <a:r>
            <a:rPr lang="en-US" sz="1600"/>
            <a:t>Installation</a:t>
          </a:r>
        </a:p>
      </dgm:t>
    </dgm:pt>
    <dgm:pt modelId="{3E17C5D7-B01A-4F4C-BF50-FE5356FCDC64}" type="parTrans" cxnId="{F796E172-B4FA-0445-A6E4-F6D4396C13D2}">
      <dgm:prSet/>
      <dgm:spPr/>
      <dgm:t>
        <a:bodyPr/>
        <a:lstStyle/>
        <a:p>
          <a:endParaRPr lang="en-US" sz="4400"/>
        </a:p>
      </dgm:t>
    </dgm:pt>
    <dgm:pt modelId="{99F498F6-D533-FE45-BD5E-95F75FCC69BF}" type="sibTrans" cxnId="{F796E172-B4FA-0445-A6E4-F6D4396C13D2}">
      <dgm:prSet/>
      <dgm:spPr/>
      <dgm:t>
        <a:bodyPr/>
        <a:lstStyle/>
        <a:p>
          <a:endParaRPr lang="en-US" sz="4400"/>
        </a:p>
      </dgm:t>
    </dgm:pt>
    <dgm:pt modelId="{4CBCDE75-AE80-C246-A224-29CF35A37AFA}">
      <dgm:prSet phldrT="[Text]" custT="1"/>
      <dgm:spPr/>
      <dgm:t>
        <a:bodyPr/>
        <a:lstStyle/>
        <a:p>
          <a:r>
            <a:rPr lang="en-US" sz="1600"/>
            <a:t>Power usage</a:t>
          </a:r>
        </a:p>
      </dgm:t>
    </dgm:pt>
    <dgm:pt modelId="{794F30F3-70BC-9A4C-9E9D-01F095269863}" type="parTrans" cxnId="{1ABDB10F-8F88-A74D-872B-8DD7F8D6057B}">
      <dgm:prSet/>
      <dgm:spPr/>
      <dgm:t>
        <a:bodyPr/>
        <a:lstStyle/>
        <a:p>
          <a:endParaRPr lang="en-US" sz="4400"/>
        </a:p>
      </dgm:t>
    </dgm:pt>
    <dgm:pt modelId="{83A36249-AB0C-6E42-99D7-161BE4FEED59}" type="sibTrans" cxnId="{1ABDB10F-8F88-A74D-872B-8DD7F8D6057B}">
      <dgm:prSet/>
      <dgm:spPr/>
      <dgm:t>
        <a:bodyPr/>
        <a:lstStyle/>
        <a:p>
          <a:endParaRPr lang="en-US" sz="4400"/>
        </a:p>
      </dgm:t>
    </dgm:pt>
    <dgm:pt modelId="{8AEF3D59-0213-764F-A954-557C6AA06233}">
      <dgm:prSet phldrT="[Text]" custT="1"/>
      <dgm:spPr/>
      <dgm:t>
        <a:bodyPr/>
        <a:lstStyle/>
        <a:p>
          <a:r>
            <a:rPr lang="en-US" sz="1600"/>
            <a:t>Life expectancy</a:t>
          </a:r>
        </a:p>
      </dgm:t>
    </dgm:pt>
    <dgm:pt modelId="{8FEEC376-ED47-B84E-9819-E74DA576EC0B}" type="parTrans" cxnId="{E36704C7-AD7F-C947-A4A3-F1A8B8B326AA}">
      <dgm:prSet/>
      <dgm:spPr/>
      <dgm:t>
        <a:bodyPr/>
        <a:lstStyle/>
        <a:p>
          <a:endParaRPr lang="en-US" sz="4400"/>
        </a:p>
      </dgm:t>
    </dgm:pt>
    <dgm:pt modelId="{B9CBECF7-4B7C-704A-98B7-454E94145D50}" type="sibTrans" cxnId="{E36704C7-AD7F-C947-A4A3-F1A8B8B326AA}">
      <dgm:prSet/>
      <dgm:spPr/>
      <dgm:t>
        <a:bodyPr/>
        <a:lstStyle/>
        <a:p>
          <a:endParaRPr lang="en-US" sz="4400"/>
        </a:p>
      </dgm:t>
    </dgm:pt>
    <dgm:pt modelId="{498DEE5B-2BFB-D647-8EEA-FFF3A9AA84F1}">
      <dgm:prSet phldrT="[Text]" custT="1"/>
      <dgm:spPr/>
      <dgm:t>
        <a:bodyPr/>
        <a:lstStyle/>
        <a:p>
          <a:r>
            <a:rPr lang="en-US" sz="1600"/>
            <a:t>Dimensions</a:t>
          </a:r>
        </a:p>
      </dgm:t>
    </dgm:pt>
    <dgm:pt modelId="{A64B4FCA-BC20-A848-B9D0-1DF93DE8CBDA}" type="parTrans" cxnId="{E5B5EF09-B451-E540-B314-AB86E384FE0A}">
      <dgm:prSet/>
      <dgm:spPr/>
      <dgm:t>
        <a:bodyPr/>
        <a:lstStyle/>
        <a:p>
          <a:endParaRPr lang="en-US" sz="4400"/>
        </a:p>
      </dgm:t>
    </dgm:pt>
    <dgm:pt modelId="{5D561411-C15A-3040-B200-12F5EBCD36F5}" type="sibTrans" cxnId="{E5B5EF09-B451-E540-B314-AB86E384FE0A}">
      <dgm:prSet/>
      <dgm:spPr/>
      <dgm:t>
        <a:bodyPr/>
        <a:lstStyle/>
        <a:p>
          <a:endParaRPr lang="en-US" sz="4400"/>
        </a:p>
      </dgm:t>
    </dgm:pt>
    <dgm:pt modelId="{7EDFE5BF-84FF-A249-A3E1-2371EDB14909}">
      <dgm:prSet phldrT="[Text]" custT="1"/>
      <dgm:spPr/>
      <dgm:t>
        <a:bodyPr/>
        <a:lstStyle/>
        <a:p>
          <a:r>
            <a:rPr lang="en-US" sz="1600"/>
            <a:t>Connector type</a:t>
          </a:r>
        </a:p>
      </dgm:t>
    </dgm:pt>
    <dgm:pt modelId="{49D7BBC5-361B-9D40-9745-E896E164F51D}" type="parTrans" cxnId="{906FE852-CB3E-1547-8FBE-7C5BCA1AD304}">
      <dgm:prSet/>
      <dgm:spPr/>
      <dgm:t>
        <a:bodyPr/>
        <a:lstStyle/>
        <a:p>
          <a:endParaRPr lang="en-US" sz="4400"/>
        </a:p>
      </dgm:t>
    </dgm:pt>
    <dgm:pt modelId="{529EEA07-4FF1-E14C-8F9E-77CC763E259F}" type="sibTrans" cxnId="{906FE852-CB3E-1547-8FBE-7C5BCA1AD304}">
      <dgm:prSet/>
      <dgm:spPr/>
      <dgm:t>
        <a:bodyPr/>
        <a:lstStyle/>
        <a:p>
          <a:endParaRPr lang="en-US" sz="4400"/>
        </a:p>
      </dgm:t>
    </dgm:pt>
    <dgm:pt modelId="{E8C701AE-C076-5E42-B361-4C0DEFCC93A4}" type="pres">
      <dgm:prSet presAssocID="{5CEA4F4D-C20E-A44C-9015-ACC5667F4121}" presName="hierChild1" presStyleCnt="0">
        <dgm:presLayoutVars>
          <dgm:chPref val="1"/>
          <dgm:dir/>
          <dgm:animOne val="branch"/>
          <dgm:animLvl val="lvl"/>
          <dgm:resizeHandles/>
        </dgm:presLayoutVars>
      </dgm:prSet>
      <dgm:spPr/>
    </dgm:pt>
    <dgm:pt modelId="{15C736B1-3784-DD4A-B5CB-4FDFA32E4A1A}" type="pres">
      <dgm:prSet presAssocID="{B136DB3E-D415-EE44-A958-C9BA15A376C2}" presName="hierRoot1" presStyleCnt="0"/>
      <dgm:spPr/>
    </dgm:pt>
    <dgm:pt modelId="{8926E0BE-B421-654D-8B6A-F03996909D4D}" type="pres">
      <dgm:prSet presAssocID="{B136DB3E-D415-EE44-A958-C9BA15A376C2}" presName="composite" presStyleCnt="0"/>
      <dgm:spPr/>
    </dgm:pt>
    <dgm:pt modelId="{0BA94BC0-0C10-A44F-93DE-64A28C96B386}" type="pres">
      <dgm:prSet presAssocID="{B136DB3E-D415-EE44-A958-C9BA15A376C2}" presName="background" presStyleLbl="node0" presStyleIdx="0" presStyleCnt="1"/>
      <dgm:spPr/>
    </dgm:pt>
    <dgm:pt modelId="{F926003F-F906-E546-B148-B7F57E62FDB8}" type="pres">
      <dgm:prSet presAssocID="{B136DB3E-D415-EE44-A958-C9BA15A376C2}" presName="text" presStyleLbl="fgAcc0" presStyleIdx="0" presStyleCnt="1">
        <dgm:presLayoutVars>
          <dgm:chPref val="3"/>
        </dgm:presLayoutVars>
      </dgm:prSet>
      <dgm:spPr/>
    </dgm:pt>
    <dgm:pt modelId="{315C03F8-74E1-D646-BACD-B29B9390B0F6}" type="pres">
      <dgm:prSet presAssocID="{B136DB3E-D415-EE44-A958-C9BA15A376C2}" presName="hierChild2" presStyleCnt="0"/>
      <dgm:spPr/>
    </dgm:pt>
    <dgm:pt modelId="{594AFB13-E629-4F46-AA2F-E3B173FC9002}" type="pres">
      <dgm:prSet presAssocID="{4B1D2C7E-48D9-6147-9925-DE206D847EA5}" presName="Name10" presStyleLbl="parChTrans1D2" presStyleIdx="0" presStyleCnt="3"/>
      <dgm:spPr/>
    </dgm:pt>
    <dgm:pt modelId="{E55C159D-2156-6444-AB6B-053EDED61BDE}" type="pres">
      <dgm:prSet presAssocID="{1D805F7B-42E2-5D4B-8176-EC297E40BBF5}" presName="hierRoot2" presStyleCnt="0"/>
      <dgm:spPr/>
    </dgm:pt>
    <dgm:pt modelId="{65C7A53B-8B06-C24A-BB58-024E3993D29C}" type="pres">
      <dgm:prSet presAssocID="{1D805F7B-42E2-5D4B-8176-EC297E40BBF5}" presName="composite2" presStyleCnt="0"/>
      <dgm:spPr/>
    </dgm:pt>
    <dgm:pt modelId="{52E72AFC-7F72-7949-ADA1-2D0D9E98DA9C}" type="pres">
      <dgm:prSet presAssocID="{1D805F7B-42E2-5D4B-8176-EC297E40BBF5}" presName="background2" presStyleLbl="node2" presStyleIdx="0" presStyleCnt="3"/>
      <dgm:spPr/>
    </dgm:pt>
    <dgm:pt modelId="{4AC6A4D9-C623-5347-BC36-8513BA5CDB42}" type="pres">
      <dgm:prSet presAssocID="{1D805F7B-42E2-5D4B-8176-EC297E40BBF5}" presName="text2" presStyleLbl="fgAcc2" presStyleIdx="0" presStyleCnt="3">
        <dgm:presLayoutVars>
          <dgm:chPref val="3"/>
        </dgm:presLayoutVars>
      </dgm:prSet>
      <dgm:spPr/>
    </dgm:pt>
    <dgm:pt modelId="{1806FBC8-41F3-4F48-8CDD-628C672B5BD6}" type="pres">
      <dgm:prSet presAssocID="{1D805F7B-42E2-5D4B-8176-EC297E40BBF5}" presName="hierChild3" presStyleCnt="0"/>
      <dgm:spPr/>
    </dgm:pt>
    <dgm:pt modelId="{6000739A-FD8F-D44F-BF0A-40D157826E5F}" type="pres">
      <dgm:prSet presAssocID="{A64B4FCA-BC20-A848-B9D0-1DF93DE8CBDA}" presName="Name17" presStyleLbl="parChTrans1D3" presStyleIdx="0" presStyleCnt="7"/>
      <dgm:spPr/>
    </dgm:pt>
    <dgm:pt modelId="{97FB2CB9-1EEE-6E4C-B5C6-E419320B699A}" type="pres">
      <dgm:prSet presAssocID="{498DEE5B-2BFB-D647-8EEA-FFF3A9AA84F1}" presName="hierRoot3" presStyleCnt="0"/>
      <dgm:spPr/>
    </dgm:pt>
    <dgm:pt modelId="{216B0982-762F-7F46-B0BD-899B7E7973B6}" type="pres">
      <dgm:prSet presAssocID="{498DEE5B-2BFB-D647-8EEA-FFF3A9AA84F1}" presName="composite3" presStyleCnt="0"/>
      <dgm:spPr/>
    </dgm:pt>
    <dgm:pt modelId="{B9022F27-6CA3-4E45-9B02-A092DDC5B8AD}" type="pres">
      <dgm:prSet presAssocID="{498DEE5B-2BFB-D647-8EEA-FFF3A9AA84F1}" presName="background3" presStyleLbl="node3" presStyleIdx="0" presStyleCnt="7"/>
      <dgm:spPr/>
    </dgm:pt>
    <dgm:pt modelId="{26604E48-224E-F145-A95B-076FE2E0C566}" type="pres">
      <dgm:prSet presAssocID="{498DEE5B-2BFB-D647-8EEA-FFF3A9AA84F1}" presName="text3" presStyleLbl="fgAcc3" presStyleIdx="0" presStyleCnt="7">
        <dgm:presLayoutVars>
          <dgm:chPref val="3"/>
        </dgm:presLayoutVars>
      </dgm:prSet>
      <dgm:spPr/>
    </dgm:pt>
    <dgm:pt modelId="{9F4158CA-1065-8843-B197-74B2B4FB77D1}" type="pres">
      <dgm:prSet presAssocID="{498DEE5B-2BFB-D647-8EEA-FFF3A9AA84F1}" presName="hierChild4" presStyleCnt="0"/>
      <dgm:spPr/>
    </dgm:pt>
    <dgm:pt modelId="{DA06B3C7-17F3-F944-8470-865E475E9682}" type="pres">
      <dgm:prSet presAssocID="{49D7BBC5-361B-9D40-9745-E896E164F51D}" presName="Name17" presStyleLbl="parChTrans1D3" presStyleIdx="1" presStyleCnt="7"/>
      <dgm:spPr/>
    </dgm:pt>
    <dgm:pt modelId="{063EF3B9-AE29-1A49-8D27-8CF3B2727D47}" type="pres">
      <dgm:prSet presAssocID="{7EDFE5BF-84FF-A249-A3E1-2371EDB14909}" presName="hierRoot3" presStyleCnt="0"/>
      <dgm:spPr/>
    </dgm:pt>
    <dgm:pt modelId="{12E3651A-4819-064B-A485-7429D306DA20}" type="pres">
      <dgm:prSet presAssocID="{7EDFE5BF-84FF-A249-A3E1-2371EDB14909}" presName="composite3" presStyleCnt="0"/>
      <dgm:spPr/>
    </dgm:pt>
    <dgm:pt modelId="{4A59A0E8-CD61-8240-980C-CDCFF5C6D4F2}" type="pres">
      <dgm:prSet presAssocID="{7EDFE5BF-84FF-A249-A3E1-2371EDB14909}" presName="background3" presStyleLbl="node3" presStyleIdx="1" presStyleCnt="7"/>
      <dgm:spPr/>
    </dgm:pt>
    <dgm:pt modelId="{08325C04-C27C-744C-8BCB-F7657F1CCCA5}" type="pres">
      <dgm:prSet presAssocID="{7EDFE5BF-84FF-A249-A3E1-2371EDB14909}" presName="text3" presStyleLbl="fgAcc3" presStyleIdx="1" presStyleCnt="7">
        <dgm:presLayoutVars>
          <dgm:chPref val="3"/>
        </dgm:presLayoutVars>
      </dgm:prSet>
      <dgm:spPr/>
    </dgm:pt>
    <dgm:pt modelId="{6311765B-62F2-6C4B-B075-0CB61ADA0FED}" type="pres">
      <dgm:prSet presAssocID="{7EDFE5BF-84FF-A249-A3E1-2371EDB14909}" presName="hierChild4" presStyleCnt="0"/>
      <dgm:spPr/>
    </dgm:pt>
    <dgm:pt modelId="{F0B95947-02CB-4649-81B1-A3E5AEB69276}" type="pres">
      <dgm:prSet presAssocID="{E72104D4-018C-E84D-8916-03F223DA76E9}" presName="Name10" presStyleLbl="parChTrans1D2" presStyleIdx="1" presStyleCnt="3"/>
      <dgm:spPr/>
    </dgm:pt>
    <dgm:pt modelId="{79D08AC0-7FAE-AD46-926D-C00C5867A7B8}" type="pres">
      <dgm:prSet presAssocID="{C896F3D1-D9A0-324C-943C-C1673BE457E4}" presName="hierRoot2" presStyleCnt="0"/>
      <dgm:spPr/>
    </dgm:pt>
    <dgm:pt modelId="{0B5F7433-7C16-AC4D-BEB6-5C723E80173C}" type="pres">
      <dgm:prSet presAssocID="{C896F3D1-D9A0-324C-943C-C1673BE457E4}" presName="composite2" presStyleCnt="0"/>
      <dgm:spPr/>
    </dgm:pt>
    <dgm:pt modelId="{AD586D8E-F007-5542-A3B2-1451815C03A9}" type="pres">
      <dgm:prSet presAssocID="{C896F3D1-D9A0-324C-943C-C1673BE457E4}" presName="background2" presStyleLbl="node2" presStyleIdx="1" presStyleCnt="3"/>
      <dgm:spPr/>
    </dgm:pt>
    <dgm:pt modelId="{06DD2F05-37C1-D143-9AFE-BED8CF298F2D}" type="pres">
      <dgm:prSet presAssocID="{C896F3D1-D9A0-324C-943C-C1673BE457E4}" presName="text2" presStyleLbl="fgAcc2" presStyleIdx="1" presStyleCnt="3">
        <dgm:presLayoutVars>
          <dgm:chPref val="3"/>
        </dgm:presLayoutVars>
      </dgm:prSet>
      <dgm:spPr/>
    </dgm:pt>
    <dgm:pt modelId="{285D0236-7C96-DA49-9D6B-3688F8883FA0}" type="pres">
      <dgm:prSet presAssocID="{C896F3D1-D9A0-324C-943C-C1673BE457E4}" presName="hierChild3" presStyleCnt="0"/>
      <dgm:spPr/>
    </dgm:pt>
    <dgm:pt modelId="{D43EF212-FF73-8843-80FC-9DF3AC2A18F6}" type="pres">
      <dgm:prSet presAssocID="{794F30F3-70BC-9A4C-9E9D-01F095269863}" presName="Name17" presStyleLbl="parChTrans1D3" presStyleIdx="2" presStyleCnt="7"/>
      <dgm:spPr/>
    </dgm:pt>
    <dgm:pt modelId="{1DCAC8CE-A69B-6F4C-B274-1760B3FEB2F3}" type="pres">
      <dgm:prSet presAssocID="{4CBCDE75-AE80-C246-A224-29CF35A37AFA}" presName="hierRoot3" presStyleCnt="0"/>
      <dgm:spPr/>
    </dgm:pt>
    <dgm:pt modelId="{2B568F7E-8516-9840-A1B7-67C10FEFD3F5}" type="pres">
      <dgm:prSet presAssocID="{4CBCDE75-AE80-C246-A224-29CF35A37AFA}" presName="composite3" presStyleCnt="0"/>
      <dgm:spPr/>
    </dgm:pt>
    <dgm:pt modelId="{FD022767-0672-1F40-9D01-627329CA9BB3}" type="pres">
      <dgm:prSet presAssocID="{4CBCDE75-AE80-C246-A224-29CF35A37AFA}" presName="background3" presStyleLbl="node3" presStyleIdx="2" presStyleCnt="7"/>
      <dgm:spPr/>
    </dgm:pt>
    <dgm:pt modelId="{8CEC43C2-9C18-3247-8D0F-01358C75701D}" type="pres">
      <dgm:prSet presAssocID="{4CBCDE75-AE80-C246-A224-29CF35A37AFA}" presName="text3" presStyleLbl="fgAcc3" presStyleIdx="2" presStyleCnt="7">
        <dgm:presLayoutVars>
          <dgm:chPref val="3"/>
        </dgm:presLayoutVars>
      </dgm:prSet>
      <dgm:spPr/>
    </dgm:pt>
    <dgm:pt modelId="{AECC9046-B22A-244F-9309-96379D4F449C}" type="pres">
      <dgm:prSet presAssocID="{4CBCDE75-AE80-C246-A224-29CF35A37AFA}" presName="hierChild4" presStyleCnt="0"/>
      <dgm:spPr/>
    </dgm:pt>
    <dgm:pt modelId="{55B78787-07A1-9E4E-979D-2360F99630B4}" type="pres">
      <dgm:prSet presAssocID="{8FEEC376-ED47-B84E-9819-E74DA576EC0B}" presName="Name17" presStyleLbl="parChTrans1D3" presStyleIdx="3" presStyleCnt="7"/>
      <dgm:spPr/>
    </dgm:pt>
    <dgm:pt modelId="{C2ADDAFF-B7C5-C646-B9CA-FE83EE55E375}" type="pres">
      <dgm:prSet presAssocID="{8AEF3D59-0213-764F-A954-557C6AA06233}" presName="hierRoot3" presStyleCnt="0"/>
      <dgm:spPr/>
    </dgm:pt>
    <dgm:pt modelId="{1F9AB3AF-292C-F243-82BE-7DBFD8F1BA95}" type="pres">
      <dgm:prSet presAssocID="{8AEF3D59-0213-764F-A954-557C6AA06233}" presName="composite3" presStyleCnt="0"/>
      <dgm:spPr/>
    </dgm:pt>
    <dgm:pt modelId="{0D3AE45D-F9B7-8F40-AD6B-8979426CCD94}" type="pres">
      <dgm:prSet presAssocID="{8AEF3D59-0213-764F-A954-557C6AA06233}" presName="background3" presStyleLbl="node3" presStyleIdx="3" presStyleCnt="7"/>
      <dgm:spPr/>
    </dgm:pt>
    <dgm:pt modelId="{FA57BC91-D238-5846-AA3C-561AB65971A5}" type="pres">
      <dgm:prSet presAssocID="{8AEF3D59-0213-764F-A954-557C6AA06233}" presName="text3" presStyleLbl="fgAcc3" presStyleIdx="3" presStyleCnt="7">
        <dgm:presLayoutVars>
          <dgm:chPref val="3"/>
        </dgm:presLayoutVars>
      </dgm:prSet>
      <dgm:spPr/>
    </dgm:pt>
    <dgm:pt modelId="{9AA0E318-2D86-DD4D-92BF-AB8DEB80AAD8}" type="pres">
      <dgm:prSet presAssocID="{8AEF3D59-0213-764F-A954-557C6AA06233}" presName="hierChild4" presStyleCnt="0"/>
      <dgm:spPr/>
    </dgm:pt>
    <dgm:pt modelId="{15DDAFCD-1FCF-654A-9706-675C67FBE1C6}" type="pres">
      <dgm:prSet presAssocID="{1FC5FCB8-E879-DF45-9F45-0E552F742B5B}" presName="Name10" presStyleLbl="parChTrans1D2" presStyleIdx="2" presStyleCnt="3"/>
      <dgm:spPr/>
    </dgm:pt>
    <dgm:pt modelId="{351F1E5A-4622-7F40-A221-5390B265C832}" type="pres">
      <dgm:prSet presAssocID="{395B5922-A8E4-F642-A760-A5A4A7064E68}" presName="hierRoot2" presStyleCnt="0"/>
      <dgm:spPr/>
    </dgm:pt>
    <dgm:pt modelId="{29A56634-3B21-674E-9071-E5265EF3535E}" type="pres">
      <dgm:prSet presAssocID="{395B5922-A8E4-F642-A760-A5A4A7064E68}" presName="composite2" presStyleCnt="0"/>
      <dgm:spPr/>
    </dgm:pt>
    <dgm:pt modelId="{68ED5AEA-F2CB-7141-9B73-77717F453F50}" type="pres">
      <dgm:prSet presAssocID="{395B5922-A8E4-F642-A760-A5A4A7064E68}" presName="background2" presStyleLbl="node2" presStyleIdx="2" presStyleCnt="3"/>
      <dgm:spPr/>
    </dgm:pt>
    <dgm:pt modelId="{34073E21-32C7-1E47-ABED-0AEB5CC7A0DB}" type="pres">
      <dgm:prSet presAssocID="{395B5922-A8E4-F642-A760-A5A4A7064E68}" presName="text2" presStyleLbl="fgAcc2" presStyleIdx="2" presStyleCnt="3">
        <dgm:presLayoutVars>
          <dgm:chPref val="3"/>
        </dgm:presLayoutVars>
      </dgm:prSet>
      <dgm:spPr/>
    </dgm:pt>
    <dgm:pt modelId="{AF8A12C5-DAC4-384A-9F90-491C4CEC372D}" type="pres">
      <dgm:prSet presAssocID="{395B5922-A8E4-F642-A760-A5A4A7064E68}" presName="hierChild3" presStyleCnt="0"/>
      <dgm:spPr/>
    </dgm:pt>
    <dgm:pt modelId="{101C079F-14F6-D44B-9DA5-F659FF4BBC7B}" type="pres">
      <dgm:prSet presAssocID="{7E48C958-56D0-224E-A127-993DB0CA1B28}" presName="Name17" presStyleLbl="parChTrans1D3" presStyleIdx="4" presStyleCnt="7"/>
      <dgm:spPr/>
    </dgm:pt>
    <dgm:pt modelId="{6AA7E2F6-4E2A-0945-9910-3B4C756F2382}" type="pres">
      <dgm:prSet presAssocID="{47427624-4478-194C-B188-07784FA83478}" presName="hierRoot3" presStyleCnt="0"/>
      <dgm:spPr/>
    </dgm:pt>
    <dgm:pt modelId="{0705B0C2-6C5B-6747-B0CD-F9BAC7976979}" type="pres">
      <dgm:prSet presAssocID="{47427624-4478-194C-B188-07784FA83478}" presName="composite3" presStyleCnt="0"/>
      <dgm:spPr/>
    </dgm:pt>
    <dgm:pt modelId="{DA2A77EB-EA26-3648-B0FA-E31045429B86}" type="pres">
      <dgm:prSet presAssocID="{47427624-4478-194C-B188-07784FA83478}" presName="background3" presStyleLbl="node3" presStyleIdx="4" presStyleCnt="7"/>
      <dgm:spPr/>
    </dgm:pt>
    <dgm:pt modelId="{69550C1A-8381-9249-81AB-9C2A5B25507A}" type="pres">
      <dgm:prSet presAssocID="{47427624-4478-194C-B188-07784FA83478}" presName="text3" presStyleLbl="fgAcc3" presStyleIdx="4" presStyleCnt="7">
        <dgm:presLayoutVars>
          <dgm:chPref val="3"/>
        </dgm:presLayoutVars>
      </dgm:prSet>
      <dgm:spPr/>
    </dgm:pt>
    <dgm:pt modelId="{A34B1CD4-7513-FE44-9841-43586125E937}" type="pres">
      <dgm:prSet presAssocID="{47427624-4478-194C-B188-07784FA83478}" presName="hierChild4" presStyleCnt="0"/>
      <dgm:spPr/>
    </dgm:pt>
    <dgm:pt modelId="{0197E21E-7BB6-2145-8A0F-8A0E9D4D8121}" type="pres">
      <dgm:prSet presAssocID="{1F6ACB82-6630-CB4B-A917-8917DFDAE076}" presName="Name17" presStyleLbl="parChTrans1D3" presStyleIdx="5" presStyleCnt="7"/>
      <dgm:spPr/>
    </dgm:pt>
    <dgm:pt modelId="{BC481A36-CFE0-4C4A-9812-885504044657}" type="pres">
      <dgm:prSet presAssocID="{53912977-EE01-344E-982A-93AA2E46D3EE}" presName="hierRoot3" presStyleCnt="0"/>
      <dgm:spPr/>
    </dgm:pt>
    <dgm:pt modelId="{31B09E4A-8CE2-9045-BDC3-2116DDEBC753}" type="pres">
      <dgm:prSet presAssocID="{53912977-EE01-344E-982A-93AA2E46D3EE}" presName="composite3" presStyleCnt="0"/>
      <dgm:spPr/>
    </dgm:pt>
    <dgm:pt modelId="{CE2289D4-3987-E947-8DD0-C7D0D7E4F63D}" type="pres">
      <dgm:prSet presAssocID="{53912977-EE01-344E-982A-93AA2E46D3EE}" presName="background3" presStyleLbl="node3" presStyleIdx="5" presStyleCnt="7"/>
      <dgm:spPr/>
    </dgm:pt>
    <dgm:pt modelId="{803C14D8-990D-DF4A-A1C2-7F89EE10B16A}" type="pres">
      <dgm:prSet presAssocID="{53912977-EE01-344E-982A-93AA2E46D3EE}" presName="text3" presStyleLbl="fgAcc3" presStyleIdx="5" presStyleCnt="7">
        <dgm:presLayoutVars>
          <dgm:chPref val="3"/>
        </dgm:presLayoutVars>
      </dgm:prSet>
      <dgm:spPr/>
    </dgm:pt>
    <dgm:pt modelId="{357C12E5-13DC-474E-B6B6-D2A9D1711C63}" type="pres">
      <dgm:prSet presAssocID="{53912977-EE01-344E-982A-93AA2E46D3EE}" presName="hierChild4" presStyleCnt="0"/>
      <dgm:spPr/>
    </dgm:pt>
    <dgm:pt modelId="{D5ECBBC0-77B9-6E40-B2AC-9F33B1F60D07}" type="pres">
      <dgm:prSet presAssocID="{3E17C5D7-B01A-4F4C-BF50-FE5356FCDC64}" presName="Name17" presStyleLbl="parChTrans1D3" presStyleIdx="6" presStyleCnt="7"/>
      <dgm:spPr/>
    </dgm:pt>
    <dgm:pt modelId="{007421BB-9FA0-BB47-85CA-1584526C5BBC}" type="pres">
      <dgm:prSet presAssocID="{18E7701E-70AC-2945-8983-450C3F773CF3}" presName="hierRoot3" presStyleCnt="0"/>
      <dgm:spPr/>
    </dgm:pt>
    <dgm:pt modelId="{09B5D320-0FF5-E34E-9D66-5F3F1CB89E4B}" type="pres">
      <dgm:prSet presAssocID="{18E7701E-70AC-2945-8983-450C3F773CF3}" presName="composite3" presStyleCnt="0"/>
      <dgm:spPr/>
    </dgm:pt>
    <dgm:pt modelId="{FEB58A1E-C39A-414C-AD8A-BCFE3BD292B6}" type="pres">
      <dgm:prSet presAssocID="{18E7701E-70AC-2945-8983-450C3F773CF3}" presName="background3" presStyleLbl="node3" presStyleIdx="6" presStyleCnt="7"/>
      <dgm:spPr/>
    </dgm:pt>
    <dgm:pt modelId="{55DA3C62-CF07-9845-B5D3-9578F90C95C5}" type="pres">
      <dgm:prSet presAssocID="{18E7701E-70AC-2945-8983-450C3F773CF3}" presName="text3" presStyleLbl="fgAcc3" presStyleIdx="6" presStyleCnt="7">
        <dgm:presLayoutVars>
          <dgm:chPref val="3"/>
        </dgm:presLayoutVars>
      </dgm:prSet>
      <dgm:spPr/>
    </dgm:pt>
    <dgm:pt modelId="{22EB29D7-619C-7141-AF1E-13B56648DD45}" type="pres">
      <dgm:prSet presAssocID="{18E7701E-70AC-2945-8983-450C3F773CF3}" presName="hierChild4" presStyleCnt="0"/>
      <dgm:spPr/>
    </dgm:pt>
  </dgm:ptLst>
  <dgm:cxnLst>
    <dgm:cxn modelId="{D6F1D001-5627-C442-88BF-F6BB79D207DD}" type="presOf" srcId="{7EDFE5BF-84FF-A249-A3E1-2371EDB14909}" destId="{08325C04-C27C-744C-8BCB-F7657F1CCCA5}" srcOrd="0" destOrd="0" presId="urn:microsoft.com/office/officeart/2005/8/layout/hierarchy1"/>
    <dgm:cxn modelId="{741EE807-C110-B649-BC6E-B07FB5ADBEC0}" type="presOf" srcId="{8FEEC376-ED47-B84E-9819-E74DA576EC0B}" destId="{55B78787-07A1-9E4E-979D-2360F99630B4}" srcOrd="0" destOrd="0" presId="urn:microsoft.com/office/officeart/2005/8/layout/hierarchy1"/>
    <dgm:cxn modelId="{E5B5EF09-B451-E540-B314-AB86E384FE0A}" srcId="{1D805F7B-42E2-5D4B-8176-EC297E40BBF5}" destId="{498DEE5B-2BFB-D647-8EEA-FFF3A9AA84F1}" srcOrd="0" destOrd="0" parTransId="{A64B4FCA-BC20-A848-B9D0-1DF93DE8CBDA}" sibTransId="{5D561411-C15A-3040-B200-12F5EBCD36F5}"/>
    <dgm:cxn modelId="{D6298F0B-BC2B-E147-B936-F42F3FAA3B1A}" type="presOf" srcId="{794F30F3-70BC-9A4C-9E9D-01F095269863}" destId="{D43EF212-FF73-8843-80FC-9DF3AC2A18F6}" srcOrd="0" destOrd="0" presId="urn:microsoft.com/office/officeart/2005/8/layout/hierarchy1"/>
    <dgm:cxn modelId="{F055A00C-2868-2846-A360-A6F720D66B27}" type="presOf" srcId="{1D805F7B-42E2-5D4B-8176-EC297E40BBF5}" destId="{4AC6A4D9-C623-5347-BC36-8513BA5CDB42}" srcOrd="0" destOrd="0" presId="urn:microsoft.com/office/officeart/2005/8/layout/hierarchy1"/>
    <dgm:cxn modelId="{1ABDB10F-8F88-A74D-872B-8DD7F8D6057B}" srcId="{C896F3D1-D9A0-324C-943C-C1673BE457E4}" destId="{4CBCDE75-AE80-C246-A224-29CF35A37AFA}" srcOrd="0" destOrd="0" parTransId="{794F30F3-70BC-9A4C-9E9D-01F095269863}" sibTransId="{83A36249-AB0C-6E42-99D7-161BE4FEED59}"/>
    <dgm:cxn modelId="{741BF016-93E2-7945-A7BE-3F0DF1AE04B3}" type="presOf" srcId="{5CEA4F4D-C20E-A44C-9015-ACC5667F4121}" destId="{E8C701AE-C076-5E42-B361-4C0DEFCC93A4}" srcOrd="0" destOrd="0" presId="urn:microsoft.com/office/officeart/2005/8/layout/hierarchy1"/>
    <dgm:cxn modelId="{C144E21D-85A3-B142-B13F-0F157F91BC12}" srcId="{B136DB3E-D415-EE44-A958-C9BA15A376C2}" destId="{C896F3D1-D9A0-324C-943C-C1673BE457E4}" srcOrd="1" destOrd="0" parTransId="{E72104D4-018C-E84D-8916-03F223DA76E9}" sibTransId="{FD347A4A-5B47-8C41-8E4F-17656045BDC1}"/>
    <dgm:cxn modelId="{06AC9820-1633-2142-9BC2-AEEC9BF59FD8}" type="presOf" srcId="{A64B4FCA-BC20-A848-B9D0-1DF93DE8CBDA}" destId="{6000739A-FD8F-D44F-BF0A-40D157826E5F}" srcOrd="0" destOrd="0" presId="urn:microsoft.com/office/officeart/2005/8/layout/hierarchy1"/>
    <dgm:cxn modelId="{E1864422-3F76-8647-A98D-7F557299DD5A}" type="presOf" srcId="{395B5922-A8E4-F642-A760-A5A4A7064E68}" destId="{34073E21-32C7-1E47-ABED-0AEB5CC7A0DB}" srcOrd="0" destOrd="0" presId="urn:microsoft.com/office/officeart/2005/8/layout/hierarchy1"/>
    <dgm:cxn modelId="{4A664D2D-1CE1-6446-B5CD-D778067F31CB}" srcId="{5CEA4F4D-C20E-A44C-9015-ACC5667F4121}" destId="{B136DB3E-D415-EE44-A958-C9BA15A376C2}" srcOrd="0" destOrd="0" parTransId="{71F70EF0-7A14-2C44-AB07-3EF654700AFE}" sibTransId="{7DB07E38-9EDB-5B47-880A-C8DF94697B64}"/>
    <dgm:cxn modelId="{1462233E-688A-FC40-8321-8622283779BA}" type="presOf" srcId="{4B1D2C7E-48D9-6147-9925-DE206D847EA5}" destId="{594AFB13-E629-4F46-AA2F-E3B173FC9002}" srcOrd="0" destOrd="0" presId="urn:microsoft.com/office/officeart/2005/8/layout/hierarchy1"/>
    <dgm:cxn modelId="{3B867642-6060-1246-896C-3E3886083564}" srcId="{B136DB3E-D415-EE44-A958-C9BA15A376C2}" destId="{1D805F7B-42E2-5D4B-8176-EC297E40BBF5}" srcOrd="0" destOrd="0" parTransId="{4B1D2C7E-48D9-6147-9925-DE206D847EA5}" sibTransId="{B8EE806C-0A65-DC4F-A5C4-D47FAF39F1F7}"/>
    <dgm:cxn modelId="{FDBCC367-EADA-0847-A17B-9C5275CACAAA}" type="presOf" srcId="{B136DB3E-D415-EE44-A958-C9BA15A376C2}" destId="{F926003F-F906-E546-B148-B7F57E62FDB8}" srcOrd="0" destOrd="0" presId="urn:microsoft.com/office/officeart/2005/8/layout/hierarchy1"/>
    <dgm:cxn modelId="{0610264E-E0CE-F845-A23A-3817A9BA285A}" srcId="{B136DB3E-D415-EE44-A958-C9BA15A376C2}" destId="{395B5922-A8E4-F642-A760-A5A4A7064E68}" srcOrd="2" destOrd="0" parTransId="{1FC5FCB8-E879-DF45-9F45-0E552F742B5B}" sibTransId="{275E5449-D7C2-ED48-9C2F-C5975CBF67A5}"/>
    <dgm:cxn modelId="{F796E172-B4FA-0445-A6E4-F6D4396C13D2}" srcId="{395B5922-A8E4-F642-A760-A5A4A7064E68}" destId="{18E7701E-70AC-2945-8983-450C3F773CF3}" srcOrd="2" destOrd="0" parTransId="{3E17C5D7-B01A-4F4C-BF50-FE5356FCDC64}" sibTransId="{99F498F6-D533-FE45-BD5E-95F75FCC69BF}"/>
    <dgm:cxn modelId="{906FE852-CB3E-1547-8FBE-7C5BCA1AD304}" srcId="{1D805F7B-42E2-5D4B-8176-EC297E40BBF5}" destId="{7EDFE5BF-84FF-A249-A3E1-2371EDB14909}" srcOrd="1" destOrd="0" parTransId="{49D7BBC5-361B-9D40-9745-E896E164F51D}" sibTransId="{529EEA07-4FF1-E14C-8F9E-77CC763E259F}"/>
    <dgm:cxn modelId="{0E49EE73-3A77-754D-998B-B920732C1916}" srcId="{395B5922-A8E4-F642-A760-A5A4A7064E68}" destId="{53912977-EE01-344E-982A-93AA2E46D3EE}" srcOrd="1" destOrd="0" parTransId="{1F6ACB82-6630-CB4B-A917-8917DFDAE076}" sibTransId="{530869A2-4432-C64E-AD1D-4A799034DC6E}"/>
    <dgm:cxn modelId="{1FCBDB76-4BCD-C041-A3AE-332B83E3C718}" type="presOf" srcId="{47427624-4478-194C-B188-07784FA83478}" destId="{69550C1A-8381-9249-81AB-9C2A5B25507A}" srcOrd="0" destOrd="0" presId="urn:microsoft.com/office/officeart/2005/8/layout/hierarchy1"/>
    <dgm:cxn modelId="{EFBA3D59-A7D4-7D49-B5AE-5506EB76FB8D}" type="presOf" srcId="{4CBCDE75-AE80-C246-A224-29CF35A37AFA}" destId="{8CEC43C2-9C18-3247-8D0F-01358C75701D}" srcOrd="0" destOrd="0" presId="urn:microsoft.com/office/officeart/2005/8/layout/hierarchy1"/>
    <dgm:cxn modelId="{318F1C7B-37F7-AE46-BC6B-92CA3B9EBCEB}" type="presOf" srcId="{8AEF3D59-0213-764F-A954-557C6AA06233}" destId="{FA57BC91-D238-5846-AA3C-561AB65971A5}" srcOrd="0" destOrd="0" presId="urn:microsoft.com/office/officeart/2005/8/layout/hierarchy1"/>
    <dgm:cxn modelId="{2F527987-C704-EA4D-88C0-460F827058F7}" type="presOf" srcId="{498DEE5B-2BFB-D647-8EEA-FFF3A9AA84F1}" destId="{26604E48-224E-F145-A95B-076FE2E0C566}" srcOrd="0" destOrd="0" presId="urn:microsoft.com/office/officeart/2005/8/layout/hierarchy1"/>
    <dgm:cxn modelId="{F1688A88-3C96-9749-AF31-638D7BA2636A}" type="presOf" srcId="{7E48C958-56D0-224E-A127-993DB0CA1B28}" destId="{101C079F-14F6-D44B-9DA5-F659FF4BBC7B}" srcOrd="0" destOrd="0" presId="urn:microsoft.com/office/officeart/2005/8/layout/hierarchy1"/>
    <dgm:cxn modelId="{7A1EB493-D5F9-B74F-BB9D-726A7E6C1238}" type="presOf" srcId="{53912977-EE01-344E-982A-93AA2E46D3EE}" destId="{803C14D8-990D-DF4A-A1C2-7F89EE10B16A}" srcOrd="0" destOrd="0" presId="urn:microsoft.com/office/officeart/2005/8/layout/hierarchy1"/>
    <dgm:cxn modelId="{EDE3119E-B69D-F346-8165-E555AECA8B4D}" type="presOf" srcId="{3E17C5D7-B01A-4F4C-BF50-FE5356FCDC64}" destId="{D5ECBBC0-77B9-6E40-B2AC-9F33B1F60D07}" srcOrd="0" destOrd="0" presId="urn:microsoft.com/office/officeart/2005/8/layout/hierarchy1"/>
    <dgm:cxn modelId="{219AD2C2-44A5-0641-B8DF-1694B156AB21}" type="presOf" srcId="{1F6ACB82-6630-CB4B-A917-8917DFDAE076}" destId="{0197E21E-7BB6-2145-8A0F-8A0E9D4D8121}" srcOrd="0" destOrd="0" presId="urn:microsoft.com/office/officeart/2005/8/layout/hierarchy1"/>
    <dgm:cxn modelId="{9F2BDBC3-11DF-D94A-AF61-10579CAF9662}" type="presOf" srcId="{C896F3D1-D9A0-324C-943C-C1673BE457E4}" destId="{06DD2F05-37C1-D143-9AFE-BED8CF298F2D}" srcOrd="0" destOrd="0" presId="urn:microsoft.com/office/officeart/2005/8/layout/hierarchy1"/>
    <dgm:cxn modelId="{92E5A9C5-28B9-A24B-B6A5-3D1ED08660AA}" type="presOf" srcId="{E72104D4-018C-E84D-8916-03F223DA76E9}" destId="{F0B95947-02CB-4649-81B1-A3E5AEB69276}" srcOrd="0" destOrd="0" presId="urn:microsoft.com/office/officeart/2005/8/layout/hierarchy1"/>
    <dgm:cxn modelId="{E36704C7-AD7F-C947-A4A3-F1A8B8B326AA}" srcId="{C896F3D1-D9A0-324C-943C-C1673BE457E4}" destId="{8AEF3D59-0213-764F-A954-557C6AA06233}" srcOrd="1" destOrd="0" parTransId="{8FEEC376-ED47-B84E-9819-E74DA576EC0B}" sibTransId="{B9CBECF7-4B7C-704A-98B7-454E94145D50}"/>
    <dgm:cxn modelId="{500C54D5-E8DD-7541-A228-8BC94B208144}" type="presOf" srcId="{18E7701E-70AC-2945-8983-450C3F773CF3}" destId="{55DA3C62-CF07-9845-B5D3-9578F90C95C5}" srcOrd="0" destOrd="0" presId="urn:microsoft.com/office/officeart/2005/8/layout/hierarchy1"/>
    <dgm:cxn modelId="{162F1DDE-93CD-AD4C-AA73-A727EFA96265}" type="presOf" srcId="{1FC5FCB8-E879-DF45-9F45-0E552F742B5B}" destId="{15DDAFCD-1FCF-654A-9706-675C67FBE1C6}" srcOrd="0" destOrd="0" presId="urn:microsoft.com/office/officeart/2005/8/layout/hierarchy1"/>
    <dgm:cxn modelId="{47E25DF3-A996-254A-A0A4-3953D18D31FF}" srcId="{395B5922-A8E4-F642-A760-A5A4A7064E68}" destId="{47427624-4478-194C-B188-07784FA83478}" srcOrd="0" destOrd="0" parTransId="{7E48C958-56D0-224E-A127-993DB0CA1B28}" sibTransId="{CECA9738-6622-0E48-BD89-D63758AC151B}"/>
    <dgm:cxn modelId="{9591ECF7-0316-544E-B33C-D16D21B564B5}" type="presOf" srcId="{49D7BBC5-361B-9D40-9745-E896E164F51D}" destId="{DA06B3C7-17F3-F944-8470-865E475E9682}" srcOrd="0" destOrd="0" presId="urn:microsoft.com/office/officeart/2005/8/layout/hierarchy1"/>
    <dgm:cxn modelId="{D6643A37-4B6E-E94F-86A4-E22ABD470027}" type="presParOf" srcId="{E8C701AE-C076-5E42-B361-4C0DEFCC93A4}" destId="{15C736B1-3784-DD4A-B5CB-4FDFA32E4A1A}" srcOrd="0" destOrd="0" presId="urn:microsoft.com/office/officeart/2005/8/layout/hierarchy1"/>
    <dgm:cxn modelId="{D9769187-821B-4E4F-8B2C-D4E16C2BF74E}" type="presParOf" srcId="{15C736B1-3784-DD4A-B5CB-4FDFA32E4A1A}" destId="{8926E0BE-B421-654D-8B6A-F03996909D4D}" srcOrd="0" destOrd="0" presId="urn:microsoft.com/office/officeart/2005/8/layout/hierarchy1"/>
    <dgm:cxn modelId="{01C7E7F7-9727-D444-8ECF-D833D80C15DF}" type="presParOf" srcId="{8926E0BE-B421-654D-8B6A-F03996909D4D}" destId="{0BA94BC0-0C10-A44F-93DE-64A28C96B386}" srcOrd="0" destOrd="0" presId="urn:microsoft.com/office/officeart/2005/8/layout/hierarchy1"/>
    <dgm:cxn modelId="{4C9D3B44-D06D-E442-9655-4831B8EAAE56}" type="presParOf" srcId="{8926E0BE-B421-654D-8B6A-F03996909D4D}" destId="{F926003F-F906-E546-B148-B7F57E62FDB8}" srcOrd="1" destOrd="0" presId="urn:microsoft.com/office/officeart/2005/8/layout/hierarchy1"/>
    <dgm:cxn modelId="{B6B43C2B-DF41-3249-B7FB-7081B099ED93}" type="presParOf" srcId="{15C736B1-3784-DD4A-B5CB-4FDFA32E4A1A}" destId="{315C03F8-74E1-D646-BACD-B29B9390B0F6}" srcOrd="1" destOrd="0" presId="urn:microsoft.com/office/officeart/2005/8/layout/hierarchy1"/>
    <dgm:cxn modelId="{77B9E785-DA3C-674C-80CC-ABF466EB15C4}" type="presParOf" srcId="{315C03F8-74E1-D646-BACD-B29B9390B0F6}" destId="{594AFB13-E629-4F46-AA2F-E3B173FC9002}" srcOrd="0" destOrd="0" presId="urn:microsoft.com/office/officeart/2005/8/layout/hierarchy1"/>
    <dgm:cxn modelId="{CCA72ED5-23EE-0344-9C59-46F57C63B921}" type="presParOf" srcId="{315C03F8-74E1-D646-BACD-B29B9390B0F6}" destId="{E55C159D-2156-6444-AB6B-053EDED61BDE}" srcOrd="1" destOrd="0" presId="urn:microsoft.com/office/officeart/2005/8/layout/hierarchy1"/>
    <dgm:cxn modelId="{0A09FDBF-8620-4241-B895-02A113D9ED1D}" type="presParOf" srcId="{E55C159D-2156-6444-AB6B-053EDED61BDE}" destId="{65C7A53B-8B06-C24A-BB58-024E3993D29C}" srcOrd="0" destOrd="0" presId="urn:microsoft.com/office/officeart/2005/8/layout/hierarchy1"/>
    <dgm:cxn modelId="{0352DE5E-B504-8E4B-8EB2-867574027F12}" type="presParOf" srcId="{65C7A53B-8B06-C24A-BB58-024E3993D29C}" destId="{52E72AFC-7F72-7949-ADA1-2D0D9E98DA9C}" srcOrd="0" destOrd="0" presId="urn:microsoft.com/office/officeart/2005/8/layout/hierarchy1"/>
    <dgm:cxn modelId="{51D3A601-2D56-204D-BE68-7621B85C7735}" type="presParOf" srcId="{65C7A53B-8B06-C24A-BB58-024E3993D29C}" destId="{4AC6A4D9-C623-5347-BC36-8513BA5CDB42}" srcOrd="1" destOrd="0" presId="urn:microsoft.com/office/officeart/2005/8/layout/hierarchy1"/>
    <dgm:cxn modelId="{2469F143-1965-EA46-80A1-623F474A2938}" type="presParOf" srcId="{E55C159D-2156-6444-AB6B-053EDED61BDE}" destId="{1806FBC8-41F3-4F48-8CDD-628C672B5BD6}" srcOrd="1" destOrd="0" presId="urn:microsoft.com/office/officeart/2005/8/layout/hierarchy1"/>
    <dgm:cxn modelId="{C4D7F59C-A243-3144-9F97-7A0F3EB0C54A}" type="presParOf" srcId="{1806FBC8-41F3-4F48-8CDD-628C672B5BD6}" destId="{6000739A-FD8F-D44F-BF0A-40D157826E5F}" srcOrd="0" destOrd="0" presId="urn:microsoft.com/office/officeart/2005/8/layout/hierarchy1"/>
    <dgm:cxn modelId="{B3DE73CF-0770-7344-8550-978F57CE28D3}" type="presParOf" srcId="{1806FBC8-41F3-4F48-8CDD-628C672B5BD6}" destId="{97FB2CB9-1EEE-6E4C-B5C6-E419320B699A}" srcOrd="1" destOrd="0" presId="urn:microsoft.com/office/officeart/2005/8/layout/hierarchy1"/>
    <dgm:cxn modelId="{9DEB7272-97B0-B24F-9930-C2E543830C77}" type="presParOf" srcId="{97FB2CB9-1EEE-6E4C-B5C6-E419320B699A}" destId="{216B0982-762F-7F46-B0BD-899B7E7973B6}" srcOrd="0" destOrd="0" presId="urn:microsoft.com/office/officeart/2005/8/layout/hierarchy1"/>
    <dgm:cxn modelId="{3642EC35-1B37-D143-A74D-6F6F618DFD61}" type="presParOf" srcId="{216B0982-762F-7F46-B0BD-899B7E7973B6}" destId="{B9022F27-6CA3-4E45-9B02-A092DDC5B8AD}" srcOrd="0" destOrd="0" presId="urn:microsoft.com/office/officeart/2005/8/layout/hierarchy1"/>
    <dgm:cxn modelId="{B9408B45-FDF9-3843-B038-0CC45BD7437B}" type="presParOf" srcId="{216B0982-762F-7F46-B0BD-899B7E7973B6}" destId="{26604E48-224E-F145-A95B-076FE2E0C566}" srcOrd="1" destOrd="0" presId="urn:microsoft.com/office/officeart/2005/8/layout/hierarchy1"/>
    <dgm:cxn modelId="{152457C0-7B73-D441-914D-70CC64763CB1}" type="presParOf" srcId="{97FB2CB9-1EEE-6E4C-B5C6-E419320B699A}" destId="{9F4158CA-1065-8843-B197-74B2B4FB77D1}" srcOrd="1" destOrd="0" presId="urn:microsoft.com/office/officeart/2005/8/layout/hierarchy1"/>
    <dgm:cxn modelId="{F88C96A7-F741-C547-A99E-B2A8FAE5BFE2}" type="presParOf" srcId="{1806FBC8-41F3-4F48-8CDD-628C672B5BD6}" destId="{DA06B3C7-17F3-F944-8470-865E475E9682}" srcOrd="2" destOrd="0" presId="urn:microsoft.com/office/officeart/2005/8/layout/hierarchy1"/>
    <dgm:cxn modelId="{F9F4F38C-0E90-7044-A70F-1B7CE8392FBA}" type="presParOf" srcId="{1806FBC8-41F3-4F48-8CDD-628C672B5BD6}" destId="{063EF3B9-AE29-1A49-8D27-8CF3B2727D47}" srcOrd="3" destOrd="0" presId="urn:microsoft.com/office/officeart/2005/8/layout/hierarchy1"/>
    <dgm:cxn modelId="{EB5A85D2-C7BA-FC45-9422-C84FD1548FA4}" type="presParOf" srcId="{063EF3B9-AE29-1A49-8D27-8CF3B2727D47}" destId="{12E3651A-4819-064B-A485-7429D306DA20}" srcOrd="0" destOrd="0" presId="urn:microsoft.com/office/officeart/2005/8/layout/hierarchy1"/>
    <dgm:cxn modelId="{34437EDD-226E-BA49-9EE9-83FAD77BD09F}" type="presParOf" srcId="{12E3651A-4819-064B-A485-7429D306DA20}" destId="{4A59A0E8-CD61-8240-980C-CDCFF5C6D4F2}" srcOrd="0" destOrd="0" presId="urn:microsoft.com/office/officeart/2005/8/layout/hierarchy1"/>
    <dgm:cxn modelId="{2435FDCD-C012-1243-B295-98B9ABAF9584}" type="presParOf" srcId="{12E3651A-4819-064B-A485-7429D306DA20}" destId="{08325C04-C27C-744C-8BCB-F7657F1CCCA5}" srcOrd="1" destOrd="0" presId="urn:microsoft.com/office/officeart/2005/8/layout/hierarchy1"/>
    <dgm:cxn modelId="{29A72F13-65F4-9049-9117-954C1323AEA8}" type="presParOf" srcId="{063EF3B9-AE29-1A49-8D27-8CF3B2727D47}" destId="{6311765B-62F2-6C4B-B075-0CB61ADA0FED}" srcOrd="1" destOrd="0" presId="urn:microsoft.com/office/officeart/2005/8/layout/hierarchy1"/>
    <dgm:cxn modelId="{57040BCB-8BE4-0244-A56B-8BA2551B501D}" type="presParOf" srcId="{315C03F8-74E1-D646-BACD-B29B9390B0F6}" destId="{F0B95947-02CB-4649-81B1-A3E5AEB69276}" srcOrd="2" destOrd="0" presId="urn:microsoft.com/office/officeart/2005/8/layout/hierarchy1"/>
    <dgm:cxn modelId="{EBBEC526-0AF2-774C-BD56-95687014A872}" type="presParOf" srcId="{315C03F8-74E1-D646-BACD-B29B9390B0F6}" destId="{79D08AC0-7FAE-AD46-926D-C00C5867A7B8}" srcOrd="3" destOrd="0" presId="urn:microsoft.com/office/officeart/2005/8/layout/hierarchy1"/>
    <dgm:cxn modelId="{BB280A61-3488-3446-9BED-4D03F722406E}" type="presParOf" srcId="{79D08AC0-7FAE-AD46-926D-C00C5867A7B8}" destId="{0B5F7433-7C16-AC4D-BEB6-5C723E80173C}" srcOrd="0" destOrd="0" presId="urn:microsoft.com/office/officeart/2005/8/layout/hierarchy1"/>
    <dgm:cxn modelId="{57DF4487-5D3B-5345-88E5-903A08FBC4C5}" type="presParOf" srcId="{0B5F7433-7C16-AC4D-BEB6-5C723E80173C}" destId="{AD586D8E-F007-5542-A3B2-1451815C03A9}" srcOrd="0" destOrd="0" presId="urn:microsoft.com/office/officeart/2005/8/layout/hierarchy1"/>
    <dgm:cxn modelId="{9D6DEE70-C5FD-624A-90F5-34C9B25CBFCB}" type="presParOf" srcId="{0B5F7433-7C16-AC4D-BEB6-5C723E80173C}" destId="{06DD2F05-37C1-D143-9AFE-BED8CF298F2D}" srcOrd="1" destOrd="0" presId="urn:microsoft.com/office/officeart/2005/8/layout/hierarchy1"/>
    <dgm:cxn modelId="{4D56D443-A507-ED40-BC4C-F907816545B1}" type="presParOf" srcId="{79D08AC0-7FAE-AD46-926D-C00C5867A7B8}" destId="{285D0236-7C96-DA49-9D6B-3688F8883FA0}" srcOrd="1" destOrd="0" presId="urn:microsoft.com/office/officeart/2005/8/layout/hierarchy1"/>
    <dgm:cxn modelId="{F0C795E9-C86B-6C4A-9376-A6B08CF24789}" type="presParOf" srcId="{285D0236-7C96-DA49-9D6B-3688F8883FA0}" destId="{D43EF212-FF73-8843-80FC-9DF3AC2A18F6}" srcOrd="0" destOrd="0" presId="urn:microsoft.com/office/officeart/2005/8/layout/hierarchy1"/>
    <dgm:cxn modelId="{A7E4196A-17DF-3748-A866-BBC7442EEA16}" type="presParOf" srcId="{285D0236-7C96-DA49-9D6B-3688F8883FA0}" destId="{1DCAC8CE-A69B-6F4C-B274-1760B3FEB2F3}" srcOrd="1" destOrd="0" presId="urn:microsoft.com/office/officeart/2005/8/layout/hierarchy1"/>
    <dgm:cxn modelId="{AA1C90A8-E668-5B42-B01B-64FA728639CC}" type="presParOf" srcId="{1DCAC8CE-A69B-6F4C-B274-1760B3FEB2F3}" destId="{2B568F7E-8516-9840-A1B7-67C10FEFD3F5}" srcOrd="0" destOrd="0" presId="urn:microsoft.com/office/officeart/2005/8/layout/hierarchy1"/>
    <dgm:cxn modelId="{2A979327-63B8-9947-8E11-8B0E69397AD9}" type="presParOf" srcId="{2B568F7E-8516-9840-A1B7-67C10FEFD3F5}" destId="{FD022767-0672-1F40-9D01-627329CA9BB3}" srcOrd="0" destOrd="0" presId="urn:microsoft.com/office/officeart/2005/8/layout/hierarchy1"/>
    <dgm:cxn modelId="{F6348CD4-C4DE-214D-A898-989E4DFB3F85}" type="presParOf" srcId="{2B568F7E-8516-9840-A1B7-67C10FEFD3F5}" destId="{8CEC43C2-9C18-3247-8D0F-01358C75701D}" srcOrd="1" destOrd="0" presId="urn:microsoft.com/office/officeart/2005/8/layout/hierarchy1"/>
    <dgm:cxn modelId="{E1F7DBD6-897D-7245-A6BF-BA94A51C6410}" type="presParOf" srcId="{1DCAC8CE-A69B-6F4C-B274-1760B3FEB2F3}" destId="{AECC9046-B22A-244F-9309-96379D4F449C}" srcOrd="1" destOrd="0" presId="urn:microsoft.com/office/officeart/2005/8/layout/hierarchy1"/>
    <dgm:cxn modelId="{1E782D96-3FC6-804D-945A-37BFA828CB8A}" type="presParOf" srcId="{285D0236-7C96-DA49-9D6B-3688F8883FA0}" destId="{55B78787-07A1-9E4E-979D-2360F99630B4}" srcOrd="2" destOrd="0" presId="urn:microsoft.com/office/officeart/2005/8/layout/hierarchy1"/>
    <dgm:cxn modelId="{0072D569-AC08-E745-93EF-848622384F50}" type="presParOf" srcId="{285D0236-7C96-DA49-9D6B-3688F8883FA0}" destId="{C2ADDAFF-B7C5-C646-B9CA-FE83EE55E375}" srcOrd="3" destOrd="0" presId="urn:microsoft.com/office/officeart/2005/8/layout/hierarchy1"/>
    <dgm:cxn modelId="{86ADBACA-9E3E-1E4B-9501-FDD0D644D094}" type="presParOf" srcId="{C2ADDAFF-B7C5-C646-B9CA-FE83EE55E375}" destId="{1F9AB3AF-292C-F243-82BE-7DBFD8F1BA95}" srcOrd="0" destOrd="0" presId="urn:microsoft.com/office/officeart/2005/8/layout/hierarchy1"/>
    <dgm:cxn modelId="{35D6EDC8-B88C-D746-B252-ECFD58FFCD8F}" type="presParOf" srcId="{1F9AB3AF-292C-F243-82BE-7DBFD8F1BA95}" destId="{0D3AE45D-F9B7-8F40-AD6B-8979426CCD94}" srcOrd="0" destOrd="0" presId="urn:microsoft.com/office/officeart/2005/8/layout/hierarchy1"/>
    <dgm:cxn modelId="{5404F608-24D0-2E4F-A21B-DEFF31C010C2}" type="presParOf" srcId="{1F9AB3AF-292C-F243-82BE-7DBFD8F1BA95}" destId="{FA57BC91-D238-5846-AA3C-561AB65971A5}" srcOrd="1" destOrd="0" presId="urn:microsoft.com/office/officeart/2005/8/layout/hierarchy1"/>
    <dgm:cxn modelId="{FB082253-6A00-5D46-A171-09D11A8A7C28}" type="presParOf" srcId="{C2ADDAFF-B7C5-C646-B9CA-FE83EE55E375}" destId="{9AA0E318-2D86-DD4D-92BF-AB8DEB80AAD8}" srcOrd="1" destOrd="0" presId="urn:microsoft.com/office/officeart/2005/8/layout/hierarchy1"/>
    <dgm:cxn modelId="{1CA43F30-1C8D-B040-93C8-09D259C5C765}" type="presParOf" srcId="{315C03F8-74E1-D646-BACD-B29B9390B0F6}" destId="{15DDAFCD-1FCF-654A-9706-675C67FBE1C6}" srcOrd="4" destOrd="0" presId="urn:microsoft.com/office/officeart/2005/8/layout/hierarchy1"/>
    <dgm:cxn modelId="{375B34F5-1732-8047-8C6E-C15A962A0C3F}" type="presParOf" srcId="{315C03F8-74E1-D646-BACD-B29B9390B0F6}" destId="{351F1E5A-4622-7F40-A221-5390B265C832}" srcOrd="5" destOrd="0" presId="urn:microsoft.com/office/officeart/2005/8/layout/hierarchy1"/>
    <dgm:cxn modelId="{56A706D9-0F8F-6F46-9E00-561CEFFA4502}" type="presParOf" srcId="{351F1E5A-4622-7F40-A221-5390B265C832}" destId="{29A56634-3B21-674E-9071-E5265EF3535E}" srcOrd="0" destOrd="0" presId="urn:microsoft.com/office/officeart/2005/8/layout/hierarchy1"/>
    <dgm:cxn modelId="{FB227E6B-B224-6E45-89B0-CB56669D2CC1}" type="presParOf" srcId="{29A56634-3B21-674E-9071-E5265EF3535E}" destId="{68ED5AEA-F2CB-7141-9B73-77717F453F50}" srcOrd="0" destOrd="0" presId="urn:microsoft.com/office/officeart/2005/8/layout/hierarchy1"/>
    <dgm:cxn modelId="{6686BDB1-50F2-9F4D-A03F-987226D666C1}" type="presParOf" srcId="{29A56634-3B21-674E-9071-E5265EF3535E}" destId="{34073E21-32C7-1E47-ABED-0AEB5CC7A0DB}" srcOrd="1" destOrd="0" presId="urn:microsoft.com/office/officeart/2005/8/layout/hierarchy1"/>
    <dgm:cxn modelId="{38973831-51CF-8246-863F-E8E6509EA363}" type="presParOf" srcId="{351F1E5A-4622-7F40-A221-5390B265C832}" destId="{AF8A12C5-DAC4-384A-9F90-491C4CEC372D}" srcOrd="1" destOrd="0" presId="urn:microsoft.com/office/officeart/2005/8/layout/hierarchy1"/>
    <dgm:cxn modelId="{E21B97C8-BCC5-1744-8844-47B4FFDC0A10}" type="presParOf" srcId="{AF8A12C5-DAC4-384A-9F90-491C4CEC372D}" destId="{101C079F-14F6-D44B-9DA5-F659FF4BBC7B}" srcOrd="0" destOrd="0" presId="urn:microsoft.com/office/officeart/2005/8/layout/hierarchy1"/>
    <dgm:cxn modelId="{194B386C-EEFB-7A47-8AAD-FDDAA5DCF01B}" type="presParOf" srcId="{AF8A12C5-DAC4-384A-9F90-491C4CEC372D}" destId="{6AA7E2F6-4E2A-0945-9910-3B4C756F2382}" srcOrd="1" destOrd="0" presId="urn:microsoft.com/office/officeart/2005/8/layout/hierarchy1"/>
    <dgm:cxn modelId="{5C39FE5C-F7F4-0743-9DC3-9AA8AEE11CCA}" type="presParOf" srcId="{6AA7E2F6-4E2A-0945-9910-3B4C756F2382}" destId="{0705B0C2-6C5B-6747-B0CD-F9BAC7976979}" srcOrd="0" destOrd="0" presId="urn:microsoft.com/office/officeart/2005/8/layout/hierarchy1"/>
    <dgm:cxn modelId="{5B821F50-E585-714E-98A1-93B6E224CC91}" type="presParOf" srcId="{0705B0C2-6C5B-6747-B0CD-F9BAC7976979}" destId="{DA2A77EB-EA26-3648-B0FA-E31045429B86}" srcOrd="0" destOrd="0" presId="urn:microsoft.com/office/officeart/2005/8/layout/hierarchy1"/>
    <dgm:cxn modelId="{2CEA9A4B-F2B5-0047-BD53-21F71A513ECB}" type="presParOf" srcId="{0705B0C2-6C5B-6747-B0CD-F9BAC7976979}" destId="{69550C1A-8381-9249-81AB-9C2A5B25507A}" srcOrd="1" destOrd="0" presId="urn:microsoft.com/office/officeart/2005/8/layout/hierarchy1"/>
    <dgm:cxn modelId="{843BBFE4-5456-A349-8A31-C62CDB0ED5C4}" type="presParOf" srcId="{6AA7E2F6-4E2A-0945-9910-3B4C756F2382}" destId="{A34B1CD4-7513-FE44-9841-43586125E937}" srcOrd="1" destOrd="0" presId="urn:microsoft.com/office/officeart/2005/8/layout/hierarchy1"/>
    <dgm:cxn modelId="{5B0C4BF6-34B4-CB47-99F5-852B6D82AE8E}" type="presParOf" srcId="{AF8A12C5-DAC4-384A-9F90-491C4CEC372D}" destId="{0197E21E-7BB6-2145-8A0F-8A0E9D4D8121}" srcOrd="2" destOrd="0" presId="urn:microsoft.com/office/officeart/2005/8/layout/hierarchy1"/>
    <dgm:cxn modelId="{58400A92-77B5-B343-B5C4-552ED03A1615}" type="presParOf" srcId="{AF8A12C5-DAC4-384A-9F90-491C4CEC372D}" destId="{BC481A36-CFE0-4C4A-9812-885504044657}" srcOrd="3" destOrd="0" presId="urn:microsoft.com/office/officeart/2005/8/layout/hierarchy1"/>
    <dgm:cxn modelId="{1F0FCAA1-116B-5C44-9724-9A7A04F70E92}" type="presParOf" srcId="{BC481A36-CFE0-4C4A-9812-885504044657}" destId="{31B09E4A-8CE2-9045-BDC3-2116DDEBC753}" srcOrd="0" destOrd="0" presId="urn:microsoft.com/office/officeart/2005/8/layout/hierarchy1"/>
    <dgm:cxn modelId="{9BB62EC1-7339-7F45-AE74-F491FA9601BF}" type="presParOf" srcId="{31B09E4A-8CE2-9045-BDC3-2116DDEBC753}" destId="{CE2289D4-3987-E947-8DD0-C7D0D7E4F63D}" srcOrd="0" destOrd="0" presId="urn:microsoft.com/office/officeart/2005/8/layout/hierarchy1"/>
    <dgm:cxn modelId="{0297FCF7-C121-CF42-8581-E013C5E88BDC}" type="presParOf" srcId="{31B09E4A-8CE2-9045-BDC3-2116DDEBC753}" destId="{803C14D8-990D-DF4A-A1C2-7F89EE10B16A}" srcOrd="1" destOrd="0" presId="urn:microsoft.com/office/officeart/2005/8/layout/hierarchy1"/>
    <dgm:cxn modelId="{16D330F5-2FD4-3347-A0DE-656224872EA2}" type="presParOf" srcId="{BC481A36-CFE0-4C4A-9812-885504044657}" destId="{357C12E5-13DC-474E-B6B6-D2A9D1711C63}" srcOrd="1" destOrd="0" presId="urn:microsoft.com/office/officeart/2005/8/layout/hierarchy1"/>
    <dgm:cxn modelId="{6F3C3856-6BC8-3D4E-B8AC-63EF0DED48F6}" type="presParOf" srcId="{AF8A12C5-DAC4-384A-9F90-491C4CEC372D}" destId="{D5ECBBC0-77B9-6E40-B2AC-9F33B1F60D07}" srcOrd="4" destOrd="0" presId="urn:microsoft.com/office/officeart/2005/8/layout/hierarchy1"/>
    <dgm:cxn modelId="{FEDCBDCD-4345-6042-AF56-BBBF1DF298D0}" type="presParOf" srcId="{AF8A12C5-DAC4-384A-9F90-491C4CEC372D}" destId="{007421BB-9FA0-BB47-85CA-1584526C5BBC}" srcOrd="5" destOrd="0" presId="urn:microsoft.com/office/officeart/2005/8/layout/hierarchy1"/>
    <dgm:cxn modelId="{3A051155-834F-E849-9C34-E6328905AF14}" type="presParOf" srcId="{007421BB-9FA0-BB47-85CA-1584526C5BBC}" destId="{09B5D320-0FF5-E34E-9D66-5F3F1CB89E4B}" srcOrd="0" destOrd="0" presId="urn:microsoft.com/office/officeart/2005/8/layout/hierarchy1"/>
    <dgm:cxn modelId="{FA8318D1-0B69-BA4F-B11B-4E5F9D94F321}" type="presParOf" srcId="{09B5D320-0FF5-E34E-9D66-5F3F1CB89E4B}" destId="{FEB58A1E-C39A-414C-AD8A-BCFE3BD292B6}" srcOrd="0" destOrd="0" presId="urn:microsoft.com/office/officeart/2005/8/layout/hierarchy1"/>
    <dgm:cxn modelId="{4D448901-E9C3-1248-827E-D07DEE8EBBF7}" type="presParOf" srcId="{09B5D320-0FF5-E34E-9D66-5F3F1CB89E4B}" destId="{55DA3C62-CF07-9845-B5D3-9578F90C95C5}" srcOrd="1" destOrd="0" presId="urn:microsoft.com/office/officeart/2005/8/layout/hierarchy1"/>
    <dgm:cxn modelId="{723DF51D-8E3E-CD41-8D11-83A387BB83F4}" type="presParOf" srcId="{007421BB-9FA0-BB47-85CA-1584526C5BBC}" destId="{22EB29D7-619C-7141-AF1E-13B56648DD45}"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48B8EA-856E-6748-9E6C-97F706E6F171}">
      <dsp:nvSpPr>
        <dsp:cNvPr id="0" name=""/>
        <dsp:cNvSpPr/>
      </dsp:nvSpPr>
      <dsp:spPr>
        <a:xfrm>
          <a:off x="10492059" y="2886058"/>
          <a:ext cx="623632" cy="296792"/>
        </a:xfrm>
        <a:custGeom>
          <a:avLst/>
          <a:gdLst/>
          <a:ahLst/>
          <a:cxnLst/>
          <a:rect l="0" t="0" r="0" b="0"/>
          <a:pathLst>
            <a:path>
              <a:moveTo>
                <a:pt x="0" y="0"/>
              </a:moveTo>
              <a:lnTo>
                <a:pt x="0" y="202255"/>
              </a:lnTo>
              <a:lnTo>
                <a:pt x="623632" y="202255"/>
              </a:lnTo>
              <a:lnTo>
                <a:pt x="623632" y="296792"/>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C7A572D-8276-374E-A7DB-5FE2E3BEF52E}">
      <dsp:nvSpPr>
        <dsp:cNvPr id="0" name=""/>
        <dsp:cNvSpPr/>
      </dsp:nvSpPr>
      <dsp:spPr>
        <a:xfrm>
          <a:off x="9868426" y="2886058"/>
          <a:ext cx="623632" cy="296792"/>
        </a:xfrm>
        <a:custGeom>
          <a:avLst/>
          <a:gdLst/>
          <a:ahLst/>
          <a:cxnLst/>
          <a:rect l="0" t="0" r="0" b="0"/>
          <a:pathLst>
            <a:path>
              <a:moveTo>
                <a:pt x="623632" y="0"/>
              </a:moveTo>
              <a:lnTo>
                <a:pt x="623632" y="202255"/>
              </a:lnTo>
              <a:lnTo>
                <a:pt x="0" y="202255"/>
              </a:lnTo>
              <a:lnTo>
                <a:pt x="0" y="296792"/>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FE18CC0-A2AA-EB4F-BEFB-FEF78354781E}">
      <dsp:nvSpPr>
        <dsp:cNvPr id="0" name=""/>
        <dsp:cNvSpPr/>
      </dsp:nvSpPr>
      <dsp:spPr>
        <a:xfrm>
          <a:off x="9244793" y="1941254"/>
          <a:ext cx="1247265" cy="296792"/>
        </a:xfrm>
        <a:custGeom>
          <a:avLst/>
          <a:gdLst/>
          <a:ahLst/>
          <a:cxnLst/>
          <a:rect l="0" t="0" r="0" b="0"/>
          <a:pathLst>
            <a:path>
              <a:moveTo>
                <a:pt x="0" y="0"/>
              </a:moveTo>
              <a:lnTo>
                <a:pt x="0" y="202255"/>
              </a:lnTo>
              <a:lnTo>
                <a:pt x="1247265" y="202255"/>
              </a:lnTo>
              <a:lnTo>
                <a:pt x="1247265" y="296792"/>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C5A5F7F-B2DD-BE45-B789-FEA69DF62848}">
      <dsp:nvSpPr>
        <dsp:cNvPr id="0" name=""/>
        <dsp:cNvSpPr/>
      </dsp:nvSpPr>
      <dsp:spPr>
        <a:xfrm>
          <a:off x="7997528" y="2886058"/>
          <a:ext cx="623632" cy="296792"/>
        </a:xfrm>
        <a:custGeom>
          <a:avLst/>
          <a:gdLst/>
          <a:ahLst/>
          <a:cxnLst/>
          <a:rect l="0" t="0" r="0" b="0"/>
          <a:pathLst>
            <a:path>
              <a:moveTo>
                <a:pt x="0" y="0"/>
              </a:moveTo>
              <a:lnTo>
                <a:pt x="0" y="202255"/>
              </a:lnTo>
              <a:lnTo>
                <a:pt x="623632" y="202255"/>
              </a:lnTo>
              <a:lnTo>
                <a:pt x="623632" y="296792"/>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5469EC2-7FB2-494F-A292-E7EFCD89C1AF}">
      <dsp:nvSpPr>
        <dsp:cNvPr id="0" name=""/>
        <dsp:cNvSpPr/>
      </dsp:nvSpPr>
      <dsp:spPr>
        <a:xfrm>
          <a:off x="7373895" y="2886058"/>
          <a:ext cx="623632" cy="296792"/>
        </a:xfrm>
        <a:custGeom>
          <a:avLst/>
          <a:gdLst/>
          <a:ahLst/>
          <a:cxnLst/>
          <a:rect l="0" t="0" r="0" b="0"/>
          <a:pathLst>
            <a:path>
              <a:moveTo>
                <a:pt x="623632" y="0"/>
              </a:moveTo>
              <a:lnTo>
                <a:pt x="623632" y="202255"/>
              </a:lnTo>
              <a:lnTo>
                <a:pt x="0" y="202255"/>
              </a:lnTo>
              <a:lnTo>
                <a:pt x="0" y="296792"/>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FB513C4-B59D-124B-90F9-B3326805C995}">
      <dsp:nvSpPr>
        <dsp:cNvPr id="0" name=""/>
        <dsp:cNvSpPr/>
      </dsp:nvSpPr>
      <dsp:spPr>
        <a:xfrm>
          <a:off x="7997528" y="1941254"/>
          <a:ext cx="1247265" cy="296792"/>
        </a:xfrm>
        <a:custGeom>
          <a:avLst/>
          <a:gdLst/>
          <a:ahLst/>
          <a:cxnLst/>
          <a:rect l="0" t="0" r="0" b="0"/>
          <a:pathLst>
            <a:path>
              <a:moveTo>
                <a:pt x="1247265" y="0"/>
              </a:moveTo>
              <a:lnTo>
                <a:pt x="1247265" y="202255"/>
              </a:lnTo>
              <a:lnTo>
                <a:pt x="0" y="202255"/>
              </a:lnTo>
              <a:lnTo>
                <a:pt x="0" y="296792"/>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5DDAFCD-1FCF-654A-9706-675C67FBE1C6}">
      <dsp:nvSpPr>
        <dsp:cNvPr id="0" name=""/>
        <dsp:cNvSpPr/>
      </dsp:nvSpPr>
      <dsp:spPr>
        <a:xfrm>
          <a:off x="5191181" y="996451"/>
          <a:ext cx="4053612" cy="296792"/>
        </a:xfrm>
        <a:custGeom>
          <a:avLst/>
          <a:gdLst/>
          <a:ahLst/>
          <a:cxnLst/>
          <a:rect l="0" t="0" r="0" b="0"/>
          <a:pathLst>
            <a:path>
              <a:moveTo>
                <a:pt x="0" y="0"/>
              </a:moveTo>
              <a:lnTo>
                <a:pt x="0" y="202255"/>
              </a:lnTo>
              <a:lnTo>
                <a:pt x="4053612" y="202255"/>
              </a:lnTo>
              <a:lnTo>
                <a:pt x="4053612" y="296792"/>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BFF4750-62FF-264B-AF7B-0B7E3737689D}">
      <dsp:nvSpPr>
        <dsp:cNvPr id="0" name=""/>
        <dsp:cNvSpPr/>
      </dsp:nvSpPr>
      <dsp:spPr>
        <a:xfrm>
          <a:off x="5502997" y="2886058"/>
          <a:ext cx="623632" cy="296792"/>
        </a:xfrm>
        <a:custGeom>
          <a:avLst/>
          <a:gdLst/>
          <a:ahLst/>
          <a:cxnLst/>
          <a:rect l="0" t="0" r="0" b="0"/>
          <a:pathLst>
            <a:path>
              <a:moveTo>
                <a:pt x="0" y="0"/>
              </a:moveTo>
              <a:lnTo>
                <a:pt x="0" y="202255"/>
              </a:lnTo>
              <a:lnTo>
                <a:pt x="623632" y="202255"/>
              </a:lnTo>
              <a:lnTo>
                <a:pt x="623632" y="296792"/>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2D8AF9D-AEE0-DD44-A8AA-C07D837282D9}">
      <dsp:nvSpPr>
        <dsp:cNvPr id="0" name=""/>
        <dsp:cNvSpPr/>
      </dsp:nvSpPr>
      <dsp:spPr>
        <a:xfrm>
          <a:off x="4879365" y="2886058"/>
          <a:ext cx="623632" cy="296792"/>
        </a:xfrm>
        <a:custGeom>
          <a:avLst/>
          <a:gdLst/>
          <a:ahLst/>
          <a:cxnLst/>
          <a:rect l="0" t="0" r="0" b="0"/>
          <a:pathLst>
            <a:path>
              <a:moveTo>
                <a:pt x="623632" y="0"/>
              </a:moveTo>
              <a:lnTo>
                <a:pt x="623632" y="202255"/>
              </a:lnTo>
              <a:lnTo>
                <a:pt x="0" y="202255"/>
              </a:lnTo>
              <a:lnTo>
                <a:pt x="0" y="296792"/>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B98CB17-B034-C04B-98D4-A4CD01FDB92A}">
      <dsp:nvSpPr>
        <dsp:cNvPr id="0" name=""/>
        <dsp:cNvSpPr/>
      </dsp:nvSpPr>
      <dsp:spPr>
        <a:xfrm>
          <a:off x="4255732" y="1941254"/>
          <a:ext cx="1247265" cy="296792"/>
        </a:xfrm>
        <a:custGeom>
          <a:avLst/>
          <a:gdLst/>
          <a:ahLst/>
          <a:cxnLst/>
          <a:rect l="0" t="0" r="0" b="0"/>
          <a:pathLst>
            <a:path>
              <a:moveTo>
                <a:pt x="0" y="0"/>
              </a:moveTo>
              <a:lnTo>
                <a:pt x="0" y="202255"/>
              </a:lnTo>
              <a:lnTo>
                <a:pt x="1247265" y="202255"/>
              </a:lnTo>
              <a:lnTo>
                <a:pt x="1247265" y="296792"/>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E69AA35-8C39-0A48-9824-E94E9F80588A}">
      <dsp:nvSpPr>
        <dsp:cNvPr id="0" name=""/>
        <dsp:cNvSpPr/>
      </dsp:nvSpPr>
      <dsp:spPr>
        <a:xfrm>
          <a:off x="3008466" y="2886058"/>
          <a:ext cx="623632" cy="296792"/>
        </a:xfrm>
        <a:custGeom>
          <a:avLst/>
          <a:gdLst/>
          <a:ahLst/>
          <a:cxnLst/>
          <a:rect l="0" t="0" r="0" b="0"/>
          <a:pathLst>
            <a:path>
              <a:moveTo>
                <a:pt x="0" y="0"/>
              </a:moveTo>
              <a:lnTo>
                <a:pt x="0" y="202255"/>
              </a:lnTo>
              <a:lnTo>
                <a:pt x="623632" y="202255"/>
              </a:lnTo>
              <a:lnTo>
                <a:pt x="623632" y="296792"/>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6FF3B55-DCC0-FE48-AD22-4900516B5166}">
      <dsp:nvSpPr>
        <dsp:cNvPr id="0" name=""/>
        <dsp:cNvSpPr/>
      </dsp:nvSpPr>
      <dsp:spPr>
        <a:xfrm>
          <a:off x="2384834" y="2886058"/>
          <a:ext cx="623632" cy="296792"/>
        </a:xfrm>
        <a:custGeom>
          <a:avLst/>
          <a:gdLst/>
          <a:ahLst/>
          <a:cxnLst/>
          <a:rect l="0" t="0" r="0" b="0"/>
          <a:pathLst>
            <a:path>
              <a:moveTo>
                <a:pt x="623632" y="0"/>
              </a:moveTo>
              <a:lnTo>
                <a:pt x="623632" y="202255"/>
              </a:lnTo>
              <a:lnTo>
                <a:pt x="0" y="202255"/>
              </a:lnTo>
              <a:lnTo>
                <a:pt x="0" y="296792"/>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A4D84A1-6041-994E-BF6C-782483079743}">
      <dsp:nvSpPr>
        <dsp:cNvPr id="0" name=""/>
        <dsp:cNvSpPr/>
      </dsp:nvSpPr>
      <dsp:spPr>
        <a:xfrm>
          <a:off x="3008466" y="1941254"/>
          <a:ext cx="1247265" cy="296792"/>
        </a:xfrm>
        <a:custGeom>
          <a:avLst/>
          <a:gdLst/>
          <a:ahLst/>
          <a:cxnLst/>
          <a:rect l="0" t="0" r="0" b="0"/>
          <a:pathLst>
            <a:path>
              <a:moveTo>
                <a:pt x="1247265" y="0"/>
              </a:moveTo>
              <a:lnTo>
                <a:pt x="1247265" y="202255"/>
              </a:lnTo>
              <a:lnTo>
                <a:pt x="0" y="202255"/>
              </a:lnTo>
              <a:lnTo>
                <a:pt x="0" y="296792"/>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38E8221-F414-FB47-82BC-E30F77188774}">
      <dsp:nvSpPr>
        <dsp:cNvPr id="0" name=""/>
        <dsp:cNvSpPr/>
      </dsp:nvSpPr>
      <dsp:spPr>
        <a:xfrm>
          <a:off x="4255732" y="996451"/>
          <a:ext cx="935449" cy="296792"/>
        </a:xfrm>
        <a:custGeom>
          <a:avLst/>
          <a:gdLst/>
          <a:ahLst/>
          <a:cxnLst/>
          <a:rect l="0" t="0" r="0" b="0"/>
          <a:pathLst>
            <a:path>
              <a:moveTo>
                <a:pt x="935449" y="0"/>
              </a:moveTo>
              <a:lnTo>
                <a:pt x="935449" y="202255"/>
              </a:lnTo>
              <a:lnTo>
                <a:pt x="0" y="202255"/>
              </a:lnTo>
              <a:lnTo>
                <a:pt x="0" y="296792"/>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DB923AB-5A78-B64D-9919-A6BDF0CB946A}">
      <dsp:nvSpPr>
        <dsp:cNvPr id="0" name=""/>
        <dsp:cNvSpPr/>
      </dsp:nvSpPr>
      <dsp:spPr>
        <a:xfrm>
          <a:off x="1137568" y="1941254"/>
          <a:ext cx="623632" cy="296792"/>
        </a:xfrm>
        <a:custGeom>
          <a:avLst/>
          <a:gdLst/>
          <a:ahLst/>
          <a:cxnLst/>
          <a:rect l="0" t="0" r="0" b="0"/>
          <a:pathLst>
            <a:path>
              <a:moveTo>
                <a:pt x="0" y="0"/>
              </a:moveTo>
              <a:lnTo>
                <a:pt x="0" y="202255"/>
              </a:lnTo>
              <a:lnTo>
                <a:pt x="623632" y="202255"/>
              </a:lnTo>
              <a:lnTo>
                <a:pt x="623632" y="296792"/>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DFD280F-B59A-2044-9271-B324A7DD5657}">
      <dsp:nvSpPr>
        <dsp:cNvPr id="0" name=""/>
        <dsp:cNvSpPr/>
      </dsp:nvSpPr>
      <dsp:spPr>
        <a:xfrm>
          <a:off x="513936" y="1941254"/>
          <a:ext cx="623632" cy="296792"/>
        </a:xfrm>
        <a:custGeom>
          <a:avLst/>
          <a:gdLst/>
          <a:ahLst/>
          <a:cxnLst/>
          <a:rect l="0" t="0" r="0" b="0"/>
          <a:pathLst>
            <a:path>
              <a:moveTo>
                <a:pt x="623632" y="0"/>
              </a:moveTo>
              <a:lnTo>
                <a:pt x="623632" y="202255"/>
              </a:lnTo>
              <a:lnTo>
                <a:pt x="0" y="202255"/>
              </a:lnTo>
              <a:lnTo>
                <a:pt x="0" y="296792"/>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94AFB13-E629-4F46-AA2F-E3B173FC9002}">
      <dsp:nvSpPr>
        <dsp:cNvPr id="0" name=""/>
        <dsp:cNvSpPr/>
      </dsp:nvSpPr>
      <dsp:spPr>
        <a:xfrm>
          <a:off x="1137568" y="996451"/>
          <a:ext cx="4053612" cy="296792"/>
        </a:xfrm>
        <a:custGeom>
          <a:avLst/>
          <a:gdLst/>
          <a:ahLst/>
          <a:cxnLst/>
          <a:rect l="0" t="0" r="0" b="0"/>
          <a:pathLst>
            <a:path>
              <a:moveTo>
                <a:pt x="4053612" y="0"/>
              </a:moveTo>
              <a:lnTo>
                <a:pt x="4053612" y="202255"/>
              </a:lnTo>
              <a:lnTo>
                <a:pt x="0" y="202255"/>
              </a:lnTo>
              <a:lnTo>
                <a:pt x="0" y="296792"/>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BA94BC0-0C10-A44F-93DE-64A28C96B386}">
      <dsp:nvSpPr>
        <dsp:cNvPr id="0" name=""/>
        <dsp:cNvSpPr/>
      </dsp:nvSpPr>
      <dsp:spPr>
        <a:xfrm>
          <a:off x="4680936" y="348439"/>
          <a:ext cx="1020489" cy="64801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926003F-F906-E546-B148-B7F57E62FDB8}">
      <dsp:nvSpPr>
        <dsp:cNvPr id="0" name=""/>
        <dsp:cNvSpPr/>
      </dsp:nvSpPr>
      <dsp:spPr>
        <a:xfrm>
          <a:off x="4794324" y="456158"/>
          <a:ext cx="1020489" cy="64801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Computer</a:t>
          </a:r>
        </a:p>
      </dsp:txBody>
      <dsp:txXfrm>
        <a:off x="4813304" y="475138"/>
        <a:ext cx="982529" cy="610051"/>
      </dsp:txXfrm>
    </dsp:sp>
    <dsp:sp modelId="{52E72AFC-7F72-7949-ADA1-2D0D9E98DA9C}">
      <dsp:nvSpPr>
        <dsp:cNvPr id="0" name=""/>
        <dsp:cNvSpPr/>
      </dsp:nvSpPr>
      <dsp:spPr>
        <a:xfrm>
          <a:off x="627323" y="1293243"/>
          <a:ext cx="1020489" cy="648011"/>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AC6A4D9-C623-5347-BC36-8513BA5CDB42}">
      <dsp:nvSpPr>
        <dsp:cNvPr id="0" name=""/>
        <dsp:cNvSpPr/>
      </dsp:nvSpPr>
      <dsp:spPr>
        <a:xfrm>
          <a:off x="740711" y="1400961"/>
          <a:ext cx="1020489" cy="648011"/>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Computation</a:t>
          </a:r>
        </a:p>
      </dsp:txBody>
      <dsp:txXfrm>
        <a:off x="759691" y="1419941"/>
        <a:ext cx="982529" cy="610051"/>
      </dsp:txXfrm>
    </dsp:sp>
    <dsp:sp modelId="{738B3243-BA4D-F441-86DD-3599461CFB9A}">
      <dsp:nvSpPr>
        <dsp:cNvPr id="0" name=""/>
        <dsp:cNvSpPr/>
      </dsp:nvSpPr>
      <dsp:spPr>
        <a:xfrm>
          <a:off x="3691" y="2238047"/>
          <a:ext cx="1020489" cy="648011"/>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C7DE6EA-787A-E14C-AB4A-1611FEC1B32D}">
      <dsp:nvSpPr>
        <dsp:cNvPr id="0" name=""/>
        <dsp:cNvSpPr/>
      </dsp:nvSpPr>
      <dsp:spPr>
        <a:xfrm>
          <a:off x="117078" y="2345765"/>
          <a:ext cx="1020489" cy="648011"/>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CPU</a:t>
          </a:r>
        </a:p>
      </dsp:txBody>
      <dsp:txXfrm>
        <a:off x="136058" y="2364745"/>
        <a:ext cx="982529" cy="610051"/>
      </dsp:txXfrm>
    </dsp:sp>
    <dsp:sp modelId="{4EC8F5C7-BCA3-AF43-AA54-FFDEEF6AFE21}">
      <dsp:nvSpPr>
        <dsp:cNvPr id="0" name=""/>
        <dsp:cNvSpPr/>
      </dsp:nvSpPr>
      <dsp:spPr>
        <a:xfrm>
          <a:off x="1250956" y="2238047"/>
          <a:ext cx="1020489" cy="648011"/>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F481738-3AE3-A941-8DBB-E07F7F25273D}">
      <dsp:nvSpPr>
        <dsp:cNvPr id="0" name=""/>
        <dsp:cNvSpPr/>
      </dsp:nvSpPr>
      <dsp:spPr>
        <a:xfrm>
          <a:off x="1364344" y="2345765"/>
          <a:ext cx="1020489" cy="648011"/>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GPU</a:t>
          </a:r>
        </a:p>
      </dsp:txBody>
      <dsp:txXfrm>
        <a:off x="1383324" y="2364745"/>
        <a:ext cx="982529" cy="610051"/>
      </dsp:txXfrm>
    </dsp:sp>
    <dsp:sp modelId="{E225D9F5-C5BF-D941-853A-EA6E2C4FED58}">
      <dsp:nvSpPr>
        <dsp:cNvPr id="0" name=""/>
        <dsp:cNvSpPr/>
      </dsp:nvSpPr>
      <dsp:spPr>
        <a:xfrm>
          <a:off x="3745487" y="1293243"/>
          <a:ext cx="1020489" cy="648011"/>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B5FC491-304D-DF41-BC64-1E6625564909}">
      <dsp:nvSpPr>
        <dsp:cNvPr id="0" name=""/>
        <dsp:cNvSpPr/>
      </dsp:nvSpPr>
      <dsp:spPr>
        <a:xfrm>
          <a:off x="3858875" y="1400961"/>
          <a:ext cx="1020489" cy="648011"/>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Storage</a:t>
          </a:r>
        </a:p>
      </dsp:txBody>
      <dsp:txXfrm>
        <a:off x="3877855" y="1419941"/>
        <a:ext cx="982529" cy="610051"/>
      </dsp:txXfrm>
    </dsp:sp>
    <dsp:sp modelId="{BAC9148B-E4EC-CE4C-AE1A-69C3D9AB9B0A}">
      <dsp:nvSpPr>
        <dsp:cNvPr id="0" name=""/>
        <dsp:cNvSpPr/>
      </dsp:nvSpPr>
      <dsp:spPr>
        <a:xfrm>
          <a:off x="2498222" y="2238047"/>
          <a:ext cx="1020489" cy="648011"/>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59BB740-E5E0-FD45-8A11-D6DED6547272}">
      <dsp:nvSpPr>
        <dsp:cNvPr id="0" name=""/>
        <dsp:cNvSpPr/>
      </dsp:nvSpPr>
      <dsp:spPr>
        <a:xfrm>
          <a:off x="2611609" y="2345765"/>
          <a:ext cx="1020489" cy="648011"/>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Primary</a:t>
          </a:r>
        </a:p>
      </dsp:txBody>
      <dsp:txXfrm>
        <a:off x="2630589" y="2364745"/>
        <a:ext cx="982529" cy="610051"/>
      </dsp:txXfrm>
    </dsp:sp>
    <dsp:sp modelId="{9446924B-AA81-5645-9B90-7A136CAE5E6B}">
      <dsp:nvSpPr>
        <dsp:cNvPr id="0" name=""/>
        <dsp:cNvSpPr/>
      </dsp:nvSpPr>
      <dsp:spPr>
        <a:xfrm>
          <a:off x="1874589" y="3182850"/>
          <a:ext cx="1020489" cy="648011"/>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1F0945A-6035-BB4E-87F7-2BBF8AA8B7B1}">
      <dsp:nvSpPr>
        <dsp:cNvPr id="0" name=""/>
        <dsp:cNvSpPr/>
      </dsp:nvSpPr>
      <dsp:spPr>
        <a:xfrm>
          <a:off x="1987977" y="3290568"/>
          <a:ext cx="1020489" cy="648011"/>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RAM</a:t>
          </a:r>
        </a:p>
      </dsp:txBody>
      <dsp:txXfrm>
        <a:off x="2006957" y="3309548"/>
        <a:ext cx="982529" cy="610051"/>
      </dsp:txXfrm>
    </dsp:sp>
    <dsp:sp modelId="{BBF36E8A-FFE3-4241-8F69-FAE6A89A2211}">
      <dsp:nvSpPr>
        <dsp:cNvPr id="0" name=""/>
        <dsp:cNvSpPr/>
      </dsp:nvSpPr>
      <dsp:spPr>
        <a:xfrm>
          <a:off x="3121854" y="3182850"/>
          <a:ext cx="1020489" cy="648011"/>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C439D04-577A-534A-99E0-4343D2CDAF39}">
      <dsp:nvSpPr>
        <dsp:cNvPr id="0" name=""/>
        <dsp:cNvSpPr/>
      </dsp:nvSpPr>
      <dsp:spPr>
        <a:xfrm>
          <a:off x="3235242" y="3290568"/>
          <a:ext cx="1020489" cy="648011"/>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ROM</a:t>
          </a:r>
        </a:p>
      </dsp:txBody>
      <dsp:txXfrm>
        <a:off x="3254222" y="3309548"/>
        <a:ext cx="982529" cy="610051"/>
      </dsp:txXfrm>
    </dsp:sp>
    <dsp:sp modelId="{FEE4091E-7C12-2642-B950-FDEF45581B39}">
      <dsp:nvSpPr>
        <dsp:cNvPr id="0" name=""/>
        <dsp:cNvSpPr/>
      </dsp:nvSpPr>
      <dsp:spPr>
        <a:xfrm>
          <a:off x="4992752" y="2238047"/>
          <a:ext cx="1020489" cy="648011"/>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3360229-2CFC-2943-8569-11F85397F8D2}">
      <dsp:nvSpPr>
        <dsp:cNvPr id="0" name=""/>
        <dsp:cNvSpPr/>
      </dsp:nvSpPr>
      <dsp:spPr>
        <a:xfrm>
          <a:off x="5106140" y="2345765"/>
          <a:ext cx="1020489" cy="648011"/>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Secondary</a:t>
          </a:r>
        </a:p>
      </dsp:txBody>
      <dsp:txXfrm>
        <a:off x="5125120" y="2364745"/>
        <a:ext cx="982529" cy="610051"/>
      </dsp:txXfrm>
    </dsp:sp>
    <dsp:sp modelId="{38000310-89E1-6F40-91C6-9F525C444D08}">
      <dsp:nvSpPr>
        <dsp:cNvPr id="0" name=""/>
        <dsp:cNvSpPr/>
      </dsp:nvSpPr>
      <dsp:spPr>
        <a:xfrm>
          <a:off x="4369120" y="3182850"/>
          <a:ext cx="1020489" cy="648011"/>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693C138-854B-114E-85CC-B57BFB520E54}">
      <dsp:nvSpPr>
        <dsp:cNvPr id="0" name=""/>
        <dsp:cNvSpPr/>
      </dsp:nvSpPr>
      <dsp:spPr>
        <a:xfrm>
          <a:off x="4482507" y="3290568"/>
          <a:ext cx="1020489" cy="648011"/>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Boot drive</a:t>
          </a:r>
        </a:p>
      </dsp:txBody>
      <dsp:txXfrm>
        <a:off x="4501487" y="3309548"/>
        <a:ext cx="982529" cy="610051"/>
      </dsp:txXfrm>
    </dsp:sp>
    <dsp:sp modelId="{4EB05185-F425-644A-A91E-FEBC3CD96B2B}">
      <dsp:nvSpPr>
        <dsp:cNvPr id="0" name=""/>
        <dsp:cNvSpPr/>
      </dsp:nvSpPr>
      <dsp:spPr>
        <a:xfrm>
          <a:off x="5616385" y="3182850"/>
          <a:ext cx="1020489" cy="648011"/>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6C1E849-BC17-C448-81EB-769B40FB5F11}">
      <dsp:nvSpPr>
        <dsp:cNvPr id="0" name=""/>
        <dsp:cNvSpPr/>
      </dsp:nvSpPr>
      <dsp:spPr>
        <a:xfrm>
          <a:off x="5729773" y="3290568"/>
          <a:ext cx="1020489" cy="648011"/>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Data drive</a:t>
          </a:r>
        </a:p>
      </dsp:txBody>
      <dsp:txXfrm>
        <a:off x="5748753" y="3309548"/>
        <a:ext cx="982529" cy="610051"/>
      </dsp:txXfrm>
    </dsp:sp>
    <dsp:sp modelId="{68ED5AEA-F2CB-7141-9B73-77717F453F50}">
      <dsp:nvSpPr>
        <dsp:cNvPr id="0" name=""/>
        <dsp:cNvSpPr/>
      </dsp:nvSpPr>
      <dsp:spPr>
        <a:xfrm>
          <a:off x="8734549" y="1293243"/>
          <a:ext cx="1020489" cy="648011"/>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4073E21-32C7-1E47-ABED-0AEB5CC7A0DB}">
      <dsp:nvSpPr>
        <dsp:cNvPr id="0" name=""/>
        <dsp:cNvSpPr/>
      </dsp:nvSpPr>
      <dsp:spPr>
        <a:xfrm>
          <a:off x="8847936" y="1400961"/>
          <a:ext cx="1020489" cy="648011"/>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I/O</a:t>
          </a:r>
        </a:p>
      </dsp:txBody>
      <dsp:txXfrm>
        <a:off x="8866916" y="1419941"/>
        <a:ext cx="982529" cy="610051"/>
      </dsp:txXfrm>
    </dsp:sp>
    <dsp:sp modelId="{8D05C887-3BCD-E148-B124-4806ECE45C25}">
      <dsp:nvSpPr>
        <dsp:cNvPr id="0" name=""/>
        <dsp:cNvSpPr/>
      </dsp:nvSpPr>
      <dsp:spPr>
        <a:xfrm>
          <a:off x="7487283" y="2238047"/>
          <a:ext cx="1020489" cy="648011"/>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C844EAC-CFA9-F947-B043-205C08B7A9D7}">
      <dsp:nvSpPr>
        <dsp:cNvPr id="0" name=""/>
        <dsp:cNvSpPr/>
      </dsp:nvSpPr>
      <dsp:spPr>
        <a:xfrm>
          <a:off x="7600671" y="2345765"/>
          <a:ext cx="1020489" cy="648011"/>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Input devices</a:t>
          </a:r>
        </a:p>
      </dsp:txBody>
      <dsp:txXfrm>
        <a:off x="7619651" y="2364745"/>
        <a:ext cx="982529" cy="610051"/>
      </dsp:txXfrm>
    </dsp:sp>
    <dsp:sp modelId="{B1EE9766-A64B-0342-9144-1B5314FA5A5E}">
      <dsp:nvSpPr>
        <dsp:cNvPr id="0" name=""/>
        <dsp:cNvSpPr/>
      </dsp:nvSpPr>
      <dsp:spPr>
        <a:xfrm>
          <a:off x="6863650" y="3182850"/>
          <a:ext cx="1020489" cy="648011"/>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F8437BD-03E1-CC40-803D-EDE0B858DE9E}">
      <dsp:nvSpPr>
        <dsp:cNvPr id="0" name=""/>
        <dsp:cNvSpPr/>
      </dsp:nvSpPr>
      <dsp:spPr>
        <a:xfrm>
          <a:off x="6977038" y="3290568"/>
          <a:ext cx="1020489" cy="648011"/>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Keyboard</a:t>
          </a:r>
        </a:p>
      </dsp:txBody>
      <dsp:txXfrm>
        <a:off x="6996018" y="3309548"/>
        <a:ext cx="982529" cy="610051"/>
      </dsp:txXfrm>
    </dsp:sp>
    <dsp:sp modelId="{2B9EF1F1-E89E-084C-9A57-96B6D5B4B312}">
      <dsp:nvSpPr>
        <dsp:cNvPr id="0" name=""/>
        <dsp:cNvSpPr/>
      </dsp:nvSpPr>
      <dsp:spPr>
        <a:xfrm>
          <a:off x="8110916" y="3182850"/>
          <a:ext cx="1020489" cy="648011"/>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1D22BC4-A3B4-9343-B72F-1B3AF4E87683}">
      <dsp:nvSpPr>
        <dsp:cNvPr id="0" name=""/>
        <dsp:cNvSpPr/>
      </dsp:nvSpPr>
      <dsp:spPr>
        <a:xfrm>
          <a:off x="8224304" y="3290568"/>
          <a:ext cx="1020489" cy="648011"/>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Mouse</a:t>
          </a:r>
        </a:p>
      </dsp:txBody>
      <dsp:txXfrm>
        <a:off x="8243284" y="3309548"/>
        <a:ext cx="982529" cy="610051"/>
      </dsp:txXfrm>
    </dsp:sp>
    <dsp:sp modelId="{5FA6E78D-AD6F-F34D-86E5-B5B30D4C0D1F}">
      <dsp:nvSpPr>
        <dsp:cNvPr id="0" name=""/>
        <dsp:cNvSpPr/>
      </dsp:nvSpPr>
      <dsp:spPr>
        <a:xfrm>
          <a:off x="9981814" y="2238047"/>
          <a:ext cx="1020489" cy="648011"/>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665FB70-1360-C144-A882-E81AA48210AC}">
      <dsp:nvSpPr>
        <dsp:cNvPr id="0" name=""/>
        <dsp:cNvSpPr/>
      </dsp:nvSpPr>
      <dsp:spPr>
        <a:xfrm>
          <a:off x="10095202" y="2345765"/>
          <a:ext cx="1020489" cy="648011"/>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Output devices</a:t>
          </a:r>
        </a:p>
      </dsp:txBody>
      <dsp:txXfrm>
        <a:off x="10114182" y="2364745"/>
        <a:ext cx="982529" cy="610051"/>
      </dsp:txXfrm>
    </dsp:sp>
    <dsp:sp modelId="{955F8D5B-E217-9148-ADB6-4F77F4FFD283}">
      <dsp:nvSpPr>
        <dsp:cNvPr id="0" name=""/>
        <dsp:cNvSpPr/>
      </dsp:nvSpPr>
      <dsp:spPr>
        <a:xfrm>
          <a:off x="9358181" y="3182850"/>
          <a:ext cx="1020489" cy="648011"/>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A507321-E836-154C-8982-EA68D9E857ED}">
      <dsp:nvSpPr>
        <dsp:cNvPr id="0" name=""/>
        <dsp:cNvSpPr/>
      </dsp:nvSpPr>
      <dsp:spPr>
        <a:xfrm>
          <a:off x="9471569" y="3290568"/>
          <a:ext cx="1020489" cy="648011"/>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Monitor</a:t>
          </a:r>
        </a:p>
      </dsp:txBody>
      <dsp:txXfrm>
        <a:off x="9490549" y="3309548"/>
        <a:ext cx="982529" cy="610051"/>
      </dsp:txXfrm>
    </dsp:sp>
    <dsp:sp modelId="{A3413E26-3324-9444-9E36-6C77CD45CB0A}">
      <dsp:nvSpPr>
        <dsp:cNvPr id="0" name=""/>
        <dsp:cNvSpPr/>
      </dsp:nvSpPr>
      <dsp:spPr>
        <a:xfrm>
          <a:off x="10605447" y="3182850"/>
          <a:ext cx="1020489" cy="648011"/>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F58CE5-2EE8-6B47-8E0A-87A02370FB3A}">
      <dsp:nvSpPr>
        <dsp:cNvPr id="0" name=""/>
        <dsp:cNvSpPr/>
      </dsp:nvSpPr>
      <dsp:spPr>
        <a:xfrm>
          <a:off x="10718834" y="3290568"/>
          <a:ext cx="1020489" cy="648011"/>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Speaker</a:t>
          </a:r>
        </a:p>
      </dsp:txBody>
      <dsp:txXfrm>
        <a:off x="10737814" y="3309548"/>
        <a:ext cx="982529" cy="61005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ECBBC0-77B9-6E40-B2AC-9F33B1F60D07}">
      <dsp:nvSpPr>
        <dsp:cNvPr id="0" name=""/>
        <dsp:cNvSpPr/>
      </dsp:nvSpPr>
      <dsp:spPr>
        <a:xfrm>
          <a:off x="9187705" y="2310645"/>
          <a:ext cx="1696659" cy="403727"/>
        </a:xfrm>
        <a:custGeom>
          <a:avLst/>
          <a:gdLst/>
          <a:ahLst/>
          <a:cxnLst/>
          <a:rect l="0" t="0" r="0" b="0"/>
          <a:pathLst>
            <a:path>
              <a:moveTo>
                <a:pt x="0" y="0"/>
              </a:moveTo>
              <a:lnTo>
                <a:pt x="0" y="275128"/>
              </a:lnTo>
              <a:lnTo>
                <a:pt x="1696659" y="275128"/>
              </a:lnTo>
              <a:lnTo>
                <a:pt x="1696659" y="403727"/>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197E21E-7BB6-2145-8A0F-8A0E9D4D8121}">
      <dsp:nvSpPr>
        <dsp:cNvPr id="0" name=""/>
        <dsp:cNvSpPr/>
      </dsp:nvSpPr>
      <dsp:spPr>
        <a:xfrm>
          <a:off x="9141985" y="2310645"/>
          <a:ext cx="91440" cy="403727"/>
        </a:xfrm>
        <a:custGeom>
          <a:avLst/>
          <a:gdLst/>
          <a:ahLst/>
          <a:cxnLst/>
          <a:rect l="0" t="0" r="0" b="0"/>
          <a:pathLst>
            <a:path>
              <a:moveTo>
                <a:pt x="45720" y="0"/>
              </a:moveTo>
              <a:lnTo>
                <a:pt x="45720" y="403727"/>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01C079F-14F6-D44B-9DA5-F659FF4BBC7B}">
      <dsp:nvSpPr>
        <dsp:cNvPr id="0" name=""/>
        <dsp:cNvSpPr/>
      </dsp:nvSpPr>
      <dsp:spPr>
        <a:xfrm>
          <a:off x="7491046" y="2310645"/>
          <a:ext cx="1696659" cy="403727"/>
        </a:xfrm>
        <a:custGeom>
          <a:avLst/>
          <a:gdLst/>
          <a:ahLst/>
          <a:cxnLst/>
          <a:rect l="0" t="0" r="0" b="0"/>
          <a:pathLst>
            <a:path>
              <a:moveTo>
                <a:pt x="1696659" y="0"/>
              </a:moveTo>
              <a:lnTo>
                <a:pt x="1696659" y="275128"/>
              </a:lnTo>
              <a:lnTo>
                <a:pt x="0" y="275128"/>
              </a:lnTo>
              <a:lnTo>
                <a:pt x="0" y="403727"/>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5DDAFCD-1FCF-654A-9706-675C67FBE1C6}">
      <dsp:nvSpPr>
        <dsp:cNvPr id="0" name=""/>
        <dsp:cNvSpPr/>
      </dsp:nvSpPr>
      <dsp:spPr>
        <a:xfrm>
          <a:off x="5370222" y="1025425"/>
          <a:ext cx="3817483" cy="403727"/>
        </a:xfrm>
        <a:custGeom>
          <a:avLst/>
          <a:gdLst/>
          <a:ahLst/>
          <a:cxnLst/>
          <a:rect l="0" t="0" r="0" b="0"/>
          <a:pathLst>
            <a:path>
              <a:moveTo>
                <a:pt x="0" y="0"/>
              </a:moveTo>
              <a:lnTo>
                <a:pt x="0" y="275128"/>
              </a:lnTo>
              <a:lnTo>
                <a:pt x="3817483" y="275128"/>
              </a:lnTo>
              <a:lnTo>
                <a:pt x="3817483" y="403727"/>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5B78787-07A1-9E4E-979D-2360F99630B4}">
      <dsp:nvSpPr>
        <dsp:cNvPr id="0" name=""/>
        <dsp:cNvSpPr/>
      </dsp:nvSpPr>
      <dsp:spPr>
        <a:xfrm>
          <a:off x="4946057" y="2310645"/>
          <a:ext cx="848329" cy="403727"/>
        </a:xfrm>
        <a:custGeom>
          <a:avLst/>
          <a:gdLst/>
          <a:ahLst/>
          <a:cxnLst/>
          <a:rect l="0" t="0" r="0" b="0"/>
          <a:pathLst>
            <a:path>
              <a:moveTo>
                <a:pt x="0" y="0"/>
              </a:moveTo>
              <a:lnTo>
                <a:pt x="0" y="275128"/>
              </a:lnTo>
              <a:lnTo>
                <a:pt x="848329" y="275128"/>
              </a:lnTo>
              <a:lnTo>
                <a:pt x="848329" y="403727"/>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43EF212-FF73-8843-80FC-9DF3AC2A18F6}">
      <dsp:nvSpPr>
        <dsp:cNvPr id="0" name=""/>
        <dsp:cNvSpPr/>
      </dsp:nvSpPr>
      <dsp:spPr>
        <a:xfrm>
          <a:off x="4097727" y="2310645"/>
          <a:ext cx="848329" cy="403727"/>
        </a:xfrm>
        <a:custGeom>
          <a:avLst/>
          <a:gdLst/>
          <a:ahLst/>
          <a:cxnLst/>
          <a:rect l="0" t="0" r="0" b="0"/>
          <a:pathLst>
            <a:path>
              <a:moveTo>
                <a:pt x="848329" y="0"/>
              </a:moveTo>
              <a:lnTo>
                <a:pt x="848329" y="275128"/>
              </a:lnTo>
              <a:lnTo>
                <a:pt x="0" y="275128"/>
              </a:lnTo>
              <a:lnTo>
                <a:pt x="0" y="403727"/>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0B95947-02CB-4649-81B1-A3E5AEB69276}">
      <dsp:nvSpPr>
        <dsp:cNvPr id="0" name=""/>
        <dsp:cNvSpPr/>
      </dsp:nvSpPr>
      <dsp:spPr>
        <a:xfrm>
          <a:off x="4946057" y="1025425"/>
          <a:ext cx="424164" cy="403727"/>
        </a:xfrm>
        <a:custGeom>
          <a:avLst/>
          <a:gdLst/>
          <a:ahLst/>
          <a:cxnLst/>
          <a:rect l="0" t="0" r="0" b="0"/>
          <a:pathLst>
            <a:path>
              <a:moveTo>
                <a:pt x="424164" y="0"/>
              </a:moveTo>
              <a:lnTo>
                <a:pt x="424164" y="275128"/>
              </a:lnTo>
              <a:lnTo>
                <a:pt x="0" y="275128"/>
              </a:lnTo>
              <a:lnTo>
                <a:pt x="0" y="403727"/>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A06B3C7-17F3-F944-8470-865E475E9682}">
      <dsp:nvSpPr>
        <dsp:cNvPr id="0" name=""/>
        <dsp:cNvSpPr/>
      </dsp:nvSpPr>
      <dsp:spPr>
        <a:xfrm>
          <a:off x="1552738" y="2310645"/>
          <a:ext cx="848329" cy="403727"/>
        </a:xfrm>
        <a:custGeom>
          <a:avLst/>
          <a:gdLst/>
          <a:ahLst/>
          <a:cxnLst/>
          <a:rect l="0" t="0" r="0" b="0"/>
          <a:pathLst>
            <a:path>
              <a:moveTo>
                <a:pt x="0" y="0"/>
              </a:moveTo>
              <a:lnTo>
                <a:pt x="0" y="275128"/>
              </a:lnTo>
              <a:lnTo>
                <a:pt x="848329" y="275128"/>
              </a:lnTo>
              <a:lnTo>
                <a:pt x="848329" y="403727"/>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000739A-FD8F-D44F-BF0A-40D157826E5F}">
      <dsp:nvSpPr>
        <dsp:cNvPr id="0" name=""/>
        <dsp:cNvSpPr/>
      </dsp:nvSpPr>
      <dsp:spPr>
        <a:xfrm>
          <a:off x="704408" y="2310645"/>
          <a:ext cx="848329" cy="403727"/>
        </a:xfrm>
        <a:custGeom>
          <a:avLst/>
          <a:gdLst/>
          <a:ahLst/>
          <a:cxnLst/>
          <a:rect l="0" t="0" r="0" b="0"/>
          <a:pathLst>
            <a:path>
              <a:moveTo>
                <a:pt x="848329" y="0"/>
              </a:moveTo>
              <a:lnTo>
                <a:pt x="848329" y="275128"/>
              </a:lnTo>
              <a:lnTo>
                <a:pt x="0" y="275128"/>
              </a:lnTo>
              <a:lnTo>
                <a:pt x="0" y="403727"/>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94AFB13-E629-4F46-AA2F-E3B173FC9002}">
      <dsp:nvSpPr>
        <dsp:cNvPr id="0" name=""/>
        <dsp:cNvSpPr/>
      </dsp:nvSpPr>
      <dsp:spPr>
        <a:xfrm>
          <a:off x="1552738" y="1025425"/>
          <a:ext cx="3817483" cy="403727"/>
        </a:xfrm>
        <a:custGeom>
          <a:avLst/>
          <a:gdLst/>
          <a:ahLst/>
          <a:cxnLst/>
          <a:rect l="0" t="0" r="0" b="0"/>
          <a:pathLst>
            <a:path>
              <a:moveTo>
                <a:pt x="3817483" y="0"/>
              </a:moveTo>
              <a:lnTo>
                <a:pt x="3817483" y="275128"/>
              </a:lnTo>
              <a:lnTo>
                <a:pt x="0" y="275128"/>
              </a:lnTo>
              <a:lnTo>
                <a:pt x="0" y="403727"/>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BA94BC0-0C10-A44F-93DE-64A28C96B386}">
      <dsp:nvSpPr>
        <dsp:cNvPr id="0" name=""/>
        <dsp:cNvSpPr/>
      </dsp:nvSpPr>
      <dsp:spPr>
        <a:xfrm>
          <a:off x="4676134" y="143933"/>
          <a:ext cx="1388175" cy="88149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926003F-F906-E546-B148-B7F57E62FDB8}">
      <dsp:nvSpPr>
        <dsp:cNvPr id="0" name=""/>
        <dsp:cNvSpPr/>
      </dsp:nvSpPr>
      <dsp:spPr>
        <a:xfrm>
          <a:off x="4830376" y="290463"/>
          <a:ext cx="1388175" cy="88149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Component</a:t>
          </a:r>
        </a:p>
      </dsp:txBody>
      <dsp:txXfrm>
        <a:off x="4856194" y="316281"/>
        <a:ext cx="1336539" cy="829855"/>
      </dsp:txXfrm>
    </dsp:sp>
    <dsp:sp modelId="{52E72AFC-7F72-7949-ADA1-2D0D9E98DA9C}">
      <dsp:nvSpPr>
        <dsp:cNvPr id="0" name=""/>
        <dsp:cNvSpPr/>
      </dsp:nvSpPr>
      <dsp:spPr>
        <a:xfrm>
          <a:off x="858650" y="1429153"/>
          <a:ext cx="1388175" cy="881491"/>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AC6A4D9-C623-5347-BC36-8513BA5CDB42}">
      <dsp:nvSpPr>
        <dsp:cNvPr id="0" name=""/>
        <dsp:cNvSpPr/>
      </dsp:nvSpPr>
      <dsp:spPr>
        <a:xfrm>
          <a:off x="1012892" y="1575682"/>
          <a:ext cx="1388175" cy="881491"/>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Physical features</a:t>
          </a:r>
        </a:p>
      </dsp:txBody>
      <dsp:txXfrm>
        <a:off x="1038710" y="1601500"/>
        <a:ext cx="1336539" cy="829855"/>
      </dsp:txXfrm>
    </dsp:sp>
    <dsp:sp modelId="{B9022F27-6CA3-4E45-9B02-A092DDC5B8AD}">
      <dsp:nvSpPr>
        <dsp:cNvPr id="0" name=""/>
        <dsp:cNvSpPr/>
      </dsp:nvSpPr>
      <dsp:spPr>
        <a:xfrm>
          <a:off x="10321" y="2714372"/>
          <a:ext cx="1388175" cy="881491"/>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6604E48-224E-F145-A95B-076FE2E0C566}">
      <dsp:nvSpPr>
        <dsp:cNvPr id="0" name=""/>
        <dsp:cNvSpPr/>
      </dsp:nvSpPr>
      <dsp:spPr>
        <a:xfrm>
          <a:off x="164562" y="2860902"/>
          <a:ext cx="1388175" cy="881491"/>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Dimensions</a:t>
          </a:r>
        </a:p>
      </dsp:txBody>
      <dsp:txXfrm>
        <a:off x="190380" y="2886720"/>
        <a:ext cx="1336539" cy="829855"/>
      </dsp:txXfrm>
    </dsp:sp>
    <dsp:sp modelId="{4A59A0E8-CD61-8240-980C-CDCFF5C6D4F2}">
      <dsp:nvSpPr>
        <dsp:cNvPr id="0" name=""/>
        <dsp:cNvSpPr/>
      </dsp:nvSpPr>
      <dsp:spPr>
        <a:xfrm>
          <a:off x="1706980" y="2714372"/>
          <a:ext cx="1388175" cy="881491"/>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8325C04-C27C-744C-8BCB-F7657F1CCCA5}">
      <dsp:nvSpPr>
        <dsp:cNvPr id="0" name=""/>
        <dsp:cNvSpPr/>
      </dsp:nvSpPr>
      <dsp:spPr>
        <a:xfrm>
          <a:off x="1861222" y="2860902"/>
          <a:ext cx="1388175" cy="881491"/>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Connector type</a:t>
          </a:r>
        </a:p>
      </dsp:txBody>
      <dsp:txXfrm>
        <a:off x="1887040" y="2886720"/>
        <a:ext cx="1336539" cy="829855"/>
      </dsp:txXfrm>
    </dsp:sp>
    <dsp:sp modelId="{AD586D8E-F007-5542-A3B2-1451815C03A9}">
      <dsp:nvSpPr>
        <dsp:cNvPr id="0" name=""/>
        <dsp:cNvSpPr/>
      </dsp:nvSpPr>
      <dsp:spPr>
        <a:xfrm>
          <a:off x="4251969" y="1429153"/>
          <a:ext cx="1388175" cy="881491"/>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6DD2F05-37C1-D143-9AFE-BED8CF298F2D}">
      <dsp:nvSpPr>
        <dsp:cNvPr id="0" name=""/>
        <dsp:cNvSpPr/>
      </dsp:nvSpPr>
      <dsp:spPr>
        <a:xfrm>
          <a:off x="4406211" y="1575682"/>
          <a:ext cx="1388175" cy="881491"/>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Efficiency</a:t>
          </a:r>
        </a:p>
      </dsp:txBody>
      <dsp:txXfrm>
        <a:off x="4432029" y="1601500"/>
        <a:ext cx="1336539" cy="829855"/>
      </dsp:txXfrm>
    </dsp:sp>
    <dsp:sp modelId="{FD022767-0672-1F40-9D01-627329CA9BB3}">
      <dsp:nvSpPr>
        <dsp:cNvPr id="0" name=""/>
        <dsp:cNvSpPr/>
      </dsp:nvSpPr>
      <dsp:spPr>
        <a:xfrm>
          <a:off x="3403639" y="2714372"/>
          <a:ext cx="1388175" cy="881491"/>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CEC43C2-9C18-3247-8D0F-01358C75701D}">
      <dsp:nvSpPr>
        <dsp:cNvPr id="0" name=""/>
        <dsp:cNvSpPr/>
      </dsp:nvSpPr>
      <dsp:spPr>
        <a:xfrm>
          <a:off x="3557881" y="2860902"/>
          <a:ext cx="1388175" cy="881491"/>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Power usage</a:t>
          </a:r>
        </a:p>
      </dsp:txBody>
      <dsp:txXfrm>
        <a:off x="3583699" y="2886720"/>
        <a:ext cx="1336539" cy="829855"/>
      </dsp:txXfrm>
    </dsp:sp>
    <dsp:sp modelId="{0D3AE45D-F9B7-8F40-AD6B-8979426CCD94}">
      <dsp:nvSpPr>
        <dsp:cNvPr id="0" name=""/>
        <dsp:cNvSpPr/>
      </dsp:nvSpPr>
      <dsp:spPr>
        <a:xfrm>
          <a:off x="5100299" y="2714372"/>
          <a:ext cx="1388175" cy="881491"/>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A57BC91-D238-5846-AA3C-561AB65971A5}">
      <dsp:nvSpPr>
        <dsp:cNvPr id="0" name=""/>
        <dsp:cNvSpPr/>
      </dsp:nvSpPr>
      <dsp:spPr>
        <a:xfrm>
          <a:off x="5254540" y="2860902"/>
          <a:ext cx="1388175" cy="881491"/>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Life expectancy</a:t>
          </a:r>
        </a:p>
      </dsp:txBody>
      <dsp:txXfrm>
        <a:off x="5280358" y="2886720"/>
        <a:ext cx="1336539" cy="829855"/>
      </dsp:txXfrm>
    </dsp:sp>
    <dsp:sp modelId="{68ED5AEA-F2CB-7141-9B73-77717F453F50}">
      <dsp:nvSpPr>
        <dsp:cNvPr id="0" name=""/>
        <dsp:cNvSpPr/>
      </dsp:nvSpPr>
      <dsp:spPr>
        <a:xfrm>
          <a:off x="8493617" y="1429153"/>
          <a:ext cx="1388175" cy="881491"/>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4073E21-32C7-1E47-ABED-0AEB5CC7A0DB}">
      <dsp:nvSpPr>
        <dsp:cNvPr id="0" name=""/>
        <dsp:cNvSpPr/>
      </dsp:nvSpPr>
      <dsp:spPr>
        <a:xfrm>
          <a:off x="8647859" y="1575682"/>
          <a:ext cx="1388175" cy="881491"/>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Cost</a:t>
          </a:r>
        </a:p>
      </dsp:txBody>
      <dsp:txXfrm>
        <a:off x="8673677" y="1601500"/>
        <a:ext cx="1336539" cy="829855"/>
      </dsp:txXfrm>
    </dsp:sp>
    <dsp:sp modelId="{DA2A77EB-EA26-3648-B0FA-E31045429B86}">
      <dsp:nvSpPr>
        <dsp:cNvPr id="0" name=""/>
        <dsp:cNvSpPr/>
      </dsp:nvSpPr>
      <dsp:spPr>
        <a:xfrm>
          <a:off x="6796958" y="2714372"/>
          <a:ext cx="1388175" cy="881491"/>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9550C1A-8381-9249-81AB-9C2A5B25507A}">
      <dsp:nvSpPr>
        <dsp:cNvPr id="0" name=""/>
        <dsp:cNvSpPr/>
      </dsp:nvSpPr>
      <dsp:spPr>
        <a:xfrm>
          <a:off x="6951200" y="2860902"/>
          <a:ext cx="1388175" cy="881491"/>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Manufacturing</a:t>
          </a:r>
        </a:p>
      </dsp:txBody>
      <dsp:txXfrm>
        <a:off x="6977018" y="2886720"/>
        <a:ext cx="1336539" cy="829855"/>
      </dsp:txXfrm>
    </dsp:sp>
    <dsp:sp modelId="{CE2289D4-3987-E947-8DD0-C7D0D7E4F63D}">
      <dsp:nvSpPr>
        <dsp:cNvPr id="0" name=""/>
        <dsp:cNvSpPr/>
      </dsp:nvSpPr>
      <dsp:spPr>
        <a:xfrm>
          <a:off x="8493617" y="2714372"/>
          <a:ext cx="1388175" cy="881491"/>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03C14D8-990D-DF4A-A1C2-7F89EE10B16A}">
      <dsp:nvSpPr>
        <dsp:cNvPr id="0" name=""/>
        <dsp:cNvSpPr/>
      </dsp:nvSpPr>
      <dsp:spPr>
        <a:xfrm>
          <a:off x="8647859" y="2860902"/>
          <a:ext cx="1388175" cy="881491"/>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Logistics</a:t>
          </a:r>
        </a:p>
      </dsp:txBody>
      <dsp:txXfrm>
        <a:off x="8673677" y="2886720"/>
        <a:ext cx="1336539" cy="829855"/>
      </dsp:txXfrm>
    </dsp:sp>
    <dsp:sp modelId="{FEB58A1E-C39A-414C-AD8A-BCFE3BD292B6}">
      <dsp:nvSpPr>
        <dsp:cNvPr id="0" name=""/>
        <dsp:cNvSpPr/>
      </dsp:nvSpPr>
      <dsp:spPr>
        <a:xfrm>
          <a:off x="10190277" y="2714372"/>
          <a:ext cx="1388175" cy="881491"/>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DA3C62-CF07-9845-B5D3-9578F90C95C5}">
      <dsp:nvSpPr>
        <dsp:cNvPr id="0" name=""/>
        <dsp:cNvSpPr/>
      </dsp:nvSpPr>
      <dsp:spPr>
        <a:xfrm>
          <a:off x="10344519" y="2860902"/>
          <a:ext cx="1388175" cy="881491"/>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Installation</a:t>
          </a:r>
        </a:p>
      </dsp:txBody>
      <dsp:txXfrm>
        <a:off x="10370337" y="2886720"/>
        <a:ext cx="1336539" cy="829855"/>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F97DFCF-F890-A143-9133-C8B65C9B01E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FE2C281-2434-D94F-B4BD-BA3CD4DB8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66D5B4E-BF3E-3B45-A4BA-D6C3B92870D7}" type="datetimeFigureOut">
              <a:rPr lang="en-US" smtClean="0"/>
              <a:t>3/5/2026</a:t>
            </a:fld>
            <a:endParaRPr lang="en-US" dirty="0"/>
          </a:p>
        </p:txBody>
      </p:sp>
      <p:sp>
        <p:nvSpPr>
          <p:cNvPr id="4" name="Footer Placeholder 3">
            <a:extLst>
              <a:ext uri="{FF2B5EF4-FFF2-40B4-BE49-F238E27FC236}">
                <a16:creationId xmlns:a16="http://schemas.microsoft.com/office/drawing/2014/main" id="{5C17CBFA-633D-5540-AFAA-BE1F495EC62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6B5631-D714-AD41-853B-A883ADC344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5AE8BC-2AB3-9E4C-9797-2A6F8A74C74E}" type="slidenum">
              <a:rPr lang="en-US" smtClean="0"/>
              <a:t>‹#›</a:t>
            </a:fld>
            <a:endParaRPr lang="en-US" dirty="0"/>
          </a:p>
        </p:txBody>
      </p:sp>
    </p:spTree>
    <p:extLst>
      <p:ext uri="{BB962C8B-B14F-4D97-AF65-F5344CB8AC3E}">
        <p14:creationId xmlns:p14="http://schemas.microsoft.com/office/powerpoint/2010/main" val="42739870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A8621B-8C8E-49BA-8772-41D0FE75A082}" type="datetimeFigureOut">
              <a:rPr lang="en-US" smtClean="0"/>
              <a:t>3/5/2026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8B34ED-4CDD-41C9-90F7-D768D5559A6F}" type="slidenum">
              <a:rPr lang="en-US" smtClean="0"/>
              <a:t>‹#›</a:t>
            </a:fld>
            <a:endParaRPr lang="en-US" dirty="0"/>
          </a:p>
        </p:txBody>
      </p:sp>
    </p:spTree>
    <p:extLst>
      <p:ext uri="{BB962C8B-B14F-4D97-AF65-F5344CB8AC3E}">
        <p14:creationId xmlns:p14="http://schemas.microsoft.com/office/powerpoint/2010/main" val="4225970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228B34ED-4CDD-41C9-90F7-D768D5559A6F}" type="slidenum">
              <a:rPr lang="en-US" smtClean="0"/>
              <a:t>2</a:t>
            </a:fld>
            <a:endParaRPr lang="en-US" dirty="0"/>
          </a:p>
        </p:txBody>
      </p:sp>
    </p:spTree>
    <p:extLst>
      <p:ext uri="{BB962C8B-B14F-4D97-AF65-F5344CB8AC3E}">
        <p14:creationId xmlns:p14="http://schemas.microsoft.com/office/powerpoint/2010/main" val="10762040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2AA85-FA5D-507A-DB9F-A9D249DA8E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487F32-2283-2041-65CB-E1D89F2351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2EA61D-BC19-A1E1-60C9-19046DD7C69D}"/>
              </a:ext>
            </a:extLst>
          </p:cNvPr>
          <p:cNvSpPr>
            <a:spLocks noGrp="1"/>
          </p:cNvSpPr>
          <p:nvPr>
            <p:ph type="body" idx="1"/>
          </p:nvPr>
        </p:nvSpPr>
        <p:spPr/>
        <p:txBody>
          <a:bodyPr/>
          <a:lstStyle/>
          <a:p>
            <a:pPr marL="171450" indent="-171450">
              <a:buFont typeface="Arial" panose="020B0604020202020204" pitchFamily="34" charset="0"/>
              <a:buChar char="•"/>
            </a:pPr>
            <a:endParaRPr lang="en-US" b="0" dirty="0"/>
          </a:p>
        </p:txBody>
      </p:sp>
      <p:sp>
        <p:nvSpPr>
          <p:cNvPr id="4" name="Slide Number Placeholder 3">
            <a:extLst>
              <a:ext uri="{FF2B5EF4-FFF2-40B4-BE49-F238E27FC236}">
                <a16:creationId xmlns:a16="http://schemas.microsoft.com/office/drawing/2014/main" id="{8AAB2541-D807-E6BB-6802-C5C389375844}"/>
              </a:ext>
            </a:extLst>
          </p:cNvPr>
          <p:cNvSpPr>
            <a:spLocks noGrp="1"/>
          </p:cNvSpPr>
          <p:nvPr>
            <p:ph type="sldNum" sz="quarter" idx="10"/>
          </p:nvPr>
        </p:nvSpPr>
        <p:spPr/>
        <p:txBody>
          <a:bodyPr/>
          <a:lstStyle/>
          <a:p>
            <a:fld id="{B0FCC8D5-6D68-A443-97C0-91AE5977134B}" type="slidenum">
              <a:rPr lang="en-US" smtClean="0"/>
              <a:pPr/>
              <a:t>3</a:t>
            </a:fld>
            <a:endParaRPr lang="en-US" dirty="0"/>
          </a:p>
        </p:txBody>
      </p:sp>
    </p:spTree>
    <p:extLst>
      <p:ext uri="{BB962C8B-B14F-4D97-AF65-F5344CB8AC3E}">
        <p14:creationId xmlns:p14="http://schemas.microsoft.com/office/powerpoint/2010/main" val="9838183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490769-EF3D-13F2-814A-FBFA318A53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0BB02E-B072-82B3-5277-66389546E9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CEE94D-E8A5-D79C-F184-3F8CD0A5D6A6}"/>
              </a:ext>
            </a:extLst>
          </p:cNvPr>
          <p:cNvSpPr>
            <a:spLocks noGrp="1"/>
          </p:cNvSpPr>
          <p:nvPr>
            <p:ph type="body" idx="1"/>
          </p:nvPr>
        </p:nvSpPr>
        <p:spPr/>
        <p:txBody>
          <a:bodyPr/>
          <a:lstStyle/>
          <a:p>
            <a:pPr marL="171450" indent="-171450">
              <a:buFont typeface="Arial" panose="020B0604020202020204" pitchFamily="34" charset="0"/>
              <a:buChar char="•"/>
            </a:pPr>
            <a:endParaRPr lang="en-US" b="0" dirty="0"/>
          </a:p>
        </p:txBody>
      </p:sp>
      <p:sp>
        <p:nvSpPr>
          <p:cNvPr id="4" name="Slide Number Placeholder 3">
            <a:extLst>
              <a:ext uri="{FF2B5EF4-FFF2-40B4-BE49-F238E27FC236}">
                <a16:creationId xmlns:a16="http://schemas.microsoft.com/office/drawing/2014/main" id="{14260589-EA7C-CB07-747C-B9D252C53806}"/>
              </a:ext>
            </a:extLst>
          </p:cNvPr>
          <p:cNvSpPr>
            <a:spLocks noGrp="1"/>
          </p:cNvSpPr>
          <p:nvPr>
            <p:ph type="sldNum" sz="quarter" idx="10"/>
          </p:nvPr>
        </p:nvSpPr>
        <p:spPr/>
        <p:txBody>
          <a:bodyPr/>
          <a:lstStyle/>
          <a:p>
            <a:fld id="{B0FCC8D5-6D68-A443-97C0-91AE5977134B}" type="slidenum">
              <a:rPr lang="en-US" smtClean="0"/>
              <a:pPr/>
              <a:t>4</a:t>
            </a:fld>
            <a:endParaRPr lang="en-US" dirty="0"/>
          </a:p>
        </p:txBody>
      </p:sp>
    </p:spTree>
    <p:extLst>
      <p:ext uri="{BB962C8B-B14F-4D97-AF65-F5344CB8AC3E}">
        <p14:creationId xmlns:p14="http://schemas.microsoft.com/office/powerpoint/2010/main" val="41027543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95D5D6-BC72-5F8B-4ED3-D56BBA404A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D418C8-D502-140B-623B-EE98581107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8D84B9-2D25-02AF-6712-CE76E25BF6D5}"/>
              </a:ext>
            </a:extLst>
          </p:cNvPr>
          <p:cNvSpPr>
            <a:spLocks noGrp="1"/>
          </p:cNvSpPr>
          <p:nvPr>
            <p:ph type="body" idx="1"/>
          </p:nvPr>
        </p:nvSpPr>
        <p:spPr/>
        <p:txBody>
          <a:bodyPr/>
          <a:lstStyle/>
          <a:p>
            <a:pPr marL="171450" indent="-171450">
              <a:buFont typeface="Arial" panose="020B0604020202020204" pitchFamily="34" charset="0"/>
              <a:buChar char="•"/>
            </a:pPr>
            <a:endParaRPr lang="en-US" b="0" dirty="0"/>
          </a:p>
        </p:txBody>
      </p:sp>
      <p:sp>
        <p:nvSpPr>
          <p:cNvPr id="4" name="Slide Number Placeholder 3">
            <a:extLst>
              <a:ext uri="{FF2B5EF4-FFF2-40B4-BE49-F238E27FC236}">
                <a16:creationId xmlns:a16="http://schemas.microsoft.com/office/drawing/2014/main" id="{865B5D25-C2D7-4C1E-D85A-42C03C27D98C}"/>
              </a:ext>
            </a:extLst>
          </p:cNvPr>
          <p:cNvSpPr>
            <a:spLocks noGrp="1"/>
          </p:cNvSpPr>
          <p:nvPr>
            <p:ph type="sldNum" sz="quarter" idx="10"/>
          </p:nvPr>
        </p:nvSpPr>
        <p:spPr/>
        <p:txBody>
          <a:bodyPr/>
          <a:lstStyle/>
          <a:p>
            <a:fld id="{B0FCC8D5-6D68-A443-97C0-91AE5977134B}" type="slidenum">
              <a:rPr lang="en-US" smtClean="0"/>
              <a:pPr/>
              <a:t>5</a:t>
            </a:fld>
            <a:endParaRPr lang="en-US" dirty="0"/>
          </a:p>
        </p:txBody>
      </p:sp>
    </p:spTree>
    <p:extLst>
      <p:ext uri="{BB962C8B-B14F-4D97-AF65-F5344CB8AC3E}">
        <p14:creationId xmlns:p14="http://schemas.microsoft.com/office/powerpoint/2010/main" val="35458275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6D4C3-EF7B-4BD5-F05B-187DFAF584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0A652F-2792-44AE-04E9-9E1178F691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8AFAC9-7BB0-10D8-8C5E-8565F24A6886}"/>
              </a:ext>
            </a:extLst>
          </p:cNvPr>
          <p:cNvSpPr>
            <a:spLocks noGrp="1"/>
          </p:cNvSpPr>
          <p:nvPr>
            <p:ph type="body" idx="1"/>
          </p:nvPr>
        </p:nvSpPr>
        <p:spPr/>
        <p:txBody>
          <a:bodyPr/>
          <a:lstStyle/>
          <a:p>
            <a:pPr marL="171450" indent="-171450">
              <a:buFont typeface="Arial" panose="020B0604020202020204" pitchFamily="34" charset="0"/>
              <a:buChar char="•"/>
            </a:pPr>
            <a:endParaRPr lang="en-US" b="0" dirty="0"/>
          </a:p>
        </p:txBody>
      </p:sp>
      <p:sp>
        <p:nvSpPr>
          <p:cNvPr id="4" name="Slide Number Placeholder 3">
            <a:extLst>
              <a:ext uri="{FF2B5EF4-FFF2-40B4-BE49-F238E27FC236}">
                <a16:creationId xmlns:a16="http://schemas.microsoft.com/office/drawing/2014/main" id="{39D57B4B-205E-E0AC-BA45-4940F9AB8F4C}"/>
              </a:ext>
            </a:extLst>
          </p:cNvPr>
          <p:cNvSpPr>
            <a:spLocks noGrp="1"/>
          </p:cNvSpPr>
          <p:nvPr>
            <p:ph type="sldNum" sz="quarter" idx="10"/>
          </p:nvPr>
        </p:nvSpPr>
        <p:spPr/>
        <p:txBody>
          <a:bodyPr/>
          <a:lstStyle/>
          <a:p>
            <a:fld id="{B0FCC8D5-6D68-A443-97C0-91AE5977134B}" type="slidenum">
              <a:rPr lang="en-US" smtClean="0"/>
              <a:pPr/>
              <a:t>6</a:t>
            </a:fld>
            <a:endParaRPr lang="en-US" dirty="0"/>
          </a:p>
        </p:txBody>
      </p:sp>
    </p:spTree>
    <p:extLst>
      <p:ext uri="{BB962C8B-B14F-4D97-AF65-F5344CB8AC3E}">
        <p14:creationId xmlns:p14="http://schemas.microsoft.com/office/powerpoint/2010/main" val="11467605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BF63C-F455-B505-61EC-3BB2DA0991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D0E515-6685-1502-E3CE-6D6892E4B8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641EA0-8DA6-83C8-C1C8-B290C038E7CA}"/>
              </a:ext>
            </a:extLst>
          </p:cNvPr>
          <p:cNvSpPr>
            <a:spLocks noGrp="1"/>
          </p:cNvSpPr>
          <p:nvPr>
            <p:ph type="body" idx="1"/>
          </p:nvPr>
        </p:nvSpPr>
        <p:spPr/>
        <p:txBody>
          <a:bodyPr/>
          <a:lstStyle/>
          <a:p>
            <a:pPr marL="171450" indent="-171450">
              <a:buFont typeface="Arial" panose="020B0604020202020204" pitchFamily="34" charset="0"/>
              <a:buChar char="•"/>
            </a:pPr>
            <a:endParaRPr lang="en-US" b="0" dirty="0"/>
          </a:p>
        </p:txBody>
      </p:sp>
      <p:sp>
        <p:nvSpPr>
          <p:cNvPr id="4" name="Slide Number Placeholder 3">
            <a:extLst>
              <a:ext uri="{FF2B5EF4-FFF2-40B4-BE49-F238E27FC236}">
                <a16:creationId xmlns:a16="http://schemas.microsoft.com/office/drawing/2014/main" id="{F27DEBDA-CBEB-B49F-B2CE-735B9BC1FE77}"/>
              </a:ext>
            </a:extLst>
          </p:cNvPr>
          <p:cNvSpPr>
            <a:spLocks noGrp="1"/>
          </p:cNvSpPr>
          <p:nvPr>
            <p:ph type="sldNum" sz="quarter" idx="10"/>
          </p:nvPr>
        </p:nvSpPr>
        <p:spPr/>
        <p:txBody>
          <a:bodyPr/>
          <a:lstStyle/>
          <a:p>
            <a:fld id="{B0FCC8D5-6D68-A443-97C0-91AE5977134B}" type="slidenum">
              <a:rPr lang="en-US" smtClean="0"/>
              <a:pPr/>
              <a:t>7</a:t>
            </a:fld>
            <a:endParaRPr lang="en-US" dirty="0"/>
          </a:p>
        </p:txBody>
      </p:sp>
    </p:spTree>
    <p:extLst>
      <p:ext uri="{BB962C8B-B14F-4D97-AF65-F5344CB8AC3E}">
        <p14:creationId xmlns:p14="http://schemas.microsoft.com/office/powerpoint/2010/main" val="8308408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ECD2FF-3FB6-92E3-7CF5-FC37D4D33D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6BA73-9AA8-F786-4212-A6846EE7A6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2887AD-2918-0679-C734-04B147DFE7AA}"/>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The statement is obsolete because in modern SE, t</a:t>
            </a:r>
            <a:r>
              <a:rPr lang="en-GB" dirty="0" err="1"/>
              <a:t>otal</a:t>
            </a:r>
            <a:r>
              <a:rPr lang="en-GB" dirty="0"/>
              <a:t> software cost is dominated not by development versus testing, but by lifecycle maintenance. The testing is considered part of development now.</a:t>
            </a:r>
          </a:p>
          <a:p>
            <a:pPr marL="171450" indent="-171450">
              <a:buFont typeface="Arial" panose="020B0604020202020204" pitchFamily="34" charset="0"/>
              <a:buChar char="•"/>
            </a:pPr>
            <a:r>
              <a:rPr lang="en-US" b="0" dirty="0"/>
              <a:t>Today, the initial building cost is roughly 20% of the total cost. The rest of it is evolution cost.</a:t>
            </a:r>
          </a:p>
        </p:txBody>
      </p:sp>
      <p:sp>
        <p:nvSpPr>
          <p:cNvPr id="4" name="Slide Number Placeholder 3">
            <a:extLst>
              <a:ext uri="{FF2B5EF4-FFF2-40B4-BE49-F238E27FC236}">
                <a16:creationId xmlns:a16="http://schemas.microsoft.com/office/drawing/2014/main" id="{E99203B8-2A75-2088-1EAB-76CA80FB54D6}"/>
              </a:ext>
            </a:extLst>
          </p:cNvPr>
          <p:cNvSpPr>
            <a:spLocks noGrp="1"/>
          </p:cNvSpPr>
          <p:nvPr>
            <p:ph type="sldNum" sz="quarter" idx="10"/>
          </p:nvPr>
        </p:nvSpPr>
        <p:spPr/>
        <p:txBody>
          <a:bodyPr/>
          <a:lstStyle/>
          <a:p>
            <a:fld id="{B0FCC8D5-6D68-A443-97C0-91AE5977134B}" type="slidenum">
              <a:rPr lang="en-US" smtClean="0"/>
              <a:pPr/>
              <a:t>8</a:t>
            </a:fld>
            <a:endParaRPr lang="en-US" dirty="0"/>
          </a:p>
        </p:txBody>
      </p:sp>
    </p:spTree>
    <p:extLst>
      <p:ext uri="{BB962C8B-B14F-4D97-AF65-F5344CB8AC3E}">
        <p14:creationId xmlns:p14="http://schemas.microsoft.com/office/powerpoint/2010/main" val="1511160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0E6B48-BE48-4D6F-FDCD-D5B03ABD3F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6392DB-5910-CF93-0530-B4EA4BF8FF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781D1B-A845-0960-8B13-3DA0883B4BAF}"/>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Picture source: </a:t>
            </a:r>
            <a:r>
              <a:rPr lang="en-GB" b="0" dirty="0"/>
              <a:t>Hackathon at </a:t>
            </a:r>
            <a:r>
              <a:rPr lang="en-GB" b="0" dirty="0" err="1"/>
              <a:t>OpenMRS</a:t>
            </a:r>
            <a:r>
              <a:rPr lang="en-GB" b="0" dirty="0"/>
              <a:t> conference in Mozambique</a:t>
            </a:r>
            <a:endParaRPr lang="en-US" b="0" dirty="0"/>
          </a:p>
        </p:txBody>
      </p:sp>
      <p:sp>
        <p:nvSpPr>
          <p:cNvPr id="4" name="Slide Number Placeholder 3">
            <a:extLst>
              <a:ext uri="{FF2B5EF4-FFF2-40B4-BE49-F238E27FC236}">
                <a16:creationId xmlns:a16="http://schemas.microsoft.com/office/drawing/2014/main" id="{A208EE2E-AB15-F269-EC1F-00AAF81AA763}"/>
              </a:ext>
            </a:extLst>
          </p:cNvPr>
          <p:cNvSpPr>
            <a:spLocks noGrp="1"/>
          </p:cNvSpPr>
          <p:nvPr>
            <p:ph type="sldNum" sz="quarter" idx="10"/>
          </p:nvPr>
        </p:nvSpPr>
        <p:spPr/>
        <p:txBody>
          <a:bodyPr/>
          <a:lstStyle/>
          <a:p>
            <a:fld id="{B0FCC8D5-6D68-A443-97C0-91AE5977134B}" type="slidenum">
              <a:rPr lang="en-US" smtClean="0"/>
              <a:pPr/>
              <a:t>9</a:t>
            </a:fld>
            <a:endParaRPr lang="en-US" dirty="0"/>
          </a:p>
        </p:txBody>
      </p:sp>
    </p:spTree>
    <p:extLst>
      <p:ext uri="{BB962C8B-B14F-4D97-AF65-F5344CB8AC3E}">
        <p14:creationId xmlns:p14="http://schemas.microsoft.com/office/powerpoint/2010/main" val="14919703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2AB71-E784-DEE6-44B6-A41A9441AE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2B534F-BF71-EAC7-444C-5EF58F4EA1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A5F061-AA23-E015-A0DB-CD442B30C2B9}"/>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a:t>Picture source: </a:t>
            </a:r>
            <a:r>
              <a:rPr lang="en-GB" b="0"/>
              <a:t>Hackathon at OpenMRS conference in Mozambique</a:t>
            </a:r>
            <a:endParaRPr lang="en-US" b="0" dirty="0"/>
          </a:p>
        </p:txBody>
      </p:sp>
      <p:sp>
        <p:nvSpPr>
          <p:cNvPr id="4" name="Slide Number Placeholder 3">
            <a:extLst>
              <a:ext uri="{FF2B5EF4-FFF2-40B4-BE49-F238E27FC236}">
                <a16:creationId xmlns:a16="http://schemas.microsoft.com/office/drawing/2014/main" id="{D128EB2C-7AB6-64AC-0492-839465720899}"/>
              </a:ext>
            </a:extLst>
          </p:cNvPr>
          <p:cNvSpPr>
            <a:spLocks noGrp="1"/>
          </p:cNvSpPr>
          <p:nvPr>
            <p:ph type="sldNum" sz="quarter" idx="10"/>
          </p:nvPr>
        </p:nvSpPr>
        <p:spPr/>
        <p:txBody>
          <a:bodyPr/>
          <a:lstStyle/>
          <a:p>
            <a:fld id="{B0FCC8D5-6D68-A443-97C0-91AE5977134B}" type="slidenum">
              <a:rPr lang="en-US" smtClean="0"/>
              <a:pPr/>
              <a:t>10</a:t>
            </a:fld>
            <a:endParaRPr lang="en-US" dirty="0"/>
          </a:p>
        </p:txBody>
      </p:sp>
    </p:spTree>
    <p:extLst>
      <p:ext uri="{BB962C8B-B14F-4D97-AF65-F5344CB8AC3E}">
        <p14:creationId xmlns:p14="http://schemas.microsoft.com/office/powerpoint/2010/main" val="25522483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98DC2-1833-1EB0-EE07-539C5DECB6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F7BBCD-D299-0AE7-4647-F2AA5CD72A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FAAE81-4895-B9D2-C958-1466D365EE7C}"/>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p>
        </p:txBody>
      </p:sp>
      <p:sp>
        <p:nvSpPr>
          <p:cNvPr id="4" name="Slide Number Placeholder 3">
            <a:extLst>
              <a:ext uri="{FF2B5EF4-FFF2-40B4-BE49-F238E27FC236}">
                <a16:creationId xmlns:a16="http://schemas.microsoft.com/office/drawing/2014/main" id="{9D27F262-677E-68A0-836C-B6C91E118367}"/>
              </a:ext>
            </a:extLst>
          </p:cNvPr>
          <p:cNvSpPr>
            <a:spLocks noGrp="1"/>
          </p:cNvSpPr>
          <p:nvPr>
            <p:ph type="sldNum" sz="quarter" idx="10"/>
          </p:nvPr>
        </p:nvSpPr>
        <p:spPr/>
        <p:txBody>
          <a:bodyPr/>
          <a:lstStyle/>
          <a:p>
            <a:fld id="{B0FCC8D5-6D68-A443-97C0-91AE5977134B}" type="slidenum">
              <a:rPr lang="en-US" smtClean="0"/>
              <a:pPr/>
              <a:t>11</a:t>
            </a:fld>
            <a:endParaRPr lang="en-US" dirty="0"/>
          </a:p>
        </p:txBody>
      </p:sp>
    </p:spTree>
    <p:extLst>
      <p:ext uri="{BB962C8B-B14F-4D97-AF65-F5344CB8AC3E}">
        <p14:creationId xmlns:p14="http://schemas.microsoft.com/office/powerpoint/2010/main" val="39747775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28B0F-323C-D2BE-C47A-FD90D57F21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564B24-D6C8-93D8-9DAC-26FEC61D4B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E7D1EC-EE3D-DB8C-B88B-433865E28A4D}"/>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p>
        </p:txBody>
      </p:sp>
      <p:sp>
        <p:nvSpPr>
          <p:cNvPr id="4" name="Slide Number Placeholder 3">
            <a:extLst>
              <a:ext uri="{FF2B5EF4-FFF2-40B4-BE49-F238E27FC236}">
                <a16:creationId xmlns:a16="http://schemas.microsoft.com/office/drawing/2014/main" id="{581EABD8-1CE6-0FD0-3255-4C5C11947C44}"/>
              </a:ext>
            </a:extLst>
          </p:cNvPr>
          <p:cNvSpPr>
            <a:spLocks noGrp="1"/>
          </p:cNvSpPr>
          <p:nvPr>
            <p:ph type="sldNum" sz="quarter" idx="10"/>
          </p:nvPr>
        </p:nvSpPr>
        <p:spPr/>
        <p:txBody>
          <a:bodyPr/>
          <a:lstStyle/>
          <a:p>
            <a:fld id="{B0FCC8D5-6D68-A443-97C0-91AE5977134B}" type="slidenum">
              <a:rPr lang="en-US" smtClean="0"/>
              <a:pPr/>
              <a:t>12</a:t>
            </a:fld>
            <a:endParaRPr lang="en-US" dirty="0"/>
          </a:p>
        </p:txBody>
      </p:sp>
    </p:spTree>
    <p:extLst>
      <p:ext uri="{BB962C8B-B14F-4D97-AF65-F5344CB8AC3E}">
        <p14:creationId xmlns:p14="http://schemas.microsoft.com/office/powerpoint/2010/main" val="4550758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A33B5-BCDF-FDBD-9645-C0B8193E32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02FBDA-538F-C5CB-244F-2FBE9B6CB4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2C0C2A-FFB4-190D-8272-12549B11091C}"/>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dirty="0"/>
              <a:t>A complex task of understanding all computer components through brute force will require studying every part from every manufacturer. But through Abstract modelling it will involve getting an expert opinion on each type of part in general.</a:t>
            </a:r>
            <a:endParaRPr lang="en-US" b="0" dirty="0"/>
          </a:p>
        </p:txBody>
      </p:sp>
      <p:sp>
        <p:nvSpPr>
          <p:cNvPr id="4" name="Slide Number Placeholder 3">
            <a:extLst>
              <a:ext uri="{FF2B5EF4-FFF2-40B4-BE49-F238E27FC236}">
                <a16:creationId xmlns:a16="http://schemas.microsoft.com/office/drawing/2014/main" id="{F1C46228-0B33-B3B1-86B5-8D7A4EE1370C}"/>
              </a:ext>
            </a:extLst>
          </p:cNvPr>
          <p:cNvSpPr>
            <a:spLocks noGrp="1"/>
          </p:cNvSpPr>
          <p:nvPr>
            <p:ph type="sldNum" sz="quarter" idx="10"/>
          </p:nvPr>
        </p:nvSpPr>
        <p:spPr/>
        <p:txBody>
          <a:bodyPr/>
          <a:lstStyle/>
          <a:p>
            <a:fld id="{B0FCC8D5-6D68-A443-97C0-91AE5977134B}" type="slidenum">
              <a:rPr lang="en-US" smtClean="0"/>
              <a:pPr/>
              <a:t>13</a:t>
            </a:fld>
            <a:endParaRPr lang="en-US" dirty="0"/>
          </a:p>
        </p:txBody>
      </p:sp>
    </p:spTree>
    <p:extLst>
      <p:ext uri="{BB962C8B-B14F-4D97-AF65-F5344CB8AC3E}">
        <p14:creationId xmlns:p14="http://schemas.microsoft.com/office/powerpoint/2010/main" val="26231807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93AB52-D8E7-4943-E961-3A1E26F593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F7A7D9-145D-6914-2D2D-ED9682116F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DA9FE7-7B76-2B5C-50C5-698FDAA7CFC2}"/>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The graph is comparing complexity against effort. Complexity can be of any unit like functions, classes, features, modules. Effort will be relative to that, like hours, days, weeks, etc.</a:t>
            </a:r>
          </a:p>
        </p:txBody>
      </p:sp>
      <p:sp>
        <p:nvSpPr>
          <p:cNvPr id="4" name="Slide Number Placeholder 3">
            <a:extLst>
              <a:ext uri="{FF2B5EF4-FFF2-40B4-BE49-F238E27FC236}">
                <a16:creationId xmlns:a16="http://schemas.microsoft.com/office/drawing/2014/main" id="{6DA9DE84-9214-80A8-4722-9263AB031B6E}"/>
              </a:ext>
            </a:extLst>
          </p:cNvPr>
          <p:cNvSpPr>
            <a:spLocks noGrp="1"/>
          </p:cNvSpPr>
          <p:nvPr>
            <p:ph type="sldNum" sz="quarter" idx="10"/>
          </p:nvPr>
        </p:nvSpPr>
        <p:spPr/>
        <p:txBody>
          <a:bodyPr/>
          <a:lstStyle/>
          <a:p>
            <a:fld id="{B0FCC8D5-6D68-A443-97C0-91AE5977134B}" type="slidenum">
              <a:rPr lang="en-US" smtClean="0"/>
              <a:pPr/>
              <a:t>14</a:t>
            </a:fld>
            <a:endParaRPr lang="en-US" dirty="0"/>
          </a:p>
        </p:txBody>
      </p:sp>
    </p:spTree>
    <p:extLst>
      <p:ext uri="{BB962C8B-B14F-4D97-AF65-F5344CB8AC3E}">
        <p14:creationId xmlns:p14="http://schemas.microsoft.com/office/powerpoint/2010/main" val="6319740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0A85E8-120C-38F8-05CF-6B8FDE1C60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A82F55-6488-1623-C494-B902BCA488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551404-F3CB-AF68-CFDC-86CE665CBF90}"/>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p>
        </p:txBody>
      </p:sp>
      <p:sp>
        <p:nvSpPr>
          <p:cNvPr id="4" name="Slide Number Placeholder 3">
            <a:extLst>
              <a:ext uri="{FF2B5EF4-FFF2-40B4-BE49-F238E27FC236}">
                <a16:creationId xmlns:a16="http://schemas.microsoft.com/office/drawing/2014/main" id="{0F286F54-3747-65CE-54B1-E87BBEF1FBCF}"/>
              </a:ext>
            </a:extLst>
          </p:cNvPr>
          <p:cNvSpPr>
            <a:spLocks noGrp="1"/>
          </p:cNvSpPr>
          <p:nvPr>
            <p:ph type="sldNum" sz="quarter" idx="10"/>
          </p:nvPr>
        </p:nvSpPr>
        <p:spPr/>
        <p:txBody>
          <a:bodyPr/>
          <a:lstStyle/>
          <a:p>
            <a:fld id="{B0FCC8D5-6D68-A443-97C0-91AE5977134B}" type="slidenum">
              <a:rPr lang="en-US" smtClean="0"/>
              <a:pPr/>
              <a:t>15</a:t>
            </a:fld>
            <a:endParaRPr lang="en-US" dirty="0"/>
          </a:p>
        </p:txBody>
      </p:sp>
    </p:spTree>
    <p:extLst>
      <p:ext uri="{BB962C8B-B14F-4D97-AF65-F5344CB8AC3E}">
        <p14:creationId xmlns:p14="http://schemas.microsoft.com/office/powerpoint/2010/main" val="34297402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E8448-9229-49F6-570A-BBB07F4F34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622987-79FB-21A6-A975-D4AE19B044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12D58B-F98F-CE58-6ABD-C3905528583D}"/>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p>
        </p:txBody>
      </p:sp>
      <p:sp>
        <p:nvSpPr>
          <p:cNvPr id="4" name="Slide Number Placeholder 3">
            <a:extLst>
              <a:ext uri="{FF2B5EF4-FFF2-40B4-BE49-F238E27FC236}">
                <a16:creationId xmlns:a16="http://schemas.microsoft.com/office/drawing/2014/main" id="{69047D13-0181-6BDF-4C13-06951E89B8AD}"/>
              </a:ext>
            </a:extLst>
          </p:cNvPr>
          <p:cNvSpPr>
            <a:spLocks noGrp="1"/>
          </p:cNvSpPr>
          <p:nvPr>
            <p:ph type="sldNum" sz="quarter" idx="10"/>
          </p:nvPr>
        </p:nvSpPr>
        <p:spPr/>
        <p:txBody>
          <a:bodyPr/>
          <a:lstStyle/>
          <a:p>
            <a:fld id="{B0FCC8D5-6D68-A443-97C0-91AE5977134B}" type="slidenum">
              <a:rPr lang="en-US" smtClean="0"/>
              <a:pPr/>
              <a:t>16</a:t>
            </a:fld>
            <a:endParaRPr lang="en-US" dirty="0"/>
          </a:p>
        </p:txBody>
      </p:sp>
    </p:spTree>
    <p:extLst>
      <p:ext uri="{BB962C8B-B14F-4D97-AF65-F5344CB8AC3E}">
        <p14:creationId xmlns:p14="http://schemas.microsoft.com/office/powerpoint/2010/main" val="1855931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168CFC-3F5F-172E-8CB8-CE4A87B158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C1CD63-B9D5-F7BB-639F-594DB777EA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65F7B9-0FF7-61F9-E332-BF8D025235B3}"/>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p>
        </p:txBody>
      </p:sp>
      <p:sp>
        <p:nvSpPr>
          <p:cNvPr id="4" name="Slide Number Placeholder 3">
            <a:extLst>
              <a:ext uri="{FF2B5EF4-FFF2-40B4-BE49-F238E27FC236}">
                <a16:creationId xmlns:a16="http://schemas.microsoft.com/office/drawing/2014/main" id="{CC7993C9-EDBA-4092-3E56-8FA6D6F7762F}"/>
              </a:ext>
            </a:extLst>
          </p:cNvPr>
          <p:cNvSpPr>
            <a:spLocks noGrp="1"/>
          </p:cNvSpPr>
          <p:nvPr>
            <p:ph type="sldNum" sz="quarter" idx="10"/>
          </p:nvPr>
        </p:nvSpPr>
        <p:spPr/>
        <p:txBody>
          <a:bodyPr/>
          <a:lstStyle/>
          <a:p>
            <a:fld id="{B0FCC8D5-6D68-A443-97C0-91AE5977134B}" type="slidenum">
              <a:rPr lang="en-US" smtClean="0"/>
              <a:pPr/>
              <a:t>17</a:t>
            </a:fld>
            <a:endParaRPr lang="en-US" dirty="0"/>
          </a:p>
        </p:txBody>
      </p:sp>
    </p:spTree>
    <p:extLst>
      <p:ext uri="{BB962C8B-B14F-4D97-AF65-F5344CB8AC3E}">
        <p14:creationId xmlns:p14="http://schemas.microsoft.com/office/powerpoint/2010/main" val="39119602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9F165-E85E-5DA1-44AB-05256723FB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478CD6-894F-503E-3AFE-FB72ABE418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287418-FB27-1365-DF63-462B2D44EB68}"/>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Routine and research development is very rare. We majorly deal with projects.</a:t>
            </a:r>
          </a:p>
        </p:txBody>
      </p:sp>
      <p:sp>
        <p:nvSpPr>
          <p:cNvPr id="4" name="Slide Number Placeholder 3">
            <a:extLst>
              <a:ext uri="{FF2B5EF4-FFF2-40B4-BE49-F238E27FC236}">
                <a16:creationId xmlns:a16="http://schemas.microsoft.com/office/drawing/2014/main" id="{C230F63F-28C3-A8CD-3C57-ECDA11CA1B7C}"/>
              </a:ext>
            </a:extLst>
          </p:cNvPr>
          <p:cNvSpPr>
            <a:spLocks noGrp="1"/>
          </p:cNvSpPr>
          <p:nvPr>
            <p:ph type="sldNum" sz="quarter" idx="10"/>
          </p:nvPr>
        </p:nvSpPr>
        <p:spPr/>
        <p:txBody>
          <a:bodyPr/>
          <a:lstStyle/>
          <a:p>
            <a:fld id="{B0FCC8D5-6D68-A443-97C0-91AE5977134B}" type="slidenum">
              <a:rPr lang="en-US" smtClean="0"/>
              <a:pPr/>
              <a:t>18</a:t>
            </a:fld>
            <a:endParaRPr lang="en-US" dirty="0"/>
          </a:p>
        </p:txBody>
      </p:sp>
    </p:spTree>
    <p:extLst>
      <p:ext uri="{BB962C8B-B14F-4D97-AF65-F5344CB8AC3E}">
        <p14:creationId xmlns:p14="http://schemas.microsoft.com/office/powerpoint/2010/main" val="5667389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894B59-BCC7-2E75-2821-0391CA3414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F17344-883A-8C9E-CBF8-0BC9A286A5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426E76-A5CC-3815-3CFB-B765470B38CF}"/>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Note! Services are also sometimes called projects. This isn’t something to make an issue about.</a:t>
            </a:r>
          </a:p>
        </p:txBody>
      </p:sp>
      <p:sp>
        <p:nvSpPr>
          <p:cNvPr id="4" name="Slide Number Placeholder 3">
            <a:extLst>
              <a:ext uri="{FF2B5EF4-FFF2-40B4-BE49-F238E27FC236}">
                <a16:creationId xmlns:a16="http://schemas.microsoft.com/office/drawing/2014/main" id="{5AF6F6FD-DFBE-6B53-5F02-028A152B3140}"/>
              </a:ext>
            </a:extLst>
          </p:cNvPr>
          <p:cNvSpPr>
            <a:spLocks noGrp="1"/>
          </p:cNvSpPr>
          <p:nvPr>
            <p:ph type="sldNum" sz="quarter" idx="10"/>
          </p:nvPr>
        </p:nvSpPr>
        <p:spPr/>
        <p:txBody>
          <a:bodyPr/>
          <a:lstStyle/>
          <a:p>
            <a:fld id="{B0FCC8D5-6D68-A443-97C0-91AE5977134B}" type="slidenum">
              <a:rPr lang="en-US" smtClean="0"/>
              <a:pPr/>
              <a:t>19</a:t>
            </a:fld>
            <a:endParaRPr lang="en-US" dirty="0"/>
          </a:p>
        </p:txBody>
      </p:sp>
    </p:spTree>
    <p:extLst>
      <p:ext uri="{BB962C8B-B14F-4D97-AF65-F5344CB8AC3E}">
        <p14:creationId xmlns:p14="http://schemas.microsoft.com/office/powerpoint/2010/main" val="1907668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endParaRPr lang="en-US" dirty="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p:nvPr>
        </p:nvSpPr>
        <p:spPr>
          <a:xfrm>
            <a:off x="3512343" y="5922140"/>
            <a:ext cx="5167313" cy="518795"/>
          </a:xfrm>
        </p:spPr>
        <p:txBody>
          <a:bodyPr>
            <a:noAutofit/>
          </a:bodyPr>
          <a:lstStyle>
            <a:lvl1pPr marL="0" indent="0" algn="ctr">
              <a:buNone/>
              <a:defRPr sz="1800" spc="300">
                <a:solidFill>
                  <a:schemeClr val="tx1"/>
                </a:solidFill>
              </a:defRPr>
            </a:lvl1pPr>
            <a:lvl2pPr marL="457200" indent="0">
              <a:buNone/>
              <a:defRPr/>
            </a:lvl2pPr>
          </a:lstStyle>
          <a:p>
            <a:pPr lvl="0"/>
            <a:r>
              <a:rPr lang="en-US"/>
              <a:t>Click to edit Master text styles</a:t>
            </a:r>
          </a:p>
        </p:txBody>
      </p:sp>
      <p:sp>
        <p:nvSpPr>
          <p:cNvPr id="7" name="Text Placeholder 6">
            <a:extLst>
              <a:ext uri="{FF2B5EF4-FFF2-40B4-BE49-F238E27FC236}">
                <a16:creationId xmlns:a16="http://schemas.microsoft.com/office/drawing/2014/main" id="{758235C5-25B1-4243-9762-4AAD3C08E8BE}"/>
              </a:ext>
            </a:extLst>
          </p:cNvPr>
          <p:cNvSpPr>
            <a:spLocks noGrp="1"/>
          </p:cNvSpPr>
          <p:nvPr>
            <p:ph type="body" idx="1" hasCustomPrompt="1"/>
          </p:nvPr>
        </p:nvSpPr>
        <p:spPr>
          <a:xfrm>
            <a:off x="4038600" y="3608511"/>
            <a:ext cx="4114800"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cap="all" baseline="0"/>
            </a:lvl1pPr>
          </a:lstStyle>
          <a:p>
            <a:r>
              <a:rPr lang="en-US" spc="300" dirty="0"/>
              <a:t>ANNUAL REVIEW</a:t>
            </a:r>
          </a:p>
        </p:txBody>
      </p:sp>
      <p:sp>
        <p:nvSpPr>
          <p:cNvPr id="2" name="Title 1">
            <a:extLst>
              <a:ext uri="{FF2B5EF4-FFF2-40B4-BE49-F238E27FC236}">
                <a16:creationId xmlns:a16="http://schemas.microsoft.com/office/drawing/2014/main" id="{298B2C6E-DB6F-4476-8E95-9F6EC79392FD}"/>
              </a:ext>
            </a:extLst>
          </p:cNvPr>
          <p:cNvSpPr>
            <a:spLocks noGrp="1"/>
          </p:cNvSpPr>
          <p:nvPr>
            <p:ph type="title" hasCustomPrompt="1"/>
          </p:nvPr>
        </p:nvSpPr>
        <p:spPr>
          <a:xfrm>
            <a:off x="350836" y="2445633"/>
            <a:ext cx="11490325" cy="823913"/>
          </a:xfrm>
        </p:spPr>
        <p:txBody>
          <a:bodyPr>
            <a:noAutofit/>
          </a:bodyPr>
          <a:lstStyle>
            <a:lvl1pPr>
              <a:lnSpc>
                <a:spcPct val="150000"/>
              </a:lnSpc>
              <a:spcBef>
                <a:spcPts val="1000"/>
              </a:spcBef>
              <a:defRPr sz="4000" cap="all" spc="300" baseline="0"/>
            </a:lvl1pPr>
          </a:lstStyle>
          <a:p>
            <a:r>
              <a:rPr lang="en-US" dirty="0"/>
              <a:t>Click to edit Master TEXT styles</a:t>
            </a:r>
          </a:p>
        </p:txBody>
      </p:sp>
    </p:spTree>
    <p:extLst>
      <p:ext uri="{BB962C8B-B14F-4D97-AF65-F5344CB8AC3E}">
        <p14:creationId xmlns:p14="http://schemas.microsoft.com/office/powerpoint/2010/main" val="318230312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58000"/>
          </a:xfrm>
          <a:prstGeom prst="parallelogram">
            <a:avLst/>
          </a:prstGeom>
          <a:effectLst/>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7C83D428-B974-43F4-9246-0A2EECA11A5B}"/>
              </a:ext>
            </a:extLst>
          </p:cNvPr>
          <p:cNvSpPr>
            <a:spLocks noGrp="1"/>
          </p:cNvSpPr>
          <p:nvPr>
            <p:ph type="title" hasCustomPrompt="1"/>
          </p:nvPr>
        </p:nvSpPr>
        <p:spPr>
          <a:xfrm>
            <a:off x="7068819" y="642927"/>
            <a:ext cx="4846320" cy="1435947"/>
          </a:xfrm>
        </p:spPr>
        <p:txBody>
          <a:bodyPr anchor="t">
            <a:noAutofit/>
          </a:bodyPr>
          <a:lstStyle>
            <a:lvl1pPr algn="l">
              <a:lnSpc>
                <a:spcPct val="150000"/>
              </a:lnSpc>
              <a:spcBef>
                <a:spcPts val="1000"/>
              </a:spcBef>
              <a:defRPr sz="5400" baseline="0"/>
            </a:lvl1pPr>
          </a:lstStyle>
          <a:p>
            <a:r>
              <a:rPr lang="en-US" dirty="0"/>
              <a:t>Title</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
        <p:nvSpPr>
          <p:cNvPr id="13" name="Text Placeholder 12">
            <a:extLst>
              <a:ext uri="{FF2B5EF4-FFF2-40B4-BE49-F238E27FC236}">
                <a16:creationId xmlns:a16="http://schemas.microsoft.com/office/drawing/2014/main" id="{9D00A38D-CFE8-4333-B9D2-D3E7EACA4F0E}"/>
              </a:ext>
            </a:extLst>
          </p:cNvPr>
          <p:cNvSpPr>
            <a:spLocks noGrp="1"/>
          </p:cNvSpPr>
          <p:nvPr>
            <p:ph type="body" sz="quarter" idx="15" hasCustomPrompt="1"/>
          </p:nvPr>
        </p:nvSpPr>
        <p:spPr>
          <a:xfrm>
            <a:off x="7068820" y="2078875"/>
            <a:ext cx="4114800" cy="3798888"/>
          </a:xfrm>
        </p:spPr>
        <p:txBody>
          <a:bodyPr>
            <a:noAutofit/>
          </a:bodyPr>
          <a:lstStyle>
            <a:lvl1pPr marL="0" indent="0">
              <a:buNone/>
              <a:defRPr sz="1800" spc="300"/>
            </a:lvl1pPr>
          </a:lstStyle>
          <a:p>
            <a:pPr lvl="0"/>
            <a:r>
              <a:rPr lang="en-US" dirty="0"/>
              <a:t>CLICK TO EDIT MASTER TEXT STYLES</a:t>
            </a:r>
          </a:p>
        </p:txBody>
      </p:sp>
      <p:sp>
        <p:nvSpPr>
          <p:cNvPr id="3" name="Rectangle 2">
            <a:extLst>
              <a:ext uri="{FF2B5EF4-FFF2-40B4-BE49-F238E27FC236}">
                <a16:creationId xmlns:a16="http://schemas.microsoft.com/office/drawing/2014/main" id="{1AA8588E-221D-4931-A290-C5C4184435AD}"/>
              </a:ext>
              <a:ext uri="{C183D7F6-B498-43B3-948B-1728B52AA6E4}">
                <adec:decorative xmlns:adec="http://schemas.microsoft.com/office/drawing/2017/decorative" val="1"/>
              </a:ext>
            </a:extLst>
          </p:cNvPr>
          <p:cNvSpPr/>
          <p:nvPr userDrawn="1"/>
        </p:nvSpPr>
        <p:spPr>
          <a:xfrm>
            <a:off x="7068820"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291152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E5539E44-E270-49B4-8B0A-07870325AA91}"/>
              </a:ext>
            </a:extLst>
          </p:cNvPr>
          <p:cNvSpPr>
            <a:spLocks noGrp="1"/>
          </p:cNvSpPr>
          <p:nvPr>
            <p:ph type="body" sz="quarter" idx="16" hasCustomPrompt="1"/>
          </p:nvPr>
        </p:nvSpPr>
        <p:spPr>
          <a:xfrm>
            <a:off x="6225539" y="1546138"/>
            <a:ext cx="4023360" cy="464871"/>
          </a:xfr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gn="ctr">
              <a:lnSpc>
                <a:spcPct val="100000"/>
              </a:lnSpc>
              <a:spcBef>
                <a:spcPts val="0"/>
              </a:spcBef>
              <a:buNone/>
              <a:defRPr lang="en-US" sz="1400" spc="300" baseline="0" dirty="0">
                <a:solidFill>
                  <a:schemeClr val="lt1"/>
                </a:solidFill>
              </a:defRPr>
            </a:lvl1pPr>
          </a:lstStyle>
          <a:p>
            <a:pPr marL="0" lvl="0" algn="ctr"/>
            <a:r>
              <a:rPr lang="en-US" dirty="0"/>
              <a:t>CLICK TO EDIT MASTER TEXT STYLES</a:t>
            </a:r>
          </a:p>
        </p:txBody>
      </p:sp>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46932"/>
          </a:xfrm>
          <a:effectLst/>
        </p:spPr>
        <p:txBody>
          <a:bodyPr anchor="ctr"/>
          <a:lstStyle>
            <a:lvl1pPr marL="0" indent="0" algn="ctr">
              <a:buNone/>
              <a:defRPr/>
            </a:lvl1pPr>
          </a:lstStyle>
          <a:p>
            <a:r>
              <a:rPr lang="en-US"/>
              <a:t>Click icon to add picture</a:t>
            </a:r>
            <a:endParaRPr lang="en-US" dirty="0"/>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2799617"/>
            <a:ext cx="4646246" cy="2218585"/>
          </a:xfrm>
        </p:spPr>
        <p:txBody>
          <a:bodyPr>
            <a:noAutofit/>
          </a:bodyPr>
          <a:lstStyle>
            <a:lvl1pPr>
              <a:defRPr/>
            </a:lvl1pPr>
          </a:lstStyle>
          <a:p>
            <a:pPr marL="0" indent="0">
              <a:lnSpc>
                <a:spcPct val="100000"/>
              </a:lnSpc>
              <a:buNone/>
            </a:pPr>
            <a:r>
              <a:rPr lang="en-US" sz="1600" dirty="0">
                <a:cs typeface="Biome Light" panose="020B0303030204020804" pitchFamily="34" charset="0"/>
              </a:rPr>
              <a:t>Click to edit master text style.</a:t>
            </a:r>
          </a:p>
          <a:p>
            <a:pPr marL="0" indent="0">
              <a:buNone/>
            </a:pPr>
            <a:endParaRPr lang="en-US" dirty="0"/>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dirty="0"/>
          </a:p>
        </p:txBody>
      </p:sp>
      <p:sp>
        <p:nvSpPr>
          <p:cNvPr id="2" name="Title 1">
            <a:extLst>
              <a:ext uri="{FF2B5EF4-FFF2-40B4-BE49-F238E27FC236}">
                <a16:creationId xmlns:a16="http://schemas.microsoft.com/office/drawing/2014/main" id="{3CB0E4A3-5566-43FE-A59F-2C4F4FE7F32A}"/>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2478327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67922"/>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4242487 w 6096000"/>
              <a:gd name="connsiteY2" fmla="*/ 6833286 h 6858000"/>
              <a:gd name="connsiteX3" fmla="*/ 0 w 6096000"/>
              <a:gd name="connsiteY3" fmla="*/ 6858000 h 6858000"/>
              <a:gd name="connsiteX4" fmla="*/ 0 w 6096000"/>
              <a:gd name="connsiteY4" fmla="*/ 0 h 6858000"/>
              <a:gd name="connsiteX0" fmla="*/ 0 w 6096000"/>
              <a:gd name="connsiteY0" fmla="*/ 0 h 6867922"/>
              <a:gd name="connsiteX1" fmla="*/ 6096000 w 6096000"/>
              <a:gd name="connsiteY1" fmla="*/ 0 h 6867922"/>
              <a:gd name="connsiteX2" fmla="*/ 4228633 w 6096000"/>
              <a:gd name="connsiteY2" fmla="*/ 6867922 h 6867922"/>
              <a:gd name="connsiteX3" fmla="*/ 0 w 6096000"/>
              <a:gd name="connsiteY3" fmla="*/ 6858000 h 6867922"/>
              <a:gd name="connsiteX4" fmla="*/ 0 w 6096000"/>
              <a:gd name="connsiteY4" fmla="*/ 0 h 6867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67922">
                <a:moveTo>
                  <a:pt x="0" y="0"/>
                </a:moveTo>
                <a:lnTo>
                  <a:pt x="6096000" y="0"/>
                </a:lnTo>
                <a:lnTo>
                  <a:pt x="4228633" y="6867922"/>
                </a:lnTo>
                <a:lnTo>
                  <a:pt x="0" y="6858000"/>
                </a:lnTo>
                <a:lnTo>
                  <a:pt x="0" y="0"/>
                </a:lnTo>
                <a:close/>
              </a:path>
            </a:pathLst>
          </a:custGeom>
          <a:effectLst/>
        </p:spPr>
        <p:txBody>
          <a:bodyPr anchor="ctr"/>
          <a:lstStyle>
            <a:lvl1pPr marL="0" indent="0"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AABA725B-4BCB-1D48-9C5D-46706B18719E}"/>
              </a:ext>
            </a:extLst>
          </p:cNvPr>
          <p:cNvSpPr>
            <a:spLocks noGrp="1"/>
          </p:cNvSpPr>
          <p:nvPr>
            <p:ph type="title" hasCustomPrompt="1"/>
          </p:nvPr>
        </p:nvSpPr>
        <p:spPr>
          <a:xfrm>
            <a:off x="6096000" y="2262871"/>
            <a:ext cx="5251450" cy="1661297"/>
          </a:xfrm>
        </p:spPr>
        <p:txBody>
          <a:bodyPr anchor="b"/>
          <a:lstStyle>
            <a:lvl1pPr algn="l">
              <a:defRPr sz="6000" spc="300"/>
            </a:lvl1pPr>
          </a:lstStyle>
          <a:p>
            <a:r>
              <a:rPr lang="en-US" dirty="0"/>
              <a:t>CLICK TO EDIT MASTER TITLE</a:t>
            </a:r>
          </a:p>
        </p:txBody>
      </p:sp>
      <p:sp>
        <p:nvSpPr>
          <p:cNvPr id="3" name="Text Placeholder 2">
            <a:extLst>
              <a:ext uri="{FF2B5EF4-FFF2-40B4-BE49-F238E27FC236}">
                <a16:creationId xmlns:a16="http://schemas.microsoft.com/office/drawing/2014/main" id="{893C356F-E483-4AFD-856C-13BB8E8A5605}"/>
              </a:ext>
            </a:extLst>
          </p:cNvPr>
          <p:cNvSpPr>
            <a:spLocks noGrp="1"/>
          </p:cNvSpPr>
          <p:nvPr>
            <p:ph type="body" idx="1" hasCustomPrompt="1"/>
          </p:nvPr>
        </p:nvSpPr>
        <p:spPr>
          <a:xfrm>
            <a:off x="6096000" y="4378134"/>
            <a:ext cx="5251450" cy="36512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chor="ctr">
            <a:noAutofit/>
          </a:bodyPr>
          <a:lstStyle>
            <a:lvl1pPr marL="0" indent="0" algn="ctr">
              <a:lnSpc>
                <a:spcPct val="100000"/>
              </a:lnSpc>
              <a:buNone/>
              <a:defRPr sz="1400" cap="all" spc="600" baseline="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52890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074E6-E39E-4D19-B91F-8E84F37CBF3C}"/>
              </a:ext>
            </a:extLst>
          </p:cNvPr>
          <p:cNvSpPr>
            <a:spLocks noGrp="1"/>
          </p:cNvSpPr>
          <p:nvPr>
            <p:ph type="title" hasCustomPrompt="1"/>
          </p:nvPr>
        </p:nvSpPr>
        <p:spPr>
          <a:xfrm>
            <a:off x="7792279" y="365125"/>
            <a:ext cx="4018722" cy="573989"/>
          </a:xfrm>
        </p:spPr>
        <p:txBody>
          <a:bodyPr lIns="0" rIns="0">
            <a:noAutofit/>
          </a:bodyPr>
          <a:lstStyle>
            <a:lvl1pPr algn="l">
              <a:defRPr sz="3200" spc="300"/>
            </a:lvl1pPr>
          </a:lstStyle>
          <a:p>
            <a:r>
              <a:rPr lang="en-US" dirty="0"/>
              <a:t>SLIDE TITLE HERE</a:t>
            </a:r>
          </a:p>
        </p:txBody>
      </p:sp>
      <p:sp>
        <p:nvSpPr>
          <p:cNvPr id="3" name="Content Placeholder 2">
            <a:extLst>
              <a:ext uri="{FF2B5EF4-FFF2-40B4-BE49-F238E27FC236}">
                <a16:creationId xmlns:a16="http://schemas.microsoft.com/office/drawing/2014/main" id="{607D1B16-7058-45AD-9B19-E19CAF96683B}"/>
              </a:ext>
            </a:extLst>
          </p:cNvPr>
          <p:cNvSpPr>
            <a:spLocks noGrp="1"/>
          </p:cNvSpPr>
          <p:nvPr>
            <p:ph idx="1"/>
          </p:nvPr>
        </p:nvSpPr>
        <p:spPr>
          <a:xfrm>
            <a:off x="7792279" y="1263841"/>
            <a:ext cx="4018722" cy="4636392"/>
          </a:xfrm>
        </p:spPr>
        <p:txBody>
          <a:bodyPr lIns="0" rIns="0">
            <a:noAutofit/>
          </a:bodyPr>
          <a:lstStyle>
            <a:lvl1pPr>
              <a:lnSpc>
                <a:spcPct val="150000"/>
              </a:lnSpc>
              <a:spcBef>
                <a:spcPts val="500"/>
              </a:spcBef>
              <a:defRPr sz="1600"/>
            </a:lvl1pPr>
            <a:lvl2pPr>
              <a:lnSpc>
                <a:spcPct val="150000"/>
              </a:lnSpc>
              <a:spcBef>
                <a:spcPts val="500"/>
              </a:spcBef>
              <a:defRPr sz="1400"/>
            </a:lvl2pPr>
            <a:lvl3pPr>
              <a:lnSpc>
                <a:spcPct val="150000"/>
              </a:lnSpc>
              <a:spcBef>
                <a:spcPts val="500"/>
              </a:spcBef>
              <a:defRPr sz="1400"/>
            </a:lvl3pPr>
            <a:lvl4pPr>
              <a:lnSpc>
                <a:spcPct val="150000"/>
              </a:lnSpc>
              <a:spcBef>
                <a:spcPts val="500"/>
              </a:spcBef>
              <a:defRPr sz="1200"/>
            </a:lvl4pPr>
            <a:lvl5pPr>
              <a:lnSpc>
                <a:spcPct val="150000"/>
              </a:lnSpc>
              <a:spcBef>
                <a:spcPts val="500"/>
              </a:spcBef>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9" name="Slide Number Placeholder 5">
            <a:extLst>
              <a:ext uri="{FF2B5EF4-FFF2-40B4-BE49-F238E27FC236}">
                <a16:creationId xmlns:a16="http://schemas.microsoft.com/office/drawing/2014/main" id="{3DEB48E0-328C-45EE-A8BD-90E6AB26108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noAutofit/>
          </a:bodyP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5" name="Picture Placeholder 4">
            <a:extLst>
              <a:ext uri="{FF2B5EF4-FFF2-40B4-BE49-F238E27FC236}">
                <a16:creationId xmlns:a16="http://schemas.microsoft.com/office/drawing/2014/main" id="{D7CA175D-816E-4F70-96CC-8A1FD0EB16CE}"/>
              </a:ext>
            </a:extLst>
          </p:cNvPr>
          <p:cNvSpPr>
            <a:spLocks noGrp="1"/>
          </p:cNvSpPr>
          <p:nvPr>
            <p:ph type="pic" sz="quarter" idx="14"/>
          </p:nvPr>
        </p:nvSpPr>
        <p:spPr>
          <a:xfrm>
            <a:off x="736600" y="365125"/>
            <a:ext cx="2997200" cy="1781979"/>
          </a:xfrm>
        </p:spPr>
        <p:txBody>
          <a:bodyPr>
            <a:noAutofit/>
          </a:bodyPr>
          <a:lstStyle/>
          <a:p>
            <a:r>
              <a:rPr lang="en-US"/>
              <a:t>Click icon to add picture</a:t>
            </a:r>
            <a:endParaRPr lang="en-US" dirty="0"/>
          </a:p>
        </p:txBody>
      </p:sp>
      <p:sp>
        <p:nvSpPr>
          <p:cNvPr id="9" name="Picture Placeholder 4">
            <a:extLst>
              <a:ext uri="{FF2B5EF4-FFF2-40B4-BE49-F238E27FC236}">
                <a16:creationId xmlns:a16="http://schemas.microsoft.com/office/drawing/2014/main" id="{323519C8-24DE-471D-85A9-7A8AFACEC456}"/>
              </a:ext>
            </a:extLst>
          </p:cNvPr>
          <p:cNvSpPr>
            <a:spLocks noGrp="1"/>
          </p:cNvSpPr>
          <p:nvPr>
            <p:ph type="pic" sz="quarter" idx="15"/>
          </p:nvPr>
        </p:nvSpPr>
        <p:spPr>
          <a:xfrm>
            <a:off x="4051300" y="365125"/>
            <a:ext cx="2997200" cy="1781979"/>
          </a:xfrm>
        </p:spPr>
        <p:txBody>
          <a:bodyPr>
            <a:noAutofit/>
          </a:bodyPr>
          <a:lstStyle/>
          <a:p>
            <a:r>
              <a:rPr lang="en-US"/>
              <a:t>Click icon to add picture</a:t>
            </a:r>
            <a:endParaRPr lang="en-US" dirty="0"/>
          </a:p>
        </p:txBody>
      </p:sp>
      <p:sp>
        <p:nvSpPr>
          <p:cNvPr id="10" name="Picture Placeholder 4">
            <a:extLst>
              <a:ext uri="{FF2B5EF4-FFF2-40B4-BE49-F238E27FC236}">
                <a16:creationId xmlns:a16="http://schemas.microsoft.com/office/drawing/2014/main" id="{547F0F1E-7AF5-4B76-928C-7B28010C4F93}"/>
              </a:ext>
            </a:extLst>
          </p:cNvPr>
          <p:cNvSpPr>
            <a:spLocks noGrp="1"/>
          </p:cNvSpPr>
          <p:nvPr>
            <p:ph type="pic" sz="quarter" idx="16"/>
          </p:nvPr>
        </p:nvSpPr>
        <p:spPr>
          <a:xfrm>
            <a:off x="736600" y="2422525"/>
            <a:ext cx="2997200" cy="1781979"/>
          </a:xfrm>
        </p:spPr>
        <p:txBody>
          <a:bodyPr>
            <a:noAutofit/>
          </a:bodyPr>
          <a:lstStyle/>
          <a:p>
            <a:r>
              <a:rPr lang="en-US"/>
              <a:t>Click icon to add picture</a:t>
            </a:r>
            <a:endParaRPr lang="en-US" dirty="0"/>
          </a:p>
        </p:txBody>
      </p:sp>
      <p:sp>
        <p:nvSpPr>
          <p:cNvPr id="11" name="Picture Placeholder 4">
            <a:extLst>
              <a:ext uri="{FF2B5EF4-FFF2-40B4-BE49-F238E27FC236}">
                <a16:creationId xmlns:a16="http://schemas.microsoft.com/office/drawing/2014/main" id="{063D0E8E-9491-4AF0-918D-A0B782C5FD68}"/>
              </a:ext>
            </a:extLst>
          </p:cNvPr>
          <p:cNvSpPr>
            <a:spLocks noGrp="1"/>
          </p:cNvSpPr>
          <p:nvPr>
            <p:ph type="pic" sz="quarter" idx="17"/>
          </p:nvPr>
        </p:nvSpPr>
        <p:spPr>
          <a:xfrm>
            <a:off x="4051300" y="2422525"/>
            <a:ext cx="2997200" cy="1781979"/>
          </a:xfrm>
        </p:spPr>
        <p:txBody>
          <a:bodyPr>
            <a:noAutofit/>
          </a:bodyPr>
          <a:lstStyle/>
          <a:p>
            <a:r>
              <a:rPr lang="en-US"/>
              <a:t>Click icon to add picture</a:t>
            </a:r>
            <a:endParaRPr lang="en-US" dirty="0"/>
          </a:p>
        </p:txBody>
      </p:sp>
      <p:sp>
        <p:nvSpPr>
          <p:cNvPr id="12" name="Picture Placeholder 4">
            <a:extLst>
              <a:ext uri="{FF2B5EF4-FFF2-40B4-BE49-F238E27FC236}">
                <a16:creationId xmlns:a16="http://schemas.microsoft.com/office/drawing/2014/main" id="{042F54CB-9200-4D74-968A-0A3E5871D9E5}"/>
              </a:ext>
            </a:extLst>
          </p:cNvPr>
          <p:cNvSpPr>
            <a:spLocks noGrp="1"/>
          </p:cNvSpPr>
          <p:nvPr>
            <p:ph type="pic" sz="quarter" idx="18"/>
          </p:nvPr>
        </p:nvSpPr>
        <p:spPr>
          <a:xfrm>
            <a:off x="736600" y="4479925"/>
            <a:ext cx="2997200" cy="1781979"/>
          </a:xfrm>
        </p:spPr>
        <p:txBody>
          <a:bodyPr>
            <a:noAutofit/>
          </a:bodyPr>
          <a:lstStyle/>
          <a:p>
            <a:r>
              <a:rPr lang="en-US"/>
              <a:t>Click icon to add picture</a:t>
            </a:r>
            <a:endParaRPr lang="en-US" dirty="0"/>
          </a:p>
        </p:txBody>
      </p:sp>
      <p:sp>
        <p:nvSpPr>
          <p:cNvPr id="13" name="Picture Placeholder 4">
            <a:extLst>
              <a:ext uri="{FF2B5EF4-FFF2-40B4-BE49-F238E27FC236}">
                <a16:creationId xmlns:a16="http://schemas.microsoft.com/office/drawing/2014/main" id="{1D925119-27E3-496E-86BC-23416F94FB61}"/>
              </a:ext>
            </a:extLst>
          </p:cNvPr>
          <p:cNvSpPr>
            <a:spLocks noGrp="1"/>
          </p:cNvSpPr>
          <p:nvPr>
            <p:ph type="pic" sz="quarter" idx="19"/>
          </p:nvPr>
        </p:nvSpPr>
        <p:spPr>
          <a:xfrm>
            <a:off x="4051300" y="4479925"/>
            <a:ext cx="2997200" cy="1781979"/>
          </a:xfrm>
        </p:spPr>
        <p:txBody>
          <a:bodyPr>
            <a:noAutofit/>
          </a:bodyPr>
          <a:lstStyle/>
          <a:p>
            <a:r>
              <a:rPr lang="en-US"/>
              <a:t>Click icon to add picture</a:t>
            </a:r>
            <a:endParaRPr lang="en-US" dirty="0"/>
          </a:p>
        </p:txBody>
      </p:sp>
      <p:sp>
        <p:nvSpPr>
          <p:cNvPr id="4" name="Rectangle 3">
            <a:extLst>
              <a:ext uri="{FF2B5EF4-FFF2-40B4-BE49-F238E27FC236}">
                <a16:creationId xmlns:a16="http://schemas.microsoft.com/office/drawing/2014/main" id="{9DF93AF7-D4DC-42B5-8A4F-B5F3ABBB031F}"/>
              </a:ext>
              <a:ext uri="{C183D7F6-B498-43B3-948B-1728B52AA6E4}">
                <adec:decorative xmlns:adec="http://schemas.microsoft.com/office/drawing/2017/decorative" val="1"/>
              </a:ext>
            </a:extLst>
          </p:cNvPr>
          <p:cNvSpPr/>
          <p:nvPr userDrawn="1"/>
        </p:nvSpPr>
        <p:spPr>
          <a:xfrm>
            <a:off x="7781678"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17539680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rt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45D17-D652-4766-B11C-2E8D8390D957}"/>
              </a:ext>
            </a:extLst>
          </p:cNvPr>
          <p:cNvSpPr>
            <a:spLocks noGrp="1"/>
          </p:cNvSpPr>
          <p:nvPr>
            <p:ph type="title"/>
          </p:nvPr>
        </p:nvSpPr>
        <p:spPr>
          <a:xfrm>
            <a:off x="594519" y="767791"/>
            <a:ext cx="11002962" cy="823913"/>
          </a:xfrm>
        </p:spPr>
        <p:txBody>
          <a:bodyPr>
            <a:noAutofit/>
          </a:bodyPr>
          <a:lstStyle>
            <a:lvl1pPr>
              <a:defRPr sz="4800" spc="300"/>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6BC7A58C-70BA-43E5-BD90-83ADB63B0C00}"/>
              </a:ext>
            </a:extLst>
          </p:cNvPr>
          <p:cNvSpPr>
            <a:spLocks noGrp="1"/>
          </p:cNvSpPr>
          <p:nvPr>
            <p:ph type="ftr" sz="quarter" idx="10"/>
          </p:nvPr>
        </p:nvSpPr>
        <p:spPr/>
        <p:txBody>
          <a:bodyPr/>
          <a:lstStyle/>
          <a:p>
            <a:r>
              <a:rPr lang="en-US" dirty="0"/>
              <a:t>Add a footer</a:t>
            </a:r>
          </a:p>
        </p:txBody>
      </p:sp>
      <p:sp>
        <p:nvSpPr>
          <p:cNvPr id="4" name="Slide Number Placeholder 3">
            <a:extLst>
              <a:ext uri="{FF2B5EF4-FFF2-40B4-BE49-F238E27FC236}">
                <a16:creationId xmlns:a16="http://schemas.microsoft.com/office/drawing/2014/main" id="{0F8A60B7-2499-42C6-8A74-ACDAE245746D}"/>
              </a:ext>
            </a:extLst>
          </p:cNvPr>
          <p:cNvSpPr>
            <a:spLocks noGrp="1"/>
          </p:cNvSpPr>
          <p:nvPr>
            <p:ph type="sldNum" sz="quarter" idx="11"/>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3452634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C179BAC-E989-4203-B9B4-66280365481B}"/>
              </a:ext>
            </a:extLst>
          </p:cNvPr>
          <p:cNvSpPr>
            <a:spLocks noGrp="1"/>
          </p:cNvSpPr>
          <p:nvPr>
            <p:ph type="title"/>
          </p:nvPr>
        </p:nvSpPr>
        <p:spPr>
          <a:xfrm>
            <a:off x="4038600" y="4607137"/>
            <a:ext cx="4114800" cy="421480"/>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a:defRPr sz="1400" spc="300" baseline="0">
                <a:latin typeface="+mn-lt"/>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0CCC81E-A013-4315-AD13-97BA3AA95596}"/>
              </a:ext>
            </a:extLst>
          </p:cNvPr>
          <p:cNvSpPr>
            <a:spLocks noGrp="1"/>
          </p:cNvSpPr>
          <p:nvPr>
            <p:ph type="body" sz="quarter" idx="11" hasCustomPrompt="1"/>
          </p:nvPr>
        </p:nvSpPr>
        <p:spPr>
          <a:xfrm>
            <a:off x="1478756" y="1569719"/>
            <a:ext cx="9234488" cy="2651443"/>
          </a:xfrm>
        </p:spPr>
        <p:txBody>
          <a:bodyPr>
            <a:noAutofit/>
          </a:bodyPr>
          <a:lstStyle>
            <a:lvl1pPr marL="0" indent="0" algn="ctr">
              <a:buNone/>
              <a:defRPr sz="3200"/>
            </a:lvl1pPr>
          </a:lstStyle>
          <a:p>
            <a:pPr lvl="0"/>
            <a:r>
              <a:rPr lang="en-US" dirty="0"/>
              <a:t>CLICK TO EDIT MASTER TEXT STYLES</a:t>
            </a:r>
          </a:p>
        </p:txBody>
      </p:sp>
    </p:spTree>
    <p:extLst>
      <p:ext uri="{BB962C8B-B14F-4D97-AF65-F5344CB8AC3E}">
        <p14:creationId xmlns:p14="http://schemas.microsoft.com/office/powerpoint/2010/main" val="79555376"/>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2 Column">
    <p:spTree>
      <p:nvGrpSpPr>
        <p:cNvPr id="1" name=""/>
        <p:cNvGrpSpPr/>
        <p:nvPr/>
      </p:nvGrpSpPr>
      <p:grpSpPr>
        <a:xfrm>
          <a:off x="0" y="0"/>
          <a:ext cx="0" cy="0"/>
          <a:chOff x="0" y="0"/>
          <a:chExt cx="0" cy="0"/>
        </a:xfrm>
      </p:grpSpPr>
      <p:sp>
        <p:nvSpPr>
          <p:cNvPr id="17" name="Title 2">
            <a:extLst>
              <a:ext uri="{FF2B5EF4-FFF2-40B4-BE49-F238E27FC236}">
                <a16:creationId xmlns:a16="http://schemas.microsoft.com/office/drawing/2014/main" id="{0EF11611-8537-47CC-87AC-2E25428B72BA}"/>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endParaRPr lang="en-US" sz="4800" dirty="0"/>
          </a:p>
        </p:txBody>
      </p:sp>
      <p:sp>
        <p:nvSpPr>
          <p:cNvPr id="19" name="Picture Placeholder 17">
            <a:extLst>
              <a:ext uri="{FF2B5EF4-FFF2-40B4-BE49-F238E27FC236}">
                <a16:creationId xmlns:a16="http://schemas.microsoft.com/office/drawing/2014/main" id="{D1A63A52-1E65-414B-BBC3-D31F515791AC}"/>
              </a:ext>
            </a:extLst>
          </p:cNvPr>
          <p:cNvSpPr>
            <a:spLocks noGrp="1"/>
          </p:cNvSpPr>
          <p:nvPr>
            <p:ph type="pic" sz="quarter" idx="11"/>
          </p:nvPr>
        </p:nvSpPr>
        <p:spPr>
          <a:xfrm>
            <a:off x="6578601" y="1638300"/>
            <a:ext cx="5156200" cy="1892300"/>
          </a:xfrm>
        </p:spPr>
        <p:txBody>
          <a:bodyPr>
            <a:noAutofit/>
          </a:bodyPr>
          <a:lstStyle/>
          <a:p>
            <a:r>
              <a:rPr lang="en-US"/>
              <a:t>Click icon to add picture</a:t>
            </a:r>
            <a:endParaRPr lang="en-US" dirty="0"/>
          </a:p>
        </p:txBody>
      </p:sp>
      <p:sp>
        <p:nvSpPr>
          <p:cNvPr id="18" name="Picture Placeholder 17">
            <a:extLst>
              <a:ext uri="{FF2B5EF4-FFF2-40B4-BE49-F238E27FC236}">
                <a16:creationId xmlns:a16="http://schemas.microsoft.com/office/drawing/2014/main" id="{ED7E0E1A-1E64-4A9A-9C8B-69486BD1123B}"/>
              </a:ext>
            </a:extLst>
          </p:cNvPr>
          <p:cNvSpPr>
            <a:spLocks noGrp="1"/>
          </p:cNvSpPr>
          <p:nvPr>
            <p:ph type="pic" sz="quarter" idx="10"/>
          </p:nvPr>
        </p:nvSpPr>
        <p:spPr>
          <a:xfrm>
            <a:off x="469900" y="1638300"/>
            <a:ext cx="5156200" cy="1892300"/>
          </a:xfrm>
        </p:spPr>
        <p:txBody>
          <a:bodyPr>
            <a:noAutofit/>
          </a:bodyPr>
          <a:lstStyle/>
          <a:p>
            <a:r>
              <a:rPr lang="en-US"/>
              <a:t>Click icon to add picture</a:t>
            </a:r>
            <a:endParaRPr lang="en-US" dirty="0"/>
          </a:p>
        </p:txBody>
      </p:sp>
      <p:sp>
        <p:nvSpPr>
          <p:cNvPr id="10" name="Text Placeholder 3">
            <a:extLst>
              <a:ext uri="{FF2B5EF4-FFF2-40B4-BE49-F238E27FC236}">
                <a16:creationId xmlns:a16="http://schemas.microsoft.com/office/drawing/2014/main" id="{1E462965-19D7-4A65-B394-9AE76A5B4805}"/>
              </a:ext>
            </a:extLst>
          </p:cNvPr>
          <p:cNvSpPr>
            <a:spLocks noGrp="1"/>
          </p:cNvSpPr>
          <p:nvPr>
            <p:ph type="body" idx="1"/>
          </p:nvPr>
        </p:nvSpPr>
        <p:spPr>
          <a:xfrm>
            <a:off x="469107" y="3864355"/>
            <a:ext cx="5157787"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1" name="Content Placeholder 4">
            <a:extLst>
              <a:ext uri="{FF2B5EF4-FFF2-40B4-BE49-F238E27FC236}">
                <a16:creationId xmlns:a16="http://schemas.microsoft.com/office/drawing/2014/main" id="{FAEC14D1-0BEA-4D9A-9D96-A56B6A9B07AC}"/>
              </a:ext>
            </a:extLst>
          </p:cNvPr>
          <p:cNvSpPr>
            <a:spLocks noGrp="1"/>
          </p:cNvSpPr>
          <p:nvPr>
            <p:ph sz="half" idx="2"/>
          </p:nvPr>
        </p:nvSpPr>
        <p:spPr>
          <a:xfrm>
            <a:off x="469107" y="4531139"/>
            <a:ext cx="5157787"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12" name="Text Placeholder 5">
            <a:extLst>
              <a:ext uri="{FF2B5EF4-FFF2-40B4-BE49-F238E27FC236}">
                <a16:creationId xmlns:a16="http://schemas.microsoft.com/office/drawing/2014/main" id="{1507BB47-1AB4-42F2-99FF-453A0622B815}"/>
              </a:ext>
            </a:extLst>
          </p:cNvPr>
          <p:cNvSpPr>
            <a:spLocks noGrp="1"/>
          </p:cNvSpPr>
          <p:nvPr>
            <p:ph type="body" sz="quarter" idx="3"/>
          </p:nvPr>
        </p:nvSpPr>
        <p:spPr>
          <a:xfrm>
            <a:off x="6565107" y="3864355"/>
            <a:ext cx="5183188"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4" name="Content Placeholder 6">
            <a:extLst>
              <a:ext uri="{FF2B5EF4-FFF2-40B4-BE49-F238E27FC236}">
                <a16:creationId xmlns:a16="http://schemas.microsoft.com/office/drawing/2014/main" id="{438D6EEA-A0DB-4B5F-8F41-A9C1F2C094C0}"/>
              </a:ext>
            </a:extLst>
          </p:cNvPr>
          <p:cNvSpPr>
            <a:spLocks noGrp="1"/>
          </p:cNvSpPr>
          <p:nvPr>
            <p:ph sz="quarter" idx="4"/>
          </p:nvPr>
        </p:nvSpPr>
        <p:spPr>
          <a:xfrm>
            <a:off x="6565107" y="4531139"/>
            <a:ext cx="5183188"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20" name="Slide Number Placeholder 5">
            <a:extLst>
              <a:ext uri="{FF2B5EF4-FFF2-40B4-BE49-F238E27FC236}">
                <a16:creationId xmlns:a16="http://schemas.microsoft.com/office/drawing/2014/main" id="{A4909F59-7529-454A-A1EF-3CC1EADEFC1F}"/>
              </a:ext>
            </a:extLst>
          </p:cNvPr>
          <p:cNvSpPr>
            <a:spLocks noGrp="1"/>
          </p:cNvSpPr>
          <p:nvPr>
            <p:ph type="sldNum" sz="quarter" idx="12"/>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1270834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3 Column">
    <p:spTree>
      <p:nvGrpSpPr>
        <p:cNvPr id="1" name=""/>
        <p:cNvGrpSpPr/>
        <p:nvPr/>
      </p:nvGrpSpPr>
      <p:grpSpPr>
        <a:xfrm>
          <a:off x="0" y="0"/>
          <a:ext cx="0" cy="0"/>
          <a:chOff x="0" y="0"/>
          <a:chExt cx="0" cy="0"/>
        </a:xfrm>
      </p:grpSpPr>
      <p:sp>
        <p:nvSpPr>
          <p:cNvPr id="22" name="Title 2">
            <a:extLst>
              <a:ext uri="{FF2B5EF4-FFF2-40B4-BE49-F238E27FC236}">
                <a16:creationId xmlns:a16="http://schemas.microsoft.com/office/drawing/2014/main" id="{6186F91B-547E-43BC-9BCE-04619DAAFEC2}"/>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endParaRPr lang="en-US" sz="4800" dirty="0"/>
          </a:p>
        </p:txBody>
      </p:sp>
      <p:sp>
        <p:nvSpPr>
          <p:cNvPr id="28" name="Text Placeholder 27">
            <a:extLst>
              <a:ext uri="{FF2B5EF4-FFF2-40B4-BE49-F238E27FC236}">
                <a16:creationId xmlns:a16="http://schemas.microsoft.com/office/drawing/2014/main" id="{D635DFA1-45D2-4EFE-8BB2-BE966346691E}"/>
              </a:ext>
            </a:extLst>
          </p:cNvPr>
          <p:cNvSpPr>
            <a:spLocks noGrp="1"/>
          </p:cNvSpPr>
          <p:nvPr>
            <p:ph type="body" sz="quarter" idx="13" hasCustomPrompt="1"/>
          </p:nvPr>
        </p:nvSpPr>
        <p:spPr>
          <a:xfrm>
            <a:off x="960121" y="3669506"/>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Picture Placeholder 23">
            <a:extLst>
              <a:ext uri="{FF2B5EF4-FFF2-40B4-BE49-F238E27FC236}">
                <a16:creationId xmlns:a16="http://schemas.microsoft.com/office/drawing/2014/main" id="{2F2918FE-A84E-4303-AEF3-4FD66CDD733E}"/>
              </a:ext>
            </a:extLst>
          </p:cNvPr>
          <p:cNvSpPr>
            <a:spLocks noGrp="1"/>
          </p:cNvSpPr>
          <p:nvPr>
            <p:ph type="pic" sz="quarter" idx="10"/>
          </p:nvPr>
        </p:nvSpPr>
        <p:spPr>
          <a:xfrm>
            <a:off x="960438" y="1624013"/>
            <a:ext cx="3108325" cy="1892300"/>
          </a:xfrm>
        </p:spPr>
        <p:txBody>
          <a:bodyPr>
            <a:noAutofit/>
          </a:bodyPr>
          <a:lstStyle/>
          <a:p>
            <a:r>
              <a:rPr lang="en-US"/>
              <a:t>Click icon to add picture</a:t>
            </a:r>
            <a:endParaRPr lang="en-US" dirty="0"/>
          </a:p>
        </p:txBody>
      </p:sp>
      <p:sp>
        <p:nvSpPr>
          <p:cNvPr id="25" name="Picture Placeholder 23">
            <a:extLst>
              <a:ext uri="{FF2B5EF4-FFF2-40B4-BE49-F238E27FC236}">
                <a16:creationId xmlns:a16="http://schemas.microsoft.com/office/drawing/2014/main" id="{E2401025-9BC9-4BDD-97DA-CA763CF846BB}"/>
              </a:ext>
            </a:extLst>
          </p:cNvPr>
          <p:cNvSpPr>
            <a:spLocks noGrp="1"/>
          </p:cNvSpPr>
          <p:nvPr>
            <p:ph type="pic" sz="quarter" idx="11"/>
          </p:nvPr>
        </p:nvSpPr>
        <p:spPr>
          <a:xfrm>
            <a:off x="4542155" y="1623219"/>
            <a:ext cx="3108325" cy="1892300"/>
          </a:xfrm>
        </p:spPr>
        <p:txBody>
          <a:bodyPr>
            <a:noAutofit/>
          </a:bodyPr>
          <a:lstStyle/>
          <a:p>
            <a:r>
              <a:rPr lang="en-US"/>
              <a:t>Click icon to add picture</a:t>
            </a:r>
            <a:endParaRPr lang="en-US" dirty="0"/>
          </a:p>
        </p:txBody>
      </p:sp>
      <p:sp>
        <p:nvSpPr>
          <p:cNvPr id="26" name="Picture Placeholder 23">
            <a:extLst>
              <a:ext uri="{FF2B5EF4-FFF2-40B4-BE49-F238E27FC236}">
                <a16:creationId xmlns:a16="http://schemas.microsoft.com/office/drawing/2014/main" id="{B7C4AAB6-897A-4ABD-AD50-2D86B197E914}"/>
              </a:ext>
            </a:extLst>
          </p:cNvPr>
          <p:cNvSpPr>
            <a:spLocks noGrp="1"/>
          </p:cNvSpPr>
          <p:nvPr>
            <p:ph type="pic" sz="quarter" idx="12"/>
          </p:nvPr>
        </p:nvSpPr>
        <p:spPr>
          <a:xfrm>
            <a:off x="8122920" y="1623219"/>
            <a:ext cx="3108325" cy="1892300"/>
          </a:xfrm>
        </p:spPr>
        <p:txBody>
          <a:bodyPr>
            <a:noAutofit/>
          </a:bodyPr>
          <a:lstStyle/>
          <a:p>
            <a:r>
              <a:rPr lang="en-US"/>
              <a:t>Click icon to add picture</a:t>
            </a:r>
            <a:endParaRPr lang="en-US" dirty="0"/>
          </a:p>
        </p:txBody>
      </p:sp>
      <p:sp>
        <p:nvSpPr>
          <p:cNvPr id="29" name="Text Placeholder 27">
            <a:extLst>
              <a:ext uri="{FF2B5EF4-FFF2-40B4-BE49-F238E27FC236}">
                <a16:creationId xmlns:a16="http://schemas.microsoft.com/office/drawing/2014/main" id="{790D65EC-6EB4-4594-91E9-5C3DE7C3BA89}"/>
              </a:ext>
            </a:extLst>
          </p:cNvPr>
          <p:cNvSpPr>
            <a:spLocks noGrp="1"/>
          </p:cNvSpPr>
          <p:nvPr>
            <p:ph type="body" sz="quarter" idx="14" hasCustomPrompt="1"/>
          </p:nvPr>
        </p:nvSpPr>
        <p:spPr>
          <a:xfrm>
            <a:off x="4541837"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0" name="Text Placeholder 27">
            <a:extLst>
              <a:ext uri="{FF2B5EF4-FFF2-40B4-BE49-F238E27FC236}">
                <a16:creationId xmlns:a16="http://schemas.microsoft.com/office/drawing/2014/main" id="{611CF730-D055-47C2-A626-299F429D41B2}"/>
              </a:ext>
            </a:extLst>
          </p:cNvPr>
          <p:cNvSpPr>
            <a:spLocks noGrp="1"/>
          </p:cNvSpPr>
          <p:nvPr>
            <p:ph type="body" sz="quarter" idx="15" hasCustomPrompt="1"/>
          </p:nvPr>
        </p:nvSpPr>
        <p:spPr>
          <a:xfrm>
            <a:off x="8122919"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Slide Number Placeholder 5">
            <a:extLst>
              <a:ext uri="{FF2B5EF4-FFF2-40B4-BE49-F238E27FC236}">
                <a16:creationId xmlns:a16="http://schemas.microsoft.com/office/drawing/2014/main" id="{F09E06A6-BFDD-42BD-BA69-2CD3BEF0F73D}"/>
              </a:ext>
            </a:extLst>
          </p:cNvPr>
          <p:cNvSpPr>
            <a:spLocks noGrp="1"/>
          </p:cNvSpPr>
          <p:nvPr>
            <p:ph type="sldNum" sz="quarter" idx="16"/>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4145592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58000"/>
          </a:xfrm>
          <a:effectLst/>
        </p:spPr>
        <p:txBody>
          <a:bodyPr anchor="ctr"/>
          <a:lstStyle>
            <a:lvl1pPr marL="0" indent="0" algn="ctr">
              <a:buNone/>
              <a:defRPr/>
            </a:lvl1pPr>
          </a:lstStyle>
          <a:p>
            <a:r>
              <a:rPr lang="en-US"/>
              <a:t>Click icon to add picture</a:t>
            </a:r>
            <a:endParaRPr lang="en-US" dirty="0"/>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1661160"/>
            <a:ext cx="4646246" cy="2218585"/>
          </a:xfrm>
        </p:spPr>
        <p:txBody>
          <a:bodyPr>
            <a:noAutofit/>
          </a:bodyPr>
          <a:lstStyle>
            <a:lvl1pPr>
              <a:defRPr/>
            </a:lvl1pPr>
          </a:lstStyle>
          <a:p>
            <a:pPr marL="0" indent="0">
              <a:lnSpc>
                <a:spcPct val="100000"/>
              </a:lnSpc>
              <a:buNone/>
            </a:pPr>
            <a:r>
              <a:rPr lang="en-US" sz="1600" dirty="0">
                <a:cs typeface="Biome Light" panose="020B0303030204020804" pitchFamily="34" charset="0"/>
              </a:rPr>
              <a:t>Click to edit master text style.</a:t>
            </a:r>
          </a:p>
          <a:p>
            <a:pPr marL="0" indent="0">
              <a:buNone/>
            </a:pPr>
            <a:endParaRPr lang="en-US" dirty="0"/>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dirty="0"/>
          </a:p>
        </p:txBody>
      </p:sp>
      <p:sp>
        <p:nvSpPr>
          <p:cNvPr id="7" name="Title 1">
            <a:extLst>
              <a:ext uri="{FF2B5EF4-FFF2-40B4-BE49-F238E27FC236}">
                <a16:creationId xmlns:a16="http://schemas.microsoft.com/office/drawing/2014/main" id="{76CDEBF2-B5C9-4887-B717-81C3D1A73CA9}"/>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endParaRPr lang="en-US" dirty="0"/>
          </a:p>
        </p:txBody>
      </p:sp>
      <p:sp>
        <p:nvSpPr>
          <p:cNvPr id="2" name="Rectangle 1">
            <a:extLst>
              <a:ext uri="{FF2B5EF4-FFF2-40B4-BE49-F238E27FC236}">
                <a16:creationId xmlns:a16="http://schemas.microsoft.com/office/drawing/2014/main" id="{016A7FA3-8C13-4E5A-88C4-4357C8ACD73E}"/>
              </a:ext>
              <a:ext uri="{C183D7F6-B498-43B3-948B-1728B52AA6E4}">
                <adec:decorative xmlns:adec="http://schemas.microsoft.com/office/drawing/2017/decorative" val="1"/>
              </a:ext>
            </a:extLst>
          </p:cNvPr>
          <p:cNvSpPr/>
          <p:nvPr userDrawn="1"/>
        </p:nvSpPr>
        <p:spPr>
          <a:xfrm>
            <a:off x="6107044"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13196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endParaRPr lang="en-US" dirty="0"/>
          </a:p>
        </p:txBody>
      </p:sp>
      <p:sp>
        <p:nvSpPr>
          <p:cNvPr id="6" name="Title 5">
            <a:extLst>
              <a:ext uri="{FF2B5EF4-FFF2-40B4-BE49-F238E27FC236}">
                <a16:creationId xmlns:a16="http://schemas.microsoft.com/office/drawing/2014/main" id="{D9074D0F-754F-4F2C-A410-F222D2D2346E}"/>
              </a:ext>
            </a:extLst>
          </p:cNvPr>
          <p:cNvSpPr>
            <a:spLocks noGrp="1"/>
          </p:cNvSpPr>
          <p:nvPr>
            <p:ph type="title" idx="4294967295"/>
          </p:nvPr>
        </p:nvSpPr>
        <p:spPr>
          <a:xfrm>
            <a:off x="702365" y="1660810"/>
            <a:ext cx="10787270" cy="830649"/>
          </a:xfrm>
        </p:spPr>
        <p:txBody>
          <a:bodyPr>
            <a:noAutofit/>
          </a:bodyPr>
          <a:lstStyle/>
          <a:p>
            <a:r>
              <a:rPr lang="en-US" sz="4000" spc="300"/>
              <a:t>Click to edit Master title style</a:t>
            </a:r>
            <a:endParaRPr lang="en-US" sz="4000" spc="300" dirty="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hasCustomPrompt="1"/>
          </p:nvPr>
        </p:nvSpPr>
        <p:spPr>
          <a:xfrm>
            <a:off x="3512343" y="5137992"/>
            <a:ext cx="5167313"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 MASTER TEXT STYLES</a:t>
            </a:r>
          </a:p>
        </p:txBody>
      </p:sp>
      <p:sp>
        <p:nvSpPr>
          <p:cNvPr id="31" name="Text Placeholder 13">
            <a:extLst>
              <a:ext uri="{FF2B5EF4-FFF2-40B4-BE49-F238E27FC236}">
                <a16:creationId xmlns:a16="http://schemas.microsoft.com/office/drawing/2014/main" id="{1D89734B-03E0-4ADE-8F62-C819F3E976D5}"/>
              </a:ext>
            </a:extLst>
          </p:cNvPr>
          <p:cNvSpPr>
            <a:spLocks noGrp="1"/>
          </p:cNvSpPr>
          <p:nvPr>
            <p:ph type="body" sz="quarter" idx="16" hasCustomPrompt="1"/>
          </p:nvPr>
        </p:nvSpPr>
        <p:spPr>
          <a:xfrm>
            <a:off x="588194"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2" name="Text Placeholder 13">
            <a:extLst>
              <a:ext uri="{FF2B5EF4-FFF2-40B4-BE49-F238E27FC236}">
                <a16:creationId xmlns:a16="http://schemas.microsoft.com/office/drawing/2014/main" id="{85971F4D-8B59-4B3E-9169-64E0EF1BA85F}"/>
              </a:ext>
            </a:extLst>
          </p:cNvPr>
          <p:cNvSpPr>
            <a:spLocks noGrp="1"/>
          </p:cNvSpPr>
          <p:nvPr>
            <p:ph type="body" sz="quarter" idx="17" hasCustomPrompt="1"/>
          </p:nvPr>
        </p:nvSpPr>
        <p:spPr>
          <a:xfrm>
            <a:off x="4563664" y="3893330"/>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3" name="Text Placeholder 13">
            <a:extLst>
              <a:ext uri="{FF2B5EF4-FFF2-40B4-BE49-F238E27FC236}">
                <a16:creationId xmlns:a16="http://schemas.microsoft.com/office/drawing/2014/main" id="{90B19777-E2ED-419C-B486-857117FD081B}"/>
              </a:ext>
            </a:extLst>
          </p:cNvPr>
          <p:cNvSpPr>
            <a:spLocks noGrp="1"/>
          </p:cNvSpPr>
          <p:nvPr>
            <p:ph type="body" sz="quarter" idx="18" hasCustomPrompt="1"/>
          </p:nvPr>
        </p:nvSpPr>
        <p:spPr>
          <a:xfrm>
            <a:off x="8539138"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4" name="Online Image Placeholder 33">
            <a:extLst>
              <a:ext uri="{FF2B5EF4-FFF2-40B4-BE49-F238E27FC236}">
                <a16:creationId xmlns:a16="http://schemas.microsoft.com/office/drawing/2014/main" id="{1A58EB44-F532-4998-B316-61C738C37BF5}"/>
              </a:ext>
            </a:extLst>
          </p:cNvPr>
          <p:cNvSpPr>
            <a:spLocks noGrp="1"/>
          </p:cNvSpPr>
          <p:nvPr>
            <p:ph type="clipArt" sz="quarter" idx="19" hasCustomPrompt="1"/>
          </p:nvPr>
        </p:nvSpPr>
        <p:spPr>
          <a:xfrm>
            <a:off x="1754768" y="3098985"/>
            <a:ext cx="731520" cy="731520"/>
          </a:xfrm>
        </p:spPr>
        <p:txBody>
          <a:bodyPr>
            <a:noAutofit/>
          </a:bodyPr>
          <a:lstStyle>
            <a:lvl1pPr marL="0" indent="0">
              <a:buNone/>
              <a:defRPr/>
            </a:lvl1pPr>
          </a:lstStyle>
          <a:p>
            <a:r>
              <a:rPr lang="en-US" dirty="0"/>
              <a:t>Icon</a:t>
            </a:r>
          </a:p>
        </p:txBody>
      </p:sp>
      <p:sp>
        <p:nvSpPr>
          <p:cNvPr id="35" name="Online Image Placeholder 33">
            <a:extLst>
              <a:ext uri="{FF2B5EF4-FFF2-40B4-BE49-F238E27FC236}">
                <a16:creationId xmlns:a16="http://schemas.microsoft.com/office/drawing/2014/main" id="{33763C3C-3545-40BD-9B2C-DC4C0E4CE819}"/>
              </a:ext>
            </a:extLst>
          </p:cNvPr>
          <p:cNvSpPr>
            <a:spLocks noGrp="1"/>
          </p:cNvSpPr>
          <p:nvPr>
            <p:ph type="clipArt" sz="quarter" idx="20" hasCustomPrompt="1"/>
          </p:nvPr>
        </p:nvSpPr>
        <p:spPr>
          <a:xfrm>
            <a:off x="5730240" y="3098985"/>
            <a:ext cx="731520" cy="731520"/>
          </a:xfrm>
        </p:spPr>
        <p:txBody>
          <a:bodyPr>
            <a:noAutofit/>
          </a:bodyPr>
          <a:lstStyle>
            <a:lvl1pPr marL="0" indent="0">
              <a:buNone/>
              <a:defRPr/>
            </a:lvl1pPr>
          </a:lstStyle>
          <a:p>
            <a:r>
              <a:rPr lang="en-US" dirty="0"/>
              <a:t>Icon</a:t>
            </a:r>
          </a:p>
        </p:txBody>
      </p:sp>
      <p:sp>
        <p:nvSpPr>
          <p:cNvPr id="36" name="Online Image Placeholder 33">
            <a:extLst>
              <a:ext uri="{FF2B5EF4-FFF2-40B4-BE49-F238E27FC236}">
                <a16:creationId xmlns:a16="http://schemas.microsoft.com/office/drawing/2014/main" id="{1C5D3777-17F3-4225-8C52-2EF1DB4FD54A}"/>
              </a:ext>
            </a:extLst>
          </p:cNvPr>
          <p:cNvSpPr>
            <a:spLocks noGrp="1"/>
          </p:cNvSpPr>
          <p:nvPr>
            <p:ph type="clipArt" sz="quarter" idx="21" hasCustomPrompt="1"/>
          </p:nvPr>
        </p:nvSpPr>
        <p:spPr>
          <a:xfrm>
            <a:off x="9705712" y="3098985"/>
            <a:ext cx="731520" cy="731520"/>
          </a:xfrm>
        </p:spPr>
        <p:txBody>
          <a:bodyPr>
            <a:noAutofit/>
          </a:bodyPr>
          <a:lstStyle>
            <a:lvl1pPr marL="0" indent="0">
              <a:buNone/>
              <a:defRPr/>
            </a:lvl1pPr>
          </a:lstStyle>
          <a:p>
            <a:r>
              <a:rPr lang="en-US" dirty="0"/>
              <a:t>Icon</a:t>
            </a:r>
          </a:p>
        </p:txBody>
      </p:sp>
    </p:spTree>
    <p:extLst>
      <p:ext uri="{BB962C8B-B14F-4D97-AF65-F5344CB8AC3E}">
        <p14:creationId xmlns:p14="http://schemas.microsoft.com/office/powerpoint/2010/main" val="3173740392"/>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227223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05F96C-D634-4A69-95EC-3D002BD68752}"/>
              </a:ext>
            </a:extLst>
          </p:cNvPr>
          <p:cNvSpPr>
            <a:spLocks noGrp="1"/>
          </p:cNvSpPr>
          <p:nvPr>
            <p:ph type="title"/>
          </p:nvPr>
        </p:nvSpPr>
        <p:spPr>
          <a:xfrm>
            <a:off x="594519" y="365125"/>
            <a:ext cx="11002962" cy="82391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7757E98-D0FB-43E3-98BC-711F6A2F5372}"/>
              </a:ext>
            </a:extLst>
          </p:cNvPr>
          <p:cNvSpPr>
            <a:spLocks noGrp="1"/>
          </p:cNvSpPr>
          <p:nvPr>
            <p:ph type="body" idx="1"/>
          </p:nvPr>
        </p:nvSpPr>
        <p:spPr>
          <a:xfrm>
            <a:off x="594519" y="1365813"/>
            <a:ext cx="10989920" cy="4811150"/>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FA65B72-2E86-4BA3-94F2-3ADFA40B7A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Add a footer</a:t>
            </a:r>
          </a:p>
        </p:txBody>
      </p:sp>
      <p:sp>
        <p:nvSpPr>
          <p:cNvPr id="6" name="Slide Number Placeholder 5">
            <a:extLst>
              <a:ext uri="{FF2B5EF4-FFF2-40B4-BE49-F238E27FC236}">
                <a16:creationId xmlns:a16="http://schemas.microsoft.com/office/drawing/2014/main" id="{73C1F3FD-3DB9-46B7-85E1-E8B8878A401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Tree>
    <p:extLst>
      <p:ext uri="{BB962C8B-B14F-4D97-AF65-F5344CB8AC3E}">
        <p14:creationId xmlns:p14="http://schemas.microsoft.com/office/powerpoint/2010/main" val="69282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1" r:id="rId3"/>
    <p:sldLayoutId id="2147483651" r:id="rId4"/>
    <p:sldLayoutId id="2147483660" r:id="rId5"/>
    <p:sldLayoutId id="2147483677" r:id="rId6"/>
    <p:sldLayoutId id="2147483666" r:id="rId7"/>
    <p:sldLayoutId id="2147483679" r:id="rId8"/>
    <p:sldLayoutId id="2147483653" r:id="rId9"/>
    <p:sldLayoutId id="2147483678" r:id="rId10"/>
    <p:sldLayoutId id="2147483680" r:id="rId11"/>
    <p:sldLayoutId id="2147483681" r:id="rId12"/>
  </p:sldLayoutIdLst>
  <p:hf hdr="0" ftr="0" dt="0"/>
  <p:txStyles>
    <p:titleStyle>
      <a:lvl1pPr algn="ctr" defTabSz="914400" rtl="0" eaLnBrk="1" latinLnBrk="0" hangingPunct="1">
        <a:lnSpc>
          <a:spcPct val="10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hyperlink" Target="https://creativecommons.org/licenses/by/3.0/" TargetMode="External"/><Relationship Id="rId4" Type="http://schemas.openxmlformats.org/officeDocument/2006/relationships/hyperlink" Target="https://www.solaresearch.org/2019/12/journal-of-learning-analytics-jla-volume-6-issue-3-now-available/"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8" Type="http://schemas.openxmlformats.org/officeDocument/2006/relationships/image" Target="../media/image16.png"/><Relationship Id="rId3" Type="http://schemas.microsoft.com/office/2007/relationships/hdphoto" Target="../media/hdphoto1.wdp"/><Relationship Id="rId7" Type="http://schemas.openxmlformats.org/officeDocument/2006/relationships/image" Target="../media/image15.svg"/><Relationship Id="rId2" Type="http://schemas.openxmlformats.org/officeDocument/2006/relationships/image" Target="../media/image1.png"/><Relationship Id="rId1" Type="http://schemas.openxmlformats.org/officeDocument/2006/relationships/slideLayout" Target="../slideLayouts/slideLayout11.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 Id="rId9" Type="http://schemas.openxmlformats.org/officeDocument/2006/relationships/image" Target="../media/image1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abstract image">
            <a:extLst>
              <a:ext uri="{FF2B5EF4-FFF2-40B4-BE49-F238E27FC236}">
                <a16:creationId xmlns:a16="http://schemas.microsoft.com/office/drawing/2014/main" id="{9AB29DBC-55D3-49D9-BB44-4936739C4B57}"/>
              </a:ext>
            </a:extLst>
          </p:cNvPr>
          <p:cNvPicPr>
            <a:picLocks noGrp="1" noChangeAspect="1"/>
          </p:cNvPicPr>
          <p:nvPr>
            <p:ph type="pic" sz="quarter" idx="10"/>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a:stretch/>
        </p:blipFill>
        <p:spPr/>
      </p:pic>
      <p:sp>
        <p:nvSpPr>
          <p:cNvPr id="9" name="Title 8">
            <a:extLst>
              <a:ext uri="{FF2B5EF4-FFF2-40B4-BE49-F238E27FC236}">
                <a16:creationId xmlns:a16="http://schemas.microsoft.com/office/drawing/2014/main" id="{79DC1498-E692-42BA-B69F-6D37E6CFACA0}"/>
              </a:ext>
            </a:extLst>
          </p:cNvPr>
          <p:cNvSpPr>
            <a:spLocks noGrp="1"/>
          </p:cNvSpPr>
          <p:nvPr>
            <p:ph type="title"/>
          </p:nvPr>
        </p:nvSpPr>
        <p:spPr>
          <a:xfrm>
            <a:off x="350837" y="1477926"/>
            <a:ext cx="11525730" cy="2307265"/>
          </a:xfrm>
        </p:spPr>
        <p:txBody>
          <a:bodyPr/>
          <a:lstStyle/>
          <a:p>
            <a:r>
              <a:rPr lang="en-US" sz="5400" b="1" dirty="0"/>
              <a:t>Software Engineering</a:t>
            </a:r>
          </a:p>
        </p:txBody>
      </p:sp>
      <p:sp>
        <p:nvSpPr>
          <p:cNvPr id="3" name="Text Placeholder 2">
            <a:extLst>
              <a:ext uri="{FF2B5EF4-FFF2-40B4-BE49-F238E27FC236}">
                <a16:creationId xmlns:a16="http://schemas.microsoft.com/office/drawing/2014/main" id="{C0AE828D-1E63-455F-949D-0C5454A7FE88}"/>
              </a:ext>
            </a:extLst>
          </p:cNvPr>
          <p:cNvSpPr>
            <a:spLocks noGrp="1"/>
          </p:cNvSpPr>
          <p:nvPr>
            <p:ph type="body" sz="quarter" idx="12"/>
          </p:nvPr>
        </p:nvSpPr>
        <p:spPr>
          <a:xfrm>
            <a:off x="350837" y="5699050"/>
            <a:ext cx="11525730" cy="1073889"/>
          </a:xfrm>
        </p:spPr>
        <p:txBody>
          <a:bodyPr/>
          <a:lstStyle/>
          <a:p>
            <a:r>
              <a:rPr lang="en-US" sz="2000"/>
              <a:t>Dr. Owais Hussain</a:t>
            </a:r>
            <a:endParaRPr lang="en-US" sz="2000" dirty="0"/>
          </a:p>
        </p:txBody>
      </p:sp>
    </p:spTree>
    <p:extLst>
      <p:ext uri="{BB962C8B-B14F-4D97-AF65-F5344CB8AC3E}">
        <p14:creationId xmlns:p14="http://schemas.microsoft.com/office/powerpoint/2010/main" val="146856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A87B3-0A27-4EE9-979E-B69581E476F0}"/>
              </a:ext>
            </a:extLst>
          </p:cNvPr>
          <p:cNvSpPr>
            <a:spLocks noGrp="1"/>
          </p:cNvSpPr>
          <p:nvPr>
            <p:ph type="title"/>
          </p:nvPr>
        </p:nvSpPr>
        <p:spPr/>
        <p:txBody>
          <a:bodyPr/>
          <a:lstStyle/>
          <a:p>
            <a:r>
              <a:rPr lang="en-US" dirty="0"/>
              <a:t>Agenda</a:t>
            </a:r>
          </a:p>
        </p:txBody>
      </p:sp>
      <p:pic>
        <p:nvPicPr>
          <p:cNvPr id="8" name="Picture Placeholder 7">
            <a:extLst>
              <a:ext uri="{FF2B5EF4-FFF2-40B4-BE49-F238E27FC236}">
                <a16:creationId xmlns:a16="http://schemas.microsoft.com/office/drawing/2014/main" id="{BB76F5AB-0940-46E1-85F9-6A870D7D04C9}"/>
              </a:ext>
            </a:extLst>
          </p:cNvPr>
          <p:cNvPicPr>
            <a:picLocks noGrp="1" noChangeAspect="1"/>
          </p:cNvPicPr>
          <p:nvPr>
            <p:ph type="pic" sz="quarter" idx="13"/>
          </p:nvPr>
        </p:nvPicPr>
        <p:blipFill>
          <a:blip r:embed="rId3">
            <a:extLst>
              <a:ext uri="{837473B0-CC2E-450A-ABE3-18F120FF3D39}">
                <a1611:picAttrSrcUrl xmlns:a1611="http://schemas.microsoft.com/office/drawing/2016/11/main" r:id="rId4"/>
              </a:ext>
            </a:extLst>
          </a:blip>
          <a:srcRect l="7684" r="33028"/>
          <a:stretch>
            <a:fillRect/>
          </a:stretch>
        </p:blipFill>
        <p:spPr>
          <a:xfrm>
            <a:off x="0" y="0"/>
            <a:ext cx="6096000" cy="6858000"/>
          </a:xfrm>
        </p:spPr>
      </p:pic>
      <p:sp>
        <p:nvSpPr>
          <p:cNvPr id="6" name="Text Placeholder 5">
            <a:extLst>
              <a:ext uri="{FF2B5EF4-FFF2-40B4-BE49-F238E27FC236}">
                <a16:creationId xmlns:a16="http://schemas.microsoft.com/office/drawing/2014/main" id="{F3C89A40-EEAA-43AB-9A3A-B2CFDE450F1B}"/>
              </a:ext>
            </a:extLst>
          </p:cNvPr>
          <p:cNvSpPr>
            <a:spLocks noGrp="1"/>
          </p:cNvSpPr>
          <p:nvPr>
            <p:ph type="body" sz="quarter" idx="15"/>
          </p:nvPr>
        </p:nvSpPr>
        <p:spPr>
          <a:xfrm>
            <a:off x="7068819" y="2078874"/>
            <a:ext cx="4846320" cy="4136198"/>
          </a:xfrm>
        </p:spPr>
        <p:txBody>
          <a:bodyPr/>
          <a:lstStyle/>
          <a:p>
            <a:r>
              <a:rPr lang="en-US" dirty="0"/>
              <a:t>Introduction</a:t>
            </a:r>
          </a:p>
          <a:p>
            <a:r>
              <a:rPr lang="en-US" dirty="0"/>
              <a:t>Reactive vs Proactive Development</a:t>
            </a:r>
          </a:p>
          <a:p>
            <a:r>
              <a:rPr lang="en-GB" dirty="0"/>
              <a:t>Human Memory, Scope and Scale</a:t>
            </a:r>
          </a:p>
          <a:p>
            <a:r>
              <a:rPr lang="en-US" dirty="0"/>
              <a:t>Problem solving Approaches</a:t>
            </a:r>
          </a:p>
          <a:p>
            <a:r>
              <a:rPr lang="en-US" dirty="0"/>
              <a:t>Software Development</a:t>
            </a:r>
          </a:p>
          <a:p>
            <a:r>
              <a:rPr lang="en-US" dirty="0"/>
              <a:t>Software Engineering Diversity</a:t>
            </a:r>
          </a:p>
          <a:p>
            <a:r>
              <a:rPr lang="en-US" dirty="0"/>
              <a:t>Software Engineering Activities and Ethics</a:t>
            </a:r>
          </a:p>
        </p:txBody>
      </p:sp>
      <p:sp>
        <p:nvSpPr>
          <p:cNvPr id="7" name="Slide Number Placeholder 6">
            <a:extLst>
              <a:ext uri="{FF2B5EF4-FFF2-40B4-BE49-F238E27FC236}">
                <a16:creationId xmlns:a16="http://schemas.microsoft.com/office/drawing/2014/main" id="{F29F8048-1E86-48F4-B246-D2F8C54B7EB1}"/>
              </a:ext>
            </a:extLst>
          </p:cNvPr>
          <p:cNvSpPr>
            <a:spLocks noGrp="1"/>
          </p:cNvSpPr>
          <p:nvPr>
            <p:ph type="sldNum" sz="quarter" idx="12"/>
          </p:nvPr>
        </p:nvSpPr>
        <p:spPr/>
        <p:txBody>
          <a:bodyPr/>
          <a:lstStyle/>
          <a:p>
            <a:fld id="{8C2E478F-E849-4A8C-AF1F-CBCC78A7CBFA}" type="slidenum">
              <a:rPr lang="en-US" smtClean="0"/>
              <a:pPr/>
              <a:t>2</a:t>
            </a:fld>
            <a:endParaRPr lang="en-US" dirty="0"/>
          </a:p>
        </p:txBody>
      </p:sp>
      <p:sp>
        <p:nvSpPr>
          <p:cNvPr id="4" name="TextBox 3">
            <a:extLst>
              <a:ext uri="{FF2B5EF4-FFF2-40B4-BE49-F238E27FC236}">
                <a16:creationId xmlns:a16="http://schemas.microsoft.com/office/drawing/2014/main" id="{D45FA580-2511-43FF-99FF-4AD8C9598CD1}"/>
              </a:ext>
            </a:extLst>
          </p:cNvPr>
          <p:cNvSpPr txBox="1"/>
          <p:nvPr/>
        </p:nvSpPr>
        <p:spPr>
          <a:xfrm>
            <a:off x="0" y="6858000"/>
            <a:ext cx="6096000" cy="230832"/>
          </a:xfrm>
          <a:prstGeom prst="rect">
            <a:avLst/>
          </a:prstGeom>
          <a:noFill/>
        </p:spPr>
        <p:txBody>
          <a:bodyPr wrap="square" rtlCol="0">
            <a:spAutoFit/>
          </a:bodyPr>
          <a:lstStyle/>
          <a:p>
            <a:r>
              <a:rPr lang="en-PK" sz="900">
                <a:hlinkClick r:id="rId4" tooltip="https://www.solaresearch.org/2019/12/journal-of-learning-analytics-jla-volume-6-issue-3-now-available/"/>
              </a:rPr>
              <a:t>This Photo</a:t>
            </a:r>
            <a:r>
              <a:rPr lang="en-PK" sz="900"/>
              <a:t> by Unknown Author is licensed under </a:t>
            </a:r>
            <a:r>
              <a:rPr lang="en-PK" sz="900">
                <a:hlinkClick r:id="rId5" tooltip="https://creativecommons.org/licenses/by/3.0/"/>
              </a:rPr>
              <a:t>CC BY</a:t>
            </a:r>
            <a:endParaRPr lang="en-PK" sz="900"/>
          </a:p>
        </p:txBody>
      </p:sp>
    </p:spTree>
    <p:extLst>
      <p:ext uri="{BB962C8B-B14F-4D97-AF65-F5344CB8AC3E}">
        <p14:creationId xmlns:p14="http://schemas.microsoft.com/office/powerpoint/2010/main" val="16490989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AA47A6-0A67-AFCB-80D0-877C3D20D1C1}"/>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072C4BB7-73C0-3E28-484A-42EC5FD4383A}"/>
              </a:ext>
            </a:extLst>
          </p:cNvPr>
          <p:cNvSpPr>
            <a:spLocks noGrp="1"/>
          </p:cNvSpPr>
          <p:nvPr>
            <p:ph type="title"/>
          </p:nvPr>
        </p:nvSpPr>
        <p:spPr/>
        <p:txBody>
          <a:bodyPr/>
          <a:lstStyle/>
          <a:p>
            <a:r>
              <a:rPr lang="en-US" dirty="0"/>
              <a:t>Sample 2</a:t>
            </a:r>
          </a:p>
        </p:txBody>
      </p:sp>
      <p:sp>
        <p:nvSpPr>
          <p:cNvPr id="89" name="Rectangle 88">
            <a:extLst>
              <a:ext uri="{FF2B5EF4-FFF2-40B4-BE49-F238E27FC236}">
                <a16:creationId xmlns:a16="http://schemas.microsoft.com/office/drawing/2014/main" id="{747DAC43-8287-785D-E5BC-9DC929442E53}"/>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a:extLst>
              <a:ext uri="{FF2B5EF4-FFF2-40B4-BE49-F238E27FC236}">
                <a16:creationId xmlns:a16="http://schemas.microsoft.com/office/drawing/2014/main" id="{A9DD1DF8-8028-42A5-8055-5B248A1F9240}"/>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Introduction</a:t>
            </a:r>
          </a:p>
        </p:txBody>
      </p:sp>
      <p:sp>
        <p:nvSpPr>
          <p:cNvPr id="216" name="Rectangle 215">
            <a:extLst>
              <a:ext uri="{FF2B5EF4-FFF2-40B4-BE49-F238E27FC236}">
                <a16:creationId xmlns:a16="http://schemas.microsoft.com/office/drawing/2014/main" id="{EDDDF37F-E8A4-26B9-55C7-5BF66CD7A99B}"/>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FF2B5EF4-FFF2-40B4-BE49-F238E27FC236}">
                <a16:creationId xmlns:a16="http://schemas.microsoft.com/office/drawing/2014/main" id="{F3248312-5DC8-EC7E-80CE-EBEEE2A2919A}"/>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376CC965-0BC8-FC64-8304-9D1604334888}"/>
              </a:ext>
            </a:extLst>
          </p:cNvPr>
          <p:cNvSpPr txBox="1">
            <a:spLocks/>
          </p:cNvSpPr>
          <p:nvPr/>
        </p:nvSpPr>
        <p:spPr>
          <a:xfrm>
            <a:off x="220384" y="1532587"/>
            <a:ext cx="11743016" cy="4887878"/>
          </a:xfrm>
          <a:prstGeom prst="rect">
            <a:avLst/>
          </a:prstGeom>
        </p:spPr>
        <p:txBody>
          <a:bodyPr>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US" sz="3400" dirty="0"/>
              <a:t>What is Engineering?</a:t>
            </a:r>
          </a:p>
          <a:p>
            <a:pPr>
              <a:buFont typeface="Wingdings" panose="05000000000000000000" pitchFamily="2" charset="2"/>
              <a:buChar char="§"/>
            </a:pPr>
            <a:r>
              <a:rPr lang="en-US" sz="3400" dirty="0"/>
              <a:t>What is Software?</a:t>
            </a:r>
          </a:p>
          <a:p>
            <a:pPr>
              <a:buFont typeface="Wingdings" panose="05000000000000000000" pitchFamily="2" charset="2"/>
              <a:buChar char="§"/>
            </a:pPr>
            <a:r>
              <a:rPr lang="en-US" sz="3400" dirty="0"/>
              <a:t>What is Software Engineering?</a:t>
            </a:r>
          </a:p>
          <a:p>
            <a:pPr>
              <a:buFont typeface="Wingdings" panose="05000000000000000000" pitchFamily="2" charset="2"/>
              <a:buChar char="§"/>
            </a:pPr>
            <a:r>
              <a:rPr lang="en-US" sz="3400" dirty="0"/>
              <a:t>Reactive development vs Proactive development</a:t>
            </a:r>
          </a:p>
          <a:p>
            <a:pPr>
              <a:buFont typeface="Wingdings" panose="05000000000000000000" pitchFamily="2" charset="2"/>
              <a:buChar char="§"/>
            </a:pPr>
            <a:r>
              <a:rPr lang="en-US" sz="3400" dirty="0"/>
              <a:t>Human Memory, Scope and Scale</a:t>
            </a:r>
          </a:p>
          <a:p>
            <a:pPr>
              <a:buFont typeface="Wingdings" panose="05000000000000000000" pitchFamily="2" charset="2"/>
              <a:buChar char="§"/>
            </a:pPr>
            <a:r>
              <a:rPr lang="en-US" sz="3400" dirty="0"/>
              <a:t>Problem solving Approaches</a:t>
            </a:r>
          </a:p>
        </p:txBody>
      </p:sp>
    </p:spTree>
    <p:extLst>
      <p:ext uri="{BB962C8B-B14F-4D97-AF65-F5344CB8AC3E}">
        <p14:creationId xmlns:p14="http://schemas.microsoft.com/office/powerpoint/2010/main" val="1489557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A69A5-2E75-7F0E-30E4-9C032FFA535D}"/>
            </a:ext>
          </a:extLst>
        </p:cNvPr>
        <p:cNvGrpSpPr/>
        <p:nvPr/>
      </p:nvGrpSpPr>
      <p:grpSpPr>
        <a:xfrm>
          <a:off x="0" y="0"/>
          <a:ext cx="0" cy="0"/>
          <a:chOff x="0" y="0"/>
          <a:chExt cx="0" cy="0"/>
        </a:xfrm>
      </p:grpSpPr>
      <p:pic>
        <p:nvPicPr>
          <p:cNvPr id="1028" name="Picture 4" descr="Art of Line for Expressive Charcoal Drawing">
            <a:extLst>
              <a:ext uri="{FF2B5EF4-FFF2-40B4-BE49-F238E27FC236}">
                <a16:creationId xmlns:a16="http://schemas.microsoft.com/office/drawing/2014/main" id="{BECC2C4C-E45C-740A-79ED-DDE7F836B9F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3269" t="13269" r="11599" b="11599"/>
          <a:stretch>
            <a:fillRect/>
          </a:stretch>
        </p:blipFill>
        <p:spPr bwMode="auto">
          <a:xfrm>
            <a:off x="7372495" y="2009180"/>
            <a:ext cx="3827217" cy="3934692"/>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hidden="1">
            <a:extLst>
              <a:ext uri="{FF2B5EF4-FFF2-40B4-BE49-F238E27FC236}">
                <a16:creationId xmlns:a16="http://schemas.microsoft.com/office/drawing/2014/main" id="{78C97AC3-B54F-F960-9657-33653DD54DFC}"/>
              </a:ext>
            </a:extLst>
          </p:cNvPr>
          <p:cNvSpPr>
            <a:spLocks noGrp="1"/>
          </p:cNvSpPr>
          <p:nvPr>
            <p:ph type="title"/>
          </p:nvPr>
        </p:nvSpPr>
        <p:spPr/>
        <p:txBody>
          <a:bodyPr/>
          <a:lstStyle/>
          <a:p>
            <a:r>
              <a:rPr lang="en-US" dirty="0"/>
              <a:t>Sample 2</a:t>
            </a:r>
          </a:p>
        </p:txBody>
      </p:sp>
      <p:sp>
        <p:nvSpPr>
          <p:cNvPr id="89" name="Rectangle 88">
            <a:extLst>
              <a:ext uri="{FF2B5EF4-FFF2-40B4-BE49-F238E27FC236}">
                <a16:creationId xmlns:a16="http://schemas.microsoft.com/office/drawing/2014/main" id="{D15C3A70-99F1-E7BA-8A8E-25F62DD36B78}"/>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a:extLst>
              <a:ext uri="{FF2B5EF4-FFF2-40B4-BE49-F238E27FC236}">
                <a16:creationId xmlns:a16="http://schemas.microsoft.com/office/drawing/2014/main" id="{43F7F289-9CA5-C7C1-4407-8D39EFA82D53}"/>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Introduction – Engineering</a:t>
            </a:r>
          </a:p>
        </p:txBody>
      </p:sp>
      <p:sp>
        <p:nvSpPr>
          <p:cNvPr id="216" name="Rectangle 215">
            <a:extLst>
              <a:ext uri="{FF2B5EF4-FFF2-40B4-BE49-F238E27FC236}">
                <a16:creationId xmlns:a16="http://schemas.microsoft.com/office/drawing/2014/main" id="{4E3C255F-C470-3825-C549-0F430AC3FBAD}"/>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FF2B5EF4-FFF2-40B4-BE49-F238E27FC236}">
                <a16:creationId xmlns:a16="http://schemas.microsoft.com/office/drawing/2014/main" id="{629056A8-17FE-CFBD-D30D-D6C16EC6097F}"/>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EC7DF012-B3C1-0A88-A1F3-E0D151B48B32}"/>
              </a:ext>
            </a:extLst>
          </p:cNvPr>
          <p:cNvSpPr txBox="1">
            <a:spLocks/>
          </p:cNvSpPr>
          <p:nvPr/>
        </p:nvSpPr>
        <p:spPr>
          <a:xfrm>
            <a:off x="220384" y="1532587"/>
            <a:ext cx="5875616" cy="4887878"/>
          </a:xfrm>
          <a:prstGeom prst="rect">
            <a:avLst/>
          </a:prstGeom>
        </p:spPr>
        <p:txBody>
          <a:bodyPr>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US" sz="3600" dirty="0"/>
              <a:t>This is Art</a:t>
            </a:r>
          </a:p>
          <a:p>
            <a:pPr>
              <a:buFont typeface="Wingdings" panose="05000000000000000000" pitchFamily="2" charset="2"/>
              <a:buChar char="§"/>
            </a:pPr>
            <a:r>
              <a:rPr lang="en-US" sz="3600" dirty="0"/>
              <a:t>So is this</a:t>
            </a:r>
          </a:p>
          <a:p>
            <a:pPr>
              <a:buFont typeface="Wingdings" panose="05000000000000000000" pitchFamily="2" charset="2"/>
              <a:buChar char="§"/>
            </a:pPr>
            <a:r>
              <a:rPr lang="en-US" sz="3600" dirty="0"/>
              <a:t>Art can be expressed, but not always explained</a:t>
            </a:r>
          </a:p>
          <a:p>
            <a:pPr lvl="1">
              <a:buFont typeface="Wingdings" panose="05000000000000000000" pitchFamily="2" charset="2"/>
              <a:buChar char="§"/>
            </a:pPr>
            <a:r>
              <a:rPr lang="en-GB" sz="3200" dirty="0"/>
              <a:t>Raw</a:t>
            </a:r>
          </a:p>
          <a:p>
            <a:pPr lvl="1">
              <a:buFont typeface="Wingdings" panose="05000000000000000000" pitchFamily="2" charset="2"/>
              <a:buChar char="§"/>
            </a:pPr>
            <a:r>
              <a:rPr lang="en-GB" sz="3200" dirty="0"/>
              <a:t>No intention of repeating</a:t>
            </a:r>
          </a:p>
          <a:p>
            <a:pPr lvl="1">
              <a:buFont typeface="Wingdings" panose="05000000000000000000" pitchFamily="2" charset="2"/>
              <a:buChar char="§"/>
            </a:pPr>
            <a:r>
              <a:rPr lang="en-GB" sz="3200" dirty="0"/>
              <a:t>Unmeasurable</a:t>
            </a:r>
          </a:p>
          <a:p>
            <a:pPr lvl="1">
              <a:buFont typeface="Wingdings" panose="05000000000000000000" pitchFamily="2" charset="2"/>
              <a:buChar char="§"/>
            </a:pPr>
            <a:r>
              <a:rPr lang="en-GB" sz="3200" dirty="0"/>
              <a:t>Often unexplainable</a:t>
            </a:r>
            <a:endParaRPr lang="en-US" sz="3200" dirty="0"/>
          </a:p>
        </p:txBody>
      </p:sp>
      <p:pic>
        <p:nvPicPr>
          <p:cNvPr id="4" name="Picture 2">
            <a:extLst>
              <a:ext uri="{FF2B5EF4-FFF2-40B4-BE49-F238E27FC236}">
                <a16:creationId xmlns:a16="http://schemas.microsoft.com/office/drawing/2014/main" id="{5AB4E88D-FEA7-660C-701A-583E48B7725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86275" y="2087978"/>
            <a:ext cx="6013534" cy="37770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9803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dissolv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B1B25-1E84-849E-3A25-E902D63A706E}"/>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F8E5EBF0-8B44-908A-67C9-CD4BE5BBA918}"/>
              </a:ext>
            </a:extLst>
          </p:cNvPr>
          <p:cNvSpPr>
            <a:spLocks noGrp="1"/>
          </p:cNvSpPr>
          <p:nvPr>
            <p:ph type="title"/>
          </p:nvPr>
        </p:nvSpPr>
        <p:spPr/>
        <p:txBody>
          <a:bodyPr/>
          <a:lstStyle/>
          <a:p>
            <a:r>
              <a:rPr lang="en-US" dirty="0"/>
              <a:t>Sample 2</a:t>
            </a:r>
          </a:p>
        </p:txBody>
      </p:sp>
      <p:sp>
        <p:nvSpPr>
          <p:cNvPr id="89" name="Rectangle 88">
            <a:extLst>
              <a:ext uri="{FF2B5EF4-FFF2-40B4-BE49-F238E27FC236}">
                <a16:creationId xmlns:a16="http://schemas.microsoft.com/office/drawing/2014/main" id="{952ADC94-9203-46A7-55F3-EF0302FDD205}"/>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a:extLst>
              <a:ext uri="{FF2B5EF4-FFF2-40B4-BE49-F238E27FC236}">
                <a16:creationId xmlns:a16="http://schemas.microsoft.com/office/drawing/2014/main" id="{66A3E00D-B831-CCA8-6A89-7F217934F9E4}"/>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Introduction – Engineering</a:t>
            </a:r>
          </a:p>
        </p:txBody>
      </p:sp>
      <p:sp>
        <p:nvSpPr>
          <p:cNvPr id="216" name="Rectangle 215">
            <a:extLst>
              <a:ext uri="{FF2B5EF4-FFF2-40B4-BE49-F238E27FC236}">
                <a16:creationId xmlns:a16="http://schemas.microsoft.com/office/drawing/2014/main" id="{F5D3983D-4E66-8D9C-B0A4-C9D21B1FDE41}"/>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FF2B5EF4-FFF2-40B4-BE49-F238E27FC236}">
                <a16:creationId xmlns:a16="http://schemas.microsoft.com/office/drawing/2014/main" id="{6382A56B-8F4C-2C8B-640E-E51C5E9A2124}"/>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726C5D3D-8968-945E-B2B1-EFE9D560FE42}"/>
              </a:ext>
            </a:extLst>
          </p:cNvPr>
          <p:cNvSpPr txBox="1">
            <a:spLocks/>
          </p:cNvSpPr>
          <p:nvPr/>
        </p:nvSpPr>
        <p:spPr>
          <a:xfrm>
            <a:off x="220384" y="1532587"/>
            <a:ext cx="5875616" cy="4887878"/>
          </a:xfrm>
          <a:prstGeom prst="rect">
            <a:avLst/>
          </a:prstGeom>
        </p:spPr>
        <p:txBody>
          <a:bodyPr>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US" sz="3600" dirty="0"/>
              <a:t>This is Craft</a:t>
            </a:r>
          </a:p>
          <a:p>
            <a:pPr>
              <a:buFont typeface="Wingdings" panose="05000000000000000000" pitchFamily="2" charset="2"/>
              <a:buChar char="§"/>
            </a:pPr>
            <a:r>
              <a:rPr lang="en-US" sz="3600" dirty="0"/>
              <a:t>A skill refined through repetition</a:t>
            </a:r>
          </a:p>
          <a:p>
            <a:pPr lvl="1">
              <a:buFont typeface="Wingdings" panose="05000000000000000000" pitchFamily="2" charset="2"/>
              <a:buChar char="§"/>
            </a:pPr>
            <a:r>
              <a:rPr lang="en-GB" sz="3200" dirty="0"/>
              <a:t>Practice based</a:t>
            </a:r>
          </a:p>
          <a:p>
            <a:pPr lvl="1">
              <a:buFont typeface="Wingdings" panose="05000000000000000000" pitchFamily="2" charset="2"/>
              <a:buChar char="§"/>
            </a:pPr>
            <a:r>
              <a:rPr lang="en-GB" sz="3200" dirty="0"/>
              <a:t>Repeatable pattern</a:t>
            </a:r>
          </a:p>
          <a:p>
            <a:pPr lvl="1">
              <a:buFont typeface="Wingdings" panose="05000000000000000000" pitchFamily="2" charset="2"/>
              <a:buChar char="§"/>
            </a:pPr>
            <a:r>
              <a:rPr lang="en-GB" sz="3200" dirty="0"/>
              <a:t>Skill dependent</a:t>
            </a:r>
          </a:p>
          <a:p>
            <a:pPr lvl="1">
              <a:buFont typeface="Wingdings" panose="05000000000000000000" pitchFamily="2" charset="2"/>
              <a:buChar char="§"/>
            </a:pPr>
            <a:r>
              <a:rPr lang="en-GB" sz="3200" dirty="0"/>
              <a:t>Reproducible but never identical</a:t>
            </a:r>
          </a:p>
          <a:p>
            <a:pPr>
              <a:buFont typeface="Wingdings" panose="05000000000000000000" pitchFamily="2" charset="2"/>
              <a:buChar char="§"/>
            </a:pPr>
            <a:r>
              <a:rPr lang="en-GB" sz="3600" dirty="0"/>
              <a:t>Stores knowledge in muscle memory</a:t>
            </a:r>
            <a:endParaRPr lang="en-US" sz="3400" dirty="0"/>
          </a:p>
        </p:txBody>
      </p:sp>
      <p:pic>
        <p:nvPicPr>
          <p:cNvPr id="5" name="Picture 4">
            <a:extLst>
              <a:ext uri="{FF2B5EF4-FFF2-40B4-BE49-F238E27FC236}">
                <a16:creationId xmlns:a16="http://schemas.microsoft.com/office/drawing/2014/main" id="{CF35A7F3-313C-C181-9C07-B5789210BAC0}"/>
              </a:ext>
            </a:extLst>
          </p:cNvPr>
          <p:cNvPicPr>
            <a:picLocks noChangeAspect="1"/>
          </p:cNvPicPr>
          <p:nvPr/>
        </p:nvPicPr>
        <p:blipFill>
          <a:blip r:embed="rId3"/>
          <a:stretch>
            <a:fillRect/>
          </a:stretch>
        </p:blipFill>
        <p:spPr>
          <a:xfrm>
            <a:off x="6256616" y="1877291"/>
            <a:ext cx="5715000" cy="3810000"/>
          </a:xfrm>
          <a:prstGeom prst="rect">
            <a:avLst/>
          </a:prstGeom>
        </p:spPr>
      </p:pic>
    </p:spTree>
    <p:extLst>
      <p:ext uri="{BB962C8B-B14F-4D97-AF65-F5344CB8AC3E}">
        <p14:creationId xmlns:p14="http://schemas.microsoft.com/office/powerpoint/2010/main" val="3866374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B5710-6D1F-D93F-61EE-434ABDAD3052}"/>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3C1620EE-AE4C-EE3F-9B70-7FE4A379AA3F}"/>
              </a:ext>
            </a:extLst>
          </p:cNvPr>
          <p:cNvSpPr>
            <a:spLocks noGrp="1"/>
          </p:cNvSpPr>
          <p:nvPr>
            <p:ph type="title"/>
          </p:nvPr>
        </p:nvSpPr>
        <p:spPr/>
        <p:txBody>
          <a:bodyPr/>
          <a:lstStyle/>
          <a:p>
            <a:r>
              <a:rPr lang="en-US" dirty="0"/>
              <a:t>Sample 2</a:t>
            </a:r>
          </a:p>
        </p:txBody>
      </p:sp>
      <p:sp>
        <p:nvSpPr>
          <p:cNvPr id="89" name="Rectangle 88">
            <a:extLst>
              <a:ext uri="{FF2B5EF4-FFF2-40B4-BE49-F238E27FC236}">
                <a16:creationId xmlns:a16="http://schemas.microsoft.com/office/drawing/2014/main" id="{C2D87A30-4794-A447-D7E8-DD069654509F}"/>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a:extLst>
              <a:ext uri="{FF2B5EF4-FFF2-40B4-BE49-F238E27FC236}">
                <a16:creationId xmlns:a16="http://schemas.microsoft.com/office/drawing/2014/main" id="{7F72804E-DA9B-C87D-3963-4F349FBAB59C}"/>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Introduction – Engineering</a:t>
            </a:r>
          </a:p>
        </p:txBody>
      </p:sp>
      <p:sp>
        <p:nvSpPr>
          <p:cNvPr id="216" name="Rectangle 215">
            <a:extLst>
              <a:ext uri="{FF2B5EF4-FFF2-40B4-BE49-F238E27FC236}">
                <a16:creationId xmlns:a16="http://schemas.microsoft.com/office/drawing/2014/main" id="{929FD496-650B-02FC-AA98-9937C8C7F1D4}"/>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FF2B5EF4-FFF2-40B4-BE49-F238E27FC236}">
                <a16:creationId xmlns:a16="http://schemas.microsoft.com/office/drawing/2014/main" id="{0E584497-F8D9-9B90-0118-4133AAECCBB1}"/>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8C160A05-98A0-D908-7255-C03B61EE98E0}"/>
              </a:ext>
            </a:extLst>
          </p:cNvPr>
          <p:cNvSpPr txBox="1">
            <a:spLocks/>
          </p:cNvSpPr>
          <p:nvPr/>
        </p:nvSpPr>
        <p:spPr>
          <a:xfrm>
            <a:off x="220384" y="1532587"/>
            <a:ext cx="5875616" cy="4887878"/>
          </a:xfrm>
          <a:prstGeom prst="rect">
            <a:avLst/>
          </a:prstGeom>
        </p:spPr>
        <p:txBody>
          <a:bodyPr>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US" sz="3600" dirty="0"/>
              <a:t>This is Engineering</a:t>
            </a:r>
          </a:p>
          <a:p>
            <a:pPr>
              <a:buFont typeface="Wingdings" panose="05000000000000000000" pitchFamily="2" charset="2"/>
              <a:buChar char="§"/>
            </a:pPr>
            <a:r>
              <a:rPr lang="en-GB" sz="3600" dirty="0"/>
              <a:t>Blueprint to create identical artifacts</a:t>
            </a:r>
            <a:endParaRPr lang="en-US" sz="3600" dirty="0"/>
          </a:p>
          <a:p>
            <a:pPr lvl="1">
              <a:buFont typeface="Wingdings" panose="05000000000000000000" pitchFamily="2" charset="2"/>
              <a:buChar char="§"/>
            </a:pPr>
            <a:r>
              <a:rPr lang="en-GB" sz="3200" dirty="0"/>
              <a:t>Measurable</a:t>
            </a:r>
          </a:p>
          <a:p>
            <a:pPr lvl="1">
              <a:buFont typeface="Wingdings" panose="05000000000000000000" pitchFamily="2" charset="2"/>
              <a:buChar char="§"/>
            </a:pPr>
            <a:r>
              <a:rPr lang="en-GB" sz="3200" dirty="0"/>
              <a:t>Documented</a:t>
            </a:r>
          </a:p>
          <a:p>
            <a:pPr lvl="1">
              <a:buFont typeface="Wingdings" panose="05000000000000000000" pitchFamily="2" charset="2"/>
              <a:buChar char="§"/>
            </a:pPr>
            <a:r>
              <a:rPr lang="en-GB" sz="3200" dirty="0"/>
              <a:t>Testable</a:t>
            </a:r>
          </a:p>
          <a:p>
            <a:pPr lvl="1">
              <a:buFont typeface="Wingdings" panose="05000000000000000000" pitchFamily="2" charset="2"/>
              <a:buChar char="§"/>
            </a:pPr>
            <a:r>
              <a:rPr lang="en-GB" sz="3200" dirty="0"/>
              <a:t>Predictable</a:t>
            </a:r>
          </a:p>
          <a:p>
            <a:pPr lvl="1">
              <a:buFont typeface="Wingdings" panose="05000000000000000000" pitchFamily="2" charset="2"/>
              <a:buChar char="§"/>
            </a:pPr>
            <a:r>
              <a:rPr lang="en-GB" sz="3200" dirty="0"/>
              <a:t>Reproducible at scale</a:t>
            </a:r>
          </a:p>
          <a:p>
            <a:pPr>
              <a:buFont typeface="Wingdings" panose="05000000000000000000" pitchFamily="2" charset="2"/>
              <a:buChar char="§"/>
            </a:pPr>
            <a:r>
              <a:rPr lang="en-GB" sz="3600" dirty="0"/>
              <a:t>Untested = Unfinished</a:t>
            </a:r>
            <a:endParaRPr lang="en-US" sz="3400" dirty="0"/>
          </a:p>
        </p:txBody>
      </p:sp>
      <p:pic>
        <p:nvPicPr>
          <p:cNvPr id="4" name="Picture 3">
            <a:extLst>
              <a:ext uri="{FF2B5EF4-FFF2-40B4-BE49-F238E27FC236}">
                <a16:creationId xmlns:a16="http://schemas.microsoft.com/office/drawing/2014/main" id="{39EADDDF-6ED4-9BEA-D8D6-3BAB694B727D}"/>
              </a:ext>
            </a:extLst>
          </p:cNvPr>
          <p:cNvPicPr>
            <a:picLocks noChangeAspect="1"/>
          </p:cNvPicPr>
          <p:nvPr/>
        </p:nvPicPr>
        <p:blipFill>
          <a:blip r:embed="rId3"/>
          <a:stretch>
            <a:fillRect/>
          </a:stretch>
        </p:blipFill>
        <p:spPr>
          <a:xfrm>
            <a:off x="6096000" y="2049408"/>
            <a:ext cx="5875616" cy="3921859"/>
          </a:xfrm>
          <a:prstGeom prst="rect">
            <a:avLst/>
          </a:prstGeom>
        </p:spPr>
      </p:pic>
    </p:spTree>
    <p:extLst>
      <p:ext uri="{BB962C8B-B14F-4D97-AF65-F5344CB8AC3E}">
        <p14:creationId xmlns:p14="http://schemas.microsoft.com/office/powerpoint/2010/main" val="3779441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1B9AD-7950-3EEC-686D-68003BC2003B}"/>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52B6FFAA-773D-2A43-C5D0-33E55920E95D}"/>
              </a:ext>
            </a:extLst>
          </p:cNvPr>
          <p:cNvSpPr>
            <a:spLocks noGrp="1"/>
          </p:cNvSpPr>
          <p:nvPr>
            <p:ph type="title"/>
          </p:nvPr>
        </p:nvSpPr>
        <p:spPr/>
        <p:txBody>
          <a:bodyPr/>
          <a:lstStyle/>
          <a:p>
            <a:r>
              <a:rPr lang="en-US" dirty="0"/>
              <a:t>Sample 2</a:t>
            </a:r>
          </a:p>
        </p:txBody>
      </p:sp>
      <p:sp>
        <p:nvSpPr>
          <p:cNvPr id="89" name="Rectangle 88">
            <a:extLst>
              <a:ext uri="{FF2B5EF4-FFF2-40B4-BE49-F238E27FC236}">
                <a16:creationId xmlns:a16="http://schemas.microsoft.com/office/drawing/2014/main" id="{B83385E5-61DF-885D-976F-8F2C7772F79A}"/>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a:extLst>
              <a:ext uri="{FF2B5EF4-FFF2-40B4-BE49-F238E27FC236}">
                <a16:creationId xmlns:a16="http://schemas.microsoft.com/office/drawing/2014/main" id="{61F39E47-A70E-5CC5-6A50-9B9DF701071B}"/>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Introduction – Software</a:t>
            </a:r>
          </a:p>
        </p:txBody>
      </p:sp>
      <p:sp>
        <p:nvSpPr>
          <p:cNvPr id="216" name="Rectangle 215">
            <a:extLst>
              <a:ext uri="{FF2B5EF4-FFF2-40B4-BE49-F238E27FC236}">
                <a16:creationId xmlns:a16="http://schemas.microsoft.com/office/drawing/2014/main" id="{FBF413E1-1646-9A42-23AA-E0B1A5F264A2}"/>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FF2B5EF4-FFF2-40B4-BE49-F238E27FC236}">
                <a16:creationId xmlns:a16="http://schemas.microsoft.com/office/drawing/2014/main" id="{3FA5543B-91A0-D2FC-1635-62DC1CACE663}"/>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6F98DA04-19BD-25FD-559E-53283ADE283E}"/>
              </a:ext>
            </a:extLst>
          </p:cNvPr>
          <p:cNvSpPr txBox="1">
            <a:spLocks/>
          </p:cNvSpPr>
          <p:nvPr/>
        </p:nvSpPr>
        <p:spPr>
          <a:xfrm>
            <a:off x="220384" y="1532587"/>
            <a:ext cx="11743016" cy="4887878"/>
          </a:xfrm>
          <a:prstGeom prst="rect">
            <a:avLst/>
          </a:prstGeom>
        </p:spPr>
        <p:txBody>
          <a:bodyPr>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GB" sz="3600" dirty="0"/>
              <a:t>Programs written for Computers</a:t>
            </a:r>
          </a:p>
          <a:p>
            <a:pPr>
              <a:buFont typeface="Wingdings" panose="05000000000000000000" pitchFamily="2" charset="2"/>
              <a:buChar char="§"/>
            </a:pPr>
            <a:r>
              <a:rPr lang="en-GB" sz="3600" dirty="0"/>
              <a:t>Associated documentation</a:t>
            </a:r>
          </a:p>
          <a:p>
            <a:pPr>
              <a:buFont typeface="Wingdings" panose="05000000000000000000" pitchFamily="2" charset="2"/>
              <a:buChar char="§"/>
            </a:pPr>
            <a:r>
              <a:rPr lang="en-GB" sz="3600" dirty="0"/>
              <a:t>Developed for a particular customer or masses</a:t>
            </a:r>
          </a:p>
          <a:p>
            <a:pPr>
              <a:buFont typeface="Wingdings" panose="05000000000000000000" pitchFamily="2" charset="2"/>
              <a:buChar char="§"/>
            </a:pPr>
            <a:r>
              <a:rPr lang="en-GB" sz="3600" dirty="0"/>
              <a:t>May run on specific hardware or general-purpose computers</a:t>
            </a:r>
          </a:p>
          <a:p>
            <a:pPr>
              <a:buFont typeface="Wingdings" panose="05000000000000000000" pitchFamily="2" charset="2"/>
              <a:buChar char="§"/>
            </a:pPr>
            <a:r>
              <a:rPr lang="en-GB" sz="3600" dirty="0"/>
              <a:t>Good software programs deliver required functionality + efficiency, dependability, maintainability and usability</a:t>
            </a:r>
          </a:p>
        </p:txBody>
      </p:sp>
    </p:spTree>
    <p:extLst>
      <p:ext uri="{BB962C8B-B14F-4D97-AF65-F5344CB8AC3E}">
        <p14:creationId xmlns:p14="http://schemas.microsoft.com/office/powerpoint/2010/main" val="2462781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95F7C-D771-FD85-2D12-F3F1C35FA31E}"/>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652FDF3A-8A66-F96C-9BDD-CD90E00E2BF0}"/>
              </a:ext>
            </a:extLst>
          </p:cNvPr>
          <p:cNvSpPr>
            <a:spLocks noGrp="1"/>
          </p:cNvSpPr>
          <p:nvPr>
            <p:ph type="title"/>
          </p:nvPr>
        </p:nvSpPr>
        <p:spPr/>
        <p:txBody>
          <a:bodyPr/>
          <a:lstStyle/>
          <a:p>
            <a:r>
              <a:rPr lang="en-US" dirty="0"/>
              <a:t>Sample 2</a:t>
            </a:r>
          </a:p>
        </p:txBody>
      </p:sp>
      <p:sp>
        <p:nvSpPr>
          <p:cNvPr id="89" name="Rectangle 88">
            <a:extLst>
              <a:ext uri="{FF2B5EF4-FFF2-40B4-BE49-F238E27FC236}">
                <a16:creationId xmlns:a16="http://schemas.microsoft.com/office/drawing/2014/main" id="{97C278CC-2001-DA31-763C-A83E16073413}"/>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a:extLst>
              <a:ext uri="{FF2B5EF4-FFF2-40B4-BE49-F238E27FC236}">
                <a16:creationId xmlns:a16="http://schemas.microsoft.com/office/drawing/2014/main" id="{C487CD37-ADAA-D8CD-4C2F-05F0DCCB3162}"/>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Introduction – Software Engineering</a:t>
            </a:r>
          </a:p>
        </p:txBody>
      </p:sp>
      <p:sp>
        <p:nvSpPr>
          <p:cNvPr id="216" name="Rectangle 215">
            <a:extLst>
              <a:ext uri="{FF2B5EF4-FFF2-40B4-BE49-F238E27FC236}">
                <a16:creationId xmlns:a16="http://schemas.microsoft.com/office/drawing/2014/main" id="{A9C56744-EA5B-33DD-89DB-79014687E1BB}"/>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FF2B5EF4-FFF2-40B4-BE49-F238E27FC236}">
                <a16:creationId xmlns:a16="http://schemas.microsoft.com/office/drawing/2014/main" id="{6DD81C1F-856E-08DD-50F1-FFC81FE4ABD5}"/>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904CCC9D-EF75-69C4-5EDA-4494D397605C}"/>
              </a:ext>
            </a:extLst>
          </p:cNvPr>
          <p:cNvSpPr txBox="1">
            <a:spLocks/>
          </p:cNvSpPr>
          <p:nvPr/>
        </p:nvSpPr>
        <p:spPr>
          <a:xfrm>
            <a:off x="220384" y="1532587"/>
            <a:ext cx="11743016" cy="4887878"/>
          </a:xfrm>
          <a:prstGeom prst="rect">
            <a:avLst/>
          </a:prstGeom>
        </p:spPr>
        <p:txBody>
          <a:bodyPr>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GB" sz="3600" dirty="0"/>
              <a:t>Engineering approach towards building software</a:t>
            </a:r>
          </a:p>
          <a:p>
            <a:pPr>
              <a:buFont typeface="Wingdings" panose="05000000000000000000" pitchFamily="2" charset="2"/>
              <a:buChar char="§"/>
            </a:pPr>
            <a:r>
              <a:rPr lang="en-GB" sz="3600" dirty="0"/>
              <a:t>A discipline covering all aspects of software production from initial concept to operation and maintenance.</a:t>
            </a:r>
          </a:p>
          <a:p>
            <a:pPr>
              <a:buFont typeface="Wingdings" panose="05000000000000000000" pitchFamily="2" charset="2"/>
              <a:buChar char="§"/>
            </a:pPr>
            <a:r>
              <a:rPr lang="en-GB" sz="3600" dirty="0"/>
              <a:t>A subset of System Engineering, which is concerned with all aspects including hardware, software and process.</a:t>
            </a:r>
          </a:p>
          <a:p>
            <a:pPr>
              <a:buFont typeface="Wingdings" panose="05000000000000000000" pitchFamily="2" charset="2"/>
              <a:buChar char="§"/>
            </a:pPr>
            <a:r>
              <a:rPr lang="en-GB" sz="3600" dirty="0"/>
              <a:t>An obsolete statement:</a:t>
            </a:r>
          </a:p>
          <a:p>
            <a:pPr marL="0" indent="0" algn="ctr">
              <a:buNone/>
            </a:pPr>
            <a:r>
              <a:rPr lang="en-GB" sz="3600" i="1" dirty="0"/>
              <a:t>Roughly 60% of software costs are development costs, 40% are testing costs.</a:t>
            </a:r>
          </a:p>
          <a:p>
            <a:pPr>
              <a:buFont typeface="Wingdings" panose="05000000000000000000" pitchFamily="2" charset="2"/>
              <a:buChar char="§"/>
            </a:pPr>
            <a:endParaRPr lang="en-GB" sz="3600" dirty="0"/>
          </a:p>
        </p:txBody>
      </p:sp>
    </p:spTree>
    <p:extLst>
      <p:ext uri="{BB962C8B-B14F-4D97-AF65-F5344CB8AC3E}">
        <p14:creationId xmlns:p14="http://schemas.microsoft.com/office/powerpoint/2010/main" val="2770892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33F2A-C647-3966-515C-4C6FDCA61FB7}"/>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A2C1F72C-07FE-19B0-A749-95F170C816F9}"/>
              </a:ext>
            </a:extLst>
          </p:cNvPr>
          <p:cNvSpPr>
            <a:spLocks noGrp="1"/>
          </p:cNvSpPr>
          <p:nvPr>
            <p:ph type="title"/>
          </p:nvPr>
        </p:nvSpPr>
        <p:spPr/>
        <p:txBody>
          <a:bodyPr/>
          <a:lstStyle/>
          <a:p>
            <a:r>
              <a:rPr lang="en-US" dirty="0"/>
              <a:t>Sample 2</a:t>
            </a:r>
          </a:p>
        </p:txBody>
      </p:sp>
      <p:sp>
        <p:nvSpPr>
          <p:cNvPr id="89" name="Rectangle 88">
            <a:extLst>
              <a:ext uri="{FF2B5EF4-FFF2-40B4-BE49-F238E27FC236}">
                <a16:creationId xmlns:a16="http://schemas.microsoft.com/office/drawing/2014/main" id="{831B089C-31F0-0CD3-821D-04AA1D1B403F}"/>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a:extLst>
              <a:ext uri="{FF2B5EF4-FFF2-40B4-BE49-F238E27FC236}">
                <a16:creationId xmlns:a16="http://schemas.microsoft.com/office/drawing/2014/main" id="{3287BD3B-3156-BFA1-7E99-F3A77C12BB84}"/>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Reactive vs Proactive Development</a:t>
            </a:r>
          </a:p>
        </p:txBody>
      </p:sp>
      <p:sp>
        <p:nvSpPr>
          <p:cNvPr id="216" name="Rectangle 215">
            <a:extLst>
              <a:ext uri="{FF2B5EF4-FFF2-40B4-BE49-F238E27FC236}">
                <a16:creationId xmlns:a16="http://schemas.microsoft.com/office/drawing/2014/main" id="{82158F92-253A-6431-9410-A7E0D8BA4FB1}"/>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FF2B5EF4-FFF2-40B4-BE49-F238E27FC236}">
                <a16:creationId xmlns:a16="http://schemas.microsoft.com/office/drawing/2014/main" id="{0021DA1C-3114-132E-F97E-BD161DFE795D}"/>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1BEF3536-6C72-AA56-51EE-673846E98045}"/>
              </a:ext>
            </a:extLst>
          </p:cNvPr>
          <p:cNvSpPr txBox="1">
            <a:spLocks/>
          </p:cNvSpPr>
          <p:nvPr/>
        </p:nvSpPr>
        <p:spPr>
          <a:xfrm>
            <a:off x="220384" y="1532587"/>
            <a:ext cx="5875616" cy="4887878"/>
          </a:xfrm>
          <a:prstGeom prst="rect">
            <a:avLst/>
          </a:prstGeom>
        </p:spPr>
        <p:txBody>
          <a:bodyPr>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GB" sz="3600" dirty="0"/>
              <a:t>Reactive development</a:t>
            </a:r>
            <a:br>
              <a:rPr lang="en-GB" sz="3600" dirty="0"/>
            </a:br>
            <a:r>
              <a:rPr lang="en-GB" sz="3600" dirty="0"/>
              <a:t>develop </a:t>
            </a:r>
            <a:r>
              <a:rPr lang="en-GB" sz="3600" dirty="0">
                <a:sym typeface="Wingdings" panose="05000000000000000000" pitchFamily="2" charset="2"/>
              </a:rPr>
              <a:t> </a:t>
            </a:r>
            <a:r>
              <a:rPr lang="en-GB" sz="3600" dirty="0"/>
              <a:t>test </a:t>
            </a:r>
            <a:r>
              <a:rPr lang="en-GB" sz="3600" dirty="0">
                <a:sym typeface="Wingdings" panose="05000000000000000000" pitchFamily="2" charset="2"/>
              </a:rPr>
              <a:t> </a:t>
            </a:r>
            <a:r>
              <a:rPr lang="en-GB" sz="3600" dirty="0"/>
              <a:t>fix </a:t>
            </a:r>
            <a:r>
              <a:rPr lang="en-GB" sz="3600" dirty="0">
                <a:sym typeface="Wingdings" panose="05000000000000000000" pitchFamily="2" charset="2"/>
              </a:rPr>
              <a:t> </a:t>
            </a:r>
            <a:r>
              <a:rPr lang="en-GB" sz="3600" dirty="0"/>
              <a:t>repeat</a:t>
            </a:r>
          </a:p>
          <a:p>
            <a:pPr>
              <a:buFont typeface="Wingdings" panose="05000000000000000000" pitchFamily="2" charset="2"/>
              <a:buChar char="§"/>
            </a:pPr>
            <a:r>
              <a:rPr lang="en-GB" sz="3600" dirty="0"/>
              <a:t>Triggered by failure; Short term focus</a:t>
            </a:r>
          </a:p>
          <a:p>
            <a:pPr>
              <a:buFont typeface="Wingdings" panose="05000000000000000000" pitchFamily="2" charset="2"/>
              <a:buChar char="§"/>
            </a:pPr>
            <a:r>
              <a:rPr lang="en-GB" sz="3600" dirty="0"/>
              <a:t>Philosophy: we’ll fix when it breaks</a:t>
            </a:r>
          </a:p>
          <a:p>
            <a:pPr>
              <a:buFont typeface="Wingdings" panose="05000000000000000000" pitchFamily="2" charset="2"/>
              <a:buChar char="§"/>
            </a:pPr>
            <a:r>
              <a:rPr lang="en-GB" sz="3600" dirty="0"/>
              <a:t>Uncertainty is certain</a:t>
            </a:r>
          </a:p>
        </p:txBody>
      </p:sp>
      <p:pic>
        <p:nvPicPr>
          <p:cNvPr id="5" name="Picture 4" descr="Hackathon at OpenMRS conference in Mozambique">
            <a:extLst>
              <a:ext uri="{FF2B5EF4-FFF2-40B4-BE49-F238E27FC236}">
                <a16:creationId xmlns:a16="http://schemas.microsoft.com/office/drawing/2014/main" id="{1CDDA990-1FFC-66D7-FC0C-90C718DB4292}"/>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6086275" y="1923120"/>
            <a:ext cx="5884487" cy="3922991"/>
          </a:xfrm>
          <a:prstGeom prst="rect">
            <a:avLst/>
          </a:prstGeom>
        </p:spPr>
      </p:pic>
    </p:spTree>
    <p:extLst>
      <p:ext uri="{BB962C8B-B14F-4D97-AF65-F5344CB8AC3E}">
        <p14:creationId xmlns:p14="http://schemas.microsoft.com/office/powerpoint/2010/main" val="3098189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FA8932-50CA-8C31-0244-4E1159C5A299}"/>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4558BCC4-C239-D53F-74F8-D3E1B66AC329}"/>
              </a:ext>
            </a:extLst>
          </p:cNvPr>
          <p:cNvSpPr>
            <a:spLocks noGrp="1"/>
          </p:cNvSpPr>
          <p:nvPr>
            <p:ph type="title"/>
          </p:nvPr>
        </p:nvSpPr>
        <p:spPr/>
        <p:txBody>
          <a:bodyPr/>
          <a:lstStyle/>
          <a:p>
            <a:r>
              <a:rPr lang="en-US" dirty="0"/>
              <a:t>Sample 2</a:t>
            </a:r>
          </a:p>
        </p:txBody>
      </p:sp>
      <p:sp>
        <p:nvSpPr>
          <p:cNvPr id="89" name="Rectangle 88">
            <a:extLst>
              <a:ext uri="{FF2B5EF4-FFF2-40B4-BE49-F238E27FC236}">
                <a16:creationId xmlns:a16="http://schemas.microsoft.com/office/drawing/2014/main" id="{B19DD176-EAB1-B56C-649C-71E009ADBCFD}"/>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a:extLst>
              <a:ext uri="{FF2B5EF4-FFF2-40B4-BE49-F238E27FC236}">
                <a16:creationId xmlns:a16="http://schemas.microsoft.com/office/drawing/2014/main" id="{AAE9221A-223E-F194-A7FF-776413C3E2B7}"/>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Reactive vs Proactive Development</a:t>
            </a:r>
          </a:p>
        </p:txBody>
      </p:sp>
      <p:sp>
        <p:nvSpPr>
          <p:cNvPr id="216" name="Rectangle 215">
            <a:extLst>
              <a:ext uri="{FF2B5EF4-FFF2-40B4-BE49-F238E27FC236}">
                <a16:creationId xmlns:a16="http://schemas.microsoft.com/office/drawing/2014/main" id="{31A1C1A9-DB54-1058-F6DD-6B408E20E6B3}"/>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FF2B5EF4-FFF2-40B4-BE49-F238E27FC236}">
                <a16:creationId xmlns:a16="http://schemas.microsoft.com/office/drawing/2014/main" id="{026FDF07-6372-87FD-5F88-B998458B1FC8}"/>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49C7BD6-18C8-EB83-D168-5DD06C1226EC}"/>
              </a:ext>
            </a:extLst>
          </p:cNvPr>
          <p:cNvSpPr txBox="1">
            <a:spLocks/>
          </p:cNvSpPr>
          <p:nvPr/>
        </p:nvSpPr>
        <p:spPr>
          <a:xfrm>
            <a:off x="220384" y="1532587"/>
            <a:ext cx="5875616" cy="4887878"/>
          </a:xfrm>
          <a:prstGeom prst="rect">
            <a:avLst/>
          </a:prstGeom>
        </p:spPr>
        <p:txBody>
          <a:bodyPr>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GB" sz="3600" dirty="0"/>
              <a:t>Proactive development</a:t>
            </a:r>
            <a:br>
              <a:rPr lang="en-GB" sz="3600" dirty="0"/>
            </a:br>
            <a:r>
              <a:rPr lang="en-GB" sz="3600" dirty="0"/>
              <a:t>think </a:t>
            </a:r>
            <a:r>
              <a:rPr lang="en-GB" sz="3600" dirty="0">
                <a:sym typeface="Wingdings" panose="05000000000000000000" pitchFamily="2" charset="2"/>
              </a:rPr>
              <a:t> </a:t>
            </a:r>
            <a:r>
              <a:rPr lang="en-GB" sz="3600" dirty="0"/>
              <a:t>design </a:t>
            </a:r>
            <a:r>
              <a:rPr lang="en-GB" sz="3600" dirty="0">
                <a:sym typeface="Wingdings" panose="05000000000000000000" pitchFamily="2" charset="2"/>
              </a:rPr>
              <a:t> </a:t>
            </a:r>
            <a:r>
              <a:rPr lang="en-GB" sz="3600" dirty="0"/>
              <a:t>test </a:t>
            </a:r>
            <a:r>
              <a:rPr lang="en-GB" sz="3600" dirty="0">
                <a:sym typeface="Wingdings" panose="05000000000000000000" pitchFamily="2" charset="2"/>
              </a:rPr>
              <a:t> </a:t>
            </a:r>
            <a:r>
              <a:rPr lang="en-GB" sz="3600" dirty="0"/>
              <a:t>develop </a:t>
            </a:r>
            <a:r>
              <a:rPr lang="en-GB" sz="3600" dirty="0">
                <a:sym typeface="Wingdings" panose="05000000000000000000" pitchFamily="2" charset="2"/>
              </a:rPr>
              <a:t> validate</a:t>
            </a:r>
            <a:endParaRPr lang="en-GB" sz="3600" dirty="0"/>
          </a:p>
          <a:p>
            <a:pPr>
              <a:buFont typeface="Wingdings" panose="05000000000000000000" pitchFamily="2" charset="2"/>
              <a:buChar char="§"/>
            </a:pPr>
            <a:r>
              <a:rPr lang="en-GB" sz="3600" dirty="0"/>
              <a:t>Long term focus; no room for surprises</a:t>
            </a:r>
          </a:p>
          <a:p>
            <a:pPr>
              <a:buFont typeface="Wingdings" panose="05000000000000000000" pitchFamily="2" charset="2"/>
              <a:buChar char="§"/>
            </a:pPr>
            <a:r>
              <a:rPr lang="en-GB" sz="3600" dirty="0"/>
              <a:t>Philosophy: design it so that it does not break</a:t>
            </a:r>
          </a:p>
          <a:p>
            <a:pPr>
              <a:buFont typeface="Wingdings" panose="05000000000000000000" pitchFamily="2" charset="2"/>
              <a:buChar char="§"/>
            </a:pPr>
            <a:r>
              <a:rPr lang="en-GB" sz="3600" dirty="0"/>
              <a:t>E.g. Enterprise Resource Planners</a:t>
            </a:r>
          </a:p>
        </p:txBody>
      </p:sp>
      <p:pic>
        <p:nvPicPr>
          <p:cNvPr id="4" name="Picture 3">
            <a:extLst>
              <a:ext uri="{FF2B5EF4-FFF2-40B4-BE49-F238E27FC236}">
                <a16:creationId xmlns:a16="http://schemas.microsoft.com/office/drawing/2014/main" id="{B263CC87-039A-704D-418D-38621AE344C8}"/>
              </a:ext>
            </a:extLst>
          </p:cNvPr>
          <p:cNvPicPr>
            <a:picLocks noChangeAspect="1"/>
          </p:cNvPicPr>
          <p:nvPr/>
        </p:nvPicPr>
        <p:blipFill>
          <a:blip r:embed="rId3"/>
          <a:stretch>
            <a:fillRect/>
          </a:stretch>
        </p:blipFill>
        <p:spPr>
          <a:xfrm>
            <a:off x="6095998" y="2054189"/>
            <a:ext cx="5875617" cy="3917078"/>
          </a:xfrm>
          <a:prstGeom prst="rect">
            <a:avLst/>
          </a:prstGeom>
        </p:spPr>
      </p:pic>
    </p:spTree>
    <p:extLst>
      <p:ext uri="{BB962C8B-B14F-4D97-AF65-F5344CB8AC3E}">
        <p14:creationId xmlns:p14="http://schemas.microsoft.com/office/powerpoint/2010/main" val="4249304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5C203-DC84-7F9F-262D-9F29357EC691}"/>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72EC6352-9CD4-178A-DDA0-2E51FAC38975}"/>
              </a:ext>
            </a:extLst>
          </p:cNvPr>
          <p:cNvSpPr>
            <a:spLocks noGrp="1"/>
          </p:cNvSpPr>
          <p:nvPr>
            <p:ph type="title"/>
          </p:nvPr>
        </p:nvSpPr>
        <p:spPr/>
        <p:txBody>
          <a:bodyPr/>
          <a:lstStyle/>
          <a:p>
            <a:r>
              <a:rPr lang="en-US" dirty="0"/>
              <a:t>Sample 2</a:t>
            </a:r>
          </a:p>
        </p:txBody>
      </p:sp>
      <p:sp>
        <p:nvSpPr>
          <p:cNvPr id="89" name="Rectangle 88">
            <a:extLst>
              <a:ext uri="{FF2B5EF4-FFF2-40B4-BE49-F238E27FC236}">
                <a16:creationId xmlns:a16="http://schemas.microsoft.com/office/drawing/2014/main" id="{45F5CEC8-3800-C4E9-8E19-BE6A08057CF5}"/>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a:extLst>
              <a:ext uri="{FF2B5EF4-FFF2-40B4-BE49-F238E27FC236}">
                <a16:creationId xmlns:a16="http://schemas.microsoft.com/office/drawing/2014/main" id="{17C22326-6783-6673-8FE3-FBABA24D2E80}"/>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Human Memory, Scope and Scale</a:t>
            </a:r>
          </a:p>
        </p:txBody>
      </p:sp>
      <p:sp>
        <p:nvSpPr>
          <p:cNvPr id="216" name="Rectangle 215">
            <a:extLst>
              <a:ext uri="{FF2B5EF4-FFF2-40B4-BE49-F238E27FC236}">
                <a16:creationId xmlns:a16="http://schemas.microsoft.com/office/drawing/2014/main" id="{26E1C790-2220-C8EA-721E-6E3FE4238DE9}"/>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FF2B5EF4-FFF2-40B4-BE49-F238E27FC236}">
                <a16:creationId xmlns:a16="http://schemas.microsoft.com/office/drawing/2014/main" id="{FEBB3398-6242-8DDF-C329-B29A15C1433A}"/>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D9D531A2-E677-0EF8-D990-309486703FC0}"/>
              </a:ext>
            </a:extLst>
          </p:cNvPr>
          <p:cNvSpPr txBox="1">
            <a:spLocks/>
          </p:cNvSpPr>
          <p:nvPr/>
        </p:nvSpPr>
        <p:spPr>
          <a:xfrm>
            <a:off x="220384" y="1532587"/>
            <a:ext cx="11743016" cy="1724321"/>
          </a:xfrm>
          <a:prstGeom prst="rect">
            <a:avLst/>
          </a:prstGeom>
        </p:spPr>
        <p:txBody>
          <a:bodyPr>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GB" sz="3600" dirty="0"/>
              <a:t>Scope: How many different things does the system do?</a:t>
            </a:r>
          </a:p>
          <a:p>
            <a:pPr>
              <a:lnSpc>
                <a:spcPct val="100000"/>
              </a:lnSpc>
              <a:buFont typeface="Wingdings" panose="05000000000000000000" pitchFamily="2" charset="2"/>
              <a:buChar char="§"/>
            </a:pPr>
            <a:r>
              <a:rPr lang="en-GB" sz="3600" dirty="0"/>
              <a:t>Scale: How much volume must the system handle?</a:t>
            </a:r>
          </a:p>
          <a:p>
            <a:pPr>
              <a:lnSpc>
                <a:spcPct val="100000"/>
              </a:lnSpc>
              <a:buFont typeface="Wingdings" panose="05000000000000000000" pitchFamily="2" charset="2"/>
              <a:buChar char="§"/>
            </a:pPr>
            <a:r>
              <a:rPr lang="en-GB" sz="3600" dirty="0"/>
              <a:t>Scope + Scale = </a:t>
            </a:r>
            <a:r>
              <a:rPr lang="en-GB" sz="3600" i="1" dirty="0"/>
              <a:t>Bad news</a:t>
            </a:r>
          </a:p>
        </p:txBody>
      </p:sp>
      <p:pic>
        <p:nvPicPr>
          <p:cNvPr id="3074" name="Picture 2" descr="A multi-tool pocket army knife, a compact, folding device that combines multiple functions (tools) into a single, portable unit">
            <a:extLst>
              <a:ext uri="{FF2B5EF4-FFF2-40B4-BE49-F238E27FC236}">
                <a16:creationId xmlns:a16="http://schemas.microsoft.com/office/drawing/2014/main" id="{1DD81B20-B5AE-A27A-E806-F41885AE0C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1" y="3262624"/>
            <a:ext cx="4949574" cy="3290576"/>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8F737CA2-3365-22B1-6B0F-556204A27927}"/>
              </a:ext>
            </a:extLst>
          </p:cNvPr>
          <p:cNvPicPr>
            <a:picLocks noChangeAspect="1"/>
          </p:cNvPicPr>
          <p:nvPr/>
        </p:nvPicPr>
        <p:blipFill>
          <a:blip r:embed="rId4"/>
          <a:stretch>
            <a:fillRect/>
          </a:stretch>
        </p:blipFill>
        <p:spPr>
          <a:xfrm>
            <a:off x="6966109" y="3256909"/>
            <a:ext cx="4997290" cy="3296290"/>
          </a:xfrm>
          <a:prstGeom prst="rect">
            <a:avLst/>
          </a:prstGeom>
        </p:spPr>
      </p:pic>
    </p:spTree>
    <p:extLst>
      <p:ext uri="{BB962C8B-B14F-4D97-AF65-F5344CB8AC3E}">
        <p14:creationId xmlns:p14="http://schemas.microsoft.com/office/powerpoint/2010/main" val="2767382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609B9-B68A-2174-AF3C-F7B3679FDB84}"/>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31F28508-16DE-B495-BE36-54BBCCA54815}"/>
              </a:ext>
            </a:extLst>
          </p:cNvPr>
          <p:cNvSpPr>
            <a:spLocks noGrp="1"/>
          </p:cNvSpPr>
          <p:nvPr>
            <p:ph type="title"/>
          </p:nvPr>
        </p:nvSpPr>
        <p:spPr/>
        <p:txBody>
          <a:bodyPr/>
          <a:lstStyle/>
          <a:p>
            <a:r>
              <a:rPr lang="en-US" dirty="0"/>
              <a:t>Sample 2</a:t>
            </a:r>
          </a:p>
        </p:txBody>
      </p:sp>
      <p:sp>
        <p:nvSpPr>
          <p:cNvPr id="89" name="Rectangle 88">
            <a:extLst>
              <a:ext uri="{FF2B5EF4-FFF2-40B4-BE49-F238E27FC236}">
                <a16:creationId xmlns:a16="http://schemas.microsoft.com/office/drawing/2014/main" id="{E10F8A14-406C-F5BA-5B76-0AE8794A7E04}"/>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a:extLst>
              <a:ext uri="{FF2B5EF4-FFF2-40B4-BE49-F238E27FC236}">
                <a16:creationId xmlns:a16="http://schemas.microsoft.com/office/drawing/2014/main" id="{E37D3F4D-21FC-8D04-DCB6-A800C9DF3EB5}"/>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Human Memory, Scope and Scale</a:t>
            </a:r>
          </a:p>
        </p:txBody>
      </p:sp>
      <p:sp>
        <p:nvSpPr>
          <p:cNvPr id="216" name="Rectangle 215">
            <a:extLst>
              <a:ext uri="{FF2B5EF4-FFF2-40B4-BE49-F238E27FC236}">
                <a16:creationId xmlns:a16="http://schemas.microsoft.com/office/drawing/2014/main" id="{4C89E37D-BB56-A4BA-748A-03CD62502D9E}"/>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FF2B5EF4-FFF2-40B4-BE49-F238E27FC236}">
                <a16:creationId xmlns:a16="http://schemas.microsoft.com/office/drawing/2014/main" id="{B82CFC03-87F9-3FAA-CA29-1CF88206FB54}"/>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185A1FE-1170-D283-0EC1-52220FF5AAA1}"/>
                  </a:ext>
                </a:extLst>
              </p:cNvPr>
              <p:cNvSpPr txBox="1">
                <a:spLocks/>
              </p:cNvSpPr>
              <p:nvPr/>
            </p:nvSpPr>
            <p:spPr>
              <a:xfrm>
                <a:off x="220384" y="1532587"/>
                <a:ext cx="11743016" cy="4942829"/>
              </a:xfrm>
              <a:prstGeom prst="rect">
                <a:avLst/>
              </a:prstGeom>
            </p:spPr>
            <p:txBody>
              <a:bodyPr>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GB" sz="3600" dirty="0"/>
                  <a:t>Human brain is miraculously efficient</a:t>
                </a:r>
              </a:p>
              <a:p>
                <a:pPr>
                  <a:lnSpc>
                    <a:spcPct val="100000"/>
                  </a:lnSpc>
                  <a:buFont typeface="Wingdings" panose="05000000000000000000" pitchFamily="2" charset="2"/>
                  <a:buChar char="§"/>
                </a:pPr>
                <a:r>
                  <a:rPr lang="en-GB" sz="3600" dirty="0"/>
                  <a:t>Long-term memory:</a:t>
                </a:r>
              </a:p>
              <a:p>
                <a:pPr lvl="1">
                  <a:lnSpc>
                    <a:spcPct val="100000"/>
                  </a:lnSpc>
                  <a:buFont typeface="Wingdings" panose="05000000000000000000" pitchFamily="2" charset="2"/>
                  <a:buChar char="§"/>
                </a:pPr>
                <a:r>
                  <a:rPr lang="en-GB" sz="3400" dirty="0"/>
                  <a:t>Duration – potentially forever</a:t>
                </a:r>
              </a:p>
              <a:p>
                <a:pPr lvl="1">
                  <a:lnSpc>
                    <a:spcPct val="100000"/>
                  </a:lnSpc>
                  <a:buFont typeface="Wingdings" panose="05000000000000000000" pitchFamily="2" charset="2"/>
                  <a:buChar char="§"/>
                </a:pPr>
                <a:r>
                  <a:rPr lang="en-GB" sz="3400" dirty="0"/>
                  <a:t>Capacity – unlimited</a:t>
                </a:r>
              </a:p>
              <a:p>
                <a:pPr lvl="1">
                  <a:lnSpc>
                    <a:spcPct val="100000"/>
                  </a:lnSpc>
                  <a:buFont typeface="Wingdings" panose="05000000000000000000" pitchFamily="2" charset="2"/>
                  <a:buChar char="§"/>
                </a:pPr>
                <a:r>
                  <a:rPr lang="en-GB" sz="3400" dirty="0"/>
                  <a:t>Recall – slow</a:t>
                </a:r>
              </a:p>
              <a:p>
                <a:pPr>
                  <a:lnSpc>
                    <a:spcPct val="100000"/>
                  </a:lnSpc>
                  <a:buFont typeface="Wingdings" panose="05000000000000000000" pitchFamily="2" charset="2"/>
                  <a:buChar char="§"/>
                </a:pPr>
                <a:r>
                  <a:rPr lang="en-GB" sz="3600" dirty="0"/>
                  <a:t>Short-term memory:</a:t>
                </a:r>
              </a:p>
              <a:p>
                <a:pPr lvl="1">
                  <a:lnSpc>
                    <a:spcPct val="100000"/>
                  </a:lnSpc>
                  <a:buFont typeface="Wingdings" panose="05000000000000000000" pitchFamily="2" charset="2"/>
                  <a:buChar char="§"/>
                </a:pPr>
                <a:r>
                  <a:rPr lang="en-GB" sz="3400" dirty="0"/>
                  <a:t>Duration – 10-20 seconds</a:t>
                </a:r>
              </a:p>
              <a:p>
                <a:pPr lvl="1">
                  <a:lnSpc>
                    <a:spcPct val="100000"/>
                  </a:lnSpc>
                  <a:buFont typeface="Wingdings" panose="05000000000000000000" pitchFamily="2" charset="2"/>
                  <a:buChar char="§"/>
                </a:pPr>
                <a:r>
                  <a:rPr lang="en-GB" sz="3400" dirty="0"/>
                  <a:t>Capacity – 7(</a:t>
                </a:r>
                <a14:m>
                  <m:oMath xmlns:m="http://schemas.openxmlformats.org/officeDocument/2006/math">
                    <m:r>
                      <a:rPr lang="en-GB" sz="3400" i="1" smtClean="0">
                        <a:latin typeface="Cambria Math" panose="02040503050406030204" pitchFamily="18" charset="0"/>
                        <a:ea typeface="Cambria Math" panose="02040503050406030204" pitchFamily="18" charset="0"/>
                      </a:rPr>
                      <m:t>±</m:t>
                    </m:r>
                  </m:oMath>
                </a14:m>
                <a:r>
                  <a:rPr lang="en-GB" sz="3400" dirty="0"/>
                  <a:t>2) chunks</a:t>
                </a:r>
              </a:p>
              <a:p>
                <a:pPr lvl="1">
                  <a:lnSpc>
                    <a:spcPct val="100000"/>
                  </a:lnSpc>
                  <a:buFont typeface="Wingdings" panose="05000000000000000000" pitchFamily="2" charset="2"/>
                  <a:buChar char="§"/>
                </a:pPr>
                <a:r>
                  <a:rPr lang="en-GB" sz="3400" dirty="0"/>
                  <a:t>Recall – instant</a:t>
                </a:r>
              </a:p>
              <a:p>
                <a:pPr>
                  <a:lnSpc>
                    <a:spcPct val="100000"/>
                  </a:lnSpc>
                  <a:buFont typeface="Wingdings" panose="05000000000000000000" pitchFamily="2" charset="2"/>
                  <a:buChar char="§"/>
                </a:pPr>
                <a:r>
                  <a:rPr lang="en-GB" sz="3600" dirty="0"/>
                  <a:t>BUT! A Software Engineer should be able to develop a complex program that can be scaled.</a:t>
                </a:r>
              </a:p>
            </p:txBody>
          </p:sp>
        </mc:Choice>
        <mc:Fallback xmlns="">
          <p:sp>
            <p:nvSpPr>
              <p:cNvPr id="3" name="Content Placeholder 2">
                <a:extLst>
                  <a:ext uri="{FF2B5EF4-FFF2-40B4-BE49-F238E27FC236}">
                    <a16:creationId xmlns:a16="http://schemas.microsoft.com/office/drawing/2014/main" id="{8185A1FE-1170-D283-0EC1-52220FF5AAA1}"/>
                  </a:ext>
                </a:extLst>
              </p:cNvPr>
              <p:cNvSpPr txBox="1">
                <a:spLocks noRot="1" noChangeAspect="1" noMove="1" noResize="1" noEditPoints="1" noAdjustHandles="1" noChangeArrowheads="1" noChangeShapeType="1" noTextEdit="1"/>
              </p:cNvSpPr>
              <p:nvPr/>
            </p:nvSpPr>
            <p:spPr>
              <a:xfrm>
                <a:off x="220384" y="1532587"/>
                <a:ext cx="11743016" cy="4942829"/>
              </a:xfrm>
              <a:prstGeom prst="rect">
                <a:avLst/>
              </a:prstGeom>
              <a:blipFill>
                <a:blip r:embed="rId3"/>
                <a:stretch>
                  <a:fillRect l="-1090" t="-3206" b="-2589"/>
                </a:stretch>
              </a:blipFill>
            </p:spPr>
            <p:txBody>
              <a:bodyPr/>
              <a:lstStyle/>
              <a:p>
                <a:r>
                  <a:rPr lang="en-PK">
                    <a:noFill/>
                  </a:rPr>
                  <a:t> </a:t>
                </a:r>
              </a:p>
            </p:txBody>
          </p:sp>
        </mc:Fallback>
      </mc:AlternateContent>
    </p:spTree>
    <p:extLst>
      <p:ext uri="{BB962C8B-B14F-4D97-AF65-F5344CB8AC3E}">
        <p14:creationId xmlns:p14="http://schemas.microsoft.com/office/powerpoint/2010/main" val="1959901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7047B4-5F5D-A995-9920-8803439CFE8C}"/>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59987C58-EF29-6185-699B-7A2813AD3E59}"/>
              </a:ext>
            </a:extLst>
          </p:cNvPr>
          <p:cNvSpPr>
            <a:spLocks noGrp="1"/>
          </p:cNvSpPr>
          <p:nvPr>
            <p:ph type="title"/>
          </p:nvPr>
        </p:nvSpPr>
        <p:spPr/>
        <p:txBody>
          <a:bodyPr/>
          <a:lstStyle/>
          <a:p>
            <a:r>
              <a:rPr lang="en-US" dirty="0"/>
              <a:t>Sample 2</a:t>
            </a:r>
          </a:p>
        </p:txBody>
      </p:sp>
      <p:sp>
        <p:nvSpPr>
          <p:cNvPr id="89" name="Rectangle 88">
            <a:extLst>
              <a:ext uri="{FF2B5EF4-FFF2-40B4-BE49-F238E27FC236}">
                <a16:creationId xmlns:a16="http://schemas.microsoft.com/office/drawing/2014/main" id="{77216347-8D70-59BD-4398-D0D4C35E291C}"/>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a:extLst>
              <a:ext uri="{FF2B5EF4-FFF2-40B4-BE49-F238E27FC236}">
                <a16:creationId xmlns:a16="http://schemas.microsoft.com/office/drawing/2014/main" id="{422D0839-6DDA-B860-02A4-28067D22AEBA}"/>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Problem solving Approaches</a:t>
            </a:r>
          </a:p>
        </p:txBody>
      </p:sp>
      <p:sp>
        <p:nvSpPr>
          <p:cNvPr id="216" name="Rectangle 215">
            <a:extLst>
              <a:ext uri="{FF2B5EF4-FFF2-40B4-BE49-F238E27FC236}">
                <a16:creationId xmlns:a16="http://schemas.microsoft.com/office/drawing/2014/main" id="{00EEEF2B-F2E9-BE90-956A-4FCE4472F012}"/>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FF2B5EF4-FFF2-40B4-BE49-F238E27FC236}">
                <a16:creationId xmlns:a16="http://schemas.microsoft.com/office/drawing/2014/main" id="{F4931995-9ECC-6D44-74B8-57980FA97A4D}"/>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52CA395D-07C2-4270-8C5E-9BD990E5381B}"/>
              </a:ext>
            </a:extLst>
          </p:cNvPr>
          <p:cNvSpPr txBox="1">
            <a:spLocks/>
          </p:cNvSpPr>
          <p:nvPr/>
        </p:nvSpPr>
        <p:spPr>
          <a:xfrm>
            <a:off x="220384" y="1532587"/>
            <a:ext cx="11743016" cy="4942829"/>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GB" sz="3600" dirty="0"/>
              <a:t>Brute force approach tries to solve the problem in its entirety at once.</a:t>
            </a:r>
          </a:p>
          <a:p>
            <a:pPr>
              <a:lnSpc>
                <a:spcPct val="100000"/>
              </a:lnSpc>
              <a:buFont typeface="Wingdings" panose="05000000000000000000" pitchFamily="2" charset="2"/>
              <a:buChar char="§"/>
            </a:pPr>
            <a:r>
              <a:rPr lang="en-GB" sz="3600" dirty="0"/>
              <a:t>Abstract model building focuses on only one aspect of the problem at a time.</a:t>
            </a:r>
          </a:p>
          <a:p>
            <a:pPr>
              <a:lnSpc>
                <a:spcPct val="100000"/>
              </a:lnSpc>
              <a:buFont typeface="Wingdings" panose="05000000000000000000" pitchFamily="2" charset="2"/>
              <a:buChar char="§"/>
            </a:pPr>
            <a:r>
              <a:rPr lang="en-GB" sz="3600" dirty="0"/>
              <a:t>The effort to build a software increases </a:t>
            </a:r>
            <a:r>
              <a:rPr lang="en-GB" sz="3600" i="1" dirty="0"/>
              <a:t>exponentially</a:t>
            </a:r>
            <a:r>
              <a:rPr lang="en-GB" sz="3600" dirty="0"/>
              <a:t> with complexity.</a:t>
            </a:r>
          </a:p>
          <a:p>
            <a:pPr>
              <a:lnSpc>
                <a:spcPct val="100000"/>
              </a:lnSpc>
              <a:buFont typeface="Wingdings" panose="05000000000000000000" pitchFamily="2" charset="2"/>
              <a:buChar char="§"/>
            </a:pPr>
            <a:r>
              <a:rPr lang="en-GB" sz="3600" dirty="0"/>
              <a:t>Software Engineering tries to keep this effort </a:t>
            </a:r>
            <a:r>
              <a:rPr lang="en-GB" sz="3600" i="1" dirty="0"/>
              <a:t>linear</a:t>
            </a:r>
            <a:r>
              <a:rPr lang="en-GB" sz="3600" dirty="0"/>
              <a:t> via Abstract model building approach</a:t>
            </a:r>
          </a:p>
        </p:txBody>
      </p:sp>
    </p:spTree>
    <p:extLst>
      <p:ext uri="{BB962C8B-B14F-4D97-AF65-F5344CB8AC3E}">
        <p14:creationId xmlns:p14="http://schemas.microsoft.com/office/powerpoint/2010/main" val="3071102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4ACAA5-D7FB-71A7-DCEB-1ABE61275188}"/>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43D3E3EC-07BE-4EBC-47CD-A1856CE8D786}"/>
              </a:ext>
            </a:extLst>
          </p:cNvPr>
          <p:cNvSpPr>
            <a:spLocks noGrp="1"/>
          </p:cNvSpPr>
          <p:nvPr>
            <p:ph type="title"/>
          </p:nvPr>
        </p:nvSpPr>
        <p:spPr/>
        <p:txBody>
          <a:bodyPr/>
          <a:lstStyle/>
          <a:p>
            <a:r>
              <a:rPr lang="en-US" dirty="0"/>
              <a:t>Sample 2</a:t>
            </a:r>
          </a:p>
        </p:txBody>
      </p:sp>
      <p:sp>
        <p:nvSpPr>
          <p:cNvPr id="89" name="Rectangle 88">
            <a:extLst>
              <a:ext uri="{FF2B5EF4-FFF2-40B4-BE49-F238E27FC236}">
                <a16:creationId xmlns:a16="http://schemas.microsoft.com/office/drawing/2014/main" id="{28C64809-6569-4DE2-73D0-A6A21FFECD63}"/>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a:extLst>
              <a:ext uri="{FF2B5EF4-FFF2-40B4-BE49-F238E27FC236}">
                <a16:creationId xmlns:a16="http://schemas.microsoft.com/office/drawing/2014/main" id="{B288A395-52F7-E98C-17BF-24D3A6030139}"/>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Problem solving Approaches</a:t>
            </a:r>
          </a:p>
        </p:txBody>
      </p:sp>
      <p:sp>
        <p:nvSpPr>
          <p:cNvPr id="216" name="Rectangle 215">
            <a:extLst>
              <a:ext uri="{FF2B5EF4-FFF2-40B4-BE49-F238E27FC236}">
                <a16:creationId xmlns:a16="http://schemas.microsoft.com/office/drawing/2014/main" id="{1688F351-70C5-BE6D-D5C4-D43E71D5D9AD}"/>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FF2B5EF4-FFF2-40B4-BE49-F238E27FC236}">
                <a16:creationId xmlns:a16="http://schemas.microsoft.com/office/drawing/2014/main" id="{A4904F2E-CB81-E96C-D536-A207749437DB}"/>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F2976199-220D-3C11-7C9B-4B1E270BC8A3}"/>
              </a:ext>
            </a:extLst>
          </p:cNvPr>
          <p:cNvSpPr txBox="1">
            <a:spLocks/>
          </p:cNvSpPr>
          <p:nvPr/>
        </p:nvSpPr>
        <p:spPr>
          <a:xfrm>
            <a:off x="220384" y="1532587"/>
            <a:ext cx="5875616" cy="4942829"/>
          </a:xfrm>
          <a:prstGeom prst="rect">
            <a:avLst/>
          </a:prstGeom>
        </p:spPr>
        <p:txBody>
          <a:bodyPr>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GB" sz="3600" dirty="0"/>
              <a:t>Building a small utility like a calculator may not make much difference.</a:t>
            </a:r>
          </a:p>
          <a:p>
            <a:pPr>
              <a:lnSpc>
                <a:spcPct val="100000"/>
              </a:lnSpc>
              <a:buFont typeface="Wingdings" panose="05000000000000000000" pitchFamily="2" charset="2"/>
              <a:buChar char="§"/>
            </a:pPr>
            <a:r>
              <a:rPr lang="en-GB" sz="3600" dirty="0"/>
              <a:t>Building an OS for JF-17 thunder will be exponentially costly with brute force.</a:t>
            </a:r>
          </a:p>
          <a:p>
            <a:pPr>
              <a:lnSpc>
                <a:spcPct val="100000"/>
              </a:lnSpc>
              <a:buFont typeface="Wingdings" panose="05000000000000000000" pitchFamily="2" charset="2"/>
              <a:buChar char="§"/>
            </a:pPr>
            <a:r>
              <a:rPr lang="en-GB" sz="3600" dirty="0"/>
              <a:t>Software Engineering is about bringing that exponential cost down.</a:t>
            </a:r>
          </a:p>
        </p:txBody>
      </p:sp>
      <p:graphicFrame>
        <p:nvGraphicFramePr>
          <p:cNvPr id="20" name="Chart 19">
            <a:extLst>
              <a:ext uri="{FF2B5EF4-FFF2-40B4-BE49-F238E27FC236}">
                <a16:creationId xmlns:a16="http://schemas.microsoft.com/office/drawing/2014/main" id="{B580C6BC-143D-9EB7-71EB-33A6EE870B1D}"/>
              </a:ext>
            </a:extLst>
          </p:cNvPr>
          <p:cNvGraphicFramePr/>
          <p:nvPr>
            <p:extLst>
              <p:ext uri="{D42A27DB-BD31-4B8C-83A1-F6EECF244321}">
                <p14:modId xmlns:p14="http://schemas.microsoft.com/office/powerpoint/2010/main" val="985460044"/>
              </p:ext>
            </p:extLst>
          </p:nvPr>
        </p:nvGraphicFramePr>
        <p:xfrm>
          <a:off x="6096001" y="1999192"/>
          <a:ext cx="5875616" cy="400961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984555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0" grpId="0">
        <p:bldAsOne/>
      </p:bldGraphic>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E2EE8-5228-F50A-9FA2-EDBAAE41D204}"/>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9134563D-AE89-75AA-5857-5BC025A3BA89}"/>
              </a:ext>
            </a:extLst>
          </p:cNvPr>
          <p:cNvSpPr>
            <a:spLocks noGrp="1"/>
          </p:cNvSpPr>
          <p:nvPr>
            <p:ph type="title"/>
          </p:nvPr>
        </p:nvSpPr>
        <p:spPr/>
        <p:txBody>
          <a:bodyPr/>
          <a:lstStyle/>
          <a:p>
            <a:r>
              <a:rPr lang="en-US" dirty="0"/>
              <a:t>Sample 2</a:t>
            </a:r>
          </a:p>
        </p:txBody>
      </p:sp>
      <p:sp>
        <p:nvSpPr>
          <p:cNvPr id="89" name="Rectangle 88">
            <a:extLst>
              <a:ext uri="{FF2B5EF4-FFF2-40B4-BE49-F238E27FC236}">
                <a16:creationId xmlns:a16="http://schemas.microsoft.com/office/drawing/2014/main" id="{106DB4AC-87C0-F3C6-7964-B967862DF2F6}"/>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a:extLst>
              <a:ext uri="{FF2B5EF4-FFF2-40B4-BE49-F238E27FC236}">
                <a16:creationId xmlns:a16="http://schemas.microsoft.com/office/drawing/2014/main" id="{DE3F418A-9D0B-1AC8-06FD-857B7CC401EA}"/>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Problem solving Approaches</a:t>
            </a:r>
          </a:p>
        </p:txBody>
      </p:sp>
      <p:sp>
        <p:nvSpPr>
          <p:cNvPr id="216" name="Rectangle 215">
            <a:extLst>
              <a:ext uri="{FF2B5EF4-FFF2-40B4-BE49-F238E27FC236}">
                <a16:creationId xmlns:a16="http://schemas.microsoft.com/office/drawing/2014/main" id="{BB016043-3C20-925E-2EC7-D3473F0D0468}"/>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FF2B5EF4-FFF2-40B4-BE49-F238E27FC236}">
                <a16:creationId xmlns:a16="http://schemas.microsoft.com/office/drawing/2014/main" id="{5107993D-D159-FFEB-5314-48FD5C529D0F}"/>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55D7E258-7A2E-6CCE-A74C-CD02FC1A98A6}"/>
              </a:ext>
            </a:extLst>
          </p:cNvPr>
          <p:cNvSpPr txBox="1">
            <a:spLocks/>
          </p:cNvSpPr>
          <p:nvPr/>
        </p:nvSpPr>
        <p:spPr>
          <a:xfrm>
            <a:off x="220384" y="1532587"/>
            <a:ext cx="11743016" cy="4942829"/>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GB" sz="3600" dirty="0"/>
              <a:t>Abstract model building can be hierarchical</a:t>
            </a:r>
          </a:p>
          <a:p>
            <a:pPr>
              <a:lnSpc>
                <a:spcPct val="100000"/>
              </a:lnSpc>
              <a:buFont typeface="Wingdings" panose="05000000000000000000" pitchFamily="2" charset="2"/>
              <a:buChar char="§"/>
            </a:pPr>
            <a:endParaRPr lang="en-GB" sz="3600" dirty="0"/>
          </a:p>
        </p:txBody>
      </p:sp>
      <p:graphicFrame>
        <p:nvGraphicFramePr>
          <p:cNvPr id="4" name="Diagram 3">
            <a:extLst>
              <a:ext uri="{FF2B5EF4-FFF2-40B4-BE49-F238E27FC236}">
                <a16:creationId xmlns:a16="http://schemas.microsoft.com/office/drawing/2014/main" id="{58D988F8-B956-47DA-9735-DA2479F593C7}"/>
              </a:ext>
            </a:extLst>
          </p:cNvPr>
          <p:cNvGraphicFramePr/>
          <p:nvPr>
            <p:extLst>
              <p:ext uri="{D42A27DB-BD31-4B8C-83A1-F6EECF244321}">
                <p14:modId xmlns:p14="http://schemas.microsoft.com/office/powerpoint/2010/main" val="2508149831"/>
              </p:ext>
            </p:extLst>
          </p:nvPr>
        </p:nvGraphicFramePr>
        <p:xfrm>
          <a:off x="220384" y="2188396"/>
          <a:ext cx="11743016" cy="42870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86912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graphicEl>
                                              <a:dgm id="{0BA94BC0-0C10-A44F-93DE-64A28C96B386}"/>
                                            </p:graphic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graphicEl>
                                              <a:dgm id="{F926003F-F906-E546-B148-B7F57E62FDB8}"/>
                                            </p:graphic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graphicEl>
                                              <a:dgm id="{594AFB13-E629-4F46-AA2F-E3B173FC9002}"/>
                                            </p:graphic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graphicEl>
                                              <a:dgm id="{52E72AFC-7F72-7949-ADA1-2D0D9E98DA9C}"/>
                                            </p:graphic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graphicEl>
                                              <a:dgm id="{4AC6A4D9-C623-5347-BC36-8513BA5CDB42}"/>
                                            </p:graphic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graphicEl>
                                              <a:dgm id="{738E8221-F414-FB47-82BC-E30F77188774}"/>
                                            </p:graphic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graphicEl>
                                              <a:dgm id="{E225D9F5-C5BF-D941-853A-EA6E2C4FED58}"/>
                                            </p:graphic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graphicEl>
                                              <a:dgm id="{2B5FC491-304D-DF41-BC64-1E6625564909}"/>
                                            </p:graphic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
                                            <p:graphicEl>
                                              <a:dgm id="{15DDAFCD-1FCF-654A-9706-675C67FBE1C6}"/>
                                            </p:graphic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
                                            <p:graphicEl>
                                              <a:dgm id="{68ED5AEA-F2CB-7141-9B73-77717F453F50}"/>
                                            </p:graphic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
                                            <p:graphicEl>
                                              <a:dgm id="{34073E21-32C7-1E47-ABED-0AEB5CC7A0DB}"/>
                                            </p:graphic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graphicEl>
                                              <a:dgm id="{DDFD280F-B59A-2044-9271-B324A7DD5657}"/>
                                            </p:graphic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
                                            <p:graphicEl>
                                              <a:dgm id="{738B3243-BA4D-F441-86DD-3599461CFB9A}"/>
                                            </p:graphic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
                                            <p:graphicEl>
                                              <a:dgm id="{FC7DE6EA-787A-E14C-AB4A-1611FEC1B32D}"/>
                                            </p:graphic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
                                            <p:graphicEl>
                                              <a:dgm id="{0DB923AB-5A78-B64D-9919-A6BDF0CB946A}"/>
                                            </p:graphic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
                                            <p:graphicEl>
                                              <a:dgm id="{4EC8F5C7-BCA3-AF43-AA54-FFDEEF6AFE21}"/>
                                            </p:graphic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
                                            <p:graphicEl>
                                              <a:dgm id="{6F481738-3AE3-A941-8DBB-E07F7F25273D}"/>
                                            </p:graphic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
                                            <p:graphicEl>
                                              <a:dgm id="{4A4D84A1-6041-994E-BF6C-782483079743}"/>
                                            </p:graphic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
                                            <p:graphicEl>
                                              <a:dgm id="{BAC9148B-E4EC-CE4C-AE1A-69C3D9AB9B0A}"/>
                                            </p:graphicEl>
                                          </p:spTgt>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
                                            <p:graphicEl>
                                              <a:dgm id="{959BB740-E5E0-FD45-8A11-D6DED6547272}"/>
                                            </p:graphicEl>
                                          </p:spTgt>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
                                            <p:graphicEl>
                                              <a:dgm id="{BB98CB17-B034-C04B-98D4-A4CD01FDB92A}"/>
                                            </p:graphicEl>
                                          </p:spTgt>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
                                            <p:graphicEl>
                                              <a:dgm id="{FEE4091E-7C12-2642-B950-FDEF45581B39}"/>
                                            </p:graphicEl>
                                          </p:spTgt>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
                                            <p:graphicEl>
                                              <a:dgm id="{A3360229-2CFC-2943-8569-11F85397F8D2}"/>
                                            </p:graphicEl>
                                          </p:spTgt>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
                                            <p:graphicEl>
                                              <a:dgm id="{2FB513C4-B59D-124B-90F9-B3326805C995}"/>
                                            </p:graphicEl>
                                          </p:spTgt>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
                                            <p:graphicEl>
                                              <a:dgm id="{8D05C887-3BCD-E148-B124-4806ECE45C25}"/>
                                            </p:graphicEl>
                                          </p:spTgt>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4">
                                            <p:graphicEl>
                                              <a:dgm id="{FC844EAC-CFA9-F947-B043-205C08B7A9D7}"/>
                                            </p:graphicEl>
                                          </p:spTgt>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4">
                                            <p:graphicEl>
                                              <a:dgm id="{1FE18CC0-A2AA-EB4F-BEFB-FEF78354781E}"/>
                                            </p:graphicEl>
                                          </p:spTgt>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
                                            <p:graphicEl>
                                              <a:dgm id="{5FA6E78D-AD6F-F34D-86E5-B5B30D4C0D1F}"/>
                                            </p:graphicEl>
                                          </p:spTgt>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4">
                                            <p:graphicEl>
                                              <a:dgm id="{8665FB70-1360-C144-A882-E81AA48210AC}"/>
                                            </p:graphic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4">
                                            <p:graphicEl>
                                              <a:dgm id="{96FF3B55-DCC0-FE48-AD22-4900516B5166}"/>
                                            </p:graphicEl>
                                          </p:spTgt>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4">
                                            <p:graphicEl>
                                              <a:dgm id="{9446924B-AA81-5645-9B90-7A136CAE5E6B}"/>
                                            </p:graphicEl>
                                          </p:spTgt>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4">
                                            <p:graphicEl>
                                              <a:dgm id="{B1F0945A-6035-BB4E-87F7-2BBF8AA8B7B1}"/>
                                            </p:graphicEl>
                                          </p:spTgt>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4">
                                            <p:graphicEl>
                                              <a:dgm id="{7E69AA35-8C39-0A48-9824-E94E9F80588A}"/>
                                            </p:graphicEl>
                                          </p:spTgt>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4">
                                            <p:graphicEl>
                                              <a:dgm id="{BBF36E8A-FFE3-4241-8F69-FAE6A89A2211}"/>
                                            </p:graphicEl>
                                          </p:spTgt>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4">
                                            <p:graphicEl>
                                              <a:dgm id="{1C439D04-577A-534A-99E0-4343D2CDAF39}"/>
                                            </p:graphicEl>
                                          </p:spTgt>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4">
                                            <p:graphicEl>
                                              <a:dgm id="{22D8AF9D-AEE0-DD44-A8AA-C07D837282D9}"/>
                                            </p:graphicEl>
                                          </p:spTgt>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4">
                                            <p:graphicEl>
                                              <a:dgm id="{38000310-89E1-6F40-91C6-9F525C444D08}"/>
                                            </p:graphicEl>
                                          </p:spTgt>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4">
                                            <p:graphicEl>
                                              <a:dgm id="{D693C138-854B-114E-85CC-B57BFB520E54}"/>
                                            </p:graphicEl>
                                          </p:spTgt>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4">
                                            <p:graphicEl>
                                              <a:dgm id="{2BFF4750-62FF-264B-AF7B-0B7E3737689D}"/>
                                            </p:graphicEl>
                                          </p:spTgt>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4">
                                            <p:graphicEl>
                                              <a:dgm id="{4EB05185-F425-644A-A91E-FEBC3CD96B2B}"/>
                                            </p:graphicEl>
                                          </p:spTgt>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4">
                                            <p:graphicEl>
                                              <a:dgm id="{56C1E849-BC17-C448-81EB-769B40FB5F11}"/>
                                            </p:graphicEl>
                                          </p:spTgt>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4">
                                            <p:graphicEl>
                                              <a:dgm id="{15469EC2-7FB2-494F-A292-E7EFCD89C1AF}"/>
                                            </p:graphicEl>
                                          </p:spTgt>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4">
                                            <p:graphicEl>
                                              <a:dgm id="{B1EE9766-A64B-0342-9144-1B5314FA5A5E}"/>
                                            </p:graphicEl>
                                          </p:spTgt>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4">
                                            <p:graphicEl>
                                              <a:dgm id="{3F8437BD-03E1-CC40-803D-EDE0B858DE9E}"/>
                                            </p:graphicEl>
                                          </p:spTgt>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4">
                                            <p:graphicEl>
                                              <a:dgm id="{7C5A5F7F-B2DD-BE45-B789-FEA69DF62848}"/>
                                            </p:graphicEl>
                                          </p:spTgt>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4">
                                            <p:graphicEl>
                                              <a:dgm id="{2B9EF1F1-E89E-084C-9A57-96B6D5B4B312}"/>
                                            </p:graphicEl>
                                          </p:spTgt>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4">
                                            <p:graphicEl>
                                              <a:dgm id="{D1D22BC4-A3B4-9343-B72F-1B3AF4E87683}"/>
                                            </p:graphicEl>
                                          </p:spTgt>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4">
                                            <p:graphicEl>
                                              <a:dgm id="{2C7A572D-8276-374E-A7DB-5FE2E3BEF52E}"/>
                                            </p:graphicEl>
                                          </p:spTgt>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4">
                                            <p:graphicEl>
                                              <a:dgm id="{955F8D5B-E217-9148-ADB6-4F77F4FFD283}"/>
                                            </p:graphicEl>
                                          </p:spTgt>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4">
                                            <p:graphicEl>
                                              <a:dgm id="{CA507321-E836-154C-8982-EA68D9E857ED}"/>
                                            </p:graphicEl>
                                          </p:spTgt>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4">
                                            <p:graphicEl>
                                              <a:dgm id="{3D48B8EA-856E-6748-9E6C-97F706E6F171}"/>
                                            </p:graphicEl>
                                          </p:spTgt>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4">
                                            <p:graphicEl>
                                              <a:dgm id="{A3413E26-3324-9444-9E36-6C77CD45CB0A}"/>
                                            </p:graphicEl>
                                          </p:spTgt>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4">
                                            <p:graphicEl>
                                              <a:dgm id="{A8F58CE5-2EE8-6B47-8E0A-87A02370FB3A}"/>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lvlAtOnce"/>
        </p:bldSub>
      </p:bldGraphic>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83B41-6DBB-19AE-34F0-959AA52E124A}"/>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A3D9139A-C441-75C7-54F6-125FF74201AC}"/>
              </a:ext>
            </a:extLst>
          </p:cNvPr>
          <p:cNvSpPr>
            <a:spLocks noGrp="1"/>
          </p:cNvSpPr>
          <p:nvPr>
            <p:ph type="title"/>
          </p:nvPr>
        </p:nvSpPr>
        <p:spPr/>
        <p:txBody>
          <a:bodyPr/>
          <a:lstStyle/>
          <a:p>
            <a:r>
              <a:rPr lang="en-US" dirty="0"/>
              <a:t>Sample 2</a:t>
            </a:r>
          </a:p>
        </p:txBody>
      </p:sp>
      <p:sp>
        <p:nvSpPr>
          <p:cNvPr id="89" name="Rectangle 88">
            <a:extLst>
              <a:ext uri="{FF2B5EF4-FFF2-40B4-BE49-F238E27FC236}">
                <a16:creationId xmlns:a16="http://schemas.microsoft.com/office/drawing/2014/main" id="{CDE11EFB-CB2F-5F5C-289C-FC9949D12B09}"/>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a:extLst>
              <a:ext uri="{FF2B5EF4-FFF2-40B4-BE49-F238E27FC236}">
                <a16:creationId xmlns:a16="http://schemas.microsoft.com/office/drawing/2014/main" id="{70B338A5-6FE8-BD7E-3089-C504D01D84D3}"/>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Problem solving Approaches</a:t>
            </a:r>
          </a:p>
        </p:txBody>
      </p:sp>
      <p:sp>
        <p:nvSpPr>
          <p:cNvPr id="216" name="Rectangle 215">
            <a:extLst>
              <a:ext uri="{FF2B5EF4-FFF2-40B4-BE49-F238E27FC236}">
                <a16:creationId xmlns:a16="http://schemas.microsoft.com/office/drawing/2014/main" id="{D9689006-3BF9-EDAF-94C7-38E9DA08D643}"/>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FF2B5EF4-FFF2-40B4-BE49-F238E27FC236}">
                <a16:creationId xmlns:a16="http://schemas.microsoft.com/office/drawing/2014/main" id="{6C200BEE-3C8F-9F61-247E-2CAAD07BF336}"/>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59E63C5C-0950-C385-603F-5C7E954460FD}"/>
              </a:ext>
            </a:extLst>
          </p:cNvPr>
          <p:cNvSpPr txBox="1">
            <a:spLocks/>
          </p:cNvSpPr>
          <p:nvPr/>
        </p:nvSpPr>
        <p:spPr>
          <a:xfrm>
            <a:off x="220384" y="1532587"/>
            <a:ext cx="11743016" cy="4942829"/>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GB" sz="3600" dirty="0"/>
              <a:t>A model can be thought of as abstraction that could be explained on paper</a:t>
            </a:r>
          </a:p>
          <a:p>
            <a:pPr>
              <a:lnSpc>
                <a:spcPct val="100000"/>
              </a:lnSpc>
              <a:buFont typeface="Wingdings" panose="05000000000000000000" pitchFamily="2" charset="2"/>
              <a:buChar char="§"/>
            </a:pPr>
            <a:r>
              <a:rPr lang="en-GB" sz="3600" dirty="0"/>
              <a:t>Decomposition is the process of breaking a larger problem into sub-problems.</a:t>
            </a:r>
          </a:p>
          <a:p>
            <a:pPr>
              <a:lnSpc>
                <a:spcPct val="100000"/>
              </a:lnSpc>
              <a:buFont typeface="Wingdings" panose="05000000000000000000" pitchFamily="2" charset="2"/>
              <a:buChar char="§"/>
            </a:pPr>
            <a:r>
              <a:rPr lang="en-GB" sz="3600" dirty="0"/>
              <a:t>Complex problems are decomposed structurally, so that they become easy to understand and solve.</a:t>
            </a:r>
          </a:p>
          <a:p>
            <a:pPr>
              <a:lnSpc>
                <a:spcPct val="100000"/>
              </a:lnSpc>
              <a:buFont typeface="Wingdings" panose="05000000000000000000" pitchFamily="2" charset="2"/>
              <a:buChar char="§"/>
            </a:pPr>
            <a:endParaRPr lang="en-GB" sz="3600" dirty="0"/>
          </a:p>
        </p:txBody>
      </p:sp>
    </p:spTree>
    <p:extLst>
      <p:ext uri="{BB962C8B-B14F-4D97-AF65-F5344CB8AC3E}">
        <p14:creationId xmlns:p14="http://schemas.microsoft.com/office/powerpoint/2010/main" val="1281055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207FD-FBBF-7641-0662-280E282A8258}"/>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272A3471-EF59-8FB8-E19E-D53EF8BA825F}"/>
              </a:ext>
            </a:extLst>
          </p:cNvPr>
          <p:cNvSpPr>
            <a:spLocks noGrp="1"/>
          </p:cNvSpPr>
          <p:nvPr>
            <p:ph type="title"/>
          </p:nvPr>
        </p:nvSpPr>
        <p:spPr/>
        <p:txBody>
          <a:bodyPr/>
          <a:lstStyle/>
          <a:p>
            <a:r>
              <a:rPr lang="en-US" dirty="0"/>
              <a:t>Sample 2</a:t>
            </a:r>
          </a:p>
        </p:txBody>
      </p:sp>
      <p:sp>
        <p:nvSpPr>
          <p:cNvPr id="89" name="Rectangle 88">
            <a:extLst>
              <a:ext uri="{FF2B5EF4-FFF2-40B4-BE49-F238E27FC236}">
                <a16:creationId xmlns:a16="http://schemas.microsoft.com/office/drawing/2014/main" id="{7D952C7E-D395-CFB2-8AA0-E5D958653FDC}"/>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a:extLst>
              <a:ext uri="{FF2B5EF4-FFF2-40B4-BE49-F238E27FC236}">
                <a16:creationId xmlns:a16="http://schemas.microsoft.com/office/drawing/2014/main" id="{2796E443-FB5B-8C20-FCE6-DA726A31B4E2}"/>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Problem solving Approaches</a:t>
            </a:r>
          </a:p>
        </p:txBody>
      </p:sp>
      <p:sp>
        <p:nvSpPr>
          <p:cNvPr id="216" name="Rectangle 215">
            <a:extLst>
              <a:ext uri="{FF2B5EF4-FFF2-40B4-BE49-F238E27FC236}">
                <a16:creationId xmlns:a16="http://schemas.microsoft.com/office/drawing/2014/main" id="{FEBDF6C8-677D-404B-80D6-11750AB52062}"/>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FF2B5EF4-FFF2-40B4-BE49-F238E27FC236}">
                <a16:creationId xmlns:a16="http://schemas.microsoft.com/office/drawing/2014/main" id="{61C89E74-F0C4-8150-F430-90CAB8542A42}"/>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73588A6C-BB8C-9B2E-B3AE-F04427F8EECE}"/>
              </a:ext>
            </a:extLst>
          </p:cNvPr>
          <p:cNvSpPr txBox="1">
            <a:spLocks/>
          </p:cNvSpPr>
          <p:nvPr/>
        </p:nvSpPr>
        <p:spPr>
          <a:xfrm>
            <a:off x="220384" y="1532587"/>
            <a:ext cx="11743016" cy="4942829"/>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GB" sz="3600" dirty="0"/>
              <a:t>For example, understanding a single computer component might be decomposed also as:</a:t>
            </a:r>
          </a:p>
          <a:p>
            <a:pPr>
              <a:lnSpc>
                <a:spcPct val="100000"/>
              </a:lnSpc>
              <a:buFont typeface="Wingdings" panose="05000000000000000000" pitchFamily="2" charset="2"/>
              <a:buChar char="§"/>
            </a:pPr>
            <a:endParaRPr lang="en-GB" sz="3600" dirty="0"/>
          </a:p>
        </p:txBody>
      </p:sp>
      <p:graphicFrame>
        <p:nvGraphicFramePr>
          <p:cNvPr id="4" name="Diagram 3">
            <a:extLst>
              <a:ext uri="{FF2B5EF4-FFF2-40B4-BE49-F238E27FC236}">
                <a16:creationId xmlns:a16="http://schemas.microsoft.com/office/drawing/2014/main" id="{7FDE03BC-7815-4B4B-A796-6A1A3010E900}"/>
              </a:ext>
            </a:extLst>
          </p:cNvPr>
          <p:cNvGraphicFramePr/>
          <p:nvPr>
            <p:extLst>
              <p:ext uri="{D42A27DB-BD31-4B8C-83A1-F6EECF244321}">
                <p14:modId xmlns:p14="http://schemas.microsoft.com/office/powerpoint/2010/main" val="1597834532"/>
              </p:ext>
            </p:extLst>
          </p:nvPr>
        </p:nvGraphicFramePr>
        <p:xfrm>
          <a:off x="220384" y="2589088"/>
          <a:ext cx="11743016" cy="38863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52939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graphicEl>
                                              <a:dgm id="{0BA94BC0-0C10-A44F-93DE-64A28C96B386}"/>
                                            </p:graphic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graphicEl>
                                              <a:dgm id="{F926003F-F906-E546-B148-B7F57E62FDB8}"/>
                                            </p:graphic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graphicEl>
                                              <a:dgm id="{594AFB13-E629-4F46-AA2F-E3B173FC9002}"/>
                                            </p:graphic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graphicEl>
                                              <a:dgm id="{52E72AFC-7F72-7949-ADA1-2D0D9E98DA9C}"/>
                                            </p:graphic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graphicEl>
                                              <a:dgm id="{4AC6A4D9-C623-5347-BC36-8513BA5CDB42}"/>
                                            </p:graphic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graphicEl>
                                              <a:dgm id="{F0B95947-02CB-4649-81B1-A3E5AEB69276}"/>
                                            </p:graphic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graphicEl>
                                              <a:dgm id="{AD586D8E-F007-5542-A3B2-1451815C03A9}"/>
                                            </p:graphic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graphicEl>
                                              <a:dgm id="{06DD2F05-37C1-D143-9AFE-BED8CF298F2D}"/>
                                            </p:graphic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
                                            <p:graphicEl>
                                              <a:dgm id="{15DDAFCD-1FCF-654A-9706-675C67FBE1C6}"/>
                                            </p:graphic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
                                            <p:graphicEl>
                                              <a:dgm id="{68ED5AEA-F2CB-7141-9B73-77717F453F50}"/>
                                            </p:graphic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
                                            <p:graphicEl>
                                              <a:dgm id="{34073E21-32C7-1E47-ABED-0AEB5CC7A0DB}"/>
                                            </p:graphic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graphicEl>
                                              <a:dgm id="{6000739A-FD8F-D44F-BF0A-40D157826E5F}"/>
                                            </p:graphic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
                                            <p:graphicEl>
                                              <a:dgm id="{B9022F27-6CA3-4E45-9B02-A092DDC5B8AD}"/>
                                            </p:graphic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
                                            <p:graphicEl>
                                              <a:dgm id="{26604E48-224E-F145-A95B-076FE2E0C566}"/>
                                            </p:graphic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
                                            <p:graphicEl>
                                              <a:dgm id="{DA06B3C7-17F3-F944-8470-865E475E9682}"/>
                                            </p:graphic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
                                            <p:graphicEl>
                                              <a:dgm id="{4A59A0E8-CD61-8240-980C-CDCFF5C6D4F2}"/>
                                            </p:graphic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
                                            <p:graphicEl>
                                              <a:dgm id="{08325C04-C27C-744C-8BCB-F7657F1CCCA5}"/>
                                            </p:graphic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
                                            <p:graphicEl>
                                              <a:dgm id="{D43EF212-FF73-8843-80FC-9DF3AC2A18F6}"/>
                                            </p:graphic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
                                            <p:graphicEl>
                                              <a:dgm id="{FD022767-0672-1F40-9D01-627329CA9BB3}"/>
                                            </p:graphicEl>
                                          </p:spTgt>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
                                            <p:graphicEl>
                                              <a:dgm id="{8CEC43C2-9C18-3247-8D0F-01358C75701D}"/>
                                            </p:graphicEl>
                                          </p:spTgt>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
                                            <p:graphicEl>
                                              <a:dgm id="{55B78787-07A1-9E4E-979D-2360F99630B4}"/>
                                            </p:graphicEl>
                                          </p:spTgt>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
                                            <p:graphicEl>
                                              <a:dgm id="{0D3AE45D-F9B7-8F40-AD6B-8979426CCD94}"/>
                                            </p:graphicEl>
                                          </p:spTgt>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
                                            <p:graphicEl>
                                              <a:dgm id="{FA57BC91-D238-5846-AA3C-561AB65971A5}"/>
                                            </p:graphicEl>
                                          </p:spTgt>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
                                            <p:graphicEl>
                                              <a:dgm id="{101C079F-14F6-D44B-9DA5-F659FF4BBC7B}"/>
                                            </p:graphicEl>
                                          </p:spTgt>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
                                            <p:graphicEl>
                                              <a:dgm id="{DA2A77EB-EA26-3648-B0FA-E31045429B86}"/>
                                            </p:graphicEl>
                                          </p:spTgt>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4">
                                            <p:graphicEl>
                                              <a:dgm id="{69550C1A-8381-9249-81AB-9C2A5B25507A}"/>
                                            </p:graphicEl>
                                          </p:spTgt>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4">
                                            <p:graphicEl>
                                              <a:dgm id="{0197E21E-7BB6-2145-8A0F-8A0E9D4D8121}"/>
                                            </p:graphicEl>
                                          </p:spTgt>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
                                            <p:graphicEl>
                                              <a:dgm id="{CE2289D4-3987-E947-8DD0-C7D0D7E4F63D}"/>
                                            </p:graphicEl>
                                          </p:spTgt>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4">
                                            <p:graphicEl>
                                              <a:dgm id="{803C14D8-990D-DF4A-A1C2-7F89EE10B16A}"/>
                                            </p:graphicEl>
                                          </p:spTgt>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4">
                                            <p:graphicEl>
                                              <a:dgm id="{D5ECBBC0-77B9-6E40-B2AC-9F33B1F60D07}"/>
                                            </p:graphicEl>
                                          </p:spTgt>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4">
                                            <p:graphicEl>
                                              <a:dgm id="{FEB58A1E-C39A-414C-AD8A-BCFE3BD292B6}"/>
                                            </p:graphicEl>
                                          </p:spTgt>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4">
                                            <p:graphicEl>
                                              <a:dgm id="{55DA3C62-CF07-9845-B5D3-9578F90C95C5}"/>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Graphic spid="4" grpId="0">
        <p:bldSub>
          <a:bldDgm bld="lvlAtOnce"/>
        </p:bldSub>
      </p:bldGraphic>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6B808-7CFD-A163-62A4-5183F6E32AE9}"/>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1DC39810-F107-E466-E04F-4E6FA5DA82E2}"/>
              </a:ext>
            </a:extLst>
          </p:cNvPr>
          <p:cNvSpPr>
            <a:spLocks noGrp="1"/>
          </p:cNvSpPr>
          <p:nvPr>
            <p:ph type="title"/>
          </p:nvPr>
        </p:nvSpPr>
        <p:spPr/>
        <p:txBody>
          <a:bodyPr/>
          <a:lstStyle/>
          <a:p>
            <a:r>
              <a:rPr lang="en-US" dirty="0"/>
              <a:t>Sample 2</a:t>
            </a:r>
          </a:p>
        </p:txBody>
      </p:sp>
      <p:sp>
        <p:nvSpPr>
          <p:cNvPr id="89" name="Rectangle 88">
            <a:extLst>
              <a:ext uri="{FF2B5EF4-FFF2-40B4-BE49-F238E27FC236}">
                <a16:creationId xmlns:a16="http://schemas.microsoft.com/office/drawing/2014/main" id="{8ECDA0F8-FF48-54C5-BF98-66B5C08ABC25}"/>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a:extLst>
              <a:ext uri="{FF2B5EF4-FFF2-40B4-BE49-F238E27FC236}">
                <a16:creationId xmlns:a16="http://schemas.microsoft.com/office/drawing/2014/main" id="{6F3C623B-1527-451C-3BEC-B56ABD10E559}"/>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Software Development</a:t>
            </a:r>
          </a:p>
        </p:txBody>
      </p:sp>
      <p:sp>
        <p:nvSpPr>
          <p:cNvPr id="216" name="Rectangle 215">
            <a:extLst>
              <a:ext uri="{FF2B5EF4-FFF2-40B4-BE49-F238E27FC236}">
                <a16:creationId xmlns:a16="http://schemas.microsoft.com/office/drawing/2014/main" id="{7CC00432-D20A-98F2-44A2-7945067A3A41}"/>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FF2B5EF4-FFF2-40B4-BE49-F238E27FC236}">
                <a16:creationId xmlns:a16="http://schemas.microsoft.com/office/drawing/2014/main" id="{7D5A2C4F-9724-79B5-A276-DDD359D8F58E}"/>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B65A8C13-1C17-5D72-C7C5-A3C6F8FCBCFF}"/>
              </a:ext>
            </a:extLst>
          </p:cNvPr>
          <p:cNvSpPr txBox="1">
            <a:spLocks/>
          </p:cNvSpPr>
          <p:nvPr/>
        </p:nvSpPr>
        <p:spPr>
          <a:xfrm>
            <a:off x="220384" y="1532587"/>
            <a:ext cx="11743016" cy="4942829"/>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GB" sz="3600" dirty="0"/>
              <a:t>Types of development:</a:t>
            </a:r>
          </a:p>
          <a:p>
            <a:pPr lvl="1">
              <a:lnSpc>
                <a:spcPct val="100000"/>
              </a:lnSpc>
              <a:buFont typeface="Wingdings" panose="05000000000000000000" pitchFamily="2" charset="2"/>
              <a:buChar char="§"/>
            </a:pPr>
            <a:r>
              <a:rPr lang="en-GB" sz="3400" dirty="0"/>
              <a:t>Routine: repetitive jobs that do not deviate from a fixed pattern. The outcomes are certain.</a:t>
            </a:r>
          </a:p>
          <a:p>
            <a:pPr lvl="1">
              <a:lnSpc>
                <a:spcPct val="100000"/>
              </a:lnSpc>
              <a:buFont typeface="Wingdings" panose="05000000000000000000" pitchFamily="2" charset="2"/>
              <a:buChar char="§"/>
            </a:pPr>
            <a:r>
              <a:rPr lang="en-GB" sz="3400" dirty="0"/>
              <a:t>Research: novel problems that require exploration. The outcomes are uncertain.</a:t>
            </a:r>
          </a:p>
          <a:p>
            <a:pPr lvl="1">
              <a:lnSpc>
                <a:spcPct val="100000"/>
              </a:lnSpc>
              <a:buFont typeface="Wingdings" panose="05000000000000000000" pitchFamily="2" charset="2"/>
              <a:buChar char="§"/>
            </a:pPr>
            <a:r>
              <a:rPr lang="en-GB" sz="3400" dirty="0"/>
              <a:t>Projects: a mix of both. Some routine work with an element of research. The outcomes are estimated.</a:t>
            </a:r>
          </a:p>
        </p:txBody>
      </p:sp>
    </p:spTree>
    <p:extLst>
      <p:ext uri="{BB962C8B-B14F-4D97-AF65-F5344CB8AC3E}">
        <p14:creationId xmlns:p14="http://schemas.microsoft.com/office/powerpoint/2010/main" val="3629122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F7AC8-D3AA-B98E-F19D-3E36EA067B1D}"/>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4F178EAB-E754-FC3F-7014-ED404E53C759}"/>
              </a:ext>
            </a:extLst>
          </p:cNvPr>
          <p:cNvSpPr>
            <a:spLocks noGrp="1"/>
          </p:cNvSpPr>
          <p:nvPr>
            <p:ph type="title"/>
          </p:nvPr>
        </p:nvSpPr>
        <p:spPr/>
        <p:txBody>
          <a:bodyPr/>
          <a:lstStyle/>
          <a:p>
            <a:r>
              <a:rPr lang="en-US" dirty="0"/>
              <a:t>Sample 2</a:t>
            </a:r>
          </a:p>
        </p:txBody>
      </p:sp>
      <p:sp>
        <p:nvSpPr>
          <p:cNvPr id="89" name="Rectangle 88">
            <a:extLst>
              <a:ext uri="{FF2B5EF4-FFF2-40B4-BE49-F238E27FC236}">
                <a16:creationId xmlns:a16="http://schemas.microsoft.com/office/drawing/2014/main" id="{38F60E82-8934-15EC-82F6-28B4ADE7580F}"/>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a:extLst>
              <a:ext uri="{FF2B5EF4-FFF2-40B4-BE49-F238E27FC236}">
                <a16:creationId xmlns:a16="http://schemas.microsoft.com/office/drawing/2014/main" id="{8DF5856E-B6FC-A5B4-B7A3-E7E404B2E1CC}"/>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Software Development</a:t>
            </a:r>
          </a:p>
        </p:txBody>
      </p:sp>
      <p:sp>
        <p:nvSpPr>
          <p:cNvPr id="216" name="Rectangle 215">
            <a:extLst>
              <a:ext uri="{FF2B5EF4-FFF2-40B4-BE49-F238E27FC236}">
                <a16:creationId xmlns:a16="http://schemas.microsoft.com/office/drawing/2014/main" id="{7C9C4F95-730A-4991-B458-447A22097292}"/>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FF2B5EF4-FFF2-40B4-BE49-F238E27FC236}">
                <a16:creationId xmlns:a16="http://schemas.microsoft.com/office/drawing/2014/main" id="{D2C83508-A968-058C-CDBD-69F5430DA4E4}"/>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33BB9E76-EBB4-600C-1E30-04B267021BD0}"/>
              </a:ext>
            </a:extLst>
          </p:cNvPr>
          <p:cNvSpPr txBox="1">
            <a:spLocks/>
          </p:cNvSpPr>
          <p:nvPr/>
        </p:nvSpPr>
        <p:spPr>
          <a:xfrm>
            <a:off x="220384" y="1532587"/>
            <a:ext cx="11743016" cy="4942829"/>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GB" sz="3600" dirty="0"/>
              <a:t>Types of Software Projects:</a:t>
            </a:r>
          </a:p>
          <a:p>
            <a:pPr lvl="1">
              <a:lnSpc>
                <a:spcPct val="100000"/>
              </a:lnSpc>
              <a:buFont typeface="Wingdings" panose="05000000000000000000" pitchFamily="2" charset="2"/>
              <a:buChar char="§"/>
            </a:pPr>
            <a:r>
              <a:rPr lang="en-GB" sz="3400" dirty="0"/>
              <a:t>Product</a:t>
            </a:r>
          </a:p>
          <a:p>
            <a:pPr lvl="2">
              <a:lnSpc>
                <a:spcPct val="100000"/>
              </a:lnSpc>
              <a:buFont typeface="Wingdings" panose="05000000000000000000" pitchFamily="2" charset="2"/>
              <a:buChar char="§"/>
            </a:pPr>
            <a:r>
              <a:rPr lang="en-GB" sz="3400" dirty="0"/>
              <a:t>General purpose</a:t>
            </a:r>
          </a:p>
          <a:p>
            <a:pPr lvl="2">
              <a:lnSpc>
                <a:spcPct val="100000"/>
              </a:lnSpc>
              <a:buFont typeface="Wingdings" panose="05000000000000000000" pitchFamily="2" charset="2"/>
              <a:buChar char="§"/>
            </a:pPr>
            <a:r>
              <a:rPr lang="en-GB" sz="3400" dirty="0"/>
              <a:t>Built for a large segment of users</a:t>
            </a:r>
          </a:p>
          <a:p>
            <a:pPr lvl="2">
              <a:lnSpc>
                <a:spcPct val="100000"/>
              </a:lnSpc>
              <a:buFont typeface="Wingdings" panose="05000000000000000000" pitchFamily="2" charset="2"/>
              <a:buChar char="§"/>
            </a:pPr>
            <a:r>
              <a:rPr lang="en-GB" sz="3400" dirty="0"/>
              <a:t>Packaged and made available off the shelf.</a:t>
            </a:r>
          </a:p>
          <a:p>
            <a:pPr lvl="1">
              <a:lnSpc>
                <a:spcPct val="100000"/>
              </a:lnSpc>
              <a:buFont typeface="Wingdings" panose="05000000000000000000" pitchFamily="2" charset="2"/>
              <a:buChar char="§"/>
            </a:pPr>
            <a:r>
              <a:rPr lang="en-GB" sz="3400" dirty="0"/>
              <a:t>Service</a:t>
            </a:r>
          </a:p>
          <a:p>
            <a:pPr lvl="2">
              <a:lnSpc>
                <a:spcPct val="100000"/>
              </a:lnSpc>
              <a:buFont typeface="Wingdings" panose="05000000000000000000" pitchFamily="2" charset="2"/>
              <a:buChar char="§"/>
            </a:pPr>
            <a:r>
              <a:rPr lang="en-GB" sz="3400" dirty="0"/>
              <a:t>Custom software tailormade for a specific use case</a:t>
            </a:r>
          </a:p>
          <a:p>
            <a:pPr lvl="2">
              <a:lnSpc>
                <a:spcPct val="100000"/>
              </a:lnSpc>
              <a:buFont typeface="Wingdings" panose="05000000000000000000" pitchFamily="2" charset="2"/>
              <a:buChar char="§"/>
            </a:pPr>
            <a:r>
              <a:rPr lang="en-GB" sz="3400" dirty="0"/>
              <a:t>Deployed on demand to particular clients.</a:t>
            </a:r>
          </a:p>
        </p:txBody>
      </p:sp>
    </p:spTree>
    <p:extLst>
      <p:ext uri="{BB962C8B-B14F-4D97-AF65-F5344CB8AC3E}">
        <p14:creationId xmlns:p14="http://schemas.microsoft.com/office/powerpoint/2010/main" val="3570048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0" name="Picture Placeholder 7" descr="abstract image">
            <a:extLst>
              <a:ext uri="{FF2B5EF4-FFF2-40B4-BE49-F238E27FC236}">
                <a16:creationId xmlns:a16="http://schemas.microsoft.com/office/drawing/2014/main" id="{D5C5EA1B-F06D-4AD1-B526-89C2DF772232}"/>
              </a:ext>
            </a:extLst>
          </p:cNvPr>
          <p:cNvPicPr>
            <a:picLocks noChangeAspect="1"/>
          </p:cNvPicPr>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l="22717" r="45642"/>
          <a:stretch/>
        </p:blipFill>
        <p:spPr>
          <a:xfrm rot="16200000">
            <a:off x="2667001" y="-2666999"/>
            <a:ext cx="6858000" cy="12192000"/>
          </a:xfrm>
          <a:prstGeom prst="rect">
            <a:avLst/>
          </a:prstGeom>
          <a:noFill/>
        </p:spPr>
      </p:pic>
      <p:sp>
        <p:nvSpPr>
          <p:cNvPr id="6" name="Title 5">
            <a:extLst>
              <a:ext uri="{FF2B5EF4-FFF2-40B4-BE49-F238E27FC236}">
                <a16:creationId xmlns:a16="http://schemas.microsoft.com/office/drawing/2014/main" id="{4F7706BE-EF2E-459C-8778-01DDD354C634}"/>
              </a:ext>
            </a:extLst>
          </p:cNvPr>
          <p:cNvSpPr>
            <a:spLocks noGrp="1"/>
          </p:cNvSpPr>
          <p:nvPr>
            <p:ph type="title" idx="4294967295"/>
          </p:nvPr>
        </p:nvSpPr>
        <p:spPr>
          <a:xfrm>
            <a:off x="702365" y="1660810"/>
            <a:ext cx="10787270" cy="830649"/>
          </a:xfrm>
        </p:spPr>
        <p:txBody>
          <a:bodyPr>
            <a:normAutofit/>
          </a:bodyPr>
          <a:lstStyle/>
          <a:p>
            <a:r>
              <a:rPr lang="en-US" sz="4000" spc="300" dirty="0"/>
              <a:t>THANK YOU</a:t>
            </a:r>
          </a:p>
        </p:txBody>
      </p:sp>
      <p:pic>
        <p:nvPicPr>
          <p:cNvPr id="24" name="Online Image Placeholder 23" descr="User">
            <a:extLst>
              <a:ext uri="{FF2B5EF4-FFF2-40B4-BE49-F238E27FC236}">
                <a16:creationId xmlns:a16="http://schemas.microsoft.com/office/drawing/2014/main" id="{E896B487-8C07-495F-95BF-B8F4960E1E8D}"/>
              </a:ext>
            </a:extLst>
          </p:cNvPr>
          <p:cNvPicPr>
            <a:picLocks noGrp="1" noChangeAspect="1"/>
          </p:cNvPicPr>
          <p:nvPr>
            <p:ph type="clipArt" sz="quarter" idx="19"/>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p:pic>
      <p:pic>
        <p:nvPicPr>
          <p:cNvPr id="12" name="Online Image Placeholder 11" descr="Smart Phone">
            <a:extLst>
              <a:ext uri="{FF2B5EF4-FFF2-40B4-BE49-F238E27FC236}">
                <a16:creationId xmlns:a16="http://schemas.microsoft.com/office/drawing/2014/main" id="{4E709B75-16EA-4581-AED9-567DEF45A6B2}"/>
              </a:ext>
            </a:extLst>
          </p:cNvPr>
          <p:cNvPicPr>
            <a:picLocks noGrp="1" noChangeAspect="1"/>
          </p:cNvPicPr>
          <p:nvPr>
            <p:ph type="clipArt" sz="quarter" idx="20"/>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730873" y="3118670"/>
            <a:ext cx="730250" cy="730250"/>
          </a:xfrm>
        </p:spPr>
      </p:pic>
      <p:pic>
        <p:nvPicPr>
          <p:cNvPr id="28" name="Online Image Placeholder 27" descr="Envelope">
            <a:extLst>
              <a:ext uri="{FF2B5EF4-FFF2-40B4-BE49-F238E27FC236}">
                <a16:creationId xmlns:a16="http://schemas.microsoft.com/office/drawing/2014/main" id="{D4D09222-33EB-4F99-9A89-51E2E1E97584}"/>
              </a:ext>
            </a:extLst>
          </p:cNvPr>
          <p:cNvPicPr>
            <a:picLocks noGrp="1" noChangeAspect="1"/>
          </p:cNvPicPr>
          <p:nvPr>
            <p:ph type="clipArt" sz="quarter" idx="21"/>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p:pic>
      <p:sp>
        <p:nvSpPr>
          <p:cNvPr id="8" name="Text Placeholder 7">
            <a:extLst>
              <a:ext uri="{FF2B5EF4-FFF2-40B4-BE49-F238E27FC236}">
                <a16:creationId xmlns:a16="http://schemas.microsoft.com/office/drawing/2014/main" id="{0B070B25-2BBC-49AC-9CFA-1CD7195DF2D6}"/>
              </a:ext>
            </a:extLst>
          </p:cNvPr>
          <p:cNvSpPr>
            <a:spLocks noGrp="1"/>
          </p:cNvSpPr>
          <p:nvPr>
            <p:ph type="body" sz="quarter" idx="16"/>
          </p:nvPr>
        </p:nvSpPr>
        <p:spPr/>
        <p:txBody>
          <a:bodyPr/>
          <a:lstStyle/>
          <a:p>
            <a:r>
              <a:rPr lang="en-US" dirty="0"/>
              <a:t>Owais Hussain</a:t>
            </a:r>
          </a:p>
        </p:txBody>
      </p:sp>
      <p:sp>
        <p:nvSpPr>
          <p:cNvPr id="9" name="Text Placeholder 8">
            <a:extLst>
              <a:ext uri="{FF2B5EF4-FFF2-40B4-BE49-F238E27FC236}">
                <a16:creationId xmlns:a16="http://schemas.microsoft.com/office/drawing/2014/main" id="{9E2524A0-105C-4170-BB48-CD0756FB3DFE}"/>
              </a:ext>
            </a:extLst>
          </p:cNvPr>
          <p:cNvSpPr>
            <a:spLocks noGrp="1"/>
          </p:cNvSpPr>
          <p:nvPr>
            <p:ph type="body" sz="quarter" idx="17"/>
          </p:nvPr>
        </p:nvSpPr>
        <p:spPr/>
        <p:txBody>
          <a:bodyPr/>
          <a:lstStyle/>
          <a:p>
            <a:r>
              <a:rPr lang="en-US" dirty="0"/>
              <a:t>+92 345-3174270</a:t>
            </a:r>
          </a:p>
        </p:txBody>
      </p:sp>
      <p:sp>
        <p:nvSpPr>
          <p:cNvPr id="10" name="Text Placeholder 9">
            <a:extLst>
              <a:ext uri="{FF2B5EF4-FFF2-40B4-BE49-F238E27FC236}">
                <a16:creationId xmlns:a16="http://schemas.microsoft.com/office/drawing/2014/main" id="{6E57A531-5B0F-485D-A015-BC78AD089BA6}"/>
              </a:ext>
            </a:extLst>
          </p:cNvPr>
          <p:cNvSpPr>
            <a:spLocks noGrp="1"/>
          </p:cNvSpPr>
          <p:nvPr>
            <p:ph type="body" sz="quarter" idx="18"/>
          </p:nvPr>
        </p:nvSpPr>
        <p:spPr>
          <a:xfrm>
            <a:off x="8216525" y="3903126"/>
            <a:ext cx="3572351" cy="518795"/>
          </a:xfrm>
        </p:spPr>
        <p:txBody>
          <a:bodyPr>
            <a:normAutofit fontScale="92500"/>
          </a:bodyPr>
          <a:lstStyle/>
          <a:p>
            <a:r>
              <a:rPr lang="en-US" dirty="0"/>
              <a:t>owais.hussain@kiet.edu.pk</a:t>
            </a:r>
          </a:p>
        </p:txBody>
      </p:sp>
      <p:sp>
        <p:nvSpPr>
          <p:cNvPr id="3" name="Text Placeholder 2">
            <a:extLst>
              <a:ext uri="{FF2B5EF4-FFF2-40B4-BE49-F238E27FC236}">
                <a16:creationId xmlns:a16="http://schemas.microsoft.com/office/drawing/2014/main" id="{C747C414-85D9-40D6-9BB3-5AF68A84F413}"/>
              </a:ext>
            </a:extLst>
          </p:cNvPr>
          <p:cNvSpPr>
            <a:spLocks noGrp="1"/>
          </p:cNvSpPr>
          <p:nvPr>
            <p:ph type="body" sz="quarter" idx="12"/>
          </p:nvPr>
        </p:nvSpPr>
        <p:spPr>
          <a:xfrm>
            <a:off x="2486288" y="5137992"/>
            <a:ext cx="7219423" cy="518795"/>
          </a:xfrm>
        </p:spPr>
        <p:txBody>
          <a:bodyPr/>
          <a:lstStyle/>
          <a:p>
            <a:r>
              <a:rPr lang="en-US" sz="1700" dirty="0"/>
              <a:t>https://www.researchgate.net/profile/Owais-Hussain-3</a:t>
            </a:r>
          </a:p>
        </p:txBody>
      </p:sp>
    </p:spTree>
    <p:extLst>
      <p:ext uri="{BB962C8B-B14F-4D97-AF65-F5344CB8AC3E}">
        <p14:creationId xmlns:p14="http://schemas.microsoft.com/office/powerpoint/2010/main" val="927727573"/>
      </p:ext>
    </p:extLst>
  </p:cSld>
  <p:clrMapOvr>
    <a:masterClrMapping/>
  </p:clrMapOvr>
</p:sld>
</file>

<file path=ppt/theme/theme1.xml><?xml version="1.0" encoding="utf-8"?>
<a:theme xmlns:a="http://schemas.openxmlformats.org/drawingml/2006/main" name="Office Theme">
  <a:themeElements>
    <a:clrScheme name="Custom 5">
      <a:dk1>
        <a:sysClr val="windowText" lastClr="000000"/>
      </a:dk1>
      <a:lt1>
        <a:sysClr val="window" lastClr="FFFFFF"/>
      </a:lt1>
      <a:dk2>
        <a:srgbClr val="44546A"/>
      </a:dk2>
      <a:lt2>
        <a:srgbClr val="E7E6E6"/>
      </a:lt2>
      <a:accent1>
        <a:srgbClr val="A53F52"/>
      </a:accent1>
      <a:accent2>
        <a:srgbClr val="E99757"/>
      </a:accent2>
      <a:accent3>
        <a:srgbClr val="2F3342"/>
      </a:accent3>
      <a:accent4>
        <a:srgbClr val="2C2153"/>
      </a:accent4>
      <a:accent5>
        <a:srgbClr val="01023B"/>
      </a:accent5>
      <a:accent6>
        <a:srgbClr val="7F7F7F"/>
      </a:accent6>
      <a:hlink>
        <a:srgbClr val="3A3838"/>
      </a:hlink>
      <a:folHlink>
        <a:srgbClr val="D0CEC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ch presentation_Win32_LW_v2.potx" id="{3AEEB70B-72AA-432B-B699-7833EBF4B1FE}" vid="{14A49A59-25D4-4203-BE02-DE6939C7C5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3D9F223-918A-45AF-9B53-56AB9E5E2182}">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1B7E2D32-4FDD-4266-880C-17595B801432}">
  <ds:schemaRefs>
    <ds:schemaRef ds:uri="http://schemas.microsoft.com/sharepoint/v3/contenttype/forms"/>
  </ds:schemaRefs>
</ds:datastoreItem>
</file>

<file path=customXml/itemProps3.xml><?xml version="1.0" encoding="utf-8"?>
<ds:datastoreItem xmlns:ds="http://schemas.openxmlformats.org/officeDocument/2006/customXml" ds:itemID="{55BB9993-D5F9-46FA-B2E5-80E3632E982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Tech presentation</Template>
  <TotalTime>3960</TotalTime>
  <Words>982</Words>
  <Application>Microsoft Office PowerPoint</Application>
  <PresentationFormat>Widescreen</PresentationFormat>
  <Paragraphs>190</Paragraphs>
  <Slides>20</Slides>
  <Notes>18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Biome Light</vt:lpstr>
      <vt:lpstr>Calibri</vt:lpstr>
      <vt:lpstr>Calibri Light</vt:lpstr>
      <vt:lpstr>Cambria Math</vt:lpstr>
      <vt:lpstr>Wingdings</vt:lpstr>
      <vt:lpstr>Office Theme</vt:lpstr>
      <vt:lpstr>Software Engineering</vt:lpstr>
      <vt:lpstr>Agenda</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INFLUENCE MINING IN COMPLEX NETWORKS</dc:title>
  <dc:creator>Owais Ahmed</dc:creator>
  <cp:lastModifiedBy>Owais Ahmed</cp:lastModifiedBy>
  <cp:revision>169</cp:revision>
  <dcterms:created xsi:type="dcterms:W3CDTF">2022-11-22T20:08:03Z</dcterms:created>
  <dcterms:modified xsi:type="dcterms:W3CDTF">2026-03-05T02:32:13Z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