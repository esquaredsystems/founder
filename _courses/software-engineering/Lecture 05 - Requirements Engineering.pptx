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handoutMasterIdLst>
    <p:handoutMasterId r:id="rId34"/>
  </p:handoutMasterIdLst>
  <p:sldIdLst>
    <p:sldId id="2503" r:id="rId5"/>
    <p:sldId id="2462" r:id="rId6"/>
    <p:sldId id="2573" r:id="rId7"/>
    <p:sldId id="2575" r:id="rId8"/>
    <p:sldId id="2574" r:id="rId9"/>
    <p:sldId id="2576" r:id="rId10"/>
    <p:sldId id="2577" r:id="rId11"/>
    <p:sldId id="2578" r:id="rId12"/>
    <p:sldId id="2579" r:id="rId13"/>
    <p:sldId id="2580" r:id="rId14"/>
    <p:sldId id="2581" r:id="rId15"/>
    <p:sldId id="2582" r:id="rId16"/>
    <p:sldId id="2583" r:id="rId17"/>
    <p:sldId id="2584" r:id="rId18"/>
    <p:sldId id="2585" r:id="rId19"/>
    <p:sldId id="2586" r:id="rId20"/>
    <p:sldId id="2587" r:id="rId21"/>
    <p:sldId id="2589" r:id="rId22"/>
    <p:sldId id="2588" r:id="rId23"/>
    <p:sldId id="2590" r:id="rId24"/>
    <p:sldId id="2592" r:id="rId25"/>
    <p:sldId id="2593" r:id="rId26"/>
    <p:sldId id="2594" r:id="rId27"/>
    <p:sldId id="2595" r:id="rId28"/>
    <p:sldId id="2596" r:id="rId29"/>
    <p:sldId id="2591" r:id="rId30"/>
    <p:sldId id="2597" r:id="rId31"/>
    <p:sldId id="243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F38B0BD-BB32-4B2D-82DE-5A028D5CA6A4}">
          <p14:sldIdLst>
            <p14:sldId id="2503"/>
            <p14:sldId id="2462"/>
            <p14:sldId id="2573"/>
            <p14:sldId id="2575"/>
            <p14:sldId id="2574"/>
            <p14:sldId id="2576"/>
            <p14:sldId id="2577"/>
            <p14:sldId id="2578"/>
            <p14:sldId id="2579"/>
            <p14:sldId id="2580"/>
            <p14:sldId id="2581"/>
            <p14:sldId id="2582"/>
            <p14:sldId id="2583"/>
            <p14:sldId id="2584"/>
            <p14:sldId id="2585"/>
            <p14:sldId id="2586"/>
            <p14:sldId id="2587"/>
            <p14:sldId id="2589"/>
            <p14:sldId id="2588"/>
            <p14:sldId id="2590"/>
            <p14:sldId id="2592"/>
            <p14:sldId id="2593"/>
            <p14:sldId id="2594"/>
            <p14:sldId id="2595"/>
            <p14:sldId id="2596"/>
            <p14:sldId id="2591"/>
            <p14:sldId id="2597"/>
            <p14:sldId id="2436"/>
          </p14:sldIdLst>
        </p14:section>
      </p14:sectionLst>
    </p:ex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1DA855-1C48-F64E-92F4-C0768D61CD65}" v="1442" dt="2026-04-11T08:17:44.9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8" autoAdjust="0"/>
    <p:restoredTop sz="92415"/>
  </p:normalViewPr>
  <p:slideViewPr>
    <p:cSldViewPr snapToGrid="0">
      <p:cViewPr varScale="1">
        <p:scale>
          <a:sx n="139" d="100"/>
          <a:sy n="139" d="100"/>
        </p:scale>
        <p:origin x="592" y="168"/>
      </p:cViewPr>
      <p:guideLst>
        <p:guide orient="horz" pos="1992"/>
        <p:guide pos="3840"/>
        <p:guide orient="horz" pos="1416"/>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641304C9-537E-56B8-9D3B-F295291B91EB}"/>
    <pc:docChg chg="undo custSel addSld delSld modSld sldOrd modSection">
      <pc:chgData name="Owais Ahmed" userId="6abc7d4556b3b071" providerId="LiveId" clId="{641304C9-537E-56B8-9D3B-F295291B91EB}" dt="2026-04-11T08:24:37.990" v="13088" actId="2696"/>
      <pc:docMkLst>
        <pc:docMk/>
      </pc:docMkLst>
      <pc:sldChg chg="modSp mod">
        <pc:chgData name="Owais Ahmed" userId="6abc7d4556b3b071" providerId="LiveId" clId="{641304C9-537E-56B8-9D3B-F295291B91EB}" dt="2026-04-04T07:10:51.736" v="2800" actId="20577"/>
        <pc:sldMkLst>
          <pc:docMk/>
          <pc:sldMk cId="1649098948" sldId="2462"/>
        </pc:sldMkLst>
        <pc:spChg chg="mod">
          <ac:chgData name="Owais Ahmed" userId="6abc7d4556b3b071" providerId="LiveId" clId="{641304C9-537E-56B8-9D3B-F295291B91EB}" dt="2026-04-04T07:10:51.736" v="2800" actId="20577"/>
          <ac:spMkLst>
            <pc:docMk/>
            <pc:sldMk cId="1649098948" sldId="2462"/>
            <ac:spMk id="6" creationId="{F3C89A40-EEAA-43AB-9A3A-B2CFDE450F1B}"/>
          </ac:spMkLst>
        </pc:spChg>
      </pc:sldChg>
      <pc:sldChg chg="modSp mod modAnim">
        <pc:chgData name="Owais Ahmed" userId="6abc7d4556b3b071" providerId="LiveId" clId="{641304C9-537E-56B8-9D3B-F295291B91EB}" dt="2026-04-04T07:41:06.132" v="4625" actId="20577"/>
        <pc:sldMkLst>
          <pc:docMk/>
          <pc:sldMk cId="331347396" sldId="2574"/>
        </pc:sldMkLst>
        <pc:spChg chg="mod">
          <ac:chgData name="Owais Ahmed" userId="6abc7d4556b3b071" providerId="LiveId" clId="{641304C9-537E-56B8-9D3B-F295291B91EB}" dt="2026-04-04T07:41:06.132" v="4625" actId="20577"/>
          <ac:spMkLst>
            <pc:docMk/>
            <pc:sldMk cId="331347396" sldId="2574"/>
            <ac:spMk id="3" creationId="{DF971A04-428F-51D6-4CAB-5A7047F3245B}"/>
          </ac:spMkLst>
        </pc:spChg>
      </pc:sldChg>
      <pc:sldChg chg="modSp mod modAnim modNotesTx">
        <pc:chgData name="Owais Ahmed" userId="6abc7d4556b3b071" providerId="LiveId" clId="{641304C9-537E-56B8-9D3B-F295291B91EB}" dt="2026-04-04T07:21:35.450" v="3238" actId="20577"/>
        <pc:sldMkLst>
          <pc:docMk/>
          <pc:sldMk cId="3709488638" sldId="2576"/>
        </pc:sldMkLst>
        <pc:spChg chg="mod">
          <ac:chgData name="Owais Ahmed" userId="6abc7d4556b3b071" providerId="LiveId" clId="{641304C9-537E-56B8-9D3B-F295291B91EB}" dt="2026-04-04T07:16:40.311" v="3063" actId="20577"/>
          <ac:spMkLst>
            <pc:docMk/>
            <pc:sldMk cId="3709488638" sldId="2576"/>
            <ac:spMk id="3" creationId="{9808384A-AB93-1C12-4B62-716D161522DA}"/>
          </ac:spMkLst>
        </pc:spChg>
      </pc:sldChg>
      <pc:sldChg chg="modSp">
        <pc:chgData name="Owais Ahmed" userId="6abc7d4556b3b071" providerId="LiveId" clId="{641304C9-537E-56B8-9D3B-F295291B91EB}" dt="2026-04-04T07:42:09.806" v="4684" actId="114"/>
        <pc:sldMkLst>
          <pc:docMk/>
          <pc:sldMk cId="2167957629" sldId="2580"/>
        </pc:sldMkLst>
        <pc:spChg chg="mod">
          <ac:chgData name="Owais Ahmed" userId="6abc7d4556b3b071" providerId="LiveId" clId="{641304C9-537E-56B8-9D3B-F295291B91EB}" dt="2026-04-04T07:42:09.806" v="4684" actId="114"/>
          <ac:spMkLst>
            <pc:docMk/>
            <pc:sldMk cId="2167957629" sldId="2580"/>
            <ac:spMk id="3" creationId="{913C0717-D2B9-9204-A6AE-719F3BA78728}"/>
          </ac:spMkLst>
        </pc:spChg>
      </pc:sldChg>
      <pc:sldChg chg="modSp add mod modAnim modNotesTx">
        <pc:chgData name="Owais Ahmed" userId="6abc7d4556b3b071" providerId="LiveId" clId="{641304C9-537E-56B8-9D3B-F295291B91EB}" dt="2026-04-04T07:42:05.697" v="4682" actId="114"/>
        <pc:sldMkLst>
          <pc:docMk/>
          <pc:sldMk cId="1605975316" sldId="2581"/>
        </pc:sldMkLst>
        <pc:spChg chg="mod">
          <ac:chgData name="Owais Ahmed" userId="6abc7d4556b3b071" providerId="LiveId" clId="{641304C9-537E-56B8-9D3B-F295291B91EB}" dt="2026-04-04T07:42:05.697" v="4682" actId="114"/>
          <ac:spMkLst>
            <pc:docMk/>
            <pc:sldMk cId="1605975316" sldId="2581"/>
            <ac:spMk id="3" creationId="{12C23E5E-1AC7-19C6-D019-F00CADC88295}"/>
          </ac:spMkLst>
        </pc:spChg>
      </pc:sldChg>
      <pc:sldChg chg="modSp add mod modAnim modNotesTx">
        <pc:chgData name="Owais Ahmed" userId="6abc7d4556b3b071" providerId="LiveId" clId="{641304C9-537E-56B8-9D3B-F295291B91EB}" dt="2026-04-04T07:59:38.202" v="6032" actId="20577"/>
        <pc:sldMkLst>
          <pc:docMk/>
          <pc:sldMk cId="379435602" sldId="2582"/>
        </pc:sldMkLst>
        <pc:spChg chg="mod">
          <ac:chgData name="Owais Ahmed" userId="6abc7d4556b3b071" providerId="LiveId" clId="{641304C9-537E-56B8-9D3B-F295291B91EB}" dt="2026-04-04T07:59:38.202" v="6032" actId="20577"/>
          <ac:spMkLst>
            <pc:docMk/>
            <pc:sldMk cId="379435602" sldId="2582"/>
            <ac:spMk id="3" creationId="{D9EB9DF1-A123-B552-B15C-00D2B48F5B1C}"/>
          </ac:spMkLst>
        </pc:spChg>
      </pc:sldChg>
      <pc:sldChg chg="modSp add mod addAnim delAnim modAnim modNotesTx">
        <pc:chgData name="Owais Ahmed" userId="6abc7d4556b3b071" providerId="LiveId" clId="{641304C9-537E-56B8-9D3B-F295291B91EB}" dt="2026-04-04T08:23:36.942" v="7622" actId="14100"/>
        <pc:sldMkLst>
          <pc:docMk/>
          <pc:sldMk cId="1580755409" sldId="2583"/>
        </pc:sldMkLst>
        <pc:spChg chg="mod">
          <ac:chgData name="Owais Ahmed" userId="6abc7d4556b3b071" providerId="LiveId" clId="{641304C9-537E-56B8-9D3B-F295291B91EB}" dt="2026-04-04T08:23:36.942" v="7622" actId="14100"/>
          <ac:spMkLst>
            <pc:docMk/>
            <pc:sldMk cId="1580755409" sldId="2583"/>
            <ac:spMk id="3" creationId="{34A71C5F-0F6B-FD75-FD5B-F7401E8DA0B1}"/>
          </ac:spMkLst>
        </pc:spChg>
        <pc:spChg chg="mod">
          <ac:chgData name="Owais Ahmed" userId="6abc7d4556b3b071" providerId="LiveId" clId="{641304C9-537E-56B8-9D3B-F295291B91EB}" dt="2026-04-04T07:52:30.446" v="5455" actId="20577"/>
          <ac:spMkLst>
            <pc:docMk/>
            <pc:sldMk cId="1580755409" sldId="2583"/>
            <ac:spMk id="215" creationId="{EF129568-E098-A6A0-D960-A69CDEC2D53F}"/>
          </ac:spMkLst>
        </pc:spChg>
      </pc:sldChg>
      <pc:sldChg chg="modSp add mod modAnim modNotesTx">
        <pc:chgData name="Owais Ahmed" userId="6abc7d4556b3b071" providerId="LiveId" clId="{641304C9-537E-56B8-9D3B-F295291B91EB}" dt="2026-04-04T08:07:41.147" v="6921" actId="20577"/>
        <pc:sldMkLst>
          <pc:docMk/>
          <pc:sldMk cId="327320657" sldId="2584"/>
        </pc:sldMkLst>
        <pc:spChg chg="mod">
          <ac:chgData name="Owais Ahmed" userId="6abc7d4556b3b071" providerId="LiveId" clId="{641304C9-537E-56B8-9D3B-F295291B91EB}" dt="2026-04-04T08:07:41.147" v="6921" actId="20577"/>
          <ac:spMkLst>
            <pc:docMk/>
            <pc:sldMk cId="327320657" sldId="2584"/>
            <ac:spMk id="3" creationId="{2C08782E-8FEE-64EF-2C54-C3AF92D034DC}"/>
          </ac:spMkLst>
        </pc:spChg>
        <pc:spChg chg="mod">
          <ac:chgData name="Owais Ahmed" userId="6abc7d4556b3b071" providerId="LiveId" clId="{641304C9-537E-56B8-9D3B-F295291B91EB}" dt="2026-04-04T08:05:16.774" v="6478" actId="20577"/>
          <ac:spMkLst>
            <pc:docMk/>
            <pc:sldMk cId="327320657" sldId="2584"/>
            <ac:spMk id="215" creationId="{F9CEEE56-4A7A-DA95-A88E-A2D2524CB7D3}"/>
          </ac:spMkLst>
        </pc:spChg>
      </pc:sldChg>
      <pc:sldChg chg="addSp modSp add mod modAnim">
        <pc:chgData name="Owais Ahmed" userId="6abc7d4556b3b071" providerId="LiveId" clId="{641304C9-537E-56B8-9D3B-F295291B91EB}" dt="2026-04-04T11:44:32.115" v="8714"/>
        <pc:sldMkLst>
          <pc:docMk/>
          <pc:sldMk cId="3708557812" sldId="2585"/>
        </pc:sldMkLst>
        <pc:spChg chg="mod">
          <ac:chgData name="Owais Ahmed" userId="6abc7d4556b3b071" providerId="LiveId" clId="{641304C9-537E-56B8-9D3B-F295291B91EB}" dt="2026-04-04T08:12:50.179" v="7293" actId="20577"/>
          <ac:spMkLst>
            <pc:docMk/>
            <pc:sldMk cId="3708557812" sldId="2585"/>
            <ac:spMk id="3" creationId="{7C6F45E1-2302-1E1F-8931-68A8243895D7}"/>
          </ac:spMkLst>
        </pc:spChg>
      </pc:sldChg>
      <pc:sldChg chg="modSp add mod modAnim">
        <pc:chgData name="Owais Ahmed" userId="6abc7d4556b3b071" providerId="LiveId" clId="{641304C9-537E-56B8-9D3B-F295291B91EB}" dt="2026-04-04T08:13:35.340" v="7326" actId="20577"/>
        <pc:sldMkLst>
          <pc:docMk/>
          <pc:sldMk cId="4149854007" sldId="2586"/>
        </pc:sldMkLst>
        <pc:spChg chg="mod">
          <ac:chgData name="Owais Ahmed" userId="6abc7d4556b3b071" providerId="LiveId" clId="{641304C9-537E-56B8-9D3B-F295291B91EB}" dt="2026-04-04T08:13:35.340" v="7326" actId="20577"/>
          <ac:spMkLst>
            <pc:docMk/>
            <pc:sldMk cId="4149854007" sldId="2586"/>
            <ac:spMk id="3" creationId="{E9ED8B39-B8FA-FFE2-5404-9181BE427824}"/>
          </ac:spMkLst>
        </pc:spChg>
      </pc:sldChg>
      <pc:sldChg chg="modSp add mod modAnim">
        <pc:chgData name="Owais Ahmed" userId="6abc7d4556b3b071" providerId="LiveId" clId="{641304C9-537E-56B8-9D3B-F295291B91EB}" dt="2026-04-04T08:14:12.802" v="7357" actId="20577"/>
        <pc:sldMkLst>
          <pc:docMk/>
          <pc:sldMk cId="3139844500" sldId="2587"/>
        </pc:sldMkLst>
        <pc:spChg chg="mod">
          <ac:chgData name="Owais Ahmed" userId="6abc7d4556b3b071" providerId="LiveId" clId="{641304C9-537E-56B8-9D3B-F295291B91EB}" dt="2026-04-04T08:14:12.802" v="7357" actId="20577"/>
          <ac:spMkLst>
            <pc:docMk/>
            <pc:sldMk cId="3139844500" sldId="2587"/>
            <ac:spMk id="3" creationId="{469F07E7-2411-40E0-CB33-072CC721205F}"/>
          </ac:spMkLst>
        </pc:spChg>
      </pc:sldChg>
      <pc:sldChg chg="addSp delSp modSp add mod ord delAnim modAnim">
        <pc:chgData name="Owais Ahmed" userId="6abc7d4556b3b071" providerId="LiveId" clId="{641304C9-537E-56B8-9D3B-F295291B91EB}" dt="2026-04-04T08:26:07.530" v="7913" actId="6549"/>
        <pc:sldMkLst>
          <pc:docMk/>
          <pc:sldMk cId="1193086099" sldId="2588"/>
        </pc:sldMkLst>
        <pc:spChg chg="add mod">
          <ac:chgData name="Owais Ahmed" userId="6abc7d4556b3b071" providerId="LiveId" clId="{641304C9-537E-56B8-9D3B-F295291B91EB}" dt="2026-04-04T08:26:07.530" v="7913" actId="6549"/>
          <ac:spMkLst>
            <pc:docMk/>
            <pc:sldMk cId="1193086099" sldId="2588"/>
            <ac:spMk id="4" creationId="{F865BE91-2DBB-ABE5-29AE-B7952D9F621C}"/>
          </ac:spMkLst>
        </pc:spChg>
        <pc:spChg chg="mod">
          <ac:chgData name="Owais Ahmed" userId="6abc7d4556b3b071" providerId="LiveId" clId="{641304C9-537E-56B8-9D3B-F295291B91EB}" dt="2026-04-04T08:25:57.187" v="7911" actId="20577"/>
          <ac:spMkLst>
            <pc:docMk/>
            <pc:sldMk cId="1193086099" sldId="2588"/>
            <ac:spMk id="215" creationId="{18F645DE-E753-98C3-CEC8-15AE4BA9DF31}"/>
          </ac:spMkLst>
        </pc:spChg>
      </pc:sldChg>
      <pc:sldChg chg="modSp add mod modAnim">
        <pc:chgData name="Owais Ahmed" userId="6abc7d4556b3b071" providerId="LiveId" clId="{641304C9-537E-56B8-9D3B-F295291B91EB}" dt="2026-04-04T08:25:18.338" v="7875" actId="20577"/>
        <pc:sldMkLst>
          <pc:docMk/>
          <pc:sldMk cId="983698719" sldId="2589"/>
        </pc:sldMkLst>
        <pc:spChg chg="mod">
          <ac:chgData name="Owais Ahmed" userId="6abc7d4556b3b071" providerId="LiveId" clId="{641304C9-537E-56B8-9D3B-F295291B91EB}" dt="2026-04-04T08:25:18.338" v="7875" actId="20577"/>
          <ac:spMkLst>
            <pc:docMk/>
            <pc:sldMk cId="983698719" sldId="2589"/>
            <ac:spMk id="4" creationId="{DD820128-5F9F-3EAD-7ADC-FC3DEF4756A1}"/>
          </ac:spMkLst>
        </pc:spChg>
        <pc:spChg chg="mod">
          <ac:chgData name="Owais Ahmed" userId="6abc7d4556b3b071" providerId="LiveId" clId="{641304C9-537E-56B8-9D3B-F295291B91EB}" dt="2026-04-04T08:21:14.654" v="7373" actId="20577"/>
          <ac:spMkLst>
            <pc:docMk/>
            <pc:sldMk cId="983698719" sldId="2589"/>
            <ac:spMk id="215" creationId="{960FAFAE-1ECB-0D24-D500-5AE0CCF48C3C}"/>
          </ac:spMkLst>
        </pc:spChg>
      </pc:sldChg>
      <pc:sldChg chg="modSp add mod ord modAnim">
        <pc:chgData name="Owais Ahmed" userId="6abc7d4556b3b071" providerId="LiveId" clId="{641304C9-537E-56B8-9D3B-F295291B91EB}" dt="2026-04-04T08:29:01.904" v="8279" actId="20577"/>
        <pc:sldMkLst>
          <pc:docMk/>
          <pc:sldMk cId="2910578901" sldId="2590"/>
        </pc:sldMkLst>
        <pc:spChg chg="mod">
          <ac:chgData name="Owais Ahmed" userId="6abc7d4556b3b071" providerId="LiveId" clId="{641304C9-537E-56B8-9D3B-F295291B91EB}" dt="2026-04-04T08:29:01.904" v="8279" actId="20577"/>
          <ac:spMkLst>
            <pc:docMk/>
            <pc:sldMk cId="2910578901" sldId="2590"/>
            <ac:spMk id="4" creationId="{4769D780-24A6-7C19-B0B1-63B73492C1F3}"/>
          </ac:spMkLst>
        </pc:spChg>
        <pc:spChg chg="mod">
          <ac:chgData name="Owais Ahmed" userId="6abc7d4556b3b071" providerId="LiveId" clId="{641304C9-537E-56B8-9D3B-F295291B91EB}" dt="2026-04-04T08:26:56.245" v="7940" actId="20577"/>
          <ac:spMkLst>
            <pc:docMk/>
            <pc:sldMk cId="2910578901" sldId="2590"/>
            <ac:spMk id="215" creationId="{0A40D5A6-0633-38A8-22C9-4EC853A5BAC4}"/>
          </ac:spMkLst>
        </pc:spChg>
      </pc:sldChg>
      <pc:sldChg chg="modSp add mod modAnim modNotesTx">
        <pc:chgData name="Owais Ahmed" userId="6abc7d4556b3b071" providerId="LiveId" clId="{641304C9-537E-56B8-9D3B-F295291B91EB}" dt="2026-04-11T07:16:15.730" v="11149" actId="27636"/>
        <pc:sldMkLst>
          <pc:docMk/>
          <pc:sldMk cId="3490477991" sldId="2591"/>
        </pc:sldMkLst>
        <pc:spChg chg="mod">
          <ac:chgData name="Owais Ahmed" userId="6abc7d4556b3b071" providerId="LiveId" clId="{641304C9-537E-56B8-9D3B-F295291B91EB}" dt="2026-04-11T07:16:15.730" v="11149" actId="27636"/>
          <ac:spMkLst>
            <pc:docMk/>
            <pc:sldMk cId="3490477991" sldId="2591"/>
            <ac:spMk id="4" creationId="{6B7E4429-BEBA-E111-9BD6-D87DF8597299}"/>
          </ac:spMkLst>
        </pc:spChg>
        <pc:spChg chg="mod">
          <ac:chgData name="Owais Ahmed" userId="6abc7d4556b3b071" providerId="LiveId" clId="{641304C9-537E-56B8-9D3B-F295291B91EB}" dt="2026-04-04T08:29:17.699" v="8307" actId="20577"/>
          <ac:spMkLst>
            <pc:docMk/>
            <pc:sldMk cId="3490477991" sldId="2591"/>
            <ac:spMk id="215" creationId="{51DB0350-0104-AA6B-3CE9-EDBBC36C2E30}"/>
          </ac:spMkLst>
        </pc:spChg>
      </pc:sldChg>
      <pc:sldChg chg="modSp add mod modAnim">
        <pc:chgData name="Owais Ahmed" userId="6abc7d4556b3b071" providerId="LiveId" clId="{641304C9-537E-56B8-9D3B-F295291B91EB}" dt="2026-04-04T11:52:20.492" v="9939" actId="27636"/>
        <pc:sldMkLst>
          <pc:docMk/>
          <pc:sldMk cId="4000037118" sldId="2592"/>
        </pc:sldMkLst>
        <pc:spChg chg="mod">
          <ac:chgData name="Owais Ahmed" userId="6abc7d4556b3b071" providerId="LiveId" clId="{641304C9-537E-56B8-9D3B-F295291B91EB}" dt="2026-04-04T11:52:20.492" v="9939" actId="27636"/>
          <ac:spMkLst>
            <pc:docMk/>
            <pc:sldMk cId="4000037118" sldId="2592"/>
            <ac:spMk id="4" creationId="{332D02A7-7260-D29A-C6D3-97BFC27234EC}"/>
          </ac:spMkLst>
        </pc:spChg>
      </pc:sldChg>
      <pc:sldChg chg="modSp add mod modAnim">
        <pc:chgData name="Owais Ahmed" userId="6abc7d4556b3b071" providerId="LiveId" clId="{641304C9-537E-56B8-9D3B-F295291B91EB}" dt="2026-04-04T11:51:14.960" v="9818" actId="20577"/>
        <pc:sldMkLst>
          <pc:docMk/>
          <pc:sldMk cId="2093235801" sldId="2593"/>
        </pc:sldMkLst>
        <pc:spChg chg="mod">
          <ac:chgData name="Owais Ahmed" userId="6abc7d4556b3b071" providerId="LiveId" clId="{641304C9-537E-56B8-9D3B-F295291B91EB}" dt="2026-04-04T11:51:14.960" v="9818" actId="20577"/>
          <ac:spMkLst>
            <pc:docMk/>
            <pc:sldMk cId="2093235801" sldId="2593"/>
            <ac:spMk id="4" creationId="{1C87509A-D7E9-2F9D-4810-6D320C47C6AF}"/>
          </ac:spMkLst>
        </pc:spChg>
      </pc:sldChg>
      <pc:sldChg chg="modSp add mod modAnim">
        <pc:chgData name="Owais Ahmed" userId="6abc7d4556b3b071" providerId="LiveId" clId="{641304C9-537E-56B8-9D3B-F295291B91EB}" dt="2026-04-04T11:54:58.116" v="10237" actId="20577"/>
        <pc:sldMkLst>
          <pc:docMk/>
          <pc:sldMk cId="1589927579" sldId="2594"/>
        </pc:sldMkLst>
        <pc:spChg chg="mod">
          <ac:chgData name="Owais Ahmed" userId="6abc7d4556b3b071" providerId="LiveId" clId="{641304C9-537E-56B8-9D3B-F295291B91EB}" dt="2026-04-04T11:54:58.116" v="10237" actId="20577"/>
          <ac:spMkLst>
            <pc:docMk/>
            <pc:sldMk cId="1589927579" sldId="2594"/>
            <ac:spMk id="4" creationId="{7344979C-6C8A-5B3F-2830-E04989B40B1F}"/>
          </ac:spMkLst>
        </pc:spChg>
      </pc:sldChg>
      <pc:sldChg chg="modSp add mod modAnim">
        <pc:chgData name="Owais Ahmed" userId="6abc7d4556b3b071" providerId="LiveId" clId="{641304C9-537E-56B8-9D3B-F295291B91EB}" dt="2026-04-04T11:58:04.376" v="10743" actId="20577"/>
        <pc:sldMkLst>
          <pc:docMk/>
          <pc:sldMk cId="3395172200" sldId="2595"/>
        </pc:sldMkLst>
        <pc:spChg chg="mod">
          <ac:chgData name="Owais Ahmed" userId="6abc7d4556b3b071" providerId="LiveId" clId="{641304C9-537E-56B8-9D3B-F295291B91EB}" dt="2026-04-04T11:58:04.376" v="10743" actId="20577"/>
          <ac:spMkLst>
            <pc:docMk/>
            <pc:sldMk cId="3395172200" sldId="2595"/>
            <ac:spMk id="4" creationId="{82966E2A-AE7B-1B35-F36C-E43D198E6E72}"/>
          </ac:spMkLst>
        </pc:spChg>
      </pc:sldChg>
      <pc:sldChg chg="modSp add mod modAnim">
        <pc:chgData name="Owais Ahmed" userId="6abc7d4556b3b071" providerId="LiveId" clId="{641304C9-537E-56B8-9D3B-F295291B91EB}" dt="2026-04-04T11:59:36.273" v="10995" actId="20577"/>
        <pc:sldMkLst>
          <pc:docMk/>
          <pc:sldMk cId="2509568637" sldId="2596"/>
        </pc:sldMkLst>
        <pc:spChg chg="mod">
          <ac:chgData name="Owais Ahmed" userId="6abc7d4556b3b071" providerId="LiveId" clId="{641304C9-537E-56B8-9D3B-F295291B91EB}" dt="2026-04-04T11:59:36.273" v="10995" actId="20577"/>
          <ac:spMkLst>
            <pc:docMk/>
            <pc:sldMk cId="2509568637" sldId="2596"/>
            <ac:spMk id="4" creationId="{56DBC99D-633A-1744-AFE6-225909E90C6B}"/>
          </ac:spMkLst>
        </pc:spChg>
      </pc:sldChg>
      <pc:sldChg chg="modSp add del mod modAnim modNotesTx">
        <pc:chgData name="Owais Ahmed" userId="6abc7d4556b3b071" providerId="LiveId" clId="{641304C9-537E-56B8-9D3B-F295291B91EB}" dt="2026-04-11T08:24:30.154" v="13087" actId="2696"/>
        <pc:sldMkLst>
          <pc:docMk/>
          <pc:sldMk cId="274298863" sldId="2598"/>
        </pc:sldMkLst>
        <pc:spChg chg="mod">
          <ac:chgData name="Owais Ahmed" userId="6abc7d4556b3b071" providerId="LiveId" clId="{641304C9-537E-56B8-9D3B-F295291B91EB}" dt="2026-04-11T07:22:44.003" v="11604" actId="14"/>
          <ac:spMkLst>
            <pc:docMk/>
            <pc:sldMk cId="274298863" sldId="2598"/>
            <ac:spMk id="4" creationId="{395B2131-B2D3-A04A-831B-430886404D90}"/>
          </ac:spMkLst>
        </pc:spChg>
        <pc:spChg chg="mod">
          <ac:chgData name="Owais Ahmed" userId="6abc7d4556b3b071" providerId="LiveId" clId="{641304C9-537E-56B8-9D3B-F295291B91EB}" dt="2026-04-11T07:16:11.059" v="11147" actId="20577"/>
          <ac:spMkLst>
            <pc:docMk/>
            <pc:sldMk cId="274298863" sldId="2598"/>
            <ac:spMk id="215" creationId="{DE8E354C-BA62-75BF-6CC3-60AF8B460B29}"/>
          </ac:spMkLst>
        </pc:spChg>
      </pc:sldChg>
      <pc:sldChg chg="modSp add del mod modAnim">
        <pc:chgData name="Owais Ahmed" userId="6abc7d4556b3b071" providerId="LiveId" clId="{641304C9-537E-56B8-9D3B-F295291B91EB}" dt="2026-04-11T08:24:37.990" v="13088" actId="2696"/>
        <pc:sldMkLst>
          <pc:docMk/>
          <pc:sldMk cId="3937378097" sldId="2599"/>
        </pc:sldMkLst>
        <pc:spChg chg="mod">
          <ac:chgData name="Owais Ahmed" userId="6abc7d4556b3b071" providerId="LiveId" clId="{641304C9-537E-56B8-9D3B-F295291B91EB}" dt="2026-04-11T08:06:10.100" v="12643" actId="27636"/>
          <ac:spMkLst>
            <pc:docMk/>
            <pc:sldMk cId="3937378097" sldId="2599"/>
            <ac:spMk id="4" creationId="{1A955839-72DE-FE28-DA6B-B96C72B8358E}"/>
          </ac:spMkLst>
        </pc:spChg>
      </pc:sldChg>
      <pc:sldChg chg="modSp add del mod modAnim modNotesTx">
        <pc:chgData name="Owais Ahmed" userId="6abc7d4556b3b071" providerId="LiveId" clId="{641304C9-537E-56B8-9D3B-F295291B91EB}" dt="2026-04-11T08:24:27.004" v="13085" actId="2696"/>
        <pc:sldMkLst>
          <pc:docMk/>
          <pc:sldMk cId="1667251857" sldId="2600"/>
        </pc:sldMkLst>
        <pc:spChg chg="mod">
          <ac:chgData name="Owais Ahmed" userId="6abc7d4556b3b071" providerId="LiveId" clId="{641304C9-537E-56B8-9D3B-F295291B91EB}" dt="2026-04-11T08:05:56.114" v="12640" actId="20577"/>
          <ac:spMkLst>
            <pc:docMk/>
            <pc:sldMk cId="1667251857" sldId="2600"/>
            <ac:spMk id="4" creationId="{3B7AF674-7A37-C7F3-13D2-D9AE309AD813}"/>
          </ac:spMkLst>
        </pc:spChg>
      </pc:sldChg>
      <pc:sldChg chg="add del">
        <pc:chgData name="Owais Ahmed" userId="6abc7d4556b3b071" providerId="LiveId" clId="{641304C9-537E-56B8-9D3B-F295291B91EB}" dt="2026-04-11T07:22:49.229" v="11605" actId="2696"/>
        <pc:sldMkLst>
          <pc:docMk/>
          <pc:sldMk cId="4218266031" sldId="2600"/>
        </pc:sldMkLst>
      </pc:sldChg>
      <pc:sldChg chg="addSp delSp modSp add del mod delAnim modAnim modNotesTx">
        <pc:chgData name="Owais Ahmed" userId="6abc7d4556b3b071" providerId="LiveId" clId="{641304C9-537E-56B8-9D3B-F295291B91EB}" dt="2026-04-11T08:24:30.150" v="13086" actId="2696"/>
        <pc:sldMkLst>
          <pc:docMk/>
          <pc:sldMk cId="2542084597" sldId="2601"/>
        </pc:sldMkLst>
        <pc:spChg chg="del mod">
          <ac:chgData name="Owais Ahmed" userId="6abc7d4556b3b071" providerId="LiveId" clId="{641304C9-537E-56B8-9D3B-F295291B91EB}" dt="2026-04-11T07:29:02.137" v="11671" actId="478"/>
          <ac:spMkLst>
            <pc:docMk/>
            <pc:sldMk cId="2542084597" sldId="2601"/>
            <ac:spMk id="4" creationId="{27A393D9-5EFB-B192-E50D-DE403C192E9E}"/>
          </ac:spMkLst>
        </pc:spChg>
        <pc:spChg chg="add del mod">
          <ac:chgData name="Owais Ahmed" userId="6abc7d4556b3b071" providerId="LiveId" clId="{641304C9-537E-56B8-9D3B-F295291B91EB}" dt="2026-04-11T07:28:11.749" v="11663" actId="22"/>
          <ac:spMkLst>
            <pc:docMk/>
            <pc:sldMk cId="2542084597" sldId="2601"/>
            <ac:spMk id="5" creationId="{4B0AB173-218A-62E7-1D75-024E2E29B092}"/>
          </ac:spMkLst>
        </pc:spChg>
        <pc:spChg chg="add mod">
          <ac:chgData name="Owais Ahmed" userId="6abc7d4556b3b071" providerId="LiveId" clId="{641304C9-537E-56B8-9D3B-F295291B91EB}" dt="2026-04-11T07:30:10.566" v="11700"/>
          <ac:spMkLst>
            <pc:docMk/>
            <pc:sldMk cId="2542084597" sldId="2601"/>
            <ac:spMk id="7" creationId="{C4C756BE-9959-034B-7EF4-9F183BFC7720}"/>
          </ac:spMkLst>
        </pc:spChg>
      </pc:sldChg>
      <pc:sldChg chg="modSp add del mod modAnim modNotesTx">
        <pc:chgData name="Owais Ahmed" userId="6abc7d4556b3b071" providerId="LiveId" clId="{641304C9-537E-56B8-9D3B-F295291B91EB}" dt="2026-04-11T08:24:27" v="13084" actId="2696"/>
        <pc:sldMkLst>
          <pc:docMk/>
          <pc:sldMk cId="3595633179" sldId="2602"/>
        </pc:sldMkLst>
        <pc:spChg chg="mod">
          <ac:chgData name="Owais Ahmed" userId="6abc7d4556b3b071" providerId="LiveId" clId="{641304C9-537E-56B8-9D3B-F295291B91EB}" dt="2026-04-11T08:10:56.955" v="12847" actId="15"/>
          <ac:spMkLst>
            <pc:docMk/>
            <pc:sldMk cId="3595633179" sldId="2602"/>
            <ac:spMk id="4" creationId="{376A65BE-2293-EC15-55C0-F87E83D7169B}"/>
          </ac:spMkLst>
        </pc:spChg>
        <pc:spChg chg="mod">
          <ac:chgData name="Owais Ahmed" userId="6abc7d4556b3b071" providerId="LiveId" clId="{641304C9-537E-56B8-9D3B-F295291B91EB}" dt="2026-04-11T08:06:37.828" v="12658" actId="20577"/>
          <ac:spMkLst>
            <pc:docMk/>
            <pc:sldMk cId="3595633179" sldId="2602"/>
            <ac:spMk id="215" creationId="{2E3CEB07-BB1B-B657-1ECD-B20193E6C96F}"/>
          </ac:spMkLst>
        </pc:spChg>
      </pc:sldChg>
      <pc:sldChg chg="addSp modSp add del mod modAnim">
        <pc:chgData name="Owais Ahmed" userId="6abc7d4556b3b071" providerId="LiveId" clId="{641304C9-537E-56B8-9D3B-F295291B91EB}" dt="2026-04-11T08:24:26.996" v="13083" actId="2696"/>
        <pc:sldMkLst>
          <pc:docMk/>
          <pc:sldMk cId="767599623" sldId="2603"/>
        </pc:sldMkLst>
        <pc:spChg chg="mod">
          <ac:chgData name="Owais Ahmed" userId="6abc7d4556b3b071" providerId="LiveId" clId="{641304C9-537E-56B8-9D3B-F295291B91EB}" dt="2026-04-11T08:12:24.887" v="12905" actId="20577"/>
          <ac:spMkLst>
            <pc:docMk/>
            <pc:sldMk cId="767599623" sldId="2603"/>
            <ac:spMk id="4" creationId="{848A7E0B-9527-0B2B-D47B-93799107FC93}"/>
          </ac:spMkLst>
        </pc:spChg>
        <pc:graphicFrameChg chg="add mod modGraphic">
          <ac:chgData name="Owais Ahmed" userId="6abc7d4556b3b071" providerId="LiveId" clId="{641304C9-537E-56B8-9D3B-F295291B91EB}" dt="2026-04-11T08:14:24.244" v="12923" actId="12385"/>
          <ac:graphicFrameMkLst>
            <pc:docMk/>
            <pc:sldMk cId="767599623" sldId="2603"/>
            <ac:graphicFrameMk id="3" creationId="{DBAC8E5F-7C48-B113-BB2E-03FE42CD7AB1}"/>
          </ac:graphicFrameMkLst>
        </pc:graphicFrameChg>
      </pc:sldChg>
      <pc:sldChg chg="modSp add del mod modNotesTx">
        <pc:chgData name="Owais Ahmed" userId="6abc7d4556b3b071" providerId="LiveId" clId="{641304C9-537E-56B8-9D3B-F295291B91EB}" dt="2026-04-11T08:24:26.992" v="13082" actId="2696"/>
        <pc:sldMkLst>
          <pc:docMk/>
          <pc:sldMk cId="1090044983" sldId="2604"/>
        </pc:sldMkLst>
        <pc:spChg chg="mod">
          <ac:chgData name="Owais Ahmed" userId="6abc7d4556b3b071" providerId="LiveId" clId="{641304C9-537E-56B8-9D3B-F295291B91EB}" dt="2026-04-11T08:16:59.471" v="12993" actId="20577"/>
          <ac:spMkLst>
            <pc:docMk/>
            <pc:sldMk cId="1090044983" sldId="2604"/>
            <ac:spMk id="4" creationId="{E3F3819B-017D-4BD7-8520-C26D78DABD9E}"/>
          </ac:spMkLst>
        </pc:spChg>
        <pc:graphicFrameChg chg="mod modGraphic">
          <ac:chgData name="Owais Ahmed" userId="6abc7d4556b3b071" providerId="LiveId" clId="{641304C9-537E-56B8-9D3B-F295291B91EB}" dt="2026-04-11T08:19:14.544" v="13074" actId="20577"/>
          <ac:graphicFrameMkLst>
            <pc:docMk/>
            <pc:sldMk cId="1090044983" sldId="2604"/>
            <ac:graphicFrameMk id="3" creationId="{779E390E-FC59-F04E-BEE2-B1C4FDBF9E3A}"/>
          </ac:graphicFrameMkLst>
        </pc:graphicFrameChg>
      </pc:sldChg>
    </pc:docChg>
  </pc:docChgLst>
  <pc:docChgLst>
    <pc:chgData name="Owais Ahmed" userId="6abc7d4556b3b071" providerId="LiveId" clId="{D0A51F83-B713-4A4D-8105-C75936B8E1D2}"/>
    <pc:docChg chg="undo redo custSel addSld delSld modSld sldOrd addSection delSection modSection">
      <pc:chgData name="Owais Ahmed" userId="6abc7d4556b3b071" providerId="LiveId" clId="{D0A51F83-B713-4A4D-8105-C75936B8E1D2}" dt="2026-04-10T06:50:56.206" v="23920" actId="20577"/>
      <pc:docMkLst>
        <pc:docMk/>
      </pc:docMkLst>
      <pc:sldChg chg="modSp mod">
        <pc:chgData name="Owais Ahmed" userId="6abc7d4556b3b071" providerId="LiveId" clId="{D0A51F83-B713-4A4D-8105-C75936B8E1D2}" dt="2026-04-03T15:12:55.004" v="21685"/>
        <pc:sldMkLst>
          <pc:docMk/>
          <pc:sldMk cId="1649098948" sldId="2462"/>
        </pc:sldMkLst>
        <pc:spChg chg="mod">
          <ac:chgData name="Owais Ahmed" userId="6abc7d4556b3b071" providerId="LiveId" clId="{D0A51F83-B713-4A4D-8105-C75936B8E1D2}" dt="2026-04-03T15:12:55.004" v="21685"/>
          <ac:spMkLst>
            <pc:docMk/>
            <pc:sldMk cId="1649098948" sldId="2462"/>
            <ac:spMk id="6" creationId="{F3C89A40-EEAA-43AB-9A3A-B2CFDE450F1B}"/>
          </ac:spMkLst>
        </pc:spChg>
      </pc:sldChg>
      <pc:sldChg chg="modSp add mod ord addAnim delAnim modAnim modNotesTx">
        <pc:chgData name="Owais Ahmed" userId="6abc7d4556b3b071" providerId="LiveId" clId="{D0A51F83-B713-4A4D-8105-C75936B8E1D2}" dt="2026-04-03T13:36:10.488" v="20229" actId="20577"/>
        <pc:sldMkLst>
          <pc:docMk/>
          <pc:sldMk cId="689729503" sldId="2573"/>
        </pc:sldMkLst>
        <pc:spChg chg="mod">
          <ac:chgData name="Owais Ahmed" userId="6abc7d4556b3b071" providerId="LiveId" clId="{D0A51F83-B713-4A4D-8105-C75936B8E1D2}" dt="2026-04-03T13:35:21.208" v="20187" actId="20577"/>
          <ac:spMkLst>
            <pc:docMk/>
            <pc:sldMk cId="689729503" sldId="2573"/>
            <ac:spMk id="3" creationId="{422A2E5D-4F5F-9B1C-1AFF-E3AB54478CC4}"/>
          </ac:spMkLst>
        </pc:spChg>
        <pc:spChg chg="mod">
          <ac:chgData name="Owais Ahmed" userId="6abc7d4556b3b071" providerId="LiveId" clId="{D0A51F83-B713-4A4D-8105-C75936B8E1D2}" dt="2026-04-03T12:00:01.498" v="19498" actId="20577"/>
          <ac:spMkLst>
            <pc:docMk/>
            <pc:sldMk cId="689729503" sldId="2573"/>
            <ac:spMk id="215" creationId="{A2F99602-7C2E-7F99-7019-B197A4777D32}"/>
          </ac:spMkLst>
        </pc:spChg>
      </pc:sldChg>
      <pc:sldChg chg="modSp add mod modAnim modNotesTx">
        <pc:chgData name="Owais Ahmed" userId="6abc7d4556b3b071" providerId="LiveId" clId="{D0A51F83-B713-4A4D-8105-C75936B8E1D2}" dt="2026-04-03T15:08:19.279" v="21290" actId="20577"/>
        <pc:sldMkLst>
          <pc:docMk/>
          <pc:sldMk cId="331347396" sldId="2574"/>
        </pc:sldMkLst>
        <pc:spChg chg="mod">
          <ac:chgData name="Owais Ahmed" userId="6abc7d4556b3b071" providerId="LiveId" clId="{D0A51F83-B713-4A4D-8105-C75936B8E1D2}" dt="2026-04-03T15:08:19.279" v="21290" actId="20577"/>
          <ac:spMkLst>
            <pc:docMk/>
            <pc:sldMk cId="331347396" sldId="2574"/>
            <ac:spMk id="3" creationId="{DF971A04-428F-51D6-4CAB-5A7047F3245B}"/>
          </ac:spMkLst>
        </pc:spChg>
        <pc:spChg chg="mod">
          <ac:chgData name="Owais Ahmed" userId="6abc7d4556b3b071" providerId="LiveId" clId="{D0A51F83-B713-4A4D-8105-C75936B8E1D2}" dt="2026-04-03T15:04:30.368" v="20733" actId="20577"/>
          <ac:spMkLst>
            <pc:docMk/>
            <pc:sldMk cId="331347396" sldId="2574"/>
            <ac:spMk id="215" creationId="{7F27B893-D640-F863-2EEF-A736C1C3A745}"/>
          </ac:spMkLst>
        </pc:spChg>
      </pc:sldChg>
      <pc:sldChg chg="modSp add mod modAnim modNotesTx">
        <pc:chgData name="Owais Ahmed" userId="6abc7d4556b3b071" providerId="LiveId" clId="{D0A51F83-B713-4A4D-8105-C75936B8E1D2}" dt="2026-04-03T15:03:57.923" v="20673" actId="6549"/>
        <pc:sldMkLst>
          <pc:docMk/>
          <pc:sldMk cId="1985146052" sldId="2575"/>
        </pc:sldMkLst>
        <pc:spChg chg="mod">
          <ac:chgData name="Owais Ahmed" userId="6abc7d4556b3b071" providerId="LiveId" clId="{D0A51F83-B713-4A4D-8105-C75936B8E1D2}" dt="2026-04-03T15:03:51.491" v="20672" actId="114"/>
          <ac:spMkLst>
            <pc:docMk/>
            <pc:sldMk cId="1985146052" sldId="2575"/>
            <ac:spMk id="3" creationId="{0E615FB3-2F5E-15C6-EB7E-072307FDDD0A}"/>
          </ac:spMkLst>
        </pc:spChg>
        <pc:spChg chg="mod">
          <ac:chgData name="Owais Ahmed" userId="6abc7d4556b3b071" providerId="LiveId" clId="{D0A51F83-B713-4A4D-8105-C75936B8E1D2}" dt="2026-04-03T13:38:42.471" v="20315" actId="20577"/>
          <ac:spMkLst>
            <pc:docMk/>
            <pc:sldMk cId="1985146052" sldId="2575"/>
            <ac:spMk id="215" creationId="{F711B1F3-AE88-ECB0-7F6B-6E127F43F8BD}"/>
          </ac:spMkLst>
        </pc:spChg>
      </pc:sldChg>
      <pc:sldChg chg="modSp add mod modAnim modNotesTx">
        <pc:chgData name="Owais Ahmed" userId="6abc7d4556b3b071" providerId="LiveId" clId="{D0A51F83-B713-4A4D-8105-C75936B8E1D2}" dt="2026-04-03T15:27:19.576" v="22703" actId="20577"/>
        <pc:sldMkLst>
          <pc:docMk/>
          <pc:sldMk cId="3709488638" sldId="2576"/>
        </pc:sldMkLst>
        <pc:spChg chg="mod">
          <ac:chgData name="Owais Ahmed" userId="6abc7d4556b3b071" providerId="LiveId" clId="{D0A51F83-B713-4A4D-8105-C75936B8E1D2}" dt="2026-04-03T15:27:19.576" v="22703" actId="20577"/>
          <ac:spMkLst>
            <pc:docMk/>
            <pc:sldMk cId="3709488638" sldId="2576"/>
            <ac:spMk id="3" creationId="{9808384A-AB93-1C12-4B62-716D161522DA}"/>
          </ac:spMkLst>
        </pc:spChg>
      </pc:sldChg>
      <pc:sldChg chg="addSp modSp add mod modAnim modNotesTx">
        <pc:chgData name="Owais Ahmed" userId="6abc7d4556b3b071" providerId="LiveId" clId="{D0A51F83-B713-4A4D-8105-C75936B8E1D2}" dt="2026-04-03T15:18:10.328" v="22163" actId="20577"/>
        <pc:sldMkLst>
          <pc:docMk/>
          <pc:sldMk cId="1923663263" sldId="2577"/>
        </pc:sldMkLst>
        <pc:spChg chg="mod">
          <ac:chgData name="Owais Ahmed" userId="6abc7d4556b3b071" providerId="LiveId" clId="{D0A51F83-B713-4A4D-8105-C75936B8E1D2}" dt="2026-04-03T15:16:19.716" v="22013" actId="113"/>
          <ac:spMkLst>
            <pc:docMk/>
            <pc:sldMk cId="1923663263" sldId="2577"/>
            <ac:spMk id="3" creationId="{98A3A575-CE09-A5B7-4E4B-F82BB1AE4F50}"/>
          </ac:spMkLst>
        </pc:spChg>
        <pc:spChg chg="add mod">
          <ac:chgData name="Owais Ahmed" userId="6abc7d4556b3b071" providerId="LiveId" clId="{D0A51F83-B713-4A4D-8105-C75936B8E1D2}" dt="2026-04-03T15:16:02.203" v="21967" actId="14100"/>
          <ac:spMkLst>
            <pc:docMk/>
            <pc:sldMk cId="1923663263" sldId="2577"/>
            <ac:spMk id="4" creationId="{2639317C-E453-6A72-7558-31AA042DA37D}"/>
          </ac:spMkLst>
        </pc:spChg>
        <pc:spChg chg="mod">
          <ac:chgData name="Owais Ahmed" userId="6abc7d4556b3b071" providerId="LiveId" clId="{D0A51F83-B713-4A4D-8105-C75936B8E1D2}" dt="2026-04-03T15:13:22.179" v="21709" actId="20577"/>
          <ac:spMkLst>
            <pc:docMk/>
            <pc:sldMk cId="1923663263" sldId="2577"/>
            <ac:spMk id="215" creationId="{B6842B83-8D98-ECF2-EDB7-E3F7162DB82F}"/>
          </ac:spMkLst>
        </pc:spChg>
      </pc:sldChg>
      <pc:sldChg chg="addSp modSp add mod ord modAnim">
        <pc:chgData name="Owais Ahmed" userId="6abc7d4556b3b071" providerId="LiveId" clId="{D0A51F83-B713-4A4D-8105-C75936B8E1D2}" dt="2026-04-03T15:22:43.676" v="22329" actId="20577"/>
        <pc:sldMkLst>
          <pc:docMk/>
          <pc:sldMk cId="3363089523" sldId="2578"/>
        </pc:sldMkLst>
        <pc:spChg chg="mod">
          <ac:chgData name="Owais Ahmed" userId="6abc7d4556b3b071" providerId="LiveId" clId="{D0A51F83-B713-4A4D-8105-C75936B8E1D2}" dt="2026-04-03T15:19:04.480" v="22168" actId="14100"/>
          <ac:spMkLst>
            <pc:docMk/>
            <pc:sldMk cId="3363089523" sldId="2578"/>
            <ac:spMk id="3" creationId="{86C8CDB5-03AC-C4D2-3447-0627002A939F}"/>
          </ac:spMkLst>
        </pc:spChg>
        <pc:graphicFrameChg chg="add mod modGraphic">
          <ac:chgData name="Owais Ahmed" userId="6abc7d4556b3b071" providerId="LiveId" clId="{D0A51F83-B713-4A4D-8105-C75936B8E1D2}" dt="2026-04-03T15:22:43.676" v="22329" actId="20577"/>
          <ac:graphicFrameMkLst>
            <pc:docMk/>
            <pc:sldMk cId="3363089523" sldId="2578"/>
            <ac:graphicFrameMk id="4" creationId="{ABCD7192-80AA-F2A2-36AC-2DF4D8B39DD1}"/>
          </ac:graphicFrameMkLst>
        </pc:graphicFrameChg>
      </pc:sldChg>
      <pc:sldChg chg="addSp delSp modSp add mod ord delAnim modAnim">
        <pc:chgData name="Owais Ahmed" userId="6abc7d4556b3b071" providerId="LiveId" clId="{D0A51F83-B713-4A4D-8105-C75936B8E1D2}" dt="2026-04-03T15:37:04.433" v="22922" actId="20577"/>
        <pc:sldMkLst>
          <pc:docMk/>
          <pc:sldMk cId="2020995345" sldId="2579"/>
        </pc:sldMkLst>
        <pc:spChg chg="add mod">
          <ac:chgData name="Owais Ahmed" userId="6abc7d4556b3b071" providerId="LiveId" clId="{D0A51F83-B713-4A4D-8105-C75936B8E1D2}" dt="2026-04-03T15:37:04.433" v="22922" actId="20577"/>
          <ac:spMkLst>
            <pc:docMk/>
            <pc:sldMk cId="2020995345" sldId="2579"/>
            <ac:spMk id="7" creationId="{27D5455A-6F4A-FA37-248E-DE44B989BC94}"/>
          </ac:spMkLst>
        </pc:spChg>
        <pc:spChg chg="mod">
          <ac:chgData name="Owais Ahmed" userId="6abc7d4556b3b071" providerId="LiveId" clId="{D0A51F83-B713-4A4D-8105-C75936B8E1D2}" dt="2026-04-03T15:31:39.400" v="22747" actId="20577"/>
          <ac:spMkLst>
            <pc:docMk/>
            <pc:sldMk cId="2020995345" sldId="2579"/>
            <ac:spMk id="215" creationId="{EE547FB8-4AFF-8A08-065D-505EF0457C8F}"/>
          </ac:spMkLst>
        </pc:spChg>
        <pc:picChg chg="add mod">
          <ac:chgData name="Owais Ahmed" userId="6abc7d4556b3b071" providerId="LiveId" clId="{D0A51F83-B713-4A4D-8105-C75936B8E1D2}" dt="2026-04-03T15:35:29.861" v="22750" actId="1076"/>
          <ac:picMkLst>
            <pc:docMk/>
            <pc:sldMk cId="2020995345" sldId="2579"/>
            <ac:picMk id="6" creationId="{D785B929-21CF-A1E9-1C4D-FAC65A241CA6}"/>
          </ac:picMkLst>
        </pc:picChg>
      </pc:sldChg>
      <pc:sldChg chg="modSp add mod ord modAnim">
        <pc:chgData name="Owais Ahmed" userId="6abc7d4556b3b071" providerId="LiveId" clId="{D0A51F83-B713-4A4D-8105-C75936B8E1D2}" dt="2026-04-03T15:42:20.406" v="23297" actId="20577"/>
        <pc:sldMkLst>
          <pc:docMk/>
          <pc:sldMk cId="2167957629" sldId="2580"/>
        </pc:sldMkLst>
        <pc:spChg chg="mod">
          <ac:chgData name="Owais Ahmed" userId="6abc7d4556b3b071" providerId="LiveId" clId="{D0A51F83-B713-4A4D-8105-C75936B8E1D2}" dt="2026-04-03T15:42:20.406" v="23297" actId="20577"/>
          <ac:spMkLst>
            <pc:docMk/>
            <pc:sldMk cId="2167957629" sldId="2580"/>
            <ac:spMk id="3" creationId="{913C0717-D2B9-9204-A6AE-719F3BA78728}"/>
          </ac:spMkLst>
        </pc:spChg>
        <pc:spChg chg="mod">
          <ac:chgData name="Owais Ahmed" userId="6abc7d4556b3b071" providerId="LiveId" clId="{D0A51F83-B713-4A4D-8105-C75936B8E1D2}" dt="2026-04-03T15:40:11.800" v="22926"/>
          <ac:spMkLst>
            <pc:docMk/>
            <pc:sldMk cId="2167957629" sldId="2580"/>
            <ac:spMk id="215" creationId="{205514CD-39D5-A0E3-490E-CAB1ED4D0792}"/>
          </ac:spMkLst>
        </pc:spChg>
      </pc:sldChg>
      <pc:sldChg chg="modSp add mod ord modAnim">
        <pc:chgData name="Owais Ahmed" userId="6abc7d4556b3b071" providerId="LiveId" clId="{D0A51F83-B713-4A4D-8105-C75936B8E1D2}" dt="2026-04-10T06:50:56.206" v="23920" actId="20577"/>
        <pc:sldMkLst>
          <pc:docMk/>
          <pc:sldMk cId="3969978779" sldId="2597"/>
        </pc:sldMkLst>
        <pc:spChg chg="mod">
          <ac:chgData name="Owais Ahmed" userId="6abc7d4556b3b071" providerId="LiveId" clId="{D0A51F83-B713-4A4D-8105-C75936B8E1D2}" dt="2026-04-10T06:50:56.206" v="23920" actId="20577"/>
          <ac:spMkLst>
            <pc:docMk/>
            <pc:sldMk cId="3969978779" sldId="2597"/>
            <ac:spMk id="4" creationId="{1C898225-7AFE-C7B7-1970-E06CD280448A}"/>
          </ac:spMkLst>
        </pc:spChg>
        <pc:spChg chg="mod">
          <ac:chgData name="Owais Ahmed" userId="6abc7d4556b3b071" providerId="LiveId" clId="{D0A51F83-B713-4A4D-8105-C75936B8E1D2}" dt="2026-04-10T06:47:48.629" v="23818" actId="6549"/>
          <ac:spMkLst>
            <pc:docMk/>
            <pc:sldMk cId="3969978779" sldId="2597"/>
            <ac:spMk id="215" creationId="{221D6FF5-44DD-2B72-B5A9-A205F59F9D0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3128F0-C3E8-45DE-8FC8-76740C143121}"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endParaRPr lang="en-PK"/>
        </a:p>
      </dgm:t>
    </dgm:pt>
    <dgm:pt modelId="{2C2ABBD0-BBD4-49BB-A324-5848EB690037}">
      <dgm:prSet phldrT="[Text]" phldr="0"/>
      <dgm:spPr/>
      <dgm:t>
        <a:bodyPr/>
        <a:lstStyle/>
        <a:p>
          <a:r>
            <a:rPr lang="en-US" dirty="0"/>
            <a:t>SRS</a:t>
          </a:r>
          <a:endParaRPr lang="en-PK" dirty="0"/>
        </a:p>
      </dgm:t>
    </dgm:pt>
    <dgm:pt modelId="{83401E7A-2EAD-4A7F-A050-4B47DD75F2FE}" type="parTrans" cxnId="{FD71E6E3-5BBF-4B9A-834A-341AA32ECFC7}">
      <dgm:prSet/>
      <dgm:spPr/>
      <dgm:t>
        <a:bodyPr/>
        <a:lstStyle/>
        <a:p>
          <a:endParaRPr lang="en-PK"/>
        </a:p>
      </dgm:t>
    </dgm:pt>
    <dgm:pt modelId="{0733CB22-995A-4EBA-AAFF-ACADAC7F3C18}" type="sibTrans" cxnId="{FD71E6E3-5BBF-4B9A-834A-341AA32ECFC7}">
      <dgm:prSet/>
      <dgm:spPr/>
      <dgm:t>
        <a:bodyPr/>
        <a:lstStyle/>
        <a:p>
          <a:endParaRPr lang="en-PK"/>
        </a:p>
      </dgm:t>
    </dgm:pt>
    <dgm:pt modelId="{DD77923F-DB1C-4B5C-A9CD-AA83C8DAACF6}">
      <dgm:prSet phldrT="[Text]" phldr="0"/>
      <dgm:spPr/>
      <dgm:t>
        <a:bodyPr/>
        <a:lstStyle/>
        <a:p>
          <a:r>
            <a:rPr lang="en-US" dirty="0"/>
            <a:t>Overall Description</a:t>
          </a:r>
          <a:endParaRPr lang="en-PK" dirty="0"/>
        </a:p>
      </dgm:t>
    </dgm:pt>
    <dgm:pt modelId="{A51EA613-D3FE-4FEA-B080-DE0DC8F14C94}" type="parTrans" cxnId="{ADB06424-C929-4CCC-A161-328061002170}">
      <dgm:prSet/>
      <dgm:spPr/>
      <dgm:t>
        <a:bodyPr/>
        <a:lstStyle/>
        <a:p>
          <a:endParaRPr lang="en-PK"/>
        </a:p>
      </dgm:t>
    </dgm:pt>
    <dgm:pt modelId="{96295FF9-E445-474D-A0E9-E7F1211D944F}" type="sibTrans" cxnId="{ADB06424-C929-4CCC-A161-328061002170}">
      <dgm:prSet/>
      <dgm:spPr/>
      <dgm:t>
        <a:bodyPr/>
        <a:lstStyle/>
        <a:p>
          <a:endParaRPr lang="en-PK"/>
        </a:p>
      </dgm:t>
    </dgm:pt>
    <dgm:pt modelId="{A16069F2-782D-498B-84C7-41F2818211C0}">
      <dgm:prSet phldrT="[Text]" phldr="0"/>
      <dgm:spPr/>
      <dgm:t>
        <a:bodyPr/>
        <a:lstStyle/>
        <a:p>
          <a:r>
            <a:rPr lang="en-US" dirty="0"/>
            <a:t>Specific</a:t>
          </a:r>
          <a:endParaRPr lang="en-PK" dirty="0"/>
        </a:p>
      </dgm:t>
    </dgm:pt>
    <dgm:pt modelId="{4E59E091-C7BB-4B02-921E-FC6018FD9FB7}" type="parTrans" cxnId="{5E2E2BC4-95B4-4015-9A44-F7E97DCB9504}">
      <dgm:prSet/>
      <dgm:spPr/>
      <dgm:t>
        <a:bodyPr/>
        <a:lstStyle/>
        <a:p>
          <a:endParaRPr lang="en-PK"/>
        </a:p>
      </dgm:t>
    </dgm:pt>
    <dgm:pt modelId="{75120509-D2ED-4D81-8A35-316DD684F7E5}" type="sibTrans" cxnId="{5E2E2BC4-95B4-4015-9A44-F7E97DCB9504}">
      <dgm:prSet/>
      <dgm:spPr/>
      <dgm:t>
        <a:bodyPr/>
        <a:lstStyle/>
        <a:p>
          <a:endParaRPr lang="en-PK"/>
        </a:p>
      </dgm:t>
    </dgm:pt>
    <dgm:pt modelId="{F247B8A2-6A49-45FF-A493-4D2C7719C0BE}">
      <dgm:prSet phldrT="[Text]" phldr="0"/>
      <dgm:spPr/>
      <dgm:t>
        <a:bodyPr/>
        <a:lstStyle/>
        <a:p>
          <a:r>
            <a:rPr lang="en-US" dirty="0"/>
            <a:t>Functional</a:t>
          </a:r>
          <a:endParaRPr lang="en-PK" dirty="0"/>
        </a:p>
      </dgm:t>
    </dgm:pt>
    <dgm:pt modelId="{3182EA68-BD0F-4E94-9B49-456A386332D0}" type="parTrans" cxnId="{2AD76D65-5039-4C42-BFBB-104EDCB8540B}">
      <dgm:prSet/>
      <dgm:spPr/>
      <dgm:t>
        <a:bodyPr/>
        <a:lstStyle/>
        <a:p>
          <a:endParaRPr lang="en-PK"/>
        </a:p>
      </dgm:t>
    </dgm:pt>
    <dgm:pt modelId="{3BC57A09-814E-40CC-A7A6-A242C369F7E9}" type="sibTrans" cxnId="{2AD76D65-5039-4C42-BFBB-104EDCB8540B}">
      <dgm:prSet/>
      <dgm:spPr/>
      <dgm:t>
        <a:bodyPr/>
        <a:lstStyle/>
        <a:p>
          <a:endParaRPr lang="en-PK"/>
        </a:p>
      </dgm:t>
    </dgm:pt>
    <dgm:pt modelId="{C5591458-4738-418D-B2F1-0860634D203E}">
      <dgm:prSet phldrT="[Text]" phldr="0"/>
      <dgm:spPr/>
      <dgm:t>
        <a:bodyPr/>
        <a:lstStyle/>
        <a:p>
          <a:r>
            <a:rPr lang="en-US" dirty="0"/>
            <a:t>Non-functional</a:t>
          </a:r>
          <a:endParaRPr lang="en-PK" dirty="0"/>
        </a:p>
      </dgm:t>
    </dgm:pt>
    <dgm:pt modelId="{86619B29-9A58-42F3-A3C5-D64C9314C0EF}" type="parTrans" cxnId="{8249B8EC-E6D9-40E1-9CEF-4CD69620C621}">
      <dgm:prSet/>
      <dgm:spPr/>
      <dgm:t>
        <a:bodyPr/>
        <a:lstStyle/>
        <a:p>
          <a:endParaRPr lang="en-PK"/>
        </a:p>
      </dgm:t>
    </dgm:pt>
    <dgm:pt modelId="{26E62E63-BB04-4B3F-9FA7-63C9CB66648C}" type="sibTrans" cxnId="{8249B8EC-E6D9-40E1-9CEF-4CD69620C621}">
      <dgm:prSet/>
      <dgm:spPr/>
      <dgm:t>
        <a:bodyPr/>
        <a:lstStyle/>
        <a:p>
          <a:endParaRPr lang="en-PK"/>
        </a:p>
      </dgm:t>
    </dgm:pt>
    <dgm:pt modelId="{97EEC767-560F-4745-B6F1-811862514A99}">
      <dgm:prSet phldrT="[Text]" phldr="0"/>
      <dgm:spPr/>
      <dgm:t>
        <a:bodyPr/>
        <a:lstStyle/>
        <a:p>
          <a:r>
            <a:rPr lang="en-US" dirty="0"/>
            <a:t>External Interfaces</a:t>
          </a:r>
          <a:endParaRPr lang="en-PK" dirty="0"/>
        </a:p>
      </dgm:t>
    </dgm:pt>
    <dgm:pt modelId="{856A14B3-2F0A-4DF6-8037-06AC2112FE85}" type="parTrans" cxnId="{BC663EDD-DD86-4B9C-8DAA-74B31B7DE675}">
      <dgm:prSet/>
      <dgm:spPr/>
      <dgm:t>
        <a:bodyPr/>
        <a:lstStyle/>
        <a:p>
          <a:endParaRPr lang="en-PK"/>
        </a:p>
      </dgm:t>
    </dgm:pt>
    <dgm:pt modelId="{36A5E679-E7B1-4A7F-B2CA-7E3764E0687B}" type="sibTrans" cxnId="{BC663EDD-DD86-4B9C-8DAA-74B31B7DE675}">
      <dgm:prSet/>
      <dgm:spPr/>
      <dgm:t>
        <a:bodyPr/>
        <a:lstStyle/>
        <a:p>
          <a:endParaRPr lang="en-PK"/>
        </a:p>
      </dgm:t>
    </dgm:pt>
    <dgm:pt modelId="{EA43154A-6950-4852-A2FD-64F0E1BB79C6}">
      <dgm:prSet phldrT="[Text]" phldr="0"/>
      <dgm:spPr/>
      <dgm:t>
        <a:bodyPr/>
        <a:lstStyle/>
        <a:p>
          <a:r>
            <a:rPr lang="en-US" dirty="0"/>
            <a:t>Appendices</a:t>
          </a:r>
          <a:endParaRPr lang="en-PK" dirty="0"/>
        </a:p>
      </dgm:t>
    </dgm:pt>
    <dgm:pt modelId="{ED9E2D3F-B588-4896-B919-D8665CB6198F}" type="parTrans" cxnId="{5AD575D8-3595-46DF-B71C-E16AE9C81300}">
      <dgm:prSet/>
      <dgm:spPr/>
      <dgm:t>
        <a:bodyPr/>
        <a:lstStyle/>
        <a:p>
          <a:endParaRPr lang="en-PK"/>
        </a:p>
      </dgm:t>
    </dgm:pt>
    <dgm:pt modelId="{EF75B83A-59F5-4816-90A4-360CE1CB26CE}" type="sibTrans" cxnId="{5AD575D8-3595-46DF-B71C-E16AE9C81300}">
      <dgm:prSet/>
      <dgm:spPr/>
      <dgm:t>
        <a:bodyPr/>
        <a:lstStyle/>
        <a:p>
          <a:endParaRPr lang="en-PK"/>
        </a:p>
      </dgm:t>
    </dgm:pt>
    <dgm:pt modelId="{B648B5FB-5CDD-446D-9CDF-BB39316EF1FA}">
      <dgm:prSet phldrT="[Text]" phldr="0"/>
      <dgm:spPr/>
      <dgm:t>
        <a:bodyPr/>
        <a:lstStyle/>
        <a:p>
          <a:r>
            <a:rPr lang="en-US" dirty="0"/>
            <a:t>Introduction</a:t>
          </a:r>
          <a:endParaRPr lang="en-PK" dirty="0"/>
        </a:p>
      </dgm:t>
    </dgm:pt>
    <dgm:pt modelId="{B4B03271-8DC5-483A-AE95-B34C6CCFE612}" type="parTrans" cxnId="{ACB71AFE-7C85-4A10-9584-C9DD7A525C53}">
      <dgm:prSet/>
      <dgm:spPr/>
      <dgm:t>
        <a:bodyPr/>
        <a:lstStyle/>
        <a:p>
          <a:endParaRPr lang="en-PK"/>
        </a:p>
      </dgm:t>
    </dgm:pt>
    <dgm:pt modelId="{15D24CD4-356C-422D-AA8E-246E306FA2D9}" type="sibTrans" cxnId="{ACB71AFE-7C85-4A10-9584-C9DD7A525C53}">
      <dgm:prSet/>
      <dgm:spPr/>
      <dgm:t>
        <a:bodyPr/>
        <a:lstStyle/>
        <a:p>
          <a:endParaRPr lang="en-PK"/>
        </a:p>
      </dgm:t>
    </dgm:pt>
    <dgm:pt modelId="{4250DD66-1573-4C8C-B949-C831BDADF2D3}">
      <dgm:prSet phldrT="[Text]" phldr="0"/>
      <dgm:spPr/>
      <dgm:t>
        <a:bodyPr/>
        <a:lstStyle/>
        <a:p>
          <a:r>
            <a:rPr lang="en-US" dirty="0"/>
            <a:t>Product Features</a:t>
          </a:r>
          <a:endParaRPr lang="en-PK" dirty="0"/>
        </a:p>
      </dgm:t>
    </dgm:pt>
    <dgm:pt modelId="{F624C456-50AA-4A31-B19F-159F2D392D56}" type="parTrans" cxnId="{8DDEB743-C13C-4CF1-9C23-9E128E7FCAB8}">
      <dgm:prSet/>
      <dgm:spPr/>
      <dgm:t>
        <a:bodyPr/>
        <a:lstStyle/>
        <a:p>
          <a:endParaRPr lang="en-PK"/>
        </a:p>
      </dgm:t>
    </dgm:pt>
    <dgm:pt modelId="{4D448431-5C2A-48B9-95C5-11723DB391B4}" type="sibTrans" cxnId="{8DDEB743-C13C-4CF1-9C23-9E128E7FCAB8}">
      <dgm:prSet/>
      <dgm:spPr/>
      <dgm:t>
        <a:bodyPr/>
        <a:lstStyle/>
        <a:p>
          <a:endParaRPr lang="en-PK"/>
        </a:p>
      </dgm:t>
    </dgm:pt>
    <dgm:pt modelId="{7F81DE80-B667-44AE-B924-D9A16722DF9E}">
      <dgm:prSet phldrT="[Text]" phldr="0"/>
      <dgm:spPr/>
      <dgm:t>
        <a:bodyPr/>
        <a:lstStyle/>
        <a:p>
          <a:r>
            <a:rPr lang="en-US" dirty="0"/>
            <a:t>Product Perspective</a:t>
          </a:r>
          <a:endParaRPr lang="en-PK" dirty="0"/>
        </a:p>
      </dgm:t>
    </dgm:pt>
    <dgm:pt modelId="{B5D07AEF-4DF6-40C6-8FDC-7FCB6B407C27}" type="parTrans" cxnId="{7E34ED25-CCF8-431A-9EC5-C1DC2A6662F5}">
      <dgm:prSet/>
      <dgm:spPr/>
      <dgm:t>
        <a:bodyPr/>
        <a:lstStyle/>
        <a:p>
          <a:endParaRPr lang="en-PK"/>
        </a:p>
      </dgm:t>
    </dgm:pt>
    <dgm:pt modelId="{DAA03C61-06AD-4992-A7EE-7679CEB3DD94}" type="sibTrans" cxnId="{7E34ED25-CCF8-431A-9EC5-C1DC2A6662F5}">
      <dgm:prSet/>
      <dgm:spPr/>
      <dgm:t>
        <a:bodyPr/>
        <a:lstStyle/>
        <a:p>
          <a:endParaRPr lang="en-PK"/>
        </a:p>
      </dgm:t>
    </dgm:pt>
    <dgm:pt modelId="{BE989E18-6244-4FA9-9FE9-1548FB3EC009}" type="pres">
      <dgm:prSet presAssocID="{B03128F0-C3E8-45DE-8FC8-76740C143121}" presName="diagram" presStyleCnt="0">
        <dgm:presLayoutVars>
          <dgm:chPref val="1"/>
          <dgm:dir/>
          <dgm:animOne val="branch"/>
          <dgm:animLvl val="lvl"/>
          <dgm:resizeHandles val="exact"/>
        </dgm:presLayoutVars>
      </dgm:prSet>
      <dgm:spPr/>
    </dgm:pt>
    <dgm:pt modelId="{BAC5CBC1-6AC4-4E6E-8D2F-6777D264B051}" type="pres">
      <dgm:prSet presAssocID="{2C2ABBD0-BBD4-49BB-A324-5848EB690037}" presName="root1" presStyleCnt="0"/>
      <dgm:spPr/>
    </dgm:pt>
    <dgm:pt modelId="{B60040B8-5CD1-454D-8807-0599AE2CA9BA}" type="pres">
      <dgm:prSet presAssocID="{2C2ABBD0-BBD4-49BB-A324-5848EB690037}" presName="LevelOneTextNode" presStyleLbl="node0" presStyleIdx="0" presStyleCnt="1">
        <dgm:presLayoutVars>
          <dgm:chPref val="3"/>
        </dgm:presLayoutVars>
      </dgm:prSet>
      <dgm:spPr/>
    </dgm:pt>
    <dgm:pt modelId="{0209BB42-009B-4B95-9235-530E11A2AC3C}" type="pres">
      <dgm:prSet presAssocID="{2C2ABBD0-BBD4-49BB-A324-5848EB690037}" presName="level2hierChild" presStyleCnt="0"/>
      <dgm:spPr/>
    </dgm:pt>
    <dgm:pt modelId="{E183DA72-83AE-48F9-8DDF-D1DF80DDC424}" type="pres">
      <dgm:prSet presAssocID="{B4B03271-8DC5-483A-AE95-B34C6CCFE612}" presName="conn2-1" presStyleLbl="parChTrans1D2" presStyleIdx="0" presStyleCnt="3"/>
      <dgm:spPr/>
    </dgm:pt>
    <dgm:pt modelId="{BB148795-384B-4CA6-8A57-9F83FB17B358}" type="pres">
      <dgm:prSet presAssocID="{B4B03271-8DC5-483A-AE95-B34C6CCFE612}" presName="connTx" presStyleLbl="parChTrans1D2" presStyleIdx="0" presStyleCnt="3"/>
      <dgm:spPr/>
    </dgm:pt>
    <dgm:pt modelId="{8C8FB917-581B-4832-A796-641016E01FE8}" type="pres">
      <dgm:prSet presAssocID="{B648B5FB-5CDD-446D-9CDF-BB39316EF1FA}" presName="root2" presStyleCnt="0"/>
      <dgm:spPr/>
    </dgm:pt>
    <dgm:pt modelId="{B471B012-447D-4B7F-A687-21ED0193C7DA}" type="pres">
      <dgm:prSet presAssocID="{B648B5FB-5CDD-446D-9CDF-BB39316EF1FA}" presName="LevelTwoTextNode" presStyleLbl="node2" presStyleIdx="0" presStyleCnt="3">
        <dgm:presLayoutVars>
          <dgm:chPref val="3"/>
        </dgm:presLayoutVars>
      </dgm:prSet>
      <dgm:spPr/>
    </dgm:pt>
    <dgm:pt modelId="{58E775DB-37BF-443F-87D2-080C85B10C33}" type="pres">
      <dgm:prSet presAssocID="{B648B5FB-5CDD-446D-9CDF-BB39316EF1FA}" presName="level3hierChild" presStyleCnt="0"/>
      <dgm:spPr/>
    </dgm:pt>
    <dgm:pt modelId="{DFD08394-D25A-48A9-823F-E1F148C8EB09}" type="pres">
      <dgm:prSet presAssocID="{A51EA613-D3FE-4FEA-B080-DE0DC8F14C94}" presName="conn2-1" presStyleLbl="parChTrans1D3" presStyleIdx="0" presStyleCnt="4"/>
      <dgm:spPr/>
    </dgm:pt>
    <dgm:pt modelId="{73EDC418-2763-4FF7-BA73-151AA9A66A6B}" type="pres">
      <dgm:prSet presAssocID="{A51EA613-D3FE-4FEA-B080-DE0DC8F14C94}" presName="connTx" presStyleLbl="parChTrans1D3" presStyleIdx="0" presStyleCnt="4"/>
      <dgm:spPr/>
    </dgm:pt>
    <dgm:pt modelId="{F62DD264-F40E-4760-9981-B45440FC0648}" type="pres">
      <dgm:prSet presAssocID="{DD77923F-DB1C-4B5C-A9CD-AA83C8DAACF6}" presName="root2" presStyleCnt="0"/>
      <dgm:spPr/>
    </dgm:pt>
    <dgm:pt modelId="{46487EB7-B3DF-43A6-BD3F-1809BA0816D3}" type="pres">
      <dgm:prSet presAssocID="{DD77923F-DB1C-4B5C-A9CD-AA83C8DAACF6}" presName="LevelTwoTextNode" presStyleLbl="node3" presStyleIdx="0" presStyleCnt="4">
        <dgm:presLayoutVars>
          <dgm:chPref val="3"/>
        </dgm:presLayoutVars>
      </dgm:prSet>
      <dgm:spPr/>
    </dgm:pt>
    <dgm:pt modelId="{0D9EA0E1-3063-4C67-A83F-0963C4482016}" type="pres">
      <dgm:prSet presAssocID="{DD77923F-DB1C-4B5C-A9CD-AA83C8DAACF6}" presName="level3hierChild" presStyleCnt="0"/>
      <dgm:spPr/>
    </dgm:pt>
    <dgm:pt modelId="{79EDC306-2E60-403B-B80B-A4EE2C790778}" type="pres">
      <dgm:prSet presAssocID="{F624C456-50AA-4A31-B19F-159F2D392D56}" presName="conn2-1" presStyleLbl="parChTrans1D4" presStyleIdx="0" presStyleCnt="2"/>
      <dgm:spPr/>
    </dgm:pt>
    <dgm:pt modelId="{FB056CCC-293E-4F70-96AE-661EAF28C34C}" type="pres">
      <dgm:prSet presAssocID="{F624C456-50AA-4A31-B19F-159F2D392D56}" presName="connTx" presStyleLbl="parChTrans1D4" presStyleIdx="0" presStyleCnt="2"/>
      <dgm:spPr/>
    </dgm:pt>
    <dgm:pt modelId="{5A3B3D5E-D476-4E64-9C1E-000F6EAA35B0}" type="pres">
      <dgm:prSet presAssocID="{4250DD66-1573-4C8C-B949-C831BDADF2D3}" presName="root2" presStyleCnt="0"/>
      <dgm:spPr/>
    </dgm:pt>
    <dgm:pt modelId="{C0C7F45D-3B25-418C-B3D7-832DBF734024}" type="pres">
      <dgm:prSet presAssocID="{4250DD66-1573-4C8C-B949-C831BDADF2D3}" presName="LevelTwoTextNode" presStyleLbl="node4" presStyleIdx="0" presStyleCnt="2">
        <dgm:presLayoutVars>
          <dgm:chPref val="3"/>
        </dgm:presLayoutVars>
      </dgm:prSet>
      <dgm:spPr/>
    </dgm:pt>
    <dgm:pt modelId="{768C94DA-BF36-49C4-9562-32662562C8FA}" type="pres">
      <dgm:prSet presAssocID="{4250DD66-1573-4C8C-B949-C831BDADF2D3}" presName="level3hierChild" presStyleCnt="0"/>
      <dgm:spPr/>
    </dgm:pt>
    <dgm:pt modelId="{1B963B28-A3B6-4AD1-ABCA-2C699E7C3E9E}" type="pres">
      <dgm:prSet presAssocID="{B5D07AEF-4DF6-40C6-8FDC-7FCB6B407C27}" presName="conn2-1" presStyleLbl="parChTrans1D4" presStyleIdx="1" presStyleCnt="2"/>
      <dgm:spPr/>
    </dgm:pt>
    <dgm:pt modelId="{1BDECED4-4959-4942-B730-7358CF538163}" type="pres">
      <dgm:prSet presAssocID="{B5D07AEF-4DF6-40C6-8FDC-7FCB6B407C27}" presName="connTx" presStyleLbl="parChTrans1D4" presStyleIdx="1" presStyleCnt="2"/>
      <dgm:spPr/>
    </dgm:pt>
    <dgm:pt modelId="{6A99CE60-D155-4C0B-9CD9-B6FBAAE9FD16}" type="pres">
      <dgm:prSet presAssocID="{7F81DE80-B667-44AE-B924-D9A16722DF9E}" presName="root2" presStyleCnt="0"/>
      <dgm:spPr/>
    </dgm:pt>
    <dgm:pt modelId="{73BB493B-ACB4-4E6D-8443-C8B9B29D6EE3}" type="pres">
      <dgm:prSet presAssocID="{7F81DE80-B667-44AE-B924-D9A16722DF9E}" presName="LevelTwoTextNode" presStyleLbl="node4" presStyleIdx="1" presStyleCnt="2">
        <dgm:presLayoutVars>
          <dgm:chPref val="3"/>
        </dgm:presLayoutVars>
      </dgm:prSet>
      <dgm:spPr/>
    </dgm:pt>
    <dgm:pt modelId="{7AB8FBC2-E465-43EE-97E4-2CBC7C065ADD}" type="pres">
      <dgm:prSet presAssocID="{7F81DE80-B667-44AE-B924-D9A16722DF9E}" presName="level3hierChild" presStyleCnt="0"/>
      <dgm:spPr/>
    </dgm:pt>
    <dgm:pt modelId="{97E30D19-4AE0-4511-8CB0-148ECE82BB14}" type="pres">
      <dgm:prSet presAssocID="{4E59E091-C7BB-4B02-921E-FC6018FD9FB7}" presName="conn2-1" presStyleLbl="parChTrans1D2" presStyleIdx="1" presStyleCnt="3"/>
      <dgm:spPr/>
    </dgm:pt>
    <dgm:pt modelId="{11C4899D-E560-4729-B315-DFB75A8BA7EE}" type="pres">
      <dgm:prSet presAssocID="{4E59E091-C7BB-4B02-921E-FC6018FD9FB7}" presName="connTx" presStyleLbl="parChTrans1D2" presStyleIdx="1" presStyleCnt="3"/>
      <dgm:spPr/>
    </dgm:pt>
    <dgm:pt modelId="{243198E1-AB0F-4685-8F07-74FB23DE7F61}" type="pres">
      <dgm:prSet presAssocID="{A16069F2-782D-498B-84C7-41F2818211C0}" presName="root2" presStyleCnt="0"/>
      <dgm:spPr/>
    </dgm:pt>
    <dgm:pt modelId="{03103382-E862-42BA-BAE4-5C3F568C475B}" type="pres">
      <dgm:prSet presAssocID="{A16069F2-782D-498B-84C7-41F2818211C0}" presName="LevelTwoTextNode" presStyleLbl="node2" presStyleIdx="1" presStyleCnt="3">
        <dgm:presLayoutVars>
          <dgm:chPref val="3"/>
        </dgm:presLayoutVars>
      </dgm:prSet>
      <dgm:spPr/>
    </dgm:pt>
    <dgm:pt modelId="{E37F88C2-C488-4BAF-BE50-EFBEF6A44730}" type="pres">
      <dgm:prSet presAssocID="{A16069F2-782D-498B-84C7-41F2818211C0}" presName="level3hierChild" presStyleCnt="0"/>
      <dgm:spPr/>
    </dgm:pt>
    <dgm:pt modelId="{89BEEA7F-6D29-4C10-8063-09131DE759BD}" type="pres">
      <dgm:prSet presAssocID="{3182EA68-BD0F-4E94-9B49-456A386332D0}" presName="conn2-1" presStyleLbl="parChTrans1D3" presStyleIdx="1" presStyleCnt="4"/>
      <dgm:spPr/>
    </dgm:pt>
    <dgm:pt modelId="{093C77C0-C6A0-407A-9E29-9F7F2E0209A6}" type="pres">
      <dgm:prSet presAssocID="{3182EA68-BD0F-4E94-9B49-456A386332D0}" presName="connTx" presStyleLbl="parChTrans1D3" presStyleIdx="1" presStyleCnt="4"/>
      <dgm:spPr/>
    </dgm:pt>
    <dgm:pt modelId="{5D4A0008-32A3-414A-9C32-D34997BCDB10}" type="pres">
      <dgm:prSet presAssocID="{F247B8A2-6A49-45FF-A493-4D2C7719C0BE}" presName="root2" presStyleCnt="0"/>
      <dgm:spPr/>
    </dgm:pt>
    <dgm:pt modelId="{A953A7DD-6826-46B3-A27D-B1E30DC00DC7}" type="pres">
      <dgm:prSet presAssocID="{F247B8A2-6A49-45FF-A493-4D2C7719C0BE}" presName="LevelTwoTextNode" presStyleLbl="node3" presStyleIdx="1" presStyleCnt="4">
        <dgm:presLayoutVars>
          <dgm:chPref val="3"/>
        </dgm:presLayoutVars>
      </dgm:prSet>
      <dgm:spPr/>
    </dgm:pt>
    <dgm:pt modelId="{58D1FFA5-AA87-4EE1-82EE-55527AD349C2}" type="pres">
      <dgm:prSet presAssocID="{F247B8A2-6A49-45FF-A493-4D2C7719C0BE}" presName="level3hierChild" presStyleCnt="0"/>
      <dgm:spPr/>
    </dgm:pt>
    <dgm:pt modelId="{CF69A7C8-7BD1-4250-84FD-789131265790}" type="pres">
      <dgm:prSet presAssocID="{86619B29-9A58-42F3-A3C5-D64C9314C0EF}" presName="conn2-1" presStyleLbl="parChTrans1D3" presStyleIdx="2" presStyleCnt="4"/>
      <dgm:spPr/>
    </dgm:pt>
    <dgm:pt modelId="{B6043037-743E-47F8-A996-43A4F94E1B81}" type="pres">
      <dgm:prSet presAssocID="{86619B29-9A58-42F3-A3C5-D64C9314C0EF}" presName="connTx" presStyleLbl="parChTrans1D3" presStyleIdx="2" presStyleCnt="4"/>
      <dgm:spPr/>
    </dgm:pt>
    <dgm:pt modelId="{D33B47C9-625E-4891-966B-6730AF3F1761}" type="pres">
      <dgm:prSet presAssocID="{C5591458-4738-418D-B2F1-0860634D203E}" presName="root2" presStyleCnt="0"/>
      <dgm:spPr/>
    </dgm:pt>
    <dgm:pt modelId="{7CBFD3BB-AC64-4C5F-AFD7-A01349AB57A8}" type="pres">
      <dgm:prSet presAssocID="{C5591458-4738-418D-B2F1-0860634D203E}" presName="LevelTwoTextNode" presStyleLbl="node3" presStyleIdx="2" presStyleCnt="4">
        <dgm:presLayoutVars>
          <dgm:chPref val="3"/>
        </dgm:presLayoutVars>
      </dgm:prSet>
      <dgm:spPr/>
    </dgm:pt>
    <dgm:pt modelId="{DDD30907-6879-4E1B-AA9C-AE15FAC15898}" type="pres">
      <dgm:prSet presAssocID="{C5591458-4738-418D-B2F1-0860634D203E}" presName="level3hierChild" presStyleCnt="0"/>
      <dgm:spPr/>
    </dgm:pt>
    <dgm:pt modelId="{4F28C5E1-D0F8-4C74-93B1-E1A728815597}" type="pres">
      <dgm:prSet presAssocID="{856A14B3-2F0A-4DF6-8037-06AC2112FE85}" presName="conn2-1" presStyleLbl="parChTrans1D3" presStyleIdx="3" presStyleCnt="4"/>
      <dgm:spPr/>
    </dgm:pt>
    <dgm:pt modelId="{4B68B67B-19A8-4954-B497-E045C4588127}" type="pres">
      <dgm:prSet presAssocID="{856A14B3-2F0A-4DF6-8037-06AC2112FE85}" presName="connTx" presStyleLbl="parChTrans1D3" presStyleIdx="3" presStyleCnt="4"/>
      <dgm:spPr/>
    </dgm:pt>
    <dgm:pt modelId="{B6CDBC2D-EB59-4668-9BFD-6E19864A786B}" type="pres">
      <dgm:prSet presAssocID="{97EEC767-560F-4745-B6F1-811862514A99}" presName="root2" presStyleCnt="0"/>
      <dgm:spPr/>
    </dgm:pt>
    <dgm:pt modelId="{A00B172E-C447-4303-AC19-09660D52DC5C}" type="pres">
      <dgm:prSet presAssocID="{97EEC767-560F-4745-B6F1-811862514A99}" presName="LevelTwoTextNode" presStyleLbl="node3" presStyleIdx="3" presStyleCnt="4">
        <dgm:presLayoutVars>
          <dgm:chPref val="3"/>
        </dgm:presLayoutVars>
      </dgm:prSet>
      <dgm:spPr/>
    </dgm:pt>
    <dgm:pt modelId="{87F043B1-CF04-4195-B48B-B94EF6F47DD5}" type="pres">
      <dgm:prSet presAssocID="{97EEC767-560F-4745-B6F1-811862514A99}" presName="level3hierChild" presStyleCnt="0"/>
      <dgm:spPr/>
    </dgm:pt>
    <dgm:pt modelId="{0E55FD6B-C1A0-47F8-B6F1-72482A581258}" type="pres">
      <dgm:prSet presAssocID="{ED9E2D3F-B588-4896-B919-D8665CB6198F}" presName="conn2-1" presStyleLbl="parChTrans1D2" presStyleIdx="2" presStyleCnt="3"/>
      <dgm:spPr/>
    </dgm:pt>
    <dgm:pt modelId="{B2D9F69B-874A-4C7B-970F-DDA02C052DF7}" type="pres">
      <dgm:prSet presAssocID="{ED9E2D3F-B588-4896-B919-D8665CB6198F}" presName="connTx" presStyleLbl="parChTrans1D2" presStyleIdx="2" presStyleCnt="3"/>
      <dgm:spPr/>
    </dgm:pt>
    <dgm:pt modelId="{4970062C-1D25-4A7F-BD1D-72902A1882FB}" type="pres">
      <dgm:prSet presAssocID="{EA43154A-6950-4852-A2FD-64F0E1BB79C6}" presName="root2" presStyleCnt="0"/>
      <dgm:spPr/>
    </dgm:pt>
    <dgm:pt modelId="{3BD2A9CF-C09D-41D2-BB4A-E81D3F31B3AD}" type="pres">
      <dgm:prSet presAssocID="{EA43154A-6950-4852-A2FD-64F0E1BB79C6}" presName="LevelTwoTextNode" presStyleLbl="node2" presStyleIdx="2" presStyleCnt="3">
        <dgm:presLayoutVars>
          <dgm:chPref val="3"/>
        </dgm:presLayoutVars>
      </dgm:prSet>
      <dgm:spPr/>
    </dgm:pt>
    <dgm:pt modelId="{E1D3D9EE-E75B-444F-8895-724C8A588463}" type="pres">
      <dgm:prSet presAssocID="{EA43154A-6950-4852-A2FD-64F0E1BB79C6}" presName="level3hierChild" presStyleCnt="0"/>
      <dgm:spPr/>
    </dgm:pt>
  </dgm:ptLst>
  <dgm:cxnLst>
    <dgm:cxn modelId="{33CF4204-B4CD-4C70-939B-5D461CDAA333}" type="presOf" srcId="{2C2ABBD0-BBD4-49BB-A324-5848EB690037}" destId="{B60040B8-5CD1-454D-8807-0599AE2CA9BA}" srcOrd="0" destOrd="0" presId="urn:microsoft.com/office/officeart/2005/8/layout/hierarchy2"/>
    <dgm:cxn modelId="{3CF02307-AE68-4DB0-A396-5F7C2BDC0BF3}" type="presOf" srcId="{ED9E2D3F-B588-4896-B919-D8665CB6198F}" destId="{0E55FD6B-C1A0-47F8-B6F1-72482A581258}" srcOrd="0" destOrd="0" presId="urn:microsoft.com/office/officeart/2005/8/layout/hierarchy2"/>
    <dgm:cxn modelId="{F6D47012-EF63-4FA9-9F83-9F327974787C}" type="presOf" srcId="{4E59E091-C7BB-4B02-921E-FC6018FD9FB7}" destId="{97E30D19-4AE0-4511-8CB0-148ECE82BB14}" srcOrd="0" destOrd="0" presId="urn:microsoft.com/office/officeart/2005/8/layout/hierarchy2"/>
    <dgm:cxn modelId="{057A0C13-3BA1-40A5-809A-1DDF283F1C0D}" type="presOf" srcId="{86619B29-9A58-42F3-A3C5-D64C9314C0EF}" destId="{CF69A7C8-7BD1-4250-84FD-789131265790}" srcOrd="0" destOrd="0" presId="urn:microsoft.com/office/officeart/2005/8/layout/hierarchy2"/>
    <dgm:cxn modelId="{69480619-24CE-4700-B3EB-1341659AA867}" type="presOf" srcId="{856A14B3-2F0A-4DF6-8037-06AC2112FE85}" destId="{4F28C5E1-D0F8-4C74-93B1-E1A728815597}" srcOrd="0" destOrd="0" presId="urn:microsoft.com/office/officeart/2005/8/layout/hierarchy2"/>
    <dgm:cxn modelId="{5DDE661A-8133-4AC1-B9F0-B206F569BE2B}" type="presOf" srcId="{DD77923F-DB1C-4B5C-A9CD-AA83C8DAACF6}" destId="{46487EB7-B3DF-43A6-BD3F-1809BA0816D3}" srcOrd="0" destOrd="0" presId="urn:microsoft.com/office/officeart/2005/8/layout/hierarchy2"/>
    <dgm:cxn modelId="{F7DDE720-3469-4134-A39D-9C9829537359}" type="presOf" srcId="{B4B03271-8DC5-483A-AE95-B34C6CCFE612}" destId="{BB148795-384B-4CA6-8A57-9F83FB17B358}" srcOrd="1" destOrd="0" presId="urn:microsoft.com/office/officeart/2005/8/layout/hierarchy2"/>
    <dgm:cxn modelId="{ADB06424-C929-4CCC-A161-328061002170}" srcId="{B648B5FB-5CDD-446D-9CDF-BB39316EF1FA}" destId="{DD77923F-DB1C-4B5C-A9CD-AA83C8DAACF6}" srcOrd="0" destOrd="0" parTransId="{A51EA613-D3FE-4FEA-B080-DE0DC8F14C94}" sibTransId="{96295FF9-E445-474D-A0E9-E7F1211D944F}"/>
    <dgm:cxn modelId="{7E34ED25-CCF8-431A-9EC5-C1DC2A6662F5}" srcId="{DD77923F-DB1C-4B5C-A9CD-AA83C8DAACF6}" destId="{7F81DE80-B667-44AE-B924-D9A16722DF9E}" srcOrd="1" destOrd="0" parTransId="{B5D07AEF-4DF6-40C6-8FDC-7FCB6B407C27}" sibTransId="{DAA03C61-06AD-4992-A7EE-7679CEB3DD94}"/>
    <dgm:cxn modelId="{43611933-525C-4979-9BAF-1427207BD6F3}" type="presOf" srcId="{97EEC767-560F-4745-B6F1-811862514A99}" destId="{A00B172E-C447-4303-AC19-09660D52DC5C}" srcOrd="0" destOrd="0" presId="urn:microsoft.com/office/officeart/2005/8/layout/hierarchy2"/>
    <dgm:cxn modelId="{360E3D3F-CC61-41C0-86B1-750D5E49165B}" type="presOf" srcId="{ED9E2D3F-B588-4896-B919-D8665CB6198F}" destId="{B2D9F69B-874A-4C7B-970F-DDA02C052DF7}" srcOrd="1" destOrd="0" presId="urn:microsoft.com/office/officeart/2005/8/layout/hierarchy2"/>
    <dgm:cxn modelId="{49034940-19A4-431A-8640-594D2EE61366}" type="presOf" srcId="{B5D07AEF-4DF6-40C6-8FDC-7FCB6B407C27}" destId="{1BDECED4-4959-4942-B730-7358CF538163}" srcOrd="1" destOrd="0" presId="urn:microsoft.com/office/officeart/2005/8/layout/hierarchy2"/>
    <dgm:cxn modelId="{8DDEB743-C13C-4CF1-9C23-9E128E7FCAB8}" srcId="{DD77923F-DB1C-4B5C-A9CD-AA83C8DAACF6}" destId="{4250DD66-1573-4C8C-B949-C831BDADF2D3}" srcOrd="0" destOrd="0" parTransId="{F624C456-50AA-4A31-B19F-159F2D392D56}" sibTransId="{4D448431-5C2A-48B9-95C5-11723DB391B4}"/>
    <dgm:cxn modelId="{0B968F50-FF8B-457E-AAFB-4A0EA5CFF9B0}" type="presOf" srcId="{856A14B3-2F0A-4DF6-8037-06AC2112FE85}" destId="{4B68B67B-19A8-4954-B497-E045C4588127}" srcOrd="1" destOrd="0" presId="urn:microsoft.com/office/officeart/2005/8/layout/hierarchy2"/>
    <dgm:cxn modelId="{8E3DCC51-3B78-4DB4-A0BC-FAEED1B99311}" type="presOf" srcId="{EA43154A-6950-4852-A2FD-64F0E1BB79C6}" destId="{3BD2A9CF-C09D-41D2-BB4A-E81D3F31B3AD}" srcOrd="0" destOrd="0" presId="urn:microsoft.com/office/officeart/2005/8/layout/hierarchy2"/>
    <dgm:cxn modelId="{21BB1565-499C-4C15-8CD9-7FD78C3A25B5}" type="presOf" srcId="{4250DD66-1573-4C8C-B949-C831BDADF2D3}" destId="{C0C7F45D-3B25-418C-B3D7-832DBF734024}" srcOrd="0" destOrd="0" presId="urn:microsoft.com/office/officeart/2005/8/layout/hierarchy2"/>
    <dgm:cxn modelId="{2AD76D65-5039-4C42-BFBB-104EDCB8540B}" srcId="{A16069F2-782D-498B-84C7-41F2818211C0}" destId="{F247B8A2-6A49-45FF-A493-4D2C7719C0BE}" srcOrd="0" destOrd="0" parTransId="{3182EA68-BD0F-4E94-9B49-456A386332D0}" sibTransId="{3BC57A09-814E-40CC-A7A6-A242C369F7E9}"/>
    <dgm:cxn modelId="{4EE59B6C-AA77-41D5-A98F-31D774F5A7CE}" type="presOf" srcId="{A51EA613-D3FE-4FEA-B080-DE0DC8F14C94}" destId="{DFD08394-D25A-48A9-823F-E1F148C8EB09}" srcOrd="0" destOrd="0" presId="urn:microsoft.com/office/officeart/2005/8/layout/hierarchy2"/>
    <dgm:cxn modelId="{704C847C-7165-4E33-BC97-01CB51B65BF5}" type="presOf" srcId="{B648B5FB-5CDD-446D-9CDF-BB39316EF1FA}" destId="{B471B012-447D-4B7F-A687-21ED0193C7DA}" srcOrd="0" destOrd="0" presId="urn:microsoft.com/office/officeart/2005/8/layout/hierarchy2"/>
    <dgm:cxn modelId="{E20CA885-2B92-4EB0-8F2E-43286BEDFF64}" type="presOf" srcId="{7F81DE80-B667-44AE-B924-D9A16722DF9E}" destId="{73BB493B-ACB4-4E6D-8443-C8B9B29D6EE3}" srcOrd="0" destOrd="0" presId="urn:microsoft.com/office/officeart/2005/8/layout/hierarchy2"/>
    <dgm:cxn modelId="{875B3C8F-6A64-4A06-8568-9D3FA8DB8CAA}" type="presOf" srcId="{B4B03271-8DC5-483A-AE95-B34C6CCFE612}" destId="{E183DA72-83AE-48F9-8DDF-D1DF80DDC424}" srcOrd="0" destOrd="0" presId="urn:microsoft.com/office/officeart/2005/8/layout/hierarchy2"/>
    <dgm:cxn modelId="{2A16428F-2601-4E99-B44A-48E865CF4578}" type="presOf" srcId="{86619B29-9A58-42F3-A3C5-D64C9314C0EF}" destId="{B6043037-743E-47F8-A996-43A4F94E1B81}" srcOrd="1" destOrd="0" presId="urn:microsoft.com/office/officeart/2005/8/layout/hierarchy2"/>
    <dgm:cxn modelId="{78AD2597-0B63-4379-9DC8-92B98F72A7EF}" type="presOf" srcId="{C5591458-4738-418D-B2F1-0860634D203E}" destId="{7CBFD3BB-AC64-4C5F-AFD7-A01349AB57A8}" srcOrd="0" destOrd="0" presId="urn:microsoft.com/office/officeart/2005/8/layout/hierarchy2"/>
    <dgm:cxn modelId="{7352929A-417B-4037-9925-997FEB079DBF}" type="presOf" srcId="{4E59E091-C7BB-4B02-921E-FC6018FD9FB7}" destId="{11C4899D-E560-4729-B315-DFB75A8BA7EE}" srcOrd="1" destOrd="0" presId="urn:microsoft.com/office/officeart/2005/8/layout/hierarchy2"/>
    <dgm:cxn modelId="{BFB4A1A7-EE18-46E8-8DBD-00FC2CB3FB8C}" type="presOf" srcId="{A16069F2-782D-498B-84C7-41F2818211C0}" destId="{03103382-E862-42BA-BAE4-5C3F568C475B}" srcOrd="0" destOrd="0" presId="urn:microsoft.com/office/officeart/2005/8/layout/hierarchy2"/>
    <dgm:cxn modelId="{58C6CFAD-95D0-4519-A7DC-0B86DC7E1A2F}" type="presOf" srcId="{3182EA68-BD0F-4E94-9B49-456A386332D0}" destId="{89BEEA7F-6D29-4C10-8063-09131DE759BD}" srcOrd="0" destOrd="0" presId="urn:microsoft.com/office/officeart/2005/8/layout/hierarchy2"/>
    <dgm:cxn modelId="{F50178BD-5484-43DA-A027-EEFAAB84846C}" type="presOf" srcId="{3182EA68-BD0F-4E94-9B49-456A386332D0}" destId="{093C77C0-C6A0-407A-9E29-9F7F2E0209A6}" srcOrd="1" destOrd="0" presId="urn:microsoft.com/office/officeart/2005/8/layout/hierarchy2"/>
    <dgm:cxn modelId="{C7A995BE-B983-49E4-955C-745C281A8AC8}" type="presOf" srcId="{B5D07AEF-4DF6-40C6-8FDC-7FCB6B407C27}" destId="{1B963B28-A3B6-4AD1-ABCA-2C699E7C3E9E}" srcOrd="0" destOrd="0" presId="urn:microsoft.com/office/officeart/2005/8/layout/hierarchy2"/>
    <dgm:cxn modelId="{5E2E2BC4-95B4-4015-9A44-F7E97DCB9504}" srcId="{2C2ABBD0-BBD4-49BB-A324-5848EB690037}" destId="{A16069F2-782D-498B-84C7-41F2818211C0}" srcOrd="1" destOrd="0" parTransId="{4E59E091-C7BB-4B02-921E-FC6018FD9FB7}" sibTransId="{75120509-D2ED-4D81-8A35-316DD684F7E5}"/>
    <dgm:cxn modelId="{8E512ECB-6249-4A29-A213-991BCBAA4AAD}" type="presOf" srcId="{F624C456-50AA-4A31-B19F-159F2D392D56}" destId="{79EDC306-2E60-403B-B80B-A4EE2C790778}" srcOrd="0" destOrd="0" presId="urn:microsoft.com/office/officeart/2005/8/layout/hierarchy2"/>
    <dgm:cxn modelId="{5CC1CFCD-405B-4759-AEA3-05D58416E249}" type="presOf" srcId="{F624C456-50AA-4A31-B19F-159F2D392D56}" destId="{FB056CCC-293E-4F70-96AE-661EAF28C34C}" srcOrd="1" destOrd="0" presId="urn:microsoft.com/office/officeart/2005/8/layout/hierarchy2"/>
    <dgm:cxn modelId="{5AD575D8-3595-46DF-B71C-E16AE9C81300}" srcId="{2C2ABBD0-BBD4-49BB-A324-5848EB690037}" destId="{EA43154A-6950-4852-A2FD-64F0E1BB79C6}" srcOrd="2" destOrd="0" parTransId="{ED9E2D3F-B588-4896-B919-D8665CB6198F}" sibTransId="{EF75B83A-59F5-4816-90A4-360CE1CB26CE}"/>
    <dgm:cxn modelId="{BC663EDD-DD86-4B9C-8DAA-74B31B7DE675}" srcId="{A16069F2-782D-498B-84C7-41F2818211C0}" destId="{97EEC767-560F-4745-B6F1-811862514A99}" srcOrd="2" destOrd="0" parTransId="{856A14B3-2F0A-4DF6-8037-06AC2112FE85}" sibTransId="{36A5E679-E7B1-4A7F-B2CA-7E3764E0687B}"/>
    <dgm:cxn modelId="{1C0560E0-166B-4C94-981F-7D8347936C42}" type="presOf" srcId="{F247B8A2-6A49-45FF-A493-4D2C7719C0BE}" destId="{A953A7DD-6826-46B3-A27D-B1E30DC00DC7}" srcOrd="0" destOrd="0" presId="urn:microsoft.com/office/officeart/2005/8/layout/hierarchy2"/>
    <dgm:cxn modelId="{FD71E6E3-5BBF-4B9A-834A-341AA32ECFC7}" srcId="{B03128F0-C3E8-45DE-8FC8-76740C143121}" destId="{2C2ABBD0-BBD4-49BB-A324-5848EB690037}" srcOrd="0" destOrd="0" parTransId="{83401E7A-2EAD-4A7F-A050-4B47DD75F2FE}" sibTransId="{0733CB22-995A-4EBA-AAFF-ACADAC7F3C18}"/>
    <dgm:cxn modelId="{BA1101E4-66CB-439F-A7C4-FE44CD8D72B8}" type="presOf" srcId="{A51EA613-D3FE-4FEA-B080-DE0DC8F14C94}" destId="{73EDC418-2763-4FF7-BA73-151AA9A66A6B}" srcOrd="1" destOrd="0" presId="urn:microsoft.com/office/officeart/2005/8/layout/hierarchy2"/>
    <dgm:cxn modelId="{8249B8EC-E6D9-40E1-9CEF-4CD69620C621}" srcId="{A16069F2-782D-498B-84C7-41F2818211C0}" destId="{C5591458-4738-418D-B2F1-0860634D203E}" srcOrd="1" destOrd="0" parTransId="{86619B29-9A58-42F3-A3C5-D64C9314C0EF}" sibTransId="{26E62E63-BB04-4B3F-9FA7-63C9CB66648C}"/>
    <dgm:cxn modelId="{2C4063FC-2E96-4065-BA82-64BF313CCF3D}" type="presOf" srcId="{B03128F0-C3E8-45DE-8FC8-76740C143121}" destId="{BE989E18-6244-4FA9-9FE9-1548FB3EC009}" srcOrd="0" destOrd="0" presId="urn:microsoft.com/office/officeart/2005/8/layout/hierarchy2"/>
    <dgm:cxn modelId="{ACB71AFE-7C85-4A10-9584-C9DD7A525C53}" srcId="{2C2ABBD0-BBD4-49BB-A324-5848EB690037}" destId="{B648B5FB-5CDD-446D-9CDF-BB39316EF1FA}" srcOrd="0" destOrd="0" parTransId="{B4B03271-8DC5-483A-AE95-B34C6CCFE612}" sibTransId="{15D24CD4-356C-422D-AA8E-246E306FA2D9}"/>
    <dgm:cxn modelId="{4D5C5495-81A9-4D67-B1BB-A679FC53EADE}" type="presParOf" srcId="{BE989E18-6244-4FA9-9FE9-1548FB3EC009}" destId="{BAC5CBC1-6AC4-4E6E-8D2F-6777D264B051}" srcOrd="0" destOrd="0" presId="urn:microsoft.com/office/officeart/2005/8/layout/hierarchy2"/>
    <dgm:cxn modelId="{75892C57-80E1-4386-A7D5-9ADFBFC97FD7}" type="presParOf" srcId="{BAC5CBC1-6AC4-4E6E-8D2F-6777D264B051}" destId="{B60040B8-5CD1-454D-8807-0599AE2CA9BA}" srcOrd="0" destOrd="0" presId="urn:microsoft.com/office/officeart/2005/8/layout/hierarchy2"/>
    <dgm:cxn modelId="{44BCD81B-8522-4F75-962A-549274106183}" type="presParOf" srcId="{BAC5CBC1-6AC4-4E6E-8D2F-6777D264B051}" destId="{0209BB42-009B-4B95-9235-530E11A2AC3C}" srcOrd="1" destOrd="0" presId="urn:microsoft.com/office/officeart/2005/8/layout/hierarchy2"/>
    <dgm:cxn modelId="{AC6253AD-F3F8-4708-9691-9B00D242894D}" type="presParOf" srcId="{0209BB42-009B-4B95-9235-530E11A2AC3C}" destId="{E183DA72-83AE-48F9-8DDF-D1DF80DDC424}" srcOrd="0" destOrd="0" presId="urn:microsoft.com/office/officeart/2005/8/layout/hierarchy2"/>
    <dgm:cxn modelId="{642248ED-4484-427E-B9BF-F0655C190BB0}" type="presParOf" srcId="{E183DA72-83AE-48F9-8DDF-D1DF80DDC424}" destId="{BB148795-384B-4CA6-8A57-9F83FB17B358}" srcOrd="0" destOrd="0" presId="urn:microsoft.com/office/officeart/2005/8/layout/hierarchy2"/>
    <dgm:cxn modelId="{4E826404-A4A3-4E49-8401-9DF436ADB774}" type="presParOf" srcId="{0209BB42-009B-4B95-9235-530E11A2AC3C}" destId="{8C8FB917-581B-4832-A796-641016E01FE8}" srcOrd="1" destOrd="0" presId="urn:microsoft.com/office/officeart/2005/8/layout/hierarchy2"/>
    <dgm:cxn modelId="{7FAA3F7B-F037-42D5-B3A3-24AF50E8088B}" type="presParOf" srcId="{8C8FB917-581B-4832-A796-641016E01FE8}" destId="{B471B012-447D-4B7F-A687-21ED0193C7DA}" srcOrd="0" destOrd="0" presId="urn:microsoft.com/office/officeart/2005/8/layout/hierarchy2"/>
    <dgm:cxn modelId="{DBFFD074-52D3-4D6A-80EE-A99C3527BDF0}" type="presParOf" srcId="{8C8FB917-581B-4832-A796-641016E01FE8}" destId="{58E775DB-37BF-443F-87D2-080C85B10C33}" srcOrd="1" destOrd="0" presId="urn:microsoft.com/office/officeart/2005/8/layout/hierarchy2"/>
    <dgm:cxn modelId="{FCAB1EE9-77E3-4EC4-ABD3-D2C533B0F15E}" type="presParOf" srcId="{58E775DB-37BF-443F-87D2-080C85B10C33}" destId="{DFD08394-D25A-48A9-823F-E1F148C8EB09}" srcOrd="0" destOrd="0" presId="urn:microsoft.com/office/officeart/2005/8/layout/hierarchy2"/>
    <dgm:cxn modelId="{D8C3E7D2-0EF9-432C-B861-DF487B4F8521}" type="presParOf" srcId="{DFD08394-D25A-48A9-823F-E1F148C8EB09}" destId="{73EDC418-2763-4FF7-BA73-151AA9A66A6B}" srcOrd="0" destOrd="0" presId="urn:microsoft.com/office/officeart/2005/8/layout/hierarchy2"/>
    <dgm:cxn modelId="{0E8C2E23-1062-4D4F-B165-22FBEA441EE5}" type="presParOf" srcId="{58E775DB-37BF-443F-87D2-080C85B10C33}" destId="{F62DD264-F40E-4760-9981-B45440FC0648}" srcOrd="1" destOrd="0" presId="urn:microsoft.com/office/officeart/2005/8/layout/hierarchy2"/>
    <dgm:cxn modelId="{60F42243-DD5F-4AA4-A6BB-6A2B19EE9940}" type="presParOf" srcId="{F62DD264-F40E-4760-9981-B45440FC0648}" destId="{46487EB7-B3DF-43A6-BD3F-1809BA0816D3}" srcOrd="0" destOrd="0" presId="urn:microsoft.com/office/officeart/2005/8/layout/hierarchy2"/>
    <dgm:cxn modelId="{4674C869-4FC7-4DA1-B925-D3E1EDAD70C9}" type="presParOf" srcId="{F62DD264-F40E-4760-9981-B45440FC0648}" destId="{0D9EA0E1-3063-4C67-A83F-0963C4482016}" srcOrd="1" destOrd="0" presId="urn:microsoft.com/office/officeart/2005/8/layout/hierarchy2"/>
    <dgm:cxn modelId="{789C93E9-FE58-4379-AFE3-3C022D3A09C2}" type="presParOf" srcId="{0D9EA0E1-3063-4C67-A83F-0963C4482016}" destId="{79EDC306-2E60-403B-B80B-A4EE2C790778}" srcOrd="0" destOrd="0" presId="urn:microsoft.com/office/officeart/2005/8/layout/hierarchy2"/>
    <dgm:cxn modelId="{3178559E-000C-49F3-BB6D-83F79A629D4A}" type="presParOf" srcId="{79EDC306-2E60-403B-B80B-A4EE2C790778}" destId="{FB056CCC-293E-4F70-96AE-661EAF28C34C}" srcOrd="0" destOrd="0" presId="urn:microsoft.com/office/officeart/2005/8/layout/hierarchy2"/>
    <dgm:cxn modelId="{0F7D56CE-F66C-4BD8-837F-CAD5908BED7E}" type="presParOf" srcId="{0D9EA0E1-3063-4C67-A83F-0963C4482016}" destId="{5A3B3D5E-D476-4E64-9C1E-000F6EAA35B0}" srcOrd="1" destOrd="0" presId="urn:microsoft.com/office/officeart/2005/8/layout/hierarchy2"/>
    <dgm:cxn modelId="{8753A60C-EA35-4DB8-8DA3-30244F0BEAF9}" type="presParOf" srcId="{5A3B3D5E-D476-4E64-9C1E-000F6EAA35B0}" destId="{C0C7F45D-3B25-418C-B3D7-832DBF734024}" srcOrd="0" destOrd="0" presId="urn:microsoft.com/office/officeart/2005/8/layout/hierarchy2"/>
    <dgm:cxn modelId="{2EFB5B9C-2190-4152-8C78-3AE6C95EC115}" type="presParOf" srcId="{5A3B3D5E-D476-4E64-9C1E-000F6EAA35B0}" destId="{768C94DA-BF36-49C4-9562-32662562C8FA}" srcOrd="1" destOrd="0" presId="urn:microsoft.com/office/officeart/2005/8/layout/hierarchy2"/>
    <dgm:cxn modelId="{24A43861-95FB-4E70-8ABD-C8189E3AACC2}" type="presParOf" srcId="{0D9EA0E1-3063-4C67-A83F-0963C4482016}" destId="{1B963B28-A3B6-4AD1-ABCA-2C699E7C3E9E}" srcOrd="2" destOrd="0" presId="urn:microsoft.com/office/officeart/2005/8/layout/hierarchy2"/>
    <dgm:cxn modelId="{A4CA86A2-DBF0-4E71-B04E-30D27421B719}" type="presParOf" srcId="{1B963B28-A3B6-4AD1-ABCA-2C699E7C3E9E}" destId="{1BDECED4-4959-4942-B730-7358CF538163}" srcOrd="0" destOrd="0" presId="urn:microsoft.com/office/officeart/2005/8/layout/hierarchy2"/>
    <dgm:cxn modelId="{EB0102C4-1DB0-4A06-A51F-05FA2A75A9A0}" type="presParOf" srcId="{0D9EA0E1-3063-4C67-A83F-0963C4482016}" destId="{6A99CE60-D155-4C0B-9CD9-B6FBAAE9FD16}" srcOrd="3" destOrd="0" presId="urn:microsoft.com/office/officeart/2005/8/layout/hierarchy2"/>
    <dgm:cxn modelId="{8707E31B-F881-4E1E-8659-BFFA2B1985E9}" type="presParOf" srcId="{6A99CE60-D155-4C0B-9CD9-B6FBAAE9FD16}" destId="{73BB493B-ACB4-4E6D-8443-C8B9B29D6EE3}" srcOrd="0" destOrd="0" presId="urn:microsoft.com/office/officeart/2005/8/layout/hierarchy2"/>
    <dgm:cxn modelId="{63986DE4-CA8E-46D3-A1F0-993A558F2A21}" type="presParOf" srcId="{6A99CE60-D155-4C0B-9CD9-B6FBAAE9FD16}" destId="{7AB8FBC2-E465-43EE-97E4-2CBC7C065ADD}" srcOrd="1" destOrd="0" presId="urn:microsoft.com/office/officeart/2005/8/layout/hierarchy2"/>
    <dgm:cxn modelId="{43376FEB-D181-4065-82AD-4271C428A411}" type="presParOf" srcId="{0209BB42-009B-4B95-9235-530E11A2AC3C}" destId="{97E30D19-4AE0-4511-8CB0-148ECE82BB14}" srcOrd="2" destOrd="0" presId="urn:microsoft.com/office/officeart/2005/8/layout/hierarchy2"/>
    <dgm:cxn modelId="{EE131526-8090-4AD1-A334-6C3A86034B4B}" type="presParOf" srcId="{97E30D19-4AE0-4511-8CB0-148ECE82BB14}" destId="{11C4899D-E560-4729-B315-DFB75A8BA7EE}" srcOrd="0" destOrd="0" presId="urn:microsoft.com/office/officeart/2005/8/layout/hierarchy2"/>
    <dgm:cxn modelId="{3D7253F2-546D-49EF-A462-4DE097D0927E}" type="presParOf" srcId="{0209BB42-009B-4B95-9235-530E11A2AC3C}" destId="{243198E1-AB0F-4685-8F07-74FB23DE7F61}" srcOrd="3" destOrd="0" presId="urn:microsoft.com/office/officeart/2005/8/layout/hierarchy2"/>
    <dgm:cxn modelId="{F8A678DC-271B-4E51-AA42-86AF383A6E2F}" type="presParOf" srcId="{243198E1-AB0F-4685-8F07-74FB23DE7F61}" destId="{03103382-E862-42BA-BAE4-5C3F568C475B}" srcOrd="0" destOrd="0" presId="urn:microsoft.com/office/officeart/2005/8/layout/hierarchy2"/>
    <dgm:cxn modelId="{02B21146-9FDE-4826-BA1B-B9E77B8F17D4}" type="presParOf" srcId="{243198E1-AB0F-4685-8F07-74FB23DE7F61}" destId="{E37F88C2-C488-4BAF-BE50-EFBEF6A44730}" srcOrd="1" destOrd="0" presId="urn:microsoft.com/office/officeart/2005/8/layout/hierarchy2"/>
    <dgm:cxn modelId="{14300363-C48D-402A-B5E1-0F4346C861CE}" type="presParOf" srcId="{E37F88C2-C488-4BAF-BE50-EFBEF6A44730}" destId="{89BEEA7F-6D29-4C10-8063-09131DE759BD}" srcOrd="0" destOrd="0" presId="urn:microsoft.com/office/officeart/2005/8/layout/hierarchy2"/>
    <dgm:cxn modelId="{971F1BAD-9AF5-4915-9230-1CC57DCB5DD9}" type="presParOf" srcId="{89BEEA7F-6D29-4C10-8063-09131DE759BD}" destId="{093C77C0-C6A0-407A-9E29-9F7F2E0209A6}" srcOrd="0" destOrd="0" presId="urn:microsoft.com/office/officeart/2005/8/layout/hierarchy2"/>
    <dgm:cxn modelId="{D83BA727-8C52-43C4-8EAF-51D065E831CA}" type="presParOf" srcId="{E37F88C2-C488-4BAF-BE50-EFBEF6A44730}" destId="{5D4A0008-32A3-414A-9C32-D34997BCDB10}" srcOrd="1" destOrd="0" presId="urn:microsoft.com/office/officeart/2005/8/layout/hierarchy2"/>
    <dgm:cxn modelId="{E14EED99-D360-4869-8CCC-949773A6CC0F}" type="presParOf" srcId="{5D4A0008-32A3-414A-9C32-D34997BCDB10}" destId="{A953A7DD-6826-46B3-A27D-B1E30DC00DC7}" srcOrd="0" destOrd="0" presId="urn:microsoft.com/office/officeart/2005/8/layout/hierarchy2"/>
    <dgm:cxn modelId="{B213C97E-24B7-46CE-A92D-5AE08A4C39CF}" type="presParOf" srcId="{5D4A0008-32A3-414A-9C32-D34997BCDB10}" destId="{58D1FFA5-AA87-4EE1-82EE-55527AD349C2}" srcOrd="1" destOrd="0" presId="urn:microsoft.com/office/officeart/2005/8/layout/hierarchy2"/>
    <dgm:cxn modelId="{1C9D7569-3B38-4A18-92ED-540EA969C1E5}" type="presParOf" srcId="{E37F88C2-C488-4BAF-BE50-EFBEF6A44730}" destId="{CF69A7C8-7BD1-4250-84FD-789131265790}" srcOrd="2" destOrd="0" presId="urn:microsoft.com/office/officeart/2005/8/layout/hierarchy2"/>
    <dgm:cxn modelId="{002D57FF-71B9-4543-8629-A1ABB6FDEB50}" type="presParOf" srcId="{CF69A7C8-7BD1-4250-84FD-789131265790}" destId="{B6043037-743E-47F8-A996-43A4F94E1B81}" srcOrd="0" destOrd="0" presId="urn:microsoft.com/office/officeart/2005/8/layout/hierarchy2"/>
    <dgm:cxn modelId="{2E8480B7-598D-4503-B788-F84E3E7A6112}" type="presParOf" srcId="{E37F88C2-C488-4BAF-BE50-EFBEF6A44730}" destId="{D33B47C9-625E-4891-966B-6730AF3F1761}" srcOrd="3" destOrd="0" presId="urn:microsoft.com/office/officeart/2005/8/layout/hierarchy2"/>
    <dgm:cxn modelId="{E4C42A17-174E-4EEE-BF51-14AA3826A303}" type="presParOf" srcId="{D33B47C9-625E-4891-966B-6730AF3F1761}" destId="{7CBFD3BB-AC64-4C5F-AFD7-A01349AB57A8}" srcOrd="0" destOrd="0" presId="urn:microsoft.com/office/officeart/2005/8/layout/hierarchy2"/>
    <dgm:cxn modelId="{183794EA-EB69-439E-9A77-1E9F8852D3CC}" type="presParOf" srcId="{D33B47C9-625E-4891-966B-6730AF3F1761}" destId="{DDD30907-6879-4E1B-AA9C-AE15FAC15898}" srcOrd="1" destOrd="0" presId="urn:microsoft.com/office/officeart/2005/8/layout/hierarchy2"/>
    <dgm:cxn modelId="{BCF5CAB2-DDB7-4642-9FD0-D696977FC87E}" type="presParOf" srcId="{E37F88C2-C488-4BAF-BE50-EFBEF6A44730}" destId="{4F28C5E1-D0F8-4C74-93B1-E1A728815597}" srcOrd="4" destOrd="0" presId="urn:microsoft.com/office/officeart/2005/8/layout/hierarchy2"/>
    <dgm:cxn modelId="{224C680B-1833-4FE4-B7D4-E8FCDFF3E9D3}" type="presParOf" srcId="{4F28C5E1-D0F8-4C74-93B1-E1A728815597}" destId="{4B68B67B-19A8-4954-B497-E045C4588127}" srcOrd="0" destOrd="0" presId="urn:microsoft.com/office/officeart/2005/8/layout/hierarchy2"/>
    <dgm:cxn modelId="{D9515E45-1C58-4698-880A-C378B1709FF7}" type="presParOf" srcId="{E37F88C2-C488-4BAF-BE50-EFBEF6A44730}" destId="{B6CDBC2D-EB59-4668-9BFD-6E19864A786B}" srcOrd="5" destOrd="0" presId="urn:microsoft.com/office/officeart/2005/8/layout/hierarchy2"/>
    <dgm:cxn modelId="{890688CD-D5D9-41BD-887A-0DB387C8C35C}" type="presParOf" srcId="{B6CDBC2D-EB59-4668-9BFD-6E19864A786B}" destId="{A00B172E-C447-4303-AC19-09660D52DC5C}" srcOrd="0" destOrd="0" presId="urn:microsoft.com/office/officeart/2005/8/layout/hierarchy2"/>
    <dgm:cxn modelId="{DD26C094-1F19-429D-B1D1-0B963DF11B7A}" type="presParOf" srcId="{B6CDBC2D-EB59-4668-9BFD-6E19864A786B}" destId="{87F043B1-CF04-4195-B48B-B94EF6F47DD5}" srcOrd="1" destOrd="0" presId="urn:microsoft.com/office/officeart/2005/8/layout/hierarchy2"/>
    <dgm:cxn modelId="{CF9870ED-C375-4DA0-A0BA-11991C585701}" type="presParOf" srcId="{0209BB42-009B-4B95-9235-530E11A2AC3C}" destId="{0E55FD6B-C1A0-47F8-B6F1-72482A581258}" srcOrd="4" destOrd="0" presId="urn:microsoft.com/office/officeart/2005/8/layout/hierarchy2"/>
    <dgm:cxn modelId="{5C4A7783-2C0D-477E-BFA5-A979B95E4600}" type="presParOf" srcId="{0E55FD6B-C1A0-47F8-B6F1-72482A581258}" destId="{B2D9F69B-874A-4C7B-970F-DDA02C052DF7}" srcOrd="0" destOrd="0" presId="urn:microsoft.com/office/officeart/2005/8/layout/hierarchy2"/>
    <dgm:cxn modelId="{A4699005-F18E-4D58-B08B-2CCF0F8BB6A4}" type="presParOf" srcId="{0209BB42-009B-4B95-9235-530E11A2AC3C}" destId="{4970062C-1D25-4A7F-BD1D-72902A1882FB}" srcOrd="5" destOrd="0" presId="urn:microsoft.com/office/officeart/2005/8/layout/hierarchy2"/>
    <dgm:cxn modelId="{7812E677-1843-48B7-98B3-C94E8072696E}" type="presParOf" srcId="{4970062C-1D25-4A7F-BD1D-72902A1882FB}" destId="{3BD2A9CF-C09D-41D2-BB4A-E81D3F31B3AD}" srcOrd="0" destOrd="0" presId="urn:microsoft.com/office/officeart/2005/8/layout/hierarchy2"/>
    <dgm:cxn modelId="{9342594B-6885-4E9C-96B1-2D9129F36C08}" type="presParOf" srcId="{4970062C-1D25-4A7F-BD1D-72902A1882FB}" destId="{E1D3D9EE-E75B-444F-8895-724C8A588463}"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0040B8-5CD1-454D-8807-0599AE2CA9BA}">
      <dsp:nvSpPr>
        <dsp:cNvPr id="0" name=""/>
        <dsp:cNvSpPr/>
      </dsp:nvSpPr>
      <dsp:spPr>
        <a:xfrm>
          <a:off x="1623324" y="1879317"/>
          <a:ext cx="1633916" cy="8169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SRS</a:t>
          </a:r>
          <a:endParaRPr lang="en-PK" sz="2400" kern="1200" dirty="0"/>
        </a:p>
      </dsp:txBody>
      <dsp:txXfrm>
        <a:off x="1647252" y="1903245"/>
        <a:ext cx="1586060" cy="769102"/>
      </dsp:txXfrm>
    </dsp:sp>
    <dsp:sp modelId="{E183DA72-83AE-48F9-8DDF-D1DF80DDC424}">
      <dsp:nvSpPr>
        <dsp:cNvPr id="0" name=""/>
        <dsp:cNvSpPr/>
      </dsp:nvSpPr>
      <dsp:spPr>
        <a:xfrm rot="17692822">
          <a:off x="2807309" y="1565262"/>
          <a:ext cx="1553429" cy="35815"/>
        </a:xfrm>
        <a:custGeom>
          <a:avLst/>
          <a:gdLst/>
          <a:ahLst/>
          <a:cxnLst/>
          <a:rect l="0" t="0" r="0" b="0"/>
          <a:pathLst>
            <a:path>
              <a:moveTo>
                <a:pt x="0" y="17907"/>
              </a:moveTo>
              <a:lnTo>
                <a:pt x="1553429" y="1790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3545188" y="1544334"/>
        <a:ext cx="77671" cy="77671"/>
      </dsp:txXfrm>
    </dsp:sp>
    <dsp:sp modelId="{B471B012-447D-4B7F-A687-21ED0193C7DA}">
      <dsp:nvSpPr>
        <dsp:cNvPr id="0" name=""/>
        <dsp:cNvSpPr/>
      </dsp:nvSpPr>
      <dsp:spPr>
        <a:xfrm>
          <a:off x="3910808" y="470064"/>
          <a:ext cx="1633916" cy="8169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Introduction</a:t>
          </a:r>
          <a:endParaRPr lang="en-PK" sz="2400" kern="1200" dirty="0"/>
        </a:p>
      </dsp:txBody>
      <dsp:txXfrm>
        <a:off x="3934736" y="493992"/>
        <a:ext cx="1586060" cy="769102"/>
      </dsp:txXfrm>
    </dsp:sp>
    <dsp:sp modelId="{DFD08394-D25A-48A9-823F-E1F148C8EB09}">
      <dsp:nvSpPr>
        <dsp:cNvPr id="0" name=""/>
        <dsp:cNvSpPr/>
      </dsp:nvSpPr>
      <dsp:spPr>
        <a:xfrm>
          <a:off x="5544724" y="860635"/>
          <a:ext cx="653566" cy="35815"/>
        </a:xfrm>
        <a:custGeom>
          <a:avLst/>
          <a:gdLst/>
          <a:ahLst/>
          <a:cxnLst/>
          <a:rect l="0" t="0" r="0" b="0"/>
          <a:pathLst>
            <a:path>
              <a:moveTo>
                <a:pt x="0" y="17907"/>
              </a:moveTo>
              <a:lnTo>
                <a:pt x="653566" y="1790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5855168" y="862204"/>
        <a:ext cx="32678" cy="32678"/>
      </dsp:txXfrm>
    </dsp:sp>
    <dsp:sp modelId="{46487EB7-B3DF-43A6-BD3F-1809BA0816D3}">
      <dsp:nvSpPr>
        <dsp:cNvPr id="0" name=""/>
        <dsp:cNvSpPr/>
      </dsp:nvSpPr>
      <dsp:spPr>
        <a:xfrm>
          <a:off x="6198291" y="470064"/>
          <a:ext cx="1633916" cy="816958"/>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Overall Description</a:t>
          </a:r>
          <a:endParaRPr lang="en-PK" sz="2400" kern="1200" dirty="0"/>
        </a:p>
      </dsp:txBody>
      <dsp:txXfrm>
        <a:off x="6222219" y="493992"/>
        <a:ext cx="1586060" cy="769102"/>
      </dsp:txXfrm>
    </dsp:sp>
    <dsp:sp modelId="{79EDC306-2E60-403B-B80B-A4EE2C790778}">
      <dsp:nvSpPr>
        <dsp:cNvPr id="0" name=""/>
        <dsp:cNvSpPr/>
      </dsp:nvSpPr>
      <dsp:spPr>
        <a:xfrm rot="19457599">
          <a:off x="7756556" y="625760"/>
          <a:ext cx="804869" cy="35815"/>
        </a:xfrm>
        <a:custGeom>
          <a:avLst/>
          <a:gdLst/>
          <a:ahLst/>
          <a:cxnLst/>
          <a:rect l="0" t="0" r="0" b="0"/>
          <a:pathLst>
            <a:path>
              <a:moveTo>
                <a:pt x="0" y="17907"/>
              </a:moveTo>
              <a:lnTo>
                <a:pt x="804869" y="1790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8138869" y="623546"/>
        <a:ext cx="40243" cy="40243"/>
      </dsp:txXfrm>
    </dsp:sp>
    <dsp:sp modelId="{C0C7F45D-3B25-418C-B3D7-832DBF734024}">
      <dsp:nvSpPr>
        <dsp:cNvPr id="0" name=""/>
        <dsp:cNvSpPr/>
      </dsp:nvSpPr>
      <dsp:spPr>
        <a:xfrm>
          <a:off x="8485774" y="313"/>
          <a:ext cx="1633916" cy="81695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Product Features</a:t>
          </a:r>
          <a:endParaRPr lang="en-PK" sz="2400" kern="1200" dirty="0"/>
        </a:p>
      </dsp:txBody>
      <dsp:txXfrm>
        <a:off x="8509702" y="24241"/>
        <a:ext cx="1586060" cy="769102"/>
      </dsp:txXfrm>
    </dsp:sp>
    <dsp:sp modelId="{1B963B28-A3B6-4AD1-ABCA-2C699E7C3E9E}">
      <dsp:nvSpPr>
        <dsp:cNvPr id="0" name=""/>
        <dsp:cNvSpPr/>
      </dsp:nvSpPr>
      <dsp:spPr>
        <a:xfrm rot="2142401">
          <a:off x="7756556" y="1095511"/>
          <a:ext cx="804869" cy="35815"/>
        </a:xfrm>
        <a:custGeom>
          <a:avLst/>
          <a:gdLst/>
          <a:ahLst/>
          <a:cxnLst/>
          <a:rect l="0" t="0" r="0" b="0"/>
          <a:pathLst>
            <a:path>
              <a:moveTo>
                <a:pt x="0" y="17907"/>
              </a:moveTo>
              <a:lnTo>
                <a:pt x="804869" y="1790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8138869" y="1093297"/>
        <a:ext cx="40243" cy="40243"/>
      </dsp:txXfrm>
    </dsp:sp>
    <dsp:sp modelId="{73BB493B-ACB4-4E6D-8443-C8B9B29D6EE3}">
      <dsp:nvSpPr>
        <dsp:cNvPr id="0" name=""/>
        <dsp:cNvSpPr/>
      </dsp:nvSpPr>
      <dsp:spPr>
        <a:xfrm>
          <a:off x="8485774" y="939815"/>
          <a:ext cx="1633916" cy="81695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Product Perspective</a:t>
          </a:r>
          <a:endParaRPr lang="en-PK" sz="2400" kern="1200" dirty="0"/>
        </a:p>
      </dsp:txBody>
      <dsp:txXfrm>
        <a:off x="8509702" y="963743"/>
        <a:ext cx="1586060" cy="769102"/>
      </dsp:txXfrm>
    </dsp:sp>
    <dsp:sp modelId="{97E30D19-4AE0-4511-8CB0-148ECE82BB14}">
      <dsp:nvSpPr>
        <dsp:cNvPr id="0" name=""/>
        <dsp:cNvSpPr/>
      </dsp:nvSpPr>
      <dsp:spPr>
        <a:xfrm rot="2142401">
          <a:off x="3181589" y="2504764"/>
          <a:ext cx="804869" cy="35815"/>
        </a:xfrm>
        <a:custGeom>
          <a:avLst/>
          <a:gdLst/>
          <a:ahLst/>
          <a:cxnLst/>
          <a:rect l="0" t="0" r="0" b="0"/>
          <a:pathLst>
            <a:path>
              <a:moveTo>
                <a:pt x="0" y="17907"/>
              </a:moveTo>
              <a:lnTo>
                <a:pt x="804869" y="1790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3563902" y="2502550"/>
        <a:ext cx="40243" cy="40243"/>
      </dsp:txXfrm>
    </dsp:sp>
    <dsp:sp modelId="{03103382-E862-42BA-BAE4-5C3F568C475B}">
      <dsp:nvSpPr>
        <dsp:cNvPr id="0" name=""/>
        <dsp:cNvSpPr/>
      </dsp:nvSpPr>
      <dsp:spPr>
        <a:xfrm>
          <a:off x="3910808" y="2349068"/>
          <a:ext cx="1633916" cy="8169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Specific</a:t>
          </a:r>
          <a:endParaRPr lang="en-PK" sz="2400" kern="1200" dirty="0"/>
        </a:p>
      </dsp:txBody>
      <dsp:txXfrm>
        <a:off x="3934736" y="2372996"/>
        <a:ext cx="1586060" cy="769102"/>
      </dsp:txXfrm>
    </dsp:sp>
    <dsp:sp modelId="{89BEEA7F-6D29-4C10-8063-09131DE759BD}">
      <dsp:nvSpPr>
        <dsp:cNvPr id="0" name=""/>
        <dsp:cNvSpPr/>
      </dsp:nvSpPr>
      <dsp:spPr>
        <a:xfrm rot="18289469">
          <a:off x="5299272" y="2269888"/>
          <a:ext cx="1144470" cy="35815"/>
        </a:xfrm>
        <a:custGeom>
          <a:avLst/>
          <a:gdLst/>
          <a:ahLst/>
          <a:cxnLst/>
          <a:rect l="0" t="0" r="0" b="0"/>
          <a:pathLst>
            <a:path>
              <a:moveTo>
                <a:pt x="0" y="17907"/>
              </a:moveTo>
              <a:lnTo>
                <a:pt x="1144470" y="1790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5842896" y="2259184"/>
        <a:ext cx="57223" cy="57223"/>
      </dsp:txXfrm>
    </dsp:sp>
    <dsp:sp modelId="{A953A7DD-6826-46B3-A27D-B1E30DC00DC7}">
      <dsp:nvSpPr>
        <dsp:cNvPr id="0" name=""/>
        <dsp:cNvSpPr/>
      </dsp:nvSpPr>
      <dsp:spPr>
        <a:xfrm>
          <a:off x="6198291" y="1409566"/>
          <a:ext cx="1633916" cy="816958"/>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Functional</a:t>
          </a:r>
          <a:endParaRPr lang="en-PK" sz="2400" kern="1200" dirty="0"/>
        </a:p>
      </dsp:txBody>
      <dsp:txXfrm>
        <a:off x="6222219" y="1433494"/>
        <a:ext cx="1586060" cy="769102"/>
      </dsp:txXfrm>
    </dsp:sp>
    <dsp:sp modelId="{CF69A7C8-7BD1-4250-84FD-789131265790}">
      <dsp:nvSpPr>
        <dsp:cNvPr id="0" name=""/>
        <dsp:cNvSpPr/>
      </dsp:nvSpPr>
      <dsp:spPr>
        <a:xfrm>
          <a:off x="5544724" y="2739639"/>
          <a:ext cx="653566" cy="35815"/>
        </a:xfrm>
        <a:custGeom>
          <a:avLst/>
          <a:gdLst/>
          <a:ahLst/>
          <a:cxnLst/>
          <a:rect l="0" t="0" r="0" b="0"/>
          <a:pathLst>
            <a:path>
              <a:moveTo>
                <a:pt x="0" y="17907"/>
              </a:moveTo>
              <a:lnTo>
                <a:pt x="653566" y="1790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5855168" y="2741208"/>
        <a:ext cx="32678" cy="32678"/>
      </dsp:txXfrm>
    </dsp:sp>
    <dsp:sp modelId="{7CBFD3BB-AC64-4C5F-AFD7-A01349AB57A8}">
      <dsp:nvSpPr>
        <dsp:cNvPr id="0" name=""/>
        <dsp:cNvSpPr/>
      </dsp:nvSpPr>
      <dsp:spPr>
        <a:xfrm>
          <a:off x="6198291" y="2349068"/>
          <a:ext cx="1633916" cy="816958"/>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Non-functional</a:t>
          </a:r>
          <a:endParaRPr lang="en-PK" sz="2400" kern="1200" dirty="0"/>
        </a:p>
      </dsp:txBody>
      <dsp:txXfrm>
        <a:off x="6222219" y="2372996"/>
        <a:ext cx="1586060" cy="769102"/>
      </dsp:txXfrm>
    </dsp:sp>
    <dsp:sp modelId="{4F28C5E1-D0F8-4C74-93B1-E1A728815597}">
      <dsp:nvSpPr>
        <dsp:cNvPr id="0" name=""/>
        <dsp:cNvSpPr/>
      </dsp:nvSpPr>
      <dsp:spPr>
        <a:xfrm rot="3310531">
          <a:off x="5299272" y="3209390"/>
          <a:ext cx="1144470" cy="35815"/>
        </a:xfrm>
        <a:custGeom>
          <a:avLst/>
          <a:gdLst/>
          <a:ahLst/>
          <a:cxnLst/>
          <a:rect l="0" t="0" r="0" b="0"/>
          <a:pathLst>
            <a:path>
              <a:moveTo>
                <a:pt x="0" y="17907"/>
              </a:moveTo>
              <a:lnTo>
                <a:pt x="1144470" y="1790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5842896" y="3198686"/>
        <a:ext cx="57223" cy="57223"/>
      </dsp:txXfrm>
    </dsp:sp>
    <dsp:sp modelId="{A00B172E-C447-4303-AC19-09660D52DC5C}">
      <dsp:nvSpPr>
        <dsp:cNvPr id="0" name=""/>
        <dsp:cNvSpPr/>
      </dsp:nvSpPr>
      <dsp:spPr>
        <a:xfrm>
          <a:off x="6198291" y="3288570"/>
          <a:ext cx="1633916" cy="816958"/>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External Interfaces</a:t>
          </a:r>
          <a:endParaRPr lang="en-PK" sz="2400" kern="1200" dirty="0"/>
        </a:p>
      </dsp:txBody>
      <dsp:txXfrm>
        <a:off x="6222219" y="3312498"/>
        <a:ext cx="1586060" cy="769102"/>
      </dsp:txXfrm>
    </dsp:sp>
    <dsp:sp modelId="{0E55FD6B-C1A0-47F8-B6F1-72482A581258}">
      <dsp:nvSpPr>
        <dsp:cNvPr id="0" name=""/>
        <dsp:cNvSpPr/>
      </dsp:nvSpPr>
      <dsp:spPr>
        <a:xfrm rot="3907178">
          <a:off x="2807309" y="2974515"/>
          <a:ext cx="1553429" cy="35815"/>
        </a:xfrm>
        <a:custGeom>
          <a:avLst/>
          <a:gdLst/>
          <a:ahLst/>
          <a:cxnLst/>
          <a:rect l="0" t="0" r="0" b="0"/>
          <a:pathLst>
            <a:path>
              <a:moveTo>
                <a:pt x="0" y="17907"/>
              </a:moveTo>
              <a:lnTo>
                <a:pt x="1553429" y="1790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PK" sz="500" kern="1200"/>
        </a:p>
      </dsp:txBody>
      <dsp:txXfrm>
        <a:off x="3545188" y="2953587"/>
        <a:ext cx="77671" cy="77671"/>
      </dsp:txXfrm>
    </dsp:sp>
    <dsp:sp modelId="{3BD2A9CF-C09D-41D2-BB4A-E81D3F31B3AD}">
      <dsp:nvSpPr>
        <dsp:cNvPr id="0" name=""/>
        <dsp:cNvSpPr/>
      </dsp:nvSpPr>
      <dsp:spPr>
        <a:xfrm>
          <a:off x="3910808" y="3288570"/>
          <a:ext cx="1633916" cy="8169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Appendices</a:t>
          </a:r>
          <a:endParaRPr lang="en-PK" sz="2400" kern="1200" dirty="0"/>
        </a:p>
      </dsp:txBody>
      <dsp:txXfrm>
        <a:off x="3934736" y="3312498"/>
        <a:ext cx="1586060" cy="76910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4/11/26</a:t>
            </a:fld>
            <a:endParaRPr lang="en-US"/>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4/11/26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a:p>
        </p:txBody>
      </p:sp>
      <p:sp>
        <p:nvSpPr>
          <p:cNvPr id="4" name="Slide Number Placeholder 3"/>
          <p:cNvSpPr>
            <a:spLocks noGrp="1"/>
          </p:cNvSpPr>
          <p:nvPr>
            <p:ph type="sldNum" sz="quarter" idx="5"/>
          </p:nvPr>
        </p:nvSpPr>
        <p:spPr/>
        <p:txBody>
          <a:bodyPr/>
          <a:lstStyle/>
          <a:p>
            <a:fld id="{228B34ED-4CDD-41C9-90F7-D768D5559A6F}" type="slidenum">
              <a:rPr lang="en-US" smtClean="0"/>
              <a:t>2</a:t>
            </a:fld>
            <a:endParaRPr lang="en-US"/>
          </a:p>
        </p:txBody>
      </p:sp>
    </p:spTree>
    <p:extLst>
      <p:ext uri="{BB962C8B-B14F-4D97-AF65-F5344CB8AC3E}">
        <p14:creationId xmlns:p14="http://schemas.microsoft.com/office/powerpoint/2010/main" val="1076204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6E00-36D5-E0FC-965A-9CCE078F0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90DF-A1C2-1994-A024-8EF935354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5776E-63D4-DD71-C6BF-512D4B57BD40}"/>
              </a:ext>
            </a:extLst>
          </p:cNvPr>
          <p:cNvSpPr>
            <a:spLocks noGrp="1"/>
          </p:cNvSpPr>
          <p:nvPr>
            <p:ph type="body" idx="1"/>
          </p:nvPr>
        </p:nvSpPr>
        <p:spPr/>
        <p:txBody>
          <a:bodyPr/>
          <a:lstStyle/>
          <a:p>
            <a:pPr marL="171450" indent="-171450">
              <a:buFont typeface="Arial" panose="020B0604020202020204" pitchFamily="34" charset="0"/>
              <a:buChar char="•"/>
            </a:pPr>
            <a:r>
              <a:rPr lang="en-US" b="0" dirty="0"/>
              <a:t>SRS: Software Requirements Specification</a:t>
            </a:r>
          </a:p>
        </p:txBody>
      </p:sp>
      <p:sp>
        <p:nvSpPr>
          <p:cNvPr id="4" name="Slide Number Placeholder 3">
            <a:extLst>
              <a:ext uri="{FF2B5EF4-FFF2-40B4-BE49-F238E27FC236}">
                <a16:creationId xmlns:a16="http://schemas.microsoft.com/office/drawing/2014/main" id="{502DC25A-09C2-DB9F-C15B-44CF4BA2E99B}"/>
              </a:ext>
            </a:extLst>
          </p:cNvPr>
          <p:cNvSpPr>
            <a:spLocks noGrp="1"/>
          </p:cNvSpPr>
          <p:nvPr>
            <p:ph type="sldNum" sz="quarter" idx="10"/>
          </p:nvPr>
        </p:nvSpPr>
        <p:spPr/>
        <p:txBody>
          <a:bodyPr/>
          <a:lstStyle/>
          <a:p>
            <a:fld id="{B0FCC8D5-6D68-A443-97C0-91AE5977134B}" type="slidenum">
              <a:rPr lang="en-US" smtClean="0"/>
              <a:pPr/>
              <a:t>3</a:t>
            </a:fld>
            <a:endParaRPr lang="en-US"/>
          </a:p>
        </p:txBody>
      </p:sp>
    </p:spTree>
    <p:extLst>
      <p:ext uri="{BB962C8B-B14F-4D97-AF65-F5344CB8AC3E}">
        <p14:creationId xmlns:p14="http://schemas.microsoft.com/office/powerpoint/2010/main" val="4279693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8BC08-E503-44F3-98AD-AB82CA1F1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3CE99-836D-9EEA-99EF-E38FDC511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0719CB-0A81-7CD1-1ED4-EB85E81D6986}"/>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B13E7D0E-1124-CD64-2B5C-33F15B5BB82F}"/>
              </a:ext>
            </a:extLst>
          </p:cNvPr>
          <p:cNvSpPr>
            <a:spLocks noGrp="1"/>
          </p:cNvSpPr>
          <p:nvPr>
            <p:ph type="sldNum" sz="quarter" idx="10"/>
          </p:nvPr>
        </p:nvSpPr>
        <p:spPr/>
        <p:txBody>
          <a:bodyPr/>
          <a:lstStyle/>
          <a:p>
            <a:fld id="{B0FCC8D5-6D68-A443-97C0-91AE5977134B}" type="slidenum">
              <a:rPr lang="en-US" smtClean="0"/>
              <a:pPr/>
              <a:t>4</a:t>
            </a:fld>
            <a:endParaRPr lang="en-US"/>
          </a:p>
        </p:txBody>
      </p:sp>
    </p:spTree>
    <p:extLst>
      <p:ext uri="{BB962C8B-B14F-4D97-AF65-F5344CB8AC3E}">
        <p14:creationId xmlns:p14="http://schemas.microsoft.com/office/powerpoint/2010/main" val="4244874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09943-6927-EA96-3FB7-EA8AE1559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AA8E4-CA8D-86C7-F047-A7EFEE1DE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AA434D-AD55-C3F2-3FE8-14E16B74C17F}"/>
              </a:ext>
            </a:extLst>
          </p:cNvPr>
          <p:cNvSpPr>
            <a:spLocks noGrp="1"/>
          </p:cNvSpPr>
          <p:nvPr>
            <p:ph type="body" idx="1"/>
          </p:nvPr>
        </p:nvSpPr>
        <p:spPr/>
        <p:txBody>
          <a:bodyPr/>
          <a:lstStyle/>
          <a:p>
            <a:pPr marL="171450" indent="-171450">
              <a:buFont typeface="Arial" panose="020B0604020202020204" pitchFamily="34" charset="0"/>
              <a:buChar char="•"/>
            </a:pPr>
            <a:r>
              <a:rPr lang="en-US" b="0" dirty="0"/>
              <a:t>Quote: </a:t>
            </a:r>
            <a:r>
              <a:rPr lang="en-GB" sz="1200" dirty="0"/>
              <a:t>Weeks of work saves hours of planning</a:t>
            </a:r>
            <a:endParaRPr lang="en-US" b="0" dirty="0"/>
          </a:p>
        </p:txBody>
      </p:sp>
      <p:sp>
        <p:nvSpPr>
          <p:cNvPr id="4" name="Slide Number Placeholder 3">
            <a:extLst>
              <a:ext uri="{FF2B5EF4-FFF2-40B4-BE49-F238E27FC236}">
                <a16:creationId xmlns:a16="http://schemas.microsoft.com/office/drawing/2014/main" id="{C0E45E5B-CA37-4B9B-CA0E-3C5F05E788C1}"/>
              </a:ext>
            </a:extLst>
          </p:cNvPr>
          <p:cNvSpPr>
            <a:spLocks noGrp="1"/>
          </p:cNvSpPr>
          <p:nvPr>
            <p:ph type="sldNum" sz="quarter" idx="10"/>
          </p:nvPr>
        </p:nvSpPr>
        <p:spPr/>
        <p:txBody>
          <a:bodyPr/>
          <a:lstStyle/>
          <a:p>
            <a:fld id="{B0FCC8D5-6D68-A443-97C0-91AE5977134B}" type="slidenum">
              <a:rPr lang="en-US" smtClean="0"/>
              <a:pPr/>
              <a:t>5</a:t>
            </a:fld>
            <a:endParaRPr lang="en-US"/>
          </a:p>
        </p:txBody>
      </p:sp>
    </p:spTree>
    <p:extLst>
      <p:ext uri="{BB962C8B-B14F-4D97-AF65-F5344CB8AC3E}">
        <p14:creationId xmlns:p14="http://schemas.microsoft.com/office/powerpoint/2010/main" val="4040182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580F5-8F03-42AF-F9BF-D9F3EBE7B4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DB24CB-6B51-C834-3D06-EE0937759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D255A-28BC-743F-2C83-50B5768B8A57}"/>
              </a:ext>
            </a:extLst>
          </p:cNvPr>
          <p:cNvSpPr>
            <a:spLocks noGrp="1"/>
          </p:cNvSpPr>
          <p:nvPr>
            <p:ph type="body" idx="1"/>
          </p:nvPr>
        </p:nvSpPr>
        <p:spPr/>
        <p:txBody>
          <a:bodyPr/>
          <a:lstStyle/>
          <a:p>
            <a:pPr marL="171450" indent="-171450">
              <a:buFont typeface="Arial" panose="020B0604020202020204" pitchFamily="34" charset="0"/>
              <a:buChar char="•"/>
            </a:pPr>
            <a:r>
              <a:rPr lang="en-US" b="0" dirty="0"/>
              <a:t>So, the chances of getting the project right when following Waterfall will be 90% of 90% of 75% of 52%, i.e. 31.6%.</a:t>
            </a:r>
          </a:p>
        </p:txBody>
      </p:sp>
      <p:sp>
        <p:nvSpPr>
          <p:cNvPr id="4" name="Slide Number Placeholder 3">
            <a:extLst>
              <a:ext uri="{FF2B5EF4-FFF2-40B4-BE49-F238E27FC236}">
                <a16:creationId xmlns:a16="http://schemas.microsoft.com/office/drawing/2014/main" id="{A610BA4E-E95A-2B2C-3ED1-B22C6FC1F0BA}"/>
              </a:ext>
            </a:extLst>
          </p:cNvPr>
          <p:cNvSpPr>
            <a:spLocks noGrp="1"/>
          </p:cNvSpPr>
          <p:nvPr>
            <p:ph type="sldNum" sz="quarter" idx="10"/>
          </p:nvPr>
        </p:nvSpPr>
        <p:spPr/>
        <p:txBody>
          <a:bodyPr/>
          <a:lstStyle/>
          <a:p>
            <a:fld id="{B0FCC8D5-6D68-A443-97C0-91AE5977134B}" type="slidenum">
              <a:rPr lang="en-US" smtClean="0"/>
              <a:pPr/>
              <a:t>6</a:t>
            </a:fld>
            <a:endParaRPr lang="en-US"/>
          </a:p>
        </p:txBody>
      </p:sp>
    </p:spTree>
    <p:extLst>
      <p:ext uri="{BB962C8B-B14F-4D97-AF65-F5344CB8AC3E}">
        <p14:creationId xmlns:p14="http://schemas.microsoft.com/office/powerpoint/2010/main" val="2741955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963F0-61C2-918A-7450-AB873CCF7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6C4889-4A42-B148-E14B-4DBFE12D24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2B8A4B-7E74-597A-23B9-97155516AC38}"/>
              </a:ext>
            </a:extLst>
          </p:cNvPr>
          <p:cNvSpPr>
            <a:spLocks noGrp="1"/>
          </p:cNvSpPr>
          <p:nvPr>
            <p:ph type="body" idx="1"/>
          </p:nvPr>
        </p:nvSpPr>
        <p:spPr/>
        <p:txBody>
          <a:bodyPr/>
          <a:lstStyle/>
          <a:p>
            <a:pPr marL="171450" indent="-171450">
              <a:buFont typeface="Arial" panose="020B0604020202020204" pitchFamily="34" charset="0"/>
              <a:buChar char="•"/>
            </a:pPr>
            <a:r>
              <a:rPr lang="en-US" b="0" dirty="0"/>
              <a:t>Unambiguous: no room for misinterpretation</a:t>
            </a:r>
          </a:p>
          <a:p>
            <a:pPr marL="171450" indent="-171450">
              <a:buFont typeface="Arial" panose="020B0604020202020204" pitchFamily="34" charset="0"/>
              <a:buChar char="•"/>
            </a:pPr>
            <a:r>
              <a:rPr lang="en-US" b="0" dirty="0"/>
              <a:t>Consistent: no conflicting requirements</a:t>
            </a:r>
          </a:p>
          <a:p>
            <a:pPr marL="171450" indent="-171450">
              <a:buFont typeface="Arial" panose="020B0604020202020204" pitchFamily="34" charset="0"/>
              <a:buChar char="•"/>
            </a:pPr>
            <a:r>
              <a:rPr lang="en-US" b="0" dirty="0"/>
              <a:t>Traceable: </a:t>
            </a:r>
            <a:r>
              <a:rPr lang="en-GB" b="0" dirty="0"/>
              <a:t>traceable to the requirements’ origin and to resultant development artifact</a:t>
            </a:r>
            <a:endParaRPr lang="en-US" b="0" dirty="0"/>
          </a:p>
        </p:txBody>
      </p:sp>
      <p:sp>
        <p:nvSpPr>
          <p:cNvPr id="4" name="Slide Number Placeholder 3">
            <a:extLst>
              <a:ext uri="{FF2B5EF4-FFF2-40B4-BE49-F238E27FC236}">
                <a16:creationId xmlns:a16="http://schemas.microsoft.com/office/drawing/2014/main" id="{F1B5CBF7-D9D1-6022-25F7-BB593DA9F732}"/>
              </a:ext>
            </a:extLst>
          </p:cNvPr>
          <p:cNvSpPr>
            <a:spLocks noGrp="1"/>
          </p:cNvSpPr>
          <p:nvPr>
            <p:ph type="sldNum" sz="quarter" idx="10"/>
          </p:nvPr>
        </p:nvSpPr>
        <p:spPr/>
        <p:txBody>
          <a:bodyPr/>
          <a:lstStyle/>
          <a:p>
            <a:fld id="{B0FCC8D5-6D68-A443-97C0-91AE5977134B}" type="slidenum">
              <a:rPr lang="en-US" smtClean="0"/>
              <a:pPr/>
              <a:t>7</a:t>
            </a:fld>
            <a:endParaRPr lang="en-US"/>
          </a:p>
        </p:txBody>
      </p:sp>
    </p:spTree>
    <p:extLst>
      <p:ext uri="{BB962C8B-B14F-4D97-AF65-F5344CB8AC3E}">
        <p14:creationId xmlns:p14="http://schemas.microsoft.com/office/powerpoint/2010/main" val="1023385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523D2-15E5-C2EF-146B-FE9986C54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E74AE-6D97-0845-7DEA-8C546ADEB1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4F1E5F-E875-35B8-5B35-03A5535BCC58}"/>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5D196D2F-5201-D720-0243-5E0D867A1BA4}"/>
              </a:ext>
            </a:extLst>
          </p:cNvPr>
          <p:cNvSpPr>
            <a:spLocks noGrp="1"/>
          </p:cNvSpPr>
          <p:nvPr>
            <p:ph type="sldNum" sz="quarter" idx="10"/>
          </p:nvPr>
        </p:nvSpPr>
        <p:spPr/>
        <p:txBody>
          <a:bodyPr/>
          <a:lstStyle/>
          <a:p>
            <a:fld id="{B0FCC8D5-6D68-A443-97C0-91AE5977134B}" type="slidenum">
              <a:rPr lang="en-US" smtClean="0"/>
              <a:pPr/>
              <a:t>8</a:t>
            </a:fld>
            <a:endParaRPr lang="en-US"/>
          </a:p>
        </p:txBody>
      </p:sp>
    </p:spTree>
    <p:extLst>
      <p:ext uri="{BB962C8B-B14F-4D97-AF65-F5344CB8AC3E}">
        <p14:creationId xmlns:p14="http://schemas.microsoft.com/office/powerpoint/2010/main" val="297447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F323E-34DF-8DC1-63AB-BEF65C1E9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21B7F-DBEB-075F-EFC3-8E88934160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85584-7B3B-23AD-080F-EEEF65A2DFE7}"/>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E9FA4268-4264-8D5C-5944-8866CBEF0D6A}"/>
              </a:ext>
            </a:extLst>
          </p:cNvPr>
          <p:cNvSpPr>
            <a:spLocks noGrp="1"/>
          </p:cNvSpPr>
          <p:nvPr>
            <p:ph type="sldNum" sz="quarter" idx="10"/>
          </p:nvPr>
        </p:nvSpPr>
        <p:spPr/>
        <p:txBody>
          <a:bodyPr/>
          <a:lstStyle/>
          <a:p>
            <a:fld id="{B0FCC8D5-6D68-A443-97C0-91AE5977134B}" type="slidenum">
              <a:rPr lang="en-US" smtClean="0"/>
              <a:pPr/>
              <a:t>9</a:t>
            </a:fld>
            <a:endParaRPr lang="en-US"/>
          </a:p>
        </p:txBody>
      </p:sp>
    </p:spTree>
    <p:extLst>
      <p:ext uri="{BB962C8B-B14F-4D97-AF65-F5344CB8AC3E}">
        <p14:creationId xmlns:p14="http://schemas.microsoft.com/office/powerpoint/2010/main" val="2642355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F04ED-CD4E-5FC1-1B71-5C57DEE82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7B06C-23CF-6E9E-4676-A4594D620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38A77-57DD-11FB-667B-4CA0DC3C63AC}"/>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55674C34-21E1-F367-976A-3C38ABD4BC2F}"/>
              </a:ext>
            </a:extLst>
          </p:cNvPr>
          <p:cNvSpPr>
            <a:spLocks noGrp="1"/>
          </p:cNvSpPr>
          <p:nvPr>
            <p:ph type="sldNum" sz="quarter" idx="10"/>
          </p:nvPr>
        </p:nvSpPr>
        <p:spPr/>
        <p:txBody>
          <a:bodyPr/>
          <a:lstStyle/>
          <a:p>
            <a:fld id="{B0FCC8D5-6D68-A443-97C0-91AE5977134B}" type="slidenum">
              <a:rPr lang="en-US" smtClean="0"/>
              <a:pPr/>
              <a:t>10</a:t>
            </a:fld>
            <a:endParaRPr lang="en-US"/>
          </a:p>
        </p:txBody>
      </p:sp>
    </p:spTree>
    <p:extLst>
      <p:ext uri="{BB962C8B-B14F-4D97-AF65-F5344CB8AC3E}">
        <p14:creationId xmlns:p14="http://schemas.microsoft.com/office/powerpoint/2010/main" val="2300024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E8939-8DC3-0B06-D77D-087A86AAE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319B7-9DBD-3FEB-0BB6-16B5CE2A2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D14ED-FD84-BCA6-D4D4-F694FFDD7F1A}"/>
              </a:ext>
            </a:extLst>
          </p:cNvPr>
          <p:cNvSpPr>
            <a:spLocks noGrp="1"/>
          </p:cNvSpPr>
          <p:nvPr>
            <p:ph type="body" idx="1"/>
          </p:nvPr>
        </p:nvSpPr>
        <p:spPr/>
        <p:txBody>
          <a:bodyPr/>
          <a:lstStyle/>
          <a:p>
            <a:pPr marL="171450" indent="-171450">
              <a:buFont typeface="Arial" panose="020B0604020202020204" pitchFamily="34" charset="0"/>
              <a:buChar char="•"/>
            </a:pPr>
            <a:r>
              <a:rPr lang="en-US" b="0" dirty="0"/>
              <a:t>Inconsistency: the Vendor says he wants a limit on number of units to order, but the cart does not apply that limit</a:t>
            </a:r>
          </a:p>
          <a:p>
            <a:pPr marL="171450" indent="-171450">
              <a:buFont typeface="Arial" panose="020B0604020202020204" pitchFamily="34" charset="0"/>
              <a:buChar char="•"/>
            </a:pPr>
            <a:r>
              <a:rPr lang="en-US" b="0" dirty="0"/>
              <a:t>Ambiguity: one user calls it search; another user calls it filter; third calls it sort.</a:t>
            </a:r>
          </a:p>
          <a:p>
            <a:pPr marL="171450" indent="-171450">
              <a:buFont typeface="Arial" panose="020B0604020202020204" pitchFamily="34" charset="0"/>
              <a:buChar char="•"/>
            </a:pPr>
            <a:r>
              <a:rPr lang="en-US" b="0" dirty="0"/>
              <a:t>Incompleteness: the client does not specify whether the vendor ratings will be shown on their profiles publicly or not.</a:t>
            </a:r>
          </a:p>
        </p:txBody>
      </p:sp>
      <p:sp>
        <p:nvSpPr>
          <p:cNvPr id="4" name="Slide Number Placeholder 3">
            <a:extLst>
              <a:ext uri="{FF2B5EF4-FFF2-40B4-BE49-F238E27FC236}">
                <a16:creationId xmlns:a16="http://schemas.microsoft.com/office/drawing/2014/main" id="{C3ABBCFB-DB6F-304A-55AD-370315EE5A69}"/>
              </a:ext>
            </a:extLst>
          </p:cNvPr>
          <p:cNvSpPr>
            <a:spLocks noGrp="1"/>
          </p:cNvSpPr>
          <p:nvPr>
            <p:ph type="sldNum" sz="quarter" idx="10"/>
          </p:nvPr>
        </p:nvSpPr>
        <p:spPr/>
        <p:txBody>
          <a:bodyPr/>
          <a:lstStyle/>
          <a:p>
            <a:fld id="{B0FCC8D5-6D68-A443-97C0-91AE5977134B}" type="slidenum">
              <a:rPr lang="en-US" smtClean="0"/>
              <a:pPr/>
              <a:t>11</a:t>
            </a:fld>
            <a:endParaRPr lang="en-US"/>
          </a:p>
        </p:txBody>
      </p:sp>
    </p:spTree>
    <p:extLst>
      <p:ext uri="{BB962C8B-B14F-4D97-AF65-F5344CB8AC3E}">
        <p14:creationId xmlns:p14="http://schemas.microsoft.com/office/powerpoint/2010/main" val="3814414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4046D-E09D-420D-9E0F-671459E70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399B40-6D44-56F0-F705-5170D08E5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0D4EBB-00A6-016C-E3FA-6113D2494D4F}"/>
              </a:ext>
            </a:extLst>
          </p:cNvPr>
          <p:cNvSpPr>
            <a:spLocks noGrp="1"/>
          </p:cNvSpPr>
          <p:nvPr>
            <p:ph type="body" idx="1"/>
          </p:nvPr>
        </p:nvSpPr>
        <p:spPr/>
        <p:txBody>
          <a:bodyPr/>
          <a:lstStyle/>
          <a:p>
            <a:pPr marL="171450" indent="-171450">
              <a:buFont typeface="Arial" panose="020B0604020202020204" pitchFamily="34" charset="0"/>
              <a:buChar char="•"/>
            </a:pPr>
            <a:r>
              <a:rPr lang="en-US" b="0" dirty="0"/>
              <a:t>For example, the auto parts catalogue should show details including the first Image out of all images uploaded, the title, price in PKR, description below the title which must include car make and model, and a button called “Add to cart” to proceed to ordering the part.</a:t>
            </a:r>
          </a:p>
        </p:txBody>
      </p:sp>
      <p:sp>
        <p:nvSpPr>
          <p:cNvPr id="4" name="Slide Number Placeholder 3">
            <a:extLst>
              <a:ext uri="{FF2B5EF4-FFF2-40B4-BE49-F238E27FC236}">
                <a16:creationId xmlns:a16="http://schemas.microsoft.com/office/drawing/2014/main" id="{BB386762-3048-6B1A-F1F1-3B6646814B01}"/>
              </a:ext>
            </a:extLst>
          </p:cNvPr>
          <p:cNvSpPr>
            <a:spLocks noGrp="1"/>
          </p:cNvSpPr>
          <p:nvPr>
            <p:ph type="sldNum" sz="quarter" idx="10"/>
          </p:nvPr>
        </p:nvSpPr>
        <p:spPr/>
        <p:txBody>
          <a:bodyPr/>
          <a:lstStyle/>
          <a:p>
            <a:fld id="{B0FCC8D5-6D68-A443-97C0-91AE5977134B}" type="slidenum">
              <a:rPr lang="en-US" smtClean="0"/>
              <a:pPr/>
              <a:t>12</a:t>
            </a:fld>
            <a:endParaRPr lang="en-US"/>
          </a:p>
        </p:txBody>
      </p:sp>
    </p:spTree>
    <p:extLst>
      <p:ext uri="{BB962C8B-B14F-4D97-AF65-F5344CB8AC3E}">
        <p14:creationId xmlns:p14="http://schemas.microsoft.com/office/powerpoint/2010/main" val="2682487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7764F-3AFB-5325-8B49-989EB9660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FAC415-494A-BD47-7032-CD57CD285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B39F44-FB97-43E9-5809-50D01D606C75}"/>
              </a:ext>
            </a:extLst>
          </p:cNvPr>
          <p:cNvSpPr>
            <a:spLocks noGrp="1"/>
          </p:cNvSpPr>
          <p:nvPr>
            <p:ph type="body" idx="1"/>
          </p:nvPr>
        </p:nvSpPr>
        <p:spPr/>
        <p:txBody>
          <a:bodyPr/>
          <a:lstStyle/>
          <a:p>
            <a:pPr marL="171450" indent="-171450">
              <a:buFont typeface="Arial" panose="020B0604020202020204" pitchFamily="34" charset="0"/>
              <a:buChar char="•"/>
            </a:pPr>
            <a:r>
              <a:rPr lang="en-US" b="0" dirty="0"/>
              <a:t>E.g. a </a:t>
            </a:r>
            <a:r>
              <a:rPr lang="en-US" b="0" dirty="0" err="1"/>
              <a:t>PakWheels</a:t>
            </a:r>
            <a:r>
              <a:rPr lang="en-US" b="0" dirty="0"/>
              <a:t> visitor will either be able to login with the right email address and password, or not. They will either be able to recover their account via email or via registered phone number.</a:t>
            </a:r>
          </a:p>
        </p:txBody>
      </p:sp>
      <p:sp>
        <p:nvSpPr>
          <p:cNvPr id="4" name="Slide Number Placeholder 3">
            <a:extLst>
              <a:ext uri="{FF2B5EF4-FFF2-40B4-BE49-F238E27FC236}">
                <a16:creationId xmlns:a16="http://schemas.microsoft.com/office/drawing/2014/main" id="{46DE919C-900C-32B5-CBE4-DF292F6E3A27}"/>
              </a:ext>
            </a:extLst>
          </p:cNvPr>
          <p:cNvSpPr>
            <a:spLocks noGrp="1"/>
          </p:cNvSpPr>
          <p:nvPr>
            <p:ph type="sldNum" sz="quarter" idx="10"/>
          </p:nvPr>
        </p:nvSpPr>
        <p:spPr/>
        <p:txBody>
          <a:bodyPr/>
          <a:lstStyle/>
          <a:p>
            <a:fld id="{B0FCC8D5-6D68-A443-97C0-91AE5977134B}" type="slidenum">
              <a:rPr lang="en-US" smtClean="0"/>
              <a:pPr/>
              <a:t>13</a:t>
            </a:fld>
            <a:endParaRPr lang="en-US"/>
          </a:p>
        </p:txBody>
      </p:sp>
    </p:spTree>
    <p:extLst>
      <p:ext uri="{BB962C8B-B14F-4D97-AF65-F5344CB8AC3E}">
        <p14:creationId xmlns:p14="http://schemas.microsoft.com/office/powerpoint/2010/main" val="16838514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63747-86C2-D61A-5E3F-52EEF8EC5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A9AE00-6658-1C73-B233-398CE5D974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41DFC-803E-AE15-8395-D5343AF1DAB3}"/>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50EA5262-B80A-CC68-E88D-F272BAFDFBBE}"/>
              </a:ext>
            </a:extLst>
          </p:cNvPr>
          <p:cNvSpPr>
            <a:spLocks noGrp="1"/>
          </p:cNvSpPr>
          <p:nvPr>
            <p:ph type="sldNum" sz="quarter" idx="10"/>
          </p:nvPr>
        </p:nvSpPr>
        <p:spPr/>
        <p:txBody>
          <a:bodyPr/>
          <a:lstStyle/>
          <a:p>
            <a:fld id="{B0FCC8D5-6D68-A443-97C0-91AE5977134B}" type="slidenum">
              <a:rPr lang="en-US" smtClean="0"/>
              <a:pPr/>
              <a:t>14</a:t>
            </a:fld>
            <a:endParaRPr lang="en-US"/>
          </a:p>
        </p:txBody>
      </p:sp>
    </p:spTree>
    <p:extLst>
      <p:ext uri="{BB962C8B-B14F-4D97-AF65-F5344CB8AC3E}">
        <p14:creationId xmlns:p14="http://schemas.microsoft.com/office/powerpoint/2010/main" val="9092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343B9-97E3-765F-4C60-AF5D9CA8F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16626-C076-7128-4937-50200F299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441CA-ECAA-3EB8-FA80-28AA7BAB0EDD}"/>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2F56AE70-3CE5-4F30-81EE-E57FB13E11AF}"/>
              </a:ext>
            </a:extLst>
          </p:cNvPr>
          <p:cNvSpPr>
            <a:spLocks noGrp="1"/>
          </p:cNvSpPr>
          <p:nvPr>
            <p:ph type="sldNum" sz="quarter" idx="10"/>
          </p:nvPr>
        </p:nvSpPr>
        <p:spPr/>
        <p:txBody>
          <a:bodyPr/>
          <a:lstStyle/>
          <a:p>
            <a:fld id="{B0FCC8D5-6D68-A443-97C0-91AE5977134B}" type="slidenum">
              <a:rPr lang="en-US" smtClean="0"/>
              <a:pPr/>
              <a:t>15</a:t>
            </a:fld>
            <a:endParaRPr lang="en-US"/>
          </a:p>
        </p:txBody>
      </p:sp>
    </p:spTree>
    <p:extLst>
      <p:ext uri="{BB962C8B-B14F-4D97-AF65-F5344CB8AC3E}">
        <p14:creationId xmlns:p14="http://schemas.microsoft.com/office/powerpoint/2010/main" val="4245819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1425D-FEDF-A46B-7E68-9DD5CD16D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94E61-04F5-A3B2-9358-AFBB4359DB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9D139-FA0E-7CBA-9131-4460333E4A65}"/>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9D1C359B-269A-5747-E1B9-C29BA4D8557E}"/>
              </a:ext>
            </a:extLst>
          </p:cNvPr>
          <p:cNvSpPr>
            <a:spLocks noGrp="1"/>
          </p:cNvSpPr>
          <p:nvPr>
            <p:ph type="sldNum" sz="quarter" idx="10"/>
          </p:nvPr>
        </p:nvSpPr>
        <p:spPr/>
        <p:txBody>
          <a:bodyPr/>
          <a:lstStyle/>
          <a:p>
            <a:fld id="{B0FCC8D5-6D68-A443-97C0-91AE5977134B}" type="slidenum">
              <a:rPr lang="en-US" smtClean="0"/>
              <a:pPr/>
              <a:t>16</a:t>
            </a:fld>
            <a:endParaRPr lang="en-US"/>
          </a:p>
        </p:txBody>
      </p:sp>
    </p:spTree>
    <p:extLst>
      <p:ext uri="{BB962C8B-B14F-4D97-AF65-F5344CB8AC3E}">
        <p14:creationId xmlns:p14="http://schemas.microsoft.com/office/powerpoint/2010/main" val="27887605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6F22-C690-F608-B315-0039F0534A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166C3B-AA08-EA18-576C-897EE5371F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3F139B-EDB5-01FD-EDEF-664821D410C1}"/>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C9C8E6B2-C04A-B01F-1985-30CFB2308D13}"/>
              </a:ext>
            </a:extLst>
          </p:cNvPr>
          <p:cNvSpPr>
            <a:spLocks noGrp="1"/>
          </p:cNvSpPr>
          <p:nvPr>
            <p:ph type="sldNum" sz="quarter" idx="10"/>
          </p:nvPr>
        </p:nvSpPr>
        <p:spPr/>
        <p:txBody>
          <a:bodyPr/>
          <a:lstStyle/>
          <a:p>
            <a:fld id="{B0FCC8D5-6D68-A443-97C0-91AE5977134B}" type="slidenum">
              <a:rPr lang="en-US" smtClean="0"/>
              <a:pPr/>
              <a:t>17</a:t>
            </a:fld>
            <a:endParaRPr lang="en-US"/>
          </a:p>
        </p:txBody>
      </p:sp>
    </p:spTree>
    <p:extLst>
      <p:ext uri="{BB962C8B-B14F-4D97-AF65-F5344CB8AC3E}">
        <p14:creationId xmlns:p14="http://schemas.microsoft.com/office/powerpoint/2010/main" val="1379741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155D0-24B6-27E0-903C-8714772B1F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EF00A-67D9-3F1B-3F50-427E5E0A18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ED3B8-3D4A-0D5F-A082-FCA564C38E40}"/>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B38DF87B-2908-9872-670D-883251A35FAC}"/>
              </a:ext>
            </a:extLst>
          </p:cNvPr>
          <p:cNvSpPr>
            <a:spLocks noGrp="1"/>
          </p:cNvSpPr>
          <p:nvPr>
            <p:ph type="sldNum" sz="quarter" idx="10"/>
          </p:nvPr>
        </p:nvSpPr>
        <p:spPr/>
        <p:txBody>
          <a:bodyPr/>
          <a:lstStyle/>
          <a:p>
            <a:fld id="{B0FCC8D5-6D68-A443-97C0-91AE5977134B}" type="slidenum">
              <a:rPr lang="en-US" smtClean="0"/>
              <a:pPr/>
              <a:t>18</a:t>
            </a:fld>
            <a:endParaRPr lang="en-US"/>
          </a:p>
        </p:txBody>
      </p:sp>
    </p:spTree>
    <p:extLst>
      <p:ext uri="{BB962C8B-B14F-4D97-AF65-F5344CB8AC3E}">
        <p14:creationId xmlns:p14="http://schemas.microsoft.com/office/powerpoint/2010/main" val="710906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058FA-B1E3-0093-F76D-7C8E36171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7F2CA-204E-35FE-0445-89EA70D94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2D65CC-CBE2-07C8-E1DA-EFFAF218DF05}"/>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09A93A61-9892-2F5B-5685-A92D114BC08F}"/>
              </a:ext>
            </a:extLst>
          </p:cNvPr>
          <p:cNvSpPr>
            <a:spLocks noGrp="1"/>
          </p:cNvSpPr>
          <p:nvPr>
            <p:ph type="sldNum" sz="quarter" idx="10"/>
          </p:nvPr>
        </p:nvSpPr>
        <p:spPr/>
        <p:txBody>
          <a:bodyPr/>
          <a:lstStyle/>
          <a:p>
            <a:fld id="{B0FCC8D5-6D68-A443-97C0-91AE5977134B}" type="slidenum">
              <a:rPr lang="en-US" smtClean="0"/>
              <a:pPr/>
              <a:t>19</a:t>
            </a:fld>
            <a:endParaRPr lang="en-US"/>
          </a:p>
        </p:txBody>
      </p:sp>
    </p:spTree>
    <p:extLst>
      <p:ext uri="{BB962C8B-B14F-4D97-AF65-F5344CB8AC3E}">
        <p14:creationId xmlns:p14="http://schemas.microsoft.com/office/powerpoint/2010/main" val="2177509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4FB6A-18C2-4875-CBB0-17517BEBD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A6EB7-680B-8735-1372-532BE41CC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68CF9-05ED-BAB8-8383-81138F88A44F}"/>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CC548009-1D2A-E974-FDBA-DAF556785CD7}"/>
              </a:ext>
            </a:extLst>
          </p:cNvPr>
          <p:cNvSpPr>
            <a:spLocks noGrp="1"/>
          </p:cNvSpPr>
          <p:nvPr>
            <p:ph type="sldNum" sz="quarter" idx="10"/>
          </p:nvPr>
        </p:nvSpPr>
        <p:spPr/>
        <p:txBody>
          <a:bodyPr/>
          <a:lstStyle/>
          <a:p>
            <a:fld id="{B0FCC8D5-6D68-A443-97C0-91AE5977134B}" type="slidenum">
              <a:rPr lang="en-US" smtClean="0"/>
              <a:pPr/>
              <a:t>20</a:t>
            </a:fld>
            <a:endParaRPr lang="en-US"/>
          </a:p>
        </p:txBody>
      </p:sp>
    </p:spTree>
    <p:extLst>
      <p:ext uri="{BB962C8B-B14F-4D97-AF65-F5344CB8AC3E}">
        <p14:creationId xmlns:p14="http://schemas.microsoft.com/office/powerpoint/2010/main" val="37119367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A6BBE-CBCF-01FA-E253-45396C339B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A0956-BDCE-C6F0-AAD6-E94DCC01CC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C5B00C-BBEF-435E-5D2A-862377D53B24}"/>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D3C862A3-AC59-2F03-9155-3ACDE9658E46}"/>
              </a:ext>
            </a:extLst>
          </p:cNvPr>
          <p:cNvSpPr>
            <a:spLocks noGrp="1"/>
          </p:cNvSpPr>
          <p:nvPr>
            <p:ph type="sldNum" sz="quarter" idx="10"/>
          </p:nvPr>
        </p:nvSpPr>
        <p:spPr/>
        <p:txBody>
          <a:bodyPr/>
          <a:lstStyle/>
          <a:p>
            <a:fld id="{B0FCC8D5-6D68-A443-97C0-91AE5977134B}" type="slidenum">
              <a:rPr lang="en-US" smtClean="0"/>
              <a:pPr/>
              <a:t>21</a:t>
            </a:fld>
            <a:endParaRPr lang="en-US"/>
          </a:p>
        </p:txBody>
      </p:sp>
    </p:spTree>
    <p:extLst>
      <p:ext uri="{BB962C8B-B14F-4D97-AF65-F5344CB8AC3E}">
        <p14:creationId xmlns:p14="http://schemas.microsoft.com/office/powerpoint/2010/main" val="30786197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FC762-2985-4791-5D5E-0E153AC37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D76D8-5887-AE00-CCF0-0A52B7A87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50053-3C40-1144-7D81-C94FE03EE696}"/>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59A7762E-AF3F-C5B8-7C9D-6506E68A7868}"/>
              </a:ext>
            </a:extLst>
          </p:cNvPr>
          <p:cNvSpPr>
            <a:spLocks noGrp="1"/>
          </p:cNvSpPr>
          <p:nvPr>
            <p:ph type="sldNum" sz="quarter" idx="10"/>
          </p:nvPr>
        </p:nvSpPr>
        <p:spPr/>
        <p:txBody>
          <a:bodyPr/>
          <a:lstStyle/>
          <a:p>
            <a:fld id="{B0FCC8D5-6D68-A443-97C0-91AE5977134B}" type="slidenum">
              <a:rPr lang="en-US" smtClean="0"/>
              <a:pPr/>
              <a:t>22</a:t>
            </a:fld>
            <a:endParaRPr lang="en-US"/>
          </a:p>
        </p:txBody>
      </p:sp>
    </p:spTree>
    <p:extLst>
      <p:ext uri="{BB962C8B-B14F-4D97-AF65-F5344CB8AC3E}">
        <p14:creationId xmlns:p14="http://schemas.microsoft.com/office/powerpoint/2010/main" val="4293275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0872A-FEF5-8B02-FCF9-0F52D1371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57686-BBAB-8BE8-1920-A27D38E19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5D45C0-8AF7-4E87-AE6C-A2B84E1579A3}"/>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107224B9-07D7-E075-18E6-127513BDB274}"/>
              </a:ext>
            </a:extLst>
          </p:cNvPr>
          <p:cNvSpPr>
            <a:spLocks noGrp="1"/>
          </p:cNvSpPr>
          <p:nvPr>
            <p:ph type="sldNum" sz="quarter" idx="10"/>
          </p:nvPr>
        </p:nvSpPr>
        <p:spPr/>
        <p:txBody>
          <a:bodyPr/>
          <a:lstStyle/>
          <a:p>
            <a:fld id="{B0FCC8D5-6D68-A443-97C0-91AE5977134B}" type="slidenum">
              <a:rPr lang="en-US" smtClean="0"/>
              <a:pPr/>
              <a:t>23</a:t>
            </a:fld>
            <a:endParaRPr lang="en-US"/>
          </a:p>
        </p:txBody>
      </p:sp>
    </p:spTree>
    <p:extLst>
      <p:ext uri="{BB962C8B-B14F-4D97-AF65-F5344CB8AC3E}">
        <p14:creationId xmlns:p14="http://schemas.microsoft.com/office/powerpoint/2010/main" val="9810068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B1E70-8D48-FC17-B43A-7AC07B5BCD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9ED23-11C9-68E8-E5AF-A05B4CF35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85F45A-3728-D0E9-A666-C86569F12366}"/>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B767037B-ED72-11E1-56D7-4F5F5AA5D994}"/>
              </a:ext>
            </a:extLst>
          </p:cNvPr>
          <p:cNvSpPr>
            <a:spLocks noGrp="1"/>
          </p:cNvSpPr>
          <p:nvPr>
            <p:ph type="sldNum" sz="quarter" idx="10"/>
          </p:nvPr>
        </p:nvSpPr>
        <p:spPr/>
        <p:txBody>
          <a:bodyPr/>
          <a:lstStyle/>
          <a:p>
            <a:fld id="{B0FCC8D5-6D68-A443-97C0-91AE5977134B}" type="slidenum">
              <a:rPr lang="en-US" smtClean="0"/>
              <a:pPr/>
              <a:t>24</a:t>
            </a:fld>
            <a:endParaRPr lang="en-US"/>
          </a:p>
        </p:txBody>
      </p:sp>
    </p:spTree>
    <p:extLst>
      <p:ext uri="{BB962C8B-B14F-4D97-AF65-F5344CB8AC3E}">
        <p14:creationId xmlns:p14="http://schemas.microsoft.com/office/powerpoint/2010/main" val="16190322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956D7-F006-6EA4-C677-BDAB6468C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5407D8-56DA-A5CF-023C-A1E90B702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D91B0-6AFD-292C-3C28-82AE4BC9F571}"/>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C9B14324-0A2B-94D0-FB59-7FDF97E4AEE5}"/>
              </a:ext>
            </a:extLst>
          </p:cNvPr>
          <p:cNvSpPr>
            <a:spLocks noGrp="1"/>
          </p:cNvSpPr>
          <p:nvPr>
            <p:ph type="sldNum" sz="quarter" idx="10"/>
          </p:nvPr>
        </p:nvSpPr>
        <p:spPr/>
        <p:txBody>
          <a:bodyPr/>
          <a:lstStyle/>
          <a:p>
            <a:fld id="{B0FCC8D5-6D68-A443-97C0-91AE5977134B}" type="slidenum">
              <a:rPr lang="en-US" smtClean="0"/>
              <a:pPr/>
              <a:t>25</a:t>
            </a:fld>
            <a:endParaRPr lang="en-US"/>
          </a:p>
        </p:txBody>
      </p:sp>
    </p:spTree>
    <p:extLst>
      <p:ext uri="{BB962C8B-B14F-4D97-AF65-F5344CB8AC3E}">
        <p14:creationId xmlns:p14="http://schemas.microsoft.com/office/powerpoint/2010/main" val="27861749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B26EC-9DB2-C0A3-7485-BB7C68832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AB5F7-2DC3-E52A-4609-FFD99460FF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5DA38B-6358-B9F7-D53C-496EC1C7A13E}"/>
              </a:ext>
            </a:extLst>
          </p:cNvPr>
          <p:cNvSpPr>
            <a:spLocks noGrp="1"/>
          </p:cNvSpPr>
          <p:nvPr>
            <p:ph type="body" idx="1"/>
          </p:nvPr>
        </p:nvSpPr>
        <p:spPr/>
        <p:txBody>
          <a:bodyPr/>
          <a:lstStyle/>
          <a:p>
            <a:pPr marL="171450" indent="-171450">
              <a:buFont typeface="Arial" panose="020B0604020202020204" pitchFamily="34" charset="0"/>
              <a:buChar char="•"/>
            </a:pPr>
            <a:r>
              <a:rPr lang="en-US" b="0" dirty="0" err="1"/>
              <a:t>LoE</a:t>
            </a:r>
            <a:r>
              <a:rPr lang="en-US" b="0" dirty="0"/>
              <a:t>: Level of Effort</a:t>
            </a:r>
          </a:p>
        </p:txBody>
      </p:sp>
      <p:sp>
        <p:nvSpPr>
          <p:cNvPr id="4" name="Slide Number Placeholder 3">
            <a:extLst>
              <a:ext uri="{FF2B5EF4-FFF2-40B4-BE49-F238E27FC236}">
                <a16:creationId xmlns:a16="http://schemas.microsoft.com/office/drawing/2014/main" id="{805D8FAC-D1B6-C116-4DCB-3FE51555FA1D}"/>
              </a:ext>
            </a:extLst>
          </p:cNvPr>
          <p:cNvSpPr>
            <a:spLocks noGrp="1"/>
          </p:cNvSpPr>
          <p:nvPr>
            <p:ph type="sldNum" sz="quarter" idx="10"/>
          </p:nvPr>
        </p:nvSpPr>
        <p:spPr/>
        <p:txBody>
          <a:bodyPr/>
          <a:lstStyle/>
          <a:p>
            <a:fld id="{B0FCC8D5-6D68-A443-97C0-91AE5977134B}" type="slidenum">
              <a:rPr lang="en-US" smtClean="0"/>
              <a:pPr/>
              <a:t>26</a:t>
            </a:fld>
            <a:endParaRPr lang="en-US"/>
          </a:p>
        </p:txBody>
      </p:sp>
    </p:spTree>
    <p:extLst>
      <p:ext uri="{BB962C8B-B14F-4D97-AF65-F5344CB8AC3E}">
        <p14:creationId xmlns:p14="http://schemas.microsoft.com/office/powerpoint/2010/main" val="3464543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97902-E9E3-F0D2-1BF9-E59BC64DC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3C5D58-7CF3-C1D4-E5AA-B0FCE871E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62105-2C10-60F3-B279-BD76D18200DB}"/>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EACFA6E0-DFF2-D03C-09F1-DA3FDF79CC07}"/>
              </a:ext>
            </a:extLst>
          </p:cNvPr>
          <p:cNvSpPr>
            <a:spLocks noGrp="1"/>
          </p:cNvSpPr>
          <p:nvPr>
            <p:ph type="sldNum" sz="quarter" idx="10"/>
          </p:nvPr>
        </p:nvSpPr>
        <p:spPr/>
        <p:txBody>
          <a:bodyPr/>
          <a:lstStyle/>
          <a:p>
            <a:fld id="{B0FCC8D5-6D68-A443-97C0-91AE5977134B}" type="slidenum">
              <a:rPr lang="en-US" smtClean="0"/>
              <a:pPr/>
              <a:t>27</a:t>
            </a:fld>
            <a:endParaRPr lang="en-US"/>
          </a:p>
        </p:txBody>
      </p:sp>
    </p:spTree>
    <p:extLst>
      <p:ext uri="{BB962C8B-B14F-4D97-AF65-F5344CB8AC3E}">
        <p14:creationId xmlns:p14="http://schemas.microsoft.com/office/powerpoint/2010/main" val="1141163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a:cs typeface="Biome Light" panose="020B0303030204020804" pitchFamily="34" charset="0"/>
              </a:rPr>
              <a:t>Click to edit master text style.</a:t>
            </a:r>
          </a:p>
          <a:p>
            <a:pPr marL="0" indent="0">
              <a:buNone/>
            </a:pPr>
            <a:endParaRPr lang="en-US"/>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a:cs typeface="Biome Light" panose="020B0303030204020804" pitchFamily="34" charset="0"/>
              </a:rPr>
              <a:t>Click to edit master text style.</a:t>
            </a:r>
          </a:p>
          <a:p>
            <a:pPr marL="0" indent="0">
              <a:buNone/>
            </a:pPr>
            <a:endParaRPr lang="en-US"/>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www.solaresearch.org/2019/12/journal-of-learning-analytics-jla-volume-6-issue-3-now-available/"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a:t>Software Engineering</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a:t>Agenda</a:t>
            </a:r>
          </a:p>
        </p:txBody>
      </p:sp>
      <p:pic>
        <p:nvPicPr>
          <p:cNvPr id="8" name="Picture Placeholder 7">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7684" r="33028"/>
          <a:stretch>
            <a:fillRect/>
          </a:stretch>
        </p:blipFill>
        <p:spPr>
          <a:xfrm>
            <a:off x="0" y="0"/>
            <a:ext cx="6096000" cy="6858000"/>
          </a:xfrm>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924398" cy="4136198"/>
          </a:xfrm>
        </p:spPr>
        <p:txBody>
          <a:bodyPr/>
          <a:lstStyle/>
          <a:p>
            <a:r>
              <a:rPr lang="en-US" dirty="0"/>
              <a:t>Requirements Engineering</a:t>
            </a:r>
          </a:p>
          <a:p>
            <a:r>
              <a:rPr lang="en-US" dirty="0"/>
              <a:t>SRS Document </a:t>
            </a:r>
          </a:p>
          <a:p>
            <a:r>
              <a:rPr lang="en-US" dirty="0"/>
              <a:t>IEEE 830 Standard</a:t>
            </a:r>
          </a:p>
          <a:p>
            <a:r>
              <a:rPr lang="en-US" dirty="0"/>
              <a:t>Requirements Engineering Process</a:t>
            </a:r>
          </a:p>
          <a:p>
            <a:r>
              <a:rPr lang="en-US" dirty="0"/>
              <a:t>Functional Requirements</a:t>
            </a:r>
          </a:p>
          <a:p>
            <a:r>
              <a:rPr lang="en-US" dirty="0"/>
              <a:t>Non-functional Requirements</a:t>
            </a:r>
          </a:p>
          <a:p>
            <a:r>
              <a:rPr lang="en-US" dirty="0"/>
              <a:t>Change Management</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a:p>
        </p:txBody>
      </p:sp>
      <p:sp>
        <p:nvSpPr>
          <p:cNvPr id="4" name="TextBox 3">
            <a:extLst>
              <a:ext uri="{FF2B5EF4-FFF2-40B4-BE49-F238E27FC236}">
                <a16:creationId xmlns:a16="http://schemas.microsoft.com/office/drawing/2014/main" id="{D45FA580-2511-43FF-99FF-4AD8C9598CD1}"/>
              </a:ext>
            </a:extLst>
          </p:cNvPr>
          <p:cNvSpPr txBox="1"/>
          <p:nvPr/>
        </p:nvSpPr>
        <p:spPr>
          <a:xfrm>
            <a:off x="0" y="6858000"/>
            <a:ext cx="6096000" cy="230832"/>
          </a:xfrm>
          <a:prstGeom prst="rect">
            <a:avLst/>
          </a:prstGeom>
          <a:noFill/>
        </p:spPr>
        <p:txBody>
          <a:bodyPr wrap="square" rtlCol="0">
            <a:spAutoFit/>
          </a:bodyPr>
          <a:lstStyle/>
          <a:p>
            <a:r>
              <a:rPr lang="en-PK" sz="900">
                <a:hlinkClick r:id="rId4" tooltip="https://www.solaresearch.org/2019/12/journal-of-learning-analytics-jla-volume-6-issue-3-now-available/"/>
              </a:rPr>
              <a:t>This Photo</a:t>
            </a:r>
            <a:r>
              <a:rPr lang="en-PK" sz="900"/>
              <a:t> by Unknown Author is licensed under </a:t>
            </a:r>
            <a:r>
              <a:rPr lang="en-PK" sz="900">
                <a:hlinkClick r:id="rId5" tooltip="https://creativecommons.org/licenses/by/3.0/"/>
              </a:rPr>
              <a:t>CC BY</a:t>
            </a:r>
            <a:endParaRPr lang="en-PK" sz="90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3E145-D1CC-5DF5-FC16-A4BA1D1FA546}"/>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58D2ED3D-D613-DB0C-60DB-F48B8A2F4791}"/>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59B35CDF-A898-879C-6184-59846839FB7B}"/>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A2F99602-7C2E-7F99-7019-B197A4777D32}"/>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a:t>
            </a:r>
          </a:p>
        </p:txBody>
      </p:sp>
      <p:sp>
        <p:nvSpPr>
          <p:cNvPr id="216" name="Rectangle 215">
            <a:extLst>
              <a:ext uri="{FF2B5EF4-FFF2-40B4-BE49-F238E27FC236}">
                <a16:creationId xmlns:a16="http://schemas.microsoft.com/office/drawing/2014/main" id="{4C1D68F1-9B42-113F-7E2E-146A8D8C9678}"/>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990D2FA0-4508-06EF-9A71-A45B8712087F}"/>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422A2E5D-4F5F-9B1C-1AFF-E3AB54478CC4}"/>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Requirements Engineering is the process of identifying, specifying, validating, and managing the needs and constraints for a software system.</a:t>
            </a:r>
          </a:p>
          <a:p>
            <a:pPr>
              <a:lnSpc>
                <a:spcPct val="120000"/>
              </a:lnSpc>
              <a:buFont typeface="Wingdings" panose="05000000000000000000" pitchFamily="2" charset="2"/>
              <a:buChar char="§"/>
            </a:pPr>
            <a:r>
              <a:rPr lang="en-GB" sz="3400" dirty="0"/>
              <a:t>The entry criteria of RE phase is </a:t>
            </a:r>
            <a:r>
              <a:rPr lang="en-GB" sz="3400" i="1" dirty="0"/>
              <a:t>feasibility report</a:t>
            </a:r>
            <a:r>
              <a:rPr lang="en-GB" sz="3400" dirty="0"/>
              <a:t>, which answers two major questions:</a:t>
            </a:r>
          </a:p>
          <a:p>
            <a:pPr lvl="1">
              <a:lnSpc>
                <a:spcPct val="120000"/>
              </a:lnSpc>
              <a:buFont typeface="Wingdings" panose="05000000000000000000" pitchFamily="2" charset="2"/>
              <a:buChar char="§"/>
            </a:pPr>
            <a:r>
              <a:rPr lang="en-GB" sz="3200" dirty="0"/>
              <a:t>Can the software be built within approved budget and time?</a:t>
            </a:r>
          </a:p>
          <a:p>
            <a:pPr lvl="1">
              <a:lnSpc>
                <a:spcPct val="120000"/>
              </a:lnSpc>
              <a:buFont typeface="Wingdings" panose="05000000000000000000" pitchFamily="2" charset="2"/>
              <a:buChar char="§"/>
            </a:pPr>
            <a:r>
              <a:rPr lang="en-GB" sz="3200" dirty="0"/>
              <a:t>Can the software be integrated with other parts of the system?</a:t>
            </a:r>
          </a:p>
          <a:p>
            <a:pPr>
              <a:lnSpc>
                <a:spcPct val="120000"/>
              </a:lnSpc>
              <a:buFont typeface="Wingdings" panose="05000000000000000000" pitchFamily="2" charset="2"/>
              <a:buChar char="§"/>
            </a:pPr>
            <a:r>
              <a:rPr lang="en-GB" sz="3400" dirty="0"/>
              <a:t>Once the feasibility report is accepted, we enter RE phase.</a:t>
            </a:r>
          </a:p>
          <a:p>
            <a:pPr>
              <a:lnSpc>
                <a:spcPct val="120000"/>
              </a:lnSpc>
              <a:buFont typeface="Wingdings" panose="05000000000000000000" pitchFamily="2" charset="2"/>
              <a:buChar char="§"/>
            </a:pPr>
            <a:r>
              <a:rPr lang="en-GB" sz="3400" dirty="0"/>
              <a:t>The exit criteria is a signed SRS document.</a:t>
            </a:r>
          </a:p>
        </p:txBody>
      </p:sp>
    </p:spTree>
    <p:extLst>
      <p:ext uri="{BB962C8B-B14F-4D97-AF65-F5344CB8AC3E}">
        <p14:creationId xmlns:p14="http://schemas.microsoft.com/office/powerpoint/2010/main" val="689729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A099D-A4E9-681C-E372-D3AC13288A90}"/>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B5AE115-F6FC-7F1F-7251-327FB253E6AA}"/>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6E07408E-C340-64AB-A607-482B9C4C22E3}"/>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F711B1F3-AE88-ECB0-7F6B-6E127F43F8BD}"/>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Requirements Engineering</a:t>
            </a:r>
          </a:p>
        </p:txBody>
      </p:sp>
      <p:sp>
        <p:nvSpPr>
          <p:cNvPr id="216" name="Rectangle 215">
            <a:extLst>
              <a:ext uri="{FF2B5EF4-FFF2-40B4-BE49-F238E27FC236}">
                <a16:creationId xmlns:a16="http://schemas.microsoft.com/office/drawing/2014/main" id="{F6C5369A-9687-D0AE-F92A-400E1699588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077C6AD9-3934-F93B-4F62-125D11A2060D}"/>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0E615FB3-2F5E-15C6-EB7E-072307FDDD0A}"/>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For </a:t>
            </a:r>
            <a:r>
              <a:rPr lang="en-GB" sz="3400" dirty="0" err="1"/>
              <a:t>Pakwheels</a:t>
            </a:r>
            <a:r>
              <a:rPr lang="en-GB" sz="3400" dirty="0"/>
              <a:t> Auto-shop, the feasibility report could be something like </a:t>
            </a:r>
            <a:r>
              <a:rPr lang="en-GB" sz="3400" i="1" dirty="0"/>
              <a:t>as shared</a:t>
            </a:r>
            <a:r>
              <a:rPr lang="en-GB" sz="3400" dirty="0"/>
              <a:t>:</a:t>
            </a:r>
          </a:p>
          <a:p>
            <a:pPr marL="0" indent="0" algn="ctr">
              <a:lnSpc>
                <a:spcPct val="120000"/>
              </a:lnSpc>
              <a:buNone/>
            </a:pPr>
            <a:r>
              <a:rPr lang="en-GB" sz="3400" i="1" dirty="0"/>
              <a:t>Note! Open the document shared on your LMS or the printouts.</a:t>
            </a:r>
          </a:p>
          <a:p>
            <a:pPr>
              <a:lnSpc>
                <a:spcPct val="120000"/>
              </a:lnSpc>
              <a:buFont typeface="Wingdings" panose="05000000000000000000" pitchFamily="2" charset="2"/>
              <a:buChar char="§"/>
            </a:pPr>
            <a:r>
              <a:rPr lang="en-GB" sz="3400" dirty="0"/>
              <a:t>At the end of the feasibility report, you’ll find the final Verdict which gives a Go/No Go decision.</a:t>
            </a:r>
          </a:p>
        </p:txBody>
      </p:sp>
    </p:spTree>
    <p:extLst>
      <p:ext uri="{BB962C8B-B14F-4D97-AF65-F5344CB8AC3E}">
        <p14:creationId xmlns:p14="http://schemas.microsoft.com/office/powerpoint/2010/main" val="198514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2011E-001B-6AFA-5C49-219393334EA7}"/>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D85B517A-30E1-CD96-F841-E2211520658A}"/>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87334A39-B787-53A7-7638-00321B2D51EB}"/>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7F27B893-D640-F863-2EEF-A736C1C3A745}"/>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SRS Document</a:t>
            </a:r>
          </a:p>
        </p:txBody>
      </p:sp>
      <p:sp>
        <p:nvSpPr>
          <p:cNvPr id="216" name="Rectangle 215">
            <a:extLst>
              <a:ext uri="{FF2B5EF4-FFF2-40B4-BE49-F238E27FC236}">
                <a16:creationId xmlns:a16="http://schemas.microsoft.com/office/drawing/2014/main" id="{8A765EBD-C22A-CA22-F04F-B2956AA72E9F}"/>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2FCFA572-D068-88EA-E60B-D14E83B3B6BE}"/>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DF971A04-428F-51D6-4CAB-5A7047F3245B}"/>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A Software Requirements Specification document is a single all-in-one document for a system’s requirements.</a:t>
            </a:r>
          </a:p>
          <a:p>
            <a:pPr lvl="1">
              <a:lnSpc>
                <a:spcPct val="120000"/>
              </a:lnSpc>
              <a:buFont typeface="Wingdings" panose="05000000000000000000" pitchFamily="2" charset="2"/>
              <a:buChar char="§"/>
            </a:pPr>
            <a:r>
              <a:rPr lang="en-GB" sz="3200" dirty="0"/>
              <a:t>An agreement between the client and service provider</a:t>
            </a:r>
          </a:p>
          <a:p>
            <a:pPr lvl="1">
              <a:lnSpc>
                <a:spcPct val="120000"/>
              </a:lnSpc>
              <a:buFont typeface="Wingdings" panose="05000000000000000000" pitchFamily="2" charset="2"/>
              <a:buChar char="§"/>
            </a:pPr>
            <a:r>
              <a:rPr lang="en-GB" sz="3200" dirty="0"/>
              <a:t>Helps in reducing cost of fixing errors later.</a:t>
            </a:r>
          </a:p>
          <a:p>
            <a:pPr lvl="1">
              <a:lnSpc>
                <a:spcPct val="120000"/>
              </a:lnSpc>
              <a:buFont typeface="Wingdings" panose="05000000000000000000" pitchFamily="2" charset="2"/>
              <a:buChar char="§"/>
            </a:pPr>
            <a:r>
              <a:rPr lang="en-GB" sz="3200" dirty="0"/>
              <a:t>Provides a basis for exact cost and timeline estimates.</a:t>
            </a:r>
          </a:p>
          <a:p>
            <a:pPr lvl="1">
              <a:lnSpc>
                <a:spcPct val="120000"/>
              </a:lnSpc>
              <a:buFont typeface="Wingdings" panose="05000000000000000000" pitchFamily="2" charset="2"/>
              <a:buChar char="§"/>
            </a:pPr>
            <a:r>
              <a:rPr lang="en-GB" sz="3200" dirty="0"/>
              <a:t>Greatly helps in validation and verification activities.</a:t>
            </a:r>
          </a:p>
          <a:p>
            <a:pPr lvl="1">
              <a:lnSpc>
                <a:spcPct val="120000"/>
              </a:lnSpc>
              <a:buFont typeface="Wingdings" panose="05000000000000000000" pitchFamily="2" charset="2"/>
              <a:buChar char="§"/>
            </a:pPr>
            <a:r>
              <a:rPr lang="en-GB" sz="3200" dirty="0"/>
              <a:t>Foundation of User manual that comes at the time of delivery.</a:t>
            </a:r>
          </a:p>
          <a:p>
            <a:pPr lvl="1">
              <a:lnSpc>
                <a:spcPct val="120000"/>
              </a:lnSpc>
              <a:buFont typeface="Wingdings" panose="05000000000000000000" pitchFamily="2" charset="2"/>
              <a:buChar char="§"/>
            </a:pPr>
            <a:r>
              <a:rPr lang="en-GB" sz="3200" dirty="0"/>
              <a:t>SRS focuses on WHAT TO DO and avoids HOW TO DO.</a:t>
            </a:r>
          </a:p>
        </p:txBody>
      </p:sp>
    </p:spTree>
    <p:extLst>
      <p:ext uri="{BB962C8B-B14F-4D97-AF65-F5344CB8AC3E}">
        <p14:creationId xmlns:p14="http://schemas.microsoft.com/office/powerpoint/2010/main" val="33134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98ECE-A9CE-00D2-4E4A-E3F7F05C9C33}"/>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01FEA6C2-1472-F0B5-7EF1-10CA5C43A1CA}"/>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E584DED0-AFE4-B267-7C29-6E4D0850189F}"/>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7E4B6678-967F-3595-FBFD-E058D67ED0EE}"/>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SRS Document</a:t>
            </a:r>
          </a:p>
        </p:txBody>
      </p:sp>
      <p:sp>
        <p:nvSpPr>
          <p:cNvPr id="216" name="Rectangle 215">
            <a:extLst>
              <a:ext uri="{FF2B5EF4-FFF2-40B4-BE49-F238E27FC236}">
                <a16:creationId xmlns:a16="http://schemas.microsoft.com/office/drawing/2014/main" id="{3FD6C56E-2D30-3598-48AF-B530413CA8B8}"/>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2105666A-169F-F3BD-AD73-7BDED0795D8D}"/>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9808384A-AB93-1C12-4B62-716D161522DA}"/>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SRS is used by diverse audience</a:t>
            </a:r>
          </a:p>
          <a:p>
            <a:pPr lvl="1">
              <a:lnSpc>
                <a:spcPct val="120000"/>
              </a:lnSpc>
              <a:buFont typeface="Wingdings" panose="05000000000000000000" pitchFamily="2" charset="2"/>
              <a:buChar char="§"/>
            </a:pPr>
            <a:r>
              <a:rPr lang="en-GB" sz="3000" dirty="0"/>
              <a:t>Clients use it to ensure that the software is behaving as per SRS.</a:t>
            </a:r>
          </a:p>
          <a:p>
            <a:pPr lvl="1">
              <a:lnSpc>
                <a:spcPct val="120000"/>
              </a:lnSpc>
              <a:buFont typeface="Wingdings" panose="05000000000000000000" pitchFamily="2" charset="2"/>
              <a:buChar char="§"/>
            </a:pPr>
            <a:r>
              <a:rPr lang="en-GB" sz="3000" dirty="0"/>
              <a:t>Developers use it to learn exactly what to implement.</a:t>
            </a:r>
          </a:p>
          <a:p>
            <a:pPr lvl="1">
              <a:lnSpc>
                <a:spcPct val="120000"/>
              </a:lnSpc>
              <a:buFont typeface="Wingdings" panose="05000000000000000000" pitchFamily="2" charset="2"/>
              <a:buChar char="§"/>
            </a:pPr>
            <a:r>
              <a:rPr lang="en-GB" sz="3000" dirty="0"/>
              <a:t>Q/A team performs testing and ensuring that the requirements have been met.</a:t>
            </a:r>
          </a:p>
          <a:p>
            <a:pPr lvl="1">
              <a:lnSpc>
                <a:spcPct val="120000"/>
              </a:lnSpc>
              <a:buFont typeface="Wingdings" panose="05000000000000000000" pitchFamily="2" charset="2"/>
              <a:buChar char="§"/>
            </a:pPr>
            <a:r>
              <a:rPr lang="en-GB" sz="3000" dirty="0"/>
              <a:t>Project managers measure the estimated time and effort and match with the spent resources.</a:t>
            </a:r>
          </a:p>
          <a:p>
            <a:pPr>
              <a:lnSpc>
                <a:spcPct val="120000"/>
              </a:lnSpc>
              <a:buFont typeface="Wingdings" panose="05000000000000000000" pitchFamily="2" charset="2"/>
              <a:buChar char="§"/>
            </a:pPr>
            <a:r>
              <a:rPr lang="en-GB" sz="3200" dirty="0"/>
              <a:t>A 100% accurate SRS can produce a 100% correct system.</a:t>
            </a:r>
          </a:p>
          <a:p>
            <a:pPr>
              <a:lnSpc>
                <a:spcPct val="120000"/>
              </a:lnSpc>
              <a:buFont typeface="Wingdings" panose="05000000000000000000" pitchFamily="2" charset="2"/>
              <a:buChar char="§"/>
            </a:pPr>
            <a:r>
              <a:rPr lang="en-GB" sz="3200" dirty="0"/>
              <a:t>Realistically, SRS contains ~48% errors; ~25% errors originate from Design; Coding errors are ~10%; ~10% are due to causes unrelated to Engineering.</a:t>
            </a:r>
          </a:p>
        </p:txBody>
      </p:sp>
    </p:spTree>
    <p:extLst>
      <p:ext uri="{BB962C8B-B14F-4D97-AF65-F5344CB8AC3E}">
        <p14:creationId xmlns:p14="http://schemas.microsoft.com/office/powerpoint/2010/main" val="3709488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4331D-6732-D69C-A26A-F86523D6094E}"/>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924E76F-CB1D-BC0D-C534-0B8241526178}"/>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41526C3D-2020-2754-A7B5-2CA773AA7026}"/>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B6842B83-8D98-ECF2-EDB7-E3F7162DB82F}"/>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IEEE 830 Standard</a:t>
            </a:r>
          </a:p>
        </p:txBody>
      </p:sp>
      <p:sp>
        <p:nvSpPr>
          <p:cNvPr id="216" name="Rectangle 215">
            <a:extLst>
              <a:ext uri="{FF2B5EF4-FFF2-40B4-BE49-F238E27FC236}">
                <a16:creationId xmlns:a16="http://schemas.microsoft.com/office/drawing/2014/main" id="{C0FDE100-BC88-1A24-1BDE-8AE4EBBF8E2F}"/>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2B87F6EA-7572-ED3E-F1BB-8E62BDB361C6}"/>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98A3A575-CE09-A5B7-4E4B-F82BB1AE4F50}"/>
              </a:ext>
            </a:extLst>
          </p:cNvPr>
          <p:cNvSpPr txBox="1">
            <a:spLocks/>
          </p:cNvSpPr>
          <p:nvPr/>
        </p:nvSpPr>
        <p:spPr>
          <a:xfrm>
            <a:off x="220384" y="1532587"/>
            <a:ext cx="11743016" cy="1896413"/>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The IEEE 830 is a comprehensive document that covers all aspects of SRS.</a:t>
            </a:r>
          </a:p>
          <a:p>
            <a:pPr marL="0" indent="0">
              <a:lnSpc>
                <a:spcPct val="120000"/>
              </a:lnSpc>
              <a:buNone/>
            </a:pPr>
            <a:r>
              <a:rPr lang="en-GB" sz="3400" b="1" dirty="0"/>
              <a:t>Characteristics of a good SRS</a:t>
            </a:r>
          </a:p>
        </p:txBody>
      </p:sp>
      <p:sp>
        <p:nvSpPr>
          <p:cNvPr id="4" name="Content Placeholder 2">
            <a:extLst>
              <a:ext uri="{FF2B5EF4-FFF2-40B4-BE49-F238E27FC236}">
                <a16:creationId xmlns:a16="http://schemas.microsoft.com/office/drawing/2014/main" id="{2639317C-E453-6A72-7558-31AA042DA37D}"/>
              </a:ext>
            </a:extLst>
          </p:cNvPr>
          <p:cNvSpPr txBox="1">
            <a:spLocks/>
          </p:cNvSpPr>
          <p:nvPr/>
        </p:nvSpPr>
        <p:spPr>
          <a:xfrm>
            <a:off x="372784" y="3429000"/>
            <a:ext cx="11743016" cy="3124200"/>
          </a:xfrm>
          <a:prstGeom prst="rect">
            <a:avLst/>
          </a:prstGeom>
        </p:spPr>
        <p:txBody>
          <a:bodyPr numCol="2">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Unambiguous</a:t>
            </a:r>
          </a:p>
          <a:p>
            <a:pPr>
              <a:lnSpc>
                <a:spcPct val="120000"/>
              </a:lnSpc>
              <a:buFont typeface="Wingdings" panose="05000000000000000000" pitchFamily="2" charset="2"/>
              <a:buChar char="§"/>
            </a:pPr>
            <a:r>
              <a:rPr lang="en-GB" sz="3200" dirty="0"/>
              <a:t>Complete</a:t>
            </a:r>
          </a:p>
          <a:p>
            <a:pPr>
              <a:lnSpc>
                <a:spcPct val="120000"/>
              </a:lnSpc>
              <a:buFont typeface="Wingdings" panose="05000000000000000000" pitchFamily="2" charset="2"/>
              <a:buChar char="§"/>
            </a:pPr>
            <a:r>
              <a:rPr lang="en-GB" sz="3200" dirty="0"/>
              <a:t>Consistent</a:t>
            </a:r>
          </a:p>
          <a:p>
            <a:pPr>
              <a:lnSpc>
                <a:spcPct val="120000"/>
              </a:lnSpc>
              <a:buFont typeface="Wingdings" panose="05000000000000000000" pitchFamily="2" charset="2"/>
              <a:buChar char="§"/>
            </a:pPr>
            <a:r>
              <a:rPr lang="en-GB" sz="3200" dirty="0"/>
              <a:t>Verifiable</a:t>
            </a:r>
          </a:p>
          <a:p>
            <a:pPr>
              <a:lnSpc>
                <a:spcPct val="120000"/>
              </a:lnSpc>
              <a:buFont typeface="Wingdings" panose="05000000000000000000" pitchFamily="2" charset="2"/>
              <a:buChar char="§"/>
            </a:pPr>
            <a:r>
              <a:rPr lang="en-GB" sz="3200" dirty="0"/>
              <a:t>Modifiable</a:t>
            </a:r>
          </a:p>
          <a:p>
            <a:pPr>
              <a:lnSpc>
                <a:spcPct val="120000"/>
              </a:lnSpc>
              <a:buFont typeface="Wingdings" panose="05000000000000000000" pitchFamily="2" charset="2"/>
              <a:buChar char="§"/>
            </a:pPr>
            <a:r>
              <a:rPr lang="en-GB" sz="3200" dirty="0"/>
              <a:t>Traceable</a:t>
            </a:r>
          </a:p>
          <a:p>
            <a:pPr>
              <a:lnSpc>
                <a:spcPct val="120000"/>
              </a:lnSpc>
              <a:buFont typeface="Wingdings" panose="05000000000000000000" pitchFamily="2" charset="2"/>
              <a:buChar char="§"/>
            </a:pPr>
            <a:r>
              <a:rPr lang="en-GB" sz="3200" dirty="0"/>
              <a:t>Raked for priority</a:t>
            </a:r>
          </a:p>
        </p:txBody>
      </p:sp>
    </p:spTree>
    <p:extLst>
      <p:ext uri="{BB962C8B-B14F-4D97-AF65-F5344CB8AC3E}">
        <p14:creationId xmlns:p14="http://schemas.microsoft.com/office/powerpoint/2010/main" val="192366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82169-3D64-8FB3-B4D8-44B511561996}"/>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DA7E16F-8B7D-6C23-C915-863E1004797E}"/>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9D18BF44-9964-B510-D015-159ABA0D16F4}"/>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1A8A1131-EDB5-E52A-4B59-C4647C3C65AD}"/>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SRS Document</a:t>
            </a:r>
          </a:p>
        </p:txBody>
      </p:sp>
      <p:sp>
        <p:nvSpPr>
          <p:cNvPr id="216" name="Rectangle 215">
            <a:extLst>
              <a:ext uri="{FF2B5EF4-FFF2-40B4-BE49-F238E27FC236}">
                <a16:creationId xmlns:a16="http://schemas.microsoft.com/office/drawing/2014/main" id="{1EFD76FB-F00B-BBF1-FAE5-F775ADD1A29F}"/>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3DA62CB1-EECE-1F4D-5A88-30F6CA75C104}"/>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86C8CDB5-03AC-C4D2-3447-0627002A939F}"/>
              </a:ext>
            </a:extLst>
          </p:cNvPr>
          <p:cNvSpPr txBox="1">
            <a:spLocks/>
          </p:cNvSpPr>
          <p:nvPr/>
        </p:nvSpPr>
        <p:spPr>
          <a:xfrm>
            <a:off x="220384" y="1532587"/>
            <a:ext cx="11743016" cy="836987"/>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SRS is used by diverse audience</a:t>
            </a:r>
          </a:p>
        </p:txBody>
      </p:sp>
      <p:graphicFrame>
        <p:nvGraphicFramePr>
          <p:cNvPr id="4" name="Diagram 3">
            <a:extLst>
              <a:ext uri="{FF2B5EF4-FFF2-40B4-BE49-F238E27FC236}">
                <a16:creationId xmlns:a16="http://schemas.microsoft.com/office/drawing/2014/main" id="{ABCD7192-80AA-F2A2-36AC-2DF4D8B39DD1}"/>
              </a:ext>
            </a:extLst>
          </p:cNvPr>
          <p:cNvGraphicFramePr/>
          <p:nvPr>
            <p:extLst>
              <p:ext uri="{D42A27DB-BD31-4B8C-83A1-F6EECF244321}">
                <p14:modId xmlns:p14="http://schemas.microsoft.com/office/powerpoint/2010/main" val="1587227465"/>
              </p:ext>
            </p:extLst>
          </p:nvPr>
        </p:nvGraphicFramePr>
        <p:xfrm>
          <a:off x="228600" y="2369574"/>
          <a:ext cx="11743016" cy="41058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6308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91603-0EC4-B59B-BA35-B44804B09DBD}"/>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A6A57E5B-DBDC-9748-E919-C23F8628A90E}"/>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9404A896-C409-65D1-8C2A-4BBFD8F7B4DC}"/>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EE547FB8-4AFF-8A08-065D-505EF0457C8F}"/>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Requirements Engineering Process</a:t>
            </a:r>
          </a:p>
        </p:txBody>
      </p:sp>
      <p:sp>
        <p:nvSpPr>
          <p:cNvPr id="216" name="Rectangle 215">
            <a:extLst>
              <a:ext uri="{FF2B5EF4-FFF2-40B4-BE49-F238E27FC236}">
                <a16:creationId xmlns:a16="http://schemas.microsoft.com/office/drawing/2014/main" id="{E371770C-D88F-9012-FECE-37ADA37D0A6A}"/>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192A02CF-1511-B637-7B40-F3DC02E9B90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pic>
        <p:nvPicPr>
          <p:cNvPr id="6" name="Picture 5">
            <a:extLst>
              <a:ext uri="{FF2B5EF4-FFF2-40B4-BE49-F238E27FC236}">
                <a16:creationId xmlns:a16="http://schemas.microsoft.com/office/drawing/2014/main" id="{D785B929-21CF-A1E9-1C4D-FAC65A241CA6}"/>
              </a:ext>
            </a:extLst>
          </p:cNvPr>
          <p:cNvPicPr>
            <a:picLocks noChangeAspect="1"/>
          </p:cNvPicPr>
          <p:nvPr/>
        </p:nvPicPr>
        <p:blipFill>
          <a:blip r:embed="rId3"/>
          <a:stretch>
            <a:fillRect/>
          </a:stretch>
        </p:blipFill>
        <p:spPr>
          <a:xfrm>
            <a:off x="2591095" y="1444222"/>
            <a:ext cx="7009810" cy="3816036"/>
          </a:xfrm>
          <a:prstGeom prst="rect">
            <a:avLst/>
          </a:prstGeom>
        </p:spPr>
      </p:pic>
      <p:sp>
        <p:nvSpPr>
          <p:cNvPr id="7" name="Content Placeholder 2">
            <a:extLst>
              <a:ext uri="{FF2B5EF4-FFF2-40B4-BE49-F238E27FC236}">
                <a16:creationId xmlns:a16="http://schemas.microsoft.com/office/drawing/2014/main" id="{27D5455A-6F4A-FA37-248E-DE44B989BC94}"/>
              </a:ext>
            </a:extLst>
          </p:cNvPr>
          <p:cNvSpPr txBox="1">
            <a:spLocks/>
          </p:cNvSpPr>
          <p:nvPr/>
        </p:nvSpPr>
        <p:spPr>
          <a:xfrm>
            <a:off x="220384" y="5260258"/>
            <a:ext cx="11743016" cy="121515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This cycle may repeat multiple times after client’s review until the final version is frozen and signed.</a:t>
            </a:r>
          </a:p>
        </p:txBody>
      </p:sp>
    </p:spTree>
    <p:extLst>
      <p:ext uri="{BB962C8B-B14F-4D97-AF65-F5344CB8AC3E}">
        <p14:creationId xmlns:p14="http://schemas.microsoft.com/office/powerpoint/2010/main" val="202099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0243C-2C08-FC60-BD21-B809C196CD55}"/>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AB8BAE61-2931-3292-9927-7540B47636F0}"/>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DAC03007-E0C5-B65F-79DA-76FF62B8CE9E}"/>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205514CD-39D5-A0E3-490E-CAB1ED4D0792}"/>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Requirements Engineering Process</a:t>
            </a:r>
          </a:p>
        </p:txBody>
      </p:sp>
      <p:sp>
        <p:nvSpPr>
          <p:cNvPr id="216" name="Rectangle 215">
            <a:extLst>
              <a:ext uri="{FF2B5EF4-FFF2-40B4-BE49-F238E27FC236}">
                <a16:creationId xmlns:a16="http://schemas.microsoft.com/office/drawing/2014/main" id="{8F638E42-4282-A254-0CAD-4F724D065B6A}"/>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5ED98E7B-94DB-4516-D5A6-18D10549D2C5}"/>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913C0717-D2B9-9204-A6AE-719F3BA7872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Requirements are typically </a:t>
            </a:r>
            <a:r>
              <a:rPr lang="en-GB" sz="3400" i="1" dirty="0"/>
              <a:t>gathered</a:t>
            </a:r>
            <a:r>
              <a:rPr lang="en-GB" sz="3400" dirty="0"/>
              <a:t> from various sources:</a:t>
            </a:r>
          </a:p>
          <a:p>
            <a:pPr lvl="1">
              <a:lnSpc>
                <a:spcPct val="120000"/>
              </a:lnSpc>
              <a:buFont typeface="Wingdings" panose="05000000000000000000" pitchFamily="2" charset="2"/>
              <a:buChar char="§"/>
            </a:pPr>
            <a:r>
              <a:rPr lang="en-GB" sz="3200" dirty="0"/>
              <a:t>Studying existing system and documentation</a:t>
            </a:r>
          </a:p>
          <a:p>
            <a:pPr lvl="1">
              <a:lnSpc>
                <a:spcPct val="120000"/>
              </a:lnSpc>
              <a:buFont typeface="Wingdings" panose="05000000000000000000" pitchFamily="2" charset="2"/>
              <a:buChar char="§"/>
            </a:pPr>
            <a:r>
              <a:rPr lang="en-GB" sz="3200" dirty="0"/>
              <a:t>Interviews with users of operational roles</a:t>
            </a:r>
          </a:p>
          <a:p>
            <a:pPr lvl="1">
              <a:lnSpc>
                <a:spcPct val="120000"/>
              </a:lnSpc>
              <a:buFont typeface="Wingdings" panose="05000000000000000000" pitchFamily="2" charset="2"/>
              <a:buChar char="§"/>
            </a:pPr>
            <a:r>
              <a:rPr lang="en-GB" sz="3200" dirty="0"/>
              <a:t>End to end scenario analysis</a:t>
            </a:r>
          </a:p>
          <a:p>
            <a:pPr lvl="1">
              <a:lnSpc>
                <a:spcPct val="120000"/>
              </a:lnSpc>
              <a:buFont typeface="Wingdings" panose="05000000000000000000" pitchFamily="2" charset="2"/>
              <a:buChar char="§"/>
            </a:pPr>
            <a:r>
              <a:rPr lang="en-GB" sz="3200" dirty="0"/>
              <a:t>Input forms</a:t>
            </a:r>
          </a:p>
          <a:p>
            <a:pPr lvl="1">
              <a:lnSpc>
                <a:spcPct val="120000"/>
              </a:lnSpc>
              <a:buFont typeface="Wingdings" panose="05000000000000000000" pitchFamily="2" charset="2"/>
              <a:buChar char="§"/>
            </a:pPr>
            <a:r>
              <a:rPr lang="en-GB" sz="3200" dirty="0"/>
              <a:t>Generated reports</a:t>
            </a:r>
          </a:p>
          <a:p>
            <a:pPr lvl="1">
              <a:lnSpc>
                <a:spcPct val="120000"/>
              </a:lnSpc>
              <a:buFont typeface="Wingdings" panose="05000000000000000000" pitchFamily="2" charset="2"/>
              <a:buChar char="§"/>
            </a:pPr>
            <a:r>
              <a:rPr lang="en-GB" sz="3200" dirty="0"/>
              <a:t>External sources like domain best practices, other software, etc.</a:t>
            </a:r>
          </a:p>
        </p:txBody>
      </p:sp>
    </p:spTree>
    <p:extLst>
      <p:ext uri="{BB962C8B-B14F-4D97-AF65-F5344CB8AC3E}">
        <p14:creationId xmlns:p14="http://schemas.microsoft.com/office/powerpoint/2010/main" val="2167957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4ED2B-C594-FB29-8038-380D17C60E5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8EFD73E3-336D-17D4-8A57-41DF32DF5FCD}"/>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7F9531E7-0A2F-CB57-4157-0FC432360E73}"/>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1701661E-5359-BF1C-46A9-6CD0450B412B}"/>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Requirements Engineering Process</a:t>
            </a:r>
          </a:p>
        </p:txBody>
      </p:sp>
      <p:sp>
        <p:nvSpPr>
          <p:cNvPr id="216" name="Rectangle 215">
            <a:extLst>
              <a:ext uri="{FF2B5EF4-FFF2-40B4-BE49-F238E27FC236}">
                <a16:creationId xmlns:a16="http://schemas.microsoft.com/office/drawing/2014/main" id="{9A914A77-6FC4-2A83-402A-87C77D0C854A}"/>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454508ED-A2D3-E104-E15A-07101F7CA5A7}"/>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12C23E5E-1AC7-19C6-D019-F00CADC88295}"/>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Requirements are </a:t>
            </a:r>
            <a:r>
              <a:rPr lang="en-GB" sz="3400" i="1" dirty="0"/>
              <a:t>analysed</a:t>
            </a:r>
            <a:r>
              <a:rPr lang="en-GB" sz="3400" b="1" dirty="0"/>
              <a:t> </a:t>
            </a:r>
            <a:r>
              <a:rPr lang="en-GB" sz="3400" dirty="0"/>
              <a:t>after gathering:</a:t>
            </a:r>
          </a:p>
          <a:p>
            <a:pPr lvl="1">
              <a:lnSpc>
                <a:spcPct val="120000"/>
              </a:lnSpc>
              <a:buFont typeface="Wingdings" panose="05000000000000000000" pitchFamily="2" charset="2"/>
              <a:buChar char="§"/>
            </a:pPr>
            <a:r>
              <a:rPr lang="en-GB" sz="3200" dirty="0"/>
              <a:t>All requirements are clearly understood from technical and business perspectives.</a:t>
            </a:r>
          </a:p>
          <a:p>
            <a:pPr lvl="1">
              <a:lnSpc>
                <a:spcPct val="120000"/>
              </a:lnSpc>
              <a:buFont typeface="Wingdings" panose="05000000000000000000" pitchFamily="2" charset="2"/>
              <a:buChar char="§"/>
            </a:pPr>
            <a:r>
              <a:rPr lang="en-GB" sz="3200" dirty="0"/>
              <a:t>At the end of this phase, the requirements are:</a:t>
            </a:r>
          </a:p>
          <a:p>
            <a:pPr lvl="2">
              <a:lnSpc>
                <a:spcPct val="120000"/>
              </a:lnSpc>
              <a:buFont typeface="Wingdings" panose="05000000000000000000" pitchFamily="2" charset="2"/>
              <a:buChar char="§"/>
            </a:pPr>
            <a:r>
              <a:rPr lang="en-GB" sz="3200" dirty="0"/>
              <a:t>Consistent (e.g. same SI unit to be used)</a:t>
            </a:r>
          </a:p>
          <a:p>
            <a:pPr lvl="2">
              <a:lnSpc>
                <a:spcPct val="120000"/>
              </a:lnSpc>
              <a:buFont typeface="Wingdings" panose="05000000000000000000" pitchFamily="2" charset="2"/>
              <a:buChar char="§"/>
            </a:pPr>
            <a:r>
              <a:rPr lang="en-GB" sz="3200" dirty="0"/>
              <a:t>Unambiguous (e.g. dd/mm is not confused with mm/dd)</a:t>
            </a:r>
          </a:p>
          <a:p>
            <a:pPr lvl="2">
              <a:lnSpc>
                <a:spcPct val="120000"/>
              </a:lnSpc>
              <a:buFont typeface="Wingdings" panose="05000000000000000000" pitchFamily="2" charset="2"/>
              <a:buChar char="§"/>
            </a:pPr>
            <a:r>
              <a:rPr lang="en-GB" sz="3200" dirty="0"/>
              <a:t>Complete (e.g. what happens on failed delivery)</a:t>
            </a:r>
          </a:p>
          <a:p>
            <a:pPr lvl="1">
              <a:lnSpc>
                <a:spcPct val="120000"/>
              </a:lnSpc>
              <a:buFont typeface="Wingdings" panose="05000000000000000000" pitchFamily="2" charset="2"/>
              <a:buChar char="§"/>
            </a:pPr>
            <a:r>
              <a:rPr lang="en-GB" sz="3200" dirty="0"/>
              <a:t>The above 3 situations are discussed with the clients and resolved.</a:t>
            </a:r>
          </a:p>
          <a:p>
            <a:pPr>
              <a:lnSpc>
                <a:spcPct val="120000"/>
              </a:lnSpc>
              <a:buFont typeface="Wingdings" panose="05000000000000000000" pitchFamily="2" charset="2"/>
              <a:buChar char="§"/>
            </a:pPr>
            <a:r>
              <a:rPr lang="en-GB" sz="3400" dirty="0"/>
              <a:t>At the end, the Analyst has same requirements understanding as the client.</a:t>
            </a:r>
          </a:p>
        </p:txBody>
      </p:sp>
    </p:spTree>
    <p:extLst>
      <p:ext uri="{BB962C8B-B14F-4D97-AF65-F5344CB8AC3E}">
        <p14:creationId xmlns:p14="http://schemas.microsoft.com/office/powerpoint/2010/main" val="160597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4E0E2-6FB7-CB16-D981-548DCF318621}"/>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3CA3FBBF-CB95-CDFD-0F9C-54833453E539}"/>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D14DEE67-6256-3368-DFD3-02A50F017117}"/>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53B8EBDF-2ED7-5C47-FD9A-EDE26858990B}"/>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Requirements Engineering Process</a:t>
            </a:r>
          </a:p>
        </p:txBody>
      </p:sp>
      <p:sp>
        <p:nvSpPr>
          <p:cNvPr id="216" name="Rectangle 215">
            <a:extLst>
              <a:ext uri="{FF2B5EF4-FFF2-40B4-BE49-F238E27FC236}">
                <a16:creationId xmlns:a16="http://schemas.microsoft.com/office/drawing/2014/main" id="{302A37EF-9D48-DCA0-A1D1-D9DECF5E4C74}"/>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A1F738E7-313B-BE1E-E45E-1A8F7A2847AD}"/>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D9EB9DF1-A123-B552-B15C-00D2B48F5B1C}"/>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In the next step, Requirements are </a:t>
            </a:r>
            <a:r>
              <a:rPr lang="en-GB" sz="3400" i="1" dirty="0"/>
              <a:t>Specified</a:t>
            </a:r>
            <a:r>
              <a:rPr lang="en-GB" sz="3400" dirty="0"/>
              <a:t>:</a:t>
            </a:r>
          </a:p>
          <a:p>
            <a:pPr lvl="1">
              <a:lnSpc>
                <a:spcPct val="120000"/>
              </a:lnSpc>
              <a:buFont typeface="Wingdings" panose="05000000000000000000" pitchFamily="2" charset="2"/>
              <a:buChar char="§"/>
            </a:pPr>
            <a:r>
              <a:rPr lang="en-GB" sz="3200" dirty="0"/>
              <a:t>This step converts requirements into a language that the developers understand.</a:t>
            </a:r>
          </a:p>
          <a:p>
            <a:pPr lvl="1">
              <a:lnSpc>
                <a:spcPct val="120000"/>
              </a:lnSpc>
              <a:buFont typeface="Wingdings" panose="05000000000000000000" pitchFamily="2" charset="2"/>
              <a:buChar char="§"/>
            </a:pPr>
            <a:r>
              <a:rPr lang="en-GB" sz="3200" dirty="0"/>
              <a:t>Requirements are listed in precise manner.</a:t>
            </a:r>
          </a:p>
          <a:p>
            <a:pPr lvl="1">
              <a:lnSpc>
                <a:spcPct val="120000"/>
              </a:lnSpc>
              <a:buFont typeface="Wingdings" panose="05000000000000000000" pitchFamily="2" charset="2"/>
              <a:buChar char="§"/>
            </a:pPr>
            <a:r>
              <a:rPr lang="en-GB" sz="3200" dirty="0"/>
              <a:t>Organized in a structure. Prerequisites come first.</a:t>
            </a:r>
          </a:p>
          <a:p>
            <a:pPr lvl="1">
              <a:lnSpc>
                <a:spcPct val="120000"/>
              </a:lnSpc>
              <a:buFont typeface="Wingdings" panose="05000000000000000000" pitchFamily="2" charset="2"/>
              <a:buChar char="§"/>
            </a:pPr>
            <a:r>
              <a:rPr lang="en-GB" sz="3200" dirty="0"/>
              <a:t>Verification statements are provided.</a:t>
            </a:r>
          </a:p>
          <a:p>
            <a:pPr lvl="1">
              <a:lnSpc>
                <a:spcPct val="120000"/>
              </a:lnSpc>
              <a:buFont typeface="Wingdings" panose="05000000000000000000" pitchFamily="2" charset="2"/>
              <a:buChar char="§"/>
            </a:pPr>
            <a:r>
              <a:rPr lang="en-GB" sz="3200" dirty="0"/>
              <a:t>Grouped as Business requirement, User requirement or System requirement.</a:t>
            </a:r>
          </a:p>
          <a:p>
            <a:pPr lvl="1">
              <a:lnSpc>
                <a:spcPct val="120000"/>
              </a:lnSpc>
              <a:buFont typeface="Wingdings" panose="05000000000000000000" pitchFamily="2" charset="2"/>
              <a:buChar char="§"/>
            </a:pPr>
            <a:r>
              <a:rPr lang="en-GB" sz="3200" dirty="0"/>
              <a:t>Grouped as Functional or Non-functional.</a:t>
            </a:r>
          </a:p>
          <a:p>
            <a:pPr>
              <a:lnSpc>
                <a:spcPct val="120000"/>
              </a:lnSpc>
              <a:buFont typeface="Wingdings" panose="05000000000000000000" pitchFamily="2" charset="2"/>
              <a:buChar char="§"/>
            </a:pPr>
            <a:r>
              <a:rPr lang="en-GB" sz="3400" dirty="0"/>
              <a:t>If a developer builds strictly from specified requirement, and a tester validates against it, they must arrive at the same conclusion.</a:t>
            </a:r>
          </a:p>
        </p:txBody>
      </p:sp>
    </p:spTree>
    <p:extLst>
      <p:ext uri="{BB962C8B-B14F-4D97-AF65-F5344CB8AC3E}">
        <p14:creationId xmlns:p14="http://schemas.microsoft.com/office/powerpoint/2010/main" val="379435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B20D7-9F6B-980C-137C-FE63977B43E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32785D20-2299-7D57-D8AA-FAF0AB39D8CE}"/>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E764CE4F-356E-CE46-45A8-DFA2E80385D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EF129568-E098-A6A0-D960-A69CDEC2D53F}"/>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Functional Requirements</a:t>
            </a:r>
          </a:p>
        </p:txBody>
      </p:sp>
      <p:sp>
        <p:nvSpPr>
          <p:cNvPr id="216" name="Rectangle 215">
            <a:extLst>
              <a:ext uri="{FF2B5EF4-FFF2-40B4-BE49-F238E27FC236}">
                <a16:creationId xmlns:a16="http://schemas.microsoft.com/office/drawing/2014/main" id="{296EECE5-7E59-7EDD-A71A-7CACEBE2C288}"/>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668C30C4-D73D-D2DA-3EA5-8902173347BE}"/>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34A71C5F-0F6B-FD75-FD5B-F7401E8DA0B1}"/>
              </a:ext>
            </a:extLst>
          </p:cNvPr>
          <p:cNvSpPr txBox="1">
            <a:spLocks/>
          </p:cNvSpPr>
          <p:nvPr/>
        </p:nvSpPr>
        <p:spPr>
          <a:xfrm>
            <a:off x="220384" y="1532586"/>
            <a:ext cx="11743016" cy="5020613"/>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Functional requirements are non-negotiable, they precisely tell:</a:t>
            </a:r>
          </a:p>
          <a:p>
            <a:pPr lvl="1">
              <a:lnSpc>
                <a:spcPct val="120000"/>
              </a:lnSpc>
              <a:buFont typeface="Wingdings" panose="05000000000000000000" pitchFamily="2" charset="2"/>
              <a:buChar char="§"/>
            </a:pPr>
            <a:r>
              <a:rPr lang="en-GB" sz="3200" dirty="0"/>
              <a:t>The inputs</a:t>
            </a:r>
          </a:p>
          <a:p>
            <a:pPr lvl="1">
              <a:lnSpc>
                <a:spcPct val="120000"/>
              </a:lnSpc>
              <a:buFont typeface="Wingdings" panose="05000000000000000000" pitchFamily="2" charset="2"/>
              <a:buChar char="§"/>
            </a:pPr>
            <a:r>
              <a:rPr lang="en-GB" sz="3200" dirty="0"/>
              <a:t>The process</a:t>
            </a:r>
          </a:p>
          <a:p>
            <a:pPr lvl="2">
              <a:lnSpc>
                <a:spcPct val="120000"/>
              </a:lnSpc>
              <a:buFont typeface="Wingdings" panose="05000000000000000000" pitchFamily="2" charset="2"/>
              <a:buChar char="§"/>
            </a:pPr>
            <a:r>
              <a:rPr lang="en-GB" sz="3200" dirty="0"/>
              <a:t>Quantities and their units</a:t>
            </a:r>
          </a:p>
          <a:p>
            <a:pPr lvl="2">
              <a:lnSpc>
                <a:spcPct val="120000"/>
              </a:lnSpc>
              <a:buFont typeface="Wingdings" panose="05000000000000000000" pitchFamily="2" charset="2"/>
              <a:buChar char="§"/>
            </a:pPr>
            <a:r>
              <a:rPr lang="en-GB" sz="3200" dirty="0"/>
              <a:t>Range of valid inputs</a:t>
            </a:r>
          </a:p>
          <a:p>
            <a:pPr lvl="2">
              <a:lnSpc>
                <a:spcPct val="120000"/>
              </a:lnSpc>
              <a:buFont typeface="Wingdings" panose="05000000000000000000" pitchFamily="2" charset="2"/>
              <a:buChar char="§"/>
            </a:pPr>
            <a:r>
              <a:rPr lang="en-GB" sz="3200" dirty="0"/>
              <a:t>Sequence of actions, what comes first, what next.</a:t>
            </a:r>
          </a:p>
          <a:p>
            <a:pPr lvl="1">
              <a:lnSpc>
                <a:spcPct val="120000"/>
              </a:lnSpc>
              <a:buFont typeface="Wingdings" panose="05000000000000000000" pitchFamily="2" charset="2"/>
              <a:buChar char="§"/>
            </a:pPr>
            <a:r>
              <a:rPr lang="en-GB" sz="3200" dirty="0"/>
              <a:t>The outputs</a:t>
            </a:r>
          </a:p>
          <a:p>
            <a:pPr lvl="2">
              <a:lnSpc>
                <a:spcPct val="120000"/>
              </a:lnSpc>
              <a:buFont typeface="Wingdings" panose="05000000000000000000" pitchFamily="2" charset="2"/>
              <a:buChar char="§"/>
            </a:pPr>
            <a:r>
              <a:rPr lang="en-GB" sz="3200" dirty="0"/>
              <a:t>In case of valid process</a:t>
            </a:r>
          </a:p>
          <a:p>
            <a:pPr lvl="2">
              <a:lnSpc>
                <a:spcPct val="120000"/>
              </a:lnSpc>
              <a:buFont typeface="Wingdings" panose="05000000000000000000" pitchFamily="2" charset="2"/>
              <a:buChar char="§"/>
            </a:pPr>
            <a:r>
              <a:rPr lang="en-GB" sz="3200" dirty="0"/>
              <a:t>In case of errors</a:t>
            </a:r>
          </a:p>
          <a:p>
            <a:pPr>
              <a:lnSpc>
                <a:spcPct val="120000"/>
              </a:lnSpc>
              <a:buFont typeface="Wingdings" panose="05000000000000000000" pitchFamily="2" charset="2"/>
              <a:buChar char="§"/>
            </a:pPr>
            <a:r>
              <a:rPr lang="en-GB" sz="3400" dirty="0"/>
              <a:t>Either fulfilled or not, a binary outcome. Hence, they are verifiable via Unit testing.</a:t>
            </a:r>
          </a:p>
        </p:txBody>
      </p:sp>
    </p:spTree>
    <p:extLst>
      <p:ext uri="{BB962C8B-B14F-4D97-AF65-F5344CB8AC3E}">
        <p14:creationId xmlns:p14="http://schemas.microsoft.com/office/powerpoint/2010/main" val="1580755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8ECE8-8613-938C-BA81-A3BD2246B68B}"/>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72E34833-485E-C720-8D6C-10D3DE5D7A96}"/>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2F53FE7A-7C98-FDB4-CEA0-1BC0ADD39C05}"/>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F9CEEE56-4A7A-DA95-A88E-A2D2524CB7D3}"/>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Functional Requirements - </a:t>
            </a:r>
            <a:r>
              <a:rPr lang="en-US" sz="3200" dirty="0" err="1">
                <a:solidFill>
                  <a:srgbClr val="FFFFFF"/>
                </a:solidFill>
                <a:latin typeface="Arial"/>
                <a:cs typeface="Arial"/>
              </a:rPr>
              <a:t>PakWheels</a:t>
            </a:r>
            <a:endParaRPr lang="en-US" sz="3200" dirty="0">
              <a:solidFill>
                <a:srgbClr val="FFFFFF"/>
              </a:solidFill>
              <a:latin typeface="Arial"/>
              <a:cs typeface="Arial"/>
            </a:endParaRPr>
          </a:p>
        </p:txBody>
      </p:sp>
      <p:sp>
        <p:nvSpPr>
          <p:cNvPr id="216" name="Rectangle 215">
            <a:extLst>
              <a:ext uri="{FF2B5EF4-FFF2-40B4-BE49-F238E27FC236}">
                <a16:creationId xmlns:a16="http://schemas.microsoft.com/office/drawing/2014/main" id="{CF14F5CE-35C0-AF8B-5178-D0B9501BD3C2}"/>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F17E4F8D-2A96-61BD-1533-2E3D4C6D7B5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2C08782E-8FEE-64EF-2C54-C3AF92D034DC}"/>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Use Management:</a:t>
            </a:r>
          </a:p>
          <a:p>
            <a:pPr lvl="1">
              <a:lnSpc>
                <a:spcPct val="120000"/>
              </a:lnSpc>
              <a:buFont typeface="Wingdings" panose="05000000000000000000" pitchFamily="2" charset="2"/>
              <a:buChar char="§"/>
            </a:pPr>
            <a:r>
              <a:rPr lang="en-GB" sz="3200" dirty="0"/>
              <a:t>User will register as Customer or Vendor</a:t>
            </a:r>
          </a:p>
          <a:p>
            <a:pPr lvl="2">
              <a:lnSpc>
                <a:spcPct val="120000"/>
              </a:lnSpc>
              <a:buFont typeface="Wingdings" panose="05000000000000000000" pitchFamily="2" charset="2"/>
              <a:buChar char="§"/>
            </a:pPr>
            <a:r>
              <a:rPr lang="en-GB" sz="3200" dirty="0"/>
              <a:t>Vendor’s registration will require an approval after verification.</a:t>
            </a:r>
          </a:p>
          <a:p>
            <a:pPr lvl="1">
              <a:lnSpc>
                <a:spcPct val="120000"/>
              </a:lnSpc>
              <a:buFont typeface="Wingdings" panose="05000000000000000000" pitchFamily="2" charset="2"/>
              <a:buChar char="§"/>
            </a:pPr>
            <a:r>
              <a:rPr lang="en-GB" sz="3200" dirty="0"/>
              <a:t>Users will be able to log in and out securely.</a:t>
            </a:r>
          </a:p>
          <a:p>
            <a:pPr lvl="1">
              <a:lnSpc>
                <a:spcPct val="120000"/>
              </a:lnSpc>
              <a:buFont typeface="Wingdings" panose="05000000000000000000" pitchFamily="2" charset="2"/>
              <a:buChar char="§"/>
            </a:pPr>
            <a:r>
              <a:rPr lang="en-GB" sz="3200" dirty="0"/>
              <a:t>If a User forgets their password, it will be recoverable via:</a:t>
            </a:r>
          </a:p>
          <a:p>
            <a:pPr lvl="2">
              <a:lnSpc>
                <a:spcPct val="120000"/>
              </a:lnSpc>
              <a:buFont typeface="Wingdings" panose="05000000000000000000" pitchFamily="2" charset="2"/>
              <a:buChar char="§"/>
            </a:pPr>
            <a:r>
              <a:rPr lang="en-GB" sz="3200" dirty="0"/>
              <a:t>Email address</a:t>
            </a:r>
          </a:p>
          <a:p>
            <a:pPr lvl="2">
              <a:lnSpc>
                <a:spcPct val="120000"/>
              </a:lnSpc>
              <a:buFont typeface="Wingdings" panose="05000000000000000000" pitchFamily="2" charset="2"/>
              <a:buChar char="§"/>
            </a:pPr>
            <a:r>
              <a:rPr lang="en-GB" sz="3200" dirty="0"/>
              <a:t>Registered phone number</a:t>
            </a:r>
          </a:p>
          <a:p>
            <a:pPr lvl="1">
              <a:lnSpc>
                <a:spcPct val="120000"/>
              </a:lnSpc>
              <a:buFont typeface="Wingdings" panose="05000000000000000000" pitchFamily="2" charset="2"/>
              <a:buChar char="§"/>
            </a:pPr>
            <a:r>
              <a:rPr lang="en-GB" sz="3200" dirty="0"/>
              <a:t>If a User is blocked, the account can only be unblocked by </a:t>
            </a:r>
            <a:r>
              <a:rPr lang="en-GB" sz="3200" dirty="0" err="1"/>
              <a:t>PakWheels</a:t>
            </a:r>
            <a:r>
              <a:rPr lang="en-GB" sz="3200" dirty="0"/>
              <a:t> staff via helpline</a:t>
            </a:r>
          </a:p>
        </p:txBody>
      </p:sp>
    </p:spTree>
    <p:extLst>
      <p:ext uri="{BB962C8B-B14F-4D97-AF65-F5344CB8AC3E}">
        <p14:creationId xmlns:p14="http://schemas.microsoft.com/office/powerpoint/2010/main" val="32732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F1B8-B87D-D82C-8C80-CD782DBE5C98}"/>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7684F3F9-B08A-B1F8-F9F4-F89470CA2303}"/>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1314118A-F3FE-53BC-DF0A-E76C488A6006}"/>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D448BE8D-5707-72C2-CAC9-AF280BDF870C}"/>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Functional Requirements - </a:t>
            </a:r>
            <a:r>
              <a:rPr lang="en-US" sz="3200" dirty="0" err="1">
                <a:solidFill>
                  <a:srgbClr val="FFFFFF"/>
                </a:solidFill>
                <a:latin typeface="Arial"/>
                <a:cs typeface="Arial"/>
              </a:rPr>
              <a:t>PakWheels</a:t>
            </a:r>
            <a:endParaRPr lang="en-US" sz="3200" dirty="0">
              <a:solidFill>
                <a:srgbClr val="FFFFFF"/>
              </a:solidFill>
              <a:latin typeface="Arial"/>
              <a:cs typeface="Arial"/>
            </a:endParaRPr>
          </a:p>
        </p:txBody>
      </p:sp>
      <p:sp>
        <p:nvSpPr>
          <p:cNvPr id="216" name="Rectangle 215">
            <a:extLst>
              <a:ext uri="{FF2B5EF4-FFF2-40B4-BE49-F238E27FC236}">
                <a16:creationId xmlns:a16="http://schemas.microsoft.com/office/drawing/2014/main" id="{BB973C26-1747-FDE1-878D-664CF7A849D7}"/>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842874DF-0432-558C-AFC4-71D8FF519254}"/>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7C6F45E1-2302-1E1F-8931-68A8243895D7}"/>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Product Catalogue:</a:t>
            </a:r>
          </a:p>
          <a:p>
            <a:pPr lvl="1">
              <a:lnSpc>
                <a:spcPct val="120000"/>
              </a:lnSpc>
              <a:buFont typeface="Wingdings" panose="05000000000000000000" pitchFamily="2" charset="2"/>
              <a:buChar char="§"/>
            </a:pPr>
            <a:r>
              <a:rPr lang="en-GB" sz="3200" dirty="0"/>
              <a:t>Users will browse auto-parts by:</a:t>
            </a:r>
          </a:p>
          <a:p>
            <a:pPr lvl="2">
              <a:lnSpc>
                <a:spcPct val="120000"/>
              </a:lnSpc>
              <a:buFont typeface="Wingdings" panose="05000000000000000000" pitchFamily="2" charset="2"/>
              <a:buChar char="§"/>
            </a:pPr>
            <a:r>
              <a:rPr lang="en-GB" sz="3200" dirty="0"/>
              <a:t>Make (Suzuki, Toyota, Honda, Kia)</a:t>
            </a:r>
          </a:p>
          <a:p>
            <a:pPr lvl="2">
              <a:lnSpc>
                <a:spcPct val="120000"/>
              </a:lnSpc>
              <a:buFont typeface="Wingdings" panose="05000000000000000000" pitchFamily="2" charset="2"/>
              <a:buChar char="§"/>
            </a:pPr>
            <a:r>
              <a:rPr lang="en-GB" sz="3200" dirty="0"/>
              <a:t>Model (Alto, Corolla, Civic, etc.)</a:t>
            </a:r>
          </a:p>
          <a:p>
            <a:pPr lvl="2">
              <a:lnSpc>
                <a:spcPct val="120000"/>
              </a:lnSpc>
              <a:buFont typeface="Wingdings" panose="05000000000000000000" pitchFamily="2" charset="2"/>
              <a:buChar char="§"/>
            </a:pPr>
            <a:r>
              <a:rPr lang="en-GB" sz="3200" dirty="0"/>
              <a:t>Year</a:t>
            </a:r>
          </a:p>
          <a:p>
            <a:pPr lvl="2">
              <a:lnSpc>
                <a:spcPct val="120000"/>
              </a:lnSpc>
              <a:buFont typeface="Wingdings" panose="05000000000000000000" pitchFamily="2" charset="2"/>
              <a:buChar char="§"/>
            </a:pPr>
            <a:r>
              <a:rPr lang="en-GB" sz="3200" dirty="0"/>
              <a:t>Part type (body, electrical, lubricants, etc.)</a:t>
            </a:r>
          </a:p>
          <a:p>
            <a:pPr lvl="1">
              <a:lnSpc>
                <a:spcPct val="120000"/>
              </a:lnSpc>
              <a:buFont typeface="Wingdings" panose="05000000000000000000" pitchFamily="2" charset="2"/>
              <a:buChar char="§"/>
            </a:pPr>
            <a:r>
              <a:rPr lang="en-GB" sz="3200" dirty="0"/>
              <a:t>The catalogue will display product details including:</a:t>
            </a:r>
          </a:p>
          <a:p>
            <a:pPr lvl="2">
              <a:lnSpc>
                <a:spcPct val="120000"/>
              </a:lnSpc>
              <a:buFont typeface="Wingdings" panose="05000000000000000000" pitchFamily="2" charset="2"/>
              <a:buChar char="§"/>
            </a:pPr>
            <a:r>
              <a:rPr lang="en-GB" sz="3200" dirty="0"/>
              <a:t>Images, title, description, price, compatibility, vendor info and rating</a:t>
            </a:r>
          </a:p>
          <a:p>
            <a:pPr lvl="1">
              <a:lnSpc>
                <a:spcPct val="120000"/>
              </a:lnSpc>
              <a:buFont typeface="Wingdings" panose="05000000000000000000" pitchFamily="2" charset="2"/>
              <a:buChar char="§"/>
            </a:pPr>
            <a:r>
              <a:rPr lang="en-GB" sz="3200" dirty="0"/>
              <a:t>The catalogue will support search feature</a:t>
            </a:r>
          </a:p>
        </p:txBody>
      </p:sp>
    </p:spTree>
    <p:extLst>
      <p:ext uri="{BB962C8B-B14F-4D97-AF65-F5344CB8AC3E}">
        <p14:creationId xmlns:p14="http://schemas.microsoft.com/office/powerpoint/2010/main" val="3708557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F95AD-786D-35BF-C721-303790785F2D}"/>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F2A387E2-3AB5-D1CC-E454-80A346C56879}"/>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5139BFD3-4F53-1EAA-849E-FA3F66636FAC}"/>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66740252-D381-7579-F5B5-8DA7806684E2}"/>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Functional Requirements - </a:t>
            </a:r>
            <a:r>
              <a:rPr lang="en-US" sz="3200" dirty="0" err="1">
                <a:solidFill>
                  <a:srgbClr val="FFFFFF"/>
                </a:solidFill>
                <a:latin typeface="Arial"/>
                <a:cs typeface="Arial"/>
              </a:rPr>
              <a:t>PakWheels</a:t>
            </a:r>
            <a:endParaRPr lang="en-US" sz="3200" dirty="0">
              <a:solidFill>
                <a:srgbClr val="FFFFFF"/>
              </a:solidFill>
              <a:latin typeface="Arial"/>
              <a:cs typeface="Arial"/>
            </a:endParaRPr>
          </a:p>
        </p:txBody>
      </p:sp>
      <p:sp>
        <p:nvSpPr>
          <p:cNvPr id="216" name="Rectangle 215">
            <a:extLst>
              <a:ext uri="{FF2B5EF4-FFF2-40B4-BE49-F238E27FC236}">
                <a16:creationId xmlns:a16="http://schemas.microsoft.com/office/drawing/2014/main" id="{3F6F4CCD-2B71-C0C8-53E6-46AB941CAA00}"/>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D24D5B1D-744F-8D74-507C-B96FAB4B8266}"/>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E9ED8B39-B8FA-FFE2-5404-9181BE427824}"/>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The catalogue will be filterable by:</a:t>
            </a:r>
          </a:p>
          <a:p>
            <a:pPr lvl="1">
              <a:lnSpc>
                <a:spcPct val="120000"/>
              </a:lnSpc>
              <a:buFont typeface="Wingdings" panose="05000000000000000000" pitchFamily="2" charset="2"/>
              <a:buChar char="§"/>
            </a:pPr>
            <a:r>
              <a:rPr lang="en-GB" sz="3200" dirty="0"/>
              <a:t>Make (select one)</a:t>
            </a:r>
          </a:p>
          <a:p>
            <a:pPr lvl="1">
              <a:lnSpc>
                <a:spcPct val="120000"/>
              </a:lnSpc>
              <a:buFont typeface="Wingdings" panose="05000000000000000000" pitchFamily="2" charset="2"/>
              <a:buChar char="§"/>
            </a:pPr>
            <a:r>
              <a:rPr lang="en-GB" sz="3200" dirty="0"/>
              <a:t>Model (multi select)</a:t>
            </a:r>
          </a:p>
          <a:p>
            <a:pPr lvl="1">
              <a:lnSpc>
                <a:spcPct val="120000"/>
              </a:lnSpc>
              <a:buFont typeface="Wingdings" panose="05000000000000000000" pitchFamily="2" charset="2"/>
              <a:buChar char="§"/>
            </a:pPr>
            <a:r>
              <a:rPr lang="en-GB" sz="3200" dirty="0"/>
              <a:t>Year (range)</a:t>
            </a:r>
          </a:p>
          <a:p>
            <a:pPr lvl="1">
              <a:lnSpc>
                <a:spcPct val="120000"/>
              </a:lnSpc>
              <a:buFont typeface="Wingdings" panose="05000000000000000000" pitchFamily="2" charset="2"/>
              <a:buChar char="§"/>
            </a:pPr>
            <a:r>
              <a:rPr lang="en-GB" sz="3200" dirty="0"/>
              <a:t>Price (range)</a:t>
            </a:r>
          </a:p>
          <a:p>
            <a:pPr lvl="1">
              <a:lnSpc>
                <a:spcPct val="120000"/>
              </a:lnSpc>
              <a:buFont typeface="Wingdings" panose="05000000000000000000" pitchFamily="2" charset="2"/>
              <a:buChar char="§"/>
            </a:pPr>
            <a:r>
              <a:rPr lang="en-GB" sz="3200" dirty="0"/>
              <a:t>Part type (multi select)</a:t>
            </a:r>
          </a:p>
          <a:p>
            <a:pPr lvl="1">
              <a:lnSpc>
                <a:spcPct val="120000"/>
              </a:lnSpc>
              <a:buFont typeface="Wingdings" panose="05000000000000000000" pitchFamily="2" charset="2"/>
              <a:buChar char="§"/>
            </a:pPr>
            <a:r>
              <a:rPr lang="en-GB" sz="3200" dirty="0"/>
              <a:t>Rating (lower bound and higher)</a:t>
            </a:r>
          </a:p>
          <a:p>
            <a:pPr lvl="1">
              <a:lnSpc>
                <a:spcPct val="120000"/>
              </a:lnSpc>
              <a:buFont typeface="Wingdings" panose="05000000000000000000" pitchFamily="2" charset="2"/>
              <a:buChar char="§"/>
            </a:pPr>
            <a:r>
              <a:rPr lang="en-GB" sz="3200" dirty="0"/>
              <a:t>Vendor</a:t>
            </a:r>
          </a:p>
          <a:p>
            <a:pPr lvl="1">
              <a:lnSpc>
                <a:spcPct val="120000"/>
              </a:lnSpc>
              <a:buFont typeface="Wingdings" panose="05000000000000000000" pitchFamily="2" charset="2"/>
              <a:buChar char="§"/>
            </a:pPr>
            <a:r>
              <a:rPr lang="en-GB" sz="3200" dirty="0"/>
              <a:t>Stock availability (yes/no)</a:t>
            </a:r>
          </a:p>
        </p:txBody>
      </p:sp>
    </p:spTree>
    <p:extLst>
      <p:ext uri="{BB962C8B-B14F-4D97-AF65-F5344CB8AC3E}">
        <p14:creationId xmlns:p14="http://schemas.microsoft.com/office/powerpoint/2010/main" val="414985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CF3E0-E280-2DFB-54E2-13D495201A11}"/>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C136D06-B6BF-7755-DA54-BCEF54B4F6F6}"/>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EDD3DD3E-A0F5-988B-17C5-34E028BDB191}"/>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211223E4-0F9E-5A57-D0C2-6304D69F2F11}"/>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Functional Requirements - </a:t>
            </a:r>
            <a:r>
              <a:rPr lang="en-US" sz="3200" dirty="0" err="1">
                <a:solidFill>
                  <a:srgbClr val="FFFFFF"/>
                </a:solidFill>
                <a:latin typeface="Arial"/>
                <a:cs typeface="Arial"/>
              </a:rPr>
              <a:t>PakWheels</a:t>
            </a:r>
            <a:endParaRPr lang="en-US" sz="3200" dirty="0">
              <a:solidFill>
                <a:srgbClr val="FFFFFF"/>
              </a:solidFill>
              <a:latin typeface="Arial"/>
              <a:cs typeface="Arial"/>
            </a:endParaRPr>
          </a:p>
        </p:txBody>
      </p:sp>
      <p:sp>
        <p:nvSpPr>
          <p:cNvPr id="216" name="Rectangle 215">
            <a:extLst>
              <a:ext uri="{FF2B5EF4-FFF2-40B4-BE49-F238E27FC236}">
                <a16:creationId xmlns:a16="http://schemas.microsoft.com/office/drawing/2014/main" id="{0261B1AB-D660-769E-C003-723B47C3375B}"/>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1EB858F5-E15E-939F-5EF8-6D4256EF2016}"/>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469F07E7-2411-40E0-CB33-072CC721205F}"/>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Shopping Cart &amp; Checkout:</a:t>
            </a:r>
          </a:p>
          <a:p>
            <a:pPr lvl="1">
              <a:lnSpc>
                <a:spcPct val="120000"/>
              </a:lnSpc>
              <a:buFont typeface="Wingdings" panose="05000000000000000000" pitchFamily="2" charset="2"/>
              <a:buChar char="§"/>
            </a:pPr>
            <a:r>
              <a:rPr lang="en-GB" sz="3200" dirty="0"/>
              <a:t>DIY (in-class activity)</a:t>
            </a:r>
          </a:p>
        </p:txBody>
      </p:sp>
    </p:spTree>
    <p:extLst>
      <p:ext uri="{BB962C8B-B14F-4D97-AF65-F5344CB8AC3E}">
        <p14:creationId xmlns:p14="http://schemas.microsoft.com/office/powerpoint/2010/main" val="313984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CC7CA-7A87-767E-D944-7D54E2190265}"/>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A551D35C-DA24-6B98-3A67-D6B2B1394A56}"/>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32CEA7AD-4C56-0D85-D05F-BD70D5998940}"/>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960FAFAE-1ECB-0D24-D500-5AE0CCF48C3C}"/>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Non-Functional Requirements</a:t>
            </a:r>
          </a:p>
        </p:txBody>
      </p:sp>
      <p:sp>
        <p:nvSpPr>
          <p:cNvPr id="216" name="Rectangle 215">
            <a:extLst>
              <a:ext uri="{FF2B5EF4-FFF2-40B4-BE49-F238E27FC236}">
                <a16:creationId xmlns:a16="http://schemas.microsoft.com/office/drawing/2014/main" id="{AA8E4ACF-FD3C-EE89-CA05-8A7EA1FA13EB}"/>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C8596CDD-DDBB-A4E5-43BB-369BCEAB246B}"/>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4" name="Content Placeholder 2">
            <a:extLst>
              <a:ext uri="{FF2B5EF4-FFF2-40B4-BE49-F238E27FC236}">
                <a16:creationId xmlns:a16="http://schemas.microsoft.com/office/drawing/2014/main" id="{DD820128-5F9F-3EAD-7ADC-FC3DEF4756A1}"/>
              </a:ext>
            </a:extLst>
          </p:cNvPr>
          <p:cNvSpPr txBox="1">
            <a:spLocks/>
          </p:cNvSpPr>
          <p:nvPr/>
        </p:nvSpPr>
        <p:spPr>
          <a:xfrm>
            <a:off x="220384" y="1532587"/>
            <a:ext cx="11743016" cy="4887878"/>
          </a:xfrm>
          <a:prstGeom prst="rect">
            <a:avLst/>
          </a:prstGeom>
        </p:spPr>
        <p:txBody>
          <a:bodyPr numCol="1">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Non-functional requirements are not directly concerned with functionality:</a:t>
            </a:r>
          </a:p>
          <a:p>
            <a:pPr lvl="1">
              <a:lnSpc>
                <a:spcPct val="120000"/>
              </a:lnSpc>
              <a:buFont typeface="Wingdings" panose="05000000000000000000" pitchFamily="2" charset="2"/>
              <a:buChar char="§"/>
            </a:pPr>
            <a:r>
              <a:rPr lang="en-GB" sz="3200" dirty="0"/>
              <a:t>Related to constraints and characteristics of the system.</a:t>
            </a:r>
          </a:p>
          <a:p>
            <a:pPr lvl="1">
              <a:lnSpc>
                <a:spcPct val="120000"/>
              </a:lnSpc>
              <a:buFont typeface="Wingdings" panose="05000000000000000000" pitchFamily="2" charset="2"/>
              <a:buChar char="§"/>
            </a:pPr>
            <a:r>
              <a:rPr lang="en-GB" sz="3200" dirty="0"/>
              <a:t>Help in fulfilling functional requirements.</a:t>
            </a:r>
          </a:p>
          <a:p>
            <a:pPr lvl="1">
              <a:lnSpc>
                <a:spcPct val="120000"/>
              </a:lnSpc>
              <a:buFont typeface="Wingdings" panose="05000000000000000000" pitchFamily="2" charset="2"/>
              <a:buChar char="§"/>
            </a:pPr>
            <a:r>
              <a:rPr lang="en-GB" sz="3200" dirty="0"/>
              <a:t>Negotiated with the client.</a:t>
            </a:r>
          </a:p>
          <a:p>
            <a:pPr lvl="1">
              <a:lnSpc>
                <a:spcPct val="120000"/>
              </a:lnSpc>
              <a:buFont typeface="Wingdings" panose="05000000000000000000" pitchFamily="2" charset="2"/>
              <a:buChar char="§"/>
            </a:pPr>
            <a:r>
              <a:rPr lang="en-GB" sz="3200" dirty="0"/>
              <a:t>Sometimes not strictly specified; sometimes critical.</a:t>
            </a:r>
          </a:p>
          <a:p>
            <a:pPr lvl="1">
              <a:lnSpc>
                <a:spcPct val="120000"/>
              </a:lnSpc>
              <a:buFont typeface="Wingdings" panose="05000000000000000000" pitchFamily="2" charset="2"/>
              <a:buChar char="§"/>
            </a:pPr>
            <a:r>
              <a:rPr lang="en-GB" sz="3200" dirty="0"/>
              <a:t>Not always directly quantifiable.</a:t>
            </a:r>
          </a:p>
          <a:p>
            <a:pPr>
              <a:lnSpc>
                <a:spcPct val="120000"/>
              </a:lnSpc>
              <a:buFont typeface="Wingdings" panose="05000000000000000000" pitchFamily="2" charset="2"/>
              <a:buChar char="§"/>
            </a:pPr>
            <a:r>
              <a:rPr lang="en-GB" sz="3400" dirty="0"/>
              <a:t>Non-functional requirements are not strictly Yes or No. They are defined within a range.</a:t>
            </a:r>
          </a:p>
        </p:txBody>
      </p:sp>
    </p:spTree>
    <p:extLst>
      <p:ext uri="{BB962C8B-B14F-4D97-AF65-F5344CB8AC3E}">
        <p14:creationId xmlns:p14="http://schemas.microsoft.com/office/powerpoint/2010/main" val="983698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529F3-AADB-5903-6048-F69527B2AAD5}"/>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08307C59-1243-4532-A654-5E5EBF90FF6B}"/>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CB37EA88-BDFA-1C93-D2F0-2C0D2754A357}"/>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18F645DE-E753-98C3-CEC8-15AE4BA9DF31}"/>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Non-Functional Requirements</a:t>
            </a:r>
          </a:p>
        </p:txBody>
      </p:sp>
      <p:sp>
        <p:nvSpPr>
          <p:cNvPr id="216" name="Rectangle 215">
            <a:extLst>
              <a:ext uri="{FF2B5EF4-FFF2-40B4-BE49-F238E27FC236}">
                <a16:creationId xmlns:a16="http://schemas.microsoft.com/office/drawing/2014/main" id="{85B8994A-E4E2-1595-9EBD-37E2B4090AC0}"/>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AF1E1788-7DEA-EC40-EFD9-58BA237ED69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4" name="Content Placeholder 2">
            <a:extLst>
              <a:ext uri="{FF2B5EF4-FFF2-40B4-BE49-F238E27FC236}">
                <a16:creationId xmlns:a16="http://schemas.microsoft.com/office/drawing/2014/main" id="{F865BE91-2DBB-ABE5-29AE-B7952D9F621C}"/>
              </a:ext>
            </a:extLst>
          </p:cNvPr>
          <p:cNvSpPr txBox="1">
            <a:spLocks/>
          </p:cNvSpPr>
          <p:nvPr/>
        </p:nvSpPr>
        <p:spPr>
          <a:xfrm>
            <a:off x="220384" y="1532587"/>
            <a:ext cx="11743016" cy="4887878"/>
          </a:xfrm>
          <a:prstGeom prst="rect">
            <a:avLst/>
          </a:prstGeom>
        </p:spPr>
        <p:txBody>
          <a:bodyPr numCol="2">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Efficiency</a:t>
            </a:r>
          </a:p>
          <a:p>
            <a:pPr>
              <a:lnSpc>
                <a:spcPct val="120000"/>
              </a:lnSpc>
              <a:buFont typeface="Wingdings" panose="05000000000000000000" pitchFamily="2" charset="2"/>
              <a:buChar char="§"/>
            </a:pPr>
            <a:r>
              <a:rPr lang="en-GB" sz="3400" dirty="0"/>
              <a:t>Extensibility</a:t>
            </a:r>
          </a:p>
          <a:p>
            <a:pPr>
              <a:lnSpc>
                <a:spcPct val="120000"/>
              </a:lnSpc>
              <a:buFont typeface="Wingdings" panose="05000000000000000000" pitchFamily="2" charset="2"/>
              <a:buChar char="§"/>
            </a:pPr>
            <a:r>
              <a:rPr lang="en-GB" sz="3400" dirty="0"/>
              <a:t>Integrity</a:t>
            </a:r>
          </a:p>
          <a:p>
            <a:pPr>
              <a:lnSpc>
                <a:spcPct val="120000"/>
              </a:lnSpc>
              <a:buFont typeface="Wingdings" panose="05000000000000000000" pitchFamily="2" charset="2"/>
              <a:buChar char="§"/>
            </a:pPr>
            <a:r>
              <a:rPr lang="en-GB" sz="3400" dirty="0"/>
              <a:t>Interoperability</a:t>
            </a:r>
          </a:p>
          <a:p>
            <a:pPr>
              <a:lnSpc>
                <a:spcPct val="120000"/>
              </a:lnSpc>
              <a:buFont typeface="Wingdings" panose="05000000000000000000" pitchFamily="2" charset="2"/>
              <a:buChar char="§"/>
            </a:pPr>
            <a:r>
              <a:rPr lang="en-GB" sz="3400" dirty="0"/>
              <a:t>Maintainability</a:t>
            </a:r>
          </a:p>
          <a:p>
            <a:pPr>
              <a:lnSpc>
                <a:spcPct val="120000"/>
              </a:lnSpc>
              <a:buFont typeface="Wingdings" panose="05000000000000000000" pitchFamily="2" charset="2"/>
              <a:buChar char="§"/>
            </a:pPr>
            <a:r>
              <a:rPr lang="en-GB" sz="3400" dirty="0"/>
              <a:t>Modifiability</a:t>
            </a:r>
          </a:p>
          <a:p>
            <a:pPr>
              <a:lnSpc>
                <a:spcPct val="120000"/>
              </a:lnSpc>
              <a:buFont typeface="Wingdings" panose="05000000000000000000" pitchFamily="2" charset="2"/>
              <a:buChar char="§"/>
            </a:pPr>
            <a:r>
              <a:rPr lang="en-GB" sz="3400" dirty="0"/>
              <a:t>Performance</a:t>
            </a:r>
          </a:p>
          <a:p>
            <a:pPr>
              <a:lnSpc>
                <a:spcPct val="120000"/>
              </a:lnSpc>
              <a:buFont typeface="Wingdings" panose="05000000000000000000" pitchFamily="2" charset="2"/>
              <a:buChar char="§"/>
            </a:pPr>
            <a:r>
              <a:rPr lang="en-GB" sz="3400" dirty="0"/>
              <a:t>Portability</a:t>
            </a:r>
          </a:p>
          <a:p>
            <a:pPr>
              <a:lnSpc>
                <a:spcPct val="120000"/>
              </a:lnSpc>
              <a:buFont typeface="Wingdings" panose="05000000000000000000" pitchFamily="2" charset="2"/>
              <a:buChar char="§"/>
            </a:pPr>
            <a:r>
              <a:rPr lang="en-GB" sz="3400" dirty="0"/>
              <a:t>Reliability</a:t>
            </a:r>
          </a:p>
          <a:p>
            <a:pPr>
              <a:lnSpc>
                <a:spcPct val="120000"/>
              </a:lnSpc>
              <a:buFont typeface="Wingdings" panose="05000000000000000000" pitchFamily="2" charset="2"/>
              <a:buChar char="§"/>
            </a:pPr>
            <a:r>
              <a:rPr lang="en-GB" sz="3400" dirty="0"/>
              <a:t>Scalability</a:t>
            </a:r>
          </a:p>
          <a:p>
            <a:pPr>
              <a:lnSpc>
                <a:spcPct val="120000"/>
              </a:lnSpc>
              <a:buFont typeface="Wingdings" panose="05000000000000000000" pitchFamily="2" charset="2"/>
              <a:buChar char="§"/>
            </a:pPr>
            <a:r>
              <a:rPr lang="en-GB" sz="3400" dirty="0"/>
              <a:t>Security</a:t>
            </a:r>
          </a:p>
          <a:p>
            <a:pPr>
              <a:lnSpc>
                <a:spcPct val="120000"/>
              </a:lnSpc>
              <a:buFont typeface="Wingdings" panose="05000000000000000000" pitchFamily="2" charset="2"/>
              <a:buChar char="§"/>
            </a:pPr>
            <a:r>
              <a:rPr lang="en-GB" sz="3400" dirty="0"/>
              <a:t>Usability</a:t>
            </a:r>
          </a:p>
          <a:p>
            <a:pPr>
              <a:lnSpc>
                <a:spcPct val="120000"/>
              </a:lnSpc>
              <a:buFont typeface="Wingdings" panose="05000000000000000000" pitchFamily="2" charset="2"/>
              <a:buChar char="§"/>
            </a:pPr>
            <a:r>
              <a:rPr lang="en-GB" sz="3400" dirty="0"/>
              <a:t>Other</a:t>
            </a:r>
            <a:endParaRPr lang="en-GB" sz="3000" dirty="0"/>
          </a:p>
        </p:txBody>
      </p:sp>
    </p:spTree>
    <p:extLst>
      <p:ext uri="{BB962C8B-B14F-4D97-AF65-F5344CB8AC3E}">
        <p14:creationId xmlns:p14="http://schemas.microsoft.com/office/powerpoint/2010/main" val="1193086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DBD64-EB3B-3692-92C0-62E92869E14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EC6D0F5D-751F-7583-A107-E085ADBD61B5}"/>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BD695955-AD8C-87EA-529F-2D56C8E6E6E4}"/>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0A40D5A6-0633-38A8-22C9-4EC853A5BAC4}"/>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Non-Functional Requirements - </a:t>
            </a:r>
            <a:r>
              <a:rPr lang="en-US" sz="3200" dirty="0" err="1">
                <a:solidFill>
                  <a:srgbClr val="FFFFFF"/>
                </a:solidFill>
                <a:latin typeface="Arial"/>
                <a:cs typeface="Arial"/>
              </a:rPr>
              <a:t>PakWheels</a:t>
            </a:r>
            <a:endParaRPr lang="en-US" sz="3200" dirty="0">
              <a:solidFill>
                <a:srgbClr val="FFFFFF"/>
              </a:solidFill>
              <a:latin typeface="Arial"/>
              <a:cs typeface="Arial"/>
            </a:endParaRPr>
          </a:p>
        </p:txBody>
      </p:sp>
      <p:sp>
        <p:nvSpPr>
          <p:cNvPr id="216" name="Rectangle 215">
            <a:extLst>
              <a:ext uri="{FF2B5EF4-FFF2-40B4-BE49-F238E27FC236}">
                <a16:creationId xmlns:a16="http://schemas.microsoft.com/office/drawing/2014/main" id="{AF404097-06B0-CCE7-F679-AA87E07E1DAC}"/>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2CDE138F-C14D-6C78-6464-16E58279290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4" name="Content Placeholder 2">
            <a:extLst>
              <a:ext uri="{FF2B5EF4-FFF2-40B4-BE49-F238E27FC236}">
                <a16:creationId xmlns:a16="http://schemas.microsoft.com/office/drawing/2014/main" id="{4769D780-24A6-7C19-B0B1-63B73492C1F3}"/>
              </a:ext>
            </a:extLst>
          </p:cNvPr>
          <p:cNvSpPr txBox="1">
            <a:spLocks/>
          </p:cNvSpPr>
          <p:nvPr/>
        </p:nvSpPr>
        <p:spPr>
          <a:xfrm>
            <a:off x="220384" y="1532587"/>
            <a:ext cx="1174301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In-class activity</a:t>
            </a:r>
          </a:p>
          <a:p>
            <a:pPr>
              <a:lnSpc>
                <a:spcPct val="120000"/>
              </a:lnSpc>
              <a:buFont typeface="Wingdings" panose="05000000000000000000" pitchFamily="2" charset="2"/>
              <a:buChar char="§"/>
            </a:pPr>
            <a:r>
              <a:rPr lang="en-GB" sz="3400" dirty="0"/>
              <a:t>Specify at least one non-functional requirement as a group from each category (if applicable).</a:t>
            </a:r>
          </a:p>
          <a:p>
            <a:pPr>
              <a:lnSpc>
                <a:spcPct val="120000"/>
              </a:lnSpc>
              <a:buFont typeface="Wingdings" panose="05000000000000000000" pitchFamily="2" charset="2"/>
              <a:buChar char="§"/>
            </a:pPr>
            <a:r>
              <a:rPr lang="en-GB" sz="3400" dirty="0"/>
              <a:t>Specify at least another requirement individually.</a:t>
            </a:r>
          </a:p>
        </p:txBody>
      </p:sp>
    </p:spTree>
    <p:extLst>
      <p:ext uri="{BB962C8B-B14F-4D97-AF65-F5344CB8AC3E}">
        <p14:creationId xmlns:p14="http://schemas.microsoft.com/office/powerpoint/2010/main" val="291057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0E197-A2B3-A4E7-6524-BAC3EEAE588D}"/>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8BFCA298-C00B-EA9C-B1BB-FDBB0E406197}"/>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F3DE8F4B-8D4C-7980-A4B3-6DD1E476896E}"/>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AB1C9E20-0B25-1C23-BDF6-2FE79D04EF6A}"/>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Non-Functional Requirements - </a:t>
            </a:r>
            <a:r>
              <a:rPr lang="en-US" sz="3200" dirty="0" err="1">
                <a:solidFill>
                  <a:srgbClr val="FFFFFF"/>
                </a:solidFill>
                <a:latin typeface="Arial"/>
                <a:cs typeface="Arial"/>
              </a:rPr>
              <a:t>PakWheels</a:t>
            </a:r>
            <a:endParaRPr lang="en-US" sz="3200" dirty="0">
              <a:solidFill>
                <a:srgbClr val="FFFFFF"/>
              </a:solidFill>
              <a:latin typeface="Arial"/>
              <a:cs typeface="Arial"/>
            </a:endParaRPr>
          </a:p>
        </p:txBody>
      </p:sp>
      <p:sp>
        <p:nvSpPr>
          <p:cNvPr id="216" name="Rectangle 215">
            <a:extLst>
              <a:ext uri="{FF2B5EF4-FFF2-40B4-BE49-F238E27FC236}">
                <a16:creationId xmlns:a16="http://schemas.microsoft.com/office/drawing/2014/main" id="{416DEE34-7D48-7EBA-4F7D-66A338D8EB34}"/>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0D7510FD-B5AD-3974-34B7-4E30AFDD45B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4" name="Content Placeholder 2">
            <a:extLst>
              <a:ext uri="{FF2B5EF4-FFF2-40B4-BE49-F238E27FC236}">
                <a16:creationId xmlns:a16="http://schemas.microsoft.com/office/drawing/2014/main" id="{332D02A7-7260-D29A-C6D3-97BFC27234EC}"/>
              </a:ext>
            </a:extLst>
          </p:cNvPr>
          <p:cNvSpPr txBox="1">
            <a:spLocks/>
          </p:cNvSpPr>
          <p:nvPr/>
        </p:nvSpPr>
        <p:spPr>
          <a:xfrm>
            <a:off x="220384" y="1532587"/>
            <a:ext cx="11743016" cy="4887878"/>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Efficiency</a:t>
            </a:r>
          </a:p>
          <a:p>
            <a:pPr lvl="1">
              <a:lnSpc>
                <a:spcPct val="120000"/>
              </a:lnSpc>
              <a:buFont typeface="Wingdings" panose="05000000000000000000" pitchFamily="2" charset="2"/>
              <a:buChar char="§"/>
            </a:pPr>
            <a:r>
              <a:rPr lang="en-GB" sz="3200" dirty="0"/>
              <a:t>Database queries for product search will execute in under 500ms</a:t>
            </a:r>
          </a:p>
          <a:p>
            <a:pPr lvl="1">
              <a:lnSpc>
                <a:spcPct val="120000"/>
              </a:lnSpc>
              <a:buFont typeface="Wingdings" panose="05000000000000000000" pitchFamily="2" charset="2"/>
              <a:buChar char="§"/>
            </a:pPr>
            <a:r>
              <a:rPr lang="en-GB" sz="3200" dirty="0"/>
              <a:t>Image loading must be optimized using compression and lazy loading</a:t>
            </a:r>
          </a:p>
          <a:p>
            <a:pPr>
              <a:lnSpc>
                <a:spcPct val="120000"/>
              </a:lnSpc>
              <a:buFont typeface="Wingdings" panose="05000000000000000000" pitchFamily="2" charset="2"/>
              <a:buChar char="§"/>
            </a:pPr>
            <a:r>
              <a:rPr lang="en-GB" sz="3400" dirty="0"/>
              <a:t>Extensibility</a:t>
            </a:r>
          </a:p>
          <a:p>
            <a:pPr lvl="1">
              <a:lnSpc>
                <a:spcPct val="120000"/>
              </a:lnSpc>
              <a:buFont typeface="Wingdings" panose="05000000000000000000" pitchFamily="2" charset="2"/>
              <a:buChar char="§"/>
            </a:pPr>
            <a:r>
              <a:rPr lang="en-GB" sz="3200" dirty="0"/>
              <a:t>Follow a modular architecture to allow new modules (e.g. reviews) to be added without affecting existing components</a:t>
            </a:r>
          </a:p>
          <a:p>
            <a:pPr lvl="1">
              <a:lnSpc>
                <a:spcPct val="120000"/>
              </a:lnSpc>
              <a:buFont typeface="Wingdings" panose="05000000000000000000" pitchFamily="2" charset="2"/>
              <a:buChar char="§"/>
            </a:pPr>
            <a:r>
              <a:rPr lang="en-GB" sz="3200" dirty="0"/>
              <a:t>APIs will be versioned to support backward compatibility</a:t>
            </a:r>
          </a:p>
          <a:p>
            <a:pPr>
              <a:lnSpc>
                <a:spcPct val="120000"/>
              </a:lnSpc>
              <a:buFont typeface="Wingdings" panose="05000000000000000000" pitchFamily="2" charset="2"/>
              <a:buChar char="§"/>
            </a:pPr>
            <a:r>
              <a:rPr lang="en-GB" sz="3400" dirty="0"/>
              <a:t>Integrity</a:t>
            </a:r>
          </a:p>
          <a:p>
            <a:pPr lvl="1">
              <a:lnSpc>
                <a:spcPct val="120000"/>
              </a:lnSpc>
              <a:buFont typeface="Wingdings" panose="05000000000000000000" pitchFamily="2" charset="2"/>
              <a:buChar char="§"/>
            </a:pPr>
            <a:r>
              <a:rPr lang="en-GB" sz="3200" dirty="0"/>
              <a:t>Enforce strict validation on Make, Model, Year and Category</a:t>
            </a:r>
          </a:p>
          <a:p>
            <a:pPr lvl="1">
              <a:lnSpc>
                <a:spcPct val="120000"/>
              </a:lnSpc>
              <a:buFont typeface="Wingdings" panose="05000000000000000000" pitchFamily="2" charset="2"/>
              <a:buChar char="§"/>
            </a:pPr>
            <a:r>
              <a:rPr lang="en-GB" sz="3200" dirty="0"/>
              <a:t>Data will not be altered without proper authentication and logging</a:t>
            </a:r>
          </a:p>
        </p:txBody>
      </p:sp>
    </p:spTree>
    <p:extLst>
      <p:ext uri="{BB962C8B-B14F-4D97-AF65-F5344CB8AC3E}">
        <p14:creationId xmlns:p14="http://schemas.microsoft.com/office/powerpoint/2010/main" val="4000037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C55D-E6AD-8070-77D5-4AB90BEA07E6}"/>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80418870-31FC-15E9-E5A9-F0D7CE0B0E9C}"/>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4C607955-29BC-43A1-2C7D-991F5CB9A4A0}"/>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9503F386-BAEA-17C4-5301-92A6488C92CA}"/>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Non-Functional Requirements - </a:t>
            </a:r>
            <a:r>
              <a:rPr lang="en-US" sz="3200" dirty="0" err="1">
                <a:solidFill>
                  <a:srgbClr val="FFFFFF"/>
                </a:solidFill>
                <a:latin typeface="Arial"/>
                <a:cs typeface="Arial"/>
              </a:rPr>
              <a:t>PakWheels</a:t>
            </a:r>
            <a:endParaRPr lang="en-US" sz="3200" dirty="0">
              <a:solidFill>
                <a:srgbClr val="FFFFFF"/>
              </a:solidFill>
              <a:latin typeface="Arial"/>
              <a:cs typeface="Arial"/>
            </a:endParaRPr>
          </a:p>
        </p:txBody>
      </p:sp>
      <p:sp>
        <p:nvSpPr>
          <p:cNvPr id="216" name="Rectangle 215">
            <a:extLst>
              <a:ext uri="{FF2B5EF4-FFF2-40B4-BE49-F238E27FC236}">
                <a16:creationId xmlns:a16="http://schemas.microsoft.com/office/drawing/2014/main" id="{20836E52-155D-7C88-7F02-B4A7DA3B5F1F}"/>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79C947F4-00BF-598E-485C-C10D421B724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4" name="Content Placeholder 2">
            <a:extLst>
              <a:ext uri="{FF2B5EF4-FFF2-40B4-BE49-F238E27FC236}">
                <a16:creationId xmlns:a16="http://schemas.microsoft.com/office/drawing/2014/main" id="{1C87509A-D7E9-2F9D-4810-6D320C47C6AF}"/>
              </a:ext>
            </a:extLst>
          </p:cNvPr>
          <p:cNvSpPr txBox="1">
            <a:spLocks/>
          </p:cNvSpPr>
          <p:nvPr/>
        </p:nvSpPr>
        <p:spPr>
          <a:xfrm>
            <a:off x="220384" y="1532587"/>
            <a:ext cx="11743016" cy="4887878"/>
          </a:xfrm>
          <a:prstGeom prst="rect">
            <a:avLst/>
          </a:prstGeom>
        </p:spPr>
        <p:txBody>
          <a:bodyPr numCol="1">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Interoperability</a:t>
            </a:r>
          </a:p>
          <a:p>
            <a:pPr lvl="1">
              <a:lnSpc>
                <a:spcPct val="120000"/>
              </a:lnSpc>
              <a:buFont typeface="Wingdings" panose="05000000000000000000" pitchFamily="2" charset="2"/>
              <a:buChar char="§"/>
            </a:pPr>
            <a:r>
              <a:rPr lang="en-GB" sz="3200" dirty="0"/>
              <a:t>Software will integrate with Leopard Courier API for shipment and tracking.</a:t>
            </a:r>
          </a:p>
          <a:p>
            <a:pPr lvl="1">
              <a:lnSpc>
                <a:spcPct val="120000"/>
              </a:lnSpc>
              <a:buFont typeface="Wingdings" panose="05000000000000000000" pitchFamily="2" charset="2"/>
              <a:buChar char="§"/>
            </a:pPr>
            <a:r>
              <a:rPr lang="en-GB" sz="3200" dirty="0"/>
              <a:t>Data formats will follow JSON structure by default and also support XML format.</a:t>
            </a:r>
          </a:p>
          <a:p>
            <a:pPr>
              <a:lnSpc>
                <a:spcPct val="120000"/>
              </a:lnSpc>
              <a:buFont typeface="Wingdings" panose="05000000000000000000" pitchFamily="2" charset="2"/>
              <a:buChar char="§"/>
            </a:pPr>
            <a:r>
              <a:rPr lang="en-GB" sz="3400" dirty="0"/>
              <a:t>Maintainability</a:t>
            </a:r>
          </a:p>
          <a:p>
            <a:pPr lvl="1">
              <a:lnSpc>
                <a:spcPct val="120000"/>
              </a:lnSpc>
              <a:buFont typeface="Wingdings" panose="05000000000000000000" pitchFamily="2" charset="2"/>
              <a:buChar char="§"/>
            </a:pPr>
            <a:r>
              <a:rPr lang="en-GB" sz="3200" dirty="0"/>
              <a:t>Deployed artifacts and database must be able to rollback to previous version.</a:t>
            </a:r>
          </a:p>
          <a:p>
            <a:pPr lvl="1">
              <a:lnSpc>
                <a:spcPct val="120000"/>
              </a:lnSpc>
              <a:buFont typeface="Wingdings" panose="05000000000000000000" pitchFamily="2" charset="2"/>
              <a:buChar char="§"/>
            </a:pPr>
            <a:r>
              <a:rPr lang="en-GB" sz="3200" dirty="0"/>
              <a:t>UI changes must not require backend modifications.</a:t>
            </a:r>
          </a:p>
        </p:txBody>
      </p:sp>
    </p:spTree>
    <p:extLst>
      <p:ext uri="{BB962C8B-B14F-4D97-AF65-F5344CB8AC3E}">
        <p14:creationId xmlns:p14="http://schemas.microsoft.com/office/powerpoint/2010/main" val="209323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B5825-FBAC-6ABE-EA52-1ADC43B49215}"/>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BA5944C9-FB83-40F5-B51F-8A95AB3397DE}"/>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B2BE3172-DEC6-91BC-93F2-4287888E5204}"/>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0B905FB7-4253-E4E0-6311-2B23A1781490}"/>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Non-Functional Requirements - </a:t>
            </a:r>
            <a:r>
              <a:rPr lang="en-US" sz="3200" dirty="0" err="1">
                <a:solidFill>
                  <a:srgbClr val="FFFFFF"/>
                </a:solidFill>
                <a:latin typeface="Arial"/>
                <a:cs typeface="Arial"/>
              </a:rPr>
              <a:t>PakWheels</a:t>
            </a:r>
            <a:endParaRPr lang="en-US" sz="3200" dirty="0">
              <a:solidFill>
                <a:srgbClr val="FFFFFF"/>
              </a:solidFill>
              <a:latin typeface="Arial"/>
              <a:cs typeface="Arial"/>
            </a:endParaRPr>
          </a:p>
        </p:txBody>
      </p:sp>
      <p:sp>
        <p:nvSpPr>
          <p:cNvPr id="216" name="Rectangle 215">
            <a:extLst>
              <a:ext uri="{FF2B5EF4-FFF2-40B4-BE49-F238E27FC236}">
                <a16:creationId xmlns:a16="http://schemas.microsoft.com/office/drawing/2014/main" id="{9266391E-90C9-ADEA-0510-2F24089339B6}"/>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17C8799A-7B98-E12E-9199-EB5D3C21359F}"/>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4" name="Content Placeholder 2">
            <a:extLst>
              <a:ext uri="{FF2B5EF4-FFF2-40B4-BE49-F238E27FC236}">
                <a16:creationId xmlns:a16="http://schemas.microsoft.com/office/drawing/2014/main" id="{7344979C-6C8A-5B3F-2830-E04989B40B1F}"/>
              </a:ext>
            </a:extLst>
          </p:cNvPr>
          <p:cNvSpPr txBox="1">
            <a:spLocks/>
          </p:cNvSpPr>
          <p:nvPr/>
        </p:nvSpPr>
        <p:spPr>
          <a:xfrm>
            <a:off x="220384" y="1532587"/>
            <a:ext cx="11743016" cy="4887878"/>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Performance</a:t>
            </a:r>
          </a:p>
          <a:p>
            <a:pPr lvl="1">
              <a:lnSpc>
                <a:spcPct val="120000"/>
              </a:lnSpc>
              <a:buFont typeface="Wingdings" panose="05000000000000000000" pitchFamily="2" charset="2"/>
              <a:buChar char="§"/>
            </a:pPr>
            <a:r>
              <a:rPr lang="en-GB" sz="3200" dirty="0"/>
              <a:t>No page should take more than 3 seconds to load.</a:t>
            </a:r>
          </a:p>
          <a:p>
            <a:pPr lvl="1">
              <a:lnSpc>
                <a:spcPct val="120000"/>
              </a:lnSpc>
              <a:buFont typeface="Wingdings" panose="05000000000000000000" pitchFamily="2" charset="2"/>
              <a:buChar char="§"/>
            </a:pPr>
            <a:r>
              <a:rPr lang="en-GB" sz="3200" dirty="0"/>
              <a:t>Database must handle at least 500 concurrent users.</a:t>
            </a:r>
          </a:p>
          <a:p>
            <a:pPr>
              <a:lnSpc>
                <a:spcPct val="120000"/>
              </a:lnSpc>
              <a:buFont typeface="Wingdings" panose="05000000000000000000" pitchFamily="2" charset="2"/>
              <a:buChar char="§"/>
            </a:pPr>
            <a:r>
              <a:rPr lang="en-GB" sz="3400" dirty="0"/>
              <a:t>Portability</a:t>
            </a:r>
          </a:p>
          <a:p>
            <a:pPr lvl="1">
              <a:lnSpc>
                <a:spcPct val="120000"/>
              </a:lnSpc>
              <a:buFont typeface="Wingdings" panose="05000000000000000000" pitchFamily="2" charset="2"/>
              <a:buChar char="§"/>
            </a:pPr>
            <a:r>
              <a:rPr lang="en-GB" sz="3200" dirty="0"/>
              <a:t>Web app will be compatible with mobile versions of Chrome, Edge and Safari browsers.</a:t>
            </a:r>
          </a:p>
          <a:p>
            <a:pPr lvl="1">
              <a:lnSpc>
                <a:spcPct val="120000"/>
              </a:lnSpc>
              <a:buFont typeface="Wingdings" panose="05000000000000000000" pitchFamily="2" charset="2"/>
              <a:buChar char="§"/>
            </a:pPr>
            <a:r>
              <a:rPr lang="en-GB" sz="3200" dirty="0"/>
              <a:t>Backend must be deployable on any headless distribution of Linux.</a:t>
            </a:r>
          </a:p>
          <a:p>
            <a:pPr lvl="1">
              <a:lnSpc>
                <a:spcPct val="120000"/>
              </a:lnSpc>
              <a:buFont typeface="Wingdings" panose="05000000000000000000" pitchFamily="2" charset="2"/>
              <a:buChar char="§"/>
            </a:pPr>
            <a:r>
              <a:rPr lang="en-GB" sz="3200" dirty="0"/>
              <a:t>Deployment artifacts must be cloud-ready.</a:t>
            </a:r>
          </a:p>
        </p:txBody>
      </p:sp>
    </p:spTree>
    <p:extLst>
      <p:ext uri="{BB962C8B-B14F-4D97-AF65-F5344CB8AC3E}">
        <p14:creationId xmlns:p14="http://schemas.microsoft.com/office/powerpoint/2010/main" val="1589927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D6127-1245-D226-7C3C-3DC08659044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E83F107D-26A8-8110-0DDA-0D1DD4D31743}"/>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F60FE202-3291-A027-5CA8-CDF7C8A0C346}"/>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CED83777-B7C0-CB4B-AF61-FF8D0989735A}"/>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Non-Functional Requirements - </a:t>
            </a:r>
            <a:r>
              <a:rPr lang="en-US" sz="3200" dirty="0" err="1">
                <a:solidFill>
                  <a:srgbClr val="FFFFFF"/>
                </a:solidFill>
                <a:latin typeface="Arial"/>
                <a:cs typeface="Arial"/>
              </a:rPr>
              <a:t>PakWheels</a:t>
            </a:r>
            <a:endParaRPr lang="en-US" sz="3200" dirty="0">
              <a:solidFill>
                <a:srgbClr val="FFFFFF"/>
              </a:solidFill>
              <a:latin typeface="Arial"/>
              <a:cs typeface="Arial"/>
            </a:endParaRPr>
          </a:p>
        </p:txBody>
      </p:sp>
      <p:sp>
        <p:nvSpPr>
          <p:cNvPr id="216" name="Rectangle 215">
            <a:extLst>
              <a:ext uri="{FF2B5EF4-FFF2-40B4-BE49-F238E27FC236}">
                <a16:creationId xmlns:a16="http://schemas.microsoft.com/office/drawing/2014/main" id="{96F528F1-B62B-36A6-DB0D-E0FF978FD1C0}"/>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86601DF8-06CE-1A11-2CB0-98012B10C127}"/>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4" name="Content Placeholder 2">
            <a:extLst>
              <a:ext uri="{FF2B5EF4-FFF2-40B4-BE49-F238E27FC236}">
                <a16:creationId xmlns:a16="http://schemas.microsoft.com/office/drawing/2014/main" id="{82966E2A-AE7B-1B35-F36C-E43D198E6E72}"/>
              </a:ext>
            </a:extLst>
          </p:cNvPr>
          <p:cNvSpPr txBox="1">
            <a:spLocks/>
          </p:cNvSpPr>
          <p:nvPr/>
        </p:nvSpPr>
        <p:spPr>
          <a:xfrm>
            <a:off x="220384" y="1532587"/>
            <a:ext cx="11743016" cy="4887878"/>
          </a:xfrm>
          <a:prstGeom prst="rect">
            <a:avLst/>
          </a:prstGeom>
        </p:spPr>
        <p:txBody>
          <a:bodyPr numCol="1">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Scalability</a:t>
            </a:r>
          </a:p>
          <a:p>
            <a:pPr lvl="1">
              <a:lnSpc>
                <a:spcPct val="120000"/>
              </a:lnSpc>
              <a:buFont typeface="Wingdings" panose="05000000000000000000" pitchFamily="2" charset="2"/>
              <a:buChar char="§"/>
            </a:pPr>
            <a:r>
              <a:rPr lang="en-GB" sz="3200" dirty="0"/>
              <a:t>The web server must support auto-scaling through virtualization.</a:t>
            </a:r>
          </a:p>
          <a:p>
            <a:pPr lvl="1">
              <a:lnSpc>
                <a:spcPct val="120000"/>
              </a:lnSpc>
              <a:buFont typeface="Wingdings" panose="05000000000000000000" pitchFamily="2" charset="2"/>
              <a:buChar char="§"/>
            </a:pPr>
            <a:r>
              <a:rPr lang="en-GB" sz="3200" dirty="0"/>
              <a:t>Caching mechanisms will be implemented to handle traffic.</a:t>
            </a:r>
          </a:p>
          <a:p>
            <a:pPr>
              <a:lnSpc>
                <a:spcPct val="120000"/>
              </a:lnSpc>
              <a:buFont typeface="Wingdings" panose="05000000000000000000" pitchFamily="2" charset="2"/>
              <a:buChar char="§"/>
            </a:pPr>
            <a:r>
              <a:rPr lang="en-GB" sz="3400" dirty="0"/>
              <a:t>Security</a:t>
            </a:r>
          </a:p>
          <a:p>
            <a:pPr lvl="1">
              <a:lnSpc>
                <a:spcPct val="120000"/>
              </a:lnSpc>
              <a:buFont typeface="Wingdings" panose="05000000000000000000" pitchFamily="2" charset="2"/>
              <a:buChar char="§"/>
            </a:pPr>
            <a:r>
              <a:rPr lang="en-GB" sz="3200" dirty="0"/>
              <a:t>All communication will be encrypted via AES256-bit algorithm.</a:t>
            </a:r>
          </a:p>
          <a:p>
            <a:pPr lvl="1">
              <a:lnSpc>
                <a:spcPct val="120000"/>
              </a:lnSpc>
              <a:buFont typeface="Wingdings" panose="05000000000000000000" pitchFamily="2" charset="2"/>
              <a:buChar char="§"/>
            </a:pPr>
            <a:r>
              <a:rPr lang="en-GB" sz="3200" dirty="0"/>
              <a:t>Users must be authenticated and authorized for each operation.</a:t>
            </a:r>
          </a:p>
          <a:p>
            <a:pPr lvl="1">
              <a:lnSpc>
                <a:spcPct val="120000"/>
              </a:lnSpc>
              <a:buFont typeface="Wingdings" panose="05000000000000000000" pitchFamily="2" charset="2"/>
              <a:buChar char="§"/>
            </a:pPr>
            <a:r>
              <a:rPr lang="en-GB" sz="3200" dirty="0"/>
              <a:t>Customer’s personal detail will not be exposed to the Vendor (only courier provider will have it).</a:t>
            </a:r>
          </a:p>
        </p:txBody>
      </p:sp>
    </p:spTree>
    <p:extLst>
      <p:ext uri="{BB962C8B-B14F-4D97-AF65-F5344CB8AC3E}">
        <p14:creationId xmlns:p14="http://schemas.microsoft.com/office/powerpoint/2010/main" val="339517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7825B-7092-D5BE-0F57-73CA97A8B1AC}"/>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4C9A2EA-356A-9FAA-F4D4-2C4D1B028F8B}"/>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2D4F335B-44B4-D14F-09D4-1663963E9A4A}"/>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916BEB6A-AD6C-7B34-E060-A4C4DF5B84F8}"/>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Non-Functional Requirements - </a:t>
            </a:r>
            <a:r>
              <a:rPr lang="en-US" sz="3200" dirty="0" err="1">
                <a:solidFill>
                  <a:srgbClr val="FFFFFF"/>
                </a:solidFill>
                <a:latin typeface="Arial"/>
                <a:cs typeface="Arial"/>
              </a:rPr>
              <a:t>PakWheels</a:t>
            </a:r>
            <a:endParaRPr lang="en-US" sz="3200" dirty="0">
              <a:solidFill>
                <a:srgbClr val="FFFFFF"/>
              </a:solidFill>
              <a:latin typeface="Arial"/>
              <a:cs typeface="Arial"/>
            </a:endParaRPr>
          </a:p>
        </p:txBody>
      </p:sp>
      <p:sp>
        <p:nvSpPr>
          <p:cNvPr id="216" name="Rectangle 215">
            <a:extLst>
              <a:ext uri="{FF2B5EF4-FFF2-40B4-BE49-F238E27FC236}">
                <a16:creationId xmlns:a16="http://schemas.microsoft.com/office/drawing/2014/main" id="{8F12D9C8-0A2E-4F08-DF3A-E14468308375}"/>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E969C8C9-8481-F097-7D8C-00672116256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4" name="Content Placeholder 2">
            <a:extLst>
              <a:ext uri="{FF2B5EF4-FFF2-40B4-BE49-F238E27FC236}">
                <a16:creationId xmlns:a16="http://schemas.microsoft.com/office/drawing/2014/main" id="{56DBC99D-633A-1744-AFE6-225909E90C6B}"/>
              </a:ext>
            </a:extLst>
          </p:cNvPr>
          <p:cNvSpPr txBox="1">
            <a:spLocks/>
          </p:cNvSpPr>
          <p:nvPr/>
        </p:nvSpPr>
        <p:spPr>
          <a:xfrm>
            <a:off x="220384" y="1532587"/>
            <a:ext cx="1174301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Usability</a:t>
            </a:r>
          </a:p>
          <a:p>
            <a:pPr lvl="1">
              <a:lnSpc>
                <a:spcPct val="120000"/>
              </a:lnSpc>
              <a:buFont typeface="Wingdings" panose="05000000000000000000" pitchFamily="2" charset="2"/>
              <a:buChar char="§"/>
            </a:pPr>
            <a:r>
              <a:rPr lang="en-GB" sz="3200" dirty="0"/>
              <a:t>No operation will require more than 5 steps for any user.</a:t>
            </a:r>
          </a:p>
          <a:p>
            <a:pPr lvl="1">
              <a:lnSpc>
                <a:spcPct val="120000"/>
              </a:lnSpc>
              <a:buFont typeface="Wingdings" panose="05000000000000000000" pitchFamily="2" charset="2"/>
              <a:buChar char="§"/>
            </a:pPr>
            <a:r>
              <a:rPr lang="en-GB" sz="3200" dirty="0"/>
              <a:t>The UI will be designed by following Material design principles.</a:t>
            </a:r>
          </a:p>
          <a:p>
            <a:pPr lvl="1">
              <a:lnSpc>
                <a:spcPct val="120000"/>
              </a:lnSpc>
              <a:buFont typeface="Wingdings" panose="05000000000000000000" pitchFamily="2" charset="2"/>
              <a:buChar char="§"/>
            </a:pPr>
            <a:r>
              <a:rPr lang="en-GB" sz="3200" dirty="0"/>
              <a:t>Accessibility will be incorporated for users with disabilities and basic </a:t>
            </a:r>
            <a:r>
              <a:rPr lang="en-GB" sz="3200"/>
              <a:t>digital literacy.</a:t>
            </a:r>
          </a:p>
        </p:txBody>
      </p:sp>
    </p:spTree>
    <p:extLst>
      <p:ext uri="{BB962C8B-B14F-4D97-AF65-F5344CB8AC3E}">
        <p14:creationId xmlns:p14="http://schemas.microsoft.com/office/powerpoint/2010/main" val="250956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A09A5-3386-008C-2145-0543DCF5E975}"/>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1251E881-8131-34ED-64A0-CF12F3EB308F}"/>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666CFAB6-B275-2E86-A0CD-D6982F77552E}"/>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51DB0350-0104-AA6B-3CE9-EDBBC36C2E30}"/>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Change Management</a:t>
            </a:r>
          </a:p>
        </p:txBody>
      </p:sp>
      <p:sp>
        <p:nvSpPr>
          <p:cNvPr id="216" name="Rectangle 215">
            <a:extLst>
              <a:ext uri="{FF2B5EF4-FFF2-40B4-BE49-F238E27FC236}">
                <a16:creationId xmlns:a16="http://schemas.microsoft.com/office/drawing/2014/main" id="{CF90B91A-03D2-5A8B-8E63-70D3F30BD61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A114E74E-056E-8C32-B026-8A232170FD7D}"/>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4" name="Content Placeholder 2">
            <a:extLst>
              <a:ext uri="{FF2B5EF4-FFF2-40B4-BE49-F238E27FC236}">
                <a16:creationId xmlns:a16="http://schemas.microsoft.com/office/drawing/2014/main" id="{6B7E4429-BEBA-E111-9BD6-D87DF8597299}"/>
              </a:ext>
            </a:extLst>
          </p:cNvPr>
          <p:cNvSpPr txBox="1">
            <a:spLocks/>
          </p:cNvSpPr>
          <p:nvPr/>
        </p:nvSpPr>
        <p:spPr>
          <a:xfrm>
            <a:off x="220384" y="1532587"/>
            <a:ext cx="1174301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dirty="0"/>
              <a:t>A system resistant to change is resistant to success.</a:t>
            </a:r>
          </a:p>
          <a:p>
            <a:pPr>
              <a:lnSpc>
                <a:spcPct val="120000"/>
              </a:lnSpc>
              <a:buFont typeface="Wingdings" panose="05000000000000000000" pitchFamily="2" charset="2"/>
              <a:buChar char="§"/>
            </a:pPr>
            <a:r>
              <a:rPr lang="en-GB" sz="3400" dirty="0"/>
              <a:t>Requirement Change acceptance criteria</a:t>
            </a:r>
          </a:p>
          <a:p>
            <a:pPr>
              <a:lnSpc>
                <a:spcPct val="120000"/>
              </a:lnSpc>
              <a:buFont typeface="Wingdings" panose="05000000000000000000" pitchFamily="2" charset="2"/>
              <a:buChar char="§"/>
            </a:pPr>
            <a:r>
              <a:rPr lang="en-GB" sz="3400" dirty="0"/>
              <a:t>Change Management Plan</a:t>
            </a:r>
          </a:p>
          <a:p>
            <a:pPr lvl="1">
              <a:lnSpc>
                <a:spcPct val="120000"/>
              </a:lnSpc>
              <a:buFont typeface="Wingdings" panose="05000000000000000000" pitchFamily="2" charset="2"/>
              <a:buChar char="§"/>
            </a:pPr>
            <a:r>
              <a:rPr lang="en-GB" sz="3200" i="1" dirty="0"/>
              <a:t>Refer to </a:t>
            </a:r>
            <a:r>
              <a:rPr lang="en-GB" sz="3200" i="1" dirty="0" err="1"/>
              <a:t>PCoE</a:t>
            </a:r>
            <a:r>
              <a:rPr lang="en-GB" sz="3200" i="1" dirty="0"/>
              <a:t> Change Management Plan Template</a:t>
            </a:r>
          </a:p>
          <a:p>
            <a:pPr>
              <a:lnSpc>
                <a:spcPct val="120000"/>
              </a:lnSpc>
              <a:buFont typeface="Wingdings" panose="05000000000000000000" pitchFamily="2" charset="2"/>
              <a:buChar char="§"/>
            </a:pPr>
            <a:r>
              <a:rPr lang="en-GB" sz="3400" dirty="0"/>
              <a:t>Traceability</a:t>
            </a:r>
          </a:p>
          <a:p>
            <a:pPr lvl="1">
              <a:lnSpc>
                <a:spcPct val="120000"/>
              </a:lnSpc>
              <a:buFont typeface="Wingdings" panose="05000000000000000000" pitchFamily="2" charset="2"/>
              <a:buChar char="§"/>
            </a:pPr>
            <a:r>
              <a:rPr lang="en-GB" sz="3200" i="1" dirty="0"/>
              <a:t>Refer to Requirement Traceability Matrix Template</a:t>
            </a:r>
          </a:p>
        </p:txBody>
      </p:sp>
    </p:spTree>
    <p:extLst>
      <p:ext uri="{BB962C8B-B14F-4D97-AF65-F5344CB8AC3E}">
        <p14:creationId xmlns:p14="http://schemas.microsoft.com/office/powerpoint/2010/main" val="349047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BCD80-153C-1EEE-75DA-4E570DB287AB}"/>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874C8790-D137-675D-BEF7-2EC476950E5D}"/>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3B89CB8D-2014-3C51-95B7-3DF2E85AE18A}"/>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221D6FF5-44DD-2B72-B5A9-A205F59F9D03}"/>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Activity</a:t>
            </a:r>
          </a:p>
        </p:txBody>
      </p:sp>
      <p:sp>
        <p:nvSpPr>
          <p:cNvPr id="216" name="Rectangle 215">
            <a:extLst>
              <a:ext uri="{FF2B5EF4-FFF2-40B4-BE49-F238E27FC236}">
                <a16:creationId xmlns:a16="http://schemas.microsoft.com/office/drawing/2014/main" id="{1A828739-7F44-315A-C5A3-FB4609E1F481}"/>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A17E3E8A-8F3C-0992-926B-3CDAD9321BA5}"/>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4" name="Content Placeholder 2">
            <a:extLst>
              <a:ext uri="{FF2B5EF4-FFF2-40B4-BE49-F238E27FC236}">
                <a16:creationId xmlns:a16="http://schemas.microsoft.com/office/drawing/2014/main" id="{1C898225-7AFE-C7B7-1970-E06CD280448A}"/>
              </a:ext>
            </a:extLst>
          </p:cNvPr>
          <p:cNvSpPr txBox="1">
            <a:spLocks/>
          </p:cNvSpPr>
          <p:nvPr/>
        </p:nvSpPr>
        <p:spPr>
          <a:xfrm>
            <a:off x="220384" y="1532587"/>
            <a:ext cx="1174301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400" i="1" dirty="0"/>
              <a:t>Open and review the SRS for </a:t>
            </a:r>
            <a:r>
              <a:rPr lang="en-GB" sz="3400" i="1" dirty="0" err="1"/>
              <a:t>PakWheels</a:t>
            </a:r>
            <a:r>
              <a:rPr lang="en-GB" sz="3400" i="1" dirty="0"/>
              <a:t> Auto-parts shop project</a:t>
            </a:r>
          </a:p>
        </p:txBody>
      </p:sp>
    </p:spTree>
    <p:extLst>
      <p:ext uri="{BB962C8B-B14F-4D97-AF65-F5344CB8AC3E}">
        <p14:creationId xmlns:p14="http://schemas.microsoft.com/office/powerpoint/2010/main" val="396997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D9F223-918A-45AF-9B53-56AB9E5E2182}">
  <ds:schemaRefs>
    <ds:schemaRef ds:uri="71af3243-3dd4-4a8d-8c0d-dd76da1f02a5"/>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55BB9993-D5F9-46FA-B2E5-80E3632E982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Tech presentation</Template>
  <TotalTime>744</TotalTime>
  <Words>1702</Words>
  <Application>Microsoft Macintosh PowerPoint</Application>
  <PresentationFormat>Widescreen</PresentationFormat>
  <Paragraphs>273</Paragraphs>
  <Slides>28</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Biome Light</vt:lpstr>
      <vt:lpstr>Calibri</vt:lpstr>
      <vt:lpstr>Calibri Light</vt:lpstr>
      <vt:lpstr>Wingdings</vt:lpstr>
      <vt:lpstr>Office Theme</vt:lpstr>
      <vt:lpstr>Software Engineering</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Rabeeba Batool</cp:lastModifiedBy>
  <cp:revision>1</cp:revision>
  <dcterms:created xsi:type="dcterms:W3CDTF">2022-11-22T20:08:03Z</dcterms:created>
  <dcterms:modified xsi:type="dcterms:W3CDTF">2026-04-11T08:24:39Z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