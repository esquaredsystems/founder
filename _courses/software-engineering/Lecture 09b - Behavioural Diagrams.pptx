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03" r:id="rId5"/>
    <p:sldId id="2462" r:id="rId6"/>
    <p:sldId id="2629" r:id="rId7"/>
    <p:sldId id="2597" r:id="rId8"/>
    <p:sldId id="2640" r:id="rId9"/>
    <p:sldId id="2642" r:id="rId10"/>
    <p:sldId id="2641" r:id="rId11"/>
    <p:sldId id="2643" r:id="rId12"/>
    <p:sldId id="2644" r:id="rId13"/>
    <p:sldId id="2645" r:id="rId14"/>
    <p:sldId id="2647" r:id="rId15"/>
    <p:sldId id="2649" r:id="rId16"/>
    <p:sldId id="243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629"/>
            <p14:sldId id="2597"/>
            <p14:sldId id="2640"/>
            <p14:sldId id="2642"/>
            <p14:sldId id="2641"/>
            <p14:sldId id="2643"/>
            <p14:sldId id="2644"/>
            <p14:sldId id="2645"/>
            <p14:sldId id="2647"/>
            <p14:sldId id="2649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BBDEE-C99E-4D60-AD08-3C96431A5046}" v="4298" dt="2026-05-16T05:18:10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2" autoAdjust="0"/>
    <p:restoredTop sz="90820" autoAdjust="0"/>
  </p:normalViewPr>
  <p:slideViewPr>
    <p:cSldViewPr snapToGrid="0">
      <p:cViewPr varScale="1">
        <p:scale>
          <a:sx n="130" d="100"/>
          <a:sy n="130" d="100"/>
        </p:scale>
        <p:origin x="1544" y="176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redo custSel addSld delSld modSld sldOrd modSection">
      <pc:chgData name="Owais Ahmed" userId="6abc7d4556b3b071" providerId="LiveId" clId="{641304C9-537E-56B8-9D3B-F295291B91EB}" dt="2026-05-09T14:55:10.147" v="17265" actId="20578"/>
      <pc:docMkLst>
        <pc:docMk/>
      </pc:docMkLst>
      <pc:sldChg chg="modSp mod">
        <pc:chgData name="Owais Ahmed" userId="6abc7d4556b3b071" providerId="LiveId" clId="{641304C9-537E-56B8-9D3B-F295291B91EB}" dt="2026-05-09T10:57:11.897" v="16795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6-05-09T10:57:11.897" v="1679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641304C9-537E-56B8-9D3B-F295291B91EB}" dt="2026-05-02T07:31:24.857" v="14828" actId="20577"/>
        <pc:sldMkLst>
          <pc:docMk/>
          <pc:sldMk cId="3969978779" sldId="2597"/>
        </pc:sldMkLst>
        <pc:spChg chg="mod">
          <ac:chgData name="Owais Ahmed" userId="6abc7d4556b3b071" providerId="LiveId" clId="{641304C9-537E-56B8-9D3B-F295291B91EB}" dt="2026-05-02T07:31:06.786" v="14803" actId="20577"/>
          <ac:spMkLst>
            <pc:docMk/>
            <pc:sldMk cId="3969978779" sldId="2597"/>
            <ac:spMk id="4" creationId="{1C898225-7AFE-C7B7-1970-E06CD280448A}"/>
          </ac:spMkLst>
        </pc:spChg>
        <pc:spChg chg="mod">
          <ac:chgData name="Owais Ahmed" userId="6abc7d4556b3b071" providerId="LiveId" clId="{641304C9-537E-56B8-9D3B-F295291B91EB}" dt="2026-05-02T07:31:24.857" v="14828" actId="20577"/>
          <ac:spMkLst>
            <pc:docMk/>
            <pc:sldMk cId="3969978779" sldId="2597"/>
            <ac:spMk id="215" creationId="{221D6FF5-44DD-2B72-B5A9-A205F59F9D03}"/>
          </ac:spMkLst>
        </pc:spChg>
      </pc:sldChg>
      <pc:sldChg chg="delSp modSp add mod delAnim modAnim">
        <pc:chgData name="Owais Ahmed" userId="6abc7d4556b3b071" providerId="LiveId" clId="{641304C9-537E-56B8-9D3B-F295291B91EB}" dt="2026-05-02T07:26:38.912" v="14411" actId="20577"/>
        <pc:sldMkLst>
          <pc:docMk/>
          <pc:sldMk cId="2708291656" sldId="2629"/>
        </pc:sldMkLst>
        <pc:spChg chg="mod">
          <ac:chgData name="Owais Ahmed" userId="6abc7d4556b3b071" providerId="LiveId" clId="{641304C9-537E-56B8-9D3B-F295291B91EB}" dt="2026-05-02T07:26:38.912" v="14411" actId="20577"/>
          <ac:spMkLst>
            <pc:docMk/>
            <pc:sldMk cId="2708291656" sldId="2629"/>
            <ac:spMk id="3" creationId="{08D0F3D7-CE48-3784-1D89-AC23BC96507B}"/>
          </ac:spMkLst>
        </pc:spChg>
        <pc:spChg chg="mod">
          <ac:chgData name="Owais Ahmed" userId="6abc7d4556b3b071" providerId="LiveId" clId="{641304C9-537E-56B8-9D3B-F295291B91EB}" dt="2026-05-02T07:24:20.386" v="13977" actId="20577"/>
          <ac:spMkLst>
            <pc:docMk/>
            <pc:sldMk cId="2708291656" sldId="2629"/>
            <ac:spMk id="215" creationId="{38804837-7ECD-818F-BF7A-AB34117F5B66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5-16T05:18:10.146" v="42676" actId="113"/>
      <pc:docMkLst>
        <pc:docMk/>
      </pc:docMkLst>
      <pc:sldChg chg="modSp mod">
        <pc:chgData name="Owais Ahmed" userId="6abc7d4556b3b071" providerId="LiveId" clId="{D0A51F83-B713-4A4D-8105-C75936B8E1D2}" dt="2026-05-15T03:51:03.138" v="38545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5-15T03:51:03.138" v="38545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 add mod ord delAnim modAnim modNotesTx">
        <pc:chgData name="Owais Ahmed" userId="6abc7d4556b3b071" providerId="LiveId" clId="{D0A51F83-B713-4A4D-8105-C75936B8E1D2}" dt="2026-05-15T03:48:26.855" v="38511" actId="6549"/>
        <pc:sldMkLst>
          <pc:docMk/>
          <pc:sldMk cId="3969978779" sldId="2597"/>
        </pc:sldMkLst>
        <pc:spChg chg="mod">
          <ac:chgData name="Owais Ahmed" userId="6abc7d4556b3b071" providerId="LiveId" clId="{D0A51F83-B713-4A4D-8105-C75936B8E1D2}" dt="2026-05-15T03:48:26.855" v="38511" actId="6549"/>
          <ac:spMkLst>
            <pc:docMk/>
            <pc:sldMk cId="3969978779" sldId="2597"/>
            <ac:spMk id="4" creationId="{1C898225-7AFE-C7B7-1970-E06CD280448A}"/>
          </ac:spMkLst>
        </pc:spChg>
        <pc:spChg chg="mod">
          <ac:chgData name="Owais Ahmed" userId="6abc7d4556b3b071" providerId="LiveId" clId="{D0A51F83-B713-4A4D-8105-C75936B8E1D2}" dt="2026-05-15T03:39:51.751" v="37839" actId="20577"/>
          <ac:spMkLst>
            <pc:docMk/>
            <pc:sldMk cId="3969978779" sldId="2597"/>
            <ac:spMk id="215" creationId="{221D6FF5-44DD-2B72-B5A9-A205F59F9D03}"/>
          </ac:spMkLst>
        </pc:spChg>
        <pc:graphicFrameChg chg="add del mod modGraphic">
          <ac:chgData name="Owais Ahmed" userId="6abc7d4556b3b071" providerId="LiveId" clId="{D0A51F83-B713-4A4D-8105-C75936B8E1D2}" dt="2026-05-15T03:40:07.799" v="37840" actId="478"/>
          <ac:graphicFrameMkLst>
            <pc:docMk/>
            <pc:sldMk cId="3969978779" sldId="2597"/>
            <ac:graphicFrameMk id="3" creationId="{A8ACFEB4-B229-A576-F422-8EED68A2DD92}"/>
          </ac:graphicFrameMkLst>
        </pc:graphicFrameChg>
        <pc:graphicFrameChg chg="add mod">
          <ac:chgData name="Owais Ahmed" userId="6abc7d4556b3b071" providerId="LiveId" clId="{D0A51F83-B713-4A4D-8105-C75936B8E1D2}" dt="2026-05-15T03:40:31.114" v="37845" actId="1076"/>
          <ac:graphicFrameMkLst>
            <pc:docMk/>
            <pc:sldMk cId="3969978779" sldId="2597"/>
            <ac:graphicFrameMk id="5" creationId="{DCC6B8E3-E3AA-82A4-C3F5-78845CC19182}"/>
          </ac:graphicFrameMkLst>
        </pc:graphicFrameChg>
      </pc:sldChg>
      <pc:sldChg chg="modSp mod modAnim">
        <pc:chgData name="Owais Ahmed" userId="6abc7d4556b3b071" providerId="LiveId" clId="{D0A51F83-B713-4A4D-8105-C75936B8E1D2}" dt="2026-05-15T03:41:00.123" v="37907" actId="5793"/>
        <pc:sldMkLst>
          <pc:docMk/>
          <pc:sldMk cId="2708291656" sldId="2629"/>
        </pc:sldMkLst>
        <pc:spChg chg="mod">
          <ac:chgData name="Owais Ahmed" userId="6abc7d4556b3b071" providerId="LiveId" clId="{D0A51F83-B713-4A4D-8105-C75936B8E1D2}" dt="2026-05-15T03:41:00.123" v="37907" actId="5793"/>
          <ac:spMkLst>
            <pc:docMk/>
            <pc:sldMk cId="2708291656" sldId="2629"/>
            <ac:spMk id="3" creationId="{08D0F3D7-CE48-3784-1D89-AC23BC96507B}"/>
          </ac:spMkLst>
        </pc:spChg>
      </pc:sldChg>
      <pc:sldChg chg="delSp modSp add mod modAnim">
        <pc:chgData name="Owais Ahmed" userId="6abc7d4556b3b071" providerId="LiveId" clId="{D0A51F83-B713-4A4D-8105-C75936B8E1D2}" dt="2026-05-15T05:58:15.580" v="40707" actId="20577"/>
        <pc:sldMkLst>
          <pc:docMk/>
          <pc:sldMk cId="777676420" sldId="2640"/>
        </pc:sldMkLst>
        <pc:spChg chg="mod">
          <ac:chgData name="Owais Ahmed" userId="6abc7d4556b3b071" providerId="LiveId" clId="{D0A51F83-B713-4A4D-8105-C75936B8E1D2}" dt="2026-05-15T05:58:11.720" v="40706" actId="20577"/>
          <ac:spMkLst>
            <pc:docMk/>
            <pc:sldMk cId="777676420" sldId="2640"/>
            <ac:spMk id="4" creationId="{BE06491C-8BB1-8700-F16A-FA31D424FF14}"/>
          </ac:spMkLst>
        </pc:spChg>
        <pc:spChg chg="mod">
          <ac:chgData name="Owais Ahmed" userId="6abc7d4556b3b071" providerId="LiveId" clId="{D0A51F83-B713-4A4D-8105-C75936B8E1D2}" dt="2026-05-15T03:50:58.859" v="38543" actId="20577"/>
          <ac:spMkLst>
            <pc:docMk/>
            <pc:sldMk cId="777676420" sldId="2640"/>
            <ac:spMk id="215" creationId="{5FA2BAA5-5097-1C28-A373-F490C72845BA}"/>
          </ac:spMkLst>
        </pc:spChg>
      </pc:sldChg>
      <pc:sldChg chg="delSp modSp add del mod delAnim modAnim modNotesTx">
        <pc:chgData name="Owais Ahmed" userId="6abc7d4556b3b071" providerId="LiveId" clId="{D0A51F83-B713-4A4D-8105-C75936B8E1D2}" dt="2026-05-15T03:54:20.029" v="38546" actId="47"/>
        <pc:sldMkLst>
          <pc:docMk/>
          <pc:sldMk cId="1580125852" sldId="2641"/>
        </pc:sldMkLst>
      </pc:sldChg>
      <pc:sldChg chg="addSp delSp modSp add mod addAnim delAnim modAnim">
        <pc:chgData name="Owais Ahmed" userId="6abc7d4556b3b071" providerId="LiveId" clId="{D0A51F83-B713-4A4D-8105-C75936B8E1D2}" dt="2026-05-15T05:14:19.427" v="40357" actId="20577"/>
        <pc:sldMkLst>
          <pc:docMk/>
          <pc:sldMk cId="2271939174" sldId="2641"/>
        </pc:sldMkLst>
        <pc:spChg chg="add del mod">
          <ac:chgData name="Owais Ahmed" userId="6abc7d4556b3b071" providerId="LiveId" clId="{D0A51F83-B713-4A4D-8105-C75936B8E1D2}" dt="2026-05-15T05:14:19.427" v="40357" actId="20577"/>
          <ac:spMkLst>
            <pc:docMk/>
            <pc:sldMk cId="2271939174" sldId="2641"/>
            <ac:spMk id="4" creationId="{A9B0D7F4-F597-C6AA-1A4C-2AA28B301F4B}"/>
          </ac:spMkLst>
        </pc:spChg>
        <pc:spChg chg="add del">
          <ac:chgData name="Owais Ahmed" userId="6abc7d4556b3b071" providerId="LiveId" clId="{D0A51F83-B713-4A4D-8105-C75936B8E1D2}" dt="2026-05-15T04:08:29.541" v="39214" actId="22"/>
          <ac:spMkLst>
            <pc:docMk/>
            <pc:sldMk cId="2271939174" sldId="2641"/>
            <ac:spMk id="5" creationId="{DB9FD832-E6D2-20FD-C465-F03D7C17778C}"/>
          </ac:spMkLst>
        </pc:spChg>
        <pc:spChg chg="add del">
          <ac:chgData name="Owais Ahmed" userId="6abc7d4556b3b071" providerId="LiveId" clId="{D0A51F83-B713-4A4D-8105-C75936B8E1D2}" dt="2026-05-15T04:11:07.160" v="39233" actId="22"/>
          <ac:spMkLst>
            <pc:docMk/>
            <pc:sldMk cId="2271939174" sldId="2641"/>
            <ac:spMk id="15" creationId="{E82EAFA7-BD46-643A-04B9-720E6D188468}"/>
          </ac:spMkLst>
        </pc:spChg>
        <pc:spChg chg="add del mod">
          <ac:chgData name="Owais Ahmed" userId="6abc7d4556b3b071" providerId="LiveId" clId="{D0A51F83-B713-4A4D-8105-C75936B8E1D2}" dt="2026-05-15T04:41:33.203" v="39650" actId="14100"/>
          <ac:spMkLst>
            <pc:docMk/>
            <pc:sldMk cId="2271939174" sldId="2641"/>
            <ac:spMk id="89" creationId="{9E091CC0-3464-6CBE-B064-B7FD5ED4282D}"/>
          </ac:spMkLst>
        </pc:spChg>
        <pc:spChg chg="add del">
          <ac:chgData name="Owais Ahmed" userId="6abc7d4556b3b071" providerId="LiveId" clId="{D0A51F83-B713-4A4D-8105-C75936B8E1D2}" dt="2026-05-15T04:41:12.939" v="39644" actId="478"/>
          <ac:spMkLst>
            <pc:docMk/>
            <pc:sldMk cId="2271939174" sldId="2641"/>
            <ac:spMk id="214" creationId="{02A0F772-CA55-AA5F-ACC1-769AA0B81DB4}"/>
          </ac:spMkLst>
        </pc:spChg>
        <pc:spChg chg="add del">
          <ac:chgData name="Owais Ahmed" userId="6abc7d4556b3b071" providerId="LiveId" clId="{D0A51F83-B713-4A4D-8105-C75936B8E1D2}" dt="2026-05-15T04:41:12.014" v="39642" actId="478"/>
          <ac:spMkLst>
            <pc:docMk/>
            <pc:sldMk cId="2271939174" sldId="2641"/>
            <ac:spMk id="215" creationId="{69E575CE-469A-9289-C0A8-FC767DDA5C0F}"/>
          </ac:spMkLst>
        </pc:spChg>
        <pc:spChg chg="add del">
          <ac:chgData name="Owais Ahmed" userId="6abc7d4556b3b071" providerId="LiveId" clId="{D0A51F83-B713-4A4D-8105-C75936B8E1D2}" dt="2026-05-15T04:41:35.909" v="39651" actId="478"/>
          <ac:spMkLst>
            <pc:docMk/>
            <pc:sldMk cId="2271939174" sldId="2641"/>
            <ac:spMk id="216" creationId="{B6081EE1-9D4D-0785-9280-03A1822E4DDB}"/>
          </ac:spMkLst>
        </pc:spChg>
        <pc:picChg chg="del mod">
          <ac:chgData name="Owais Ahmed" userId="6abc7d4556b3b071" providerId="LiveId" clId="{D0A51F83-B713-4A4D-8105-C75936B8E1D2}" dt="2026-05-15T04:18:57.482" v="39635" actId="478"/>
          <ac:picMkLst>
            <pc:docMk/>
            <pc:sldMk cId="2271939174" sldId="2641"/>
            <ac:picMk id="6" creationId="{7FE8DD7E-BB43-D811-E322-8E245501D3DF}"/>
          </ac:picMkLst>
        </pc:picChg>
        <pc:picChg chg="del mod">
          <ac:chgData name="Owais Ahmed" userId="6abc7d4556b3b071" providerId="LiveId" clId="{D0A51F83-B713-4A4D-8105-C75936B8E1D2}" dt="2026-05-15T04:18:57.482" v="39635" actId="478"/>
          <ac:picMkLst>
            <pc:docMk/>
            <pc:sldMk cId="2271939174" sldId="2641"/>
            <ac:picMk id="7" creationId="{CF2818F1-EB54-EC85-1C59-EEAFEBD71B16}"/>
          </ac:picMkLst>
        </pc:picChg>
        <pc:picChg chg="del mod">
          <ac:chgData name="Owais Ahmed" userId="6abc7d4556b3b071" providerId="LiveId" clId="{D0A51F83-B713-4A4D-8105-C75936B8E1D2}" dt="2026-05-15T04:18:57.482" v="39635" actId="478"/>
          <ac:picMkLst>
            <pc:docMk/>
            <pc:sldMk cId="2271939174" sldId="2641"/>
            <ac:picMk id="8" creationId="{F13BBCBA-3D74-5BC5-78D4-BEF52E9CA402}"/>
          </ac:picMkLst>
        </pc:picChg>
        <pc:picChg chg="del mod">
          <ac:chgData name="Owais Ahmed" userId="6abc7d4556b3b071" providerId="LiveId" clId="{D0A51F83-B713-4A4D-8105-C75936B8E1D2}" dt="2026-05-15T04:18:57.482" v="39635" actId="478"/>
          <ac:picMkLst>
            <pc:docMk/>
            <pc:sldMk cId="2271939174" sldId="2641"/>
            <ac:picMk id="9" creationId="{8AD3EED8-D01F-3148-5296-0E30FECB0660}"/>
          </ac:picMkLst>
        </pc:picChg>
        <pc:picChg chg="del mod">
          <ac:chgData name="Owais Ahmed" userId="6abc7d4556b3b071" providerId="LiveId" clId="{D0A51F83-B713-4A4D-8105-C75936B8E1D2}" dt="2026-05-15T04:18:57.482" v="39635" actId="478"/>
          <ac:picMkLst>
            <pc:docMk/>
            <pc:sldMk cId="2271939174" sldId="2641"/>
            <ac:picMk id="10" creationId="{1485038F-5A49-0767-4B87-060A37B2E06C}"/>
          </ac:picMkLst>
        </pc:picChg>
        <pc:picChg chg="del mod">
          <ac:chgData name="Owais Ahmed" userId="6abc7d4556b3b071" providerId="LiveId" clId="{D0A51F83-B713-4A4D-8105-C75936B8E1D2}" dt="2026-05-15T04:18:57.482" v="39635" actId="478"/>
          <ac:picMkLst>
            <pc:docMk/>
            <pc:sldMk cId="2271939174" sldId="2641"/>
            <ac:picMk id="11" creationId="{ABD4C3CA-F49B-E432-26AF-5A464BE171E6}"/>
          </ac:picMkLst>
        </pc:picChg>
        <pc:picChg chg="del mod">
          <ac:chgData name="Owais Ahmed" userId="6abc7d4556b3b071" providerId="LiveId" clId="{D0A51F83-B713-4A4D-8105-C75936B8E1D2}" dt="2026-05-15T04:18:57.482" v="39635" actId="478"/>
          <ac:picMkLst>
            <pc:docMk/>
            <pc:sldMk cId="2271939174" sldId="2641"/>
            <ac:picMk id="12" creationId="{489B4D7C-94FB-ABC8-C779-CFDBCE6D97E7}"/>
          </ac:picMkLst>
        </pc:picChg>
        <pc:picChg chg="del mod">
          <ac:chgData name="Owais Ahmed" userId="6abc7d4556b3b071" providerId="LiveId" clId="{D0A51F83-B713-4A4D-8105-C75936B8E1D2}" dt="2026-05-15T04:18:57.482" v="39635" actId="478"/>
          <ac:picMkLst>
            <pc:docMk/>
            <pc:sldMk cId="2271939174" sldId="2641"/>
            <ac:picMk id="13" creationId="{10C17783-AB16-F37C-15FE-A862B0022166}"/>
          </ac:picMkLst>
        </pc:picChg>
        <pc:picChg chg="del mod">
          <ac:chgData name="Owais Ahmed" userId="6abc7d4556b3b071" providerId="LiveId" clId="{D0A51F83-B713-4A4D-8105-C75936B8E1D2}" dt="2026-05-15T04:18:57.482" v="39635" actId="478"/>
          <ac:picMkLst>
            <pc:docMk/>
            <pc:sldMk cId="2271939174" sldId="2641"/>
            <ac:picMk id="16" creationId="{6F34AC18-8EE4-40A3-8F82-622049D2D4ED}"/>
          </ac:picMkLst>
        </pc:picChg>
        <pc:picChg chg="del mod">
          <ac:chgData name="Owais Ahmed" userId="6abc7d4556b3b071" providerId="LiveId" clId="{D0A51F83-B713-4A4D-8105-C75936B8E1D2}" dt="2026-05-15T04:18:57.482" v="39635" actId="478"/>
          <ac:picMkLst>
            <pc:docMk/>
            <pc:sldMk cId="2271939174" sldId="2641"/>
            <ac:picMk id="17" creationId="{78C870BD-7456-FDFC-2FF2-021EF56D31EA}"/>
          </ac:picMkLst>
        </pc:picChg>
        <pc:picChg chg="mod">
          <ac:chgData name="Owais Ahmed" userId="6abc7d4556b3b071" providerId="LiveId" clId="{D0A51F83-B713-4A4D-8105-C75936B8E1D2}" dt="2026-05-15T04:41:42.333" v="39652" actId="1076"/>
          <ac:picMkLst>
            <pc:docMk/>
            <pc:sldMk cId="2271939174" sldId="2641"/>
            <ac:picMk id="18" creationId="{AC6D84B4-4FD4-6806-7355-741094E9EFCB}"/>
          </ac:picMkLst>
        </pc:picChg>
      </pc:sldChg>
      <pc:sldChg chg="delSp modSp add mod ord delAnim modAnim">
        <pc:chgData name="Owais Ahmed" userId="6abc7d4556b3b071" providerId="LiveId" clId="{D0A51F83-B713-4A4D-8105-C75936B8E1D2}" dt="2026-05-15T05:51:53.281" v="40679" actId="20577"/>
        <pc:sldMkLst>
          <pc:docMk/>
          <pc:sldMk cId="759907744" sldId="2642"/>
        </pc:sldMkLst>
        <pc:spChg chg="mod">
          <ac:chgData name="Owais Ahmed" userId="6abc7d4556b3b071" providerId="LiveId" clId="{D0A51F83-B713-4A4D-8105-C75936B8E1D2}" dt="2026-05-15T05:51:53.281" v="40679" actId="20577"/>
          <ac:spMkLst>
            <pc:docMk/>
            <pc:sldMk cId="759907744" sldId="2642"/>
            <ac:spMk id="4" creationId="{922A8395-D5AA-9EBF-7F5D-62B33E8059FE}"/>
          </ac:spMkLst>
        </pc:spChg>
        <pc:picChg chg="mod">
          <ac:chgData name="Owais Ahmed" userId="6abc7d4556b3b071" providerId="LiveId" clId="{D0A51F83-B713-4A4D-8105-C75936B8E1D2}" dt="2026-05-15T04:19:20.817" v="39636" actId="1366"/>
          <ac:picMkLst>
            <pc:docMk/>
            <pc:sldMk cId="759907744" sldId="2642"/>
            <ac:picMk id="6" creationId="{AD050770-DFA1-90BD-864D-D2A897EB0B06}"/>
          </ac:picMkLst>
        </pc:picChg>
        <pc:picChg chg="mod">
          <ac:chgData name="Owais Ahmed" userId="6abc7d4556b3b071" providerId="LiveId" clId="{D0A51F83-B713-4A4D-8105-C75936B8E1D2}" dt="2026-05-15T04:19:20.817" v="39636" actId="1366"/>
          <ac:picMkLst>
            <pc:docMk/>
            <pc:sldMk cId="759907744" sldId="2642"/>
            <ac:picMk id="7" creationId="{A1FFB68C-A854-9471-63FE-303E94E11D68}"/>
          </ac:picMkLst>
        </pc:picChg>
        <pc:picChg chg="mod">
          <ac:chgData name="Owais Ahmed" userId="6abc7d4556b3b071" providerId="LiveId" clId="{D0A51F83-B713-4A4D-8105-C75936B8E1D2}" dt="2026-05-15T04:19:20.817" v="39636" actId="1366"/>
          <ac:picMkLst>
            <pc:docMk/>
            <pc:sldMk cId="759907744" sldId="2642"/>
            <ac:picMk id="8" creationId="{27073F88-1941-C8EB-ADB9-A6A01022CB44}"/>
          </ac:picMkLst>
        </pc:picChg>
        <pc:picChg chg="mod">
          <ac:chgData name="Owais Ahmed" userId="6abc7d4556b3b071" providerId="LiveId" clId="{D0A51F83-B713-4A4D-8105-C75936B8E1D2}" dt="2026-05-15T04:19:20.817" v="39636" actId="1366"/>
          <ac:picMkLst>
            <pc:docMk/>
            <pc:sldMk cId="759907744" sldId="2642"/>
            <ac:picMk id="9" creationId="{CF74485A-2994-76F3-1FF5-FD882C21576C}"/>
          </ac:picMkLst>
        </pc:picChg>
        <pc:picChg chg="mod">
          <ac:chgData name="Owais Ahmed" userId="6abc7d4556b3b071" providerId="LiveId" clId="{D0A51F83-B713-4A4D-8105-C75936B8E1D2}" dt="2026-05-15T04:19:20.817" v="39636" actId="1366"/>
          <ac:picMkLst>
            <pc:docMk/>
            <pc:sldMk cId="759907744" sldId="2642"/>
            <ac:picMk id="10" creationId="{B09BF6FC-A2E3-8687-184A-7B30B481B8E5}"/>
          </ac:picMkLst>
        </pc:picChg>
        <pc:picChg chg="mod">
          <ac:chgData name="Owais Ahmed" userId="6abc7d4556b3b071" providerId="LiveId" clId="{D0A51F83-B713-4A4D-8105-C75936B8E1D2}" dt="2026-05-15T04:53:39.013" v="39707" actId="1076"/>
          <ac:picMkLst>
            <pc:docMk/>
            <pc:sldMk cId="759907744" sldId="2642"/>
            <ac:picMk id="11" creationId="{A47B65BF-A140-253E-06C7-CD31CF6B1F15}"/>
          </ac:picMkLst>
        </pc:picChg>
        <pc:picChg chg="del mod">
          <ac:chgData name="Owais Ahmed" userId="6abc7d4556b3b071" providerId="LiveId" clId="{D0A51F83-B713-4A4D-8105-C75936B8E1D2}" dt="2026-05-15T04:53:35.321" v="39706" actId="478"/>
          <ac:picMkLst>
            <pc:docMk/>
            <pc:sldMk cId="759907744" sldId="2642"/>
            <ac:picMk id="12" creationId="{E5F56FF1-6799-AD77-50B0-869F80BA4E47}"/>
          </ac:picMkLst>
        </pc:picChg>
        <pc:picChg chg="del mod">
          <ac:chgData name="Owais Ahmed" userId="6abc7d4556b3b071" providerId="LiveId" clId="{D0A51F83-B713-4A4D-8105-C75936B8E1D2}" dt="2026-05-15T04:53:12.857" v="39698" actId="478"/>
          <ac:picMkLst>
            <pc:docMk/>
            <pc:sldMk cId="759907744" sldId="2642"/>
            <ac:picMk id="13" creationId="{C098A0E7-26F6-5BAE-A8A0-68B791061099}"/>
          </ac:picMkLst>
        </pc:picChg>
        <pc:picChg chg="mod">
          <ac:chgData name="Owais Ahmed" userId="6abc7d4556b3b071" providerId="LiveId" clId="{D0A51F83-B713-4A4D-8105-C75936B8E1D2}" dt="2026-05-15T04:19:20.817" v="39636" actId="1366"/>
          <ac:picMkLst>
            <pc:docMk/>
            <pc:sldMk cId="759907744" sldId="2642"/>
            <ac:picMk id="16" creationId="{4D0FE4C0-C204-FCFC-D4E4-62839D4D1643}"/>
          </ac:picMkLst>
        </pc:picChg>
        <pc:picChg chg="mod">
          <ac:chgData name="Owais Ahmed" userId="6abc7d4556b3b071" providerId="LiveId" clId="{D0A51F83-B713-4A4D-8105-C75936B8E1D2}" dt="2026-05-15T04:19:20.817" v="39636" actId="1366"/>
          <ac:picMkLst>
            <pc:docMk/>
            <pc:sldMk cId="759907744" sldId="2642"/>
            <ac:picMk id="17" creationId="{15BAE982-1459-B19A-ED41-A8F66441CD5B}"/>
          </ac:picMkLst>
        </pc:picChg>
      </pc:sldChg>
      <pc:sldChg chg="modSp add del mod ord modAnim modNotesTx">
        <pc:chgData name="Owais Ahmed" userId="6abc7d4556b3b071" providerId="LiveId" clId="{D0A51F83-B713-4A4D-8105-C75936B8E1D2}" dt="2026-05-15T03:54:20.224" v="38547" actId="47"/>
        <pc:sldMkLst>
          <pc:docMk/>
          <pc:sldMk cId="905223370" sldId="2642"/>
        </pc:sldMkLst>
      </pc:sldChg>
      <pc:sldChg chg="new del">
        <pc:chgData name="Owais Ahmed" userId="6abc7d4556b3b071" providerId="LiveId" clId="{D0A51F83-B713-4A4D-8105-C75936B8E1D2}" dt="2026-05-15T04:07:33.195" v="39191" actId="680"/>
        <pc:sldMkLst>
          <pc:docMk/>
          <pc:sldMk cId="3782721842" sldId="2642"/>
        </pc:sldMkLst>
      </pc:sldChg>
      <pc:sldChg chg="addSp delSp modSp add del mod ord modAnim modNotesTx">
        <pc:chgData name="Owais Ahmed" userId="6abc7d4556b3b071" providerId="LiveId" clId="{D0A51F83-B713-4A4D-8105-C75936B8E1D2}" dt="2026-05-15T03:54:20.433" v="38548" actId="47"/>
        <pc:sldMkLst>
          <pc:docMk/>
          <pc:sldMk cId="1641270579" sldId="2643"/>
        </pc:sldMkLst>
      </pc:sldChg>
      <pc:sldChg chg="addSp delSp modSp add mod ord delAnim modAnim modNotesTx">
        <pc:chgData name="Owais Ahmed" userId="6abc7d4556b3b071" providerId="LiveId" clId="{D0A51F83-B713-4A4D-8105-C75936B8E1D2}" dt="2026-05-15T06:00:10.538" v="41071" actId="20577"/>
        <pc:sldMkLst>
          <pc:docMk/>
          <pc:sldMk cId="3959636948" sldId="2643"/>
        </pc:sldMkLst>
        <pc:spChg chg="del mod">
          <ac:chgData name="Owais Ahmed" userId="6abc7d4556b3b071" providerId="LiveId" clId="{D0A51F83-B713-4A4D-8105-C75936B8E1D2}" dt="2026-05-15T05:09:20.408" v="39736" actId="478"/>
          <ac:spMkLst>
            <pc:docMk/>
            <pc:sldMk cId="3959636948" sldId="2643"/>
            <ac:spMk id="4" creationId="{9D58FCCD-2F5C-69E5-1997-B79A6C198091}"/>
          </ac:spMkLst>
        </pc:spChg>
        <pc:spChg chg="add mod">
          <ac:chgData name="Owais Ahmed" userId="6abc7d4556b3b071" providerId="LiveId" clId="{D0A51F83-B713-4A4D-8105-C75936B8E1D2}" dt="2026-05-15T05:57:51.198" v="40705" actId="113"/>
          <ac:spMkLst>
            <pc:docMk/>
            <pc:sldMk cId="3959636948" sldId="2643"/>
            <ac:spMk id="5" creationId="{EC3837FF-3E08-9B5B-86A1-9DCD4626605F}"/>
          </ac:spMkLst>
        </pc:spChg>
        <pc:spChg chg="del">
          <ac:chgData name="Owais Ahmed" userId="6abc7d4556b3b071" providerId="LiveId" clId="{D0A51F83-B713-4A4D-8105-C75936B8E1D2}" dt="2026-05-15T05:09:47.141" v="39740" actId="478"/>
          <ac:spMkLst>
            <pc:docMk/>
            <pc:sldMk cId="3959636948" sldId="2643"/>
            <ac:spMk id="89" creationId="{04CB25DE-D207-9057-EAFE-488576630879}"/>
          </ac:spMkLst>
        </pc:spChg>
        <pc:spChg chg="del">
          <ac:chgData name="Owais Ahmed" userId="6abc7d4556b3b071" providerId="LiveId" clId="{D0A51F83-B713-4A4D-8105-C75936B8E1D2}" dt="2026-05-15T05:09:34.051" v="39737" actId="478"/>
          <ac:spMkLst>
            <pc:docMk/>
            <pc:sldMk cId="3959636948" sldId="2643"/>
            <ac:spMk id="214" creationId="{39D18C0C-E095-AD1D-01FC-A23810ED4BC1}"/>
          </ac:spMkLst>
        </pc:spChg>
        <pc:spChg chg="mod">
          <ac:chgData name="Owais Ahmed" userId="6abc7d4556b3b071" providerId="LiveId" clId="{D0A51F83-B713-4A4D-8105-C75936B8E1D2}" dt="2026-05-15T05:10:14.777" v="39760" actId="14100"/>
          <ac:spMkLst>
            <pc:docMk/>
            <pc:sldMk cId="3959636948" sldId="2643"/>
            <ac:spMk id="215" creationId="{94033834-D9D1-2DC9-F920-5B0BFB9C8697}"/>
          </ac:spMkLst>
        </pc:spChg>
        <pc:spChg chg="del">
          <ac:chgData name="Owais Ahmed" userId="6abc7d4556b3b071" providerId="LiveId" clId="{D0A51F83-B713-4A4D-8105-C75936B8E1D2}" dt="2026-05-15T05:09:36.648" v="39738" actId="478"/>
          <ac:spMkLst>
            <pc:docMk/>
            <pc:sldMk cId="3959636948" sldId="2643"/>
            <ac:spMk id="216" creationId="{D5F8CB58-7B2E-302F-5220-52ED7ED12B11}"/>
          </ac:spMkLst>
        </pc:spChg>
        <pc:picChg chg="mod">
          <ac:chgData name="Owais Ahmed" userId="6abc7d4556b3b071" providerId="LiveId" clId="{D0A51F83-B713-4A4D-8105-C75936B8E1D2}" dt="2026-05-15T05:10:07.552" v="39759" actId="1076"/>
          <ac:picMkLst>
            <pc:docMk/>
            <pc:sldMk cId="3959636948" sldId="2643"/>
            <ac:picMk id="3" creationId="{94F4E188-67A8-5891-3AD1-8DCB06E72585}"/>
          </ac:picMkLst>
        </pc:picChg>
        <pc:picChg chg="del">
          <ac:chgData name="Owais Ahmed" userId="6abc7d4556b3b071" providerId="LiveId" clId="{D0A51F83-B713-4A4D-8105-C75936B8E1D2}" dt="2026-05-15T05:09:09.104" v="39731" actId="478"/>
          <ac:picMkLst>
            <pc:docMk/>
            <pc:sldMk cId="3959636948" sldId="2643"/>
            <ac:picMk id="6" creationId="{B9E133EE-0A18-BEDC-A70B-1121685C7E02}"/>
          </ac:picMkLst>
        </pc:picChg>
        <pc:picChg chg="del">
          <ac:chgData name="Owais Ahmed" userId="6abc7d4556b3b071" providerId="LiveId" clId="{D0A51F83-B713-4A4D-8105-C75936B8E1D2}" dt="2026-05-15T05:09:09.104" v="39731" actId="478"/>
          <ac:picMkLst>
            <pc:docMk/>
            <pc:sldMk cId="3959636948" sldId="2643"/>
            <ac:picMk id="7" creationId="{85BA07DD-DBB1-D3F7-337B-C1AF047BA90A}"/>
          </ac:picMkLst>
        </pc:picChg>
        <pc:picChg chg="del">
          <ac:chgData name="Owais Ahmed" userId="6abc7d4556b3b071" providerId="LiveId" clId="{D0A51F83-B713-4A4D-8105-C75936B8E1D2}" dt="2026-05-15T05:09:09.104" v="39731" actId="478"/>
          <ac:picMkLst>
            <pc:docMk/>
            <pc:sldMk cId="3959636948" sldId="2643"/>
            <ac:picMk id="8" creationId="{83B8B62C-61E0-CA98-57FD-123BB18734CD}"/>
          </ac:picMkLst>
        </pc:picChg>
        <pc:picChg chg="del">
          <ac:chgData name="Owais Ahmed" userId="6abc7d4556b3b071" providerId="LiveId" clId="{D0A51F83-B713-4A4D-8105-C75936B8E1D2}" dt="2026-05-15T05:09:09.104" v="39731" actId="478"/>
          <ac:picMkLst>
            <pc:docMk/>
            <pc:sldMk cId="3959636948" sldId="2643"/>
            <ac:picMk id="9" creationId="{99930C20-FA2C-2C0D-4086-97F5E5B3476A}"/>
          </ac:picMkLst>
        </pc:picChg>
        <pc:picChg chg="del">
          <ac:chgData name="Owais Ahmed" userId="6abc7d4556b3b071" providerId="LiveId" clId="{D0A51F83-B713-4A4D-8105-C75936B8E1D2}" dt="2026-05-15T05:09:09.104" v="39731" actId="478"/>
          <ac:picMkLst>
            <pc:docMk/>
            <pc:sldMk cId="3959636948" sldId="2643"/>
            <ac:picMk id="10" creationId="{560F441F-AD6A-B1EF-CFDE-F9F9F5C6902C}"/>
          </ac:picMkLst>
        </pc:picChg>
        <pc:picChg chg="del">
          <ac:chgData name="Owais Ahmed" userId="6abc7d4556b3b071" providerId="LiveId" clId="{D0A51F83-B713-4A4D-8105-C75936B8E1D2}" dt="2026-05-15T05:09:09.104" v="39731" actId="478"/>
          <ac:picMkLst>
            <pc:docMk/>
            <pc:sldMk cId="3959636948" sldId="2643"/>
            <ac:picMk id="11" creationId="{01E350A1-FA43-03EC-9F6B-260986306C6E}"/>
          </ac:picMkLst>
        </pc:picChg>
        <pc:picChg chg="del">
          <ac:chgData name="Owais Ahmed" userId="6abc7d4556b3b071" providerId="LiveId" clId="{D0A51F83-B713-4A4D-8105-C75936B8E1D2}" dt="2026-05-15T05:09:09.104" v="39731" actId="478"/>
          <ac:picMkLst>
            <pc:docMk/>
            <pc:sldMk cId="3959636948" sldId="2643"/>
            <ac:picMk id="16" creationId="{F4E0FED2-DBF3-1210-F0B9-5487160B5FF5}"/>
          </ac:picMkLst>
        </pc:picChg>
        <pc:picChg chg="del">
          <ac:chgData name="Owais Ahmed" userId="6abc7d4556b3b071" providerId="LiveId" clId="{D0A51F83-B713-4A4D-8105-C75936B8E1D2}" dt="2026-05-15T05:09:09.104" v="39731" actId="478"/>
          <ac:picMkLst>
            <pc:docMk/>
            <pc:sldMk cId="3959636948" sldId="2643"/>
            <ac:picMk id="17" creationId="{8659EEC5-3A9F-7150-F4B2-7D597EC8704C}"/>
          </ac:picMkLst>
        </pc:picChg>
      </pc:sldChg>
      <pc:sldChg chg="modSp add del mod ord">
        <pc:chgData name="Owais Ahmed" userId="6abc7d4556b3b071" providerId="LiveId" clId="{D0A51F83-B713-4A4D-8105-C75936B8E1D2}" dt="2026-05-15T03:54:20.647" v="38549" actId="47"/>
        <pc:sldMkLst>
          <pc:docMk/>
          <pc:sldMk cId="1578629550" sldId="2644"/>
        </pc:sldMkLst>
      </pc:sldChg>
      <pc:sldChg chg="delSp modSp add mod ord delAnim modAnim">
        <pc:chgData name="Owais Ahmed" userId="6abc7d4556b3b071" providerId="LiveId" clId="{D0A51F83-B713-4A4D-8105-C75936B8E1D2}" dt="2026-05-15T06:06:26.213" v="41542" actId="6549"/>
        <pc:sldMkLst>
          <pc:docMk/>
          <pc:sldMk cId="2951622684" sldId="2644"/>
        </pc:sldMkLst>
        <pc:spChg chg="mod">
          <ac:chgData name="Owais Ahmed" userId="6abc7d4556b3b071" providerId="LiveId" clId="{D0A51F83-B713-4A4D-8105-C75936B8E1D2}" dt="2026-05-15T06:06:26.213" v="41542" actId="6549"/>
          <ac:spMkLst>
            <pc:docMk/>
            <pc:sldMk cId="2951622684" sldId="2644"/>
            <ac:spMk id="4" creationId="{19F0C188-4048-5812-1961-A57EADD19C3A}"/>
          </ac:spMkLst>
        </pc:spChg>
        <pc:spChg chg="mod">
          <ac:chgData name="Owais Ahmed" userId="6abc7d4556b3b071" providerId="LiveId" clId="{D0A51F83-B713-4A4D-8105-C75936B8E1D2}" dt="2026-05-15T05:15:32.848" v="40466" actId="20577"/>
          <ac:spMkLst>
            <pc:docMk/>
            <pc:sldMk cId="2951622684" sldId="2644"/>
            <ac:spMk id="215" creationId="{C4E90B8A-2A2D-0093-5BFA-003A11C20DAE}"/>
          </ac:spMkLst>
        </pc:spChg>
        <pc:picChg chg="del">
          <ac:chgData name="Owais Ahmed" userId="6abc7d4556b3b071" providerId="LiveId" clId="{D0A51F83-B713-4A4D-8105-C75936B8E1D2}" dt="2026-05-15T05:15:35.788" v="40467" actId="478"/>
          <ac:picMkLst>
            <pc:docMk/>
            <pc:sldMk cId="2951622684" sldId="2644"/>
            <ac:picMk id="6" creationId="{37AE490E-BDEC-F4D8-4C0D-70DFF0F26EA8}"/>
          </ac:picMkLst>
        </pc:picChg>
        <pc:picChg chg="del">
          <ac:chgData name="Owais Ahmed" userId="6abc7d4556b3b071" providerId="LiveId" clId="{D0A51F83-B713-4A4D-8105-C75936B8E1D2}" dt="2026-05-15T05:15:35.788" v="40467" actId="478"/>
          <ac:picMkLst>
            <pc:docMk/>
            <pc:sldMk cId="2951622684" sldId="2644"/>
            <ac:picMk id="7" creationId="{3DFF4FAC-DD14-5BB3-5269-2091876155C4}"/>
          </ac:picMkLst>
        </pc:picChg>
        <pc:picChg chg="del">
          <ac:chgData name="Owais Ahmed" userId="6abc7d4556b3b071" providerId="LiveId" clId="{D0A51F83-B713-4A4D-8105-C75936B8E1D2}" dt="2026-05-15T05:15:35.788" v="40467" actId="478"/>
          <ac:picMkLst>
            <pc:docMk/>
            <pc:sldMk cId="2951622684" sldId="2644"/>
            <ac:picMk id="8" creationId="{26E627BC-170D-1DD0-7C4E-15B157F6EEC4}"/>
          </ac:picMkLst>
        </pc:picChg>
        <pc:picChg chg="del">
          <ac:chgData name="Owais Ahmed" userId="6abc7d4556b3b071" providerId="LiveId" clId="{D0A51F83-B713-4A4D-8105-C75936B8E1D2}" dt="2026-05-15T05:15:35.788" v="40467" actId="478"/>
          <ac:picMkLst>
            <pc:docMk/>
            <pc:sldMk cId="2951622684" sldId="2644"/>
            <ac:picMk id="9" creationId="{7D41CD91-63A2-ACAC-E562-EE3355E3F59B}"/>
          </ac:picMkLst>
        </pc:picChg>
        <pc:picChg chg="del">
          <ac:chgData name="Owais Ahmed" userId="6abc7d4556b3b071" providerId="LiveId" clId="{D0A51F83-B713-4A4D-8105-C75936B8E1D2}" dt="2026-05-15T05:15:35.788" v="40467" actId="478"/>
          <ac:picMkLst>
            <pc:docMk/>
            <pc:sldMk cId="2951622684" sldId="2644"/>
            <ac:picMk id="10" creationId="{D95DD15D-BD7E-3362-91AF-C875C4D61AD2}"/>
          </ac:picMkLst>
        </pc:picChg>
        <pc:picChg chg="del">
          <ac:chgData name="Owais Ahmed" userId="6abc7d4556b3b071" providerId="LiveId" clId="{D0A51F83-B713-4A4D-8105-C75936B8E1D2}" dt="2026-05-15T05:15:35.788" v="40467" actId="478"/>
          <ac:picMkLst>
            <pc:docMk/>
            <pc:sldMk cId="2951622684" sldId="2644"/>
            <ac:picMk id="11" creationId="{8E28F6D7-D947-7CC6-09DE-9719AF02230B}"/>
          </ac:picMkLst>
        </pc:picChg>
        <pc:picChg chg="del">
          <ac:chgData name="Owais Ahmed" userId="6abc7d4556b3b071" providerId="LiveId" clId="{D0A51F83-B713-4A4D-8105-C75936B8E1D2}" dt="2026-05-15T05:15:35.788" v="40467" actId="478"/>
          <ac:picMkLst>
            <pc:docMk/>
            <pc:sldMk cId="2951622684" sldId="2644"/>
            <ac:picMk id="16" creationId="{D6DDF152-18FF-A346-DE78-44B75CD574AC}"/>
          </ac:picMkLst>
        </pc:picChg>
        <pc:picChg chg="del">
          <ac:chgData name="Owais Ahmed" userId="6abc7d4556b3b071" providerId="LiveId" clId="{D0A51F83-B713-4A4D-8105-C75936B8E1D2}" dt="2026-05-15T05:15:35.788" v="40467" actId="478"/>
          <ac:picMkLst>
            <pc:docMk/>
            <pc:sldMk cId="2951622684" sldId="2644"/>
            <ac:picMk id="17" creationId="{70BE64E0-1845-5ACB-2F93-621F98B6C259}"/>
          </ac:picMkLst>
        </pc:picChg>
      </pc:sldChg>
      <pc:sldChg chg="del">
        <pc:chgData name="Owais Ahmed" userId="6abc7d4556b3b071" providerId="LiveId" clId="{D0A51F83-B713-4A4D-8105-C75936B8E1D2}" dt="2026-05-15T03:54:20.866" v="38550" actId="47"/>
        <pc:sldMkLst>
          <pc:docMk/>
          <pc:sldMk cId="706949483" sldId="2645"/>
        </pc:sldMkLst>
      </pc:sldChg>
      <pc:sldChg chg="addSp delSp modSp add mod ord addAnim delAnim modAnim">
        <pc:chgData name="Owais Ahmed" userId="6abc7d4556b3b071" providerId="LiveId" clId="{D0A51F83-B713-4A4D-8105-C75936B8E1D2}" dt="2026-05-15T06:49:15.481" v="42251"/>
        <pc:sldMkLst>
          <pc:docMk/>
          <pc:sldMk cId="1895351983" sldId="2645"/>
        </pc:sldMkLst>
        <pc:spChg chg="mod">
          <ac:chgData name="Owais Ahmed" userId="6abc7d4556b3b071" providerId="LiveId" clId="{D0A51F83-B713-4A4D-8105-C75936B8E1D2}" dt="2026-05-15T06:49:07.328" v="42248" actId="20577"/>
          <ac:spMkLst>
            <pc:docMk/>
            <pc:sldMk cId="1895351983" sldId="2645"/>
            <ac:spMk id="4" creationId="{D68EA10F-610A-79BA-06B4-8C30C3D8C4FB}"/>
          </ac:spMkLst>
        </pc:spChg>
        <pc:spChg chg="add del mod">
          <ac:chgData name="Owais Ahmed" userId="6abc7d4556b3b071" providerId="LiveId" clId="{D0A51F83-B713-4A4D-8105-C75936B8E1D2}" dt="2026-05-15T06:17:38.259" v="41965" actId="478"/>
          <ac:spMkLst>
            <pc:docMk/>
            <pc:sldMk cId="1895351983" sldId="2645"/>
            <ac:spMk id="7" creationId="{6256E290-076C-D210-6B2C-ED134FEA9F23}"/>
          </ac:spMkLst>
        </pc:spChg>
        <pc:picChg chg="add">
          <ac:chgData name="Owais Ahmed" userId="6abc7d4556b3b071" providerId="LiveId" clId="{D0A51F83-B713-4A4D-8105-C75936B8E1D2}" dt="2026-05-15T06:16:47.562" v="41962"/>
          <ac:picMkLst>
            <pc:docMk/>
            <pc:sldMk cId="1895351983" sldId="2645"/>
            <ac:picMk id="3" creationId="{FD9F2247-86C2-3C17-1EA7-557D2A8E2DF0}"/>
          </ac:picMkLst>
        </pc:picChg>
        <pc:picChg chg="add del mod">
          <ac:chgData name="Owais Ahmed" userId="6abc7d4556b3b071" providerId="LiveId" clId="{D0A51F83-B713-4A4D-8105-C75936B8E1D2}" dt="2026-05-15T06:17:46.674" v="41967" actId="478"/>
          <ac:picMkLst>
            <pc:docMk/>
            <pc:sldMk cId="1895351983" sldId="2645"/>
            <ac:picMk id="6" creationId="{C2E53A75-248F-3AA2-3800-D3F44816397C}"/>
          </ac:picMkLst>
        </pc:picChg>
        <pc:picChg chg="add mod">
          <ac:chgData name="Owais Ahmed" userId="6abc7d4556b3b071" providerId="LiveId" clId="{D0A51F83-B713-4A4D-8105-C75936B8E1D2}" dt="2026-05-15T06:22:06.534" v="41992" actId="1076"/>
          <ac:picMkLst>
            <pc:docMk/>
            <pc:sldMk cId="1895351983" sldId="2645"/>
            <ac:picMk id="8" creationId="{C42CD2DB-323C-F09D-76C3-31B99BB31DF3}"/>
          </ac:picMkLst>
        </pc:picChg>
        <pc:picChg chg="add mod">
          <ac:chgData name="Owais Ahmed" userId="6abc7d4556b3b071" providerId="LiveId" clId="{D0A51F83-B713-4A4D-8105-C75936B8E1D2}" dt="2026-05-15T06:22:01.158" v="41990" actId="1076"/>
          <ac:picMkLst>
            <pc:docMk/>
            <pc:sldMk cId="1895351983" sldId="2645"/>
            <ac:picMk id="10" creationId="{A2227175-79A6-0E6D-3617-307AA96F9B08}"/>
          </ac:picMkLst>
        </pc:picChg>
        <pc:picChg chg="mod">
          <ac:chgData name="Owais Ahmed" userId="6abc7d4556b3b071" providerId="LiveId" clId="{D0A51F83-B713-4A4D-8105-C75936B8E1D2}" dt="2026-05-15T06:24:21.893" v="42010" actId="1076"/>
          <ac:picMkLst>
            <pc:docMk/>
            <pc:sldMk cId="1895351983" sldId="2645"/>
            <ac:picMk id="11" creationId="{05649C52-4008-2244-B2B5-F7121790FD86}"/>
          </ac:picMkLst>
        </pc:picChg>
        <pc:picChg chg="mod">
          <ac:chgData name="Owais Ahmed" userId="6abc7d4556b3b071" providerId="LiveId" clId="{D0A51F83-B713-4A4D-8105-C75936B8E1D2}" dt="2026-05-15T06:24:19.589" v="42009" actId="1076"/>
          <ac:picMkLst>
            <pc:docMk/>
            <pc:sldMk cId="1895351983" sldId="2645"/>
            <ac:picMk id="12" creationId="{23B3EFDE-7B6F-EED7-D720-F0C1EA55C8A5}"/>
          </ac:picMkLst>
        </pc:picChg>
      </pc:sldChg>
      <pc:sldChg chg="del">
        <pc:chgData name="Owais Ahmed" userId="6abc7d4556b3b071" providerId="LiveId" clId="{D0A51F83-B713-4A4D-8105-C75936B8E1D2}" dt="2026-05-15T03:54:23.817" v="38551" actId="47"/>
        <pc:sldMkLst>
          <pc:docMk/>
          <pc:sldMk cId="886801933" sldId="2646"/>
        </pc:sldMkLst>
      </pc:sldChg>
      <pc:sldChg chg="addSp delSp modSp add del mod ord modAnim">
        <pc:chgData name="Owais Ahmed" userId="6abc7d4556b3b071" providerId="LiveId" clId="{D0A51F83-B713-4A4D-8105-C75936B8E1D2}" dt="2026-05-15T06:18:45.128" v="41975" actId="47"/>
        <pc:sldMkLst>
          <pc:docMk/>
          <pc:sldMk cId="2274228701" sldId="2646"/>
        </pc:sldMkLst>
        <pc:spChg chg="mod">
          <ac:chgData name="Owais Ahmed" userId="6abc7d4556b3b071" providerId="LiveId" clId="{D0A51F83-B713-4A4D-8105-C75936B8E1D2}" dt="2026-05-15T06:18:00.899" v="41970" actId="6549"/>
          <ac:spMkLst>
            <pc:docMk/>
            <pc:sldMk cId="2274228701" sldId="2646"/>
            <ac:spMk id="4" creationId="{ED5FB56A-F1BB-8F79-061F-E881DDA843BA}"/>
          </ac:spMkLst>
        </pc:spChg>
        <pc:picChg chg="add del">
          <ac:chgData name="Owais Ahmed" userId="6abc7d4556b3b071" providerId="LiveId" clId="{D0A51F83-B713-4A4D-8105-C75936B8E1D2}" dt="2026-05-15T06:18:39.690" v="41973" actId="22"/>
          <ac:picMkLst>
            <pc:docMk/>
            <pc:sldMk cId="2274228701" sldId="2646"/>
            <ac:picMk id="3" creationId="{926EFF72-71D4-9779-E68D-760612872B3B}"/>
          </ac:picMkLst>
        </pc:picChg>
      </pc:sldChg>
      <pc:sldChg chg="addSp delSp modSp add mod addAnim delAnim modAnim">
        <pc:chgData name="Owais Ahmed" userId="6abc7d4556b3b071" providerId="LiveId" clId="{D0A51F83-B713-4A4D-8105-C75936B8E1D2}" dt="2026-05-15T06:36:25.212" v="42119"/>
        <pc:sldMkLst>
          <pc:docMk/>
          <pc:sldMk cId="486730368" sldId="2647"/>
        </pc:sldMkLst>
        <pc:spChg chg="mod">
          <ac:chgData name="Owais Ahmed" userId="6abc7d4556b3b071" providerId="LiveId" clId="{D0A51F83-B713-4A4D-8105-C75936B8E1D2}" dt="2026-05-15T06:31:40.425" v="42089" actId="20577"/>
          <ac:spMkLst>
            <pc:docMk/>
            <pc:sldMk cId="486730368" sldId="2647"/>
            <ac:spMk id="4" creationId="{1064A5C0-09C9-889E-2DA3-8B2A0445EA07}"/>
          </ac:spMkLst>
        </pc:spChg>
        <pc:spChg chg="add del">
          <ac:chgData name="Owais Ahmed" userId="6abc7d4556b3b071" providerId="LiveId" clId="{D0A51F83-B713-4A4D-8105-C75936B8E1D2}" dt="2026-05-15T06:31:23.040" v="42070" actId="22"/>
          <ac:spMkLst>
            <pc:docMk/>
            <pc:sldMk cId="486730368" sldId="2647"/>
            <ac:spMk id="9" creationId="{22CF55F4-E4B3-3DF9-6110-1862C6E77165}"/>
          </ac:spMkLst>
        </pc:spChg>
        <pc:spChg chg="add del">
          <ac:chgData name="Owais Ahmed" userId="6abc7d4556b3b071" providerId="LiveId" clId="{D0A51F83-B713-4A4D-8105-C75936B8E1D2}" dt="2026-05-15T06:35:20.845" v="42098" actId="22"/>
          <ac:spMkLst>
            <pc:docMk/>
            <pc:sldMk cId="486730368" sldId="2647"/>
            <ac:spMk id="13" creationId="{91A67A8E-9A66-83E2-2A07-A3D3723744D9}"/>
          </ac:spMkLst>
        </pc:spChg>
        <pc:picChg chg="mod modCrop">
          <ac:chgData name="Owais Ahmed" userId="6abc7d4556b3b071" providerId="LiveId" clId="{D0A51F83-B713-4A4D-8105-C75936B8E1D2}" dt="2026-05-15T06:30:14.789" v="42062" actId="1076"/>
          <ac:picMkLst>
            <pc:docMk/>
            <pc:sldMk cId="486730368" sldId="2647"/>
            <ac:picMk id="3" creationId="{F881223A-6281-F389-C0A3-7D0ADF17EA45}"/>
          </ac:picMkLst>
        </pc:picChg>
        <pc:picChg chg="add mod modCrop">
          <ac:chgData name="Owais Ahmed" userId="6abc7d4556b3b071" providerId="LiveId" clId="{D0A51F83-B713-4A4D-8105-C75936B8E1D2}" dt="2026-05-15T06:30:14.789" v="42062" actId="1076"/>
          <ac:picMkLst>
            <pc:docMk/>
            <pc:sldMk cId="486730368" sldId="2647"/>
            <ac:picMk id="5" creationId="{D95FC1E2-024C-8BF1-F708-1766613509F7}"/>
          </ac:picMkLst>
        </pc:picChg>
        <pc:picChg chg="mod">
          <ac:chgData name="Owais Ahmed" userId="6abc7d4556b3b071" providerId="LiveId" clId="{D0A51F83-B713-4A4D-8105-C75936B8E1D2}" dt="2026-05-15T06:30:14.789" v="42062" actId="1076"/>
          <ac:picMkLst>
            <pc:docMk/>
            <pc:sldMk cId="486730368" sldId="2647"/>
            <ac:picMk id="6" creationId="{B9388F25-9FF2-B780-866A-C9C10792A44F}"/>
          </ac:picMkLst>
        </pc:picChg>
        <pc:picChg chg="mod">
          <ac:chgData name="Owais Ahmed" userId="6abc7d4556b3b071" providerId="LiveId" clId="{D0A51F83-B713-4A4D-8105-C75936B8E1D2}" dt="2026-05-15T06:30:46.439" v="42067" actId="1076"/>
          <ac:picMkLst>
            <pc:docMk/>
            <pc:sldMk cId="486730368" sldId="2647"/>
            <ac:picMk id="7" creationId="{3B481A41-24F5-9EBF-9E2A-B4ECACF9025F}"/>
          </ac:picMkLst>
        </pc:picChg>
        <pc:picChg chg="add del">
          <ac:chgData name="Owais Ahmed" userId="6abc7d4556b3b071" providerId="LiveId" clId="{D0A51F83-B713-4A4D-8105-C75936B8E1D2}" dt="2026-05-15T06:35:03.428" v="42092" actId="22"/>
          <ac:picMkLst>
            <pc:docMk/>
            <pc:sldMk cId="486730368" sldId="2647"/>
            <ac:picMk id="10" creationId="{4A51738B-3F20-DC89-EBE1-A4BBD8356DF3}"/>
          </ac:picMkLst>
        </pc:picChg>
        <pc:picChg chg="add mod">
          <ac:chgData name="Owais Ahmed" userId="6abc7d4556b3b071" providerId="LiveId" clId="{D0A51F83-B713-4A4D-8105-C75936B8E1D2}" dt="2026-05-15T06:35:17.060" v="42096" actId="1076"/>
          <ac:picMkLst>
            <pc:docMk/>
            <pc:sldMk cId="486730368" sldId="2647"/>
            <ac:picMk id="11" creationId="{73AF4AEC-4659-8EB9-2278-44A582973BE9}"/>
          </ac:picMkLst>
        </pc:picChg>
        <pc:picChg chg="add mod">
          <ac:chgData name="Owais Ahmed" userId="6abc7d4556b3b071" providerId="LiveId" clId="{D0A51F83-B713-4A4D-8105-C75936B8E1D2}" dt="2026-05-15T06:35:34.987" v="42103" actId="1076"/>
          <ac:picMkLst>
            <pc:docMk/>
            <pc:sldMk cId="486730368" sldId="2647"/>
            <ac:picMk id="14" creationId="{C71B1ADC-F15A-725B-1737-44D7ABF4E74B}"/>
          </ac:picMkLst>
        </pc:picChg>
      </pc:sldChg>
      <pc:sldChg chg="add">
        <pc:chgData name="Owais Ahmed" userId="6abc7d4556b3b071" providerId="LiveId" clId="{D0A51F83-B713-4A4D-8105-C75936B8E1D2}" dt="2026-05-15T06:49:13.766" v="42249" actId="2890"/>
        <pc:sldMkLst>
          <pc:docMk/>
          <pc:sldMk cId="3912819553" sldId="2648"/>
        </pc:sldMkLst>
      </pc:sldChg>
      <pc:sldChg chg="addSp delSp modSp add mod ord delAnim modAnim">
        <pc:chgData name="Owais Ahmed" userId="6abc7d4556b3b071" providerId="LiveId" clId="{D0A51F83-B713-4A4D-8105-C75936B8E1D2}" dt="2026-05-16T05:18:10.146" v="42676" actId="113"/>
        <pc:sldMkLst>
          <pc:docMk/>
          <pc:sldMk cId="1814410056" sldId="2649"/>
        </pc:sldMkLst>
        <pc:spChg chg="del">
          <ac:chgData name="Owais Ahmed" userId="6abc7d4556b3b071" providerId="LiveId" clId="{D0A51F83-B713-4A4D-8105-C75936B8E1D2}" dt="2026-05-16T05:11:25.865" v="42255" actId="478"/>
          <ac:spMkLst>
            <pc:docMk/>
            <pc:sldMk cId="1814410056" sldId="2649"/>
            <ac:spMk id="4" creationId="{3713DF4A-83D4-4700-5781-144EC2CE8718}"/>
          </ac:spMkLst>
        </pc:spChg>
        <pc:spChg chg="add mod">
          <ac:chgData name="Owais Ahmed" userId="6abc7d4556b3b071" providerId="LiveId" clId="{D0A51F83-B713-4A4D-8105-C75936B8E1D2}" dt="2026-05-16T05:18:10.146" v="42676" actId="113"/>
          <ac:spMkLst>
            <pc:docMk/>
            <pc:sldMk cId="1814410056" sldId="2649"/>
            <ac:spMk id="6" creationId="{7E85C7E0-25FF-830F-26C0-0156BA7ABB8D}"/>
          </ac:spMkLst>
        </pc:spChg>
        <pc:spChg chg="mod">
          <ac:chgData name="Owais Ahmed" userId="6abc7d4556b3b071" providerId="LiveId" clId="{D0A51F83-B713-4A4D-8105-C75936B8E1D2}" dt="2026-05-16T05:12:42.776" v="42291" actId="20577"/>
          <ac:spMkLst>
            <pc:docMk/>
            <pc:sldMk cId="1814410056" sldId="2649"/>
            <ac:spMk id="215" creationId="{D0CC7322-7D32-03C4-14AE-0E96BF3822AA}"/>
          </ac:spMkLst>
        </pc:spChg>
        <pc:picChg chg="add del mod">
          <ac:chgData name="Owais Ahmed" userId="6abc7d4556b3b071" providerId="LiveId" clId="{D0A51F83-B713-4A4D-8105-C75936B8E1D2}" dt="2026-05-16T05:11:35.544" v="42259" actId="478"/>
          <ac:picMkLst>
            <pc:docMk/>
            <pc:sldMk cId="1814410056" sldId="2649"/>
            <ac:picMk id="3" creationId="{3CCBFC7E-2CC9-8DF0-B0DB-895E56CA944A}"/>
          </ac:picMkLst>
        </pc:picChg>
        <pc:picChg chg="add del mod">
          <ac:chgData name="Owais Ahmed" userId="6abc7d4556b3b071" providerId="LiveId" clId="{D0A51F83-B713-4A4D-8105-C75936B8E1D2}" dt="2026-05-16T05:16:10.526" v="42435" actId="478"/>
          <ac:picMkLst>
            <pc:docMk/>
            <pc:sldMk cId="1814410056" sldId="2649"/>
            <ac:picMk id="5" creationId="{BF7FC80C-B95D-A328-A0E0-7EB1909CB336}"/>
          </ac:picMkLst>
        </pc:picChg>
        <pc:picChg chg="mod">
          <ac:chgData name="Owais Ahmed" userId="6abc7d4556b3b071" providerId="LiveId" clId="{D0A51F83-B713-4A4D-8105-C75936B8E1D2}" dt="2026-05-16T05:16:53.029" v="42439" actId="14100"/>
          <ac:picMkLst>
            <pc:docMk/>
            <pc:sldMk cId="1814410056" sldId="2649"/>
            <ac:picMk id="7" creationId="{5186BCCE-BDD2-2300-18C5-755996E6A67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4ADD06-AD04-4C0A-96E6-9FD9724FE3A4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PK"/>
        </a:p>
      </dgm:t>
    </dgm:pt>
    <dgm:pt modelId="{2E2A766C-9EA7-406D-BB1A-72C1672415E7}">
      <dgm:prSet phldrT="[Text]" phldr="0"/>
      <dgm:spPr/>
      <dgm:t>
        <a:bodyPr/>
        <a:lstStyle/>
        <a:p>
          <a:r>
            <a:rPr lang="en-GB" noProof="0" dirty="0"/>
            <a:t>Behavioural Diagrams</a:t>
          </a:r>
        </a:p>
      </dgm:t>
    </dgm:pt>
    <dgm:pt modelId="{A10D0EF2-6755-44CF-9112-F563663FBC5C}" type="parTrans" cxnId="{25707981-C3A6-4935-9C97-617651E06684}">
      <dgm:prSet/>
      <dgm:spPr/>
      <dgm:t>
        <a:bodyPr/>
        <a:lstStyle/>
        <a:p>
          <a:endParaRPr lang="en-PK"/>
        </a:p>
      </dgm:t>
    </dgm:pt>
    <dgm:pt modelId="{6C6330EC-F62B-474B-B449-70DBFD968513}" type="sibTrans" cxnId="{25707981-C3A6-4935-9C97-617651E06684}">
      <dgm:prSet/>
      <dgm:spPr/>
      <dgm:t>
        <a:bodyPr/>
        <a:lstStyle/>
        <a:p>
          <a:endParaRPr lang="en-PK"/>
        </a:p>
      </dgm:t>
    </dgm:pt>
    <dgm:pt modelId="{C668FE44-1C2D-4996-A431-5F178964A199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Use case Diagram</a:t>
          </a:r>
        </a:p>
      </dgm:t>
    </dgm:pt>
    <dgm:pt modelId="{66520C66-A67A-4C57-97B1-E3B2F2116D81}" type="parTrans" cxnId="{844FA3AC-635D-4A93-953A-BCF67098A9E2}">
      <dgm:prSet/>
      <dgm:spPr/>
      <dgm:t>
        <a:bodyPr/>
        <a:lstStyle/>
        <a:p>
          <a:endParaRPr lang="en-PK"/>
        </a:p>
      </dgm:t>
    </dgm:pt>
    <dgm:pt modelId="{630EB3D9-C2B4-4F8D-9E3D-5097C4CDBC2D}" type="sibTrans" cxnId="{844FA3AC-635D-4A93-953A-BCF67098A9E2}">
      <dgm:prSet/>
      <dgm:spPr/>
      <dgm:t>
        <a:bodyPr/>
        <a:lstStyle/>
        <a:p>
          <a:endParaRPr lang="en-PK"/>
        </a:p>
      </dgm:t>
    </dgm:pt>
    <dgm:pt modelId="{F72919E7-86C3-44D6-97F0-642081B06C11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Activity Diagram</a:t>
          </a:r>
        </a:p>
      </dgm:t>
    </dgm:pt>
    <dgm:pt modelId="{78817192-2C89-47DE-94FE-4FD166B9CA6F}" type="parTrans" cxnId="{B1209A49-7126-42FF-A38E-85FA7DAF1D08}">
      <dgm:prSet/>
      <dgm:spPr/>
      <dgm:t>
        <a:bodyPr/>
        <a:lstStyle/>
        <a:p>
          <a:endParaRPr lang="en-PK"/>
        </a:p>
      </dgm:t>
    </dgm:pt>
    <dgm:pt modelId="{B6DEAFD5-5833-4888-B650-5A3072CB0A1D}" type="sibTrans" cxnId="{B1209A49-7126-42FF-A38E-85FA7DAF1D08}">
      <dgm:prSet/>
      <dgm:spPr/>
      <dgm:t>
        <a:bodyPr/>
        <a:lstStyle/>
        <a:p>
          <a:endParaRPr lang="en-PK"/>
        </a:p>
      </dgm:t>
    </dgm:pt>
    <dgm:pt modelId="{9566310C-B686-43E0-BA8A-07DAE64DD9BA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Sequence Diagram</a:t>
          </a:r>
        </a:p>
      </dgm:t>
    </dgm:pt>
    <dgm:pt modelId="{054551EC-4A66-40D1-8D24-4972A2C5D6F1}" type="parTrans" cxnId="{6B8AC91B-8CDD-4FDF-A268-B81168C79ED1}">
      <dgm:prSet/>
      <dgm:spPr/>
      <dgm:t>
        <a:bodyPr/>
        <a:lstStyle/>
        <a:p>
          <a:endParaRPr lang="en-PK"/>
        </a:p>
      </dgm:t>
    </dgm:pt>
    <dgm:pt modelId="{A8F5B890-2CEE-4702-9733-74C982685696}" type="sibTrans" cxnId="{6B8AC91B-8CDD-4FDF-A268-B81168C79ED1}">
      <dgm:prSet/>
      <dgm:spPr/>
      <dgm:t>
        <a:bodyPr/>
        <a:lstStyle/>
        <a:p>
          <a:endParaRPr lang="en-PK"/>
        </a:p>
      </dgm:t>
    </dgm:pt>
    <dgm:pt modelId="{A2E60C06-CAD4-452C-AF77-D0310E003F49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Rarely Used</a:t>
          </a:r>
        </a:p>
      </dgm:t>
    </dgm:pt>
    <dgm:pt modelId="{EC356573-1C31-4105-AB94-AB0CFA6A5501}" type="parTrans" cxnId="{0F9D4F26-3F61-448D-A302-16A9DEF1B974}">
      <dgm:prSet/>
      <dgm:spPr/>
      <dgm:t>
        <a:bodyPr/>
        <a:lstStyle/>
        <a:p>
          <a:endParaRPr lang="en-PK"/>
        </a:p>
      </dgm:t>
    </dgm:pt>
    <dgm:pt modelId="{8354D5DB-8372-4854-8975-9BCF93610C90}" type="sibTrans" cxnId="{0F9D4F26-3F61-448D-A302-16A9DEF1B974}">
      <dgm:prSet/>
      <dgm:spPr/>
      <dgm:t>
        <a:bodyPr/>
        <a:lstStyle/>
        <a:p>
          <a:endParaRPr lang="en-PK"/>
        </a:p>
      </dgm:t>
    </dgm:pt>
    <dgm:pt modelId="{12F9313B-CE39-4307-B03B-A6D75F429BFF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Timing Diagram</a:t>
          </a:r>
        </a:p>
      </dgm:t>
    </dgm:pt>
    <dgm:pt modelId="{0D98AA96-4F96-4B7F-820B-91EA9B5D099D}" type="parTrans" cxnId="{73B73690-2A6F-483C-AAA9-2004C2E0F258}">
      <dgm:prSet/>
      <dgm:spPr/>
      <dgm:t>
        <a:bodyPr/>
        <a:lstStyle/>
        <a:p>
          <a:endParaRPr lang="en-PK"/>
        </a:p>
      </dgm:t>
    </dgm:pt>
    <dgm:pt modelId="{FC468F56-DDAA-4F28-BCE9-03A1875A0ACB}" type="sibTrans" cxnId="{73B73690-2A6F-483C-AAA9-2004C2E0F258}">
      <dgm:prSet/>
      <dgm:spPr/>
      <dgm:t>
        <a:bodyPr/>
        <a:lstStyle/>
        <a:p>
          <a:endParaRPr lang="en-PK"/>
        </a:p>
      </dgm:t>
    </dgm:pt>
    <dgm:pt modelId="{F5CA3B8A-1966-4432-AE98-D0DA96B92A77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Interactive overview Diagram</a:t>
          </a:r>
        </a:p>
      </dgm:t>
    </dgm:pt>
    <dgm:pt modelId="{D88A3126-CD02-43E0-88A7-58E579592AC7}" type="parTrans" cxnId="{08B67E3C-C9EA-40E0-AC0F-DF30B73DD6A5}">
      <dgm:prSet/>
      <dgm:spPr/>
      <dgm:t>
        <a:bodyPr/>
        <a:lstStyle/>
        <a:p>
          <a:endParaRPr lang="en-PK"/>
        </a:p>
      </dgm:t>
    </dgm:pt>
    <dgm:pt modelId="{3FB605A5-D560-45C2-9576-98652F95FED6}" type="sibTrans" cxnId="{08B67E3C-C9EA-40E0-AC0F-DF30B73DD6A5}">
      <dgm:prSet/>
      <dgm:spPr/>
      <dgm:t>
        <a:bodyPr/>
        <a:lstStyle/>
        <a:p>
          <a:endParaRPr lang="en-PK"/>
        </a:p>
      </dgm:t>
    </dgm:pt>
    <dgm:pt modelId="{5611F15A-084B-414E-95A9-34C7A885B59C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Useful</a:t>
          </a:r>
        </a:p>
      </dgm:t>
    </dgm:pt>
    <dgm:pt modelId="{8FD80D9A-9189-4CF8-89E8-3ECED1D25419}" type="parTrans" cxnId="{35CC44FD-1764-4514-ABDA-2649838360DD}">
      <dgm:prSet/>
      <dgm:spPr/>
      <dgm:t>
        <a:bodyPr/>
        <a:lstStyle/>
        <a:p>
          <a:endParaRPr lang="en-PK"/>
        </a:p>
      </dgm:t>
    </dgm:pt>
    <dgm:pt modelId="{C4EBEAB3-AE91-41F0-9D4E-9D5F45452D6B}" type="sibTrans" cxnId="{35CC44FD-1764-4514-ABDA-2649838360DD}">
      <dgm:prSet/>
      <dgm:spPr/>
      <dgm:t>
        <a:bodyPr/>
        <a:lstStyle/>
        <a:p>
          <a:endParaRPr lang="en-PK"/>
        </a:p>
      </dgm:t>
    </dgm:pt>
    <dgm:pt modelId="{E832E50A-05D6-4312-8D44-85DB3A54736D}">
      <dgm:prSet phldrT="[Text]" phldr="0"/>
      <dgm:spPr>
        <a:solidFill>
          <a:srgbClr val="E99757"/>
        </a:solidFill>
      </dgm:spPr>
      <dgm:t>
        <a:bodyPr/>
        <a:lstStyle/>
        <a:p>
          <a:r>
            <a:rPr lang="en-GB" noProof="0" dirty="0"/>
            <a:t>State Machine Diagram</a:t>
          </a:r>
        </a:p>
      </dgm:t>
    </dgm:pt>
    <dgm:pt modelId="{61FB85E5-E8D9-4B38-BF3B-7964C369AF17}" type="parTrans" cxnId="{29671E33-3CE7-428F-9A7D-AA6903786FDE}">
      <dgm:prSet/>
      <dgm:spPr/>
      <dgm:t>
        <a:bodyPr/>
        <a:lstStyle/>
        <a:p>
          <a:endParaRPr lang="en-PK"/>
        </a:p>
      </dgm:t>
    </dgm:pt>
    <dgm:pt modelId="{1BA11E3A-1B3A-45E5-934E-2287042B1BDF}" type="sibTrans" cxnId="{29671E33-3CE7-428F-9A7D-AA6903786FDE}">
      <dgm:prSet/>
      <dgm:spPr/>
      <dgm:t>
        <a:bodyPr/>
        <a:lstStyle/>
        <a:p>
          <a:endParaRPr lang="en-PK"/>
        </a:p>
      </dgm:t>
    </dgm:pt>
    <dgm:pt modelId="{E7706C11-3D1B-4127-BBBE-2C1D6F389778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Academic Fossil</a:t>
          </a:r>
        </a:p>
      </dgm:t>
    </dgm:pt>
    <dgm:pt modelId="{BD579F7A-0A5A-4C86-BBEC-C89D440B6A09}" type="parTrans" cxnId="{2122A659-F6EC-4940-8D48-2996BE772149}">
      <dgm:prSet/>
      <dgm:spPr/>
      <dgm:t>
        <a:bodyPr/>
        <a:lstStyle/>
        <a:p>
          <a:endParaRPr lang="en-PK"/>
        </a:p>
      </dgm:t>
    </dgm:pt>
    <dgm:pt modelId="{E1D34624-C754-4CA8-A30E-6AA653485A3C}" type="sibTrans" cxnId="{2122A659-F6EC-4940-8D48-2996BE772149}">
      <dgm:prSet/>
      <dgm:spPr/>
      <dgm:t>
        <a:bodyPr/>
        <a:lstStyle/>
        <a:p>
          <a:endParaRPr lang="en-PK"/>
        </a:p>
      </dgm:t>
    </dgm:pt>
    <dgm:pt modelId="{489500B3-9AB5-4132-A449-30050493FDFC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Communication Diagram</a:t>
          </a:r>
        </a:p>
      </dgm:t>
    </dgm:pt>
    <dgm:pt modelId="{E2CB6961-60AE-4574-8FDE-A14FCE513EC8}" type="parTrans" cxnId="{ABB757A9-F268-4084-9D37-A0A98BCC3DF8}">
      <dgm:prSet/>
      <dgm:spPr/>
      <dgm:t>
        <a:bodyPr/>
        <a:lstStyle/>
        <a:p>
          <a:endParaRPr lang="en-PK"/>
        </a:p>
      </dgm:t>
    </dgm:pt>
    <dgm:pt modelId="{A41EB81F-EA15-4431-A9D1-20AE0A1E94A7}" type="sibTrans" cxnId="{ABB757A9-F268-4084-9D37-A0A98BCC3DF8}">
      <dgm:prSet/>
      <dgm:spPr/>
      <dgm:t>
        <a:bodyPr/>
        <a:lstStyle/>
        <a:p>
          <a:endParaRPr lang="en-PK"/>
        </a:p>
      </dgm:t>
    </dgm:pt>
    <dgm:pt modelId="{B9F2B97E-4392-4EE8-8D49-6AFB26588318}" type="pres">
      <dgm:prSet presAssocID="{594ADD06-AD04-4C0A-96E6-9FD9724FE3A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2CFBDA1-E50E-41A8-9224-65E0C1D17E65}" type="pres">
      <dgm:prSet presAssocID="{2E2A766C-9EA7-406D-BB1A-72C1672415E7}" presName="hierRoot1" presStyleCnt="0">
        <dgm:presLayoutVars>
          <dgm:hierBranch val="init"/>
        </dgm:presLayoutVars>
      </dgm:prSet>
      <dgm:spPr/>
    </dgm:pt>
    <dgm:pt modelId="{9EA4ACF7-DE87-4490-BEF3-AC895A6996F2}" type="pres">
      <dgm:prSet presAssocID="{2E2A766C-9EA7-406D-BB1A-72C1672415E7}" presName="rootComposite1" presStyleCnt="0"/>
      <dgm:spPr/>
    </dgm:pt>
    <dgm:pt modelId="{2671A687-C686-4096-8D6A-12AB49F8AE71}" type="pres">
      <dgm:prSet presAssocID="{2E2A766C-9EA7-406D-BB1A-72C1672415E7}" presName="rootText1" presStyleLbl="node0" presStyleIdx="0" presStyleCnt="1">
        <dgm:presLayoutVars>
          <dgm:chPref val="3"/>
        </dgm:presLayoutVars>
      </dgm:prSet>
      <dgm:spPr/>
    </dgm:pt>
    <dgm:pt modelId="{A65C890A-BCC6-44D3-B35A-4D5D9F552228}" type="pres">
      <dgm:prSet presAssocID="{2E2A766C-9EA7-406D-BB1A-72C1672415E7}" presName="rootConnector1" presStyleLbl="node1" presStyleIdx="0" presStyleCnt="0"/>
      <dgm:spPr/>
    </dgm:pt>
    <dgm:pt modelId="{DA2E52FB-F3B1-41FB-B480-F6A703CF38B9}" type="pres">
      <dgm:prSet presAssocID="{2E2A766C-9EA7-406D-BB1A-72C1672415E7}" presName="hierChild2" presStyleCnt="0"/>
      <dgm:spPr/>
    </dgm:pt>
    <dgm:pt modelId="{00088933-BCE7-4262-8E8B-CFB99085B354}" type="pres">
      <dgm:prSet presAssocID="{8FD80D9A-9189-4CF8-89E8-3ECED1D25419}" presName="Name37" presStyleLbl="parChTrans1D2" presStyleIdx="0" presStyleCnt="3"/>
      <dgm:spPr/>
    </dgm:pt>
    <dgm:pt modelId="{4E348F60-1EC2-4F62-A5E9-16B39FB06714}" type="pres">
      <dgm:prSet presAssocID="{5611F15A-084B-414E-95A9-34C7A885B59C}" presName="hierRoot2" presStyleCnt="0">
        <dgm:presLayoutVars>
          <dgm:hierBranch val="init"/>
        </dgm:presLayoutVars>
      </dgm:prSet>
      <dgm:spPr/>
    </dgm:pt>
    <dgm:pt modelId="{9F041AD3-A92D-4E28-9B6D-9132706ECD0E}" type="pres">
      <dgm:prSet presAssocID="{5611F15A-084B-414E-95A9-34C7A885B59C}" presName="rootComposite" presStyleCnt="0"/>
      <dgm:spPr/>
    </dgm:pt>
    <dgm:pt modelId="{67BF4B72-3995-4C98-9051-74C33895FB9D}" type="pres">
      <dgm:prSet presAssocID="{5611F15A-084B-414E-95A9-34C7A885B59C}" presName="rootText" presStyleLbl="node2" presStyleIdx="0" presStyleCnt="3">
        <dgm:presLayoutVars>
          <dgm:chPref val="3"/>
        </dgm:presLayoutVars>
      </dgm:prSet>
      <dgm:spPr/>
    </dgm:pt>
    <dgm:pt modelId="{F13E40D3-9CA6-49E6-BE7A-6436A6332938}" type="pres">
      <dgm:prSet presAssocID="{5611F15A-084B-414E-95A9-34C7A885B59C}" presName="rootConnector" presStyleLbl="node2" presStyleIdx="0" presStyleCnt="3"/>
      <dgm:spPr/>
    </dgm:pt>
    <dgm:pt modelId="{79BD2100-5052-450B-9C14-DC68867FBA86}" type="pres">
      <dgm:prSet presAssocID="{5611F15A-084B-414E-95A9-34C7A885B59C}" presName="hierChild4" presStyleCnt="0"/>
      <dgm:spPr/>
    </dgm:pt>
    <dgm:pt modelId="{99D00FD2-C6DE-464F-B769-D3E81D64675A}" type="pres">
      <dgm:prSet presAssocID="{66520C66-A67A-4C57-97B1-E3B2F2116D81}" presName="Name37" presStyleLbl="parChTrans1D3" presStyleIdx="0" presStyleCnt="7"/>
      <dgm:spPr/>
    </dgm:pt>
    <dgm:pt modelId="{F7A757C6-5798-458E-97D7-565B65990CB5}" type="pres">
      <dgm:prSet presAssocID="{C668FE44-1C2D-4996-A431-5F178964A199}" presName="hierRoot2" presStyleCnt="0">
        <dgm:presLayoutVars>
          <dgm:hierBranch val="init"/>
        </dgm:presLayoutVars>
      </dgm:prSet>
      <dgm:spPr/>
    </dgm:pt>
    <dgm:pt modelId="{19E6105C-8D9A-4935-AF4A-975FEF35AED8}" type="pres">
      <dgm:prSet presAssocID="{C668FE44-1C2D-4996-A431-5F178964A199}" presName="rootComposite" presStyleCnt="0"/>
      <dgm:spPr/>
    </dgm:pt>
    <dgm:pt modelId="{C6D5A561-1EAA-4770-AFBE-4A761B6B330C}" type="pres">
      <dgm:prSet presAssocID="{C668FE44-1C2D-4996-A431-5F178964A199}" presName="rootText" presStyleLbl="node3" presStyleIdx="0" presStyleCnt="7">
        <dgm:presLayoutVars>
          <dgm:chPref val="3"/>
        </dgm:presLayoutVars>
      </dgm:prSet>
      <dgm:spPr/>
    </dgm:pt>
    <dgm:pt modelId="{6D1A7ACB-56ED-4FD5-877D-F7B521EB0F9E}" type="pres">
      <dgm:prSet presAssocID="{C668FE44-1C2D-4996-A431-5F178964A199}" presName="rootConnector" presStyleLbl="node3" presStyleIdx="0" presStyleCnt="7"/>
      <dgm:spPr/>
    </dgm:pt>
    <dgm:pt modelId="{1EE8DCEF-0744-466D-A676-63897CC57871}" type="pres">
      <dgm:prSet presAssocID="{C668FE44-1C2D-4996-A431-5F178964A199}" presName="hierChild4" presStyleCnt="0"/>
      <dgm:spPr/>
    </dgm:pt>
    <dgm:pt modelId="{DFABE562-D00B-4B3C-BFA6-6CB9A5A5C727}" type="pres">
      <dgm:prSet presAssocID="{C668FE44-1C2D-4996-A431-5F178964A199}" presName="hierChild5" presStyleCnt="0"/>
      <dgm:spPr/>
    </dgm:pt>
    <dgm:pt modelId="{D9DF2D44-D7EF-40A6-B692-2E62A955E0F2}" type="pres">
      <dgm:prSet presAssocID="{78817192-2C89-47DE-94FE-4FD166B9CA6F}" presName="Name37" presStyleLbl="parChTrans1D3" presStyleIdx="1" presStyleCnt="7"/>
      <dgm:spPr/>
    </dgm:pt>
    <dgm:pt modelId="{89488100-B42D-407B-A56B-7A1B70B465BE}" type="pres">
      <dgm:prSet presAssocID="{F72919E7-86C3-44D6-97F0-642081B06C11}" presName="hierRoot2" presStyleCnt="0">
        <dgm:presLayoutVars>
          <dgm:hierBranch val="init"/>
        </dgm:presLayoutVars>
      </dgm:prSet>
      <dgm:spPr/>
    </dgm:pt>
    <dgm:pt modelId="{E075A8EF-A0D1-4AA1-9D49-C5D825DCF9D7}" type="pres">
      <dgm:prSet presAssocID="{F72919E7-86C3-44D6-97F0-642081B06C11}" presName="rootComposite" presStyleCnt="0"/>
      <dgm:spPr/>
    </dgm:pt>
    <dgm:pt modelId="{EC36EBC7-2C72-45DA-9EAE-E41E6CBE28D5}" type="pres">
      <dgm:prSet presAssocID="{F72919E7-86C3-44D6-97F0-642081B06C11}" presName="rootText" presStyleLbl="node3" presStyleIdx="1" presStyleCnt="7">
        <dgm:presLayoutVars>
          <dgm:chPref val="3"/>
        </dgm:presLayoutVars>
      </dgm:prSet>
      <dgm:spPr/>
    </dgm:pt>
    <dgm:pt modelId="{6F53A99F-0650-4E6D-9B5C-5D97F7FCB692}" type="pres">
      <dgm:prSet presAssocID="{F72919E7-86C3-44D6-97F0-642081B06C11}" presName="rootConnector" presStyleLbl="node3" presStyleIdx="1" presStyleCnt="7"/>
      <dgm:spPr/>
    </dgm:pt>
    <dgm:pt modelId="{3B5480CD-2B74-4026-B646-0E7808488644}" type="pres">
      <dgm:prSet presAssocID="{F72919E7-86C3-44D6-97F0-642081B06C11}" presName="hierChild4" presStyleCnt="0"/>
      <dgm:spPr/>
    </dgm:pt>
    <dgm:pt modelId="{5CDD6A81-4F88-4430-AD08-A83E687290D6}" type="pres">
      <dgm:prSet presAssocID="{F72919E7-86C3-44D6-97F0-642081B06C11}" presName="hierChild5" presStyleCnt="0"/>
      <dgm:spPr/>
    </dgm:pt>
    <dgm:pt modelId="{BC5F9BFA-6A88-43D6-A68C-657A3B16C5AA}" type="pres">
      <dgm:prSet presAssocID="{054551EC-4A66-40D1-8D24-4972A2C5D6F1}" presName="Name37" presStyleLbl="parChTrans1D3" presStyleIdx="2" presStyleCnt="7"/>
      <dgm:spPr/>
    </dgm:pt>
    <dgm:pt modelId="{12CC4100-A284-466F-B614-322862A6FF4B}" type="pres">
      <dgm:prSet presAssocID="{9566310C-B686-43E0-BA8A-07DAE64DD9BA}" presName="hierRoot2" presStyleCnt="0">
        <dgm:presLayoutVars>
          <dgm:hierBranch val="init"/>
        </dgm:presLayoutVars>
      </dgm:prSet>
      <dgm:spPr/>
    </dgm:pt>
    <dgm:pt modelId="{2E0BD62D-ECAB-460E-BE86-16CF1744C303}" type="pres">
      <dgm:prSet presAssocID="{9566310C-B686-43E0-BA8A-07DAE64DD9BA}" presName="rootComposite" presStyleCnt="0"/>
      <dgm:spPr/>
    </dgm:pt>
    <dgm:pt modelId="{4F0826AD-6BBA-48F4-8CA7-BCBED4E48C12}" type="pres">
      <dgm:prSet presAssocID="{9566310C-B686-43E0-BA8A-07DAE64DD9BA}" presName="rootText" presStyleLbl="node3" presStyleIdx="2" presStyleCnt="7">
        <dgm:presLayoutVars>
          <dgm:chPref val="3"/>
        </dgm:presLayoutVars>
      </dgm:prSet>
      <dgm:spPr/>
    </dgm:pt>
    <dgm:pt modelId="{27E769C9-1039-4250-B6C5-1373CB1C370C}" type="pres">
      <dgm:prSet presAssocID="{9566310C-B686-43E0-BA8A-07DAE64DD9BA}" presName="rootConnector" presStyleLbl="node3" presStyleIdx="2" presStyleCnt="7"/>
      <dgm:spPr/>
    </dgm:pt>
    <dgm:pt modelId="{23FF41EE-3CA3-41F4-ACA3-26B03C1C96A1}" type="pres">
      <dgm:prSet presAssocID="{9566310C-B686-43E0-BA8A-07DAE64DD9BA}" presName="hierChild4" presStyleCnt="0"/>
      <dgm:spPr/>
    </dgm:pt>
    <dgm:pt modelId="{0A220ADF-3061-459D-A597-C72CEB9E0FCC}" type="pres">
      <dgm:prSet presAssocID="{9566310C-B686-43E0-BA8A-07DAE64DD9BA}" presName="hierChild5" presStyleCnt="0"/>
      <dgm:spPr/>
    </dgm:pt>
    <dgm:pt modelId="{F9CF171F-1513-43B5-9527-AB1BEF0E7B43}" type="pres">
      <dgm:prSet presAssocID="{5611F15A-084B-414E-95A9-34C7A885B59C}" presName="hierChild5" presStyleCnt="0"/>
      <dgm:spPr/>
    </dgm:pt>
    <dgm:pt modelId="{07C430EF-D4F7-496D-A6CB-F3F1FFE42F13}" type="pres">
      <dgm:prSet presAssocID="{EC356573-1C31-4105-AB94-AB0CFA6A5501}" presName="Name37" presStyleLbl="parChTrans1D2" presStyleIdx="1" presStyleCnt="3"/>
      <dgm:spPr/>
    </dgm:pt>
    <dgm:pt modelId="{101181CB-F308-419B-B520-47161A51A270}" type="pres">
      <dgm:prSet presAssocID="{A2E60C06-CAD4-452C-AF77-D0310E003F49}" presName="hierRoot2" presStyleCnt="0">
        <dgm:presLayoutVars>
          <dgm:hierBranch val="init"/>
        </dgm:presLayoutVars>
      </dgm:prSet>
      <dgm:spPr/>
    </dgm:pt>
    <dgm:pt modelId="{B7C51720-4F44-4974-BA61-D1B386CCB217}" type="pres">
      <dgm:prSet presAssocID="{A2E60C06-CAD4-452C-AF77-D0310E003F49}" presName="rootComposite" presStyleCnt="0"/>
      <dgm:spPr/>
    </dgm:pt>
    <dgm:pt modelId="{2B1DADB8-2CD3-4B04-9A81-1F10757C749A}" type="pres">
      <dgm:prSet presAssocID="{A2E60C06-CAD4-452C-AF77-D0310E003F49}" presName="rootText" presStyleLbl="node2" presStyleIdx="1" presStyleCnt="3">
        <dgm:presLayoutVars>
          <dgm:chPref val="3"/>
        </dgm:presLayoutVars>
      </dgm:prSet>
      <dgm:spPr/>
    </dgm:pt>
    <dgm:pt modelId="{1F35D6BC-3231-4B17-8940-89D4BC715866}" type="pres">
      <dgm:prSet presAssocID="{A2E60C06-CAD4-452C-AF77-D0310E003F49}" presName="rootConnector" presStyleLbl="node2" presStyleIdx="1" presStyleCnt="3"/>
      <dgm:spPr/>
    </dgm:pt>
    <dgm:pt modelId="{323F14D4-42EF-41D6-B7B1-C965167E4D92}" type="pres">
      <dgm:prSet presAssocID="{A2E60C06-CAD4-452C-AF77-D0310E003F49}" presName="hierChild4" presStyleCnt="0"/>
      <dgm:spPr/>
    </dgm:pt>
    <dgm:pt modelId="{288CA5A8-123E-474D-BFB5-56D5A9EFC44D}" type="pres">
      <dgm:prSet presAssocID="{61FB85E5-E8D9-4B38-BF3B-7964C369AF17}" presName="Name37" presStyleLbl="parChTrans1D3" presStyleIdx="3" presStyleCnt="7"/>
      <dgm:spPr/>
    </dgm:pt>
    <dgm:pt modelId="{8185283F-F8CE-47BC-A9F0-BB5FEAB755D1}" type="pres">
      <dgm:prSet presAssocID="{E832E50A-05D6-4312-8D44-85DB3A54736D}" presName="hierRoot2" presStyleCnt="0">
        <dgm:presLayoutVars>
          <dgm:hierBranch val="init"/>
        </dgm:presLayoutVars>
      </dgm:prSet>
      <dgm:spPr/>
    </dgm:pt>
    <dgm:pt modelId="{580DC0E9-B0F7-4AC6-9660-6A073E1EAF8E}" type="pres">
      <dgm:prSet presAssocID="{E832E50A-05D6-4312-8D44-85DB3A54736D}" presName="rootComposite" presStyleCnt="0"/>
      <dgm:spPr/>
    </dgm:pt>
    <dgm:pt modelId="{67A605D5-1007-417D-A307-9A6126257EE3}" type="pres">
      <dgm:prSet presAssocID="{E832E50A-05D6-4312-8D44-85DB3A54736D}" presName="rootText" presStyleLbl="node3" presStyleIdx="3" presStyleCnt="7">
        <dgm:presLayoutVars>
          <dgm:chPref val="3"/>
        </dgm:presLayoutVars>
      </dgm:prSet>
      <dgm:spPr/>
    </dgm:pt>
    <dgm:pt modelId="{29571B36-3AB6-488D-8A9C-F6972EE36D22}" type="pres">
      <dgm:prSet presAssocID="{E832E50A-05D6-4312-8D44-85DB3A54736D}" presName="rootConnector" presStyleLbl="node3" presStyleIdx="3" presStyleCnt="7"/>
      <dgm:spPr/>
    </dgm:pt>
    <dgm:pt modelId="{4378250D-3AC7-407C-A79B-7C2B200AE906}" type="pres">
      <dgm:prSet presAssocID="{E832E50A-05D6-4312-8D44-85DB3A54736D}" presName="hierChild4" presStyleCnt="0"/>
      <dgm:spPr/>
    </dgm:pt>
    <dgm:pt modelId="{CDF9D101-F9D4-474B-B898-7E66964FC13C}" type="pres">
      <dgm:prSet presAssocID="{E832E50A-05D6-4312-8D44-85DB3A54736D}" presName="hierChild5" presStyleCnt="0"/>
      <dgm:spPr/>
    </dgm:pt>
    <dgm:pt modelId="{85B4E74E-FF08-4DDA-9681-9CCAFE982925}" type="pres">
      <dgm:prSet presAssocID="{A2E60C06-CAD4-452C-AF77-D0310E003F49}" presName="hierChild5" presStyleCnt="0"/>
      <dgm:spPr/>
    </dgm:pt>
    <dgm:pt modelId="{DF6F1B0D-44D9-4F38-B166-31D10E22C0EF}" type="pres">
      <dgm:prSet presAssocID="{BD579F7A-0A5A-4C86-BBEC-C89D440B6A09}" presName="Name37" presStyleLbl="parChTrans1D2" presStyleIdx="2" presStyleCnt="3"/>
      <dgm:spPr/>
    </dgm:pt>
    <dgm:pt modelId="{26FF31C5-0F91-4A30-A792-1304375C3EFA}" type="pres">
      <dgm:prSet presAssocID="{E7706C11-3D1B-4127-BBBE-2C1D6F389778}" presName="hierRoot2" presStyleCnt="0">
        <dgm:presLayoutVars>
          <dgm:hierBranch val="init"/>
        </dgm:presLayoutVars>
      </dgm:prSet>
      <dgm:spPr/>
    </dgm:pt>
    <dgm:pt modelId="{A67CF9AD-DCF2-4298-A271-CD58091B9BD6}" type="pres">
      <dgm:prSet presAssocID="{E7706C11-3D1B-4127-BBBE-2C1D6F389778}" presName="rootComposite" presStyleCnt="0"/>
      <dgm:spPr/>
    </dgm:pt>
    <dgm:pt modelId="{8917DE24-1406-49DD-9FC2-3185B3D38187}" type="pres">
      <dgm:prSet presAssocID="{E7706C11-3D1B-4127-BBBE-2C1D6F389778}" presName="rootText" presStyleLbl="node2" presStyleIdx="2" presStyleCnt="3">
        <dgm:presLayoutVars>
          <dgm:chPref val="3"/>
        </dgm:presLayoutVars>
      </dgm:prSet>
      <dgm:spPr/>
    </dgm:pt>
    <dgm:pt modelId="{AD53A3B3-ADC4-49A5-BC63-F82E0F388CC0}" type="pres">
      <dgm:prSet presAssocID="{E7706C11-3D1B-4127-BBBE-2C1D6F389778}" presName="rootConnector" presStyleLbl="node2" presStyleIdx="2" presStyleCnt="3"/>
      <dgm:spPr/>
    </dgm:pt>
    <dgm:pt modelId="{C7DC959F-0ADE-4DAA-B40A-82C100F4C255}" type="pres">
      <dgm:prSet presAssocID="{E7706C11-3D1B-4127-BBBE-2C1D6F389778}" presName="hierChild4" presStyleCnt="0"/>
      <dgm:spPr/>
    </dgm:pt>
    <dgm:pt modelId="{F2C8573D-9089-49A3-88FC-6C8FCA07A128}" type="pres">
      <dgm:prSet presAssocID="{E2CB6961-60AE-4574-8FDE-A14FCE513EC8}" presName="Name37" presStyleLbl="parChTrans1D3" presStyleIdx="4" presStyleCnt="7"/>
      <dgm:spPr/>
    </dgm:pt>
    <dgm:pt modelId="{B81B6508-2471-4EFD-80AE-8B39A9A12CCF}" type="pres">
      <dgm:prSet presAssocID="{489500B3-9AB5-4132-A449-30050493FDFC}" presName="hierRoot2" presStyleCnt="0">
        <dgm:presLayoutVars>
          <dgm:hierBranch val="init"/>
        </dgm:presLayoutVars>
      </dgm:prSet>
      <dgm:spPr/>
    </dgm:pt>
    <dgm:pt modelId="{0A2308D5-4623-4849-A2D8-EC0DC60227F8}" type="pres">
      <dgm:prSet presAssocID="{489500B3-9AB5-4132-A449-30050493FDFC}" presName="rootComposite" presStyleCnt="0"/>
      <dgm:spPr/>
    </dgm:pt>
    <dgm:pt modelId="{94F5D520-7281-4658-AB1E-991F26F37FEF}" type="pres">
      <dgm:prSet presAssocID="{489500B3-9AB5-4132-A449-30050493FDFC}" presName="rootText" presStyleLbl="node3" presStyleIdx="4" presStyleCnt="7">
        <dgm:presLayoutVars>
          <dgm:chPref val="3"/>
        </dgm:presLayoutVars>
      </dgm:prSet>
      <dgm:spPr/>
    </dgm:pt>
    <dgm:pt modelId="{74207401-449F-40BE-8E8F-CE754CCDE104}" type="pres">
      <dgm:prSet presAssocID="{489500B3-9AB5-4132-A449-30050493FDFC}" presName="rootConnector" presStyleLbl="node3" presStyleIdx="4" presStyleCnt="7"/>
      <dgm:spPr/>
    </dgm:pt>
    <dgm:pt modelId="{1668430D-4DA1-4093-9715-62DBA5D42D3E}" type="pres">
      <dgm:prSet presAssocID="{489500B3-9AB5-4132-A449-30050493FDFC}" presName="hierChild4" presStyleCnt="0"/>
      <dgm:spPr/>
    </dgm:pt>
    <dgm:pt modelId="{C94339A8-7719-476C-A458-4AE8CFC674F5}" type="pres">
      <dgm:prSet presAssocID="{489500B3-9AB5-4132-A449-30050493FDFC}" presName="hierChild5" presStyleCnt="0"/>
      <dgm:spPr/>
    </dgm:pt>
    <dgm:pt modelId="{2B598ECB-A6AC-4828-83A6-D3FAB99DE405}" type="pres">
      <dgm:prSet presAssocID="{0D98AA96-4F96-4B7F-820B-91EA9B5D099D}" presName="Name37" presStyleLbl="parChTrans1D3" presStyleIdx="5" presStyleCnt="7"/>
      <dgm:spPr/>
    </dgm:pt>
    <dgm:pt modelId="{62AEC996-F79C-4FCE-AEAF-9B23EE956748}" type="pres">
      <dgm:prSet presAssocID="{12F9313B-CE39-4307-B03B-A6D75F429BFF}" presName="hierRoot2" presStyleCnt="0">
        <dgm:presLayoutVars>
          <dgm:hierBranch val="init"/>
        </dgm:presLayoutVars>
      </dgm:prSet>
      <dgm:spPr/>
    </dgm:pt>
    <dgm:pt modelId="{35ACE6A6-26ED-4856-8DFE-40F80BD48ECF}" type="pres">
      <dgm:prSet presAssocID="{12F9313B-CE39-4307-B03B-A6D75F429BFF}" presName="rootComposite" presStyleCnt="0"/>
      <dgm:spPr/>
    </dgm:pt>
    <dgm:pt modelId="{9CE9EE4C-D508-4F26-9A56-20E63AD56072}" type="pres">
      <dgm:prSet presAssocID="{12F9313B-CE39-4307-B03B-A6D75F429BFF}" presName="rootText" presStyleLbl="node3" presStyleIdx="5" presStyleCnt="7">
        <dgm:presLayoutVars>
          <dgm:chPref val="3"/>
        </dgm:presLayoutVars>
      </dgm:prSet>
      <dgm:spPr/>
    </dgm:pt>
    <dgm:pt modelId="{6F51EF9D-371D-4FD6-BFE0-C7F10587ACD3}" type="pres">
      <dgm:prSet presAssocID="{12F9313B-CE39-4307-B03B-A6D75F429BFF}" presName="rootConnector" presStyleLbl="node3" presStyleIdx="5" presStyleCnt="7"/>
      <dgm:spPr/>
    </dgm:pt>
    <dgm:pt modelId="{D42E6BC5-7F77-4F09-AA69-F70BEE5F9EB5}" type="pres">
      <dgm:prSet presAssocID="{12F9313B-CE39-4307-B03B-A6D75F429BFF}" presName="hierChild4" presStyleCnt="0"/>
      <dgm:spPr/>
    </dgm:pt>
    <dgm:pt modelId="{3BE94EFF-F36E-4301-83AD-B5084B02AD4B}" type="pres">
      <dgm:prSet presAssocID="{12F9313B-CE39-4307-B03B-A6D75F429BFF}" presName="hierChild5" presStyleCnt="0"/>
      <dgm:spPr/>
    </dgm:pt>
    <dgm:pt modelId="{70A59C60-2D2C-4B63-9B77-913F78D0ED4F}" type="pres">
      <dgm:prSet presAssocID="{D88A3126-CD02-43E0-88A7-58E579592AC7}" presName="Name37" presStyleLbl="parChTrans1D3" presStyleIdx="6" presStyleCnt="7"/>
      <dgm:spPr/>
    </dgm:pt>
    <dgm:pt modelId="{8760A0B9-A192-460F-A6B2-2BDDD9873C4C}" type="pres">
      <dgm:prSet presAssocID="{F5CA3B8A-1966-4432-AE98-D0DA96B92A77}" presName="hierRoot2" presStyleCnt="0">
        <dgm:presLayoutVars>
          <dgm:hierBranch val="init"/>
        </dgm:presLayoutVars>
      </dgm:prSet>
      <dgm:spPr/>
    </dgm:pt>
    <dgm:pt modelId="{D701FE5B-550C-47E8-8065-FE8735CF6D67}" type="pres">
      <dgm:prSet presAssocID="{F5CA3B8A-1966-4432-AE98-D0DA96B92A77}" presName="rootComposite" presStyleCnt="0"/>
      <dgm:spPr/>
    </dgm:pt>
    <dgm:pt modelId="{2657A9C6-1DA0-4775-9F08-9517580EB398}" type="pres">
      <dgm:prSet presAssocID="{F5CA3B8A-1966-4432-AE98-D0DA96B92A77}" presName="rootText" presStyleLbl="node3" presStyleIdx="6" presStyleCnt="7">
        <dgm:presLayoutVars>
          <dgm:chPref val="3"/>
        </dgm:presLayoutVars>
      </dgm:prSet>
      <dgm:spPr/>
    </dgm:pt>
    <dgm:pt modelId="{E75493B1-6F25-4CE8-94FB-F8926CC5253A}" type="pres">
      <dgm:prSet presAssocID="{F5CA3B8A-1966-4432-AE98-D0DA96B92A77}" presName="rootConnector" presStyleLbl="node3" presStyleIdx="6" presStyleCnt="7"/>
      <dgm:spPr/>
    </dgm:pt>
    <dgm:pt modelId="{AA443CE3-C717-46DB-B387-FC7F38EE0508}" type="pres">
      <dgm:prSet presAssocID="{F5CA3B8A-1966-4432-AE98-D0DA96B92A77}" presName="hierChild4" presStyleCnt="0"/>
      <dgm:spPr/>
    </dgm:pt>
    <dgm:pt modelId="{FC3554B1-C1B5-40CA-AF42-E2ECD866860B}" type="pres">
      <dgm:prSet presAssocID="{F5CA3B8A-1966-4432-AE98-D0DA96B92A77}" presName="hierChild5" presStyleCnt="0"/>
      <dgm:spPr/>
    </dgm:pt>
    <dgm:pt modelId="{52C351E8-C4DA-46B7-BD1B-D2FC00E94481}" type="pres">
      <dgm:prSet presAssocID="{E7706C11-3D1B-4127-BBBE-2C1D6F389778}" presName="hierChild5" presStyleCnt="0"/>
      <dgm:spPr/>
    </dgm:pt>
    <dgm:pt modelId="{81C1EF69-6B56-405B-B361-33D019886E5C}" type="pres">
      <dgm:prSet presAssocID="{2E2A766C-9EA7-406D-BB1A-72C1672415E7}" presName="hierChild3" presStyleCnt="0"/>
      <dgm:spPr/>
    </dgm:pt>
  </dgm:ptLst>
  <dgm:cxnLst>
    <dgm:cxn modelId="{DD383801-BEE9-4A10-959D-00A7DDC0D8A6}" type="presOf" srcId="{5611F15A-084B-414E-95A9-34C7A885B59C}" destId="{F13E40D3-9CA6-49E6-BE7A-6436A6332938}" srcOrd="1" destOrd="0" presId="urn:microsoft.com/office/officeart/2005/8/layout/orgChart1"/>
    <dgm:cxn modelId="{AC18A104-B26F-4E5F-99C5-0671ADDC0F46}" type="presOf" srcId="{2E2A766C-9EA7-406D-BB1A-72C1672415E7}" destId="{2671A687-C686-4096-8D6A-12AB49F8AE71}" srcOrd="0" destOrd="0" presId="urn:microsoft.com/office/officeart/2005/8/layout/orgChart1"/>
    <dgm:cxn modelId="{40E83A05-25AD-40D3-A8BB-0EC15D922A8D}" type="presOf" srcId="{E832E50A-05D6-4312-8D44-85DB3A54736D}" destId="{29571B36-3AB6-488D-8A9C-F6972EE36D22}" srcOrd="1" destOrd="0" presId="urn:microsoft.com/office/officeart/2005/8/layout/orgChart1"/>
    <dgm:cxn modelId="{6652F80B-7B62-45B2-BB70-A360FB9DA95F}" type="presOf" srcId="{C668FE44-1C2D-4996-A431-5F178964A199}" destId="{C6D5A561-1EAA-4770-AFBE-4A761B6B330C}" srcOrd="0" destOrd="0" presId="urn:microsoft.com/office/officeart/2005/8/layout/orgChart1"/>
    <dgm:cxn modelId="{8BB57919-AA26-4DF6-9018-175157A6F66A}" type="presOf" srcId="{8FD80D9A-9189-4CF8-89E8-3ECED1D25419}" destId="{00088933-BCE7-4262-8E8B-CFB99085B354}" srcOrd="0" destOrd="0" presId="urn:microsoft.com/office/officeart/2005/8/layout/orgChart1"/>
    <dgm:cxn modelId="{79E1311A-4FE2-4533-8BF5-E842597B3D84}" type="presOf" srcId="{61FB85E5-E8D9-4B38-BF3B-7964C369AF17}" destId="{288CA5A8-123E-474D-BFB5-56D5A9EFC44D}" srcOrd="0" destOrd="0" presId="urn:microsoft.com/office/officeart/2005/8/layout/orgChart1"/>
    <dgm:cxn modelId="{37206F1A-501D-491E-8533-8C19D0D58FB9}" type="presOf" srcId="{BD579F7A-0A5A-4C86-BBEC-C89D440B6A09}" destId="{DF6F1B0D-44D9-4F38-B166-31D10E22C0EF}" srcOrd="0" destOrd="0" presId="urn:microsoft.com/office/officeart/2005/8/layout/orgChart1"/>
    <dgm:cxn modelId="{6B8AC91B-8CDD-4FDF-A268-B81168C79ED1}" srcId="{5611F15A-084B-414E-95A9-34C7A885B59C}" destId="{9566310C-B686-43E0-BA8A-07DAE64DD9BA}" srcOrd="2" destOrd="0" parTransId="{054551EC-4A66-40D1-8D24-4972A2C5D6F1}" sibTransId="{A8F5B890-2CEE-4702-9733-74C982685696}"/>
    <dgm:cxn modelId="{179E431F-BA07-4FA3-81FE-CA02F45FB7E5}" type="presOf" srcId="{E7706C11-3D1B-4127-BBBE-2C1D6F389778}" destId="{8917DE24-1406-49DD-9FC2-3185B3D38187}" srcOrd="0" destOrd="0" presId="urn:microsoft.com/office/officeart/2005/8/layout/orgChart1"/>
    <dgm:cxn modelId="{0B84B81F-D87D-4472-91D8-F724A66BD653}" type="presOf" srcId="{EC356573-1C31-4105-AB94-AB0CFA6A5501}" destId="{07C430EF-D4F7-496D-A6CB-F3F1FFE42F13}" srcOrd="0" destOrd="0" presId="urn:microsoft.com/office/officeart/2005/8/layout/orgChart1"/>
    <dgm:cxn modelId="{0F9D4F26-3F61-448D-A302-16A9DEF1B974}" srcId="{2E2A766C-9EA7-406D-BB1A-72C1672415E7}" destId="{A2E60C06-CAD4-452C-AF77-D0310E003F49}" srcOrd="1" destOrd="0" parTransId="{EC356573-1C31-4105-AB94-AB0CFA6A5501}" sibTransId="{8354D5DB-8372-4854-8975-9BCF93610C90}"/>
    <dgm:cxn modelId="{29671E33-3CE7-428F-9A7D-AA6903786FDE}" srcId="{A2E60C06-CAD4-452C-AF77-D0310E003F49}" destId="{E832E50A-05D6-4312-8D44-85DB3A54736D}" srcOrd="0" destOrd="0" parTransId="{61FB85E5-E8D9-4B38-BF3B-7964C369AF17}" sibTransId="{1BA11E3A-1B3A-45E5-934E-2287042B1BDF}"/>
    <dgm:cxn modelId="{ED4FB33B-62EF-47D3-9A5E-3E2B3805C0BA}" type="presOf" srcId="{E7706C11-3D1B-4127-BBBE-2C1D6F389778}" destId="{AD53A3B3-ADC4-49A5-BC63-F82E0F388CC0}" srcOrd="1" destOrd="0" presId="urn:microsoft.com/office/officeart/2005/8/layout/orgChart1"/>
    <dgm:cxn modelId="{08B67E3C-C9EA-40E0-AC0F-DF30B73DD6A5}" srcId="{E7706C11-3D1B-4127-BBBE-2C1D6F389778}" destId="{F5CA3B8A-1966-4432-AE98-D0DA96B92A77}" srcOrd="2" destOrd="0" parTransId="{D88A3126-CD02-43E0-88A7-58E579592AC7}" sibTransId="{3FB605A5-D560-45C2-9576-98652F95FED6}"/>
    <dgm:cxn modelId="{FB80FA42-E05E-46EF-8C51-C9DB66011D6D}" type="presOf" srcId="{E2CB6961-60AE-4574-8FDE-A14FCE513EC8}" destId="{F2C8573D-9089-49A3-88FC-6C8FCA07A128}" srcOrd="0" destOrd="0" presId="urn:microsoft.com/office/officeart/2005/8/layout/orgChart1"/>
    <dgm:cxn modelId="{8FB44B45-C98B-46B3-93E9-B216574E627E}" type="presOf" srcId="{054551EC-4A66-40D1-8D24-4972A2C5D6F1}" destId="{BC5F9BFA-6A88-43D6-A68C-657A3B16C5AA}" srcOrd="0" destOrd="0" presId="urn:microsoft.com/office/officeart/2005/8/layout/orgChart1"/>
    <dgm:cxn modelId="{B1209A49-7126-42FF-A38E-85FA7DAF1D08}" srcId="{5611F15A-084B-414E-95A9-34C7A885B59C}" destId="{F72919E7-86C3-44D6-97F0-642081B06C11}" srcOrd="1" destOrd="0" parTransId="{78817192-2C89-47DE-94FE-4FD166B9CA6F}" sibTransId="{B6DEAFD5-5833-4888-B650-5A3072CB0A1D}"/>
    <dgm:cxn modelId="{4782C354-C420-422F-A090-60BD217FCD9E}" type="presOf" srcId="{594ADD06-AD04-4C0A-96E6-9FD9724FE3A4}" destId="{B9F2B97E-4392-4EE8-8D49-6AFB26588318}" srcOrd="0" destOrd="0" presId="urn:microsoft.com/office/officeart/2005/8/layout/orgChart1"/>
    <dgm:cxn modelId="{2122A659-F6EC-4940-8D48-2996BE772149}" srcId="{2E2A766C-9EA7-406D-BB1A-72C1672415E7}" destId="{E7706C11-3D1B-4127-BBBE-2C1D6F389778}" srcOrd="2" destOrd="0" parTransId="{BD579F7A-0A5A-4C86-BBEC-C89D440B6A09}" sibTransId="{E1D34624-C754-4CA8-A30E-6AA653485A3C}"/>
    <dgm:cxn modelId="{DC352266-ABE7-41F1-999A-379E123B04C7}" type="presOf" srcId="{D88A3126-CD02-43E0-88A7-58E579592AC7}" destId="{70A59C60-2D2C-4B63-9B77-913F78D0ED4F}" srcOrd="0" destOrd="0" presId="urn:microsoft.com/office/officeart/2005/8/layout/orgChart1"/>
    <dgm:cxn modelId="{C5387169-AFB9-43C8-9B33-2E68DFF67D35}" type="presOf" srcId="{5611F15A-084B-414E-95A9-34C7A885B59C}" destId="{67BF4B72-3995-4C98-9051-74C33895FB9D}" srcOrd="0" destOrd="0" presId="urn:microsoft.com/office/officeart/2005/8/layout/orgChart1"/>
    <dgm:cxn modelId="{9D2B9171-7E3C-4CA4-B89C-2DE376F7AA3E}" type="presOf" srcId="{0D98AA96-4F96-4B7F-820B-91EA9B5D099D}" destId="{2B598ECB-A6AC-4828-83A6-D3FAB99DE405}" srcOrd="0" destOrd="0" presId="urn:microsoft.com/office/officeart/2005/8/layout/orgChart1"/>
    <dgm:cxn modelId="{25001173-0CF6-43BC-AD67-6EAD4B303A8D}" type="presOf" srcId="{F5CA3B8A-1966-4432-AE98-D0DA96B92A77}" destId="{2657A9C6-1DA0-4775-9F08-9517580EB398}" srcOrd="0" destOrd="0" presId="urn:microsoft.com/office/officeart/2005/8/layout/orgChart1"/>
    <dgm:cxn modelId="{B1F6277B-B995-46F5-A216-35B267239965}" type="presOf" srcId="{489500B3-9AB5-4132-A449-30050493FDFC}" destId="{94F5D520-7281-4658-AB1E-991F26F37FEF}" srcOrd="0" destOrd="0" presId="urn:microsoft.com/office/officeart/2005/8/layout/orgChart1"/>
    <dgm:cxn modelId="{25707981-C3A6-4935-9C97-617651E06684}" srcId="{594ADD06-AD04-4C0A-96E6-9FD9724FE3A4}" destId="{2E2A766C-9EA7-406D-BB1A-72C1672415E7}" srcOrd="0" destOrd="0" parTransId="{A10D0EF2-6755-44CF-9112-F563663FBC5C}" sibTransId="{6C6330EC-F62B-474B-B449-70DBFD968513}"/>
    <dgm:cxn modelId="{73B73690-2A6F-483C-AAA9-2004C2E0F258}" srcId="{E7706C11-3D1B-4127-BBBE-2C1D6F389778}" destId="{12F9313B-CE39-4307-B03B-A6D75F429BFF}" srcOrd="1" destOrd="0" parTransId="{0D98AA96-4F96-4B7F-820B-91EA9B5D099D}" sibTransId="{FC468F56-DDAA-4F28-BCE9-03A1875A0ACB}"/>
    <dgm:cxn modelId="{C2394A97-43B1-4179-89E3-595736D1CB54}" type="presOf" srcId="{F72919E7-86C3-44D6-97F0-642081B06C11}" destId="{6F53A99F-0650-4E6D-9B5C-5D97F7FCB692}" srcOrd="1" destOrd="0" presId="urn:microsoft.com/office/officeart/2005/8/layout/orgChart1"/>
    <dgm:cxn modelId="{5C45DD98-EBC3-468B-B534-C0103C4E8746}" type="presOf" srcId="{12F9313B-CE39-4307-B03B-A6D75F429BFF}" destId="{6F51EF9D-371D-4FD6-BFE0-C7F10587ACD3}" srcOrd="1" destOrd="0" presId="urn:microsoft.com/office/officeart/2005/8/layout/orgChart1"/>
    <dgm:cxn modelId="{58DF209C-675B-4C36-A5CD-DFBBFE3B00CE}" type="presOf" srcId="{A2E60C06-CAD4-452C-AF77-D0310E003F49}" destId="{1F35D6BC-3231-4B17-8940-89D4BC715866}" srcOrd="1" destOrd="0" presId="urn:microsoft.com/office/officeart/2005/8/layout/orgChart1"/>
    <dgm:cxn modelId="{ABB757A9-F268-4084-9D37-A0A98BCC3DF8}" srcId="{E7706C11-3D1B-4127-BBBE-2C1D6F389778}" destId="{489500B3-9AB5-4132-A449-30050493FDFC}" srcOrd="0" destOrd="0" parTransId="{E2CB6961-60AE-4574-8FDE-A14FCE513EC8}" sibTransId="{A41EB81F-EA15-4431-A9D1-20AE0A1E94A7}"/>
    <dgm:cxn modelId="{4FEEF3A9-552F-412E-8BE0-B18E9B5BBCCD}" type="presOf" srcId="{A2E60C06-CAD4-452C-AF77-D0310E003F49}" destId="{2B1DADB8-2CD3-4B04-9A81-1F10757C749A}" srcOrd="0" destOrd="0" presId="urn:microsoft.com/office/officeart/2005/8/layout/orgChart1"/>
    <dgm:cxn modelId="{844FA3AC-635D-4A93-953A-BCF67098A9E2}" srcId="{5611F15A-084B-414E-95A9-34C7A885B59C}" destId="{C668FE44-1C2D-4996-A431-5F178964A199}" srcOrd="0" destOrd="0" parTransId="{66520C66-A67A-4C57-97B1-E3B2F2116D81}" sibTransId="{630EB3D9-C2B4-4F8D-9E3D-5097C4CDBC2D}"/>
    <dgm:cxn modelId="{050671AD-22CA-43EA-B938-607F71DB1F52}" type="presOf" srcId="{12F9313B-CE39-4307-B03B-A6D75F429BFF}" destId="{9CE9EE4C-D508-4F26-9A56-20E63AD56072}" srcOrd="0" destOrd="0" presId="urn:microsoft.com/office/officeart/2005/8/layout/orgChart1"/>
    <dgm:cxn modelId="{77D7DCB3-3F5C-4A9B-AA59-A41DFEAC7417}" type="presOf" srcId="{2E2A766C-9EA7-406D-BB1A-72C1672415E7}" destId="{A65C890A-BCC6-44D3-B35A-4D5D9F552228}" srcOrd="1" destOrd="0" presId="urn:microsoft.com/office/officeart/2005/8/layout/orgChart1"/>
    <dgm:cxn modelId="{8D3E5EB6-B1A2-453B-BCB7-0BD349389E71}" type="presOf" srcId="{66520C66-A67A-4C57-97B1-E3B2F2116D81}" destId="{99D00FD2-C6DE-464F-B769-D3E81D64675A}" srcOrd="0" destOrd="0" presId="urn:microsoft.com/office/officeart/2005/8/layout/orgChart1"/>
    <dgm:cxn modelId="{BEDFACCF-35C8-4602-9CE5-0E24A0005D43}" type="presOf" srcId="{78817192-2C89-47DE-94FE-4FD166B9CA6F}" destId="{D9DF2D44-D7EF-40A6-B692-2E62A955E0F2}" srcOrd="0" destOrd="0" presId="urn:microsoft.com/office/officeart/2005/8/layout/orgChart1"/>
    <dgm:cxn modelId="{F3D0DED0-3BB0-43AB-9A6B-6B1D67C6ED1A}" type="presOf" srcId="{C668FE44-1C2D-4996-A431-5F178964A199}" destId="{6D1A7ACB-56ED-4FD5-877D-F7B521EB0F9E}" srcOrd="1" destOrd="0" presId="urn:microsoft.com/office/officeart/2005/8/layout/orgChart1"/>
    <dgm:cxn modelId="{4EC567DC-2271-442E-A4A8-C5DA51D8F225}" type="presOf" srcId="{F72919E7-86C3-44D6-97F0-642081B06C11}" destId="{EC36EBC7-2C72-45DA-9EAE-E41E6CBE28D5}" srcOrd="0" destOrd="0" presId="urn:microsoft.com/office/officeart/2005/8/layout/orgChart1"/>
    <dgm:cxn modelId="{A27781DD-A6AB-4339-A40F-056ADDB119BA}" type="presOf" srcId="{F5CA3B8A-1966-4432-AE98-D0DA96B92A77}" destId="{E75493B1-6F25-4CE8-94FB-F8926CC5253A}" srcOrd="1" destOrd="0" presId="urn:microsoft.com/office/officeart/2005/8/layout/orgChart1"/>
    <dgm:cxn modelId="{6378FAE5-CB4B-4663-9D9A-E40E72584DDB}" type="presOf" srcId="{9566310C-B686-43E0-BA8A-07DAE64DD9BA}" destId="{27E769C9-1039-4250-B6C5-1373CB1C370C}" srcOrd="1" destOrd="0" presId="urn:microsoft.com/office/officeart/2005/8/layout/orgChart1"/>
    <dgm:cxn modelId="{433680E9-DEFD-455F-995B-31D09FA61F30}" type="presOf" srcId="{489500B3-9AB5-4132-A449-30050493FDFC}" destId="{74207401-449F-40BE-8E8F-CE754CCDE104}" srcOrd="1" destOrd="0" presId="urn:microsoft.com/office/officeart/2005/8/layout/orgChart1"/>
    <dgm:cxn modelId="{E91FD5EB-8B45-40C3-8AF3-AD94F10C6B5B}" type="presOf" srcId="{9566310C-B686-43E0-BA8A-07DAE64DD9BA}" destId="{4F0826AD-6BBA-48F4-8CA7-BCBED4E48C12}" srcOrd="0" destOrd="0" presId="urn:microsoft.com/office/officeart/2005/8/layout/orgChart1"/>
    <dgm:cxn modelId="{534E3AF6-B31F-4308-ACE5-60380923E9A5}" type="presOf" srcId="{E832E50A-05D6-4312-8D44-85DB3A54736D}" destId="{67A605D5-1007-417D-A307-9A6126257EE3}" srcOrd="0" destOrd="0" presId="urn:microsoft.com/office/officeart/2005/8/layout/orgChart1"/>
    <dgm:cxn modelId="{35CC44FD-1764-4514-ABDA-2649838360DD}" srcId="{2E2A766C-9EA7-406D-BB1A-72C1672415E7}" destId="{5611F15A-084B-414E-95A9-34C7A885B59C}" srcOrd="0" destOrd="0" parTransId="{8FD80D9A-9189-4CF8-89E8-3ECED1D25419}" sibTransId="{C4EBEAB3-AE91-41F0-9D4E-9D5F45452D6B}"/>
    <dgm:cxn modelId="{00EA1E60-0ADA-406D-822E-60EC2449B7AE}" type="presParOf" srcId="{B9F2B97E-4392-4EE8-8D49-6AFB26588318}" destId="{92CFBDA1-E50E-41A8-9224-65E0C1D17E65}" srcOrd="0" destOrd="0" presId="urn:microsoft.com/office/officeart/2005/8/layout/orgChart1"/>
    <dgm:cxn modelId="{9F636713-693E-473E-A61C-8F7233F4A3E0}" type="presParOf" srcId="{92CFBDA1-E50E-41A8-9224-65E0C1D17E65}" destId="{9EA4ACF7-DE87-4490-BEF3-AC895A6996F2}" srcOrd="0" destOrd="0" presId="urn:microsoft.com/office/officeart/2005/8/layout/orgChart1"/>
    <dgm:cxn modelId="{BB65B30C-895E-4787-A2C2-F91A1C50A588}" type="presParOf" srcId="{9EA4ACF7-DE87-4490-BEF3-AC895A6996F2}" destId="{2671A687-C686-4096-8D6A-12AB49F8AE71}" srcOrd="0" destOrd="0" presId="urn:microsoft.com/office/officeart/2005/8/layout/orgChart1"/>
    <dgm:cxn modelId="{F183240B-F4F8-4940-B7EC-CE0B8FBB4273}" type="presParOf" srcId="{9EA4ACF7-DE87-4490-BEF3-AC895A6996F2}" destId="{A65C890A-BCC6-44D3-B35A-4D5D9F552228}" srcOrd="1" destOrd="0" presId="urn:microsoft.com/office/officeart/2005/8/layout/orgChart1"/>
    <dgm:cxn modelId="{F00BD878-20DF-4EC4-92CA-4378A6A39C62}" type="presParOf" srcId="{92CFBDA1-E50E-41A8-9224-65E0C1D17E65}" destId="{DA2E52FB-F3B1-41FB-B480-F6A703CF38B9}" srcOrd="1" destOrd="0" presId="urn:microsoft.com/office/officeart/2005/8/layout/orgChart1"/>
    <dgm:cxn modelId="{498AAFE5-F803-478F-A083-71ED43CE9032}" type="presParOf" srcId="{DA2E52FB-F3B1-41FB-B480-F6A703CF38B9}" destId="{00088933-BCE7-4262-8E8B-CFB99085B354}" srcOrd="0" destOrd="0" presId="urn:microsoft.com/office/officeart/2005/8/layout/orgChart1"/>
    <dgm:cxn modelId="{0BF865B5-A653-4896-8BB9-255D632E4A7E}" type="presParOf" srcId="{DA2E52FB-F3B1-41FB-B480-F6A703CF38B9}" destId="{4E348F60-1EC2-4F62-A5E9-16B39FB06714}" srcOrd="1" destOrd="0" presId="urn:microsoft.com/office/officeart/2005/8/layout/orgChart1"/>
    <dgm:cxn modelId="{D10F9230-D560-491A-BA23-C631D9DB6329}" type="presParOf" srcId="{4E348F60-1EC2-4F62-A5E9-16B39FB06714}" destId="{9F041AD3-A92D-4E28-9B6D-9132706ECD0E}" srcOrd="0" destOrd="0" presId="urn:microsoft.com/office/officeart/2005/8/layout/orgChart1"/>
    <dgm:cxn modelId="{F40F0CE8-ACB7-4A26-9E84-A9A740760BCD}" type="presParOf" srcId="{9F041AD3-A92D-4E28-9B6D-9132706ECD0E}" destId="{67BF4B72-3995-4C98-9051-74C33895FB9D}" srcOrd="0" destOrd="0" presId="urn:microsoft.com/office/officeart/2005/8/layout/orgChart1"/>
    <dgm:cxn modelId="{7221585C-84D6-446F-9EC3-75A2AB086E46}" type="presParOf" srcId="{9F041AD3-A92D-4E28-9B6D-9132706ECD0E}" destId="{F13E40D3-9CA6-49E6-BE7A-6436A6332938}" srcOrd="1" destOrd="0" presId="urn:microsoft.com/office/officeart/2005/8/layout/orgChart1"/>
    <dgm:cxn modelId="{91E7415D-BE6B-4493-87AD-6B045CC93213}" type="presParOf" srcId="{4E348F60-1EC2-4F62-A5E9-16B39FB06714}" destId="{79BD2100-5052-450B-9C14-DC68867FBA86}" srcOrd="1" destOrd="0" presId="urn:microsoft.com/office/officeart/2005/8/layout/orgChart1"/>
    <dgm:cxn modelId="{4A7E8427-BC72-45E5-B34A-DB0AF5C7CDF4}" type="presParOf" srcId="{79BD2100-5052-450B-9C14-DC68867FBA86}" destId="{99D00FD2-C6DE-464F-B769-D3E81D64675A}" srcOrd="0" destOrd="0" presId="urn:microsoft.com/office/officeart/2005/8/layout/orgChart1"/>
    <dgm:cxn modelId="{0BAD9E7D-4B52-4947-B29D-A38EEBE77DE6}" type="presParOf" srcId="{79BD2100-5052-450B-9C14-DC68867FBA86}" destId="{F7A757C6-5798-458E-97D7-565B65990CB5}" srcOrd="1" destOrd="0" presId="urn:microsoft.com/office/officeart/2005/8/layout/orgChart1"/>
    <dgm:cxn modelId="{AE3A6993-1BAF-43D7-91B1-0D283BE34E4F}" type="presParOf" srcId="{F7A757C6-5798-458E-97D7-565B65990CB5}" destId="{19E6105C-8D9A-4935-AF4A-975FEF35AED8}" srcOrd="0" destOrd="0" presId="urn:microsoft.com/office/officeart/2005/8/layout/orgChart1"/>
    <dgm:cxn modelId="{E4490A97-73FD-46D9-A5F6-0BD49B0AABE8}" type="presParOf" srcId="{19E6105C-8D9A-4935-AF4A-975FEF35AED8}" destId="{C6D5A561-1EAA-4770-AFBE-4A761B6B330C}" srcOrd="0" destOrd="0" presId="urn:microsoft.com/office/officeart/2005/8/layout/orgChart1"/>
    <dgm:cxn modelId="{E77183AA-305F-41A8-B895-1F5258213665}" type="presParOf" srcId="{19E6105C-8D9A-4935-AF4A-975FEF35AED8}" destId="{6D1A7ACB-56ED-4FD5-877D-F7B521EB0F9E}" srcOrd="1" destOrd="0" presId="urn:microsoft.com/office/officeart/2005/8/layout/orgChart1"/>
    <dgm:cxn modelId="{6D30D919-5B1C-4231-BBBE-4D5A502C1259}" type="presParOf" srcId="{F7A757C6-5798-458E-97D7-565B65990CB5}" destId="{1EE8DCEF-0744-466D-A676-63897CC57871}" srcOrd="1" destOrd="0" presId="urn:microsoft.com/office/officeart/2005/8/layout/orgChart1"/>
    <dgm:cxn modelId="{E1928636-55F6-4086-AB14-28EAD56CDB23}" type="presParOf" srcId="{F7A757C6-5798-458E-97D7-565B65990CB5}" destId="{DFABE562-D00B-4B3C-BFA6-6CB9A5A5C727}" srcOrd="2" destOrd="0" presId="urn:microsoft.com/office/officeart/2005/8/layout/orgChart1"/>
    <dgm:cxn modelId="{9F4725CF-4197-4F24-B631-FD84EE5061FC}" type="presParOf" srcId="{79BD2100-5052-450B-9C14-DC68867FBA86}" destId="{D9DF2D44-D7EF-40A6-B692-2E62A955E0F2}" srcOrd="2" destOrd="0" presId="urn:microsoft.com/office/officeart/2005/8/layout/orgChart1"/>
    <dgm:cxn modelId="{C0064274-8C1F-4EFC-84BC-4648EEF0F41D}" type="presParOf" srcId="{79BD2100-5052-450B-9C14-DC68867FBA86}" destId="{89488100-B42D-407B-A56B-7A1B70B465BE}" srcOrd="3" destOrd="0" presId="urn:microsoft.com/office/officeart/2005/8/layout/orgChart1"/>
    <dgm:cxn modelId="{59A8740C-A310-4AB0-8AB8-1E2A10A3592A}" type="presParOf" srcId="{89488100-B42D-407B-A56B-7A1B70B465BE}" destId="{E075A8EF-A0D1-4AA1-9D49-C5D825DCF9D7}" srcOrd="0" destOrd="0" presId="urn:microsoft.com/office/officeart/2005/8/layout/orgChart1"/>
    <dgm:cxn modelId="{4F2BA8A0-CF4E-4C62-AAD7-0CA8EB23FF05}" type="presParOf" srcId="{E075A8EF-A0D1-4AA1-9D49-C5D825DCF9D7}" destId="{EC36EBC7-2C72-45DA-9EAE-E41E6CBE28D5}" srcOrd="0" destOrd="0" presId="urn:microsoft.com/office/officeart/2005/8/layout/orgChart1"/>
    <dgm:cxn modelId="{3E114C3B-ECD6-4DB1-AD20-26D55724CFAF}" type="presParOf" srcId="{E075A8EF-A0D1-4AA1-9D49-C5D825DCF9D7}" destId="{6F53A99F-0650-4E6D-9B5C-5D97F7FCB692}" srcOrd="1" destOrd="0" presId="urn:microsoft.com/office/officeart/2005/8/layout/orgChart1"/>
    <dgm:cxn modelId="{A9DCB0FC-0764-4D98-8E70-0E3AE2C83D74}" type="presParOf" srcId="{89488100-B42D-407B-A56B-7A1B70B465BE}" destId="{3B5480CD-2B74-4026-B646-0E7808488644}" srcOrd="1" destOrd="0" presId="urn:microsoft.com/office/officeart/2005/8/layout/orgChart1"/>
    <dgm:cxn modelId="{8103C7FD-97E3-4934-8CBB-7D4B203C81D5}" type="presParOf" srcId="{89488100-B42D-407B-A56B-7A1B70B465BE}" destId="{5CDD6A81-4F88-4430-AD08-A83E687290D6}" srcOrd="2" destOrd="0" presId="urn:microsoft.com/office/officeart/2005/8/layout/orgChart1"/>
    <dgm:cxn modelId="{FFBFA35B-251D-4983-8BA7-DDE6DF56AFBB}" type="presParOf" srcId="{79BD2100-5052-450B-9C14-DC68867FBA86}" destId="{BC5F9BFA-6A88-43D6-A68C-657A3B16C5AA}" srcOrd="4" destOrd="0" presId="urn:microsoft.com/office/officeart/2005/8/layout/orgChart1"/>
    <dgm:cxn modelId="{64777DEF-0D98-4B22-A8BB-B020A0F5C92C}" type="presParOf" srcId="{79BD2100-5052-450B-9C14-DC68867FBA86}" destId="{12CC4100-A284-466F-B614-322862A6FF4B}" srcOrd="5" destOrd="0" presId="urn:microsoft.com/office/officeart/2005/8/layout/orgChart1"/>
    <dgm:cxn modelId="{3DF60E74-0DB9-4981-BB00-45BAD305C00F}" type="presParOf" srcId="{12CC4100-A284-466F-B614-322862A6FF4B}" destId="{2E0BD62D-ECAB-460E-BE86-16CF1744C303}" srcOrd="0" destOrd="0" presId="urn:microsoft.com/office/officeart/2005/8/layout/orgChart1"/>
    <dgm:cxn modelId="{AC2270A7-CBEB-428E-A742-F91B1C9D563E}" type="presParOf" srcId="{2E0BD62D-ECAB-460E-BE86-16CF1744C303}" destId="{4F0826AD-6BBA-48F4-8CA7-BCBED4E48C12}" srcOrd="0" destOrd="0" presId="urn:microsoft.com/office/officeart/2005/8/layout/orgChart1"/>
    <dgm:cxn modelId="{503080FF-4FC3-4166-B7E9-CAAB02862E57}" type="presParOf" srcId="{2E0BD62D-ECAB-460E-BE86-16CF1744C303}" destId="{27E769C9-1039-4250-B6C5-1373CB1C370C}" srcOrd="1" destOrd="0" presId="urn:microsoft.com/office/officeart/2005/8/layout/orgChart1"/>
    <dgm:cxn modelId="{F1253DF1-D7F7-455F-9208-284BB6B6DB82}" type="presParOf" srcId="{12CC4100-A284-466F-B614-322862A6FF4B}" destId="{23FF41EE-3CA3-41F4-ACA3-26B03C1C96A1}" srcOrd="1" destOrd="0" presId="urn:microsoft.com/office/officeart/2005/8/layout/orgChart1"/>
    <dgm:cxn modelId="{67088836-9787-4A9C-8385-962E80377517}" type="presParOf" srcId="{12CC4100-A284-466F-B614-322862A6FF4B}" destId="{0A220ADF-3061-459D-A597-C72CEB9E0FCC}" srcOrd="2" destOrd="0" presId="urn:microsoft.com/office/officeart/2005/8/layout/orgChart1"/>
    <dgm:cxn modelId="{BCBE6017-EAAA-436B-8D6B-87A074A808BD}" type="presParOf" srcId="{4E348F60-1EC2-4F62-A5E9-16B39FB06714}" destId="{F9CF171F-1513-43B5-9527-AB1BEF0E7B43}" srcOrd="2" destOrd="0" presId="urn:microsoft.com/office/officeart/2005/8/layout/orgChart1"/>
    <dgm:cxn modelId="{B69CEBAA-426E-490C-BD67-7C9D7D4E9195}" type="presParOf" srcId="{DA2E52FB-F3B1-41FB-B480-F6A703CF38B9}" destId="{07C430EF-D4F7-496D-A6CB-F3F1FFE42F13}" srcOrd="2" destOrd="0" presId="urn:microsoft.com/office/officeart/2005/8/layout/orgChart1"/>
    <dgm:cxn modelId="{DE54D9B8-D19C-433F-960F-66519D220210}" type="presParOf" srcId="{DA2E52FB-F3B1-41FB-B480-F6A703CF38B9}" destId="{101181CB-F308-419B-B520-47161A51A270}" srcOrd="3" destOrd="0" presId="urn:microsoft.com/office/officeart/2005/8/layout/orgChart1"/>
    <dgm:cxn modelId="{21507CCF-9B07-4D37-90B9-271F85B09479}" type="presParOf" srcId="{101181CB-F308-419B-B520-47161A51A270}" destId="{B7C51720-4F44-4974-BA61-D1B386CCB217}" srcOrd="0" destOrd="0" presId="urn:microsoft.com/office/officeart/2005/8/layout/orgChart1"/>
    <dgm:cxn modelId="{554B72BA-7C1E-47DC-B432-DAA632010785}" type="presParOf" srcId="{B7C51720-4F44-4974-BA61-D1B386CCB217}" destId="{2B1DADB8-2CD3-4B04-9A81-1F10757C749A}" srcOrd="0" destOrd="0" presId="urn:microsoft.com/office/officeart/2005/8/layout/orgChart1"/>
    <dgm:cxn modelId="{4615A8A2-6D08-4F7C-8E76-03C2A8B3E3EC}" type="presParOf" srcId="{B7C51720-4F44-4974-BA61-D1B386CCB217}" destId="{1F35D6BC-3231-4B17-8940-89D4BC715866}" srcOrd="1" destOrd="0" presId="urn:microsoft.com/office/officeart/2005/8/layout/orgChart1"/>
    <dgm:cxn modelId="{57BD119B-1FB4-4878-B384-22740AD1B386}" type="presParOf" srcId="{101181CB-F308-419B-B520-47161A51A270}" destId="{323F14D4-42EF-41D6-B7B1-C965167E4D92}" srcOrd="1" destOrd="0" presId="urn:microsoft.com/office/officeart/2005/8/layout/orgChart1"/>
    <dgm:cxn modelId="{95BF847D-589A-463C-AA1B-8C6DE433B079}" type="presParOf" srcId="{323F14D4-42EF-41D6-B7B1-C965167E4D92}" destId="{288CA5A8-123E-474D-BFB5-56D5A9EFC44D}" srcOrd="0" destOrd="0" presId="urn:microsoft.com/office/officeart/2005/8/layout/orgChart1"/>
    <dgm:cxn modelId="{EFBF4DC3-D476-43BF-B30D-46539FB94267}" type="presParOf" srcId="{323F14D4-42EF-41D6-B7B1-C965167E4D92}" destId="{8185283F-F8CE-47BC-A9F0-BB5FEAB755D1}" srcOrd="1" destOrd="0" presId="urn:microsoft.com/office/officeart/2005/8/layout/orgChart1"/>
    <dgm:cxn modelId="{A24CB94F-E4F5-4A35-A1E2-2099322A2686}" type="presParOf" srcId="{8185283F-F8CE-47BC-A9F0-BB5FEAB755D1}" destId="{580DC0E9-B0F7-4AC6-9660-6A073E1EAF8E}" srcOrd="0" destOrd="0" presId="urn:microsoft.com/office/officeart/2005/8/layout/orgChart1"/>
    <dgm:cxn modelId="{1A1D56B0-18F0-4E66-A7BC-E5E8ED0F9DCE}" type="presParOf" srcId="{580DC0E9-B0F7-4AC6-9660-6A073E1EAF8E}" destId="{67A605D5-1007-417D-A307-9A6126257EE3}" srcOrd="0" destOrd="0" presId="urn:microsoft.com/office/officeart/2005/8/layout/orgChart1"/>
    <dgm:cxn modelId="{0EAB8614-17E8-4B6A-8E4B-0D3A1720EA7F}" type="presParOf" srcId="{580DC0E9-B0F7-4AC6-9660-6A073E1EAF8E}" destId="{29571B36-3AB6-488D-8A9C-F6972EE36D22}" srcOrd="1" destOrd="0" presId="urn:microsoft.com/office/officeart/2005/8/layout/orgChart1"/>
    <dgm:cxn modelId="{03D1C3B2-E3B5-48E3-A3A2-D83C6ED2B473}" type="presParOf" srcId="{8185283F-F8CE-47BC-A9F0-BB5FEAB755D1}" destId="{4378250D-3AC7-407C-A79B-7C2B200AE906}" srcOrd="1" destOrd="0" presId="urn:microsoft.com/office/officeart/2005/8/layout/orgChart1"/>
    <dgm:cxn modelId="{A52993CE-10A6-4915-8010-14DF48CD6447}" type="presParOf" srcId="{8185283F-F8CE-47BC-A9F0-BB5FEAB755D1}" destId="{CDF9D101-F9D4-474B-B898-7E66964FC13C}" srcOrd="2" destOrd="0" presId="urn:microsoft.com/office/officeart/2005/8/layout/orgChart1"/>
    <dgm:cxn modelId="{46ACC3F6-CAFC-499E-92EF-64CD4B44EB3B}" type="presParOf" srcId="{101181CB-F308-419B-B520-47161A51A270}" destId="{85B4E74E-FF08-4DDA-9681-9CCAFE982925}" srcOrd="2" destOrd="0" presId="urn:microsoft.com/office/officeart/2005/8/layout/orgChart1"/>
    <dgm:cxn modelId="{C92E55ED-DFE5-4185-8DBF-F87F88FB1F4F}" type="presParOf" srcId="{DA2E52FB-F3B1-41FB-B480-F6A703CF38B9}" destId="{DF6F1B0D-44D9-4F38-B166-31D10E22C0EF}" srcOrd="4" destOrd="0" presId="urn:microsoft.com/office/officeart/2005/8/layout/orgChart1"/>
    <dgm:cxn modelId="{EF17ECA0-65CF-4D0F-ABE4-A440B5411760}" type="presParOf" srcId="{DA2E52FB-F3B1-41FB-B480-F6A703CF38B9}" destId="{26FF31C5-0F91-4A30-A792-1304375C3EFA}" srcOrd="5" destOrd="0" presId="urn:microsoft.com/office/officeart/2005/8/layout/orgChart1"/>
    <dgm:cxn modelId="{957B616F-D787-4F88-8CB3-CC83ACFE6B1C}" type="presParOf" srcId="{26FF31C5-0F91-4A30-A792-1304375C3EFA}" destId="{A67CF9AD-DCF2-4298-A271-CD58091B9BD6}" srcOrd="0" destOrd="0" presId="urn:microsoft.com/office/officeart/2005/8/layout/orgChart1"/>
    <dgm:cxn modelId="{35E127A6-A8C0-49C8-96CD-C9D9A3FEF385}" type="presParOf" srcId="{A67CF9AD-DCF2-4298-A271-CD58091B9BD6}" destId="{8917DE24-1406-49DD-9FC2-3185B3D38187}" srcOrd="0" destOrd="0" presId="urn:microsoft.com/office/officeart/2005/8/layout/orgChart1"/>
    <dgm:cxn modelId="{5C5B89AD-2D47-4AA3-83F8-B1890FBAE7D7}" type="presParOf" srcId="{A67CF9AD-DCF2-4298-A271-CD58091B9BD6}" destId="{AD53A3B3-ADC4-49A5-BC63-F82E0F388CC0}" srcOrd="1" destOrd="0" presId="urn:microsoft.com/office/officeart/2005/8/layout/orgChart1"/>
    <dgm:cxn modelId="{AEBACCD9-3C29-4103-B0CE-1ABE5F8C73F7}" type="presParOf" srcId="{26FF31C5-0F91-4A30-A792-1304375C3EFA}" destId="{C7DC959F-0ADE-4DAA-B40A-82C100F4C255}" srcOrd="1" destOrd="0" presId="urn:microsoft.com/office/officeart/2005/8/layout/orgChart1"/>
    <dgm:cxn modelId="{5DEBB2ED-F152-4245-A29D-16864D606EF4}" type="presParOf" srcId="{C7DC959F-0ADE-4DAA-B40A-82C100F4C255}" destId="{F2C8573D-9089-49A3-88FC-6C8FCA07A128}" srcOrd="0" destOrd="0" presId="urn:microsoft.com/office/officeart/2005/8/layout/orgChart1"/>
    <dgm:cxn modelId="{5F2DDEB3-8A6B-4B73-B325-DC6619E9F4ED}" type="presParOf" srcId="{C7DC959F-0ADE-4DAA-B40A-82C100F4C255}" destId="{B81B6508-2471-4EFD-80AE-8B39A9A12CCF}" srcOrd="1" destOrd="0" presId="urn:microsoft.com/office/officeart/2005/8/layout/orgChart1"/>
    <dgm:cxn modelId="{6692908F-155C-462A-91E8-2DE671FD4771}" type="presParOf" srcId="{B81B6508-2471-4EFD-80AE-8B39A9A12CCF}" destId="{0A2308D5-4623-4849-A2D8-EC0DC60227F8}" srcOrd="0" destOrd="0" presId="urn:microsoft.com/office/officeart/2005/8/layout/orgChart1"/>
    <dgm:cxn modelId="{EF972567-47D4-48A7-99E9-DEB45BAF7501}" type="presParOf" srcId="{0A2308D5-4623-4849-A2D8-EC0DC60227F8}" destId="{94F5D520-7281-4658-AB1E-991F26F37FEF}" srcOrd="0" destOrd="0" presId="urn:microsoft.com/office/officeart/2005/8/layout/orgChart1"/>
    <dgm:cxn modelId="{5599B444-C8B5-426C-990E-9D11401EEFEB}" type="presParOf" srcId="{0A2308D5-4623-4849-A2D8-EC0DC60227F8}" destId="{74207401-449F-40BE-8E8F-CE754CCDE104}" srcOrd="1" destOrd="0" presId="urn:microsoft.com/office/officeart/2005/8/layout/orgChart1"/>
    <dgm:cxn modelId="{CE83CF52-2606-49FF-87C3-EDFCC93D4CB2}" type="presParOf" srcId="{B81B6508-2471-4EFD-80AE-8B39A9A12CCF}" destId="{1668430D-4DA1-4093-9715-62DBA5D42D3E}" srcOrd="1" destOrd="0" presId="urn:microsoft.com/office/officeart/2005/8/layout/orgChart1"/>
    <dgm:cxn modelId="{5D4EB7FF-B3AF-4EF0-A0B2-E480874F9DAC}" type="presParOf" srcId="{B81B6508-2471-4EFD-80AE-8B39A9A12CCF}" destId="{C94339A8-7719-476C-A458-4AE8CFC674F5}" srcOrd="2" destOrd="0" presId="urn:microsoft.com/office/officeart/2005/8/layout/orgChart1"/>
    <dgm:cxn modelId="{CCCA9A51-544C-4DD3-801D-A77A1C1C03E7}" type="presParOf" srcId="{C7DC959F-0ADE-4DAA-B40A-82C100F4C255}" destId="{2B598ECB-A6AC-4828-83A6-D3FAB99DE405}" srcOrd="2" destOrd="0" presId="urn:microsoft.com/office/officeart/2005/8/layout/orgChart1"/>
    <dgm:cxn modelId="{F46AB3D8-CE8B-479B-8AD6-C7D883A36E3D}" type="presParOf" srcId="{C7DC959F-0ADE-4DAA-B40A-82C100F4C255}" destId="{62AEC996-F79C-4FCE-AEAF-9B23EE956748}" srcOrd="3" destOrd="0" presId="urn:microsoft.com/office/officeart/2005/8/layout/orgChart1"/>
    <dgm:cxn modelId="{F44F7FF0-C72C-4A76-BEE8-1D933B63790F}" type="presParOf" srcId="{62AEC996-F79C-4FCE-AEAF-9B23EE956748}" destId="{35ACE6A6-26ED-4856-8DFE-40F80BD48ECF}" srcOrd="0" destOrd="0" presId="urn:microsoft.com/office/officeart/2005/8/layout/orgChart1"/>
    <dgm:cxn modelId="{34824DCA-DBEE-470B-AB08-C00EDF067939}" type="presParOf" srcId="{35ACE6A6-26ED-4856-8DFE-40F80BD48ECF}" destId="{9CE9EE4C-D508-4F26-9A56-20E63AD56072}" srcOrd="0" destOrd="0" presId="urn:microsoft.com/office/officeart/2005/8/layout/orgChart1"/>
    <dgm:cxn modelId="{7B8B6BE8-FD1C-4510-A995-9A3569EE4DA1}" type="presParOf" srcId="{35ACE6A6-26ED-4856-8DFE-40F80BD48ECF}" destId="{6F51EF9D-371D-4FD6-BFE0-C7F10587ACD3}" srcOrd="1" destOrd="0" presId="urn:microsoft.com/office/officeart/2005/8/layout/orgChart1"/>
    <dgm:cxn modelId="{E9D81EAE-2E7C-4AA5-B4AA-FB0EEB6C507D}" type="presParOf" srcId="{62AEC996-F79C-4FCE-AEAF-9B23EE956748}" destId="{D42E6BC5-7F77-4F09-AA69-F70BEE5F9EB5}" srcOrd="1" destOrd="0" presId="urn:microsoft.com/office/officeart/2005/8/layout/orgChart1"/>
    <dgm:cxn modelId="{ABC17436-A343-4E4C-8B25-72764D4A76F6}" type="presParOf" srcId="{62AEC996-F79C-4FCE-AEAF-9B23EE956748}" destId="{3BE94EFF-F36E-4301-83AD-B5084B02AD4B}" srcOrd="2" destOrd="0" presId="urn:microsoft.com/office/officeart/2005/8/layout/orgChart1"/>
    <dgm:cxn modelId="{2C39942C-C545-4437-90A0-0033B235F185}" type="presParOf" srcId="{C7DC959F-0ADE-4DAA-B40A-82C100F4C255}" destId="{70A59C60-2D2C-4B63-9B77-913F78D0ED4F}" srcOrd="4" destOrd="0" presId="urn:microsoft.com/office/officeart/2005/8/layout/orgChart1"/>
    <dgm:cxn modelId="{67216F60-81F3-4985-A927-D46ECAD30E90}" type="presParOf" srcId="{C7DC959F-0ADE-4DAA-B40A-82C100F4C255}" destId="{8760A0B9-A192-460F-A6B2-2BDDD9873C4C}" srcOrd="5" destOrd="0" presId="urn:microsoft.com/office/officeart/2005/8/layout/orgChart1"/>
    <dgm:cxn modelId="{B65EDA87-7025-47C6-9507-6A40EE08A0BC}" type="presParOf" srcId="{8760A0B9-A192-460F-A6B2-2BDDD9873C4C}" destId="{D701FE5B-550C-47E8-8065-FE8735CF6D67}" srcOrd="0" destOrd="0" presId="urn:microsoft.com/office/officeart/2005/8/layout/orgChart1"/>
    <dgm:cxn modelId="{FED111C7-0972-4042-832F-724A9C37A4AA}" type="presParOf" srcId="{D701FE5B-550C-47E8-8065-FE8735CF6D67}" destId="{2657A9C6-1DA0-4775-9F08-9517580EB398}" srcOrd="0" destOrd="0" presId="urn:microsoft.com/office/officeart/2005/8/layout/orgChart1"/>
    <dgm:cxn modelId="{0900AE9C-F230-4A12-9416-DEBD4978621E}" type="presParOf" srcId="{D701FE5B-550C-47E8-8065-FE8735CF6D67}" destId="{E75493B1-6F25-4CE8-94FB-F8926CC5253A}" srcOrd="1" destOrd="0" presId="urn:microsoft.com/office/officeart/2005/8/layout/orgChart1"/>
    <dgm:cxn modelId="{D721BB1B-21AC-4231-A8E3-4BED2B1EF503}" type="presParOf" srcId="{8760A0B9-A192-460F-A6B2-2BDDD9873C4C}" destId="{AA443CE3-C717-46DB-B387-FC7F38EE0508}" srcOrd="1" destOrd="0" presId="urn:microsoft.com/office/officeart/2005/8/layout/orgChart1"/>
    <dgm:cxn modelId="{BAD2E469-2F15-4BC0-9B55-F23A6730425B}" type="presParOf" srcId="{8760A0B9-A192-460F-A6B2-2BDDD9873C4C}" destId="{FC3554B1-C1B5-40CA-AF42-E2ECD866860B}" srcOrd="2" destOrd="0" presId="urn:microsoft.com/office/officeart/2005/8/layout/orgChart1"/>
    <dgm:cxn modelId="{0A7E9937-F35E-436C-B290-A16CAFB9DDB1}" type="presParOf" srcId="{26FF31C5-0F91-4A30-A792-1304375C3EFA}" destId="{52C351E8-C4DA-46B7-BD1B-D2FC00E94481}" srcOrd="2" destOrd="0" presId="urn:microsoft.com/office/officeart/2005/8/layout/orgChart1"/>
    <dgm:cxn modelId="{5C081786-6A78-4D5F-A30D-C8C106957CC0}" type="presParOf" srcId="{92CFBDA1-E50E-41A8-9224-65E0C1D17E65}" destId="{81C1EF69-6B56-405B-B361-33D019886E5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59C60-2D2C-4B63-9B77-913F78D0ED4F}">
      <dsp:nvSpPr>
        <dsp:cNvPr id="0" name=""/>
        <dsp:cNvSpPr/>
      </dsp:nvSpPr>
      <dsp:spPr>
        <a:xfrm>
          <a:off x="3595747" y="1525189"/>
          <a:ext cx="188914" cy="23677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7722"/>
              </a:lnTo>
              <a:lnTo>
                <a:pt x="188914" y="236772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598ECB-A6AC-4828-83A6-D3FAB99DE405}">
      <dsp:nvSpPr>
        <dsp:cNvPr id="0" name=""/>
        <dsp:cNvSpPr/>
      </dsp:nvSpPr>
      <dsp:spPr>
        <a:xfrm>
          <a:off x="3595747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C8573D-9089-49A3-88FC-6C8FCA07A128}">
      <dsp:nvSpPr>
        <dsp:cNvPr id="0" name=""/>
        <dsp:cNvSpPr/>
      </dsp:nvSpPr>
      <dsp:spPr>
        <a:xfrm>
          <a:off x="3595747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6F1B0D-44D9-4F38-B166-31D10E22C0EF}">
      <dsp:nvSpPr>
        <dsp:cNvPr id="0" name=""/>
        <dsp:cNvSpPr/>
      </dsp:nvSpPr>
      <dsp:spPr>
        <a:xfrm>
          <a:off x="2575611" y="630996"/>
          <a:ext cx="1523906" cy="26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239"/>
              </a:lnTo>
              <a:lnTo>
                <a:pt x="1523906" y="132239"/>
              </a:lnTo>
              <a:lnTo>
                <a:pt x="1523906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8CA5A8-123E-474D-BFB5-56D5A9EFC44D}">
      <dsp:nvSpPr>
        <dsp:cNvPr id="0" name=""/>
        <dsp:cNvSpPr/>
      </dsp:nvSpPr>
      <dsp:spPr>
        <a:xfrm>
          <a:off x="2071840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C430EF-D4F7-496D-A6CB-F3F1FFE42F13}">
      <dsp:nvSpPr>
        <dsp:cNvPr id="0" name=""/>
        <dsp:cNvSpPr/>
      </dsp:nvSpPr>
      <dsp:spPr>
        <a:xfrm>
          <a:off x="2529891" y="630996"/>
          <a:ext cx="91440" cy="264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5F9BFA-6A88-43D6-A68C-657A3B16C5AA}">
      <dsp:nvSpPr>
        <dsp:cNvPr id="0" name=""/>
        <dsp:cNvSpPr/>
      </dsp:nvSpPr>
      <dsp:spPr>
        <a:xfrm>
          <a:off x="547934" y="1525189"/>
          <a:ext cx="188914" cy="23677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7722"/>
              </a:lnTo>
              <a:lnTo>
                <a:pt x="188914" y="236772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DF2D44-D7EF-40A6-B692-2E62A955E0F2}">
      <dsp:nvSpPr>
        <dsp:cNvPr id="0" name=""/>
        <dsp:cNvSpPr/>
      </dsp:nvSpPr>
      <dsp:spPr>
        <a:xfrm>
          <a:off x="547934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D00FD2-C6DE-464F-B769-D3E81D64675A}">
      <dsp:nvSpPr>
        <dsp:cNvPr id="0" name=""/>
        <dsp:cNvSpPr/>
      </dsp:nvSpPr>
      <dsp:spPr>
        <a:xfrm>
          <a:off x="547934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088933-BCE7-4262-8E8B-CFB99085B354}">
      <dsp:nvSpPr>
        <dsp:cNvPr id="0" name=""/>
        <dsp:cNvSpPr/>
      </dsp:nvSpPr>
      <dsp:spPr>
        <a:xfrm>
          <a:off x="1051704" y="630996"/>
          <a:ext cx="1523906" cy="264479"/>
        </a:xfrm>
        <a:custGeom>
          <a:avLst/>
          <a:gdLst/>
          <a:ahLst/>
          <a:cxnLst/>
          <a:rect l="0" t="0" r="0" b="0"/>
          <a:pathLst>
            <a:path>
              <a:moveTo>
                <a:pt x="1523906" y="0"/>
              </a:moveTo>
              <a:lnTo>
                <a:pt x="1523906" y="132239"/>
              </a:lnTo>
              <a:lnTo>
                <a:pt x="0" y="132239"/>
              </a:lnTo>
              <a:lnTo>
                <a:pt x="0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71A687-C686-4096-8D6A-12AB49F8AE71}">
      <dsp:nvSpPr>
        <dsp:cNvPr id="0" name=""/>
        <dsp:cNvSpPr/>
      </dsp:nvSpPr>
      <dsp:spPr>
        <a:xfrm>
          <a:off x="1945898" y="1282"/>
          <a:ext cx="1259427" cy="629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Behavioural Diagrams</a:t>
          </a:r>
        </a:p>
      </dsp:txBody>
      <dsp:txXfrm>
        <a:off x="1945898" y="1282"/>
        <a:ext cx="1259427" cy="629713"/>
      </dsp:txXfrm>
    </dsp:sp>
    <dsp:sp modelId="{67BF4B72-3995-4C98-9051-74C33895FB9D}">
      <dsp:nvSpPr>
        <dsp:cNvPr id="0" name=""/>
        <dsp:cNvSpPr/>
      </dsp:nvSpPr>
      <dsp:spPr>
        <a:xfrm>
          <a:off x="421991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Useful</a:t>
          </a:r>
        </a:p>
      </dsp:txBody>
      <dsp:txXfrm>
        <a:off x="421991" y="895476"/>
        <a:ext cx="1259427" cy="629713"/>
      </dsp:txXfrm>
    </dsp:sp>
    <dsp:sp modelId="{C6D5A561-1EAA-4770-AFBE-4A761B6B330C}">
      <dsp:nvSpPr>
        <dsp:cNvPr id="0" name=""/>
        <dsp:cNvSpPr/>
      </dsp:nvSpPr>
      <dsp:spPr>
        <a:xfrm>
          <a:off x="736848" y="1789669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Use case Diagram</a:t>
          </a:r>
        </a:p>
      </dsp:txBody>
      <dsp:txXfrm>
        <a:off x="736848" y="1789669"/>
        <a:ext cx="1259427" cy="629713"/>
      </dsp:txXfrm>
    </dsp:sp>
    <dsp:sp modelId="{EC36EBC7-2C72-45DA-9EAE-E41E6CBE28D5}">
      <dsp:nvSpPr>
        <dsp:cNvPr id="0" name=""/>
        <dsp:cNvSpPr/>
      </dsp:nvSpPr>
      <dsp:spPr>
        <a:xfrm>
          <a:off x="736848" y="2683862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Activity Diagram</a:t>
          </a:r>
        </a:p>
      </dsp:txBody>
      <dsp:txXfrm>
        <a:off x="736848" y="2683862"/>
        <a:ext cx="1259427" cy="629713"/>
      </dsp:txXfrm>
    </dsp:sp>
    <dsp:sp modelId="{4F0826AD-6BBA-48F4-8CA7-BCBED4E48C12}">
      <dsp:nvSpPr>
        <dsp:cNvPr id="0" name=""/>
        <dsp:cNvSpPr/>
      </dsp:nvSpPr>
      <dsp:spPr>
        <a:xfrm>
          <a:off x="736848" y="3578055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Sequence Diagram</a:t>
          </a:r>
        </a:p>
      </dsp:txBody>
      <dsp:txXfrm>
        <a:off x="736848" y="3578055"/>
        <a:ext cx="1259427" cy="629713"/>
      </dsp:txXfrm>
    </dsp:sp>
    <dsp:sp modelId="{2B1DADB8-2CD3-4B04-9A81-1F10757C749A}">
      <dsp:nvSpPr>
        <dsp:cNvPr id="0" name=""/>
        <dsp:cNvSpPr/>
      </dsp:nvSpPr>
      <dsp:spPr>
        <a:xfrm>
          <a:off x="1945898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Rarely Used</a:t>
          </a:r>
        </a:p>
      </dsp:txBody>
      <dsp:txXfrm>
        <a:off x="1945898" y="895476"/>
        <a:ext cx="1259427" cy="629713"/>
      </dsp:txXfrm>
    </dsp:sp>
    <dsp:sp modelId="{67A605D5-1007-417D-A307-9A6126257EE3}">
      <dsp:nvSpPr>
        <dsp:cNvPr id="0" name=""/>
        <dsp:cNvSpPr/>
      </dsp:nvSpPr>
      <dsp:spPr>
        <a:xfrm>
          <a:off x="2260754" y="1789669"/>
          <a:ext cx="1259427" cy="629713"/>
        </a:xfrm>
        <a:prstGeom prst="rect">
          <a:avLst/>
        </a:prstGeom>
        <a:solidFill>
          <a:srgbClr val="E997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State Machine Diagram</a:t>
          </a:r>
        </a:p>
      </dsp:txBody>
      <dsp:txXfrm>
        <a:off x="2260754" y="1789669"/>
        <a:ext cx="1259427" cy="629713"/>
      </dsp:txXfrm>
    </dsp:sp>
    <dsp:sp modelId="{8917DE24-1406-49DD-9FC2-3185B3D38187}">
      <dsp:nvSpPr>
        <dsp:cNvPr id="0" name=""/>
        <dsp:cNvSpPr/>
      </dsp:nvSpPr>
      <dsp:spPr>
        <a:xfrm>
          <a:off x="3469804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Academic Fossil</a:t>
          </a:r>
        </a:p>
      </dsp:txBody>
      <dsp:txXfrm>
        <a:off x="3469804" y="895476"/>
        <a:ext cx="1259427" cy="629713"/>
      </dsp:txXfrm>
    </dsp:sp>
    <dsp:sp modelId="{94F5D520-7281-4658-AB1E-991F26F37FEF}">
      <dsp:nvSpPr>
        <dsp:cNvPr id="0" name=""/>
        <dsp:cNvSpPr/>
      </dsp:nvSpPr>
      <dsp:spPr>
        <a:xfrm>
          <a:off x="3784661" y="1789669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Communication Diagram</a:t>
          </a:r>
        </a:p>
      </dsp:txBody>
      <dsp:txXfrm>
        <a:off x="3784661" y="1789669"/>
        <a:ext cx="1259427" cy="629713"/>
      </dsp:txXfrm>
    </dsp:sp>
    <dsp:sp modelId="{9CE9EE4C-D508-4F26-9A56-20E63AD56072}">
      <dsp:nvSpPr>
        <dsp:cNvPr id="0" name=""/>
        <dsp:cNvSpPr/>
      </dsp:nvSpPr>
      <dsp:spPr>
        <a:xfrm>
          <a:off x="3784661" y="2683862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Timing Diagram</a:t>
          </a:r>
        </a:p>
      </dsp:txBody>
      <dsp:txXfrm>
        <a:off x="3784661" y="2683862"/>
        <a:ext cx="1259427" cy="629713"/>
      </dsp:txXfrm>
    </dsp:sp>
    <dsp:sp modelId="{2657A9C6-1DA0-4775-9F08-9517580EB398}">
      <dsp:nvSpPr>
        <dsp:cNvPr id="0" name=""/>
        <dsp:cNvSpPr/>
      </dsp:nvSpPr>
      <dsp:spPr>
        <a:xfrm>
          <a:off x="3784661" y="3578055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Interactive overview Diagram</a:t>
          </a:r>
        </a:p>
      </dsp:txBody>
      <dsp:txXfrm>
        <a:off x="3784661" y="3578055"/>
        <a:ext cx="1259427" cy="6297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D426-907A-03E2-9CD9-E6CEE4C0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BF53F-DF0C-0CB7-4398-4B29B2390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6B17C-2FCE-F1A2-CD83-C62ED4F8F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0B55E-09A5-9AEB-74FD-C67E0F437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50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7902-E9E3-F0D2-1BF9-E59BC64D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C5D58-7CF3-C1D4-E5AA-B0FCE871E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62105-2C10-60F3-B279-BD76D1820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FA6E0-DFF2-D03C-09F1-DA3FDF79C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63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2C99-F571-10C8-210A-7EB827849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40326-B3F3-96F7-78BE-1BD5B4EF9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777-52BC-B34E-4867-75A95A370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B7396-1C0D-C648-E5F5-A2155990F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88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251AD-201C-F180-CA70-CB8659D1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4CA65-60DE-E2A5-DE04-B71555EC7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2070D-DBC4-7564-0E53-2C9C67743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2EE6-5FDF-EEE3-D05B-95EB6266E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45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026AE-CA8B-EFD0-9975-CEB5462B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603DC-EE45-F50C-332A-59419E6FE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BCDB9-5901-2899-840C-D1D539C85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7531A-0C07-E6A3-000D-E78EA2CA3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1125-B19A-12C4-2175-00608863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BC1BD-562D-B9BD-73E7-83D0D1DBA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0AB0E-32EC-B58E-F7B5-E30DD942E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Note! There are some more notations which were skipped for simplicity; highly formal Activity diagrams use them as well. But avoid complicated notations if simple ones can be used.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ED6DC-1B8C-CC29-B1AB-9A44B660D2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94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92F4-A6E4-8B86-A895-06FB7DE9A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A588A-9EA3-88F9-2403-7620565C3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76BDC-8D4C-1DA5-FB18-09A3E2757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5D9FF-3ACB-AA37-8385-EA65DDD9B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8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6A34C-7483-7056-ECC1-B6E5E9B78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3F4CB-43EC-BA99-137E-B351C3A10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F4EA4-178B-5A5B-71C1-4C027E13E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915AA-CD0F-413D-4240-54FC4D9C91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90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27BFB-7D4E-FA4D-CAAB-FBAC5D38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5CC06-5D83-50B5-153B-1F5F496C1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5A613-5C88-E32F-522B-8A73406F4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FE856-AB10-908B-E829-CC08D6D02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10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11B8E-28C5-D57C-7A5F-E7B43641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C6FE9-6B3F-E373-6F9A-4DBE0CDFE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641FB-2D37-191B-C457-CDCA2D1BD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A343E-6F96-9D6C-DA45-6E329CA7C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29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 err="1"/>
              <a:t>Behavioural</a:t>
            </a:r>
            <a:r>
              <a:rPr lang="en-US" dirty="0"/>
              <a:t> Diagram</a:t>
            </a:r>
          </a:p>
          <a:p>
            <a:r>
              <a:rPr lang="en-US" dirty="0"/>
              <a:t>Activity Diagram</a:t>
            </a:r>
          </a:p>
          <a:p>
            <a:r>
              <a:rPr lang="en-US" dirty="0"/>
              <a:t>Sequence Diagram</a:t>
            </a:r>
          </a:p>
          <a:p>
            <a:r>
              <a:rPr lang="en-US" dirty="0"/>
              <a:t>State Machine Diagram</a:t>
            </a:r>
          </a:p>
          <a:p>
            <a:r>
              <a:rPr lang="en-US" dirty="0"/>
              <a:t>Activity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D96E-9577-76C5-3225-BAC7A9B9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5FA38D-BB15-0538-86B9-6835FA15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943A46A-7E2B-363C-B709-775104920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8804837-7ECD-818F-BF7A-AB34117F5B6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EB25020-A32B-2FFA-526D-67B1724B0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4755A0F-C3AE-6798-3BF3-522B611A0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0F3D7-CE48-3784-1D89-AC23BC96507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learned about Structural diagrams in UML modelling.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covered Class diagram, Component diagram and Package diagram.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now move to UML diagrams used to present the behaviour of the system.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Good thing is, we have already learned one of them…</a:t>
            </a:r>
          </a:p>
        </p:txBody>
      </p:sp>
    </p:spTree>
    <p:extLst>
      <p:ext uri="{BB962C8B-B14F-4D97-AF65-F5344CB8AC3E}">
        <p14:creationId xmlns:p14="http://schemas.microsoft.com/office/powerpoint/2010/main" val="270829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CD80-153C-1EEE-75DA-4E570DB2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74C8790-D137-675D-BEF7-2EC47695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B89CB8D-2014-3C51-95B7-3DF2E85AE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21D6FF5-44DD-2B72-B5A9-A205F59F9D0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Behavioural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Diagrams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A828739-7F44-315A-C5A3-FB4609E1F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17E3E8A-8F3C-0992-926B-3CDAD9321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898225-7AFE-C7B7-1970-E06CD280448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6458002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Use Case diagrams are used to graphically define high-level requirements as functions.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Activity diagrams are used to illustrate how a system moves from one activity to another.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Sequence diagrams describe sequence of actions in a use case in simple timeline style.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State Machine diagrams explain the different states of entities in a system.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CC6B8E3-E3AA-82A4-C3F5-78845CC191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1836516"/>
              </p:ext>
            </p:extLst>
          </p:nvPr>
        </p:nvGraphicFramePr>
        <p:xfrm>
          <a:off x="6679172" y="1780090"/>
          <a:ext cx="5466080" cy="4209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997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CB79-288D-5AF3-2C12-EAA90602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8458EE1-FAA9-2232-4F6F-1A80C5AE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30120BF-8D2E-6061-AF03-5B8F9558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FA2BAA5-5097-1C28-A373-F490C72845B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6EAF698-47DC-D635-FBE2-D7CED3A1B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93E4D2C-24B6-48E5-0232-9C019FA0D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6491C-8BB1-8700-F16A-FA31D424FF1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Activity diagrams can model highly complex flows (which is why they look like Flowchart diagrams too).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complex system may have different flows: sequential, concurrent or branched.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Commonly used in SE to model business logic and use cases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But can also be used to explain complex business processes that are outside software domain.</a:t>
            </a:r>
          </a:p>
        </p:txBody>
      </p:sp>
    </p:spTree>
    <p:extLst>
      <p:ext uri="{BB962C8B-B14F-4D97-AF65-F5344CB8AC3E}">
        <p14:creationId xmlns:p14="http://schemas.microsoft.com/office/powerpoint/2010/main" val="77767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337B5-5C6B-B6AE-ADCE-3851EBCD6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9BE53D2-E284-2FF1-B38B-C742B7595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C579675-181B-4579-6C66-09A51DF0B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9C80E55-8511-6D2A-37C3-226E6693DDB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BFAD71E-FD9C-BCB7-663F-DD3A78760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659F04B-28D8-77C5-3C60-13B7E80D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2A8395-D5AA-9EBF-7F5D-62B33E8059F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8733113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Start/Initial node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Activity/Action state: activities of the process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Action: executable function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Control Flow: flow of control between actions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Object Flow: objects moving through activities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Activity Final node: end of all flows in the activity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Decision: conditional flow control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Fork: flow splitting into parallel flows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Merge/Join: parallel flows merging into one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050770-DFA1-90BD-864D-D2A897EB0B0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0129837" y="1442204"/>
            <a:ext cx="504825" cy="476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FFB68C-A854-9471-63FE-303E94E11D68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9302248" y="1927979"/>
            <a:ext cx="2160000" cy="86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073F88-1941-C8EB-ADB9-A6A01022CB44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9313499" y="2791371"/>
            <a:ext cx="2160000" cy="79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74485A-2994-76F3-1FF5-FD882C21576C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8953499" y="3591393"/>
            <a:ext cx="2857500" cy="419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9BF6FC-A2E3-8687-184A-7B30B481B8E5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8953499" y="4075726"/>
            <a:ext cx="2857500" cy="276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7B65BF-A140-253E-06C7-CD31CF6B1F15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9969636" y="4409102"/>
            <a:ext cx="847725" cy="857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0FE4C0-C204-FCFC-D4E4-62839D4D1643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8953499" y="5294926"/>
            <a:ext cx="1440000" cy="811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BAE982-1459-B19A-ED41-A8F66441C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10393499" y="5294926"/>
            <a:ext cx="1440000" cy="8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0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D57BB-B806-D278-FFE7-6E69A3F5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FD4C94D-5E36-7FFF-2D31-6C67E50F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E091CC0-3464-6CBE-B064-B7FD5ED42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6107113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9E575CE-469A-9289-C0A8-FC767DDA5C0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Diagram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2A0F772-CA55-AA5F-ACC1-769AA0B81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B0D7F4-F597-C6AA-1A4C-2AA28B301F4B}"/>
              </a:ext>
            </a:extLst>
          </p:cNvPr>
          <p:cNvSpPr txBox="1">
            <a:spLocks/>
          </p:cNvSpPr>
          <p:nvPr/>
        </p:nvSpPr>
        <p:spPr>
          <a:xfrm>
            <a:off x="220385" y="1532587"/>
            <a:ext cx="587561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Project Management Activity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 general series of activities that are performed to process client requirements.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This is a Level-1 Activity diagram of multiple Activities.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DFD can also be used in this particular example.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6D84B4-4FD4-6806-7355-741094E9E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993" y="132735"/>
            <a:ext cx="3771413" cy="642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3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90F4-F51E-F318-37B3-9CC9DDA01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4A5347-D2B0-1F00-99A5-78BE6B8A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4033834-D9D1-2DC9-F920-5B0BFB9C8697}"/>
              </a:ext>
            </a:extLst>
          </p:cNvPr>
          <p:cNvSpPr txBox="1"/>
          <p:nvPr/>
        </p:nvSpPr>
        <p:spPr>
          <a:xfrm>
            <a:off x="220384" y="204892"/>
            <a:ext cx="44241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/>
                <a:cs typeface="Arial"/>
              </a:rPr>
              <a:t>Activity Diagram – </a:t>
            </a:r>
            <a:r>
              <a:rPr lang="en-US" sz="3200" dirty="0" err="1">
                <a:latin typeface="Arial"/>
                <a:cs typeface="Arial"/>
              </a:rPr>
              <a:t>PakWheels</a:t>
            </a:r>
            <a:endParaRPr lang="en-US" sz="320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4E188-67A8-5891-3AD1-8DCB06E72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533" y="0"/>
            <a:ext cx="7327083" cy="68580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3837FF-3E08-9B5B-86A1-9DCD4626605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4424149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relatively complex Activity that is difficult to examine in a Data Flow diagram.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There are two partitions called </a:t>
            </a:r>
            <a:r>
              <a:rPr lang="en-GB" sz="3400" i="1" u="sng" dirty="0"/>
              <a:t>Swim lanes</a:t>
            </a:r>
            <a:r>
              <a:rPr lang="en-GB" sz="3400" dirty="0"/>
              <a:t> in this Activity Diagram.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Swim lanes help in splitting sub-activities.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Activity is incomplete. The shipping sub-activity is incomplete. </a:t>
            </a:r>
            <a:r>
              <a:rPr lang="en-GB" sz="3400" b="1" dirty="0"/>
              <a:t>DIY!</a:t>
            </a:r>
          </a:p>
        </p:txBody>
      </p:sp>
    </p:spTree>
    <p:extLst>
      <p:ext uri="{BB962C8B-B14F-4D97-AF65-F5344CB8AC3E}">
        <p14:creationId xmlns:p14="http://schemas.microsoft.com/office/powerpoint/2010/main" val="395963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D013-82EE-2D91-B2DA-2CB0EE08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5B4E85D-4337-EEED-CC46-A67C558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67A47E9-044F-DB87-796D-56E3AD399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4E90B8A-2A2D-0093-5BFA-003A11C20DA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Sequence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34C4478-59D3-FE96-AA82-890FDD4D1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12D013F-74E7-C70A-27A6-8E925B552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F0C188-4048-5812-1961-A57EADD19C3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easiest and most useful Behavioural diagrams for technical teams.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Sequence diagram shows sequence of actions to complete a use case, be it successful or failed.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3 main constructs are Actors, Message passed between Actors and the Sequence of these messages in a timely order.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For example, sequence of an account creation will be like:</a:t>
            </a:r>
            <a:br>
              <a:rPr lang="en-GB" sz="3400" dirty="0"/>
            </a:br>
            <a:r>
              <a:rPr lang="en-GB" sz="3400" dirty="0"/>
              <a:t>a. Username/Email </a:t>
            </a:r>
            <a:r>
              <a:rPr lang="en-GB" sz="3400" dirty="0">
                <a:sym typeface="Wingdings" panose="05000000000000000000" pitchFamily="2" charset="2"/>
              </a:rPr>
              <a:t> Password  Verification  Login</a:t>
            </a:r>
            <a:br>
              <a:rPr lang="en-GB" sz="3400" dirty="0">
                <a:sym typeface="Wingdings" panose="05000000000000000000" pitchFamily="2" charset="2"/>
              </a:rPr>
            </a:br>
            <a:r>
              <a:rPr lang="en-GB" sz="3400" dirty="0">
                <a:sym typeface="Wingdings" panose="05000000000000000000" pitchFamily="2" charset="2"/>
              </a:rPr>
              <a:t>b. </a:t>
            </a:r>
            <a:r>
              <a:rPr lang="en-GB" sz="3400" dirty="0"/>
              <a:t>Email </a:t>
            </a:r>
            <a:r>
              <a:rPr lang="en-GB" sz="3400" dirty="0">
                <a:sym typeface="Wingdings" panose="05000000000000000000" pitchFamily="2" charset="2"/>
              </a:rPr>
              <a:t> Verification  Username  Personal Details  Login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95162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3D77F-CF32-4606-821D-3D80EC3B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4D95C2F-BAF0-AAD6-DBFD-95C46B680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105B3F6-6B13-098F-EA50-95376F2DE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FEA4B4E-CCB9-3F6A-F151-79D760570F0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Sequence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1368482-8EA1-435B-7249-561183CA1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FB4922E-0593-FC30-4DE2-D7D414993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8EA10F-610A-79BA-06B4-8C30C3D8C4F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Actors : as in Use case diagram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Object: in case of a specific object (e.g. Admin user)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Lifeline: portrays the existence of an entity over time.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Activations: a thin rectangle on lifeline tells the period during which an element is performing an operation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Destruction: defines when an object reaches end of life. Denoted by a Cross symbol [X] on Lifeline</a:t>
            </a:r>
          </a:p>
        </p:txBody>
      </p:sp>
      <p:pic>
        <p:nvPicPr>
          <p:cNvPr id="8" name="Picture 7" descr="sequence diagram actor example">
            <a:extLst>
              <a:ext uri="{FF2B5EF4-FFF2-40B4-BE49-F238E27FC236}">
                <a16:creationId xmlns:a16="http://schemas.microsoft.com/office/drawing/2014/main" id="{C42CD2DB-323C-F09D-76C3-31B99BB31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294" y="1674648"/>
            <a:ext cx="381000" cy="1095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227175-79A6-0E6D-3617-307AA96F9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588" y="1532587"/>
            <a:ext cx="1600423" cy="1362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649C52-4008-2244-B2B5-F7121790FD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799" y="3561976"/>
            <a:ext cx="1390650" cy="2324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B3EFDE-7B6F-EED7-D720-F0C1EA55C8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1324" y="3486149"/>
            <a:ext cx="234315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5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E408-CAD2-65EA-CACE-6C237585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1C0E63B-F906-588B-A802-5815D4538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9B8AC6A-FEE2-DF0D-EDFE-99497E7EF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15B9DE2-93B6-168B-B529-E3F93D8963C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Sequence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26EEADB-FA65-23E3-EBE9-2ECF7F8AE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FDA6E3D-76E1-C2C4-E724-94FC9DEEA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64A5C0-09C9-889E-2DA3-8B2A0445EA0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Message: represents an operation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Call message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Return message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Self-message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Delayed message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Synchronous arrow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Asynchronous arrow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81223A-6281-F389-C0A3-7D0ADF17EA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826"/>
          <a:stretch>
            <a:fillRect/>
          </a:stretch>
        </p:blipFill>
        <p:spPr>
          <a:xfrm>
            <a:off x="6716250" y="1532586"/>
            <a:ext cx="1343700" cy="14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5FC1E2-024C-8BF1-F708-1766613509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54"/>
          <a:stretch>
            <a:fillRect/>
          </a:stretch>
        </p:blipFill>
        <p:spPr>
          <a:xfrm>
            <a:off x="8668875" y="1532587"/>
            <a:ext cx="1342800" cy="2175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388F25-9FF2-B780-866A-C9C10792A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600" y="1532586"/>
            <a:ext cx="1342800" cy="1983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481A41-24F5-9EBF-9E2A-B4ECACF902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76526"/>
            <a:ext cx="2589545" cy="216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AF4AEC-4659-8EB9-2278-44A582973B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616" y="4314594"/>
            <a:ext cx="3120000" cy="7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1B1ADC-F15A-725B-1737-44D7ABF4E7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3400" y="5251267"/>
            <a:ext cx="31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3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D2D1-8018-CA45-8FBC-DC166E904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B950443-25DB-37F5-6145-879F7A89E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CCB6C76-CB90-ED5A-88D3-6BCE89C5B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0CC7322-7D32-03C4-14AE-0E96BF3822A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Sequence Diagram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5B38E30-93FE-F43F-8999-BFBBD48A1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8724315-E31D-C84F-DFD3-B7B059DF9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85C7E0-25FF-830F-26C0-0156BA7ABB8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250682" cy="4887878"/>
          </a:xfrm>
          <a:prstGeom prst="rect">
            <a:avLst/>
          </a:prstGeom>
        </p:spPr>
        <p:txBody>
          <a:bodyPr numCol="1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Diagram depicts a simple flow of Placing an Order to Delivery of items.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The ACK signals are Asynchronous.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The diagram needs further enhancement. It should include a Vendor actor from which the Delivery Van will Pickup the items. </a:t>
            </a:r>
            <a:r>
              <a:rPr lang="en-GB" sz="3200" b="1" dirty="0"/>
              <a:t>DIY!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86BCCE-BDD2-2300-18C5-755996E6A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105" y="1373608"/>
            <a:ext cx="6580307" cy="522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1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2153</TotalTime>
  <Words>700</Words>
  <Application>Microsoft Macintosh PowerPoint</Application>
  <PresentationFormat>Widescreen</PresentationFormat>
  <Paragraphs>107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Biome Light</vt:lpstr>
      <vt:lpstr>Calibri</vt:lpstr>
      <vt:lpstr>Calibri Light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Rabeeba Batool</cp:lastModifiedBy>
  <cp:revision>2</cp:revision>
  <dcterms:created xsi:type="dcterms:W3CDTF">2022-11-22T20:08:03Z</dcterms:created>
  <dcterms:modified xsi:type="dcterms:W3CDTF">2026-05-16T09:46:00Z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